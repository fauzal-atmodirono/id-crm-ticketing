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9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Montserrat Ligh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AA66CA-2F14-4792-A2AB-05E94E8730DD}">
  <a:tblStyle styleId="{62AA66CA-2F14-4792-A2AB-05E94E8730DD}"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91514BC-4530-4DB9-818D-39566C5A235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ontserratSemiBold-boldItalic.fntdata"/><Relationship Id="rId42" Type="http://schemas.openxmlformats.org/officeDocument/2006/relationships/font" Target="fonts/Montserrat-bold.fntdata"/><Relationship Id="rId41" Type="http://schemas.openxmlformats.org/officeDocument/2006/relationships/font" Target="fonts/Montserrat-regular.fntdata"/><Relationship Id="rId44" Type="http://schemas.openxmlformats.org/officeDocument/2006/relationships/font" Target="fonts/Montserrat-boldItalic.fntdata"/><Relationship Id="rId43" Type="http://schemas.openxmlformats.org/officeDocument/2006/relationships/font" Target="fonts/Montserrat-italic.fntdata"/><Relationship Id="rId46" Type="http://schemas.openxmlformats.org/officeDocument/2006/relationships/font" Target="fonts/MontserratMedium-bold.fntdata"/><Relationship Id="rId45" Type="http://schemas.openxmlformats.org/officeDocument/2006/relationships/font" Target="fonts/MontserratMedium-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Medium-boldItalic.fntdata"/><Relationship Id="rId47" Type="http://schemas.openxmlformats.org/officeDocument/2006/relationships/font" Target="fonts/MontserratMedium-italic.fntdata"/><Relationship Id="rId49" Type="http://schemas.openxmlformats.org/officeDocument/2006/relationships/font" Target="fonts/Montserrat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MontserratSemiBold-regular.fntdata"/><Relationship Id="rId36" Type="http://schemas.openxmlformats.org/officeDocument/2006/relationships/slide" Target="slides/slide31.xml"/><Relationship Id="rId39" Type="http://schemas.openxmlformats.org/officeDocument/2006/relationships/font" Target="fonts/MontserratSemiBold-italic.fntdata"/><Relationship Id="rId38" Type="http://schemas.openxmlformats.org/officeDocument/2006/relationships/font" Target="fonts/MontserratSemi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Light-italic.fntdata"/><Relationship Id="rId50" Type="http://schemas.openxmlformats.org/officeDocument/2006/relationships/font" Target="fonts/MontserratLight-bold.fntdata"/><Relationship Id="rId52" Type="http://schemas.openxmlformats.org/officeDocument/2006/relationships/font" Target="fonts/Montserrat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ebb9eb642a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ebb9eb642a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ef2168b7ac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ef2168b7ac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ef2168b7ac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ef2168b7ac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2ef2168b7ac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2ef2168b7ac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ef2168b7ac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ef2168b7ac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ef2168b7ac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2ef2168b7ac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6e1ada4a93_1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6e1ada4a93_1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1bee38d4a4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21bee38d4a4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ef2168b7ac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2ef2168b7ac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2edd296275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2edd296275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1bee38d4a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1bee38d4a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ef2168b7ac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2ef2168b7ac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6e1ada4a93_1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6e1ada4a93_1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1"/>
                </a:solidFill>
              </a:rPr>
              <a:t>Public/Private: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Customer Name: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Industry:</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Country:</a:t>
            </a:r>
            <a:r>
              <a:rPr lang="en-GB">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Company Size: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Date of Project: </a:t>
            </a:r>
            <a:r>
              <a:rPr lang="en-GB">
                <a:solidFill>
                  <a:schemeClr val="dk1"/>
                </a:solidFill>
              </a:rPr>
              <a:t>start &amp; end date of project (dd/mm/yyyy)</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Pillar/VA: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Project Manager: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Online Customer Story:</a:t>
            </a:r>
            <a:r>
              <a:rPr lang="en-GB">
                <a:solidFill>
                  <a:schemeClr val="dk1"/>
                </a:solidFill>
              </a:rPr>
              <a:t> (link)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ef2168b7ac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ef2168b7ac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2ec64c98962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2ec64c98962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d5b96d2111_2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d5b96d2111_2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297ab67f0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g297ab67f0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ed4e921e4d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ed4e921e4d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ed4e921e4d_1_4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ed4e921e4d_1_4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g2ef2168b7ac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6" name="Google Shape;2156;g2ef2168b7ac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gd5b96d2111_2_2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2" name="Google Shape;2162;gd5b96d2111_2_2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g2ef2168b7ac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1" name="Google Shape;2211;g2ef2168b7ac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5" name="Shape 2215"/>
        <p:cNvGrpSpPr/>
        <p:nvPr/>
      </p:nvGrpSpPr>
      <p:grpSpPr>
        <a:xfrm>
          <a:off x="0" y="0"/>
          <a:ext cx="0" cy="0"/>
          <a:chOff x="0" y="0"/>
          <a:chExt cx="0" cy="0"/>
        </a:xfrm>
      </p:grpSpPr>
      <p:sp>
        <p:nvSpPr>
          <p:cNvPr id="2216" name="Google Shape;2216;g2ed7f0a2e07_2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7" name="Google Shape;2217;g2ed7f0a2e07_2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3" name="Shape 2253"/>
        <p:cNvGrpSpPr/>
        <p:nvPr/>
      </p:nvGrpSpPr>
      <p:grpSpPr>
        <a:xfrm>
          <a:off x="0" y="0"/>
          <a:ext cx="0" cy="0"/>
          <a:chOff x="0" y="0"/>
          <a:chExt cx="0" cy="0"/>
        </a:xfrm>
      </p:grpSpPr>
      <p:sp>
        <p:nvSpPr>
          <p:cNvPr id="2254" name="Google Shape;2254;g2ed080a1596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5" name="Google Shape;2255;g2ed080a1596_2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g2ed12e68dd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7" name="Google Shape;2267;g2ed12e68dd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g2ed7f0a2e07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7" name="Google Shape;2307;g2ed7f0a2e07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g2ed7f0a2e07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6" name="Google Shape;2356;g2ed7f0a2e07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g2ed7f0a2e07_2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4" name="Google Shape;2404;g2ed7f0a2e07_2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9" name="Shape 2449"/>
        <p:cNvGrpSpPr/>
        <p:nvPr/>
      </p:nvGrpSpPr>
      <p:grpSpPr>
        <a:xfrm>
          <a:off x="0" y="0"/>
          <a:ext cx="0" cy="0"/>
          <a:chOff x="0" y="0"/>
          <a:chExt cx="0" cy="0"/>
        </a:xfrm>
      </p:grpSpPr>
      <p:sp>
        <p:nvSpPr>
          <p:cNvPr id="2450" name="Google Shape;2450;g2ef2168b7ac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1" name="Google Shape;2451;g2ef2168b7ac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5" name="Shape 2455"/>
        <p:cNvGrpSpPr/>
        <p:nvPr/>
      </p:nvGrpSpPr>
      <p:grpSpPr>
        <a:xfrm>
          <a:off x="0" y="0"/>
          <a:ext cx="0" cy="0"/>
          <a:chOff x="0" y="0"/>
          <a:chExt cx="0" cy="0"/>
        </a:xfrm>
      </p:grpSpPr>
      <p:sp>
        <p:nvSpPr>
          <p:cNvPr id="2456" name="Google Shape;2456;g2ebb9eb642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7" name="Google Shape;2457;g2ebb9eb642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1" name="Shape 2461"/>
        <p:cNvGrpSpPr/>
        <p:nvPr/>
      </p:nvGrpSpPr>
      <p:grpSpPr>
        <a:xfrm>
          <a:off x="0" y="0"/>
          <a:ext cx="0" cy="0"/>
          <a:chOff x="0" y="0"/>
          <a:chExt cx="0" cy="0"/>
        </a:xfrm>
      </p:grpSpPr>
      <p:sp>
        <p:nvSpPr>
          <p:cNvPr id="2462" name="Google Shape;2462;g2ebb9eb642a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3" name="Google Shape;2463;g2ebb9eb642a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jp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opener">
  <p:cSld name="CUSTOM_27_1_2_1_1">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1" name="Google Shape;11;p2"/>
          <p:cNvPicPr preferRelativeResize="0"/>
          <p:nvPr/>
        </p:nvPicPr>
        <p:blipFill>
          <a:blip r:embed="rId3">
            <a:alphaModFix/>
          </a:blip>
          <a:stretch>
            <a:fillRect/>
          </a:stretch>
        </p:blipFill>
        <p:spPr>
          <a:xfrm>
            <a:off x="1880050" y="2288010"/>
            <a:ext cx="1915203" cy="567333"/>
          </a:xfrm>
          <a:prstGeom prst="rect">
            <a:avLst/>
          </a:prstGeom>
          <a:noFill/>
          <a:ln>
            <a:noFill/>
          </a:ln>
          <a:effectLst>
            <a:outerShdw blurRad="171450" rotWithShape="0" algn="bl">
              <a:schemeClr val="dk1"/>
            </a:outerShdw>
          </a:effectLst>
        </p:spPr>
      </p:pic>
      <p:sp>
        <p:nvSpPr>
          <p:cNvPr id="12" name="Google Shape;12;p2"/>
          <p:cNvSpPr txBox="1"/>
          <p:nvPr/>
        </p:nvSpPr>
        <p:spPr>
          <a:xfrm>
            <a:off x="1880050" y="2457450"/>
            <a:ext cx="5383500" cy="220500"/>
          </a:xfrm>
          <a:prstGeom prst="rect">
            <a:avLst/>
          </a:prstGeom>
          <a:noFill/>
          <a:ln>
            <a:noFill/>
          </a:ln>
          <a:effectLst>
            <a:outerShdw blurRad="528638" rotWithShape="0" algn="bl">
              <a:schemeClr val="dk2"/>
            </a:outerShdw>
          </a:effectLst>
        </p:spPr>
        <p:txBody>
          <a:bodyPr anchorCtr="0" anchor="b" bIns="0" lIns="0" spcFirstLastPara="1" rIns="0" wrap="square" tIns="0">
            <a:noAutofit/>
          </a:bodyPr>
          <a:lstStyle/>
          <a:p>
            <a:pPr indent="0" lvl="0" marL="0" rtl="0" algn="r">
              <a:spcBef>
                <a:spcPts val="0"/>
              </a:spcBef>
              <a:spcAft>
                <a:spcPts val="0"/>
              </a:spcAft>
              <a:buNone/>
            </a:pPr>
            <a:r>
              <a:rPr b="1" lang="en-GB" sz="1300">
                <a:solidFill>
                  <a:schemeClr val="lt1"/>
                </a:solidFill>
                <a:latin typeface="Montserrat"/>
                <a:ea typeface="Montserrat"/>
                <a:cs typeface="Montserrat"/>
                <a:sym typeface="Montserrat"/>
              </a:rPr>
              <a:t>AI-driven tech consulting</a:t>
            </a:r>
            <a:endParaRPr b="1" sz="1300">
              <a:solidFill>
                <a:schemeClr val="lt1"/>
              </a:solidFill>
              <a:latin typeface="Montserrat"/>
              <a:ea typeface="Montserrat"/>
              <a:cs typeface="Montserrat"/>
              <a:sym typeface="Montserra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with image placeholder">
  <p:cSld name="CUSTOM_27_1_1_1_2_1_1">
    <p:spTree>
      <p:nvGrpSpPr>
        <p:cNvPr id="13"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0" l="0" r="0" t="0"/>
          <a:stretch/>
        </p:blipFill>
        <p:spPr>
          <a:xfrm>
            <a:off x="540000" y="473100"/>
            <a:ext cx="1425685" cy="426900"/>
          </a:xfrm>
          <a:prstGeom prst="rect">
            <a:avLst/>
          </a:prstGeom>
          <a:noFill/>
          <a:ln>
            <a:noFill/>
          </a:ln>
        </p:spPr>
      </p:pic>
      <p:sp>
        <p:nvSpPr>
          <p:cNvPr id="15" name="Google Shape;15;p3"/>
          <p:cNvSpPr txBox="1"/>
          <p:nvPr>
            <p:ph type="title"/>
          </p:nvPr>
        </p:nvSpPr>
        <p:spPr>
          <a:xfrm>
            <a:off x="540000" y="1608950"/>
            <a:ext cx="4544700" cy="1523400"/>
          </a:xfrm>
          <a:prstGeom prst="rect">
            <a:avLst/>
          </a:prstGeom>
        </p:spPr>
        <p:txBody>
          <a:bodyPr anchorCtr="0" anchor="ctr" bIns="0" lIns="0" spcFirstLastPara="1" rIns="720000" wrap="square" tIns="0">
            <a:noAutofit/>
          </a:bodyPr>
          <a:lstStyle>
            <a:lvl1pPr lvl="0" rtl="0">
              <a:lnSpc>
                <a:spcPct val="90000"/>
              </a:lnSpc>
              <a:spcBef>
                <a:spcPts val="0"/>
              </a:spcBef>
              <a:spcAft>
                <a:spcPts val="0"/>
              </a:spcAft>
              <a:buSzPts val="3800"/>
              <a:buFont typeface="Montserrat Light"/>
              <a:buNone/>
              <a:defRPr b="0" sz="3800">
                <a:latin typeface="Montserrat Light"/>
                <a:ea typeface="Montserrat Light"/>
                <a:cs typeface="Montserrat Light"/>
                <a:sym typeface="Montserrat Light"/>
              </a:defRPr>
            </a:lvl1pPr>
            <a:lvl2pPr lvl="1"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16" name="Google Shape;16;p3"/>
          <p:cNvSpPr txBox="1"/>
          <p:nvPr>
            <p:ph idx="1" type="subTitle"/>
          </p:nvPr>
        </p:nvSpPr>
        <p:spPr>
          <a:xfrm>
            <a:off x="539875" y="1260000"/>
            <a:ext cx="4544700" cy="193500"/>
          </a:xfrm>
          <a:prstGeom prst="rect">
            <a:avLst/>
          </a:prstGeom>
        </p:spPr>
        <p:txBody>
          <a:bodyPr anchorCtr="0" anchor="t" bIns="0" lIns="0" spcFirstLastPara="1" rIns="72000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lgn="ctr">
              <a:spcBef>
                <a:spcPts val="0"/>
              </a:spcBef>
              <a:spcAft>
                <a:spcPts val="0"/>
              </a:spcAft>
              <a:buSzPts val="1300"/>
              <a:buNone/>
              <a:defRPr/>
            </a:lvl2pPr>
            <a:lvl3pPr lvl="2" rtl="0" algn="ctr">
              <a:spcBef>
                <a:spcPts val="0"/>
              </a:spcBef>
              <a:spcAft>
                <a:spcPts val="0"/>
              </a:spcAft>
              <a:buSzPts val="1300"/>
              <a:buNone/>
              <a:defRPr/>
            </a:lvl3pPr>
            <a:lvl4pPr lvl="3" rtl="0" algn="ctr">
              <a:spcBef>
                <a:spcPts val="0"/>
              </a:spcBef>
              <a:spcAft>
                <a:spcPts val="0"/>
              </a:spcAft>
              <a:buSzPts val="1300"/>
              <a:buNone/>
              <a:defRPr/>
            </a:lvl4pPr>
            <a:lvl5pPr lvl="4" rtl="0" algn="ctr">
              <a:spcBef>
                <a:spcPts val="0"/>
              </a:spcBef>
              <a:spcAft>
                <a:spcPts val="0"/>
              </a:spcAft>
              <a:buSzPts val="1300"/>
              <a:buNone/>
              <a:defRPr/>
            </a:lvl5pPr>
            <a:lvl6pPr lvl="5" rtl="0" algn="ctr">
              <a:spcBef>
                <a:spcPts val="0"/>
              </a:spcBef>
              <a:spcAft>
                <a:spcPts val="0"/>
              </a:spcAft>
              <a:buSzPts val="1300"/>
              <a:buNone/>
              <a:defRPr/>
            </a:lvl6pPr>
            <a:lvl7pPr lvl="6" rtl="0" algn="ctr">
              <a:spcBef>
                <a:spcPts val="0"/>
              </a:spcBef>
              <a:spcAft>
                <a:spcPts val="0"/>
              </a:spcAft>
              <a:buSzPts val="1300"/>
              <a:buNone/>
              <a:defRPr/>
            </a:lvl7pPr>
            <a:lvl8pPr lvl="7" rtl="0" algn="ctr">
              <a:spcBef>
                <a:spcPts val="0"/>
              </a:spcBef>
              <a:spcAft>
                <a:spcPts val="0"/>
              </a:spcAft>
              <a:buSzPts val="1300"/>
              <a:buNone/>
              <a:defRPr/>
            </a:lvl8pPr>
            <a:lvl9pPr lvl="8" rtl="0" algn="ctr">
              <a:spcBef>
                <a:spcPts val="0"/>
              </a:spcBef>
              <a:spcAft>
                <a:spcPts val="0"/>
              </a:spcAft>
              <a:buSzPts val="1300"/>
              <a:buNone/>
              <a:defRPr/>
            </a:lvl9pPr>
          </a:lstStyle>
          <a:p/>
        </p:txBody>
      </p:sp>
      <p:sp>
        <p:nvSpPr>
          <p:cNvPr id="17" name="Google Shape;17;p3"/>
          <p:cNvSpPr txBox="1"/>
          <p:nvPr>
            <p:ph idx="2" type="body"/>
          </p:nvPr>
        </p:nvSpPr>
        <p:spPr>
          <a:xfrm>
            <a:off x="540000" y="3287800"/>
            <a:ext cx="4544700" cy="726600"/>
          </a:xfrm>
          <a:prstGeom prst="rect">
            <a:avLst/>
          </a:prstGeom>
        </p:spPr>
        <p:txBody>
          <a:bodyPr anchorCtr="0" anchor="t" bIns="0" lIns="0" spcFirstLastPara="1" rIns="720000" wrap="square" tIns="0">
            <a:noAutofit/>
          </a:bodyPr>
          <a:lstStyle>
            <a:lvl1pPr indent="-304800" lvl="0" marL="457200" rtl="0">
              <a:spcBef>
                <a:spcPts val="0"/>
              </a:spcBef>
              <a:spcAft>
                <a:spcPts val="0"/>
              </a:spcAft>
              <a:buSzPts val="1200"/>
              <a:buFont typeface="Montserrat Light"/>
              <a:buChar char="●"/>
              <a:defRPr sz="1200">
                <a:latin typeface="Montserrat Light"/>
                <a:ea typeface="Montserrat Light"/>
                <a:cs typeface="Montserrat Light"/>
                <a:sym typeface="Montserrat Light"/>
              </a:defRPr>
            </a:lvl1pPr>
            <a:lvl2pPr indent="-304800" lvl="1" marL="914400" rtl="0">
              <a:spcBef>
                <a:spcPts val="0"/>
              </a:spcBef>
              <a:spcAft>
                <a:spcPts val="0"/>
              </a:spcAft>
              <a:buSzPts val="1200"/>
              <a:buFont typeface="Montserrat Light"/>
              <a:buChar char="○"/>
              <a:defRPr sz="1200">
                <a:latin typeface="Montserrat Light"/>
                <a:ea typeface="Montserrat Light"/>
                <a:cs typeface="Montserrat Light"/>
                <a:sym typeface="Montserrat Light"/>
              </a:defRPr>
            </a:lvl2pPr>
            <a:lvl3pPr indent="-304800" lvl="2" marL="1371600" rtl="0">
              <a:spcBef>
                <a:spcPts val="0"/>
              </a:spcBef>
              <a:spcAft>
                <a:spcPts val="0"/>
              </a:spcAft>
              <a:buSzPts val="1200"/>
              <a:buFont typeface="Montserrat Light"/>
              <a:buChar char="■"/>
              <a:defRPr sz="1200">
                <a:latin typeface="Montserrat Light"/>
                <a:ea typeface="Montserrat Light"/>
                <a:cs typeface="Montserrat Light"/>
                <a:sym typeface="Montserrat Light"/>
              </a:defRPr>
            </a:lvl3pPr>
            <a:lvl4pPr indent="-304800" lvl="3" marL="1828800" rtl="0">
              <a:spcBef>
                <a:spcPts val="0"/>
              </a:spcBef>
              <a:spcAft>
                <a:spcPts val="0"/>
              </a:spcAft>
              <a:buSzPts val="1200"/>
              <a:buFont typeface="Montserrat Light"/>
              <a:buChar char="●"/>
              <a:defRPr sz="1200">
                <a:latin typeface="Montserrat Light"/>
                <a:ea typeface="Montserrat Light"/>
                <a:cs typeface="Montserrat Light"/>
                <a:sym typeface="Montserrat Light"/>
              </a:defRPr>
            </a:lvl4pPr>
            <a:lvl5pPr indent="-304800" lvl="4" marL="2286000" rtl="0">
              <a:spcBef>
                <a:spcPts val="0"/>
              </a:spcBef>
              <a:spcAft>
                <a:spcPts val="0"/>
              </a:spcAft>
              <a:buSzPts val="1200"/>
              <a:buFont typeface="Montserrat Light"/>
              <a:buChar char="○"/>
              <a:defRPr sz="1200">
                <a:latin typeface="Montserrat Light"/>
                <a:ea typeface="Montserrat Light"/>
                <a:cs typeface="Montserrat Light"/>
                <a:sym typeface="Montserrat Light"/>
              </a:defRPr>
            </a:lvl5pPr>
            <a:lvl6pPr indent="-304800" lvl="5" marL="2743200" rtl="0">
              <a:spcBef>
                <a:spcPts val="0"/>
              </a:spcBef>
              <a:spcAft>
                <a:spcPts val="0"/>
              </a:spcAft>
              <a:buSzPts val="1200"/>
              <a:buFont typeface="Montserrat Light"/>
              <a:buChar char="■"/>
              <a:defRPr sz="1200">
                <a:latin typeface="Montserrat Light"/>
                <a:ea typeface="Montserrat Light"/>
                <a:cs typeface="Montserrat Light"/>
                <a:sym typeface="Montserrat Light"/>
              </a:defRPr>
            </a:lvl6pPr>
            <a:lvl7pPr indent="-304800" lvl="6" marL="3200400" rtl="0">
              <a:spcBef>
                <a:spcPts val="0"/>
              </a:spcBef>
              <a:spcAft>
                <a:spcPts val="0"/>
              </a:spcAft>
              <a:buSzPts val="1200"/>
              <a:buFont typeface="Montserrat Light"/>
              <a:buChar char="●"/>
              <a:defRPr sz="1200">
                <a:latin typeface="Montserrat Light"/>
                <a:ea typeface="Montserrat Light"/>
                <a:cs typeface="Montserrat Light"/>
                <a:sym typeface="Montserrat Light"/>
              </a:defRPr>
            </a:lvl7pPr>
            <a:lvl8pPr indent="-304800" lvl="7" marL="3657600" rtl="0">
              <a:spcBef>
                <a:spcPts val="0"/>
              </a:spcBef>
              <a:spcAft>
                <a:spcPts val="0"/>
              </a:spcAft>
              <a:buSzPts val="1200"/>
              <a:buFont typeface="Montserrat Light"/>
              <a:buChar char="○"/>
              <a:defRPr sz="1200">
                <a:latin typeface="Montserrat Light"/>
                <a:ea typeface="Montserrat Light"/>
                <a:cs typeface="Montserrat Light"/>
                <a:sym typeface="Montserrat Light"/>
              </a:defRPr>
            </a:lvl8pPr>
            <a:lvl9pPr indent="-304800" lvl="8" marL="4114800" rtl="0">
              <a:spcBef>
                <a:spcPts val="0"/>
              </a:spcBef>
              <a:spcAft>
                <a:spcPts val="0"/>
              </a:spcAft>
              <a:buSzPts val="1200"/>
              <a:buFont typeface="Montserrat Light"/>
              <a:buChar char="■"/>
              <a:defRPr sz="1200">
                <a:latin typeface="Montserrat Light"/>
                <a:ea typeface="Montserrat Light"/>
                <a:cs typeface="Montserrat Light"/>
                <a:sym typeface="Montserrat Light"/>
              </a:defRPr>
            </a:lvl9pPr>
          </a:lstStyle>
          <a:p/>
        </p:txBody>
      </p:sp>
      <p:sp>
        <p:nvSpPr>
          <p:cNvPr id="18" name="Google Shape;18;p3"/>
          <p:cNvSpPr/>
          <p:nvPr>
            <p:ph idx="3" type="pic"/>
          </p:nvPr>
        </p:nvSpPr>
        <p:spPr>
          <a:xfrm>
            <a:off x="5204550" y="-827700"/>
            <a:ext cx="6798900" cy="6798900"/>
          </a:xfrm>
          <a:prstGeom prst="ellipse">
            <a:avLst/>
          </a:prstGeom>
          <a:noFill/>
          <a:ln>
            <a:noFill/>
          </a:ln>
        </p:spPr>
      </p:sp>
      <p:sp>
        <p:nvSpPr>
          <p:cNvPr id="19" name="Google Shape;19;p3"/>
          <p:cNvSpPr txBox="1"/>
          <p:nvPr/>
        </p:nvSpPr>
        <p:spPr>
          <a:xfrm>
            <a:off x="540000" y="4783500"/>
            <a:ext cx="2364600" cy="3600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GB" sz="800">
                <a:solidFill>
                  <a:schemeClr val="lt2"/>
                </a:solidFill>
                <a:latin typeface="Montserrat"/>
                <a:ea typeface="Montserrat"/>
                <a:cs typeface="Montserrat"/>
                <a:sym typeface="Montserrat"/>
              </a:rPr>
              <a:t>AI-driven tech consulting</a:t>
            </a:r>
            <a:endParaRPr b="1" sz="800">
              <a:solidFill>
                <a:schemeClr val="lt2"/>
              </a:solidFill>
              <a:latin typeface="Montserrat"/>
              <a:ea typeface="Montserrat"/>
              <a:cs typeface="Montserrat"/>
              <a:sym typeface="Montserrat"/>
            </a:endParaRPr>
          </a:p>
          <a:p>
            <a:pPr indent="0" lvl="0" marL="0" rtl="0" algn="r">
              <a:spcBef>
                <a:spcPts val="0"/>
              </a:spcBef>
              <a:spcAft>
                <a:spcPts val="0"/>
              </a:spcAft>
              <a:buNone/>
            </a:pPr>
            <a:r>
              <a:t/>
            </a:r>
            <a:endParaRPr sz="800">
              <a:solidFill>
                <a:schemeClr val="dk1"/>
              </a:solidFill>
              <a:latin typeface="Montserrat Medium"/>
              <a:ea typeface="Montserrat Medium"/>
              <a:cs typeface="Montserrat Medium"/>
              <a:sym typeface="Montserrat Medium"/>
            </a:endParaRPr>
          </a:p>
        </p:txBody>
      </p:sp>
    </p:spTree>
  </p:cSld>
  <p:clrMapOvr>
    <a:masterClrMapping/>
  </p:clrMapOvr>
  <p:extLst>
    <p:ext uri="{DCECCB84-F9BA-43D5-87BE-67443E8EF086}">
      <p15:sldGuideLst>
        <p15:guide id="1" pos="660">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7_1_1_1_1_1_1_1">
    <p:spTree>
      <p:nvGrpSpPr>
        <p:cNvPr id="20" name="Shape 20"/>
        <p:cNvGrpSpPr/>
        <p:nvPr/>
      </p:nvGrpSpPr>
      <p:grpSpPr>
        <a:xfrm>
          <a:off x="0" y="0"/>
          <a:ext cx="0" cy="0"/>
          <a:chOff x="0" y="0"/>
          <a:chExt cx="0" cy="0"/>
        </a:xfrm>
      </p:grpSpPr>
      <p:sp>
        <p:nvSpPr>
          <p:cNvPr id="21" name="Google Shape;21;p4"/>
          <p:cNvSpPr/>
          <p:nvPr/>
        </p:nvSpPr>
        <p:spPr>
          <a:xfrm>
            <a:off x="-2353025" y="-824250"/>
            <a:ext cx="6800400" cy="6800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22" name="Google Shape;22;p4"/>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lvl1pPr lvl="0" rtl="0">
              <a:lnSpc>
                <a:spcPct val="90000"/>
              </a:lnSpc>
              <a:spcBef>
                <a:spcPts val="0"/>
              </a:spcBef>
              <a:spcAft>
                <a:spcPts val="0"/>
              </a:spcAft>
              <a:buClr>
                <a:schemeClr val="dk1"/>
              </a:buClr>
              <a:buSzPts val="3500"/>
              <a:buFont typeface="Montserrat Medium"/>
              <a:buNone/>
              <a:defRPr sz="3500">
                <a:latin typeface="Montserrat Medium"/>
                <a:ea typeface="Montserrat Medium"/>
                <a:cs typeface="Montserrat Medium"/>
                <a:sym typeface="Montserrat Medium"/>
              </a:defRPr>
            </a:lvl1pPr>
            <a:lvl2pPr lvl="1" rtl="0" algn="ctr">
              <a:spcBef>
                <a:spcPts val="0"/>
              </a:spcBef>
              <a:spcAft>
                <a:spcPts val="0"/>
              </a:spcAft>
              <a:buSzPts val="1300"/>
              <a:buNone/>
              <a:defRPr/>
            </a:lvl2pPr>
            <a:lvl3pPr lvl="2" rtl="0" algn="ctr">
              <a:spcBef>
                <a:spcPts val="0"/>
              </a:spcBef>
              <a:spcAft>
                <a:spcPts val="0"/>
              </a:spcAft>
              <a:buSzPts val="1300"/>
              <a:buNone/>
              <a:defRPr/>
            </a:lvl3pPr>
            <a:lvl4pPr lvl="3" rtl="0" algn="ctr">
              <a:spcBef>
                <a:spcPts val="0"/>
              </a:spcBef>
              <a:spcAft>
                <a:spcPts val="0"/>
              </a:spcAft>
              <a:buSzPts val="1300"/>
              <a:buNone/>
              <a:defRPr/>
            </a:lvl4pPr>
            <a:lvl5pPr lvl="4" rtl="0" algn="ctr">
              <a:spcBef>
                <a:spcPts val="0"/>
              </a:spcBef>
              <a:spcAft>
                <a:spcPts val="0"/>
              </a:spcAft>
              <a:buSzPts val="1300"/>
              <a:buNone/>
              <a:defRPr/>
            </a:lvl5pPr>
            <a:lvl6pPr lvl="5" rtl="0" algn="ctr">
              <a:spcBef>
                <a:spcPts val="0"/>
              </a:spcBef>
              <a:spcAft>
                <a:spcPts val="0"/>
              </a:spcAft>
              <a:buSzPts val="1300"/>
              <a:buNone/>
              <a:defRPr/>
            </a:lvl6pPr>
            <a:lvl7pPr lvl="6" rtl="0" algn="ctr">
              <a:spcBef>
                <a:spcPts val="0"/>
              </a:spcBef>
              <a:spcAft>
                <a:spcPts val="0"/>
              </a:spcAft>
              <a:buSzPts val="1300"/>
              <a:buNone/>
              <a:defRPr/>
            </a:lvl7pPr>
            <a:lvl8pPr lvl="7" rtl="0" algn="ctr">
              <a:spcBef>
                <a:spcPts val="0"/>
              </a:spcBef>
              <a:spcAft>
                <a:spcPts val="0"/>
              </a:spcAft>
              <a:buSzPts val="1300"/>
              <a:buNone/>
              <a:defRPr/>
            </a:lvl8pPr>
            <a:lvl9pPr lvl="8" rtl="0" algn="ctr">
              <a:spcBef>
                <a:spcPts val="0"/>
              </a:spcBef>
              <a:spcAft>
                <a:spcPts val="0"/>
              </a:spcAft>
              <a:buSzPts val="1300"/>
              <a:buNone/>
              <a:defRPr/>
            </a:lvl9pPr>
          </a:lstStyle>
          <a:p/>
        </p:txBody>
      </p:sp>
      <p:sp>
        <p:nvSpPr>
          <p:cNvPr id="23" name="Google Shape;23;p4"/>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660">
          <p15:clr>
            <a:srgbClr val="E46962"/>
          </p15:clr>
        </p15:guide>
        <p15:guide id="2" orient="horz" pos="354">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only">
  <p:cSld name="TITLE_1_1_4_2_1">
    <p:spTree>
      <p:nvGrpSpPr>
        <p:cNvPr id="24" name="Shape 24"/>
        <p:cNvGrpSpPr/>
        <p:nvPr/>
      </p:nvGrpSpPr>
      <p:grpSpPr>
        <a:xfrm>
          <a:off x="0" y="0"/>
          <a:ext cx="0" cy="0"/>
          <a:chOff x="0" y="0"/>
          <a:chExt cx="0" cy="0"/>
        </a:xfrm>
      </p:grpSpPr>
      <p:sp>
        <p:nvSpPr>
          <p:cNvPr id="25" name="Google Shape;25;p5"/>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subheader, text">
  <p:cSld name="TITLE_1">
    <p:spTree>
      <p:nvGrpSpPr>
        <p:cNvPr id="26" name="Shape 26"/>
        <p:cNvGrpSpPr/>
        <p:nvPr/>
      </p:nvGrpSpPr>
      <p:grpSpPr>
        <a:xfrm>
          <a:off x="0" y="0"/>
          <a:ext cx="0" cy="0"/>
          <a:chOff x="0" y="0"/>
          <a:chExt cx="0" cy="0"/>
        </a:xfrm>
      </p:grpSpPr>
      <p:sp>
        <p:nvSpPr>
          <p:cNvPr id="27" name="Google Shape;27;p6"/>
          <p:cNvSpPr txBox="1"/>
          <p:nvPr>
            <p:ph idx="1" type="body"/>
          </p:nvPr>
        </p:nvSpPr>
        <p:spPr>
          <a:xfrm>
            <a:off x="540000" y="1080000"/>
            <a:ext cx="8064000" cy="34674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
        <p:nvSpPr>
          <p:cNvPr id="28" name="Google Shape;28;p6"/>
          <p:cNvSpPr txBox="1"/>
          <p:nvPr>
            <p:ph type="title"/>
          </p:nvPr>
        </p:nvSpPr>
        <p:spPr>
          <a:xfrm>
            <a:off x="540000" y="360000"/>
            <a:ext cx="8064000" cy="288000"/>
          </a:xfrm>
          <a:prstGeom prst="rect">
            <a:avLst/>
          </a:prstGeom>
        </p:spPr>
        <p:txBody>
          <a:bodyPr anchorCtr="0" anchor="ctr" bIns="0" lIns="0" spcFirstLastPara="1" rIns="0" wrap="square" tIns="0">
            <a:noAutofit/>
          </a:bodyPr>
          <a:lstStyle>
            <a:lvl1pPr lv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 name="Google Shape;29;p6"/>
          <p:cNvSpPr txBox="1"/>
          <p:nvPr>
            <p:ph idx="2" type="subTitle"/>
          </p:nvPr>
        </p:nvSpPr>
        <p:spPr>
          <a:xfrm>
            <a:off x="540000" y="648125"/>
            <a:ext cx="8064000" cy="2520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Montserrat"/>
              <a:buNone/>
              <a:defRPr>
                <a:latin typeface="Montserrat"/>
                <a:ea typeface="Montserrat"/>
                <a:cs typeface="Montserrat"/>
                <a:sym typeface="Montserrat"/>
              </a:defRPr>
            </a:lvl1pPr>
            <a:lvl2pPr lvl="1">
              <a:spcBef>
                <a:spcPts val="0"/>
              </a:spcBef>
              <a:spcAft>
                <a:spcPts val="0"/>
              </a:spcAft>
              <a:buClr>
                <a:schemeClr val="dk1"/>
              </a:buClr>
              <a:buSzPts val="1300"/>
              <a:buNone/>
              <a:defRPr sz="1300"/>
            </a:lvl2pPr>
            <a:lvl3pPr lvl="2">
              <a:spcBef>
                <a:spcPts val="0"/>
              </a:spcBef>
              <a:spcAft>
                <a:spcPts val="0"/>
              </a:spcAft>
              <a:buClr>
                <a:schemeClr val="dk1"/>
              </a:buClr>
              <a:buSzPts val="1300"/>
              <a:buNone/>
              <a:defRPr sz="1300"/>
            </a:lvl3pPr>
            <a:lvl4pPr lvl="3">
              <a:spcBef>
                <a:spcPts val="0"/>
              </a:spcBef>
              <a:spcAft>
                <a:spcPts val="0"/>
              </a:spcAft>
              <a:buClr>
                <a:schemeClr val="dk1"/>
              </a:buClr>
              <a:buSzPts val="1300"/>
              <a:buNone/>
              <a:defRPr sz="1300"/>
            </a:lvl4pPr>
            <a:lvl5pPr lvl="4">
              <a:spcBef>
                <a:spcPts val="0"/>
              </a:spcBef>
              <a:spcAft>
                <a:spcPts val="0"/>
              </a:spcAft>
              <a:buClr>
                <a:schemeClr val="dk1"/>
              </a:buClr>
              <a:buSzPts val="1300"/>
              <a:buNone/>
              <a:defRPr sz="1300"/>
            </a:lvl5pPr>
            <a:lvl6pPr lvl="5">
              <a:spcBef>
                <a:spcPts val="0"/>
              </a:spcBef>
              <a:spcAft>
                <a:spcPts val="0"/>
              </a:spcAft>
              <a:buClr>
                <a:schemeClr val="dk1"/>
              </a:buClr>
              <a:buSzPts val="1300"/>
              <a:buNone/>
              <a:defRPr sz="1300"/>
            </a:lvl6pPr>
            <a:lvl7pPr lvl="6">
              <a:spcBef>
                <a:spcPts val="0"/>
              </a:spcBef>
              <a:spcAft>
                <a:spcPts val="0"/>
              </a:spcAft>
              <a:buClr>
                <a:schemeClr val="dk1"/>
              </a:buClr>
              <a:buSzPts val="1300"/>
              <a:buNone/>
              <a:defRPr sz="1300"/>
            </a:lvl7pPr>
            <a:lvl8pPr lvl="7">
              <a:spcBef>
                <a:spcPts val="0"/>
              </a:spcBef>
              <a:spcAft>
                <a:spcPts val="0"/>
              </a:spcAft>
              <a:buClr>
                <a:schemeClr val="dk1"/>
              </a:buClr>
              <a:buSzPts val="1300"/>
              <a:buNone/>
              <a:defRPr sz="1300"/>
            </a:lvl8pPr>
            <a:lvl9pPr lvl="8">
              <a:spcBef>
                <a:spcPts val="0"/>
              </a:spcBef>
              <a:spcAft>
                <a:spcPts val="0"/>
              </a:spcAft>
              <a:buClr>
                <a:schemeClr val="dk1"/>
              </a:buClr>
              <a:buSzPts val="1300"/>
              <a:buNone/>
              <a:defRPr sz="13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text">
  <p:cSld name="TITLE_1_2">
    <p:spTree>
      <p:nvGrpSpPr>
        <p:cNvPr id="30" name="Shape 30"/>
        <p:cNvGrpSpPr/>
        <p:nvPr/>
      </p:nvGrpSpPr>
      <p:grpSpPr>
        <a:xfrm>
          <a:off x="0" y="0"/>
          <a:ext cx="0" cy="0"/>
          <a:chOff x="0" y="0"/>
          <a:chExt cx="0" cy="0"/>
        </a:xfrm>
      </p:grpSpPr>
      <p:sp>
        <p:nvSpPr>
          <p:cNvPr id="31" name="Google Shape;31;p7"/>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2000"/>
              <a:buFont typeface="Montserrat Medium"/>
              <a:buNone/>
              <a:defRPr sz="2000">
                <a:solidFill>
                  <a:schemeClr val="dk1"/>
                </a:solidFill>
                <a:latin typeface="Montserrat Medium"/>
                <a:ea typeface="Montserrat Medium"/>
                <a:cs typeface="Montserrat Medium"/>
                <a:sym typeface="Montserrat Medium"/>
              </a:defRPr>
            </a:lvl1pPr>
            <a:lvl2pPr lvl="1" rtl="0">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rtl="0">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rtl="0">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rtl="0">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rtl="0">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rtl="0">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rtl="0">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rtl="0">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32" name="Google Shape;32;p7"/>
          <p:cNvSpPr txBox="1"/>
          <p:nvPr>
            <p:ph idx="1" type="body"/>
          </p:nvPr>
        </p:nvSpPr>
        <p:spPr>
          <a:xfrm>
            <a:off x="540000" y="1080000"/>
            <a:ext cx="8064000" cy="3510000"/>
          </a:xfrm>
          <a:prstGeom prst="rect">
            <a:avLst/>
          </a:prstGeom>
        </p:spPr>
        <p:txBody>
          <a:bodyPr anchorCtr="0" anchor="t" bIns="0" lIns="0" spcFirstLastPara="1" rIns="0" wrap="square" tIns="0">
            <a:noAutofit/>
          </a:bodyPr>
          <a:lstStyle>
            <a:lvl1pPr indent="-311150" lvl="0" marL="457200" rtl="0">
              <a:spcBef>
                <a:spcPts val="0"/>
              </a:spcBef>
              <a:spcAft>
                <a:spcPts val="0"/>
              </a:spcAft>
              <a:buClr>
                <a:schemeClr val="lt2"/>
              </a:buClr>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Clr>
                <a:schemeClr val="accent2"/>
              </a:buClr>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Clr>
                <a:schemeClr val="lt2"/>
              </a:buClr>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Clr>
                <a:schemeClr val="accent2"/>
              </a:buClr>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Clr>
                <a:schemeClr val="lt2"/>
              </a:buClr>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Clr>
                <a:schemeClr val="accent2"/>
              </a:buClr>
              <a:buSzPts val="1300"/>
              <a:buFont typeface="Montserrat Light"/>
              <a:buChar char="■"/>
              <a:defRPr sz="1300">
                <a:latin typeface="Montserrat Light"/>
                <a:ea typeface="Montserrat Light"/>
                <a:cs typeface="Montserrat Light"/>
                <a:sym typeface="Montserrat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p:cSld name="TITLE_1_1">
    <p:spTree>
      <p:nvGrpSpPr>
        <p:cNvPr id="33" name="Shape 33"/>
        <p:cNvGrpSpPr/>
        <p:nvPr/>
      </p:nvGrpSpPr>
      <p:grpSpPr>
        <a:xfrm>
          <a:off x="0" y="0"/>
          <a:ext cx="0" cy="0"/>
          <a:chOff x="0" y="0"/>
          <a:chExt cx="0" cy="0"/>
        </a:xfrm>
      </p:grpSpPr>
      <p:sp>
        <p:nvSpPr>
          <p:cNvPr id="34" name="Google Shape;34;p8"/>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8"/>
          <p:cNvSpPr txBox="1"/>
          <p:nvPr>
            <p:ph idx="1" type="subTitle"/>
          </p:nvPr>
        </p:nvSpPr>
        <p:spPr>
          <a:xfrm>
            <a:off x="543231" y="1080000"/>
            <a:ext cx="3812400" cy="221100"/>
          </a:xfrm>
          <a:prstGeom prst="rect">
            <a:avLst/>
          </a:prstGeom>
        </p:spPr>
        <p:txBody>
          <a:bodyPr anchorCtr="0" anchor="ctr" bIns="0" lIns="0" spcFirstLastPara="1" rIns="0" wrap="square" tIns="0">
            <a:noAutofit/>
          </a:bodyPr>
          <a:lstStyle>
            <a:lvl1pPr lvl="0"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3pPr>
            <a:lvl4pPr lvl="3"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6pPr>
            <a:lvl7pPr lvl="6"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9pPr>
          </a:lstStyle>
          <a:p/>
        </p:txBody>
      </p:sp>
      <p:sp>
        <p:nvSpPr>
          <p:cNvPr id="36" name="Google Shape;36;p8"/>
          <p:cNvSpPr txBox="1"/>
          <p:nvPr>
            <p:ph idx="2" type="body"/>
          </p:nvPr>
        </p:nvSpPr>
        <p:spPr>
          <a:xfrm>
            <a:off x="541875" y="1348000"/>
            <a:ext cx="3812400" cy="1260300"/>
          </a:xfrm>
          <a:prstGeom prst="rect">
            <a:avLst/>
          </a:prstGeom>
        </p:spPr>
        <p:txBody>
          <a:bodyPr anchorCtr="0" anchor="t" bIns="0" lIns="0" spcFirstLastPara="1" rIns="0" wrap="square" tIns="0">
            <a:noAutofit/>
          </a:bodyPr>
          <a:lstStyle>
            <a:lvl1pPr indent="-288925" lvl="0" marL="457200" rtl="0">
              <a:spcBef>
                <a:spcPts val="0"/>
              </a:spcBef>
              <a:spcAft>
                <a:spcPts val="0"/>
              </a:spcAft>
              <a:buSzPts val="950"/>
              <a:buFont typeface="Montserrat Light"/>
              <a:buChar char="●"/>
              <a:defRPr sz="950">
                <a:latin typeface="Montserrat Light"/>
                <a:ea typeface="Montserrat Light"/>
                <a:cs typeface="Montserrat Light"/>
                <a:sym typeface="Montserrat Light"/>
              </a:defRPr>
            </a:lvl1pPr>
            <a:lvl2pPr indent="-288925" lvl="1" marL="914400" rtl="0">
              <a:spcBef>
                <a:spcPts val="0"/>
              </a:spcBef>
              <a:spcAft>
                <a:spcPts val="0"/>
              </a:spcAft>
              <a:buSzPts val="950"/>
              <a:buFont typeface="Montserrat Light"/>
              <a:buChar char="○"/>
              <a:defRPr sz="950">
                <a:latin typeface="Montserrat Light"/>
                <a:ea typeface="Montserrat Light"/>
                <a:cs typeface="Montserrat Light"/>
                <a:sym typeface="Montserrat Light"/>
              </a:defRPr>
            </a:lvl2pPr>
            <a:lvl3pPr indent="-288925" lvl="2" marL="1371600" rtl="0">
              <a:spcBef>
                <a:spcPts val="0"/>
              </a:spcBef>
              <a:spcAft>
                <a:spcPts val="0"/>
              </a:spcAft>
              <a:buSzPts val="950"/>
              <a:buFont typeface="Montserrat Light"/>
              <a:buChar char="■"/>
              <a:defRPr sz="950">
                <a:latin typeface="Montserrat Light"/>
                <a:ea typeface="Montserrat Light"/>
                <a:cs typeface="Montserrat Light"/>
                <a:sym typeface="Montserrat Light"/>
              </a:defRPr>
            </a:lvl3pPr>
            <a:lvl4pPr indent="-288925" lvl="3" marL="1828800" rtl="0">
              <a:spcBef>
                <a:spcPts val="0"/>
              </a:spcBef>
              <a:spcAft>
                <a:spcPts val="0"/>
              </a:spcAft>
              <a:buSzPts val="950"/>
              <a:buFont typeface="Montserrat Light"/>
              <a:buChar char="●"/>
              <a:defRPr sz="950">
                <a:latin typeface="Montserrat Light"/>
                <a:ea typeface="Montserrat Light"/>
                <a:cs typeface="Montserrat Light"/>
                <a:sym typeface="Montserrat Light"/>
              </a:defRPr>
            </a:lvl4pPr>
            <a:lvl5pPr indent="-288925" lvl="4" marL="2286000" rtl="0">
              <a:spcBef>
                <a:spcPts val="0"/>
              </a:spcBef>
              <a:spcAft>
                <a:spcPts val="0"/>
              </a:spcAft>
              <a:buSzPts val="950"/>
              <a:buFont typeface="Montserrat Light"/>
              <a:buChar char="○"/>
              <a:defRPr sz="950">
                <a:latin typeface="Montserrat Light"/>
                <a:ea typeface="Montserrat Light"/>
                <a:cs typeface="Montserrat Light"/>
                <a:sym typeface="Montserrat Light"/>
              </a:defRPr>
            </a:lvl5pPr>
            <a:lvl6pPr indent="-288925" lvl="5" marL="2743200" rtl="0">
              <a:spcBef>
                <a:spcPts val="0"/>
              </a:spcBef>
              <a:spcAft>
                <a:spcPts val="0"/>
              </a:spcAft>
              <a:buSzPts val="950"/>
              <a:buFont typeface="Montserrat Light"/>
              <a:buChar char="■"/>
              <a:defRPr sz="950">
                <a:latin typeface="Montserrat Light"/>
                <a:ea typeface="Montserrat Light"/>
                <a:cs typeface="Montserrat Light"/>
                <a:sym typeface="Montserrat Light"/>
              </a:defRPr>
            </a:lvl6pPr>
            <a:lvl7pPr indent="-288925" lvl="6" marL="3200400" rtl="0">
              <a:spcBef>
                <a:spcPts val="0"/>
              </a:spcBef>
              <a:spcAft>
                <a:spcPts val="0"/>
              </a:spcAft>
              <a:buSzPts val="950"/>
              <a:buFont typeface="Montserrat Light"/>
              <a:buChar char="●"/>
              <a:defRPr sz="950">
                <a:latin typeface="Montserrat Light"/>
                <a:ea typeface="Montserrat Light"/>
                <a:cs typeface="Montserrat Light"/>
                <a:sym typeface="Montserrat Light"/>
              </a:defRPr>
            </a:lvl7pPr>
            <a:lvl8pPr indent="-288925" lvl="7" marL="3657600" rtl="0">
              <a:spcBef>
                <a:spcPts val="0"/>
              </a:spcBef>
              <a:spcAft>
                <a:spcPts val="0"/>
              </a:spcAft>
              <a:buSzPts val="950"/>
              <a:buFont typeface="Montserrat Light"/>
              <a:buChar char="○"/>
              <a:defRPr sz="950">
                <a:latin typeface="Montserrat Light"/>
                <a:ea typeface="Montserrat Light"/>
                <a:cs typeface="Montserrat Light"/>
                <a:sym typeface="Montserrat Light"/>
              </a:defRPr>
            </a:lvl8pPr>
            <a:lvl9pPr indent="-288925" lvl="8" marL="4114800" rtl="0">
              <a:spcBef>
                <a:spcPts val="0"/>
              </a:spcBef>
              <a:spcAft>
                <a:spcPts val="0"/>
              </a:spcAft>
              <a:buSzPts val="950"/>
              <a:buFont typeface="Montserrat Light"/>
              <a:buChar char="■"/>
              <a:defRPr sz="950">
                <a:latin typeface="Montserrat Light"/>
                <a:ea typeface="Montserrat Light"/>
                <a:cs typeface="Montserrat Light"/>
                <a:sym typeface="Montserrat Light"/>
              </a:defRPr>
            </a:lvl9pPr>
          </a:lstStyle>
          <a:p/>
        </p:txBody>
      </p:sp>
      <p:sp>
        <p:nvSpPr>
          <p:cNvPr id="37" name="Google Shape;37;p8"/>
          <p:cNvSpPr txBox="1"/>
          <p:nvPr>
            <p:ph idx="3" type="subTitle"/>
          </p:nvPr>
        </p:nvSpPr>
        <p:spPr>
          <a:xfrm>
            <a:off x="4791593" y="1080000"/>
            <a:ext cx="3812400" cy="221100"/>
          </a:xfrm>
          <a:prstGeom prst="rect">
            <a:avLst/>
          </a:prstGeom>
        </p:spPr>
        <p:txBody>
          <a:bodyPr anchorCtr="0" anchor="ctr" bIns="0" lIns="0" spcFirstLastPara="1" rIns="0" wrap="square" tIns="0">
            <a:noAutofit/>
          </a:bodyPr>
          <a:lstStyle>
            <a:lvl1pPr lvl="0"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3pPr>
            <a:lvl4pPr lvl="3"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6pPr>
            <a:lvl7pPr lvl="6"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9pPr>
          </a:lstStyle>
          <a:p/>
        </p:txBody>
      </p:sp>
      <p:sp>
        <p:nvSpPr>
          <p:cNvPr id="38" name="Google Shape;38;p8"/>
          <p:cNvSpPr txBox="1"/>
          <p:nvPr>
            <p:ph idx="4" type="body"/>
          </p:nvPr>
        </p:nvSpPr>
        <p:spPr>
          <a:xfrm>
            <a:off x="4790226" y="1348000"/>
            <a:ext cx="3812400" cy="1260300"/>
          </a:xfrm>
          <a:prstGeom prst="rect">
            <a:avLst/>
          </a:prstGeom>
        </p:spPr>
        <p:txBody>
          <a:bodyPr anchorCtr="0" anchor="t" bIns="0" lIns="0" spcFirstLastPara="1" rIns="0" wrap="square" tIns="0">
            <a:noAutofit/>
          </a:bodyPr>
          <a:lstStyle>
            <a:lvl1pPr indent="-288925" lvl="0" marL="457200" rtl="0">
              <a:spcBef>
                <a:spcPts val="0"/>
              </a:spcBef>
              <a:spcAft>
                <a:spcPts val="0"/>
              </a:spcAft>
              <a:buSzPts val="950"/>
              <a:buFont typeface="Montserrat Light"/>
              <a:buChar char="●"/>
              <a:defRPr sz="950">
                <a:latin typeface="Montserrat Light"/>
                <a:ea typeface="Montserrat Light"/>
                <a:cs typeface="Montserrat Light"/>
                <a:sym typeface="Montserrat Light"/>
              </a:defRPr>
            </a:lvl1pPr>
            <a:lvl2pPr indent="-288925" lvl="1" marL="914400" rtl="0">
              <a:spcBef>
                <a:spcPts val="0"/>
              </a:spcBef>
              <a:spcAft>
                <a:spcPts val="0"/>
              </a:spcAft>
              <a:buSzPts val="950"/>
              <a:buFont typeface="Montserrat Light"/>
              <a:buChar char="○"/>
              <a:defRPr sz="950">
                <a:latin typeface="Montserrat Light"/>
                <a:ea typeface="Montserrat Light"/>
                <a:cs typeface="Montserrat Light"/>
                <a:sym typeface="Montserrat Light"/>
              </a:defRPr>
            </a:lvl2pPr>
            <a:lvl3pPr indent="-288925" lvl="2" marL="1371600" rtl="0">
              <a:spcBef>
                <a:spcPts val="0"/>
              </a:spcBef>
              <a:spcAft>
                <a:spcPts val="0"/>
              </a:spcAft>
              <a:buSzPts val="950"/>
              <a:buFont typeface="Montserrat Light"/>
              <a:buChar char="■"/>
              <a:defRPr sz="950">
                <a:latin typeface="Montserrat Light"/>
                <a:ea typeface="Montserrat Light"/>
                <a:cs typeface="Montserrat Light"/>
                <a:sym typeface="Montserrat Light"/>
              </a:defRPr>
            </a:lvl3pPr>
            <a:lvl4pPr indent="-288925" lvl="3" marL="1828800" rtl="0">
              <a:spcBef>
                <a:spcPts val="0"/>
              </a:spcBef>
              <a:spcAft>
                <a:spcPts val="0"/>
              </a:spcAft>
              <a:buSzPts val="950"/>
              <a:buFont typeface="Montserrat Light"/>
              <a:buChar char="●"/>
              <a:defRPr sz="950">
                <a:latin typeface="Montserrat Light"/>
                <a:ea typeface="Montserrat Light"/>
                <a:cs typeface="Montserrat Light"/>
                <a:sym typeface="Montserrat Light"/>
              </a:defRPr>
            </a:lvl4pPr>
            <a:lvl5pPr indent="-288925" lvl="4" marL="2286000" rtl="0">
              <a:spcBef>
                <a:spcPts val="0"/>
              </a:spcBef>
              <a:spcAft>
                <a:spcPts val="0"/>
              </a:spcAft>
              <a:buSzPts val="950"/>
              <a:buFont typeface="Montserrat Light"/>
              <a:buChar char="○"/>
              <a:defRPr sz="950">
                <a:latin typeface="Montserrat Light"/>
                <a:ea typeface="Montserrat Light"/>
                <a:cs typeface="Montserrat Light"/>
                <a:sym typeface="Montserrat Light"/>
              </a:defRPr>
            </a:lvl5pPr>
            <a:lvl6pPr indent="-288925" lvl="5" marL="2743200" rtl="0">
              <a:spcBef>
                <a:spcPts val="0"/>
              </a:spcBef>
              <a:spcAft>
                <a:spcPts val="0"/>
              </a:spcAft>
              <a:buSzPts val="950"/>
              <a:buFont typeface="Montserrat Light"/>
              <a:buChar char="■"/>
              <a:defRPr sz="950">
                <a:latin typeface="Montserrat Light"/>
                <a:ea typeface="Montserrat Light"/>
                <a:cs typeface="Montserrat Light"/>
                <a:sym typeface="Montserrat Light"/>
              </a:defRPr>
            </a:lvl6pPr>
            <a:lvl7pPr indent="-288925" lvl="6" marL="3200400" rtl="0">
              <a:spcBef>
                <a:spcPts val="0"/>
              </a:spcBef>
              <a:spcAft>
                <a:spcPts val="0"/>
              </a:spcAft>
              <a:buSzPts val="950"/>
              <a:buFont typeface="Montserrat Light"/>
              <a:buChar char="●"/>
              <a:defRPr sz="950">
                <a:latin typeface="Montserrat Light"/>
                <a:ea typeface="Montserrat Light"/>
                <a:cs typeface="Montserrat Light"/>
                <a:sym typeface="Montserrat Light"/>
              </a:defRPr>
            </a:lvl7pPr>
            <a:lvl8pPr indent="-288925" lvl="7" marL="3657600" rtl="0">
              <a:spcBef>
                <a:spcPts val="0"/>
              </a:spcBef>
              <a:spcAft>
                <a:spcPts val="0"/>
              </a:spcAft>
              <a:buSzPts val="950"/>
              <a:buFont typeface="Montserrat Light"/>
              <a:buChar char="○"/>
              <a:defRPr sz="950">
                <a:latin typeface="Montserrat Light"/>
                <a:ea typeface="Montserrat Light"/>
                <a:cs typeface="Montserrat Light"/>
                <a:sym typeface="Montserrat Light"/>
              </a:defRPr>
            </a:lvl8pPr>
            <a:lvl9pPr indent="-288925" lvl="8" marL="4114800" rtl="0">
              <a:spcBef>
                <a:spcPts val="0"/>
              </a:spcBef>
              <a:spcAft>
                <a:spcPts val="0"/>
              </a:spcAft>
              <a:buSzPts val="950"/>
              <a:buFont typeface="Montserrat Light"/>
              <a:buChar char="■"/>
              <a:defRPr sz="950">
                <a:latin typeface="Montserrat Light"/>
                <a:ea typeface="Montserrat Light"/>
                <a:cs typeface="Montserrat Light"/>
                <a:sym typeface="Montserrat Light"/>
              </a:defRPr>
            </a:lvl9pPr>
          </a:lstStyle>
          <a:p/>
        </p:txBody>
      </p:sp>
      <p:sp>
        <p:nvSpPr>
          <p:cNvPr id="39" name="Google Shape;39;p8"/>
          <p:cNvSpPr txBox="1"/>
          <p:nvPr>
            <p:ph idx="5" type="subTitle"/>
          </p:nvPr>
        </p:nvSpPr>
        <p:spPr>
          <a:xfrm>
            <a:off x="542294" y="3018975"/>
            <a:ext cx="3812400" cy="221100"/>
          </a:xfrm>
          <a:prstGeom prst="rect">
            <a:avLst/>
          </a:prstGeom>
        </p:spPr>
        <p:txBody>
          <a:bodyPr anchorCtr="0" anchor="ctr" bIns="0" lIns="0" spcFirstLastPara="1" rIns="0" wrap="square" tIns="0">
            <a:noAutofit/>
          </a:bodyPr>
          <a:lstStyle>
            <a:lvl1pPr lvl="0"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3pPr>
            <a:lvl4pPr lvl="3"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6pPr>
            <a:lvl7pPr lvl="6"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9pPr>
          </a:lstStyle>
          <a:p/>
        </p:txBody>
      </p:sp>
      <p:sp>
        <p:nvSpPr>
          <p:cNvPr id="40" name="Google Shape;40;p8"/>
          <p:cNvSpPr txBox="1"/>
          <p:nvPr>
            <p:ph idx="6" type="body"/>
          </p:nvPr>
        </p:nvSpPr>
        <p:spPr>
          <a:xfrm>
            <a:off x="540938" y="3286975"/>
            <a:ext cx="3812400" cy="1260300"/>
          </a:xfrm>
          <a:prstGeom prst="rect">
            <a:avLst/>
          </a:prstGeom>
        </p:spPr>
        <p:txBody>
          <a:bodyPr anchorCtr="0" anchor="t" bIns="0" lIns="0" spcFirstLastPara="1" rIns="0" wrap="square" tIns="0">
            <a:noAutofit/>
          </a:bodyPr>
          <a:lstStyle>
            <a:lvl1pPr indent="-288925" lvl="0" marL="457200" rtl="0">
              <a:spcBef>
                <a:spcPts val="0"/>
              </a:spcBef>
              <a:spcAft>
                <a:spcPts val="0"/>
              </a:spcAft>
              <a:buSzPts val="950"/>
              <a:buFont typeface="Montserrat Light"/>
              <a:buChar char="●"/>
              <a:defRPr sz="950">
                <a:latin typeface="Montserrat Light"/>
                <a:ea typeface="Montserrat Light"/>
                <a:cs typeface="Montserrat Light"/>
                <a:sym typeface="Montserrat Light"/>
              </a:defRPr>
            </a:lvl1pPr>
            <a:lvl2pPr indent="-288925" lvl="1" marL="914400" rtl="0">
              <a:spcBef>
                <a:spcPts val="0"/>
              </a:spcBef>
              <a:spcAft>
                <a:spcPts val="0"/>
              </a:spcAft>
              <a:buSzPts val="950"/>
              <a:buFont typeface="Montserrat Light"/>
              <a:buChar char="○"/>
              <a:defRPr sz="950">
                <a:latin typeface="Montserrat Light"/>
                <a:ea typeface="Montserrat Light"/>
                <a:cs typeface="Montserrat Light"/>
                <a:sym typeface="Montserrat Light"/>
              </a:defRPr>
            </a:lvl2pPr>
            <a:lvl3pPr indent="-288925" lvl="2" marL="1371600" rtl="0">
              <a:spcBef>
                <a:spcPts val="0"/>
              </a:spcBef>
              <a:spcAft>
                <a:spcPts val="0"/>
              </a:spcAft>
              <a:buSzPts val="950"/>
              <a:buFont typeface="Montserrat Light"/>
              <a:buChar char="■"/>
              <a:defRPr sz="950">
                <a:latin typeface="Montserrat Light"/>
                <a:ea typeface="Montserrat Light"/>
                <a:cs typeface="Montserrat Light"/>
                <a:sym typeface="Montserrat Light"/>
              </a:defRPr>
            </a:lvl3pPr>
            <a:lvl4pPr indent="-288925" lvl="3" marL="1828800" rtl="0">
              <a:spcBef>
                <a:spcPts val="0"/>
              </a:spcBef>
              <a:spcAft>
                <a:spcPts val="0"/>
              </a:spcAft>
              <a:buSzPts val="950"/>
              <a:buFont typeface="Montserrat Light"/>
              <a:buChar char="●"/>
              <a:defRPr sz="950">
                <a:latin typeface="Montserrat Light"/>
                <a:ea typeface="Montserrat Light"/>
                <a:cs typeface="Montserrat Light"/>
                <a:sym typeface="Montserrat Light"/>
              </a:defRPr>
            </a:lvl4pPr>
            <a:lvl5pPr indent="-288925" lvl="4" marL="2286000" rtl="0">
              <a:spcBef>
                <a:spcPts val="0"/>
              </a:spcBef>
              <a:spcAft>
                <a:spcPts val="0"/>
              </a:spcAft>
              <a:buSzPts val="950"/>
              <a:buFont typeface="Montserrat Light"/>
              <a:buChar char="○"/>
              <a:defRPr sz="950">
                <a:latin typeface="Montserrat Light"/>
                <a:ea typeface="Montserrat Light"/>
                <a:cs typeface="Montserrat Light"/>
                <a:sym typeface="Montserrat Light"/>
              </a:defRPr>
            </a:lvl5pPr>
            <a:lvl6pPr indent="-288925" lvl="5" marL="2743200" rtl="0">
              <a:spcBef>
                <a:spcPts val="0"/>
              </a:spcBef>
              <a:spcAft>
                <a:spcPts val="0"/>
              </a:spcAft>
              <a:buSzPts val="950"/>
              <a:buFont typeface="Montserrat Light"/>
              <a:buChar char="■"/>
              <a:defRPr sz="950">
                <a:latin typeface="Montserrat Light"/>
                <a:ea typeface="Montserrat Light"/>
                <a:cs typeface="Montserrat Light"/>
                <a:sym typeface="Montserrat Light"/>
              </a:defRPr>
            </a:lvl6pPr>
            <a:lvl7pPr indent="-288925" lvl="6" marL="3200400" rtl="0">
              <a:spcBef>
                <a:spcPts val="0"/>
              </a:spcBef>
              <a:spcAft>
                <a:spcPts val="0"/>
              </a:spcAft>
              <a:buSzPts val="950"/>
              <a:buFont typeface="Montserrat Light"/>
              <a:buChar char="●"/>
              <a:defRPr sz="950">
                <a:latin typeface="Montserrat Light"/>
                <a:ea typeface="Montserrat Light"/>
                <a:cs typeface="Montserrat Light"/>
                <a:sym typeface="Montserrat Light"/>
              </a:defRPr>
            </a:lvl7pPr>
            <a:lvl8pPr indent="-288925" lvl="7" marL="3657600" rtl="0">
              <a:spcBef>
                <a:spcPts val="0"/>
              </a:spcBef>
              <a:spcAft>
                <a:spcPts val="0"/>
              </a:spcAft>
              <a:buSzPts val="950"/>
              <a:buFont typeface="Montserrat Light"/>
              <a:buChar char="○"/>
              <a:defRPr sz="950">
                <a:latin typeface="Montserrat Light"/>
                <a:ea typeface="Montserrat Light"/>
                <a:cs typeface="Montserrat Light"/>
                <a:sym typeface="Montserrat Light"/>
              </a:defRPr>
            </a:lvl8pPr>
            <a:lvl9pPr indent="-288925" lvl="8" marL="4114800" rtl="0">
              <a:spcBef>
                <a:spcPts val="0"/>
              </a:spcBef>
              <a:spcAft>
                <a:spcPts val="0"/>
              </a:spcAft>
              <a:buSzPts val="950"/>
              <a:buFont typeface="Montserrat Light"/>
              <a:buChar char="■"/>
              <a:defRPr sz="950">
                <a:latin typeface="Montserrat Light"/>
                <a:ea typeface="Montserrat Light"/>
                <a:cs typeface="Montserrat Light"/>
                <a:sym typeface="Montserrat Light"/>
              </a:defRPr>
            </a:lvl9pPr>
          </a:lstStyle>
          <a:p/>
        </p:txBody>
      </p:sp>
      <p:sp>
        <p:nvSpPr>
          <p:cNvPr id="41" name="Google Shape;41;p8"/>
          <p:cNvSpPr txBox="1"/>
          <p:nvPr>
            <p:ph idx="7" type="subTitle"/>
          </p:nvPr>
        </p:nvSpPr>
        <p:spPr>
          <a:xfrm>
            <a:off x="4790656" y="3018975"/>
            <a:ext cx="3812400" cy="221100"/>
          </a:xfrm>
          <a:prstGeom prst="rect">
            <a:avLst/>
          </a:prstGeom>
        </p:spPr>
        <p:txBody>
          <a:bodyPr anchorCtr="0" anchor="ctr" bIns="0" lIns="0" spcFirstLastPara="1" rIns="0" wrap="square" tIns="0">
            <a:noAutofit/>
          </a:bodyPr>
          <a:lstStyle>
            <a:lvl1pPr lvl="0"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3pPr>
            <a:lvl4pPr lvl="3"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6pPr>
            <a:lvl7pPr lvl="6" rtl="0">
              <a:spcBef>
                <a:spcPts val="0"/>
              </a:spcBef>
              <a:spcAft>
                <a:spcPts val="0"/>
              </a:spcAft>
              <a:buSzPts val="1050"/>
              <a:buFont typeface="Montserrat Medium"/>
              <a:buNone/>
              <a:defRPr sz="105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050"/>
              <a:buFont typeface="Montserrat Medium"/>
              <a:buNone/>
              <a:defRPr sz="1050">
                <a:solidFill>
                  <a:schemeClr val="lt2"/>
                </a:solidFill>
                <a:latin typeface="Montserrat Medium"/>
                <a:ea typeface="Montserrat Medium"/>
                <a:cs typeface="Montserrat Medium"/>
                <a:sym typeface="Montserrat Medium"/>
              </a:defRPr>
            </a:lvl9pPr>
          </a:lstStyle>
          <a:p/>
        </p:txBody>
      </p:sp>
      <p:sp>
        <p:nvSpPr>
          <p:cNvPr id="42" name="Google Shape;42;p8"/>
          <p:cNvSpPr txBox="1"/>
          <p:nvPr>
            <p:ph idx="8" type="body"/>
          </p:nvPr>
        </p:nvSpPr>
        <p:spPr>
          <a:xfrm>
            <a:off x="4789288" y="3286975"/>
            <a:ext cx="3812400" cy="1260300"/>
          </a:xfrm>
          <a:prstGeom prst="rect">
            <a:avLst/>
          </a:prstGeom>
        </p:spPr>
        <p:txBody>
          <a:bodyPr anchorCtr="0" anchor="t" bIns="0" lIns="0" spcFirstLastPara="1" rIns="0" wrap="square" tIns="0">
            <a:noAutofit/>
          </a:bodyPr>
          <a:lstStyle>
            <a:lvl1pPr indent="-288925" lvl="0" marL="457200" rtl="0">
              <a:spcBef>
                <a:spcPts val="0"/>
              </a:spcBef>
              <a:spcAft>
                <a:spcPts val="0"/>
              </a:spcAft>
              <a:buSzPts val="950"/>
              <a:buFont typeface="Montserrat Light"/>
              <a:buChar char="●"/>
              <a:defRPr sz="950">
                <a:latin typeface="Montserrat Light"/>
                <a:ea typeface="Montserrat Light"/>
                <a:cs typeface="Montserrat Light"/>
                <a:sym typeface="Montserrat Light"/>
              </a:defRPr>
            </a:lvl1pPr>
            <a:lvl2pPr indent="-288925" lvl="1" marL="914400" rtl="0">
              <a:spcBef>
                <a:spcPts val="0"/>
              </a:spcBef>
              <a:spcAft>
                <a:spcPts val="0"/>
              </a:spcAft>
              <a:buSzPts val="950"/>
              <a:buFont typeface="Montserrat Light"/>
              <a:buChar char="○"/>
              <a:defRPr sz="950">
                <a:latin typeface="Montserrat Light"/>
                <a:ea typeface="Montserrat Light"/>
                <a:cs typeface="Montserrat Light"/>
                <a:sym typeface="Montserrat Light"/>
              </a:defRPr>
            </a:lvl2pPr>
            <a:lvl3pPr indent="-288925" lvl="2" marL="1371600" rtl="0">
              <a:spcBef>
                <a:spcPts val="0"/>
              </a:spcBef>
              <a:spcAft>
                <a:spcPts val="0"/>
              </a:spcAft>
              <a:buSzPts val="950"/>
              <a:buFont typeface="Montserrat Light"/>
              <a:buChar char="■"/>
              <a:defRPr sz="950">
                <a:latin typeface="Montserrat Light"/>
                <a:ea typeface="Montserrat Light"/>
                <a:cs typeface="Montserrat Light"/>
                <a:sym typeface="Montserrat Light"/>
              </a:defRPr>
            </a:lvl3pPr>
            <a:lvl4pPr indent="-288925" lvl="3" marL="1828800" rtl="0">
              <a:spcBef>
                <a:spcPts val="0"/>
              </a:spcBef>
              <a:spcAft>
                <a:spcPts val="0"/>
              </a:spcAft>
              <a:buSzPts val="950"/>
              <a:buFont typeface="Montserrat Light"/>
              <a:buChar char="●"/>
              <a:defRPr sz="950">
                <a:latin typeface="Montserrat Light"/>
                <a:ea typeface="Montserrat Light"/>
                <a:cs typeface="Montserrat Light"/>
                <a:sym typeface="Montserrat Light"/>
              </a:defRPr>
            </a:lvl4pPr>
            <a:lvl5pPr indent="-288925" lvl="4" marL="2286000" rtl="0">
              <a:spcBef>
                <a:spcPts val="0"/>
              </a:spcBef>
              <a:spcAft>
                <a:spcPts val="0"/>
              </a:spcAft>
              <a:buSzPts val="950"/>
              <a:buFont typeface="Montserrat Light"/>
              <a:buChar char="○"/>
              <a:defRPr sz="950">
                <a:latin typeface="Montserrat Light"/>
                <a:ea typeface="Montserrat Light"/>
                <a:cs typeface="Montserrat Light"/>
                <a:sym typeface="Montserrat Light"/>
              </a:defRPr>
            </a:lvl5pPr>
            <a:lvl6pPr indent="-288925" lvl="5" marL="2743200" rtl="0">
              <a:spcBef>
                <a:spcPts val="0"/>
              </a:spcBef>
              <a:spcAft>
                <a:spcPts val="0"/>
              </a:spcAft>
              <a:buSzPts val="950"/>
              <a:buFont typeface="Montserrat Light"/>
              <a:buChar char="■"/>
              <a:defRPr sz="950">
                <a:latin typeface="Montserrat Light"/>
                <a:ea typeface="Montserrat Light"/>
                <a:cs typeface="Montserrat Light"/>
                <a:sym typeface="Montserrat Light"/>
              </a:defRPr>
            </a:lvl6pPr>
            <a:lvl7pPr indent="-288925" lvl="6" marL="3200400" rtl="0">
              <a:spcBef>
                <a:spcPts val="0"/>
              </a:spcBef>
              <a:spcAft>
                <a:spcPts val="0"/>
              </a:spcAft>
              <a:buSzPts val="950"/>
              <a:buFont typeface="Montserrat Light"/>
              <a:buChar char="●"/>
              <a:defRPr sz="950">
                <a:latin typeface="Montserrat Light"/>
                <a:ea typeface="Montserrat Light"/>
                <a:cs typeface="Montserrat Light"/>
                <a:sym typeface="Montserrat Light"/>
              </a:defRPr>
            </a:lvl7pPr>
            <a:lvl8pPr indent="-288925" lvl="7" marL="3657600" rtl="0">
              <a:spcBef>
                <a:spcPts val="0"/>
              </a:spcBef>
              <a:spcAft>
                <a:spcPts val="0"/>
              </a:spcAft>
              <a:buSzPts val="950"/>
              <a:buFont typeface="Montserrat Light"/>
              <a:buChar char="○"/>
              <a:defRPr sz="950">
                <a:latin typeface="Montserrat Light"/>
                <a:ea typeface="Montserrat Light"/>
                <a:cs typeface="Montserrat Light"/>
                <a:sym typeface="Montserrat Light"/>
              </a:defRPr>
            </a:lvl8pPr>
            <a:lvl9pPr indent="-288925" lvl="8" marL="4114800" rtl="0">
              <a:spcBef>
                <a:spcPts val="0"/>
              </a:spcBef>
              <a:spcAft>
                <a:spcPts val="0"/>
              </a:spcAft>
              <a:buSzPts val="950"/>
              <a:buFont typeface="Montserrat Light"/>
              <a:buChar char="■"/>
              <a:defRPr sz="950">
                <a:latin typeface="Montserrat Light"/>
                <a:ea typeface="Montserrat Light"/>
                <a:cs typeface="Montserrat Light"/>
                <a:sym typeface="Montserrat Light"/>
              </a:defRPr>
            </a:lvl9pPr>
          </a:lstStyle>
          <a:p/>
        </p:txBody>
      </p:sp>
      <p:cxnSp>
        <p:nvCxnSpPr>
          <p:cNvPr id="43" name="Google Shape;43;p8"/>
          <p:cNvCxnSpPr/>
          <p:nvPr/>
        </p:nvCxnSpPr>
        <p:spPr>
          <a:xfrm>
            <a:off x="549450" y="2817925"/>
            <a:ext cx="8045100" cy="0"/>
          </a:xfrm>
          <a:prstGeom prst="straightConnector1">
            <a:avLst/>
          </a:prstGeom>
          <a:noFill/>
          <a:ln cap="flat" cmpd="sng" w="9525">
            <a:solidFill>
              <a:schemeClr val="accent6"/>
            </a:solidFill>
            <a:prstDash val="solid"/>
            <a:round/>
            <a:headEnd len="med" w="med" type="none"/>
            <a:tailEnd len="med" w="med" type="none"/>
          </a:ln>
        </p:spPr>
      </p:cxnSp>
      <p:cxnSp>
        <p:nvCxnSpPr>
          <p:cNvPr id="44" name="Google Shape;44;p8"/>
          <p:cNvCxnSpPr>
            <a:stCxn id="45" idx="2"/>
            <a:endCxn id="45" idx="0"/>
          </p:cNvCxnSpPr>
          <p:nvPr/>
        </p:nvCxnSpPr>
        <p:spPr>
          <a:xfrm rot="10800000">
            <a:off x="4572000" y="1080000"/>
            <a:ext cx="0" cy="34674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 with image placeholder">
  <p:cSld name="CUSTOM_27_1_1_1_2_3">
    <p:spTree>
      <p:nvGrpSpPr>
        <p:cNvPr id="46" name="Shape 46"/>
        <p:cNvGrpSpPr/>
        <p:nvPr/>
      </p:nvGrpSpPr>
      <p:grpSpPr>
        <a:xfrm>
          <a:off x="0" y="0"/>
          <a:ext cx="0" cy="0"/>
          <a:chOff x="0" y="0"/>
          <a:chExt cx="0" cy="0"/>
        </a:xfrm>
      </p:grpSpPr>
      <p:sp>
        <p:nvSpPr>
          <p:cNvPr id="47" name="Google Shape;47;p9"/>
          <p:cNvSpPr/>
          <p:nvPr>
            <p:ph idx="2" type="pic"/>
          </p:nvPr>
        </p:nvSpPr>
        <p:spPr>
          <a:xfrm>
            <a:off x="5204550" y="-827700"/>
            <a:ext cx="6798900" cy="6798900"/>
          </a:xfrm>
          <a:prstGeom prst="ellipse">
            <a:avLst/>
          </a:prstGeom>
          <a:noFill/>
          <a:ln>
            <a:noFill/>
          </a:ln>
        </p:spPr>
      </p:sp>
      <p:sp>
        <p:nvSpPr>
          <p:cNvPr id="48" name="Google Shape;48;p9"/>
          <p:cNvSpPr txBox="1"/>
          <p:nvPr>
            <p:ph type="title"/>
          </p:nvPr>
        </p:nvSpPr>
        <p:spPr>
          <a:xfrm>
            <a:off x="540000" y="1984525"/>
            <a:ext cx="4544700" cy="1523400"/>
          </a:xfrm>
          <a:prstGeom prst="rect">
            <a:avLst/>
          </a:prstGeom>
        </p:spPr>
        <p:txBody>
          <a:bodyPr anchorCtr="0" anchor="ctr" bIns="0" lIns="0" spcFirstLastPara="1" rIns="720000" wrap="square" tIns="0">
            <a:noAutofit/>
          </a:bodyPr>
          <a:lstStyle>
            <a:lvl1pPr lvl="0" rtl="0">
              <a:lnSpc>
                <a:spcPct val="90000"/>
              </a:lnSpc>
              <a:spcBef>
                <a:spcPts val="0"/>
              </a:spcBef>
              <a:spcAft>
                <a:spcPts val="0"/>
              </a:spcAft>
              <a:buSzPts val="3800"/>
              <a:buFont typeface="Montserrat Light"/>
              <a:buNone/>
              <a:defRPr b="0" sz="3800">
                <a:latin typeface="Montserrat Light"/>
                <a:ea typeface="Montserrat Light"/>
                <a:cs typeface="Montserrat Light"/>
                <a:sym typeface="Montserrat Light"/>
              </a:defRPr>
            </a:lvl1pPr>
            <a:lvl2pPr lvl="1"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49" name="Google Shape;49;p9"/>
          <p:cNvSpPr txBox="1"/>
          <p:nvPr>
            <p:ph idx="1" type="subTitle"/>
          </p:nvPr>
        </p:nvSpPr>
        <p:spPr>
          <a:xfrm>
            <a:off x="540000" y="1635575"/>
            <a:ext cx="4544700" cy="193500"/>
          </a:xfrm>
          <a:prstGeom prst="rect">
            <a:avLst/>
          </a:prstGeom>
        </p:spPr>
        <p:txBody>
          <a:bodyPr anchorCtr="0" anchor="t" bIns="0" lIns="0" spcFirstLastPara="1" rIns="72000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lgn="ctr">
              <a:spcBef>
                <a:spcPts val="0"/>
              </a:spcBef>
              <a:spcAft>
                <a:spcPts val="0"/>
              </a:spcAft>
              <a:buSzPts val="1300"/>
              <a:buNone/>
              <a:defRPr/>
            </a:lvl2pPr>
            <a:lvl3pPr lvl="2" rtl="0" algn="ctr">
              <a:spcBef>
                <a:spcPts val="0"/>
              </a:spcBef>
              <a:spcAft>
                <a:spcPts val="0"/>
              </a:spcAft>
              <a:buSzPts val="1300"/>
              <a:buNone/>
              <a:defRPr/>
            </a:lvl3pPr>
            <a:lvl4pPr lvl="3" rtl="0" algn="ctr">
              <a:spcBef>
                <a:spcPts val="0"/>
              </a:spcBef>
              <a:spcAft>
                <a:spcPts val="0"/>
              </a:spcAft>
              <a:buSzPts val="1300"/>
              <a:buNone/>
              <a:defRPr/>
            </a:lvl4pPr>
            <a:lvl5pPr lvl="4" rtl="0" algn="ctr">
              <a:spcBef>
                <a:spcPts val="0"/>
              </a:spcBef>
              <a:spcAft>
                <a:spcPts val="0"/>
              </a:spcAft>
              <a:buSzPts val="1300"/>
              <a:buNone/>
              <a:defRPr/>
            </a:lvl5pPr>
            <a:lvl6pPr lvl="5" rtl="0" algn="ctr">
              <a:spcBef>
                <a:spcPts val="0"/>
              </a:spcBef>
              <a:spcAft>
                <a:spcPts val="0"/>
              </a:spcAft>
              <a:buSzPts val="1300"/>
              <a:buNone/>
              <a:defRPr/>
            </a:lvl6pPr>
            <a:lvl7pPr lvl="6" rtl="0" algn="ctr">
              <a:spcBef>
                <a:spcPts val="0"/>
              </a:spcBef>
              <a:spcAft>
                <a:spcPts val="0"/>
              </a:spcAft>
              <a:buSzPts val="1300"/>
              <a:buNone/>
              <a:defRPr/>
            </a:lvl7pPr>
            <a:lvl8pPr lvl="7" rtl="0" algn="ctr">
              <a:spcBef>
                <a:spcPts val="0"/>
              </a:spcBef>
              <a:spcAft>
                <a:spcPts val="0"/>
              </a:spcAft>
              <a:buSzPts val="1300"/>
              <a:buNone/>
              <a:defRPr/>
            </a:lvl8pPr>
            <a:lvl9pPr lvl="8" rtl="0" algn="ctr">
              <a:spcBef>
                <a:spcPts val="0"/>
              </a:spcBef>
              <a:spcAft>
                <a:spcPts val="0"/>
              </a:spcAft>
              <a:buSzPts val="1300"/>
              <a:buNone/>
              <a:defRPr/>
            </a:lvl9pPr>
          </a:lstStyle>
          <a:p/>
        </p:txBody>
      </p:sp>
    </p:spTree>
  </p:cSld>
  <p:clrMapOvr>
    <a:masterClrMapping/>
  </p:clrMapOvr>
  <p:extLst>
    <p:ext uri="{DCECCB84-F9BA-43D5-87BE-67443E8EF086}">
      <p15:sldGuideLst>
        <p15:guide id="1" pos="66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 with number">
  <p:cSld name="CUSTOM_27_1_1_1_2_2_1">
    <p:spTree>
      <p:nvGrpSpPr>
        <p:cNvPr id="50" name="Shape 50"/>
        <p:cNvGrpSpPr/>
        <p:nvPr/>
      </p:nvGrpSpPr>
      <p:grpSpPr>
        <a:xfrm>
          <a:off x="0" y="0"/>
          <a:ext cx="0" cy="0"/>
          <a:chOff x="0" y="0"/>
          <a:chExt cx="0" cy="0"/>
        </a:xfrm>
      </p:grpSpPr>
      <p:sp>
        <p:nvSpPr>
          <p:cNvPr id="51" name="Google Shape;51;p10"/>
          <p:cNvSpPr/>
          <p:nvPr/>
        </p:nvSpPr>
        <p:spPr>
          <a:xfrm>
            <a:off x="-931925" y="1671750"/>
            <a:ext cx="1800000" cy="18000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2" name="Google Shape;52;p10"/>
          <p:cNvSpPr txBox="1"/>
          <p:nvPr>
            <p:ph type="title"/>
          </p:nvPr>
        </p:nvSpPr>
        <p:spPr>
          <a:xfrm>
            <a:off x="1378200" y="1308600"/>
            <a:ext cx="1491900" cy="1961700"/>
          </a:xfrm>
          <a:prstGeom prst="rect">
            <a:avLst/>
          </a:prstGeom>
        </p:spPr>
        <p:txBody>
          <a:bodyPr anchorCtr="0" anchor="t" bIns="0" lIns="0" spcFirstLastPara="1" rIns="0" wrap="square" tIns="0">
            <a:noAutofit/>
          </a:bodyPr>
          <a:lstStyle>
            <a:lvl1pPr lvl="0" rtl="0" algn="ctr">
              <a:spcBef>
                <a:spcPts val="0"/>
              </a:spcBef>
              <a:spcAft>
                <a:spcPts val="0"/>
              </a:spcAft>
              <a:buClr>
                <a:schemeClr val="lt2"/>
              </a:buClr>
              <a:buSzPts val="15000"/>
              <a:buFont typeface="Montserrat Light"/>
              <a:buNone/>
              <a:defRPr sz="15000">
                <a:solidFill>
                  <a:schemeClr val="lt2"/>
                </a:solidFill>
                <a:latin typeface="Montserrat Light"/>
                <a:ea typeface="Montserrat Light"/>
                <a:cs typeface="Montserrat Light"/>
                <a:sym typeface="Montserrat Light"/>
              </a:defRPr>
            </a:lvl1pPr>
            <a:lvl2pPr lvl="1" rtl="0">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rtl="0">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rtl="0">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rtl="0">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rtl="0">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rtl="0">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rtl="0">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rtl="0">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53" name="Google Shape;53;p10"/>
          <p:cNvSpPr txBox="1"/>
          <p:nvPr>
            <p:ph idx="2" type="title"/>
          </p:nvPr>
        </p:nvSpPr>
        <p:spPr>
          <a:xfrm>
            <a:off x="3648475" y="1732625"/>
            <a:ext cx="4955400" cy="1040100"/>
          </a:xfrm>
          <a:prstGeom prst="rect">
            <a:avLst/>
          </a:prstGeom>
        </p:spPr>
        <p:txBody>
          <a:bodyPr anchorCtr="0" anchor="ctr" bIns="0" lIns="0" spcFirstLastPara="1" rIns="720000" wrap="square" tIns="0">
            <a:noAutofit/>
          </a:bodyPr>
          <a:lstStyle>
            <a:lvl1pPr lvl="0" rtl="0">
              <a:lnSpc>
                <a:spcPct val="90000"/>
              </a:lnSpc>
              <a:spcBef>
                <a:spcPts val="0"/>
              </a:spcBef>
              <a:spcAft>
                <a:spcPts val="0"/>
              </a:spcAft>
              <a:buSzPts val="3800"/>
              <a:buFont typeface="Montserrat Light"/>
              <a:buNone/>
              <a:defRPr b="0" sz="3800">
                <a:latin typeface="Montserrat Light"/>
                <a:ea typeface="Montserrat Light"/>
                <a:cs typeface="Montserrat Light"/>
                <a:sym typeface="Montserrat Light"/>
              </a:defRPr>
            </a:lvl1pPr>
            <a:lvl2pPr lvl="1"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54" name="Google Shape;54;p10"/>
          <p:cNvSpPr txBox="1"/>
          <p:nvPr>
            <p:ph idx="1" type="body"/>
          </p:nvPr>
        </p:nvSpPr>
        <p:spPr>
          <a:xfrm>
            <a:off x="3648475" y="2950625"/>
            <a:ext cx="4955400" cy="510000"/>
          </a:xfrm>
          <a:prstGeom prst="rect">
            <a:avLst/>
          </a:prstGeom>
        </p:spPr>
        <p:txBody>
          <a:bodyPr anchorCtr="0" anchor="t" bIns="0" lIns="0" spcFirstLastPara="1" rIns="720000" wrap="square" tIns="0">
            <a:noAutofit/>
          </a:bodyPr>
          <a:lstStyle>
            <a:lvl1pPr indent="-304800" lvl="0" marL="457200" rtl="0">
              <a:spcBef>
                <a:spcPts val="0"/>
              </a:spcBef>
              <a:spcAft>
                <a:spcPts val="0"/>
              </a:spcAft>
              <a:buSzPts val="1200"/>
              <a:buFont typeface="Montserrat Light"/>
              <a:buChar char="●"/>
              <a:defRPr sz="1200">
                <a:latin typeface="Montserrat Light"/>
                <a:ea typeface="Montserrat Light"/>
                <a:cs typeface="Montserrat Light"/>
                <a:sym typeface="Montserrat Light"/>
              </a:defRPr>
            </a:lvl1pPr>
            <a:lvl2pPr indent="-304800" lvl="1" marL="914400" rtl="0">
              <a:spcBef>
                <a:spcPts val="0"/>
              </a:spcBef>
              <a:spcAft>
                <a:spcPts val="0"/>
              </a:spcAft>
              <a:buSzPts val="1200"/>
              <a:buFont typeface="Montserrat Light"/>
              <a:buChar char="○"/>
              <a:defRPr sz="1200">
                <a:latin typeface="Montserrat Light"/>
                <a:ea typeface="Montserrat Light"/>
                <a:cs typeface="Montserrat Light"/>
                <a:sym typeface="Montserrat Light"/>
              </a:defRPr>
            </a:lvl2pPr>
            <a:lvl3pPr indent="-304800" lvl="2" marL="1371600" rtl="0">
              <a:spcBef>
                <a:spcPts val="0"/>
              </a:spcBef>
              <a:spcAft>
                <a:spcPts val="0"/>
              </a:spcAft>
              <a:buSzPts val="1200"/>
              <a:buFont typeface="Montserrat Light"/>
              <a:buChar char="■"/>
              <a:defRPr sz="1200">
                <a:latin typeface="Montserrat Light"/>
                <a:ea typeface="Montserrat Light"/>
                <a:cs typeface="Montserrat Light"/>
                <a:sym typeface="Montserrat Light"/>
              </a:defRPr>
            </a:lvl3pPr>
            <a:lvl4pPr indent="-304800" lvl="3" marL="1828800" rtl="0">
              <a:spcBef>
                <a:spcPts val="0"/>
              </a:spcBef>
              <a:spcAft>
                <a:spcPts val="0"/>
              </a:spcAft>
              <a:buSzPts val="1200"/>
              <a:buFont typeface="Montserrat Light"/>
              <a:buChar char="●"/>
              <a:defRPr sz="1200">
                <a:latin typeface="Montserrat Light"/>
                <a:ea typeface="Montserrat Light"/>
                <a:cs typeface="Montserrat Light"/>
                <a:sym typeface="Montserrat Light"/>
              </a:defRPr>
            </a:lvl4pPr>
            <a:lvl5pPr indent="-304800" lvl="4" marL="2286000" rtl="0">
              <a:spcBef>
                <a:spcPts val="0"/>
              </a:spcBef>
              <a:spcAft>
                <a:spcPts val="0"/>
              </a:spcAft>
              <a:buSzPts val="1200"/>
              <a:buFont typeface="Montserrat Light"/>
              <a:buChar char="○"/>
              <a:defRPr sz="1200">
                <a:latin typeface="Montserrat Light"/>
                <a:ea typeface="Montserrat Light"/>
                <a:cs typeface="Montserrat Light"/>
                <a:sym typeface="Montserrat Light"/>
              </a:defRPr>
            </a:lvl5pPr>
            <a:lvl6pPr indent="-304800" lvl="5" marL="2743200" rtl="0">
              <a:spcBef>
                <a:spcPts val="0"/>
              </a:spcBef>
              <a:spcAft>
                <a:spcPts val="0"/>
              </a:spcAft>
              <a:buSzPts val="1200"/>
              <a:buFont typeface="Montserrat Light"/>
              <a:buChar char="■"/>
              <a:defRPr sz="1200">
                <a:latin typeface="Montserrat Light"/>
                <a:ea typeface="Montserrat Light"/>
                <a:cs typeface="Montserrat Light"/>
                <a:sym typeface="Montserrat Light"/>
              </a:defRPr>
            </a:lvl6pPr>
            <a:lvl7pPr indent="-304800" lvl="6" marL="3200400" rtl="0">
              <a:spcBef>
                <a:spcPts val="0"/>
              </a:spcBef>
              <a:spcAft>
                <a:spcPts val="0"/>
              </a:spcAft>
              <a:buSzPts val="1200"/>
              <a:buFont typeface="Montserrat Light"/>
              <a:buChar char="●"/>
              <a:defRPr sz="1200">
                <a:latin typeface="Montserrat Light"/>
                <a:ea typeface="Montserrat Light"/>
                <a:cs typeface="Montserrat Light"/>
                <a:sym typeface="Montserrat Light"/>
              </a:defRPr>
            </a:lvl7pPr>
            <a:lvl8pPr indent="-304800" lvl="7" marL="3657600" rtl="0">
              <a:spcBef>
                <a:spcPts val="0"/>
              </a:spcBef>
              <a:spcAft>
                <a:spcPts val="0"/>
              </a:spcAft>
              <a:buSzPts val="1200"/>
              <a:buFont typeface="Montserrat Light"/>
              <a:buChar char="○"/>
              <a:defRPr sz="1200">
                <a:latin typeface="Montserrat Light"/>
                <a:ea typeface="Montserrat Light"/>
                <a:cs typeface="Montserrat Light"/>
                <a:sym typeface="Montserrat Light"/>
              </a:defRPr>
            </a:lvl8pPr>
            <a:lvl9pPr indent="-304800" lvl="8" marL="4114800" rtl="0">
              <a:spcBef>
                <a:spcPts val="0"/>
              </a:spcBef>
              <a:spcAft>
                <a:spcPts val="0"/>
              </a:spcAft>
              <a:buSzPts val="1200"/>
              <a:buFont typeface="Montserrat Light"/>
              <a:buChar char="■"/>
              <a:defRPr sz="12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66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 with number and image placeholder">
  <p:cSld name="CUSTOM_27_1_1_1_2_2_2">
    <p:spTree>
      <p:nvGrpSpPr>
        <p:cNvPr id="55" name="Shape 55"/>
        <p:cNvGrpSpPr/>
        <p:nvPr/>
      </p:nvGrpSpPr>
      <p:grpSpPr>
        <a:xfrm>
          <a:off x="0" y="0"/>
          <a:ext cx="0" cy="0"/>
          <a:chOff x="0" y="0"/>
          <a:chExt cx="0" cy="0"/>
        </a:xfrm>
      </p:grpSpPr>
      <p:sp>
        <p:nvSpPr>
          <p:cNvPr id="56" name="Google Shape;56;p11"/>
          <p:cNvSpPr txBox="1"/>
          <p:nvPr>
            <p:ph type="title"/>
          </p:nvPr>
        </p:nvSpPr>
        <p:spPr>
          <a:xfrm>
            <a:off x="540000" y="1232400"/>
            <a:ext cx="1491900" cy="19617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5000"/>
              <a:buFont typeface="Montserrat Light"/>
              <a:buNone/>
              <a:defRPr sz="15000">
                <a:solidFill>
                  <a:schemeClr val="lt2"/>
                </a:solidFill>
                <a:latin typeface="Montserrat Light"/>
                <a:ea typeface="Montserrat Light"/>
                <a:cs typeface="Montserrat Light"/>
                <a:sym typeface="Montserrat Light"/>
              </a:defRPr>
            </a:lvl1pPr>
            <a:lvl2pPr lvl="1" rtl="0">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rtl="0">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rtl="0">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rtl="0">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rtl="0">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rtl="0">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rtl="0">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rtl="0">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57" name="Google Shape;57;p11"/>
          <p:cNvSpPr txBox="1"/>
          <p:nvPr>
            <p:ph idx="2" type="title"/>
          </p:nvPr>
        </p:nvSpPr>
        <p:spPr>
          <a:xfrm>
            <a:off x="2353075" y="1656425"/>
            <a:ext cx="3386100" cy="1523400"/>
          </a:xfrm>
          <a:prstGeom prst="rect">
            <a:avLst/>
          </a:prstGeom>
        </p:spPr>
        <p:txBody>
          <a:bodyPr anchorCtr="0" anchor="ctr" bIns="0" lIns="0" spcFirstLastPara="1" rIns="720000" wrap="square" tIns="0">
            <a:noAutofit/>
          </a:bodyPr>
          <a:lstStyle>
            <a:lvl1pPr lvl="0" rtl="0">
              <a:lnSpc>
                <a:spcPct val="90000"/>
              </a:lnSpc>
              <a:spcBef>
                <a:spcPts val="0"/>
              </a:spcBef>
              <a:spcAft>
                <a:spcPts val="0"/>
              </a:spcAft>
              <a:buSzPts val="3800"/>
              <a:buFont typeface="Montserrat Light"/>
              <a:buNone/>
              <a:defRPr b="0" sz="3800">
                <a:latin typeface="Montserrat Light"/>
                <a:ea typeface="Montserrat Light"/>
                <a:cs typeface="Montserrat Light"/>
                <a:sym typeface="Montserrat Light"/>
              </a:defRPr>
            </a:lvl1pPr>
            <a:lvl2pPr lvl="1"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rtl="0" algn="ctr">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58" name="Google Shape;58;p11"/>
          <p:cNvSpPr txBox="1"/>
          <p:nvPr>
            <p:ph idx="1" type="body"/>
          </p:nvPr>
        </p:nvSpPr>
        <p:spPr>
          <a:xfrm>
            <a:off x="2353075" y="3335275"/>
            <a:ext cx="3386100" cy="726600"/>
          </a:xfrm>
          <a:prstGeom prst="rect">
            <a:avLst/>
          </a:prstGeom>
        </p:spPr>
        <p:txBody>
          <a:bodyPr anchorCtr="0" anchor="t" bIns="0" lIns="0" spcFirstLastPara="1" rIns="720000" wrap="square" tIns="0">
            <a:noAutofit/>
          </a:bodyPr>
          <a:lstStyle>
            <a:lvl1pPr indent="-304800" lvl="0" marL="457200" rtl="0">
              <a:spcBef>
                <a:spcPts val="0"/>
              </a:spcBef>
              <a:spcAft>
                <a:spcPts val="0"/>
              </a:spcAft>
              <a:buSzPts val="1200"/>
              <a:buFont typeface="Montserrat Light"/>
              <a:buChar char="●"/>
              <a:defRPr sz="1200">
                <a:latin typeface="Montserrat Light"/>
                <a:ea typeface="Montserrat Light"/>
                <a:cs typeface="Montserrat Light"/>
                <a:sym typeface="Montserrat Light"/>
              </a:defRPr>
            </a:lvl1pPr>
            <a:lvl2pPr indent="-304800" lvl="1" marL="914400" rtl="0">
              <a:spcBef>
                <a:spcPts val="0"/>
              </a:spcBef>
              <a:spcAft>
                <a:spcPts val="0"/>
              </a:spcAft>
              <a:buSzPts val="1200"/>
              <a:buFont typeface="Montserrat Light"/>
              <a:buChar char="○"/>
              <a:defRPr sz="1200">
                <a:latin typeface="Montserrat Light"/>
                <a:ea typeface="Montserrat Light"/>
                <a:cs typeface="Montserrat Light"/>
                <a:sym typeface="Montserrat Light"/>
              </a:defRPr>
            </a:lvl2pPr>
            <a:lvl3pPr indent="-304800" lvl="2" marL="1371600" rtl="0">
              <a:spcBef>
                <a:spcPts val="0"/>
              </a:spcBef>
              <a:spcAft>
                <a:spcPts val="0"/>
              </a:spcAft>
              <a:buSzPts val="1200"/>
              <a:buFont typeface="Montserrat Light"/>
              <a:buChar char="■"/>
              <a:defRPr sz="1200">
                <a:latin typeface="Montserrat Light"/>
                <a:ea typeface="Montserrat Light"/>
                <a:cs typeface="Montserrat Light"/>
                <a:sym typeface="Montserrat Light"/>
              </a:defRPr>
            </a:lvl3pPr>
            <a:lvl4pPr indent="-304800" lvl="3" marL="1828800" rtl="0">
              <a:spcBef>
                <a:spcPts val="0"/>
              </a:spcBef>
              <a:spcAft>
                <a:spcPts val="0"/>
              </a:spcAft>
              <a:buSzPts val="1200"/>
              <a:buFont typeface="Montserrat Light"/>
              <a:buChar char="●"/>
              <a:defRPr sz="1200">
                <a:latin typeface="Montserrat Light"/>
                <a:ea typeface="Montserrat Light"/>
                <a:cs typeface="Montserrat Light"/>
                <a:sym typeface="Montserrat Light"/>
              </a:defRPr>
            </a:lvl4pPr>
            <a:lvl5pPr indent="-304800" lvl="4" marL="2286000" rtl="0">
              <a:spcBef>
                <a:spcPts val="0"/>
              </a:spcBef>
              <a:spcAft>
                <a:spcPts val="0"/>
              </a:spcAft>
              <a:buSzPts val="1200"/>
              <a:buFont typeface="Montserrat Light"/>
              <a:buChar char="○"/>
              <a:defRPr sz="1200">
                <a:latin typeface="Montserrat Light"/>
                <a:ea typeface="Montserrat Light"/>
                <a:cs typeface="Montserrat Light"/>
                <a:sym typeface="Montserrat Light"/>
              </a:defRPr>
            </a:lvl5pPr>
            <a:lvl6pPr indent="-304800" lvl="5" marL="2743200" rtl="0">
              <a:spcBef>
                <a:spcPts val="0"/>
              </a:spcBef>
              <a:spcAft>
                <a:spcPts val="0"/>
              </a:spcAft>
              <a:buSzPts val="1200"/>
              <a:buFont typeface="Montserrat Light"/>
              <a:buChar char="■"/>
              <a:defRPr sz="1200">
                <a:latin typeface="Montserrat Light"/>
                <a:ea typeface="Montserrat Light"/>
                <a:cs typeface="Montserrat Light"/>
                <a:sym typeface="Montserrat Light"/>
              </a:defRPr>
            </a:lvl6pPr>
            <a:lvl7pPr indent="-304800" lvl="6" marL="3200400" rtl="0">
              <a:spcBef>
                <a:spcPts val="0"/>
              </a:spcBef>
              <a:spcAft>
                <a:spcPts val="0"/>
              </a:spcAft>
              <a:buSzPts val="1200"/>
              <a:buFont typeface="Montserrat Light"/>
              <a:buChar char="●"/>
              <a:defRPr sz="1200">
                <a:latin typeface="Montserrat Light"/>
                <a:ea typeface="Montserrat Light"/>
                <a:cs typeface="Montserrat Light"/>
                <a:sym typeface="Montserrat Light"/>
              </a:defRPr>
            </a:lvl7pPr>
            <a:lvl8pPr indent="-304800" lvl="7" marL="3657600" rtl="0">
              <a:spcBef>
                <a:spcPts val="0"/>
              </a:spcBef>
              <a:spcAft>
                <a:spcPts val="0"/>
              </a:spcAft>
              <a:buSzPts val="1200"/>
              <a:buFont typeface="Montserrat Light"/>
              <a:buChar char="○"/>
              <a:defRPr sz="1200">
                <a:latin typeface="Montserrat Light"/>
                <a:ea typeface="Montserrat Light"/>
                <a:cs typeface="Montserrat Light"/>
                <a:sym typeface="Montserrat Light"/>
              </a:defRPr>
            </a:lvl8pPr>
            <a:lvl9pPr indent="-304800" lvl="8" marL="4114800" rtl="0">
              <a:spcBef>
                <a:spcPts val="0"/>
              </a:spcBef>
              <a:spcAft>
                <a:spcPts val="0"/>
              </a:spcAft>
              <a:buSzPts val="1200"/>
              <a:buFont typeface="Montserrat Light"/>
              <a:buChar char="■"/>
              <a:defRPr sz="1200">
                <a:latin typeface="Montserrat Light"/>
                <a:ea typeface="Montserrat Light"/>
                <a:cs typeface="Montserrat Light"/>
                <a:sym typeface="Montserrat Light"/>
              </a:defRPr>
            </a:lvl9pPr>
          </a:lstStyle>
          <a:p/>
        </p:txBody>
      </p:sp>
      <p:sp>
        <p:nvSpPr>
          <p:cNvPr id="59" name="Google Shape;59;p11"/>
          <p:cNvSpPr txBox="1"/>
          <p:nvPr>
            <p:ph idx="12" type="sldNum"/>
          </p:nvPr>
        </p:nvSpPr>
        <p:spPr>
          <a:xfrm>
            <a:off x="4578475" y="4783500"/>
            <a:ext cx="4025400" cy="3600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Montserrat Medium"/>
                <a:ea typeface="Montserrat Medium"/>
                <a:cs typeface="Montserrat Medium"/>
                <a:sym typeface="Montserrat Medium"/>
              </a:defRPr>
            </a:lvl1pPr>
            <a:lvl2pPr lvl="1" rtl="0" algn="r">
              <a:buNone/>
              <a:defRPr sz="800">
                <a:solidFill>
                  <a:schemeClr val="dk1"/>
                </a:solidFill>
                <a:latin typeface="Montserrat Medium"/>
                <a:ea typeface="Montserrat Medium"/>
                <a:cs typeface="Montserrat Medium"/>
                <a:sym typeface="Montserrat Medium"/>
              </a:defRPr>
            </a:lvl2pPr>
            <a:lvl3pPr lvl="2" rtl="0" algn="r">
              <a:buNone/>
              <a:defRPr sz="800">
                <a:solidFill>
                  <a:schemeClr val="dk1"/>
                </a:solidFill>
                <a:latin typeface="Montserrat Medium"/>
                <a:ea typeface="Montserrat Medium"/>
                <a:cs typeface="Montserrat Medium"/>
                <a:sym typeface="Montserrat Medium"/>
              </a:defRPr>
            </a:lvl3pPr>
            <a:lvl4pPr lvl="3" rtl="0" algn="r">
              <a:buNone/>
              <a:defRPr sz="800">
                <a:solidFill>
                  <a:schemeClr val="dk1"/>
                </a:solidFill>
                <a:latin typeface="Montserrat Medium"/>
                <a:ea typeface="Montserrat Medium"/>
                <a:cs typeface="Montserrat Medium"/>
                <a:sym typeface="Montserrat Medium"/>
              </a:defRPr>
            </a:lvl4pPr>
            <a:lvl5pPr lvl="4" rtl="0" algn="r">
              <a:buNone/>
              <a:defRPr sz="800">
                <a:solidFill>
                  <a:schemeClr val="dk1"/>
                </a:solidFill>
                <a:latin typeface="Montserrat Medium"/>
                <a:ea typeface="Montserrat Medium"/>
                <a:cs typeface="Montserrat Medium"/>
                <a:sym typeface="Montserrat Medium"/>
              </a:defRPr>
            </a:lvl5pPr>
            <a:lvl6pPr lvl="5" rtl="0" algn="r">
              <a:buNone/>
              <a:defRPr sz="800">
                <a:solidFill>
                  <a:schemeClr val="dk1"/>
                </a:solidFill>
                <a:latin typeface="Montserrat Medium"/>
                <a:ea typeface="Montserrat Medium"/>
                <a:cs typeface="Montserrat Medium"/>
                <a:sym typeface="Montserrat Medium"/>
              </a:defRPr>
            </a:lvl6pPr>
            <a:lvl7pPr lvl="6" rtl="0" algn="r">
              <a:buNone/>
              <a:defRPr sz="800">
                <a:solidFill>
                  <a:schemeClr val="dk1"/>
                </a:solidFill>
                <a:latin typeface="Montserrat Medium"/>
                <a:ea typeface="Montserrat Medium"/>
                <a:cs typeface="Montserrat Medium"/>
                <a:sym typeface="Montserrat Medium"/>
              </a:defRPr>
            </a:lvl7pPr>
            <a:lvl8pPr lvl="7" rtl="0" algn="r">
              <a:buNone/>
              <a:defRPr sz="800">
                <a:solidFill>
                  <a:schemeClr val="dk1"/>
                </a:solidFill>
                <a:latin typeface="Montserrat Medium"/>
                <a:ea typeface="Montserrat Medium"/>
                <a:cs typeface="Montserrat Medium"/>
                <a:sym typeface="Montserrat Medium"/>
              </a:defRPr>
            </a:lvl8pPr>
            <a:lvl9pPr lvl="8" rtl="0" algn="r">
              <a:buNone/>
              <a:defRPr sz="800">
                <a:solidFill>
                  <a:schemeClr val="dk1"/>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GB"/>
              <a:t>‹#›</a:t>
            </a:fld>
            <a:endParaRPr/>
          </a:p>
        </p:txBody>
      </p:sp>
      <p:sp>
        <p:nvSpPr>
          <p:cNvPr id="60" name="Google Shape;60;p11"/>
          <p:cNvSpPr/>
          <p:nvPr>
            <p:ph idx="3" type="pic"/>
          </p:nvPr>
        </p:nvSpPr>
        <p:spPr>
          <a:xfrm>
            <a:off x="6042750" y="-827700"/>
            <a:ext cx="6798900" cy="6798900"/>
          </a:xfrm>
          <a:prstGeom prst="ellipse">
            <a:avLst/>
          </a:prstGeom>
          <a:noFill/>
          <a:ln>
            <a:noFill/>
          </a:ln>
        </p:spPr>
      </p:sp>
    </p:spTree>
  </p:cSld>
  <p:clrMapOvr>
    <a:masterClrMapping/>
  </p:clrMapOvr>
  <p:extLst>
    <p:ext uri="{DCECCB84-F9BA-43D5-87BE-67443E8EF086}">
      <p15:sldGuideLst>
        <p15:guide id="1" pos="66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CUSTOM_27">
    <p:spTree>
      <p:nvGrpSpPr>
        <p:cNvPr id="61" name="Shape 61"/>
        <p:cNvGrpSpPr/>
        <p:nvPr/>
      </p:nvGrpSpPr>
      <p:grpSpPr>
        <a:xfrm>
          <a:off x="0" y="0"/>
          <a:ext cx="0" cy="0"/>
          <a:chOff x="0" y="0"/>
          <a:chExt cx="0" cy="0"/>
        </a:xfrm>
      </p:grpSpPr>
      <p:sp>
        <p:nvSpPr>
          <p:cNvPr id="62" name="Google Shape;62;p12"/>
          <p:cNvSpPr/>
          <p:nvPr>
            <p:ph idx="2" type="pic"/>
          </p:nvPr>
        </p:nvSpPr>
        <p:spPr>
          <a:xfrm>
            <a:off x="-8300" y="0"/>
            <a:ext cx="9144000" cy="51435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8_2_2_1_1_1_1_3">
    <p:spTree>
      <p:nvGrpSpPr>
        <p:cNvPr id="63" name="Shape 63"/>
        <p:cNvGrpSpPr/>
        <p:nvPr/>
      </p:nvGrpSpPr>
      <p:grpSpPr>
        <a:xfrm>
          <a:off x="0" y="0"/>
          <a:ext cx="0" cy="0"/>
          <a:chOff x="0" y="0"/>
          <a:chExt cx="0" cy="0"/>
        </a:xfrm>
      </p:grpSpPr>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resentation - 12 people">
  <p:cSld name="TITLE_1_1_5">
    <p:spTree>
      <p:nvGrpSpPr>
        <p:cNvPr id="64" name="Shape 64"/>
        <p:cNvGrpSpPr/>
        <p:nvPr/>
      </p:nvGrpSpPr>
      <p:grpSpPr>
        <a:xfrm>
          <a:off x="0" y="0"/>
          <a:ext cx="0" cy="0"/>
          <a:chOff x="0" y="0"/>
          <a:chExt cx="0" cy="0"/>
        </a:xfrm>
      </p:grpSpPr>
      <p:sp>
        <p:nvSpPr>
          <p:cNvPr id="65" name="Google Shape;65;p14"/>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4"/>
          <p:cNvSpPr/>
          <p:nvPr>
            <p:ph idx="2" type="pic"/>
          </p:nvPr>
        </p:nvSpPr>
        <p:spPr>
          <a:xfrm>
            <a:off x="540000" y="1080000"/>
            <a:ext cx="900000" cy="900000"/>
          </a:xfrm>
          <a:prstGeom prst="ellipse">
            <a:avLst/>
          </a:prstGeom>
          <a:noFill/>
          <a:ln>
            <a:noFill/>
          </a:ln>
        </p:spPr>
      </p:sp>
      <p:sp>
        <p:nvSpPr>
          <p:cNvPr id="67" name="Google Shape;67;p14"/>
          <p:cNvSpPr/>
          <p:nvPr>
            <p:ph idx="3" type="pic"/>
          </p:nvPr>
        </p:nvSpPr>
        <p:spPr>
          <a:xfrm>
            <a:off x="3410000" y="1080000"/>
            <a:ext cx="900000" cy="900000"/>
          </a:xfrm>
          <a:prstGeom prst="ellipse">
            <a:avLst/>
          </a:prstGeom>
          <a:noFill/>
          <a:ln>
            <a:noFill/>
          </a:ln>
        </p:spPr>
      </p:sp>
      <p:sp>
        <p:nvSpPr>
          <p:cNvPr id="68" name="Google Shape;68;p14"/>
          <p:cNvSpPr/>
          <p:nvPr>
            <p:ph idx="4" type="pic"/>
          </p:nvPr>
        </p:nvSpPr>
        <p:spPr>
          <a:xfrm>
            <a:off x="4845000" y="1080000"/>
            <a:ext cx="900000" cy="900000"/>
          </a:xfrm>
          <a:prstGeom prst="ellipse">
            <a:avLst/>
          </a:prstGeom>
          <a:noFill/>
          <a:ln>
            <a:noFill/>
          </a:ln>
        </p:spPr>
      </p:sp>
      <p:sp>
        <p:nvSpPr>
          <p:cNvPr id="69" name="Google Shape;69;p14"/>
          <p:cNvSpPr/>
          <p:nvPr>
            <p:ph idx="5" type="pic"/>
          </p:nvPr>
        </p:nvSpPr>
        <p:spPr>
          <a:xfrm>
            <a:off x="6280000" y="1080000"/>
            <a:ext cx="900000" cy="900000"/>
          </a:xfrm>
          <a:prstGeom prst="ellipse">
            <a:avLst/>
          </a:prstGeom>
          <a:noFill/>
          <a:ln>
            <a:noFill/>
          </a:ln>
        </p:spPr>
      </p:sp>
      <p:sp>
        <p:nvSpPr>
          <p:cNvPr id="70" name="Google Shape;70;p14"/>
          <p:cNvSpPr/>
          <p:nvPr>
            <p:ph idx="6" type="pic"/>
          </p:nvPr>
        </p:nvSpPr>
        <p:spPr>
          <a:xfrm>
            <a:off x="7715000" y="1080000"/>
            <a:ext cx="900000" cy="900000"/>
          </a:xfrm>
          <a:prstGeom prst="ellipse">
            <a:avLst/>
          </a:prstGeom>
          <a:noFill/>
          <a:ln>
            <a:noFill/>
          </a:ln>
        </p:spPr>
      </p:sp>
      <p:sp>
        <p:nvSpPr>
          <p:cNvPr id="71" name="Google Shape;71;p14"/>
          <p:cNvSpPr/>
          <p:nvPr>
            <p:ph idx="7" type="pic"/>
          </p:nvPr>
        </p:nvSpPr>
        <p:spPr>
          <a:xfrm>
            <a:off x="1975000" y="1080000"/>
            <a:ext cx="900000" cy="900000"/>
          </a:xfrm>
          <a:prstGeom prst="ellipse">
            <a:avLst/>
          </a:prstGeom>
          <a:noFill/>
          <a:ln>
            <a:noFill/>
          </a:ln>
        </p:spPr>
      </p:sp>
      <p:sp>
        <p:nvSpPr>
          <p:cNvPr id="72" name="Google Shape;72;p14"/>
          <p:cNvSpPr txBox="1"/>
          <p:nvPr>
            <p:ph idx="8" type="title"/>
          </p:nvPr>
        </p:nvSpPr>
        <p:spPr>
          <a:xfrm>
            <a:off x="540000"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3" name="Google Shape;73;p14"/>
          <p:cNvSpPr txBox="1"/>
          <p:nvPr>
            <p:ph idx="9" type="title"/>
          </p:nvPr>
        </p:nvSpPr>
        <p:spPr>
          <a:xfrm>
            <a:off x="540025"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4" name="Google Shape;74;p14"/>
          <p:cNvSpPr txBox="1"/>
          <p:nvPr>
            <p:ph idx="13" type="title"/>
          </p:nvPr>
        </p:nvSpPr>
        <p:spPr>
          <a:xfrm>
            <a:off x="1974988"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5" name="Google Shape;75;p14"/>
          <p:cNvSpPr txBox="1"/>
          <p:nvPr>
            <p:ph idx="14" type="title"/>
          </p:nvPr>
        </p:nvSpPr>
        <p:spPr>
          <a:xfrm>
            <a:off x="1975013"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6" name="Google Shape;76;p14"/>
          <p:cNvSpPr txBox="1"/>
          <p:nvPr>
            <p:ph idx="15" type="title"/>
          </p:nvPr>
        </p:nvSpPr>
        <p:spPr>
          <a:xfrm>
            <a:off x="3409975"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4"/>
          <p:cNvSpPr txBox="1"/>
          <p:nvPr>
            <p:ph idx="16" type="title"/>
          </p:nvPr>
        </p:nvSpPr>
        <p:spPr>
          <a:xfrm>
            <a:off x="3410000"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8" name="Google Shape;78;p14"/>
          <p:cNvSpPr txBox="1"/>
          <p:nvPr>
            <p:ph idx="17" type="title"/>
          </p:nvPr>
        </p:nvSpPr>
        <p:spPr>
          <a:xfrm>
            <a:off x="4844988"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4"/>
          <p:cNvSpPr txBox="1"/>
          <p:nvPr>
            <p:ph idx="18" type="title"/>
          </p:nvPr>
        </p:nvSpPr>
        <p:spPr>
          <a:xfrm>
            <a:off x="4845013"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0" name="Google Shape;80;p14"/>
          <p:cNvSpPr txBox="1"/>
          <p:nvPr>
            <p:ph idx="19" type="title"/>
          </p:nvPr>
        </p:nvSpPr>
        <p:spPr>
          <a:xfrm>
            <a:off x="6279988"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4"/>
          <p:cNvSpPr txBox="1"/>
          <p:nvPr>
            <p:ph idx="20" type="title"/>
          </p:nvPr>
        </p:nvSpPr>
        <p:spPr>
          <a:xfrm>
            <a:off x="6280013"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2" name="Google Shape;82;p14"/>
          <p:cNvSpPr txBox="1"/>
          <p:nvPr>
            <p:ph idx="21" type="title"/>
          </p:nvPr>
        </p:nvSpPr>
        <p:spPr>
          <a:xfrm>
            <a:off x="7715025"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4"/>
          <p:cNvSpPr txBox="1"/>
          <p:nvPr>
            <p:ph idx="22" type="title"/>
          </p:nvPr>
        </p:nvSpPr>
        <p:spPr>
          <a:xfrm>
            <a:off x="7715050"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4" name="Google Shape;84;p14"/>
          <p:cNvSpPr/>
          <p:nvPr>
            <p:ph idx="23" type="pic"/>
          </p:nvPr>
        </p:nvSpPr>
        <p:spPr>
          <a:xfrm>
            <a:off x="534475" y="2926575"/>
            <a:ext cx="900000" cy="900000"/>
          </a:xfrm>
          <a:prstGeom prst="ellipse">
            <a:avLst/>
          </a:prstGeom>
          <a:noFill/>
          <a:ln>
            <a:noFill/>
          </a:ln>
        </p:spPr>
      </p:sp>
      <p:sp>
        <p:nvSpPr>
          <p:cNvPr id="85" name="Google Shape;85;p14"/>
          <p:cNvSpPr/>
          <p:nvPr>
            <p:ph idx="24" type="pic"/>
          </p:nvPr>
        </p:nvSpPr>
        <p:spPr>
          <a:xfrm>
            <a:off x="3404475" y="2926575"/>
            <a:ext cx="900000" cy="900000"/>
          </a:xfrm>
          <a:prstGeom prst="ellipse">
            <a:avLst/>
          </a:prstGeom>
          <a:noFill/>
          <a:ln>
            <a:noFill/>
          </a:ln>
        </p:spPr>
      </p:sp>
      <p:sp>
        <p:nvSpPr>
          <p:cNvPr id="86" name="Google Shape;86;p14"/>
          <p:cNvSpPr/>
          <p:nvPr>
            <p:ph idx="25" type="pic"/>
          </p:nvPr>
        </p:nvSpPr>
        <p:spPr>
          <a:xfrm>
            <a:off x="4839475" y="2926575"/>
            <a:ext cx="900000" cy="900000"/>
          </a:xfrm>
          <a:prstGeom prst="ellipse">
            <a:avLst/>
          </a:prstGeom>
          <a:noFill/>
          <a:ln>
            <a:noFill/>
          </a:ln>
        </p:spPr>
      </p:sp>
      <p:sp>
        <p:nvSpPr>
          <p:cNvPr id="87" name="Google Shape;87;p14"/>
          <p:cNvSpPr/>
          <p:nvPr>
            <p:ph idx="26" type="pic"/>
          </p:nvPr>
        </p:nvSpPr>
        <p:spPr>
          <a:xfrm>
            <a:off x="6274475" y="2926575"/>
            <a:ext cx="900000" cy="900000"/>
          </a:xfrm>
          <a:prstGeom prst="ellipse">
            <a:avLst/>
          </a:prstGeom>
          <a:noFill/>
          <a:ln>
            <a:noFill/>
          </a:ln>
        </p:spPr>
      </p:sp>
      <p:sp>
        <p:nvSpPr>
          <p:cNvPr id="88" name="Google Shape;88;p14"/>
          <p:cNvSpPr/>
          <p:nvPr>
            <p:ph idx="27" type="pic"/>
          </p:nvPr>
        </p:nvSpPr>
        <p:spPr>
          <a:xfrm>
            <a:off x="7709475" y="2926575"/>
            <a:ext cx="900000" cy="900000"/>
          </a:xfrm>
          <a:prstGeom prst="ellipse">
            <a:avLst/>
          </a:prstGeom>
          <a:noFill/>
          <a:ln>
            <a:noFill/>
          </a:ln>
        </p:spPr>
      </p:sp>
      <p:sp>
        <p:nvSpPr>
          <p:cNvPr id="89" name="Google Shape;89;p14"/>
          <p:cNvSpPr/>
          <p:nvPr>
            <p:ph idx="28" type="pic"/>
          </p:nvPr>
        </p:nvSpPr>
        <p:spPr>
          <a:xfrm>
            <a:off x="1969475" y="2926575"/>
            <a:ext cx="900000" cy="900000"/>
          </a:xfrm>
          <a:prstGeom prst="ellipse">
            <a:avLst/>
          </a:prstGeom>
          <a:noFill/>
          <a:ln>
            <a:noFill/>
          </a:ln>
        </p:spPr>
      </p:sp>
      <p:sp>
        <p:nvSpPr>
          <p:cNvPr id="90" name="Google Shape;90;p14"/>
          <p:cNvSpPr txBox="1"/>
          <p:nvPr>
            <p:ph idx="29" type="title"/>
          </p:nvPr>
        </p:nvSpPr>
        <p:spPr>
          <a:xfrm>
            <a:off x="534475"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1" name="Google Shape;91;p14"/>
          <p:cNvSpPr txBox="1"/>
          <p:nvPr>
            <p:ph idx="30" type="title"/>
          </p:nvPr>
        </p:nvSpPr>
        <p:spPr>
          <a:xfrm>
            <a:off x="534500"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2" name="Google Shape;92;p14"/>
          <p:cNvSpPr txBox="1"/>
          <p:nvPr>
            <p:ph idx="31" type="title"/>
          </p:nvPr>
        </p:nvSpPr>
        <p:spPr>
          <a:xfrm>
            <a:off x="1969463"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3" name="Google Shape;93;p14"/>
          <p:cNvSpPr txBox="1"/>
          <p:nvPr>
            <p:ph idx="32" type="title"/>
          </p:nvPr>
        </p:nvSpPr>
        <p:spPr>
          <a:xfrm>
            <a:off x="1969488"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4" name="Google Shape;94;p14"/>
          <p:cNvSpPr txBox="1"/>
          <p:nvPr>
            <p:ph idx="33" type="title"/>
          </p:nvPr>
        </p:nvSpPr>
        <p:spPr>
          <a:xfrm>
            <a:off x="3404450"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5" name="Google Shape;95;p14"/>
          <p:cNvSpPr txBox="1"/>
          <p:nvPr>
            <p:ph idx="34" type="title"/>
          </p:nvPr>
        </p:nvSpPr>
        <p:spPr>
          <a:xfrm>
            <a:off x="3404475"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6" name="Google Shape;96;p14"/>
          <p:cNvSpPr txBox="1"/>
          <p:nvPr>
            <p:ph idx="35" type="title"/>
          </p:nvPr>
        </p:nvSpPr>
        <p:spPr>
          <a:xfrm>
            <a:off x="4839463"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7" name="Google Shape;97;p14"/>
          <p:cNvSpPr txBox="1"/>
          <p:nvPr>
            <p:ph idx="36" type="title"/>
          </p:nvPr>
        </p:nvSpPr>
        <p:spPr>
          <a:xfrm>
            <a:off x="4839488"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8" name="Google Shape;98;p14"/>
          <p:cNvSpPr txBox="1"/>
          <p:nvPr>
            <p:ph idx="37" type="title"/>
          </p:nvPr>
        </p:nvSpPr>
        <p:spPr>
          <a:xfrm>
            <a:off x="6274463"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9" name="Google Shape;99;p14"/>
          <p:cNvSpPr txBox="1"/>
          <p:nvPr>
            <p:ph idx="38" type="title"/>
          </p:nvPr>
        </p:nvSpPr>
        <p:spPr>
          <a:xfrm>
            <a:off x="6274488"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0" name="Google Shape;100;p14"/>
          <p:cNvSpPr txBox="1"/>
          <p:nvPr>
            <p:ph idx="39" type="title"/>
          </p:nvPr>
        </p:nvSpPr>
        <p:spPr>
          <a:xfrm>
            <a:off x="7709500"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1" name="Google Shape;101;p14"/>
          <p:cNvSpPr txBox="1"/>
          <p:nvPr>
            <p:ph idx="40" type="title"/>
          </p:nvPr>
        </p:nvSpPr>
        <p:spPr>
          <a:xfrm>
            <a:off x="7709525"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resentation - 10 people">
  <p:cSld name="TITLE_1_1_5_1">
    <p:spTree>
      <p:nvGrpSpPr>
        <p:cNvPr id="102" name="Shape 102"/>
        <p:cNvGrpSpPr/>
        <p:nvPr/>
      </p:nvGrpSpPr>
      <p:grpSpPr>
        <a:xfrm>
          <a:off x="0" y="0"/>
          <a:ext cx="0" cy="0"/>
          <a:chOff x="0" y="0"/>
          <a:chExt cx="0" cy="0"/>
        </a:xfrm>
      </p:grpSpPr>
      <p:sp>
        <p:nvSpPr>
          <p:cNvPr id="103" name="Google Shape;103;p15"/>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4" name="Google Shape;104;p15"/>
          <p:cNvSpPr/>
          <p:nvPr>
            <p:ph idx="2" type="pic"/>
          </p:nvPr>
        </p:nvSpPr>
        <p:spPr>
          <a:xfrm>
            <a:off x="540000" y="1080000"/>
            <a:ext cx="900000" cy="900000"/>
          </a:xfrm>
          <a:prstGeom prst="ellipse">
            <a:avLst/>
          </a:prstGeom>
          <a:noFill/>
          <a:ln>
            <a:noFill/>
          </a:ln>
        </p:spPr>
      </p:sp>
      <p:sp>
        <p:nvSpPr>
          <p:cNvPr id="105" name="Google Shape;105;p15"/>
          <p:cNvSpPr txBox="1"/>
          <p:nvPr>
            <p:ph idx="3" type="title"/>
          </p:nvPr>
        </p:nvSpPr>
        <p:spPr>
          <a:xfrm>
            <a:off x="540000"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6" name="Google Shape;106;p15"/>
          <p:cNvSpPr txBox="1"/>
          <p:nvPr>
            <p:ph idx="4" type="title"/>
          </p:nvPr>
        </p:nvSpPr>
        <p:spPr>
          <a:xfrm>
            <a:off x="540025"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7" name="Google Shape;107;p15"/>
          <p:cNvSpPr/>
          <p:nvPr>
            <p:ph idx="5" type="pic"/>
          </p:nvPr>
        </p:nvSpPr>
        <p:spPr>
          <a:xfrm>
            <a:off x="534475" y="2926575"/>
            <a:ext cx="900000" cy="900000"/>
          </a:xfrm>
          <a:prstGeom prst="ellipse">
            <a:avLst/>
          </a:prstGeom>
          <a:noFill/>
          <a:ln>
            <a:noFill/>
          </a:ln>
        </p:spPr>
      </p:sp>
      <p:sp>
        <p:nvSpPr>
          <p:cNvPr id="108" name="Google Shape;108;p15"/>
          <p:cNvSpPr txBox="1"/>
          <p:nvPr>
            <p:ph idx="6" type="title"/>
          </p:nvPr>
        </p:nvSpPr>
        <p:spPr>
          <a:xfrm>
            <a:off x="534475"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9" name="Google Shape;109;p15"/>
          <p:cNvSpPr txBox="1"/>
          <p:nvPr>
            <p:ph idx="7" type="title"/>
          </p:nvPr>
        </p:nvSpPr>
        <p:spPr>
          <a:xfrm>
            <a:off x="534500"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0" name="Google Shape;110;p15"/>
          <p:cNvSpPr/>
          <p:nvPr>
            <p:ph idx="8" type="pic"/>
          </p:nvPr>
        </p:nvSpPr>
        <p:spPr>
          <a:xfrm>
            <a:off x="7703925" y="1080000"/>
            <a:ext cx="900000" cy="900000"/>
          </a:xfrm>
          <a:prstGeom prst="ellipse">
            <a:avLst/>
          </a:prstGeom>
          <a:noFill/>
          <a:ln>
            <a:noFill/>
          </a:ln>
        </p:spPr>
      </p:sp>
      <p:sp>
        <p:nvSpPr>
          <p:cNvPr id="111" name="Google Shape;111;p15"/>
          <p:cNvSpPr txBox="1"/>
          <p:nvPr>
            <p:ph idx="9" type="title"/>
          </p:nvPr>
        </p:nvSpPr>
        <p:spPr>
          <a:xfrm>
            <a:off x="7703913"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2" name="Google Shape;112;p15"/>
          <p:cNvSpPr txBox="1"/>
          <p:nvPr>
            <p:ph idx="13" type="title"/>
          </p:nvPr>
        </p:nvSpPr>
        <p:spPr>
          <a:xfrm>
            <a:off x="7703938"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3" name="Google Shape;113;p15"/>
          <p:cNvSpPr/>
          <p:nvPr>
            <p:ph idx="14" type="pic"/>
          </p:nvPr>
        </p:nvSpPr>
        <p:spPr>
          <a:xfrm>
            <a:off x="7698400" y="2926575"/>
            <a:ext cx="900000" cy="900000"/>
          </a:xfrm>
          <a:prstGeom prst="ellipse">
            <a:avLst/>
          </a:prstGeom>
          <a:noFill/>
          <a:ln>
            <a:noFill/>
          </a:ln>
        </p:spPr>
      </p:sp>
      <p:sp>
        <p:nvSpPr>
          <p:cNvPr id="114" name="Google Shape;114;p15"/>
          <p:cNvSpPr txBox="1"/>
          <p:nvPr>
            <p:ph idx="15" type="title"/>
          </p:nvPr>
        </p:nvSpPr>
        <p:spPr>
          <a:xfrm>
            <a:off x="7698388"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5" name="Google Shape;115;p15"/>
          <p:cNvSpPr txBox="1"/>
          <p:nvPr>
            <p:ph idx="16" type="title"/>
          </p:nvPr>
        </p:nvSpPr>
        <p:spPr>
          <a:xfrm>
            <a:off x="7698413"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6" name="Google Shape;116;p15"/>
          <p:cNvSpPr/>
          <p:nvPr>
            <p:ph idx="17" type="pic"/>
          </p:nvPr>
        </p:nvSpPr>
        <p:spPr>
          <a:xfrm>
            <a:off x="4119188" y="1080000"/>
            <a:ext cx="900000" cy="900000"/>
          </a:xfrm>
          <a:prstGeom prst="ellipse">
            <a:avLst/>
          </a:prstGeom>
          <a:noFill/>
          <a:ln>
            <a:noFill/>
          </a:ln>
        </p:spPr>
      </p:sp>
      <p:sp>
        <p:nvSpPr>
          <p:cNvPr id="117" name="Google Shape;117;p15"/>
          <p:cNvSpPr txBox="1"/>
          <p:nvPr>
            <p:ph idx="18" type="title"/>
          </p:nvPr>
        </p:nvSpPr>
        <p:spPr>
          <a:xfrm>
            <a:off x="4119175"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8" name="Google Shape;118;p15"/>
          <p:cNvSpPr txBox="1"/>
          <p:nvPr>
            <p:ph idx="19" type="title"/>
          </p:nvPr>
        </p:nvSpPr>
        <p:spPr>
          <a:xfrm>
            <a:off x="4119200"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9" name="Google Shape;119;p15"/>
          <p:cNvSpPr/>
          <p:nvPr>
            <p:ph idx="20" type="pic"/>
          </p:nvPr>
        </p:nvSpPr>
        <p:spPr>
          <a:xfrm>
            <a:off x="4113663" y="2926575"/>
            <a:ext cx="900000" cy="900000"/>
          </a:xfrm>
          <a:prstGeom prst="ellipse">
            <a:avLst/>
          </a:prstGeom>
          <a:noFill/>
          <a:ln>
            <a:noFill/>
          </a:ln>
        </p:spPr>
      </p:sp>
      <p:sp>
        <p:nvSpPr>
          <p:cNvPr id="120" name="Google Shape;120;p15"/>
          <p:cNvSpPr txBox="1"/>
          <p:nvPr>
            <p:ph idx="21" type="title"/>
          </p:nvPr>
        </p:nvSpPr>
        <p:spPr>
          <a:xfrm>
            <a:off x="4113650"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1" name="Google Shape;121;p15"/>
          <p:cNvSpPr txBox="1"/>
          <p:nvPr>
            <p:ph idx="22" type="title"/>
          </p:nvPr>
        </p:nvSpPr>
        <p:spPr>
          <a:xfrm>
            <a:off x="4113675"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2" name="Google Shape;122;p15"/>
          <p:cNvSpPr/>
          <p:nvPr>
            <p:ph idx="23" type="pic"/>
          </p:nvPr>
        </p:nvSpPr>
        <p:spPr>
          <a:xfrm>
            <a:off x="2332375" y="1080000"/>
            <a:ext cx="900000" cy="900000"/>
          </a:xfrm>
          <a:prstGeom prst="ellipse">
            <a:avLst/>
          </a:prstGeom>
          <a:noFill/>
          <a:ln>
            <a:noFill/>
          </a:ln>
        </p:spPr>
      </p:sp>
      <p:sp>
        <p:nvSpPr>
          <p:cNvPr id="123" name="Google Shape;123;p15"/>
          <p:cNvSpPr txBox="1"/>
          <p:nvPr>
            <p:ph idx="24" type="title"/>
          </p:nvPr>
        </p:nvSpPr>
        <p:spPr>
          <a:xfrm>
            <a:off x="2332363"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4" name="Google Shape;124;p15"/>
          <p:cNvSpPr txBox="1"/>
          <p:nvPr>
            <p:ph idx="25" type="title"/>
          </p:nvPr>
        </p:nvSpPr>
        <p:spPr>
          <a:xfrm>
            <a:off x="2332388"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5" name="Google Shape;125;p15"/>
          <p:cNvSpPr/>
          <p:nvPr>
            <p:ph idx="26" type="pic"/>
          </p:nvPr>
        </p:nvSpPr>
        <p:spPr>
          <a:xfrm>
            <a:off x="2326850" y="2926575"/>
            <a:ext cx="900000" cy="900000"/>
          </a:xfrm>
          <a:prstGeom prst="ellipse">
            <a:avLst/>
          </a:prstGeom>
          <a:noFill/>
          <a:ln>
            <a:noFill/>
          </a:ln>
        </p:spPr>
      </p:sp>
      <p:sp>
        <p:nvSpPr>
          <p:cNvPr id="126" name="Google Shape;126;p15"/>
          <p:cNvSpPr txBox="1"/>
          <p:nvPr>
            <p:ph idx="27" type="title"/>
          </p:nvPr>
        </p:nvSpPr>
        <p:spPr>
          <a:xfrm>
            <a:off x="2326838"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7" name="Google Shape;127;p15"/>
          <p:cNvSpPr txBox="1"/>
          <p:nvPr>
            <p:ph idx="28" type="title"/>
          </p:nvPr>
        </p:nvSpPr>
        <p:spPr>
          <a:xfrm>
            <a:off x="2326863"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8" name="Google Shape;128;p15"/>
          <p:cNvSpPr/>
          <p:nvPr>
            <p:ph idx="29" type="pic"/>
          </p:nvPr>
        </p:nvSpPr>
        <p:spPr>
          <a:xfrm>
            <a:off x="5914338" y="1080000"/>
            <a:ext cx="900000" cy="900000"/>
          </a:xfrm>
          <a:prstGeom prst="ellipse">
            <a:avLst/>
          </a:prstGeom>
          <a:noFill/>
          <a:ln>
            <a:noFill/>
          </a:ln>
        </p:spPr>
      </p:sp>
      <p:sp>
        <p:nvSpPr>
          <p:cNvPr id="129" name="Google Shape;129;p15"/>
          <p:cNvSpPr txBox="1"/>
          <p:nvPr>
            <p:ph idx="30" type="title"/>
          </p:nvPr>
        </p:nvSpPr>
        <p:spPr>
          <a:xfrm>
            <a:off x="5914325" y="2357350"/>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0" name="Google Shape;130;p15"/>
          <p:cNvSpPr txBox="1"/>
          <p:nvPr>
            <p:ph idx="31" type="title"/>
          </p:nvPr>
        </p:nvSpPr>
        <p:spPr>
          <a:xfrm>
            <a:off x="5914350" y="2071875"/>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1" name="Google Shape;131;p15"/>
          <p:cNvSpPr/>
          <p:nvPr>
            <p:ph idx="32" type="pic"/>
          </p:nvPr>
        </p:nvSpPr>
        <p:spPr>
          <a:xfrm>
            <a:off x="5908813" y="2926575"/>
            <a:ext cx="900000" cy="900000"/>
          </a:xfrm>
          <a:prstGeom prst="ellipse">
            <a:avLst/>
          </a:prstGeom>
          <a:noFill/>
          <a:ln>
            <a:noFill/>
          </a:ln>
        </p:spPr>
      </p:sp>
      <p:sp>
        <p:nvSpPr>
          <p:cNvPr id="132" name="Google Shape;132;p15"/>
          <p:cNvSpPr txBox="1"/>
          <p:nvPr>
            <p:ph idx="33" type="title"/>
          </p:nvPr>
        </p:nvSpPr>
        <p:spPr>
          <a:xfrm>
            <a:off x="5908800" y="4203925"/>
            <a:ext cx="900000" cy="193500"/>
          </a:xfrm>
          <a:prstGeom prst="rect">
            <a:avLst/>
          </a:prstGeom>
        </p:spPr>
        <p:txBody>
          <a:bodyPr anchorCtr="0" anchor="ctr" bIns="0" lIns="0" spcFirstLastPara="1" rIns="0" wrap="square" tIns="0">
            <a:noAutofit/>
          </a:bodyPr>
          <a:lstStyle>
            <a:lvl1pPr lvl="0" rtl="0" algn="ctr">
              <a:spcBef>
                <a:spcPts val="0"/>
              </a:spcBef>
              <a:spcAft>
                <a:spcPts val="0"/>
              </a:spcAft>
              <a:buSzPts val="700"/>
              <a:buFont typeface="Montserrat"/>
              <a:buNone/>
              <a:defRPr sz="700">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3" name="Google Shape;133;p15"/>
          <p:cNvSpPr txBox="1"/>
          <p:nvPr>
            <p:ph idx="34" type="title"/>
          </p:nvPr>
        </p:nvSpPr>
        <p:spPr>
          <a:xfrm>
            <a:off x="5908825" y="3918450"/>
            <a:ext cx="900000" cy="213300"/>
          </a:xfrm>
          <a:prstGeom prst="rect">
            <a:avLst/>
          </a:prstGeom>
        </p:spPr>
        <p:txBody>
          <a:bodyPr anchorCtr="0" anchor="ctr" bIns="0" lIns="0" spcFirstLastPara="1" rIns="0" wrap="square" tIns="0">
            <a:noAutofit/>
          </a:bodyPr>
          <a:lstStyle>
            <a:lvl1pPr lvl="0" rtl="0" algn="ctr">
              <a:spcBef>
                <a:spcPts val="0"/>
              </a:spcBef>
              <a:spcAft>
                <a:spcPts val="0"/>
              </a:spcAft>
              <a:buClr>
                <a:schemeClr val="lt2"/>
              </a:buClr>
              <a:buSzPts val="800"/>
              <a:buFont typeface="Montserrat"/>
              <a:buNone/>
              <a:defRPr b="1" sz="800">
                <a:solidFill>
                  <a:schemeClr val="lt2"/>
                </a:solidFill>
                <a:latin typeface="Montserrat"/>
                <a:ea typeface="Montserrat"/>
                <a:cs typeface="Montserrat"/>
                <a:sym typeface="Montserrat"/>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6 columns">
  <p:cSld name="TITLE_1_1_4">
    <p:spTree>
      <p:nvGrpSpPr>
        <p:cNvPr id="134" name="Shape 134"/>
        <p:cNvGrpSpPr/>
        <p:nvPr/>
      </p:nvGrpSpPr>
      <p:grpSpPr>
        <a:xfrm>
          <a:off x="0" y="0"/>
          <a:ext cx="0" cy="0"/>
          <a:chOff x="0" y="0"/>
          <a:chExt cx="0" cy="0"/>
        </a:xfrm>
      </p:grpSpPr>
      <p:sp>
        <p:nvSpPr>
          <p:cNvPr id="135" name="Google Shape;135;p16"/>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6" name="Google Shape;136;p16"/>
          <p:cNvSpPr/>
          <p:nvPr/>
        </p:nvSpPr>
        <p:spPr>
          <a:xfrm rot="5400000">
            <a:off x="54480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rot="5400000">
            <a:off x="1924275" y="1987138"/>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rot="5400000">
            <a:off x="330375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 name="Google Shape;139;p16"/>
          <p:cNvCxnSpPr>
            <a:stCxn id="136" idx="0"/>
            <a:endCxn id="137" idx="4"/>
          </p:cNvCxnSpPr>
          <p:nvPr/>
        </p:nvCxnSpPr>
        <p:spPr>
          <a:xfrm>
            <a:off x="909600" y="2171925"/>
            <a:ext cx="1009800" cy="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6"/>
          <p:cNvCxnSpPr>
            <a:stCxn id="137" idx="0"/>
            <a:endCxn id="138" idx="4"/>
          </p:cNvCxnSpPr>
          <p:nvPr/>
        </p:nvCxnSpPr>
        <p:spPr>
          <a:xfrm>
            <a:off x="2289075" y="2171938"/>
            <a:ext cx="1009800" cy="0"/>
          </a:xfrm>
          <a:prstGeom prst="straightConnector1">
            <a:avLst/>
          </a:prstGeom>
          <a:noFill/>
          <a:ln cap="flat" cmpd="sng" w="9525">
            <a:solidFill>
              <a:schemeClr val="dk1"/>
            </a:solidFill>
            <a:prstDash val="solid"/>
            <a:round/>
            <a:headEnd len="med" w="med" type="none"/>
            <a:tailEnd len="med" w="med" type="none"/>
          </a:ln>
        </p:spPr>
      </p:cxnSp>
      <p:cxnSp>
        <p:nvCxnSpPr>
          <p:cNvPr id="141" name="Google Shape;141;p16"/>
          <p:cNvCxnSpPr>
            <a:stCxn id="138" idx="0"/>
            <a:endCxn id="142" idx="4"/>
          </p:cNvCxnSpPr>
          <p:nvPr/>
        </p:nvCxnSpPr>
        <p:spPr>
          <a:xfrm>
            <a:off x="3668550" y="2171925"/>
            <a:ext cx="1009800" cy="0"/>
          </a:xfrm>
          <a:prstGeom prst="straightConnector1">
            <a:avLst/>
          </a:prstGeom>
          <a:noFill/>
          <a:ln cap="flat" cmpd="sng" w="9525">
            <a:solidFill>
              <a:schemeClr val="dk1"/>
            </a:solidFill>
            <a:prstDash val="solid"/>
            <a:round/>
            <a:headEnd len="med" w="med" type="none"/>
            <a:tailEnd len="med" w="med" type="none"/>
          </a:ln>
        </p:spPr>
      </p:cxnSp>
      <p:cxnSp>
        <p:nvCxnSpPr>
          <p:cNvPr id="143" name="Google Shape;143;p16"/>
          <p:cNvCxnSpPr>
            <a:stCxn id="142" idx="0"/>
            <a:endCxn id="144" idx="4"/>
          </p:cNvCxnSpPr>
          <p:nvPr/>
        </p:nvCxnSpPr>
        <p:spPr>
          <a:xfrm>
            <a:off x="5048025" y="2171938"/>
            <a:ext cx="1009800" cy="0"/>
          </a:xfrm>
          <a:prstGeom prst="straightConnector1">
            <a:avLst/>
          </a:prstGeom>
          <a:noFill/>
          <a:ln cap="flat" cmpd="sng" w="9525">
            <a:solidFill>
              <a:schemeClr val="dk1"/>
            </a:solidFill>
            <a:prstDash val="solid"/>
            <a:round/>
            <a:headEnd len="med" w="med" type="none"/>
            <a:tailEnd len="med" w="med" type="none"/>
          </a:ln>
        </p:spPr>
      </p:cxnSp>
      <p:cxnSp>
        <p:nvCxnSpPr>
          <p:cNvPr id="145" name="Google Shape;145;p16"/>
          <p:cNvCxnSpPr>
            <a:stCxn id="144" idx="0"/>
            <a:endCxn id="146" idx="4"/>
          </p:cNvCxnSpPr>
          <p:nvPr/>
        </p:nvCxnSpPr>
        <p:spPr>
          <a:xfrm>
            <a:off x="6427575" y="2172000"/>
            <a:ext cx="1009800" cy="6600"/>
          </a:xfrm>
          <a:prstGeom prst="straightConnector1">
            <a:avLst/>
          </a:prstGeom>
          <a:noFill/>
          <a:ln cap="flat" cmpd="sng" w="9525">
            <a:solidFill>
              <a:schemeClr val="dk1"/>
            </a:solidFill>
            <a:prstDash val="solid"/>
            <a:round/>
            <a:headEnd len="med" w="med" type="none"/>
            <a:tailEnd len="med" w="med" type="none"/>
          </a:ln>
        </p:spPr>
      </p:cxnSp>
      <p:cxnSp>
        <p:nvCxnSpPr>
          <p:cNvPr id="147" name="Google Shape;147;p16"/>
          <p:cNvCxnSpPr>
            <a:stCxn id="146" idx="0"/>
          </p:cNvCxnSpPr>
          <p:nvPr/>
        </p:nvCxnSpPr>
        <p:spPr>
          <a:xfrm>
            <a:off x="7806975" y="2178600"/>
            <a:ext cx="831000" cy="0"/>
          </a:xfrm>
          <a:prstGeom prst="straightConnector1">
            <a:avLst/>
          </a:prstGeom>
          <a:noFill/>
          <a:ln cap="flat" cmpd="sng" w="9525">
            <a:solidFill>
              <a:schemeClr val="dk1"/>
            </a:solidFill>
            <a:prstDash val="solid"/>
            <a:round/>
            <a:headEnd len="med" w="med" type="none"/>
            <a:tailEnd len="med" w="med" type="triangle"/>
          </a:ln>
        </p:spPr>
      </p:cxnSp>
      <p:sp>
        <p:nvSpPr>
          <p:cNvPr id="148" name="Google Shape;148;p16"/>
          <p:cNvSpPr txBox="1"/>
          <p:nvPr>
            <p:ph idx="1" type="body"/>
          </p:nvPr>
        </p:nvSpPr>
        <p:spPr>
          <a:xfrm>
            <a:off x="540350" y="2695425"/>
            <a:ext cx="11664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49" name="Google Shape;149;p16"/>
          <p:cNvSpPr txBox="1"/>
          <p:nvPr>
            <p:ph idx="2" type="body"/>
          </p:nvPr>
        </p:nvSpPr>
        <p:spPr>
          <a:xfrm>
            <a:off x="1919650" y="2695475"/>
            <a:ext cx="11664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50" name="Google Shape;150;p16"/>
          <p:cNvSpPr txBox="1"/>
          <p:nvPr>
            <p:ph idx="3" type="body"/>
          </p:nvPr>
        </p:nvSpPr>
        <p:spPr>
          <a:xfrm>
            <a:off x="3299075" y="2695413"/>
            <a:ext cx="11664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51" name="Google Shape;151;p16"/>
          <p:cNvSpPr txBox="1"/>
          <p:nvPr>
            <p:ph idx="4" type="title"/>
          </p:nvPr>
        </p:nvSpPr>
        <p:spPr>
          <a:xfrm>
            <a:off x="540325" y="1481013"/>
            <a:ext cx="11664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52" name="Google Shape;152;p16"/>
          <p:cNvSpPr txBox="1"/>
          <p:nvPr>
            <p:ph idx="5" type="title"/>
          </p:nvPr>
        </p:nvSpPr>
        <p:spPr>
          <a:xfrm>
            <a:off x="1919625" y="1481013"/>
            <a:ext cx="11664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53" name="Google Shape;153;p16"/>
          <p:cNvSpPr txBox="1"/>
          <p:nvPr>
            <p:ph idx="6" type="title"/>
          </p:nvPr>
        </p:nvSpPr>
        <p:spPr>
          <a:xfrm>
            <a:off x="3299075" y="1481013"/>
            <a:ext cx="11664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54" name="Google Shape;154;p16"/>
          <p:cNvSpPr txBox="1"/>
          <p:nvPr>
            <p:ph idx="7" type="title"/>
          </p:nvPr>
        </p:nvSpPr>
        <p:spPr>
          <a:xfrm>
            <a:off x="540350" y="1260000"/>
            <a:ext cx="11664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55" name="Google Shape;155;p16"/>
          <p:cNvSpPr txBox="1"/>
          <p:nvPr>
            <p:ph idx="8" type="title"/>
          </p:nvPr>
        </p:nvSpPr>
        <p:spPr>
          <a:xfrm>
            <a:off x="1919650" y="1260000"/>
            <a:ext cx="11664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56" name="Google Shape;156;p16"/>
          <p:cNvSpPr txBox="1"/>
          <p:nvPr>
            <p:ph idx="9" type="title"/>
          </p:nvPr>
        </p:nvSpPr>
        <p:spPr>
          <a:xfrm>
            <a:off x="3299100" y="1260000"/>
            <a:ext cx="11664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57" name="Google Shape;157;p16"/>
          <p:cNvSpPr/>
          <p:nvPr/>
        </p:nvSpPr>
        <p:spPr>
          <a:xfrm rot="5400000">
            <a:off x="4683225"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txBox="1"/>
          <p:nvPr>
            <p:ph idx="13" type="body"/>
          </p:nvPr>
        </p:nvSpPr>
        <p:spPr>
          <a:xfrm>
            <a:off x="4678550" y="2695413"/>
            <a:ext cx="11664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59" name="Google Shape;159;p16"/>
          <p:cNvSpPr txBox="1"/>
          <p:nvPr>
            <p:ph idx="14" type="title"/>
          </p:nvPr>
        </p:nvSpPr>
        <p:spPr>
          <a:xfrm>
            <a:off x="4678550" y="1481013"/>
            <a:ext cx="11664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60" name="Google Shape;160;p16"/>
          <p:cNvSpPr txBox="1"/>
          <p:nvPr>
            <p:ph idx="15" type="title"/>
          </p:nvPr>
        </p:nvSpPr>
        <p:spPr>
          <a:xfrm>
            <a:off x="4678575" y="1260000"/>
            <a:ext cx="11664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61" name="Google Shape;161;p16"/>
          <p:cNvSpPr/>
          <p:nvPr/>
        </p:nvSpPr>
        <p:spPr>
          <a:xfrm rot="5400000">
            <a:off x="606270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txBox="1"/>
          <p:nvPr>
            <p:ph idx="16" type="body"/>
          </p:nvPr>
        </p:nvSpPr>
        <p:spPr>
          <a:xfrm>
            <a:off x="6058025" y="2695413"/>
            <a:ext cx="11664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63" name="Google Shape;163;p16"/>
          <p:cNvSpPr txBox="1"/>
          <p:nvPr>
            <p:ph idx="17" type="title"/>
          </p:nvPr>
        </p:nvSpPr>
        <p:spPr>
          <a:xfrm>
            <a:off x="6058025" y="1481013"/>
            <a:ext cx="11664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64" name="Google Shape;164;p16"/>
          <p:cNvSpPr txBox="1"/>
          <p:nvPr>
            <p:ph idx="18" type="title"/>
          </p:nvPr>
        </p:nvSpPr>
        <p:spPr>
          <a:xfrm>
            <a:off x="6058050" y="1260000"/>
            <a:ext cx="11664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65" name="Google Shape;165;p16"/>
          <p:cNvSpPr/>
          <p:nvPr/>
        </p:nvSpPr>
        <p:spPr>
          <a:xfrm rot="5400000">
            <a:off x="744225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
          <p:cNvSpPr txBox="1"/>
          <p:nvPr>
            <p:ph idx="19" type="body"/>
          </p:nvPr>
        </p:nvSpPr>
        <p:spPr>
          <a:xfrm>
            <a:off x="7437575" y="2695413"/>
            <a:ext cx="11664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67" name="Google Shape;167;p16"/>
          <p:cNvSpPr txBox="1"/>
          <p:nvPr>
            <p:ph idx="20" type="title"/>
          </p:nvPr>
        </p:nvSpPr>
        <p:spPr>
          <a:xfrm>
            <a:off x="7437575" y="1481013"/>
            <a:ext cx="11664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68" name="Google Shape;168;p16"/>
          <p:cNvSpPr txBox="1"/>
          <p:nvPr>
            <p:ph idx="21" type="title"/>
          </p:nvPr>
        </p:nvSpPr>
        <p:spPr>
          <a:xfrm>
            <a:off x="7437600" y="1260000"/>
            <a:ext cx="11664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5 columns">
  <p:cSld name="TITLE_1_1_4_1">
    <p:spTree>
      <p:nvGrpSpPr>
        <p:cNvPr id="169" name="Shape 169"/>
        <p:cNvGrpSpPr/>
        <p:nvPr/>
      </p:nvGrpSpPr>
      <p:grpSpPr>
        <a:xfrm>
          <a:off x="0" y="0"/>
          <a:ext cx="0" cy="0"/>
          <a:chOff x="0" y="0"/>
          <a:chExt cx="0" cy="0"/>
        </a:xfrm>
      </p:grpSpPr>
      <p:sp>
        <p:nvSpPr>
          <p:cNvPr id="170" name="Google Shape;170;p17"/>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1" name="Google Shape;171;p17"/>
          <p:cNvSpPr/>
          <p:nvPr/>
        </p:nvSpPr>
        <p:spPr>
          <a:xfrm rot="5400000">
            <a:off x="54480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rot="5400000">
            <a:off x="2208950" y="1987113"/>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
          <p:cNvSpPr/>
          <p:nvPr/>
        </p:nvSpPr>
        <p:spPr>
          <a:xfrm rot="5400000">
            <a:off x="387310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 name="Google Shape;174;p17"/>
          <p:cNvCxnSpPr>
            <a:stCxn id="171" idx="0"/>
            <a:endCxn id="172" idx="4"/>
          </p:cNvCxnSpPr>
          <p:nvPr/>
        </p:nvCxnSpPr>
        <p:spPr>
          <a:xfrm>
            <a:off x="909600" y="2171925"/>
            <a:ext cx="1294500" cy="0"/>
          </a:xfrm>
          <a:prstGeom prst="straightConnector1">
            <a:avLst/>
          </a:prstGeom>
          <a:noFill/>
          <a:ln cap="flat" cmpd="sng" w="9525">
            <a:solidFill>
              <a:schemeClr val="dk1"/>
            </a:solidFill>
            <a:prstDash val="solid"/>
            <a:round/>
            <a:headEnd len="med" w="med" type="none"/>
            <a:tailEnd len="med" w="med" type="none"/>
          </a:ln>
        </p:spPr>
      </p:cxnSp>
      <p:cxnSp>
        <p:nvCxnSpPr>
          <p:cNvPr id="175" name="Google Shape;175;p17"/>
          <p:cNvCxnSpPr>
            <a:stCxn id="172" idx="0"/>
            <a:endCxn id="173" idx="4"/>
          </p:cNvCxnSpPr>
          <p:nvPr/>
        </p:nvCxnSpPr>
        <p:spPr>
          <a:xfrm>
            <a:off x="2573750" y="2171913"/>
            <a:ext cx="1294500" cy="0"/>
          </a:xfrm>
          <a:prstGeom prst="straightConnector1">
            <a:avLst/>
          </a:prstGeom>
          <a:noFill/>
          <a:ln cap="flat" cmpd="sng" w="9525">
            <a:solidFill>
              <a:schemeClr val="dk1"/>
            </a:solidFill>
            <a:prstDash val="solid"/>
            <a:round/>
            <a:headEnd len="med" w="med" type="none"/>
            <a:tailEnd len="med" w="med" type="none"/>
          </a:ln>
        </p:spPr>
      </p:cxnSp>
      <p:cxnSp>
        <p:nvCxnSpPr>
          <p:cNvPr id="176" name="Google Shape;176;p17"/>
          <p:cNvCxnSpPr>
            <a:stCxn id="173" idx="0"/>
          </p:cNvCxnSpPr>
          <p:nvPr/>
        </p:nvCxnSpPr>
        <p:spPr>
          <a:xfrm>
            <a:off x="4237900" y="2171925"/>
            <a:ext cx="1294500" cy="0"/>
          </a:xfrm>
          <a:prstGeom prst="straightConnector1">
            <a:avLst/>
          </a:prstGeom>
          <a:noFill/>
          <a:ln cap="flat" cmpd="sng" w="9525">
            <a:solidFill>
              <a:schemeClr val="dk1"/>
            </a:solidFill>
            <a:prstDash val="solid"/>
            <a:round/>
            <a:headEnd len="med" w="med" type="none"/>
            <a:tailEnd len="med" w="med" type="none"/>
          </a:ln>
        </p:spPr>
      </p:cxnSp>
      <p:cxnSp>
        <p:nvCxnSpPr>
          <p:cNvPr id="177" name="Google Shape;177;p17"/>
          <p:cNvCxnSpPr>
            <a:stCxn id="178" idx="0"/>
            <a:endCxn id="179" idx="4"/>
          </p:cNvCxnSpPr>
          <p:nvPr/>
        </p:nvCxnSpPr>
        <p:spPr>
          <a:xfrm>
            <a:off x="5902050" y="2171925"/>
            <a:ext cx="1294500" cy="0"/>
          </a:xfrm>
          <a:prstGeom prst="straightConnector1">
            <a:avLst/>
          </a:prstGeom>
          <a:noFill/>
          <a:ln cap="flat" cmpd="sng" w="9525">
            <a:solidFill>
              <a:schemeClr val="dk1"/>
            </a:solidFill>
            <a:prstDash val="solid"/>
            <a:round/>
            <a:headEnd len="med" w="med" type="none"/>
            <a:tailEnd len="med" w="med" type="none"/>
          </a:ln>
        </p:spPr>
      </p:cxnSp>
      <p:cxnSp>
        <p:nvCxnSpPr>
          <p:cNvPr id="180" name="Google Shape;180;p17"/>
          <p:cNvCxnSpPr>
            <a:stCxn id="179" idx="0"/>
          </p:cNvCxnSpPr>
          <p:nvPr/>
        </p:nvCxnSpPr>
        <p:spPr>
          <a:xfrm>
            <a:off x="7566200" y="2171925"/>
            <a:ext cx="1071900" cy="6600"/>
          </a:xfrm>
          <a:prstGeom prst="straightConnector1">
            <a:avLst/>
          </a:prstGeom>
          <a:noFill/>
          <a:ln cap="flat" cmpd="sng" w="9525">
            <a:solidFill>
              <a:schemeClr val="dk1"/>
            </a:solidFill>
            <a:prstDash val="solid"/>
            <a:round/>
            <a:headEnd len="med" w="med" type="none"/>
            <a:tailEnd len="med" w="med" type="triangle"/>
          </a:ln>
        </p:spPr>
      </p:cxnSp>
      <p:sp>
        <p:nvSpPr>
          <p:cNvPr id="181" name="Google Shape;181;p17"/>
          <p:cNvSpPr txBox="1"/>
          <p:nvPr>
            <p:ph idx="1" type="body"/>
          </p:nvPr>
        </p:nvSpPr>
        <p:spPr>
          <a:xfrm>
            <a:off x="540030" y="2695475"/>
            <a:ext cx="1407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82" name="Google Shape;182;p17"/>
          <p:cNvSpPr txBox="1"/>
          <p:nvPr>
            <p:ph idx="2" type="body"/>
          </p:nvPr>
        </p:nvSpPr>
        <p:spPr>
          <a:xfrm>
            <a:off x="2204162" y="2695413"/>
            <a:ext cx="1407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83" name="Google Shape;183;p17"/>
          <p:cNvSpPr txBox="1"/>
          <p:nvPr>
            <p:ph idx="3" type="title"/>
          </p:nvPr>
        </p:nvSpPr>
        <p:spPr>
          <a:xfrm>
            <a:off x="540000" y="1481013"/>
            <a:ext cx="1407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84" name="Google Shape;184;p17"/>
          <p:cNvSpPr txBox="1"/>
          <p:nvPr>
            <p:ph idx="4" type="title"/>
          </p:nvPr>
        </p:nvSpPr>
        <p:spPr>
          <a:xfrm>
            <a:off x="2204162" y="1481013"/>
            <a:ext cx="1407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85" name="Google Shape;185;p17"/>
          <p:cNvSpPr txBox="1"/>
          <p:nvPr>
            <p:ph idx="5" type="title"/>
          </p:nvPr>
        </p:nvSpPr>
        <p:spPr>
          <a:xfrm>
            <a:off x="540030" y="1260000"/>
            <a:ext cx="1407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86" name="Google Shape;186;p17"/>
          <p:cNvSpPr txBox="1"/>
          <p:nvPr>
            <p:ph idx="6" type="title"/>
          </p:nvPr>
        </p:nvSpPr>
        <p:spPr>
          <a:xfrm>
            <a:off x="2204192" y="1260000"/>
            <a:ext cx="1407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87" name="Google Shape;187;p17"/>
          <p:cNvSpPr txBox="1"/>
          <p:nvPr>
            <p:ph idx="7" type="body"/>
          </p:nvPr>
        </p:nvSpPr>
        <p:spPr>
          <a:xfrm>
            <a:off x="3868355" y="2695413"/>
            <a:ext cx="1407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88" name="Google Shape;188;p17"/>
          <p:cNvSpPr txBox="1"/>
          <p:nvPr>
            <p:ph idx="8" type="title"/>
          </p:nvPr>
        </p:nvSpPr>
        <p:spPr>
          <a:xfrm>
            <a:off x="3868355" y="1481013"/>
            <a:ext cx="1407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89" name="Google Shape;189;p17"/>
          <p:cNvSpPr txBox="1"/>
          <p:nvPr>
            <p:ph idx="9" type="title"/>
          </p:nvPr>
        </p:nvSpPr>
        <p:spPr>
          <a:xfrm>
            <a:off x="3868385" y="1260000"/>
            <a:ext cx="1407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78" name="Google Shape;178;p17"/>
          <p:cNvSpPr/>
          <p:nvPr/>
        </p:nvSpPr>
        <p:spPr>
          <a:xfrm rot="5400000">
            <a:off x="553725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
          <p:cNvSpPr txBox="1"/>
          <p:nvPr>
            <p:ph idx="13" type="body"/>
          </p:nvPr>
        </p:nvSpPr>
        <p:spPr>
          <a:xfrm>
            <a:off x="5532547" y="2695413"/>
            <a:ext cx="1407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91" name="Google Shape;191;p17"/>
          <p:cNvSpPr txBox="1"/>
          <p:nvPr>
            <p:ph idx="14" type="title"/>
          </p:nvPr>
        </p:nvSpPr>
        <p:spPr>
          <a:xfrm>
            <a:off x="5532547" y="1481013"/>
            <a:ext cx="1407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92" name="Google Shape;192;p17"/>
          <p:cNvSpPr txBox="1"/>
          <p:nvPr>
            <p:ph idx="15" type="title"/>
          </p:nvPr>
        </p:nvSpPr>
        <p:spPr>
          <a:xfrm>
            <a:off x="5532577" y="1260000"/>
            <a:ext cx="1407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179" name="Google Shape;179;p17"/>
          <p:cNvSpPr/>
          <p:nvPr/>
        </p:nvSpPr>
        <p:spPr>
          <a:xfrm rot="5400000">
            <a:off x="720140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
          <p:cNvSpPr txBox="1"/>
          <p:nvPr>
            <p:ph idx="16" type="body"/>
          </p:nvPr>
        </p:nvSpPr>
        <p:spPr>
          <a:xfrm>
            <a:off x="7196830" y="2695413"/>
            <a:ext cx="1407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194" name="Google Shape;194;p17"/>
          <p:cNvSpPr txBox="1"/>
          <p:nvPr>
            <p:ph idx="17" type="title"/>
          </p:nvPr>
        </p:nvSpPr>
        <p:spPr>
          <a:xfrm>
            <a:off x="7196830" y="1481013"/>
            <a:ext cx="1407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195" name="Google Shape;195;p17"/>
          <p:cNvSpPr txBox="1"/>
          <p:nvPr>
            <p:ph idx="18" type="title"/>
          </p:nvPr>
        </p:nvSpPr>
        <p:spPr>
          <a:xfrm>
            <a:off x="7196860" y="1260000"/>
            <a:ext cx="1407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4 columns">
  <p:cSld name="TITLE_1_1_4_1_1">
    <p:spTree>
      <p:nvGrpSpPr>
        <p:cNvPr id="196" name="Shape 196"/>
        <p:cNvGrpSpPr/>
        <p:nvPr/>
      </p:nvGrpSpPr>
      <p:grpSpPr>
        <a:xfrm>
          <a:off x="0" y="0"/>
          <a:ext cx="0" cy="0"/>
          <a:chOff x="0" y="0"/>
          <a:chExt cx="0" cy="0"/>
        </a:xfrm>
      </p:grpSpPr>
      <p:sp>
        <p:nvSpPr>
          <p:cNvPr id="197" name="Google Shape;197;p18"/>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8" name="Google Shape;198;p18"/>
          <p:cNvSpPr/>
          <p:nvPr/>
        </p:nvSpPr>
        <p:spPr>
          <a:xfrm rot="5400000">
            <a:off x="54480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
          <p:cNvSpPr/>
          <p:nvPr/>
        </p:nvSpPr>
        <p:spPr>
          <a:xfrm rot="5400000">
            <a:off x="2641825" y="1987113"/>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8"/>
          <p:cNvSpPr/>
          <p:nvPr/>
        </p:nvSpPr>
        <p:spPr>
          <a:xfrm rot="5400000">
            <a:off x="4738850"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1" name="Google Shape;201;p18"/>
          <p:cNvCxnSpPr>
            <a:stCxn id="198" idx="0"/>
            <a:endCxn id="199" idx="4"/>
          </p:cNvCxnSpPr>
          <p:nvPr/>
        </p:nvCxnSpPr>
        <p:spPr>
          <a:xfrm>
            <a:off x="909600" y="2171925"/>
            <a:ext cx="1727400" cy="0"/>
          </a:xfrm>
          <a:prstGeom prst="straightConnector1">
            <a:avLst/>
          </a:prstGeom>
          <a:noFill/>
          <a:ln cap="flat" cmpd="sng" w="9525">
            <a:solidFill>
              <a:schemeClr val="dk1"/>
            </a:solidFill>
            <a:prstDash val="solid"/>
            <a:round/>
            <a:headEnd len="med" w="med" type="none"/>
            <a:tailEnd len="med" w="med" type="none"/>
          </a:ln>
        </p:spPr>
      </p:cxnSp>
      <p:cxnSp>
        <p:nvCxnSpPr>
          <p:cNvPr id="202" name="Google Shape;202;p18"/>
          <p:cNvCxnSpPr>
            <a:stCxn id="199" idx="0"/>
            <a:endCxn id="200" idx="4"/>
          </p:cNvCxnSpPr>
          <p:nvPr/>
        </p:nvCxnSpPr>
        <p:spPr>
          <a:xfrm>
            <a:off x="3006625" y="2171913"/>
            <a:ext cx="1727400" cy="0"/>
          </a:xfrm>
          <a:prstGeom prst="straightConnector1">
            <a:avLst/>
          </a:prstGeom>
          <a:noFill/>
          <a:ln cap="flat" cmpd="sng" w="9525">
            <a:solidFill>
              <a:schemeClr val="dk1"/>
            </a:solidFill>
            <a:prstDash val="solid"/>
            <a:round/>
            <a:headEnd len="med" w="med" type="none"/>
            <a:tailEnd len="med" w="med" type="none"/>
          </a:ln>
        </p:spPr>
      </p:cxnSp>
      <p:cxnSp>
        <p:nvCxnSpPr>
          <p:cNvPr id="203" name="Google Shape;203;p18"/>
          <p:cNvCxnSpPr>
            <a:stCxn id="200" idx="0"/>
            <a:endCxn id="204" idx="4"/>
          </p:cNvCxnSpPr>
          <p:nvPr/>
        </p:nvCxnSpPr>
        <p:spPr>
          <a:xfrm>
            <a:off x="5103650" y="2171925"/>
            <a:ext cx="1727400" cy="0"/>
          </a:xfrm>
          <a:prstGeom prst="straightConnector1">
            <a:avLst/>
          </a:prstGeom>
          <a:noFill/>
          <a:ln cap="flat" cmpd="sng" w="9525">
            <a:solidFill>
              <a:schemeClr val="dk1"/>
            </a:solidFill>
            <a:prstDash val="solid"/>
            <a:round/>
            <a:headEnd len="med" w="med" type="none"/>
            <a:tailEnd len="med" w="med" type="none"/>
          </a:ln>
        </p:spPr>
      </p:cxnSp>
      <p:cxnSp>
        <p:nvCxnSpPr>
          <p:cNvPr id="205" name="Google Shape;205;p18"/>
          <p:cNvCxnSpPr>
            <a:stCxn id="204" idx="0"/>
            <a:endCxn id="206" idx="4"/>
          </p:cNvCxnSpPr>
          <p:nvPr/>
        </p:nvCxnSpPr>
        <p:spPr>
          <a:xfrm>
            <a:off x="7200675" y="2171925"/>
            <a:ext cx="1294500" cy="0"/>
          </a:xfrm>
          <a:prstGeom prst="straightConnector1">
            <a:avLst/>
          </a:prstGeom>
          <a:noFill/>
          <a:ln cap="flat" cmpd="sng" w="9525">
            <a:solidFill>
              <a:schemeClr val="dk1"/>
            </a:solidFill>
            <a:prstDash val="solid"/>
            <a:round/>
            <a:headEnd len="med" w="med" type="none"/>
            <a:tailEnd len="med" w="med" type="none"/>
          </a:ln>
        </p:spPr>
      </p:cxnSp>
      <p:cxnSp>
        <p:nvCxnSpPr>
          <p:cNvPr id="207" name="Google Shape;207;p18"/>
          <p:cNvCxnSpPr>
            <a:stCxn id="206" idx="0"/>
          </p:cNvCxnSpPr>
          <p:nvPr/>
        </p:nvCxnSpPr>
        <p:spPr>
          <a:xfrm>
            <a:off x="7566200" y="2171925"/>
            <a:ext cx="1071900" cy="6600"/>
          </a:xfrm>
          <a:prstGeom prst="straightConnector1">
            <a:avLst/>
          </a:prstGeom>
          <a:noFill/>
          <a:ln cap="flat" cmpd="sng" w="9525">
            <a:solidFill>
              <a:schemeClr val="dk1"/>
            </a:solidFill>
            <a:prstDash val="solid"/>
            <a:round/>
            <a:headEnd len="med" w="med" type="none"/>
            <a:tailEnd len="med" w="med" type="triangle"/>
          </a:ln>
        </p:spPr>
      </p:cxnSp>
      <p:sp>
        <p:nvSpPr>
          <p:cNvPr id="208" name="Google Shape;208;p18"/>
          <p:cNvSpPr txBox="1"/>
          <p:nvPr>
            <p:ph idx="1" type="body"/>
          </p:nvPr>
        </p:nvSpPr>
        <p:spPr>
          <a:xfrm>
            <a:off x="540038" y="2695475"/>
            <a:ext cx="1773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209" name="Google Shape;209;p18"/>
          <p:cNvSpPr txBox="1"/>
          <p:nvPr>
            <p:ph idx="2" type="body"/>
          </p:nvPr>
        </p:nvSpPr>
        <p:spPr>
          <a:xfrm>
            <a:off x="2636983" y="2695413"/>
            <a:ext cx="1773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210" name="Google Shape;210;p18"/>
          <p:cNvSpPr txBox="1"/>
          <p:nvPr>
            <p:ph idx="3" type="title"/>
          </p:nvPr>
        </p:nvSpPr>
        <p:spPr>
          <a:xfrm>
            <a:off x="540000" y="1481013"/>
            <a:ext cx="1773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211" name="Google Shape;211;p18"/>
          <p:cNvSpPr txBox="1"/>
          <p:nvPr>
            <p:ph idx="4" type="title"/>
          </p:nvPr>
        </p:nvSpPr>
        <p:spPr>
          <a:xfrm>
            <a:off x="2636983" y="1481013"/>
            <a:ext cx="1773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212" name="Google Shape;212;p18"/>
          <p:cNvSpPr txBox="1"/>
          <p:nvPr>
            <p:ph idx="5" type="title"/>
          </p:nvPr>
        </p:nvSpPr>
        <p:spPr>
          <a:xfrm>
            <a:off x="540038" y="1260000"/>
            <a:ext cx="1773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213" name="Google Shape;213;p18"/>
          <p:cNvSpPr txBox="1"/>
          <p:nvPr>
            <p:ph idx="6" type="title"/>
          </p:nvPr>
        </p:nvSpPr>
        <p:spPr>
          <a:xfrm>
            <a:off x="2637021" y="1260000"/>
            <a:ext cx="1773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214" name="Google Shape;214;p18"/>
          <p:cNvSpPr txBox="1"/>
          <p:nvPr>
            <p:ph idx="7" type="body"/>
          </p:nvPr>
        </p:nvSpPr>
        <p:spPr>
          <a:xfrm>
            <a:off x="4734004" y="2695413"/>
            <a:ext cx="1773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215" name="Google Shape;215;p18"/>
          <p:cNvSpPr txBox="1"/>
          <p:nvPr>
            <p:ph idx="8" type="title"/>
          </p:nvPr>
        </p:nvSpPr>
        <p:spPr>
          <a:xfrm>
            <a:off x="4734004" y="1481013"/>
            <a:ext cx="1773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216" name="Google Shape;216;p18"/>
          <p:cNvSpPr txBox="1"/>
          <p:nvPr>
            <p:ph idx="9" type="title"/>
          </p:nvPr>
        </p:nvSpPr>
        <p:spPr>
          <a:xfrm>
            <a:off x="4734042" y="1260000"/>
            <a:ext cx="1773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
        <p:nvSpPr>
          <p:cNvPr id="204" name="Google Shape;204;p18"/>
          <p:cNvSpPr/>
          <p:nvPr/>
        </p:nvSpPr>
        <p:spPr>
          <a:xfrm rot="5400000">
            <a:off x="6835875" y="1987125"/>
            <a:ext cx="360000" cy="369600"/>
          </a:xfrm>
          <a:prstGeom prst="ellipse">
            <a:avLst/>
          </a:prstGeom>
          <a:solidFill>
            <a:srgbClr val="FDD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
          <p:cNvSpPr txBox="1"/>
          <p:nvPr>
            <p:ph idx="13" type="body"/>
          </p:nvPr>
        </p:nvSpPr>
        <p:spPr>
          <a:xfrm>
            <a:off x="6831025" y="2695413"/>
            <a:ext cx="1773000" cy="18540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Char char="●"/>
              <a:defRPr sz="800"/>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218" name="Google Shape;218;p18"/>
          <p:cNvSpPr txBox="1"/>
          <p:nvPr>
            <p:ph idx="14" type="title"/>
          </p:nvPr>
        </p:nvSpPr>
        <p:spPr>
          <a:xfrm>
            <a:off x="6831025" y="1481013"/>
            <a:ext cx="1773000" cy="167400"/>
          </a:xfrm>
          <a:prstGeom prst="rect">
            <a:avLst/>
          </a:prstGeom>
        </p:spPr>
        <p:txBody>
          <a:bodyPr anchorCtr="0" anchor="t" bIns="0" lIns="0" spcFirstLastPara="1" rIns="0" wrap="square" tIns="0">
            <a:noAutofit/>
          </a:bodyPr>
          <a:lstStyle>
            <a:lvl1pPr lvl="0" rtl="0">
              <a:spcBef>
                <a:spcPts val="0"/>
              </a:spcBef>
              <a:spcAft>
                <a:spcPts val="0"/>
              </a:spcAft>
              <a:buSzPts val="800"/>
              <a:buNone/>
              <a:defRPr sz="8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219" name="Google Shape;219;p18"/>
          <p:cNvSpPr txBox="1"/>
          <p:nvPr>
            <p:ph idx="15" type="title"/>
          </p:nvPr>
        </p:nvSpPr>
        <p:spPr>
          <a:xfrm>
            <a:off x="6831063" y="1260000"/>
            <a:ext cx="1773000" cy="1674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100"/>
              <a:buFont typeface="Montserrat"/>
              <a:buNone/>
              <a:defRPr b="1" sz="1100">
                <a:solidFill>
                  <a:schemeClr val="lt2"/>
                </a:solidFill>
                <a:latin typeface="Montserrat"/>
                <a:ea typeface="Montserrat"/>
                <a:cs typeface="Montserrat"/>
                <a:sym typeface="Montserrat"/>
              </a:defRPr>
            </a:lvl1pPr>
            <a:lvl2pPr lvl="1" rtl="0">
              <a:spcBef>
                <a:spcPts val="0"/>
              </a:spcBef>
              <a:spcAft>
                <a:spcPts val="0"/>
              </a:spcAft>
              <a:buClr>
                <a:schemeClr val="lt2"/>
              </a:buClr>
              <a:buSzPts val="1400"/>
              <a:buNone/>
              <a:defRPr>
                <a:solidFill>
                  <a:schemeClr val="lt2"/>
                </a:solidFill>
              </a:defRPr>
            </a:lvl2pPr>
            <a:lvl3pPr lvl="2" rtl="0">
              <a:spcBef>
                <a:spcPts val="0"/>
              </a:spcBef>
              <a:spcAft>
                <a:spcPts val="0"/>
              </a:spcAft>
              <a:buClr>
                <a:schemeClr val="lt2"/>
              </a:buClr>
              <a:buSzPts val="1400"/>
              <a:buNone/>
              <a:defRPr>
                <a:solidFill>
                  <a:schemeClr val="lt2"/>
                </a:solidFill>
              </a:defRPr>
            </a:lvl3pPr>
            <a:lvl4pPr lvl="3" rtl="0">
              <a:spcBef>
                <a:spcPts val="0"/>
              </a:spcBef>
              <a:spcAft>
                <a:spcPts val="0"/>
              </a:spcAft>
              <a:buClr>
                <a:schemeClr val="lt2"/>
              </a:buClr>
              <a:buSzPts val="1400"/>
              <a:buNone/>
              <a:defRPr>
                <a:solidFill>
                  <a:schemeClr val="lt2"/>
                </a:solidFill>
              </a:defRPr>
            </a:lvl4pPr>
            <a:lvl5pPr lvl="4" rtl="0">
              <a:spcBef>
                <a:spcPts val="0"/>
              </a:spcBef>
              <a:spcAft>
                <a:spcPts val="0"/>
              </a:spcAft>
              <a:buClr>
                <a:schemeClr val="lt2"/>
              </a:buClr>
              <a:buSzPts val="1400"/>
              <a:buNone/>
              <a:defRPr>
                <a:solidFill>
                  <a:schemeClr val="lt2"/>
                </a:solidFill>
              </a:defRPr>
            </a:lvl5pPr>
            <a:lvl6pPr lvl="5" rtl="0">
              <a:spcBef>
                <a:spcPts val="0"/>
              </a:spcBef>
              <a:spcAft>
                <a:spcPts val="0"/>
              </a:spcAft>
              <a:buClr>
                <a:schemeClr val="lt2"/>
              </a:buClr>
              <a:buSzPts val="1400"/>
              <a:buNone/>
              <a:defRPr>
                <a:solidFill>
                  <a:schemeClr val="lt2"/>
                </a:solidFill>
              </a:defRPr>
            </a:lvl6pPr>
            <a:lvl7pPr lvl="6" rtl="0">
              <a:spcBef>
                <a:spcPts val="0"/>
              </a:spcBef>
              <a:spcAft>
                <a:spcPts val="0"/>
              </a:spcAft>
              <a:buClr>
                <a:schemeClr val="lt2"/>
              </a:buClr>
              <a:buSzPts val="1400"/>
              <a:buNone/>
              <a:defRPr>
                <a:solidFill>
                  <a:schemeClr val="lt2"/>
                </a:solidFill>
              </a:defRPr>
            </a:lvl7pPr>
            <a:lvl8pPr lvl="7" rtl="0">
              <a:spcBef>
                <a:spcPts val="0"/>
              </a:spcBef>
              <a:spcAft>
                <a:spcPts val="0"/>
              </a:spcAft>
              <a:buClr>
                <a:schemeClr val="lt2"/>
              </a:buClr>
              <a:buSzPts val="1400"/>
              <a:buNone/>
              <a:defRPr>
                <a:solidFill>
                  <a:schemeClr val="lt2"/>
                </a:solidFill>
              </a:defRPr>
            </a:lvl8pPr>
            <a:lvl9pPr lvl="8" rtl="0">
              <a:spcBef>
                <a:spcPts val="0"/>
              </a:spcBef>
              <a:spcAft>
                <a:spcPts val="0"/>
              </a:spcAft>
              <a:buClr>
                <a:schemeClr val="lt2"/>
              </a:buClr>
              <a:buSzPts val="1400"/>
              <a:buNone/>
              <a:defRPr>
                <a:solidFill>
                  <a:schemeClr val="lt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ccess story with highlights">
  <p:cSld name="TITLE_1_1_3">
    <p:spTree>
      <p:nvGrpSpPr>
        <p:cNvPr id="220" name="Shape 220"/>
        <p:cNvGrpSpPr/>
        <p:nvPr/>
      </p:nvGrpSpPr>
      <p:grpSpPr>
        <a:xfrm>
          <a:off x="0" y="0"/>
          <a:ext cx="0" cy="0"/>
          <a:chOff x="0" y="0"/>
          <a:chExt cx="0" cy="0"/>
        </a:xfrm>
      </p:grpSpPr>
      <p:sp>
        <p:nvSpPr>
          <p:cNvPr id="221" name="Google Shape;221;p19"/>
          <p:cNvSpPr/>
          <p:nvPr/>
        </p:nvSpPr>
        <p:spPr>
          <a:xfrm>
            <a:off x="3546700" y="3594000"/>
            <a:ext cx="4882500" cy="1017300"/>
          </a:xfrm>
          <a:prstGeom prst="rect">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p:nvPr>
            <p:ph idx="2" type="pic"/>
          </p:nvPr>
        </p:nvSpPr>
        <p:spPr>
          <a:xfrm>
            <a:off x="-702000" y="-1508400"/>
            <a:ext cx="3556800" cy="3556800"/>
          </a:xfrm>
          <a:prstGeom prst="ellipse">
            <a:avLst/>
          </a:prstGeom>
          <a:noFill/>
          <a:ln>
            <a:noFill/>
          </a:ln>
        </p:spPr>
      </p:sp>
      <p:sp>
        <p:nvSpPr>
          <p:cNvPr id="223" name="Google Shape;223;p19"/>
          <p:cNvSpPr txBox="1"/>
          <p:nvPr>
            <p:ph type="title"/>
          </p:nvPr>
        </p:nvSpPr>
        <p:spPr>
          <a:xfrm>
            <a:off x="3541265" y="545000"/>
            <a:ext cx="4882500" cy="2088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000"/>
              <a:buFont typeface="Montserrat"/>
              <a:buNone/>
              <a:defRPr b="1" sz="1000">
                <a:solidFill>
                  <a:schemeClr val="lt2"/>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4" name="Google Shape;224;p19"/>
          <p:cNvSpPr txBox="1"/>
          <p:nvPr>
            <p:ph idx="1" type="body"/>
          </p:nvPr>
        </p:nvSpPr>
        <p:spPr>
          <a:xfrm>
            <a:off x="3547200" y="790175"/>
            <a:ext cx="4881600" cy="6006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0"/>
              </a:spcBef>
              <a:spcAft>
                <a:spcPts val="0"/>
              </a:spcAft>
              <a:buSzPts val="1000"/>
              <a:buChar char="○"/>
              <a:defRPr sz="1000"/>
            </a:lvl2pPr>
            <a:lvl3pPr indent="-292100" lvl="2" marL="1371600" rtl="0">
              <a:spcBef>
                <a:spcPts val="0"/>
              </a:spcBef>
              <a:spcAft>
                <a:spcPts val="0"/>
              </a:spcAft>
              <a:buSzPts val="1000"/>
              <a:buChar char="■"/>
              <a:defRPr sz="1000"/>
            </a:lvl3pPr>
            <a:lvl4pPr indent="-292100" lvl="3" marL="1828800" rtl="0">
              <a:spcBef>
                <a:spcPts val="0"/>
              </a:spcBef>
              <a:spcAft>
                <a:spcPts val="0"/>
              </a:spcAft>
              <a:buSzPts val="1000"/>
              <a:buChar char="●"/>
              <a:defRPr sz="1000"/>
            </a:lvl4pPr>
            <a:lvl5pPr indent="-292100" lvl="4" marL="2286000" rtl="0">
              <a:spcBef>
                <a:spcPts val="0"/>
              </a:spcBef>
              <a:spcAft>
                <a:spcPts val="0"/>
              </a:spcAft>
              <a:buSzPts val="1000"/>
              <a:buChar char="○"/>
              <a:defRPr sz="1000"/>
            </a:lvl5pPr>
            <a:lvl6pPr indent="-292100" lvl="5" marL="2743200" rtl="0">
              <a:spcBef>
                <a:spcPts val="0"/>
              </a:spcBef>
              <a:spcAft>
                <a:spcPts val="0"/>
              </a:spcAft>
              <a:buSzPts val="1000"/>
              <a:buChar char="■"/>
              <a:defRPr sz="1000"/>
            </a:lvl6pPr>
            <a:lvl7pPr indent="-292100" lvl="6" marL="3200400" rtl="0">
              <a:spcBef>
                <a:spcPts val="0"/>
              </a:spcBef>
              <a:spcAft>
                <a:spcPts val="0"/>
              </a:spcAft>
              <a:buSzPts val="1000"/>
              <a:buChar char="●"/>
              <a:defRPr sz="1000"/>
            </a:lvl7pPr>
            <a:lvl8pPr indent="-292100" lvl="7" marL="3657600" rtl="0">
              <a:spcBef>
                <a:spcPts val="0"/>
              </a:spcBef>
              <a:spcAft>
                <a:spcPts val="0"/>
              </a:spcAft>
              <a:buSzPts val="1000"/>
              <a:buChar char="○"/>
              <a:defRPr sz="1000"/>
            </a:lvl8pPr>
            <a:lvl9pPr indent="-292100" lvl="8" marL="4114800" rtl="0">
              <a:spcBef>
                <a:spcPts val="0"/>
              </a:spcBef>
              <a:spcAft>
                <a:spcPts val="0"/>
              </a:spcAft>
              <a:buSzPts val="1000"/>
              <a:buChar char="■"/>
              <a:defRPr sz="1000"/>
            </a:lvl9pPr>
          </a:lstStyle>
          <a:p/>
        </p:txBody>
      </p:sp>
      <p:sp>
        <p:nvSpPr>
          <p:cNvPr id="225" name="Google Shape;225;p19"/>
          <p:cNvSpPr txBox="1"/>
          <p:nvPr>
            <p:ph idx="3" type="title"/>
          </p:nvPr>
        </p:nvSpPr>
        <p:spPr>
          <a:xfrm>
            <a:off x="3544227" y="1535600"/>
            <a:ext cx="4882500" cy="2088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000"/>
              <a:buFont typeface="Montserrat"/>
              <a:buNone/>
              <a:defRPr b="1" sz="1000">
                <a:solidFill>
                  <a:schemeClr val="lt2"/>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6" name="Google Shape;226;p19"/>
          <p:cNvSpPr txBox="1"/>
          <p:nvPr>
            <p:ph idx="4" type="body"/>
          </p:nvPr>
        </p:nvSpPr>
        <p:spPr>
          <a:xfrm>
            <a:off x="3550163" y="1780775"/>
            <a:ext cx="4881600" cy="6006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0"/>
              </a:spcBef>
              <a:spcAft>
                <a:spcPts val="0"/>
              </a:spcAft>
              <a:buSzPts val="1000"/>
              <a:buChar char="○"/>
              <a:defRPr sz="1000"/>
            </a:lvl2pPr>
            <a:lvl3pPr indent="-292100" lvl="2" marL="1371600" rtl="0">
              <a:spcBef>
                <a:spcPts val="0"/>
              </a:spcBef>
              <a:spcAft>
                <a:spcPts val="0"/>
              </a:spcAft>
              <a:buSzPts val="1000"/>
              <a:buChar char="■"/>
              <a:defRPr sz="1000"/>
            </a:lvl3pPr>
            <a:lvl4pPr indent="-292100" lvl="3" marL="1828800" rtl="0">
              <a:spcBef>
                <a:spcPts val="0"/>
              </a:spcBef>
              <a:spcAft>
                <a:spcPts val="0"/>
              </a:spcAft>
              <a:buSzPts val="1000"/>
              <a:buChar char="●"/>
              <a:defRPr sz="1000"/>
            </a:lvl4pPr>
            <a:lvl5pPr indent="-292100" lvl="4" marL="2286000" rtl="0">
              <a:spcBef>
                <a:spcPts val="0"/>
              </a:spcBef>
              <a:spcAft>
                <a:spcPts val="0"/>
              </a:spcAft>
              <a:buSzPts val="1000"/>
              <a:buChar char="○"/>
              <a:defRPr sz="1000"/>
            </a:lvl5pPr>
            <a:lvl6pPr indent="-292100" lvl="5" marL="2743200" rtl="0">
              <a:spcBef>
                <a:spcPts val="0"/>
              </a:spcBef>
              <a:spcAft>
                <a:spcPts val="0"/>
              </a:spcAft>
              <a:buSzPts val="1000"/>
              <a:buChar char="■"/>
              <a:defRPr sz="1000"/>
            </a:lvl6pPr>
            <a:lvl7pPr indent="-292100" lvl="6" marL="3200400" rtl="0">
              <a:spcBef>
                <a:spcPts val="0"/>
              </a:spcBef>
              <a:spcAft>
                <a:spcPts val="0"/>
              </a:spcAft>
              <a:buSzPts val="1000"/>
              <a:buChar char="●"/>
              <a:defRPr sz="1000"/>
            </a:lvl7pPr>
            <a:lvl8pPr indent="-292100" lvl="7" marL="3657600" rtl="0">
              <a:spcBef>
                <a:spcPts val="0"/>
              </a:spcBef>
              <a:spcAft>
                <a:spcPts val="0"/>
              </a:spcAft>
              <a:buSzPts val="1000"/>
              <a:buChar char="○"/>
              <a:defRPr sz="1000"/>
            </a:lvl8pPr>
            <a:lvl9pPr indent="-292100" lvl="8" marL="4114800" rtl="0">
              <a:spcBef>
                <a:spcPts val="0"/>
              </a:spcBef>
              <a:spcAft>
                <a:spcPts val="0"/>
              </a:spcAft>
              <a:buSzPts val="1000"/>
              <a:buChar char="■"/>
              <a:defRPr sz="1000"/>
            </a:lvl9pPr>
          </a:lstStyle>
          <a:p/>
        </p:txBody>
      </p:sp>
      <p:sp>
        <p:nvSpPr>
          <p:cNvPr id="227" name="Google Shape;227;p19"/>
          <p:cNvSpPr txBox="1"/>
          <p:nvPr>
            <p:ph idx="5" type="title"/>
          </p:nvPr>
        </p:nvSpPr>
        <p:spPr>
          <a:xfrm>
            <a:off x="3544177" y="2526200"/>
            <a:ext cx="4882500" cy="2088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000"/>
              <a:buFont typeface="Montserrat"/>
              <a:buNone/>
              <a:defRPr b="1" sz="1000">
                <a:solidFill>
                  <a:schemeClr val="lt2"/>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8" name="Google Shape;228;p19"/>
          <p:cNvSpPr txBox="1"/>
          <p:nvPr>
            <p:ph idx="6" type="body"/>
          </p:nvPr>
        </p:nvSpPr>
        <p:spPr>
          <a:xfrm>
            <a:off x="3550113" y="2771375"/>
            <a:ext cx="4881600" cy="6006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0"/>
              </a:spcBef>
              <a:spcAft>
                <a:spcPts val="0"/>
              </a:spcAft>
              <a:buSzPts val="1000"/>
              <a:buChar char="○"/>
              <a:defRPr sz="1000"/>
            </a:lvl2pPr>
            <a:lvl3pPr indent="-292100" lvl="2" marL="1371600" rtl="0">
              <a:spcBef>
                <a:spcPts val="0"/>
              </a:spcBef>
              <a:spcAft>
                <a:spcPts val="0"/>
              </a:spcAft>
              <a:buSzPts val="1000"/>
              <a:buChar char="■"/>
              <a:defRPr sz="1000"/>
            </a:lvl3pPr>
            <a:lvl4pPr indent="-292100" lvl="3" marL="1828800" rtl="0">
              <a:spcBef>
                <a:spcPts val="0"/>
              </a:spcBef>
              <a:spcAft>
                <a:spcPts val="0"/>
              </a:spcAft>
              <a:buSzPts val="1000"/>
              <a:buChar char="●"/>
              <a:defRPr sz="1000"/>
            </a:lvl4pPr>
            <a:lvl5pPr indent="-292100" lvl="4" marL="2286000" rtl="0">
              <a:spcBef>
                <a:spcPts val="0"/>
              </a:spcBef>
              <a:spcAft>
                <a:spcPts val="0"/>
              </a:spcAft>
              <a:buSzPts val="1000"/>
              <a:buChar char="○"/>
              <a:defRPr sz="1000"/>
            </a:lvl5pPr>
            <a:lvl6pPr indent="-292100" lvl="5" marL="2743200" rtl="0">
              <a:spcBef>
                <a:spcPts val="0"/>
              </a:spcBef>
              <a:spcAft>
                <a:spcPts val="0"/>
              </a:spcAft>
              <a:buSzPts val="1000"/>
              <a:buChar char="■"/>
              <a:defRPr sz="1000"/>
            </a:lvl6pPr>
            <a:lvl7pPr indent="-292100" lvl="6" marL="3200400" rtl="0">
              <a:spcBef>
                <a:spcPts val="0"/>
              </a:spcBef>
              <a:spcAft>
                <a:spcPts val="0"/>
              </a:spcAft>
              <a:buSzPts val="1000"/>
              <a:buChar char="●"/>
              <a:defRPr sz="1000"/>
            </a:lvl7pPr>
            <a:lvl8pPr indent="-292100" lvl="7" marL="3657600" rtl="0">
              <a:spcBef>
                <a:spcPts val="0"/>
              </a:spcBef>
              <a:spcAft>
                <a:spcPts val="0"/>
              </a:spcAft>
              <a:buSzPts val="1000"/>
              <a:buChar char="○"/>
              <a:defRPr sz="1000"/>
            </a:lvl8pPr>
            <a:lvl9pPr indent="-292100" lvl="8" marL="4114800" rtl="0">
              <a:spcBef>
                <a:spcPts val="0"/>
              </a:spcBef>
              <a:spcAft>
                <a:spcPts val="0"/>
              </a:spcAft>
              <a:buSzPts val="1000"/>
              <a:buChar char="■"/>
              <a:defRPr sz="1000"/>
            </a:lvl9pPr>
          </a:lstStyle>
          <a:p/>
        </p:txBody>
      </p:sp>
      <p:sp>
        <p:nvSpPr>
          <p:cNvPr id="229" name="Google Shape;229;p19"/>
          <p:cNvSpPr txBox="1"/>
          <p:nvPr>
            <p:ph idx="7" type="body"/>
          </p:nvPr>
        </p:nvSpPr>
        <p:spPr>
          <a:xfrm>
            <a:off x="3708300" y="3710250"/>
            <a:ext cx="1292400" cy="784800"/>
          </a:xfrm>
          <a:prstGeom prst="rect">
            <a:avLst/>
          </a:prstGeom>
        </p:spPr>
        <p:txBody>
          <a:bodyPr anchorCtr="0" anchor="ctr" bIns="0" lIns="0" spcFirstLastPara="1" rIns="0" wrap="square" tIns="0">
            <a:noAutofit/>
          </a:bodyPr>
          <a:lstStyle>
            <a:lvl1pPr indent="-304800" lvl="0" marL="4572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1pPr>
            <a:lvl2pPr indent="-304800" lvl="1" marL="9144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2pPr>
            <a:lvl3pPr indent="-304800" lvl="2" marL="13716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3pPr>
            <a:lvl4pPr indent="-304800" lvl="3" marL="18288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4pPr>
            <a:lvl5pPr indent="-304800" lvl="4" marL="22860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5pPr>
            <a:lvl6pPr indent="-304800" lvl="5" marL="27432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6pPr>
            <a:lvl7pPr indent="-304800" lvl="6" marL="32004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7pPr>
            <a:lvl8pPr indent="-304800" lvl="7" marL="36576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8pPr>
            <a:lvl9pPr indent="-304800" lvl="8" marL="41148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9pPr>
          </a:lstStyle>
          <a:p/>
        </p:txBody>
      </p:sp>
      <p:sp>
        <p:nvSpPr>
          <p:cNvPr id="230" name="Google Shape;230;p19"/>
          <p:cNvSpPr txBox="1"/>
          <p:nvPr>
            <p:ph idx="8" type="body"/>
          </p:nvPr>
        </p:nvSpPr>
        <p:spPr>
          <a:xfrm>
            <a:off x="5336338" y="3710250"/>
            <a:ext cx="1292400" cy="784800"/>
          </a:xfrm>
          <a:prstGeom prst="rect">
            <a:avLst/>
          </a:prstGeom>
        </p:spPr>
        <p:txBody>
          <a:bodyPr anchorCtr="0" anchor="ctr" bIns="0" lIns="0" spcFirstLastPara="1" rIns="0" wrap="square" tIns="0">
            <a:noAutofit/>
          </a:bodyPr>
          <a:lstStyle>
            <a:lvl1pPr indent="-304800" lvl="0" marL="4572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1pPr>
            <a:lvl2pPr indent="-304800" lvl="1" marL="9144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2pPr>
            <a:lvl3pPr indent="-304800" lvl="2" marL="13716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3pPr>
            <a:lvl4pPr indent="-304800" lvl="3" marL="18288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4pPr>
            <a:lvl5pPr indent="-304800" lvl="4" marL="22860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5pPr>
            <a:lvl6pPr indent="-304800" lvl="5" marL="27432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6pPr>
            <a:lvl7pPr indent="-304800" lvl="6" marL="32004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7pPr>
            <a:lvl8pPr indent="-304800" lvl="7" marL="36576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8pPr>
            <a:lvl9pPr indent="-304800" lvl="8" marL="41148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9pPr>
          </a:lstStyle>
          <a:p/>
        </p:txBody>
      </p:sp>
      <p:sp>
        <p:nvSpPr>
          <p:cNvPr id="231" name="Google Shape;231;p19"/>
          <p:cNvSpPr txBox="1"/>
          <p:nvPr>
            <p:ph idx="9" type="body"/>
          </p:nvPr>
        </p:nvSpPr>
        <p:spPr>
          <a:xfrm>
            <a:off x="6964338" y="3710250"/>
            <a:ext cx="1292400" cy="784800"/>
          </a:xfrm>
          <a:prstGeom prst="rect">
            <a:avLst/>
          </a:prstGeom>
        </p:spPr>
        <p:txBody>
          <a:bodyPr anchorCtr="0" anchor="ctr" bIns="0" lIns="0" spcFirstLastPara="1" rIns="0" wrap="square" tIns="0">
            <a:noAutofit/>
          </a:bodyPr>
          <a:lstStyle>
            <a:lvl1pPr indent="-304800" lvl="0" marL="4572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1pPr>
            <a:lvl2pPr indent="-304800" lvl="1" marL="9144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2pPr>
            <a:lvl3pPr indent="-304800" lvl="2" marL="13716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3pPr>
            <a:lvl4pPr indent="-304800" lvl="3" marL="18288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4pPr>
            <a:lvl5pPr indent="-304800" lvl="4" marL="22860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5pPr>
            <a:lvl6pPr indent="-304800" lvl="5" marL="27432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6pPr>
            <a:lvl7pPr indent="-304800" lvl="6" marL="32004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7pPr>
            <a:lvl8pPr indent="-304800" lvl="7" marL="36576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8pPr>
            <a:lvl9pPr indent="-304800" lvl="8" marL="4114800" rtl="0">
              <a:spcBef>
                <a:spcPts val="0"/>
              </a:spcBef>
              <a:spcAft>
                <a:spcPts val="0"/>
              </a:spcAft>
              <a:buSzPts val="1200"/>
              <a:buFont typeface="Montserrat Medium"/>
              <a:buChar char="■"/>
              <a:defRPr sz="1200">
                <a:latin typeface="Montserrat Medium"/>
                <a:ea typeface="Montserrat Medium"/>
                <a:cs typeface="Montserrat Medium"/>
                <a:sym typeface="Montserrat Medium"/>
              </a:defRPr>
            </a:lvl9pPr>
          </a:lstStyle>
          <a:p/>
        </p:txBody>
      </p:sp>
      <p:sp>
        <p:nvSpPr>
          <p:cNvPr id="232" name="Google Shape;232;p19"/>
          <p:cNvSpPr txBox="1"/>
          <p:nvPr>
            <p:ph idx="13" type="subTitle"/>
          </p:nvPr>
        </p:nvSpPr>
        <p:spPr>
          <a:xfrm>
            <a:off x="961025" y="2647825"/>
            <a:ext cx="1893600" cy="776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100"/>
              <a:buFont typeface="Montserrat Medium"/>
              <a:buNone/>
              <a:defRPr sz="1100">
                <a:latin typeface="Montserrat Medium"/>
                <a:ea typeface="Montserrat Medium"/>
                <a:cs typeface="Montserrat Medium"/>
                <a:sym typeface="Montserrat Medium"/>
              </a:defRPr>
            </a:lvl1pPr>
            <a:lvl2pPr lvl="1" rtl="0">
              <a:spcBef>
                <a:spcPts val="0"/>
              </a:spcBef>
              <a:spcAft>
                <a:spcPts val="0"/>
              </a:spcAft>
              <a:buClr>
                <a:schemeClr val="dk1"/>
              </a:buClr>
              <a:buSzPts val="1300"/>
              <a:buNone/>
              <a:defRPr sz="1300"/>
            </a:lvl2pPr>
            <a:lvl3pPr lvl="2" rtl="0">
              <a:spcBef>
                <a:spcPts val="0"/>
              </a:spcBef>
              <a:spcAft>
                <a:spcPts val="0"/>
              </a:spcAft>
              <a:buClr>
                <a:schemeClr val="dk1"/>
              </a:buClr>
              <a:buSzPts val="1300"/>
              <a:buNone/>
              <a:defRPr sz="1300"/>
            </a:lvl3pPr>
            <a:lvl4pPr lvl="3" rtl="0">
              <a:spcBef>
                <a:spcPts val="0"/>
              </a:spcBef>
              <a:spcAft>
                <a:spcPts val="0"/>
              </a:spcAft>
              <a:buClr>
                <a:schemeClr val="dk1"/>
              </a:buClr>
              <a:buSzPts val="1300"/>
              <a:buNone/>
              <a:defRPr sz="1300"/>
            </a:lvl4pPr>
            <a:lvl5pPr lvl="4" rtl="0">
              <a:spcBef>
                <a:spcPts val="0"/>
              </a:spcBef>
              <a:spcAft>
                <a:spcPts val="0"/>
              </a:spcAft>
              <a:buClr>
                <a:schemeClr val="dk1"/>
              </a:buClr>
              <a:buSzPts val="1300"/>
              <a:buNone/>
              <a:defRPr sz="1300"/>
            </a:lvl5pPr>
            <a:lvl6pPr lvl="5" rtl="0">
              <a:spcBef>
                <a:spcPts val="0"/>
              </a:spcBef>
              <a:spcAft>
                <a:spcPts val="0"/>
              </a:spcAft>
              <a:buClr>
                <a:schemeClr val="dk1"/>
              </a:buClr>
              <a:buSzPts val="1300"/>
              <a:buNone/>
              <a:defRPr sz="1300"/>
            </a:lvl6pPr>
            <a:lvl7pPr lvl="6" rtl="0">
              <a:spcBef>
                <a:spcPts val="0"/>
              </a:spcBef>
              <a:spcAft>
                <a:spcPts val="0"/>
              </a:spcAft>
              <a:buClr>
                <a:schemeClr val="dk1"/>
              </a:buClr>
              <a:buSzPts val="1300"/>
              <a:buNone/>
              <a:defRPr sz="1300"/>
            </a:lvl7pPr>
            <a:lvl8pPr lvl="7" rtl="0">
              <a:spcBef>
                <a:spcPts val="0"/>
              </a:spcBef>
              <a:spcAft>
                <a:spcPts val="0"/>
              </a:spcAft>
              <a:buClr>
                <a:schemeClr val="dk1"/>
              </a:buClr>
              <a:buSzPts val="1300"/>
              <a:buNone/>
              <a:defRPr sz="1300"/>
            </a:lvl8pPr>
            <a:lvl9pPr lvl="8" rtl="0">
              <a:spcBef>
                <a:spcPts val="0"/>
              </a:spcBef>
              <a:spcAft>
                <a:spcPts val="0"/>
              </a:spcAft>
              <a:buClr>
                <a:schemeClr val="dk1"/>
              </a:buClr>
              <a:buSzPts val="1300"/>
              <a:buNone/>
              <a:defRPr sz="1300"/>
            </a:lvl9pPr>
          </a:lstStyle>
          <a:p/>
        </p:txBody>
      </p:sp>
      <p:sp>
        <p:nvSpPr>
          <p:cNvPr id="233" name="Google Shape;233;p19"/>
          <p:cNvSpPr txBox="1"/>
          <p:nvPr>
            <p:ph idx="14" type="title"/>
          </p:nvPr>
        </p:nvSpPr>
        <p:spPr>
          <a:xfrm>
            <a:off x="961025" y="2286575"/>
            <a:ext cx="1893600" cy="239700"/>
          </a:xfrm>
          <a:prstGeom prst="rect">
            <a:avLst/>
          </a:prstGeom>
        </p:spPr>
        <p:txBody>
          <a:bodyPr anchorCtr="0" anchor="t" bIns="0" lIns="0" spcFirstLastPara="1" rIns="0" wrap="square" tIns="0">
            <a:noAutofit/>
          </a:bodyPr>
          <a:lstStyle>
            <a:lvl1pPr lvl="0" rtl="0">
              <a:spcBef>
                <a:spcPts val="0"/>
              </a:spcBef>
              <a:spcAft>
                <a:spcPts val="0"/>
              </a:spcAft>
              <a:buSzPts val="1600"/>
              <a:buFont typeface="Montserrat"/>
              <a:buNone/>
              <a:defRPr b="1" sz="1600">
                <a:latin typeface="Montserrat"/>
                <a:ea typeface="Montserrat"/>
                <a:cs typeface="Montserrat"/>
                <a:sym typeface="Montserra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ccess story with quote">
  <p:cSld name="TITLE_1_1_3_1">
    <p:spTree>
      <p:nvGrpSpPr>
        <p:cNvPr id="234" name="Shape 234"/>
        <p:cNvGrpSpPr/>
        <p:nvPr/>
      </p:nvGrpSpPr>
      <p:grpSpPr>
        <a:xfrm>
          <a:off x="0" y="0"/>
          <a:ext cx="0" cy="0"/>
          <a:chOff x="0" y="0"/>
          <a:chExt cx="0" cy="0"/>
        </a:xfrm>
      </p:grpSpPr>
      <p:sp>
        <p:nvSpPr>
          <p:cNvPr id="235" name="Google Shape;235;p20"/>
          <p:cNvSpPr/>
          <p:nvPr/>
        </p:nvSpPr>
        <p:spPr>
          <a:xfrm>
            <a:off x="3546700" y="3594000"/>
            <a:ext cx="4882500" cy="1017300"/>
          </a:xfrm>
          <a:prstGeom prst="rect">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0"/>
          <p:cNvSpPr/>
          <p:nvPr>
            <p:ph idx="2" type="pic"/>
          </p:nvPr>
        </p:nvSpPr>
        <p:spPr>
          <a:xfrm>
            <a:off x="-702000" y="-1508400"/>
            <a:ext cx="3556800" cy="3556800"/>
          </a:xfrm>
          <a:prstGeom prst="ellipse">
            <a:avLst/>
          </a:prstGeom>
          <a:noFill/>
          <a:ln>
            <a:noFill/>
          </a:ln>
        </p:spPr>
      </p:sp>
      <p:sp>
        <p:nvSpPr>
          <p:cNvPr id="237" name="Google Shape;237;p20"/>
          <p:cNvSpPr txBox="1"/>
          <p:nvPr>
            <p:ph type="title"/>
          </p:nvPr>
        </p:nvSpPr>
        <p:spPr>
          <a:xfrm>
            <a:off x="3541265" y="545000"/>
            <a:ext cx="4882500" cy="2088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000"/>
              <a:buFont typeface="Montserrat"/>
              <a:buNone/>
              <a:defRPr b="1" sz="1000">
                <a:solidFill>
                  <a:schemeClr val="lt2"/>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8" name="Google Shape;238;p20"/>
          <p:cNvSpPr txBox="1"/>
          <p:nvPr>
            <p:ph idx="1" type="body"/>
          </p:nvPr>
        </p:nvSpPr>
        <p:spPr>
          <a:xfrm>
            <a:off x="3547200" y="790175"/>
            <a:ext cx="4881600" cy="6006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0"/>
              </a:spcBef>
              <a:spcAft>
                <a:spcPts val="0"/>
              </a:spcAft>
              <a:buSzPts val="1000"/>
              <a:buChar char="○"/>
              <a:defRPr sz="1000"/>
            </a:lvl2pPr>
            <a:lvl3pPr indent="-292100" lvl="2" marL="1371600" rtl="0">
              <a:spcBef>
                <a:spcPts val="0"/>
              </a:spcBef>
              <a:spcAft>
                <a:spcPts val="0"/>
              </a:spcAft>
              <a:buSzPts val="1000"/>
              <a:buChar char="■"/>
              <a:defRPr sz="1000"/>
            </a:lvl3pPr>
            <a:lvl4pPr indent="-292100" lvl="3" marL="1828800" rtl="0">
              <a:spcBef>
                <a:spcPts val="0"/>
              </a:spcBef>
              <a:spcAft>
                <a:spcPts val="0"/>
              </a:spcAft>
              <a:buSzPts val="1000"/>
              <a:buChar char="●"/>
              <a:defRPr sz="1000"/>
            </a:lvl4pPr>
            <a:lvl5pPr indent="-292100" lvl="4" marL="2286000" rtl="0">
              <a:spcBef>
                <a:spcPts val="0"/>
              </a:spcBef>
              <a:spcAft>
                <a:spcPts val="0"/>
              </a:spcAft>
              <a:buSzPts val="1000"/>
              <a:buChar char="○"/>
              <a:defRPr sz="1000"/>
            </a:lvl5pPr>
            <a:lvl6pPr indent="-292100" lvl="5" marL="2743200" rtl="0">
              <a:spcBef>
                <a:spcPts val="0"/>
              </a:spcBef>
              <a:spcAft>
                <a:spcPts val="0"/>
              </a:spcAft>
              <a:buSzPts val="1000"/>
              <a:buChar char="■"/>
              <a:defRPr sz="1000"/>
            </a:lvl6pPr>
            <a:lvl7pPr indent="-292100" lvl="6" marL="3200400" rtl="0">
              <a:spcBef>
                <a:spcPts val="0"/>
              </a:spcBef>
              <a:spcAft>
                <a:spcPts val="0"/>
              </a:spcAft>
              <a:buSzPts val="1000"/>
              <a:buChar char="●"/>
              <a:defRPr sz="1000"/>
            </a:lvl7pPr>
            <a:lvl8pPr indent="-292100" lvl="7" marL="3657600" rtl="0">
              <a:spcBef>
                <a:spcPts val="0"/>
              </a:spcBef>
              <a:spcAft>
                <a:spcPts val="0"/>
              </a:spcAft>
              <a:buSzPts val="1000"/>
              <a:buChar char="○"/>
              <a:defRPr sz="1000"/>
            </a:lvl8pPr>
            <a:lvl9pPr indent="-292100" lvl="8" marL="4114800" rtl="0">
              <a:spcBef>
                <a:spcPts val="0"/>
              </a:spcBef>
              <a:spcAft>
                <a:spcPts val="0"/>
              </a:spcAft>
              <a:buSzPts val="1000"/>
              <a:buChar char="■"/>
              <a:defRPr sz="1000"/>
            </a:lvl9pPr>
          </a:lstStyle>
          <a:p/>
        </p:txBody>
      </p:sp>
      <p:sp>
        <p:nvSpPr>
          <p:cNvPr id="239" name="Google Shape;239;p20"/>
          <p:cNvSpPr txBox="1"/>
          <p:nvPr>
            <p:ph idx="3" type="title"/>
          </p:nvPr>
        </p:nvSpPr>
        <p:spPr>
          <a:xfrm>
            <a:off x="3544227" y="1535600"/>
            <a:ext cx="4882500" cy="2088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000"/>
              <a:buFont typeface="Montserrat"/>
              <a:buNone/>
              <a:defRPr b="1" sz="1000">
                <a:solidFill>
                  <a:schemeClr val="lt2"/>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0" name="Google Shape;240;p20"/>
          <p:cNvSpPr txBox="1"/>
          <p:nvPr>
            <p:ph idx="4" type="body"/>
          </p:nvPr>
        </p:nvSpPr>
        <p:spPr>
          <a:xfrm>
            <a:off x="3550163" y="1780775"/>
            <a:ext cx="4881600" cy="6006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0"/>
              </a:spcBef>
              <a:spcAft>
                <a:spcPts val="0"/>
              </a:spcAft>
              <a:buSzPts val="1000"/>
              <a:buChar char="○"/>
              <a:defRPr sz="1000"/>
            </a:lvl2pPr>
            <a:lvl3pPr indent="-292100" lvl="2" marL="1371600" rtl="0">
              <a:spcBef>
                <a:spcPts val="0"/>
              </a:spcBef>
              <a:spcAft>
                <a:spcPts val="0"/>
              </a:spcAft>
              <a:buSzPts val="1000"/>
              <a:buChar char="■"/>
              <a:defRPr sz="1000"/>
            </a:lvl3pPr>
            <a:lvl4pPr indent="-292100" lvl="3" marL="1828800" rtl="0">
              <a:spcBef>
                <a:spcPts val="0"/>
              </a:spcBef>
              <a:spcAft>
                <a:spcPts val="0"/>
              </a:spcAft>
              <a:buSzPts val="1000"/>
              <a:buChar char="●"/>
              <a:defRPr sz="1000"/>
            </a:lvl4pPr>
            <a:lvl5pPr indent="-292100" lvl="4" marL="2286000" rtl="0">
              <a:spcBef>
                <a:spcPts val="0"/>
              </a:spcBef>
              <a:spcAft>
                <a:spcPts val="0"/>
              </a:spcAft>
              <a:buSzPts val="1000"/>
              <a:buChar char="○"/>
              <a:defRPr sz="1000"/>
            </a:lvl5pPr>
            <a:lvl6pPr indent="-292100" lvl="5" marL="2743200" rtl="0">
              <a:spcBef>
                <a:spcPts val="0"/>
              </a:spcBef>
              <a:spcAft>
                <a:spcPts val="0"/>
              </a:spcAft>
              <a:buSzPts val="1000"/>
              <a:buChar char="■"/>
              <a:defRPr sz="1000"/>
            </a:lvl6pPr>
            <a:lvl7pPr indent="-292100" lvl="6" marL="3200400" rtl="0">
              <a:spcBef>
                <a:spcPts val="0"/>
              </a:spcBef>
              <a:spcAft>
                <a:spcPts val="0"/>
              </a:spcAft>
              <a:buSzPts val="1000"/>
              <a:buChar char="●"/>
              <a:defRPr sz="1000"/>
            </a:lvl7pPr>
            <a:lvl8pPr indent="-292100" lvl="7" marL="3657600" rtl="0">
              <a:spcBef>
                <a:spcPts val="0"/>
              </a:spcBef>
              <a:spcAft>
                <a:spcPts val="0"/>
              </a:spcAft>
              <a:buSzPts val="1000"/>
              <a:buChar char="○"/>
              <a:defRPr sz="1000"/>
            </a:lvl8pPr>
            <a:lvl9pPr indent="-292100" lvl="8" marL="4114800" rtl="0">
              <a:spcBef>
                <a:spcPts val="0"/>
              </a:spcBef>
              <a:spcAft>
                <a:spcPts val="0"/>
              </a:spcAft>
              <a:buSzPts val="1000"/>
              <a:buChar char="■"/>
              <a:defRPr sz="1000"/>
            </a:lvl9pPr>
          </a:lstStyle>
          <a:p/>
        </p:txBody>
      </p:sp>
      <p:sp>
        <p:nvSpPr>
          <p:cNvPr id="241" name="Google Shape;241;p20"/>
          <p:cNvSpPr txBox="1"/>
          <p:nvPr>
            <p:ph idx="5" type="title"/>
          </p:nvPr>
        </p:nvSpPr>
        <p:spPr>
          <a:xfrm>
            <a:off x="3544177" y="2526200"/>
            <a:ext cx="4882500" cy="2088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1000"/>
              <a:buFont typeface="Montserrat"/>
              <a:buNone/>
              <a:defRPr b="1" sz="1000">
                <a:solidFill>
                  <a:schemeClr val="lt2"/>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2" name="Google Shape;242;p20"/>
          <p:cNvSpPr txBox="1"/>
          <p:nvPr>
            <p:ph idx="6" type="body"/>
          </p:nvPr>
        </p:nvSpPr>
        <p:spPr>
          <a:xfrm>
            <a:off x="3550113" y="2771375"/>
            <a:ext cx="4881600" cy="6006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0"/>
              </a:spcBef>
              <a:spcAft>
                <a:spcPts val="0"/>
              </a:spcAft>
              <a:buSzPts val="1000"/>
              <a:buChar char="○"/>
              <a:defRPr sz="1000"/>
            </a:lvl2pPr>
            <a:lvl3pPr indent="-292100" lvl="2" marL="1371600" rtl="0">
              <a:spcBef>
                <a:spcPts val="0"/>
              </a:spcBef>
              <a:spcAft>
                <a:spcPts val="0"/>
              </a:spcAft>
              <a:buSzPts val="1000"/>
              <a:buChar char="■"/>
              <a:defRPr sz="1000"/>
            </a:lvl3pPr>
            <a:lvl4pPr indent="-292100" lvl="3" marL="1828800" rtl="0">
              <a:spcBef>
                <a:spcPts val="0"/>
              </a:spcBef>
              <a:spcAft>
                <a:spcPts val="0"/>
              </a:spcAft>
              <a:buSzPts val="1000"/>
              <a:buChar char="●"/>
              <a:defRPr sz="1000"/>
            </a:lvl4pPr>
            <a:lvl5pPr indent="-292100" lvl="4" marL="2286000" rtl="0">
              <a:spcBef>
                <a:spcPts val="0"/>
              </a:spcBef>
              <a:spcAft>
                <a:spcPts val="0"/>
              </a:spcAft>
              <a:buSzPts val="1000"/>
              <a:buChar char="○"/>
              <a:defRPr sz="1000"/>
            </a:lvl5pPr>
            <a:lvl6pPr indent="-292100" lvl="5" marL="2743200" rtl="0">
              <a:spcBef>
                <a:spcPts val="0"/>
              </a:spcBef>
              <a:spcAft>
                <a:spcPts val="0"/>
              </a:spcAft>
              <a:buSzPts val="1000"/>
              <a:buChar char="■"/>
              <a:defRPr sz="1000"/>
            </a:lvl6pPr>
            <a:lvl7pPr indent="-292100" lvl="6" marL="3200400" rtl="0">
              <a:spcBef>
                <a:spcPts val="0"/>
              </a:spcBef>
              <a:spcAft>
                <a:spcPts val="0"/>
              </a:spcAft>
              <a:buSzPts val="1000"/>
              <a:buChar char="●"/>
              <a:defRPr sz="1000"/>
            </a:lvl7pPr>
            <a:lvl8pPr indent="-292100" lvl="7" marL="3657600" rtl="0">
              <a:spcBef>
                <a:spcPts val="0"/>
              </a:spcBef>
              <a:spcAft>
                <a:spcPts val="0"/>
              </a:spcAft>
              <a:buSzPts val="1000"/>
              <a:buChar char="○"/>
              <a:defRPr sz="1000"/>
            </a:lvl8pPr>
            <a:lvl9pPr indent="-292100" lvl="8" marL="4114800" rtl="0">
              <a:spcBef>
                <a:spcPts val="0"/>
              </a:spcBef>
              <a:spcAft>
                <a:spcPts val="0"/>
              </a:spcAft>
              <a:buSzPts val="1000"/>
              <a:buChar char="■"/>
              <a:defRPr sz="1000"/>
            </a:lvl9pPr>
          </a:lstStyle>
          <a:p/>
        </p:txBody>
      </p:sp>
      <p:sp>
        <p:nvSpPr>
          <p:cNvPr id="243" name="Google Shape;243;p20"/>
          <p:cNvSpPr txBox="1"/>
          <p:nvPr>
            <p:ph idx="7" type="body"/>
          </p:nvPr>
        </p:nvSpPr>
        <p:spPr>
          <a:xfrm>
            <a:off x="3682800" y="3740400"/>
            <a:ext cx="4600800" cy="6006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a:buChar char="●"/>
              <a:defRPr i="1" sz="1000">
                <a:latin typeface="Montserrat"/>
                <a:ea typeface="Montserrat"/>
                <a:cs typeface="Montserrat"/>
                <a:sym typeface="Montserrat"/>
              </a:defRPr>
            </a:lvl1pPr>
            <a:lvl2pPr indent="-292100" lvl="1" marL="914400" rtl="0">
              <a:spcBef>
                <a:spcPts val="0"/>
              </a:spcBef>
              <a:spcAft>
                <a:spcPts val="0"/>
              </a:spcAft>
              <a:buSzPts val="1000"/>
              <a:buFont typeface="Montserrat"/>
              <a:buChar char="○"/>
              <a:defRPr i="1" sz="1000">
                <a:latin typeface="Montserrat"/>
                <a:ea typeface="Montserrat"/>
                <a:cs typeface="Montserrat"/>
                <a:sym typeface="Montserrat"/>
              </a:defRPr>
            </a:lvl2pPr>
            <a:lvl3pPr indent="-292100" lvl="2" marL="1371600" rtl="0">
              <a:spcBef>
                <a:spcPts val="0"/>
              </a:spcBef>
              <a:spcAft>
                <a:spcPts val="0"/>
              </a:spcAft>
              <a:buSzPts val="1000"/>
              <a:buFont typeface="Montserrat"/>
              <a:buChar char="■"/>
              <a:defRPr i="1" sz="1000">
                <a:latin typeface="Montserrat"/>
                <a:ea typeface="Montserrat"/>
                <a:cs typeface="Montserrat"/>
                <a:sym typeface="Montserrat"/>
              </a:defRPr>
            </a:lvl3pPr>
            <a:lvl4pPr indent="-292100" lvl="3" marL="1828800" rtl="0">
              <a:spcBef>
                <a:spcPts val="0"/>
              </a:spcBef>
              <a:spcAft>
                <a:spcPts val="0"/>
              </a:spcAft>
              <a:buSzPts val="1000"/>
              <a:buFont typeface="Montserrat"/>
              <a:buChar char="●"/>
              <a:defRPr i="1" sz="1000">
                <a:latin typeface="Montserrat"/>
                <a:ea typeface="Montserrat"/>
                <a:cs typeface="Montserrat"/>
                <a:sym typeface="Montserrat"/>
              </a:defRPr>
            </a:lvl4pPr>
            <a:lvl5pPr indent="-292100" lvl="4" marL="2286000" rtl="0">
              <a:spcBef>
                <a:spcPts val="0"/>
              </a:spcBef>
              <a:spcAft>
                <a:spcPts val="0"/>
              </a:spcAft>
              <a:buSzPts val="1000"/>
              <a:buFont typeface="Montserrat"/>
              <a:buChar char="○"/>
              <a:defRPr i="1" sz="1000">
                <a:latin typeface="Montserrat"/>
                <a:ea typeface="Montserrat"/>
                <a:cs typeface="Montserrat"/>
                <a:sym typeface="Montserrat"/>
              </a:defRPr>
            </a:lvl5pPr>
            <a:lvl6pPr indent="-292100" lvl="5" marL="2743200" rtl="0">
              <a:spcBef>
                <a:spcPts val="0"/>
              </a:spcBef>
              <a:spcAft>
                <a:spcPts val="0"/>
              </a:spcAft>
              <a:buSzPts val="1000"/>
              <a:buFont typeface="Montserrat"/>
              <a:buChar char="■"/>
              <a:defRPr i="1" sz="1000">
                <a:latin typeface="Montserrat"/>
                <a:ea typeface="Montserrat"/>
                <a:cs typeface="Montserrat"/>
                <a:sym typeface="Montserrat"/>
              </a:defRPr>
            </a:lvl6pPr>
            <a:lvl7pPr indent="-292100" lvl="6" marL="3200400" rtl="0">
              <a:spcBef>
                <a:spcPts val="0"/>
              </a:spcBef>
              <a:spcAft>
                <a:spcPts val="0"/>
              </a:spcAft>
              <a:buSzPts val="1000"/>
              <a:buFont typeface="Montserrat"/>
              <a:buChar char="●"/>
              <a:defRPr i="1" sz="1000">
                <a:latin typeface="Montserrat"/>
                <a:ea typeface="Montserrat"/>
                <a:cs typeface="Montserrat"/>
                <a:sym typeface="Montserrat"/>
              </a:defRPr>
            </a:lvl7pPr>
            <a:lvl8pPr indent="-292100" lvl="7" marL="3657600" rtl="0">
              <a:spcBef>
                <a:spcPts val="0"/>
              </a:spcBef>
              <a:spcAft>
                <a:spcPts val="0"/>
              </a:spcAft>
              <a:buSzPts val="1000"/>
              <a:buFont typeface="Montserrat"/>
              <a:buChar char="○"/>
              <a:defRPr i="1" sz="1000">
                <a:latin typeface="Montserrat"/>
                <a:ea typeface="Montserrat"/>
                <a:cs typeface="Montserrat"/>
                <a:sym typeface="Montserrat"/>
              </a:defRPr>
            </a:lvl8pPr>
            <a:lvl9pPr indent="-292100" lvl="8" marL="4114800" rtl="0">
              <a:spcBef>
                <a:spcPts val="0"/>
              </a:spcBef>
              <a:spcAft>
                <a:spcPts val="0"/>
              </a:spcAft>
              <a:buSzPts val="1000"/>
              <a:buFont typeface="Montserrat"/>
              <a:buChar char="■"/>
              <a:defRPr i="1" sz="1000">
                <a:latin typeface="Montserrat"/>
                <a:ea typeface="Montserrat"/>
                <a:cs typeface="Montserrat"/>
                <a:sym typeface="Montserrat"/>
              </a:defRPr>
            </a:lvl9pPr>
          </a:lstStyle>
          <a:p/>
        </p:txBody>
      </p:sp>
      <p:sp>
        <p:nvSpPr>
          <p:cNvPr id="244" name="Google Shape;244;p20"/>
          <p:cNvSpPr txBox="1"/>
          <p:nvPr>
            <p:ph idx="8" type="subTitle"/>
          </p:nvPr>
        </p:nvSpPr>
        <p:spPr>
          <a:xfrm>
            <a:off x="961025" y="2647825"/>
            <a:ext cx="1893600" cy="776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100"/>
              <a:buFont typeface="Montserrat Medium"/>
              <a:buNone/>
              <a:defRPr sz="1100">
                <a:latin typeface="Montserrat Medium"/>
                <a:ea typeface="Montserrat Medium"/>
                <a:cs typeface="Montserrat Medium"/>
                <a:sym typeface="Montserrat Medium"/>
              </a:defRPr>
            </a:lvl1pPr>
            <a:lvl2pPr lvl="1" rtl="0">
              <a:spcBef>
                <a:spcPts val="0"/>
              </a:spcBef>
              <a:spcAft>
                <a:spcPts val="0"/>
              </a:spcAft>
              <a:buClr>
                <a:schemeClr val="dk1"/>
              </a:buClr>
              <a:buSzPts val="1300"/>
              <a:buNone/>
              <a:defRPr sz="1300"/>
            </a:lvl2pPr>
            <a:lvl3pPr lvl="2" rtl="0">
              <a:spcBef>
                <a:spcPts val="0"/>
              </a:spcBef>
              <a:spcAft>
                <a:spcPts val="0"/>
              </a:spcAft>
              <a:buClr>
                <a:schemeClr val="dk1"/>
              </a:buClr>
              <a:buSzPts val="1300"/>
              <a:buNone/>
              <a:defRPr sz="1300"/>
            </a:lvl3pPr>
            <a:lvl4pPr lvl="3" rtl="0">
              <a:spcBef>
                <a:spcPts val="0"/>
              </a:spcBef>
              <a:spcAft>
                <a:spcPts val="0"/>
              </a:spcAft>
              <a:buClr>
                <a:schemeClr val="dk1"/>
              </a:buClr>
              <a:buSzPts val="1300"/>
              <a:buNone/>
              <a:defRPr sz="1300"/>
            </a:lvl4pPr>
            <a:lvl5pPr lvl="4" rtl="0">
              <a:spcBef>
                <a:spcPts val="0"/>
              </a:spcBef>
              <a:spcAft>
                <a:spcPts val="0"/>
              </a:spcAft>
              <a:buClr>
                <a:schemeClr val="dk1"/>
              </a:buClr>
              <a:buSzPts val="1300"/>
              <a:buNone/>
              <a:defRPr sz="1300"/>
            </a:lvl5pPr>
            <a:lvl6pPr lvl="5" rtl="0">
              <a:spcBef>
                <a:spcPts val="0"/>
              </a:spcBef>
              <a:spcAft>
                <a:spcPts val="0"/>
              </a:spcAft>
              <a:buClr>
                <a:schemeClr val="dk1"/>
              </a:buClr>
              <a:buSzPts val="1300"/>
              <a:buNone/>
              <a:defRPr sz="1300"/>
            </a:lvl6pPr>
            <a:lvl7pPr lvl="6" rtl="0">
              <a:spcBef>
                <a:spcPts val="0"/>
              </a:spcBef>
              <a:spcAft>
                <a:spcPts val="0"/>
              </a:spcAft>
              <a:buClr>
                <a:schemeClr val="dk1"/>
              </a:buClr>
              <a:buSzPts val="1300"/>
              <a:buNone/>
              <a:defRPr sz="1300"/>
            </a:lvl7pPr>
            <a:lvl8pPr lvl="7" rtl="0">
              <a:spcBef>
                <a:spcPts val="0"/>
              </a:spcBef>
              <a:spcAft>
                <a:spcPts val="0"/>
              </a:spcAft>
              <a:buClr>
                <a:schemeClr val="dk1"/>
              </a:buClr>
              <a:buSzPts val="1300"/>
              <a:buNone/>
              <a:defRPr sz="1300"/>
            </a:lvl8pPr>
            <a:lvl9pPr lvl="8" rtl="0">
              <a:spcBef>
                <a:spcPts val="0"/>
              </a:spcBef>
              <a:spcAft>
                <a:spcPts val="0"/>
              </a:spcAft>
              <a:buClr>
                <a:schemeClr val="dk1"/>
              </a:buClr>
              <a:buSzPts val="1300"/>
              <a:buNone/>
              <a:defRPr sz="1300"/>
            </a:lvl9pPr>
          </a:lstStyle>
          <a:p/>
        </p:txBody>
      </p:sp>
      <p:sp>
        <p:nvSpPr>
          <p:cNvPr id="245" name="Google Shape;245;p20"/>
          <p:cNvSpPr txBox="1"/>
          <p:nvPr>
            <p:ph idx="9" type="title"/>
          </p:nvPr>
        </p:nvSpPr>
        <p:spPr>
          <a:xfrm>
            <a:off x="961025" y="2286575"/>
            <a:ext cx="1893600" cy="239700"/>
          </a:xfrm>
          <a:prstGeom prst="rect">
            <a:avLst/>
          </a:prstGeom>
        </p:spPr>
        <p:txBody>
          <a:bodyPr anchorCtr="0" anchor="t" bIns="0" lIns="0" spcFirstLastPara="1" rIns="0" wrap="square" tIns="0">
            <a:noAutofit/>
          </a:bodyPr>
          <a:lstStyle>
            <a:lvl1pPr lvl="0" rtl="0">
              <a:spcBef>
                <a:spcPts val="0"/>
              </a:spcBef>
              <a:spcAft>
                <a:spcPts val="0"/>
              </a:spcAft>
              <a:buSzPts val="1600"/>
              <a:buFont typeface="Montserrat"/>
              <a:buNone/>
              <a:defRPr b="1" sz="1600">
                <a:latin typeface="Montserrat"/>
                <a:ea typeface="Montserrat"/>
                <a:cs typeface="Montserrat"/>
                <a:sym typeface="Montserra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246" name="Google Shape;246;p20"/>
          <p:cNvSpPr txBox="1"/>
          <p:nvPr>
            <p:ph idx="13" type="body"/>
          </p:nvPr>
        </p:nvSpPr>
        <p:spPr>
          <a:xfrm>
            <a:off x="3682125" y="4341000"/>
            <a:ext cx="4600800" cy="130800"/>
          </a:xfrm>
          <a:prstGeom prst="rect">
            <a:avLst/>
          </a:prstGeom>
        </p:spPr>
        <p:txBody>
          <a:bodyPr anchorCtr="0" anchor="t" bIns="0" lIns="0" spcFirstLastPara="1" rIns="0" wrap="square" tIns="0">
            <a:noAutofit/>
          </a:bodyPr>
          <a:lstStyle>
            <a:lvl1pPr indent="-279400" lvl="0" marL="457200" rtl="0">
              <a:spcBef>
                <a:spcPts val="0"/>
              </a:spcBef>
              <a:spcAft>
                <a:spcPts val="0"/>
              </a:spcAft>
              <a:buSzPts val="800"/>
              <a:buFont typeface="Montserrat"/>
              <a:buChar char="●"/>
              <a:defRPr b="1" sz="800">
                <a:latin typeface="Montserrat"/>
                <a:ea typeface="Montserrat"/>
                <a:cs typeface="Montserrat"/>
                <a:sym typeface="Montserrat"/>
              </a:defRPr>
            </a:lvl1pPr>
            <a:lvl2pPr indent="-279400" lvl="1" marL="914400" rtl="0">
              <a:spcBef>
                <a:spcPts val="0"/>
              </a:spcBef>
              <a:spcAft>
                <a:spcPts val="0"/>
              </a:spcAft>
              <a:buSzPts val="800"/>
              <a:buFont typeface="Montserrat"/>
              <a:buChar char="○"/>
              <a:defRPr b="1" sz="800">
                <a:latin typeface="Montserrat"/>
                <a:ea typeface="Montserrat"/>
                <a:cs typeface="Montserrat"/>
                <a:sym typeface="Montserrat"/>
              </a:defRPr>
            </a:lvl2pPr>
            <a:lvl3pPr indent="-279400" lvl="2" marL="1371600" rtl="0">
              <a:spcBef>
                <a:spcPts val="0"/>
              </a:spcBef>
              <a:spcAft>
                <a:spcPts val="0"/>
              </a:spcAft>
              <a:buSzPts val="800"/>
              <a:buFont typeface="Montserrat"/>
              <a:buChar char="■"/>
              <a:defRPr b="1" sz="800">
                <a:latin typeface="Montserrat"/>
                <a:ea typeface="Montserrat"/>
                <a:cs typeface="Montserrat"/>
                <a:sym typeface="Montserrat"/>
              </a:defRPr>
            </a:lvl3pPr>
            <a:lvl4pPr indent="-279400" lvl="3" marL="1828800" rtl="0">
              <a:spcBef>
                <a:spcPts val="0"/>
              </a:spcBef>
              <a:spcAft>
                <a:spcPts val="0"/>
              </a:spcAft>
              <a:buSzPts val="800"/>
              <a:buFont typeface="Montserrat"/>
              <a:buChar char="●"/>
              <a:defRPr b="1" sz="800">
                <a:latin typeface="Montserrat"/>
                <a:ea typeface="Montserrat"/>
                <a:cs typeface="Montserrat"/>
                <a:sym typeface="Montserrat"/>
              </a:defRPr>
            </a:lvl4pPr>
            <a:lvl5pPr indent="-279400" lvl="4" marL="2286000" rtl="0">
              <a:spcBef>
                <a:spcPts val="0"/>
              </a:spcBef>
              <a:spcAft>
                <a:spcPts val="0"/>
              </a:spcAft>
              <a:buSzPts val="800"/>
              <a:buFont typeface="Montserrat"/>
              <a:buChar char="○"/>
              <a:defRPr b="1" sz="800">
                <a:latin typeface="Montserrat"/>
                <a:ea typeface="Montserrat"/>
                <a:cs typeface="Montserrat"/>
                <a:sym typeface="Montserrat"/>
              </a:defRPr>
            </a:lvl5pPr>
            <a:lvl6pPr indent="-279400" lvl="5" marL="2743200" rtl="0">
              <a:spcBef>
                <a:spcPts val="0"/>
              </a:spcBef>
              <a:spcAft>
                <a:spcPts val="0"/>
              </a:spcAft>
              <a:buSzPts val="800"/>
              <a:buFont typeface="Montserrat"/>
              <a:buChar char="■"/>
              <a:defRPr b="1" sz="800">
                <a:latin typeface="Montserrat"/>
                <a:ea typeface="Montserrat"/>
                <a:cs typeface="Montserrat"/>
                <a:sym typeface="Montserrat"/>
              </a:defRPr>
            </a:lvl6pPr>
            <a:lvl7pPr indent="-279400" lvl="6" marL="3200400" rtl="0">
              <a:spcBef>
                <a:spcPts val="0"/>
              </a:spcBef>
              <a:spcAft>
                <a:spcPts val="0"/>
              </a:spcAft>
              <a:buSzPts val="800"/>
              <a:buFont typeface="Montserrat"/>
              <a:buChar char="●"/>
              <a:defRPr b="1" sz="800">
                <a:latin typeface="Montserrat"/>
                <a:ea typeface="Montserrat"/>
                <a:cs typeface="Montserrat"/>
                <a:sym typeface="Montserrat"/>
              </a:defRPr>
            </a:lvl7pPr>
            <a:lvl8pPr indent="-279400" lvl="7" marL="3657600" rtl="0">
              <a:spcBef>
                <a:spcPts val="0"/>
              </a:spcBef>
              <a:spcAft>
                <a:spcPts val="0"/>
              </a:spcAft>
              <a:buSzPts val="800"/>
              <a:buFont typeface="Montserrat"/>
              <a:buChar char="○"/>
              <a:defRPr b="1" sz="800">
                <a:latin typeface="Montserrat"/>
                <a:ea typeface="Montserrat"/>
                <a:cs typeface="Montserrat"/>
                <a:sym typeface="Montserrat"/>
              </a:defRPr>
            </a:lvl8pPr>
            <a:lvl9pPr indent="-279400" lvl="8" marL="4114800" rtl="0">
              <a:spcBef>
                <a:spcPts val="0"/>
              </a:spcBef>
              <a:spcAft>
                <a:spcPts val="0"/>
              </a:spcAft>
              <a:buSzPts val="800"/>
              <a:buFont typeface="Montserrat"/>
              <a:buChar char="■"/>
              <a:defRPr b="1" sz="800">
                <a:latin typeface="Montserrat"/>
                <a:ea typeface="Montserrat"/>
                <a:cs typeface="Montserrat"/>
                <a:sym typeface="Montserrat"/>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image">
  <p:cSld name="TITLE_1_1_2">
    <p:spTree>
      <p:nvGrpSpPr>
        <p:cNvPr id="247" name="Shape 247"/>
        <p:cNvGrpSpPr/>
        <p:nvPr/>
      </p:nvGrpSpPr>
      <p:grpSpPr>
        <a:xfrm>
          <a:off x="0" y="0"/>
          <a:ext cx="0" cy="0"/>
          <a:chOff x="0" y="0"/>
          <a:chExt cx="0" cy="0"/>
        </a:xfrm>
      </p:grpSpPr>
      <p:sp>
        <p:nvSpPr>
          <p:cNvPr id="248" name="Google Shape;248;p21"/>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9" name="Google Shape;249;p21"/>
          <p:cNvSpPr/>
          <p:nvPr>
            <p:ph idx="2" type="pic"/>
          </p:nvPr>
        </p:nvSpPr>
        <p:spPr>
          <a:xfrm>
            <a:off x="540000" y="1080000"/>
            <a:ext cx="8064000" cy="34674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ith images">
  <p:cSld name="TITLE_1_1_1_2">
    <p:spTree>
      <p:nvGrpSpPr>
        <p:cNvPr id="250" name="Shape 250"/>
        <p:cNvGrpSpPr/>
        <p:nvPr/>
      </p:nvGrpSpPr>
      <p:grpSpPr>
        <a:xfrm>
          <a:off x="0" y="0"/>
          <a:ext cx="0" cy="0"/>
          <a:chOff x="0" y="0"/>
          <a:chExt cx="0" cy="0"/>
        </a:xfrm>
      </p:grpSpPr>
      <p:sp>
        <p:nvSpPr>
          <p:cNvPr id="251" name="Google Shape;251;p22"/>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52" name="Google Shape;252;p22"/>
          <p:cNvSpPr txBox="1"/>
          <p:nvPr>
            <p:ph idx="1" type="body"/>
          </p:nvPr>
        </p:nvSpPr>
        <p:spPr>
          <a:xfrm>
            <a:off x="540000" y="2983251"/>
            <a:ext cx="1890000" cy="1556700"/>
          </a:xfrm>
          <a:prstGeom prst="rect">
            <a:avLst/>
          </a:prstGeom>
        </p:spPr>
        <p:txBody>
          <a:bodyPr anchorCtr="0" anchor="t" bIns="0" lIns="0" spcFirstLastPara="1" rIns="0" wrap="square" tIns="0">
            <a:noAutofit/>
          </a:bodyPr>
          <a:lstStyle>
            <a:lvl1pPr indent="-285750" lvl="0" marL="457200" rtl="0">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rtl="0">
              <a:spcBef>
                <a:spcPts val="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rtl="0">
              <a:spcBef>
                <a:spcPts val="0"/>
              </a:spcBef>
              <a:spcAft>
                <a:spcPts val="0"/>
              </a:spcAft>
              <a:buSzPts val="900"/>
              <a:buFont typeface="Montserrat Light"/>
              <a:buChar char="■"/>
              <a:defRPr sz="900">
                <a:latin typeface="Montserrat Light"/>
                <a:ea typeface="Montserrat Light"/>
                <a:cs typeface="Montserrat Light"/>
                <a:sym typeface="Montserrat Light"/>
              </a:defRPr>
            </a:lvl3pPr>
            <a:lvl4pPr indent="-285750" lvl="3" marL="1828800" rtl="0">
              <a:spcBef>
                <a:spcPts val="0"/>
              </a:spcBef>
              <a:spcAft>
                <a:spcPts val="0"/>
              </a:spcAft>
              <a:buSzPts val="900"/>
              <a:buFont typeface="Montserrat Light"/>
              <a:buChar char="●"/>
              <a:defRPr sz="900">
                <a:latin typeface="Montserrat Light"/>
                <a:ea typeface="Montserrat Light"/>
                <a:cs typeface="Montserrat Light"/>
                <a:sym typeface="Montserrat Light"/>
              </a:defRPr>
            </a:lvl4pPr>
            <a:lvl5pPr indent="-285750" lvl="4" marL="2286000" rtl="0">
              <a:spcBef>
                <a:spcPts val="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rtl="0">
              <a:spcBef>
                <a:spcPts val="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rtl="0">
              <a:spcBef>
                <a:spcPts val="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rtl="0">
              <a:spcBef>
                <a:spcPts val="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rtl="0">
              <a:spcBef>
                <a:spcPts val="0"/>
              </a:spcBef>
              <a:spcAft>
                <a:spcPts val="0"/>
              </a:spcAft>
              <a:buSzPts val="900"/>
              <a:buFont typeface="Montserrat Light"/>
              <a:buChar char="■"/>
              <a:defRPr sz="900">
                <a:latin typeface="Montserrat Light"/>
                <a:ea typeface="Montserrat Light"/>
                <a:cs typeface="Montserrat Light"/>
                <a:sym typeface="Montserrat Light"/>
              </a:defRPr>
            </a:lvl9pPr>
          </a:lstStyle>
          <a:p/>
        </p:txBody>
      </p:sp>
      <p:sp>
        <p:nvSpPr>
          <p:cNvPr id="253" name="Google Shape;253;p22"/>
          <p:cNvSpPr txBox="1"/>
          <p:nvPr>
            <p:ph idx="2" type="subTitle"/>
          </p:nvPr>
        </p:nvSpPr>
        <p:spPr>
          <a:xfrm>
            <a:off x="540000" y="2359050"/>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1pPr>
            <a:lvl2pPr lvl="1"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2pPr>
            <a:lvl3pPr lvl="2"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3pPr>
            <a:lvl4pPr lvl="3"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4pPr>
            <a:lvl5pPr lvl="4"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5pPr>
            <a:lvl6pPr lvl="5"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6pPr>
            <a:lvl7pPr lvl="6"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7pPr>
            <a:lvl8pPr lvl="7"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8pPr>
            <a:lvl9pPr lvl="8"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9pPr>
          </a:lstStyle>
          <a:p/>
        </p:txBody>
      </p:sp>
      <p:sp>
        <p:nvSpPr>
          <p:cNvPr id="254" name="Google Shape;254;p22"/>
          <p:cNvSpPr/>
          <p:nvPr>
            <p:ph idx="3" type="pic"/>
          </p:nvPr>
        </p:nvSpPr>
        <p:spPr>
          <a:xfrm>
            <a:off x="540000" y="1080000"/>
            <a:ext cx="1890000" cy="1212600"/>
          </a:xfrm>
          <a:prstGeom prst="rect">
            <a:avLst/>
          </a:prstGeom>
          <a:noFill/>
          <a:ln>
            <a:noFill/>
          </a:ln>
        </p:spPr>
      </p:sp>
      <p:sp>
        <p:nvSpPr>
          <p:cNvPr id="255" name="Google Shape;255;p22"/>
          <p:cNvSpPr txBox="1"/>
          <p:nvPr>
            <p:ph idx="4" type="subTitle"/>
          </p:nvPr>
        </p:nvSpPr>
        <p:spPr>
          <a:xfrm>
            <a:off x="540000" y="2665550"/>
            <a:ext cx="1890000" cy="2796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800"/>
              <a:buFont typeface="Montserrat Medium"/>
              <a:buNone/>
              <a:defRPr sz="8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256" name="Google Shape;256;p22"/>
          <p:cNvSpPr txBox="1"/>
          <p:nvPr>
            <p:ph idx="5" type="body"/>
          </p:nvPr>
        </p:nvSpPr>
        <p:spPr>
          <a:xfrm>
            <a:off x="2598450" y="2990601"/>
            <a:ext cx="1890000" cy="1556700"/>
          </a:xfrm>
          <a:prstGeom prst="rect">
            <a:avLst/>
          </a:prstGeom>
        </p:spPr>
        <p:txBody>
          <a:bodyPr anchorCtr="0" anchor="t" bIns="0" lIns="0" spcFirstLastPara="1" rIns="0" wrap="square" tIns="0">
            <a:noAutofit/>
          </a:bodyPr>
          <a:lstStyle>
            <a:lvl1pPr indent="-285750" lvl="0" marL="457200" rtl="0">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rtl="0">
              <a:spcBef>
                <a:spcPts val="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rtl="0">
              <a:spcBef>
                <a:spcPts val="0"/>
              </a:spcBef>
              <a:spcAft>
                <a:spcPts val="0"/>
              </a:spcAft>
              <a:buSzPts val="900"/>
              <a:buFont typeface="Montserrat Light"/>
              <a:buChar char="■"/>
              <a:defRPr sz="900">
                <a:latin typeface="Montserrat Light"/>
                <a:ea typeface="Montserrat Light"/>
                <a:cs typeface="Montserrat Light"/>
                <a:sym typeface="Montserrat Light"/>
              </a:defRPr>
            </a:lvl3pPr>
            <a:lvl4pPr indent="-285750" lvl="3" marL="1828800" rtl="0">
              <a:spcBef>
                <a:spcPts val="0"/>
              </a:spcBef>
              <a:spcAft>
                <a:spcPts val="0"/>
              </a:spcAft>
              <a:buSzPts val="900"/>
              <a:buFont typeface="Montserrat Light"/>
              <a:buChar char="●"/>
              <a:defRPr sz="900">
                <a:latin typeface="Montserrat Light"/>
                <a:ea typeface="Montserrat Light"/>
                <a:cs typeface="Montserrat Light"/>
                <a:sym typeface="Montserrat Light"/>
              </a:defRPr>
            </a:lvl4pPr>
            <a:lvl5pPr indent="-285750" lvl="4" marL="2286000" rtl="0">
              <a:spcBef>
                <a:spcPts val="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rtl="0">
              <a:spcBef>
                <a:spcPts val="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rtl="0">
              <a:spcBef>
                <a:spcPts val="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rtl="0">
              <a:spcBef>
                <a:spcPts val="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rtl="0">
              <a:spcBef>
                <a:spcPts val="0"/>
              </a:spcBef>
              <a:spcAft>
                <a:spcPts val="0"/>
              </a:spcAft>
              <a:buSzPts val="900"/>
              <a:buFont typeface="Montserrat Light"/>
              <a:buChar char="■"/>
              <a:defRPr sz="900">
                <a:latin typeface="Montserrat Light"/>
                <a:ea typeface="Montserrat Light"/>
                <a:cs typeface="Montserrat Light"/>
                <a:sym typeface="Montserrat Light"/>
              </a:defRPr>
            </a:lvl9pPr>
          </a:lstStyle>
          <a:p/>
        </p:txBody>
      </p:sp>
      <p:sp>
        <p:nvSpPr>
          <p:cNvPr id="257" name="Google Shape;257;p22"/>
          <p:cNvSpPr txBox="1"/>
          <p:nvPr>
            <p:ph idx="6" type="subTitle"/>
          </p:nvPr>
        </p:nvSpPr>
        <p:spPr>
          <a:xfrm>
            <a:off x="2598450" y="2365788"/>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1pPr>
            <a:lvl2pPr lvl="1"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2pPr>
            <a:lvl3pPr lvl="2"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3pPr>
            <a:lvl4pPr lvl="3"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4pPr>
            <a:lvl5pPr lvl="4"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5pPr>
            <a:lvl6pPr lvl="5"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6pPr>
            <a:lvl7pPr lvl="6"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7pPr>
            <a:lvl8pPr lvl="7"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8pPr>
            <a:lvl9pPr lvl="8"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9pPr>
          </a:lstStyle>
          <a:p/>
        </p:txBody>
      </p:sp>
      <p:sp>
        <p:nvSpPr>
          <p:cNvPr id="258" name="Google Shape;258;p22"/>
          <p:cNvSpPr/>
          <p:nvPr>
            <p:ph idx="7" type="pic"/>
          </p:nvPr>
        </p:nvSpPr>
        <p:spPr>
          <a:xfrm>
            <a:off x="2598450" y="1086738"/>
            <a:ext cx="1890000" cy="1212600"/>
          </a:xfrm>
          <a:prstGeom prst="rect">
            <a:avLst/>
          </a:prstGeom>
          <a:noFill/>
          <a:ln>
            <a:noFill/>
          </a:ln>
        </p:spPr>
      </p:sp>
      <p:sp>
        <p:nvSpPr>
          <p:cNvPr id="259" name="Google Shape;259;p22"/>
          <p:cNvSpPr txBox="1"/>
          <p:nvPr>
            <p:ph idx="8" type="subTitle"/>
          </p:nvPr>
        </p:nvSpPr>
        <p:spPr>
          <a:xfrm>
            <a:off x="2598450" y="2672288"/>
            <a:ext cx="1890000" cy="2796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800"/>
              <a:buFont typeface="Montserrat Medium"/>
              <a:buNone/>
              <a:defRPr sz="8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260" name="Google Shape;260;p22"/>
          <p:cNvSpPr txBox="1"/>
          <p:nvPr>
            <p:ph idx="9" type="body"/>
          </p:nvPr>
        </p:nvSpPr>
        <p:spPr>
          <a:xfrm>
            <a:off x="4656225" y="2983237"/>
            <a:ext cx="1890000" cy="1556700"/>
          </a:xfrm>
          <a:prstGeom prst="rect">
            <a:avLst/>
          </a:prstGeom>
        </p:spPr>
        <p:txBody>
          <a:bodyPr anchorCtr="0" anchor="t" bIns="0" lIns="0" spcFirstLastPara="1" rIns="0" wrap="square" tIns="0">
            <a:noAutofit/>
          </a:bodyPr>
          <a:lstStyle>
            <a:lvl1pPr indent="-285750" lvl="0" marL="457200" rtl="0">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rtl="0">
              <a:spcBef>
                <a:spcPts val="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rtl="0">
              <a:spcBef>
                <a:spcPts val="0"/>
              </a:spcBef>
              <a:spcAft>
                <a:spcPts val="0"/>
              </a:spcAft>
              <a:buSzPts val="900"/>
              <a:buFont typeface="Montserrat Light"/>
              <a:buChar char="■"/>
              <a:defRPr sz="900">
                <a:latin typeface="Montserrat Light"/>
                <a:ea typeface="Montserrat Light"/>
                <a:cs typeface="Montserrat Light"/>
                <a:sym typeface="Montserrat Light"/>
              </a:defRPr>
            </a:lvl3pPr>
            <a:lvl4pPr indent="-285750" lvl="3" marL="1828800" rtl="0">
              <a:spcBef>
                <a:spcPts val="0"/>
              </a:spcBef>
              <a:spcAft>
                <a:spcPts val="0"/>
              </a:spcAft>
              <a:buSzPts val="900"/>
              <a:buFont typeface="Montserrat Light"/>
              <a:buChar char="●"/>
              <a:defRPr sz="900">
                <a:latin typeface="Montserrat Light"/>
                <a:ea typeface="Montserrat Light"/>
                <a:cs typeface="Montserrat Light"/>
                <a:sym typeface="Montserrat Light"/>
              </a:defRPr>
            </a:lvl4pPr>
            <a:lvl5pPr indent="-285750" lvl="4" marL="2286000" rtl="0">
              <a:spcBef>
                <a:spcPts val="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rtl="0">
              <a:spcBef>
                <a:spcPts val="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rtl="0">
              <a:spcBef>
                <a:spcPts val="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rtl="0">
              <a:spcBef>
                <a:spcPts val="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rtl="0">
              <a:spcBef>
                <a:spcPts val="0"/>
              </a:spcBef>
              <a:spcAft>
                <a:spcPts val="0"/>
              </a:spcAft>
              <a:buSzPts val="900"/>
              <a:buFont typeface="Montserrat Light"/>
              <a:buChar char="■"/>
              <a:defRPr sz="900">
                <a:latin typeface="Montserrat Light"/>
                <a:ea typeface="Montserrat Light"/>
                <a:cs typeface="Montserrat Light"/>
                <a:sym typeface="Montserrat Light"/>
              </a:defRPr>
            </a:lvl9pPr>
          </a:lstStyle>
          <a:p/>
        </p:txBody>
      </p:sp>
      <p:sp>
        <p:nvSpPr>
          <p:cNvPr id="261" name="Google Shape;261;p22"/>
          <p:cNvSpPr txBox="1"/>
          <p:nvPr>
            <p:ph idx="13" type="subTitle"/>
          </p:nvPr>
        </p:nvSpPr>
        <p:spPr>
          <a:xfrm>
            <a:off x="4656225" y="2359038"/>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1pPr>
            <a:lvl2pPr lvl="1"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2pPr>
            <a:lvl3pPr lvl="2"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3pPr>
            <a:lvl4pPr lvl="3"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4pPr>
            <a:lvl5pPr lvl="4"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5pPr>
            <a:lvl6pPr lvl="5"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6pPr>
            <a:lvl7pPr lvl="6"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7pPr>
            <a:lvl8pPr lvl="7"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8pPr>
            <a:lvl9pPr lvl="8"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9pPr>
          </a:lstStyle>
          <a:p/>
        </p:txBody>
      </p:sp>
      <p:sp>
        <p:nvSpPr>
          <p:cNvPr id="262" name="Google Shape;262;p22"/>
          <p:cNvSpPr/>
          <p:nvPr>
            <p:ph idx="14" type="pic"/>
          </p:nvPr>
        </p:nvSpPr>
        <p:spPr>
          <a:xfrm>
            <a:off x="4656225" y="1079988"/>
            <a:ext cx="1890000" cy="1212600"/>
          </a:xfrm>
          <a:prstGeom prst="rect">
            <a:avLst/>
          </a:prstGeom>
          <a:noFill/>
          <a:ln>
            <a:noFill/>
          </a:ln>
        </p:spPr>
      </p:sp>
      <p:sp>
        <p:nvSpPr>
          <p:cNvPr id="263" name="Google Shape;263;p22"/>
          <p:cNvSpPr txBox="1"/>
          <p:nvPr>
            <p:ph idx="15" type="subTitle"/>
          </p:nvPr>
        </p:nvSpPr>
        <p:spPr>
          <a:xfrm>
            <a:off x="4656225" y="2665538"/>
            <a:ext cx="1890000" cy="2796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800"/>
              <a:buFont typeface="Montserrat Medium"/>
              <a:buNone/>
              <a:defRPr sz="8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264" name="Google Shape;264;p22"/>
          <p:cNvSpPr txBox="1"/>
          <p:nvPr>
            <p:ph idx="16" type="body"/>
          </p:nvPr>
        </p:nvSpPr>
        <p:spPr>
          <a:xfrm>
            <a:off x="6714000" y="2978625"/>
            <a:ext cx="1890000" cy="1556700"/>
          </a:xfrm>
          <a:prstGeom prst="rect">
            <a:avLst/>
          </a:prstGeom>
        </p:spPr>
        <p:txBody>
          <a:bodyPr anchorCtr="0" anchor="t" bIns="0" lIns="0" spcFirstLastPara="1" rIns="0" wrap="square" tIns="0">
            <a:noAutofit/>
          </a:bodyPr>
          <a:lstStyle>
            <a:lvl1pPr indent="-285750" lvl="0" marL="457200" rtl="0">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rtl="0">
              <a:spcBef>
                <a:spcPts val="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rtl="0">
              <a:spcBef>
                <a:spcPts val="0"/>
              </a:spcBef>
              <a:spcAft>
                <a:spcPts val="0"/>
              </a:spcAft>
              <a:buSzPts val="900"/>
              <a:buFont typeface="Montserrat Light"/>
              <a:buChar char="■"/>
              <a:defRPr sz="900">
                <a:latin typeface="Montserrat Light"/>
                <a:ea typeface="Montserrat Light"/>
                <a:cs typeface="Montserrat Light"/>
                <a:sym typeface="Montserrat Light"/>
              </a:defRPr>
            </a:lvl3pPr>
            <a:lvl4pPr indent="-285750" lvl="3" marL="1828800" rtl="0">
              <a:spcBef>
                <a:spcPts val="0"/>
              </a:spcBef>
              <a:spcAft>
                <a:spcPts val="0"/>
              </a:spcAft>
              <a:buSzPts val="900"/>
              <a:buFont typeface="Montserrat Light"/>
              <a:buChar char="●"/>
              <a:defRPr sz="900">
                <a:latin typeface="Montserrat Light"/>
                <a:ea typeface="Montserrat Light"/>
                <a:cs typeface="Montserrat Light"/>
                <a:sym typeface="Montserrat Light"/>
              </a:defRPr>
            </a:lvl4pPr>
            <a:lvl5pPr indent="-285750" lvl="4" marL="2286000" rtl="0">
              <a:spcBef>
                <a:spcPts val="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rtl="0">
              <a:spcBef>
                <a:spcPts val="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rtl="0">
              <a:spcBef>
                <a:spcPts val="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rtl="0">
              <a:spcBef>
                <a:spcPts val="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rtl="0">
              <a:spcBef>
                <a:spcPts val="0"/>
              </a:spcBef>
              <a:spcAft>
                <a:spcPts val="0"/>
              </a:spcAft>
              <a:buSzPts val="900"/>
              <a:buFont typeface="Montserrat Light"/>
              <a:buChar char="■"/>
              <a:defRPr sz="900">
                <a:latin typeface="Montserrat Light"/>
                <a:ea typeface="Montserrat Light"/>
                <a:cs typeface="Montserrat Light"/>
                <a:sym typeface="Montserrat Light"/>
              </a:defRPr>
            </a:lvl9pPr>
          </a:lstStyle>
          <a:p/>
        </p:txBody>
      </p:sp>
      <p:sp>
        <p:nvSpPr>
          <p:cNvPr id="265" name="Google Shape;265;p22"/>
          <p:cNvSpPr txBox="1"/>
          <p:nvPr>
            <p:ph idx="17" type="subTitle"/>
          </p:nvPr>
        </p:nvSpPr>
        <p:spPr>
          <a:xfrm>
            <a:off x="6714000" y="2354425"/>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1pPr>
            <a:lvl2pPr lvl="1"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2pPr>
            <a:lvl3pPr lvl="2"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3pPr>
            <a:lvl4pPr lvl="3"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4pPr>
            <a:lvl5pPr lvl="4"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5pPr>
            <a:lvl6pPr lvl="5"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6pPr>
            <a:lvl7pPr lvl="6"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7pPr>
            <a:lvl8pPr lvl="7"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8pPr>
            <a:lvl9pPr lvl="8"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9pPr>
          </a:lstStyle>
          <a:p/>
        </p:txBody>
      </p:sp>
      <p:sp>
        <p:nvSpPr>
          <p:cNvPr id="266" name="Google Shape;266;p22"/>
          <p:cNvSpPr/>
          <p:nvPr>
            <p:ph idx="18" type="pic"/>
          </p:nvPr>
        </p:nvSpPr>
        <p:spPr>
          <a:xfrm>
            <a:off x="6714000" y="1075375"/>
            <a:ext cx="1890000" cy="1212600"/>
          </a:xfrm>
          <a:prstGeom prst="rect">
            <a:avLst/>
          </a:prstGeom>
          <a:noFill/>
          <a:ln>
            <a:noFill/>
          </a:ln>
        </p:spPr>
      </p:sp>
      <p:sp>
        <p:nvSpPr>
          <p:cNvPr id="267" name="Google Shape;267;p22"/>
          <p:cNvSpPr txBox="1"/>
          <p:nvPr>
            <p:ph idx="19" type="subTitle"/>
          </p:nvPr>
        </p:nvSpPr>
        <p:spPr>
          <a:xfrm>
            <a:off x="6714000" y="2660925"/>
            <a:ext cx="1890000" cy="2796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800"/>
              <a:buFont typeface="Montserrat Medium"/>
              <a:buNone/>
              <a:defRPr sz="8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Tree>
  </p:cSld>
  <p:clrMapOvr>
    <a:masterClrMapping/>
  </p:clrMapOvr>
  <p:extLst>
    <p:ext uri="{DCECCB84-F9BA-43D5-87BE-67443E8EF086}">
      <p15:sldGuideLst>
        <p15:guide id="1" pos="1531">
          <p15:clr>
            <a:srgbClr val="E46962"/>
          </p15:clr>
        </p15:guide>
        <p15:guide id="2" pos="1531">
          <p15:clr>
            <a:srgbClr val="E46962"/>
          </p15:clr>
        </p15:guide>
        <p15:guide id="3" pos="2827">
          <p15:clr>
            <a:srgbClr val="E46962"/>
          </p15:clr>
        </p15:guide>
        <p15:guide id="4" pos="2933">
          <p15:clr>
            <a:srgbClr val="E46962"/>
          </p15:clr>
        </p15:guide>
        <p15:guide id="5" pos="1637">
          <p15:clr>
            <a:srgbClr val="E46962"/>
          </p15:clr>
        </p15:guide>
        <p15:guide id="6" pos="4124">
          <p15:clr>
            <a:srgbClr val="E46962"/>
          </p15:clr>
        </p15:guide>
        <p15:guide id="7" pos="4229">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with titles and images">
  <p:cSld name="TITLE_1_1_1_3_1">
    <p:spTree>
      <p:nvGrpSpPr>
        <p:cNvPr id="268" name="Shape 268"/>
        <p:cNvGrpSpPr/>
        <p:nvPr/>
      </p:nvGrpSpPr>
      <p:grpSpPr>
        <a:xfrm>
          <a:off x="0" y="0"/>
          <a:ext cx="0" cy="0"/>
          <a:chOff x="0" y="0"/>
          <a:chExt cx="0" cy="0"/>
        </a:xfrm>
      </p:grpSpPr>
      <p:sp>
        <p:nvSpPr>
          <p:cNvPr id="269" name="Google Shape;269;p23"/>
          <p:cNvSpPr txBox="1"/>
          <p:nvPr>
            <p:ph idx="1" type="body"/>
          </p:nvPr>
        </p:nvSpPr>
        <p:spPr>
          <a:xfrm>
            <a:off x="540000" y="2968800"/>
            <a:ext cx="3932400" cy="1578600"/>
          </a:xfrm>
          <a:prstGeom prst="rect">
            <a:avLst/>
          </a:prstGeom>
        </p:spPr>
        <p:txBody>
          <a:bodyPr anchorCtr="0" anchor="t" bIns="0" lIns="0" spcFirstLastPara="1" rIns="0" wrap="square" tIns="0">
            <a:noAutofit/>
          </a:bodyPr>
          <a:lstStyle>
            <a:lvl1pPr indent="-298450" lvl="0" marL="457200" rtl="0">
              <a:spcBef>
                <a:spcPts val="0"/>
              </a:spcBef>
              <a:spcAft>
                <a:spcPts val="0"/>
              </a:spcAft>
              <a:buSzPts val="1100"/>
              <a:buFont typeface="Montserrat Light"/>
              <a:buChar char="●"/>
              <a:defRPr sz="1100">
                <a:latin typeface="Montserrat Light"/>
                <a:ea typeface="Montserrat Light"/>
                <a:cs typeface="Montserrat Light"/>
                <a:sym typeface="Montserrat Light"/>
              </a:defRPr>
            </a:lvl1pPr>
            <a:lvl2pPr indent="-298450" lvl="1" marL="914400" rtl="0">
              <a:spcBef>
                <a:spcPts val="0"/>
              </a:spcBef>
              <a:spcAft>
                <a:spcPts val="0"/>
              </a:spcAft>
              <a:buSzPts val="1100"/>
              <a:buFont typeface="Montserrat Light"/>
              <a:buChar char="○"/>
              <a:defRPr sz="1100">
                <a:latin typeface="Montserrat Light"/>
                <a:ea typeface="Montserrat Light"/>
                <a:cs typeface="Montserrat Light"/>
                <a:sym typeface="Montserrat Light"/>
              </a:defRPr>
            </a:lvl2pPr>
            <a:lvl3pPr indent="-298450" lvl="2" marL="1371600" rtl="0">
              <a:spcBef>
                <a:spcPts val="0"/>
              </a:spcBef>
              <a:spcAft>
                <a:spcPts val="0"/>
              </a:spcAft>
              <a:buSzPts val="1100"/>
              <a:buFont typeface="Montserrat Light"/>
              <a:buChar char="■"/>
              <a:defRPr sz="1100">
                <a:latin typeface="Montserrat Light"/>
                <a:ea typeface="Montserrat Light"/>
                <a:cs typeface="Montserrat Light"/>
                <a:sym typeface="Montserrat Light"/>
              </a:defRPr>
            </a:lvl3pPr>
            <a:lvl4pPr indent="-298450" lvl="3" marL="1828800" rtl="0">
              <a:spcBef>
                <a:spcPts val="0"/>
              </a:spcBef>
              <a:spcAft>
                <a:spcPts val="0"/>
              </a:spcAft>
              <a:buSzPts val="1100"/>
              <a:buFont typeface="Montserrat Light"/>
              <a:buChar char="●"/>
              <a:defRPr sz="1100">
                <a:latin typeface="Montserrat Light"/>
                <a:ea typeface="Montserrat Light"/>
                <a:cs typeface="Montserrat Light"/>
                <a:sym typeface="Montserrat Light"/>
              </a:defRPr>
            </a:lvl4pPr>
            <a:lvl5pPr indent="-298450" lvl="4" marL="2286000" rtl="0">
              <a:spcBef>
                <a:spcPts val="0"/>
              </a:spcBef>
              <a:spcAft>
                <a:spcPts val="0"/>
              </a:spcAft>
              <a:buSzPts val="1100"/>
              <a:buFont typeface="Montserrat Light"/>
              <a:buChar char="○"/>
              <a:defRPr sz="1100">
                <a:latin typeface="Montserrat Light"/>
                <a:ea typeface="Montserrat Light"/>
                <a:cs typeface="Montserrat Light"/>
                <a:sym typeface="Montserrat Light"/>
              </a:defRPr>
            </a:lvl5pPr>
            <a:lvl6pPr indent="-298450" lvl="5" marL="2743200" rtl="0">
              <a:spcBef>
                <a:spcPts val="0"/>
              </a:spcBef>
              <a:spcAft>
                <a:spcPts val="0"/>
              </a:spcAft>
              <a:buSzPts val="1100"/>
              <a:buFont typeface="Montserrat Light"/>
              <a:buChar char="■"/>
              <a:defRPr sz="1100">
                <a:latin typeface="Montserrat Light"/>
                <a:ea typeface="Montserrat Light"/>
                <a:cs typeface="Montserrat Light"/>
                <a:sym typeface="Montserrat Light"/>
              </a:defRPr>
            </a:lvl6pPr>
            <a:lvl7pPr indent="-298450" lvl="6" marL="3200400" rtl="0">
              <a:spcBef>
                <a:spcPts val="0"/>
              </a:spcBef>
              <a:spcAft>
                <a:spcPts val="0"/>
              </a:spcAft>
              <a:buSzPts val="1100"/>
              <a:buFont typeface="Montserrat Light"/>
              <a:buChar char="●"/>
              <a:defRPr sz="1100">
                <a:latin typeface="Montserrat Light"/>
                <a:ea typeface="Montserrat Light"/>
                <a:cs typeface="Montserrat Light"/>
                <a:sym typeface="Montserrat Light"/>
              </a:defRPr>
            </a:lvl7pPr>
            <a:lvl8pPr indent="-298450" lvl="7" marL="3657600" rtl="0">
              <a:spcBef>
                <a:spcPts val="0"/>
              </a:spcBef>
              <a:spcAft>
                <a:spcPts val="0"/>
              </a:spcAft>
              <a:buSzPts val="1100"/>
              <a:buFont typeface="Montserrat Light"/>
              <a:buChar char="○"/>
              <a:defRPr sz="1100">
                <a:latin typeface="Montserrat Light"/>
                <a:ea typeface="Montserrat Light"/>
                <a:cs typeface="Montserrat Light"/>
                <a:sym typeface="Montserrat Light"/>
              </a:defRPr>
            </a:lvl8pPr>
            <a:lvl9pPr indent="-298450" lvl="8" marL="4114800" rtl="0">
              <a:spcBef>
                <a:spcPts val="0"/>
              </a:spcBef>
              <a:spcAft>
                <a:spcPts val="0"/>
              </a:spcAft>
              <a:buSzPts val="1100"/>
              <a:buFont typeface="Montserrat Light"/>
              <a:buChar char="■"/>
              <a:defRPr sz="1100">
                <a:latin typeface="Montserrat Light"/>
                <a:ea typeface="Montserrat Light"/>
                <a:cs typeface="Montserrat Light"/>
                <a:sym typeface="Montserrat Light"/>
              </a:defRPr>
            </a:lvl9pPr>
          </a:lstStyle>
          <a:p/>
        </p:txBody>
      </p:sp>
      <p:sp>
        <p:nvSpPr>
          <p:cNvPr id="270" name="Google Shape;270;p23"/>
          <p:cNvSpPr txBox="1"/>
          <p:nvPr>
            <p:ph type="title"/>
          </p:nvPr>
        </p:nvSpPr>
        <p:spPr>
          <a:xfrm>
            <a:off x="540000" y="360000"/>
            <a:ext cx="8064000" cy="288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1" name="Google Shape;271;p23"/>
          <p:cNvSpPr txBox="1"/>
          <p:nvPr>
            <p:ph idx="2" type="subTitle"/>
          </p:nvPr>
        </p:nvSpPr>
        <p:spPr>
          <a:xfrm>
            <a:off x="540000" y="2654400"/>
            <a:ext cx="3932400" cy="18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272" name="Google Shape;272;p23"/>
          <p:cNvSpPr/>
          <p:nvPr>
            <p:ph idx="3" type="pic"/>
          </p:nvPr>
        </p:nvSpPr>
        <p:spPr>
          <a:xfrm>
            <a:off x="540000" y="900000"/>
            <a:ext cx="3932400" cy="1621200"/>
          </a:xfrm>
          <a:prstGeom prst="rect">
            <a:avLst/>
          </a:prstGeom>
          <a:noFill/>
          <a:ln>
            <a:noFill/>
          </a:ln>
        </p:spPr>
      </p:sp>
      <p:sp>
        <p:nvSpPr>
          <p:cNvPr id="273" name="Google Shape;273;p23"/>
          <p:cNvSpPr txBox="1"/>
          <p:nvPr>
            <p:ph idx="4" type="subTitle"/>
          </p:nvPr>
        </p:nvSpPr>
        <p:spPr>
          <a:xfrm>
            <a:off x="4680025" y="2654400"/>
            <a:ext cx="3932400" cy="18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274" name="Google Shape;274;p23"/>
          <p:cNvSpPr/>
          <p:nvPr>
            <p:ph idx="5" type="pic"/>
          </p:nvPr>
        </p:nvSpPr>
        <p:spPr>
          <a:xfrm>
            <a:off x="4680025" y="900000"/>
            <a:ext cx="3932400" cy="1621200"/>
          </a:xfrm>
          <a:prstGeom prst="rect">
            <a:avLst/>
          </a:prstGeom>
          <a:noFill/>
          <a:ln>
            <a:noFill/>
          </a:ln>
        </p:spPr>
      </p:sp>
      <p:sp>
        <p:nvSpPr>
          <p:cNvPr id="275" name="Google Shape;275;p23"/>
          <p:cNvSpPr txBox="1"/>
          <p:nvPr>
            <p:ph idx="12" type="sldNum"/>
          </p:nvPr>
        </p:nvSpPr>
        <p:spPr>
          <a:xfrm>
            <a:off x="4578538" y="4783500"/>
            <a:ext cx="4025400" cy="3600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Montserrat Medium"/>
                <a:ea typeface="Montserrat Medium"/>
                <a:cs typeface="Montserrat Medium"/>
                <a:sym typeface="Montserrat Medium"/>
              </a:defRPr>
            </a:lvl1pPr>
            <a:lvl2pPr lvl="1" rtl="0" algn="r">
              <a:buNone/>
              <a:defRPr sz="800">
                <a:solidFill>
                  <a:schemeClr val="dk1"/>
                </a:solidFill>
                <a:latin typeface="Montserrat Medium"/>
                <a:ea typeface="Montserrat Medium"/>
                <a:cs typeface="Montserrat Medium"/>
                <a:sym typeface="Montserrat Medium"/>
              </a:defRPr>
            </a:lvl2pPr>
            <a:lvl3pPr lvl="2" rtl="0" algn="r">
              <a:buNone/>
              <a:defRPr sz="800">
                <a:solidFill>
                  <a:schemeClr val="dk1"/>
                </a:solidFill>
                <a:latin typeface="Montserrat Medium"/>
                <a:ea typeface="Montserrat Medium"/>
                <a:cs typeface="Montserrat Medium"/>
                <a:sym typeface="Montserrat Medium"/>
              </a:defRPr>
            </a:lvl3pPr>
            <a:lvl4pPr lvl="3" rtl="0" algn="r">
              <a:buNone/>
              <a:defRPr sz="800">
                <a:solidFill>
                  <a:schemeClr val="dk1"/>
                </a:solidFill>
                <a:latin typeface="Montserrat Medium"/>
                <a:ea typeface="Montserrat Medium"/>
                <a:cs typeface="Montserrat Medium"/>
                <a:sym typeface="Montserrat Medium"/>
              </a:defRPr>
            </a:lvl4pPr>
            <a:lvl5pPr lvl="4" rtl="0" algn="r">
              <a:buNone/>
              <a:defRPr sz="800">
                <a:solidFill>
                  <a:schemeClr val="dk1"/>
                </a:solidFill>
                <a:latin typeface="Montserrat Medium"/>
                <a:ea typeface="Montserrat Medium"/>
                <a:cs typeface="Montserrat Medium"/>
                <a:sym typeface="Montserrat Medium"/>
              </a:defRPr>
            </a:lvl5pPr>
            <a:lvl6pPr lvl="5" rtl="0" algn="r">
              <a:buNone/>
              <a:defRPr sz="800">
                <a:solidFill>
                  <a:schemeClr val="dk1"/>
                </a:solidFill>
                <a:latin typeface="Montserrat Medium"/>
                <a:ea typeface="Montserrat Medium"/>
                <a:cs typeface="Montserrat Medium"/>
                <a:sym typeface="Montserrat Medium"/>
              </a:defRPr>
            </a:lvl6pPr>
            <a:lvl7pPr lvl="6" rtl="0" algn="r">
              <a:buNone/>
              <a:defRPr sz="800">
                <a:solidFill>
                  <a:schemeClr val="dk1"/>
                </a:solidFill>
                <a:latin typeface="Montserrat Medium"/>
                <a:ea typeface="Montserrat Medium"/>
                <a:cs typeface="Montserrat Medium"/>
                <a:sym typeface="Montserrat Medium"/>
              </a:defRPr>
            </a:lvl7pPr>
            <a:lvl8pPr lvl="7" rtl="0" algn="r">
              <a:buNone/>
              <a:defRPr sz="800">
                <a:solidFill>
                  <a:schemeClr val="dk1"/>
                </a:solidFill>
                <a:latin typeface="Montserrat Medium"/>
                <a:ea typeface="Montserrat Medium"/>
                <a:cs typeface="Montserrat Medium"/>
                <a:sym typeface="Montserrat Medium"/>
              </a:defRPr>
            </a:lvl8pPr>
            <a:lvl9pPr lvl="8" rtl="0" algn="r">
              <a:buNone/>
              <a:defRPr sz="800">
                <a:solidFill>
                  <a:schemeClr val="dk1"/>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GB"/>
              <a:t>‹#›</a:t>
            </a:fld>
            <a:endParaRPr/>
          </a:p>
        </p:txBody>
      </p:sp>
      <p:sp>
        <p:nvSpPr>
          <p:cNvPr id="276" name="Google Shape;276;p23"/>
          <p:cNvSpPr txBox="1"/>
          <p:nvPr>
            <p:ph idx="6" type="body"/>
          </p:nvPr>
        </p:nvSpPr>
        <p:spPr>
          <a:xfrm>
            <a:off x="4680025" y="2967600"/>
            <a:ext cx="3932400" cy="1578600"/>
          </a:xfrm>
          <a:prstGeom prst="rect">
            <a:avLst/>
          </a:prstGeom>
        </p:spPr>
        <p:txBody>
          <a:bodyPr anchorCtr="0" anchor="t" bIns="0" lIns="0" spcFirstLastPara="1" rIns="0" wrap="square" tIns="0">
            <a:noAutofit/>
          </a:bodyPr>
          <a:lstStyle>
            <a:lvl1pPr indent="-298450" lvl="0" marL="457200" rtl="0">
              <a:spcBef>
                <a:spcPts val="0"/>
              </a:spcBef>
              <a:spcAft>
                <a:spcPts val="0"/>
              </a:spcAft>
              <a:buSzPts val="1100"/>
              <a:buFont typeface="Montserrat Light"/>
              <a:buChar char="●"/>
              <a:defRPr sz="1100">
                <a:latin typeface="Montserrat Light"/>
                <a:ea typeface="Montserrat Light"/>
                <a:cs typeface="Montserrat Light"/>
                <a:sym typeface="Montserrat Light"/>
              </a:defRPr>
            </a:lvl1pPr>
            <a:lvl2pPr indent="-298450" lvl="1" marL="914400" rtl="0">
              <a:spcBef>
                <a:spcPts val="0"/>
              </a:spcBef>
              <a:spcAft>
                <a:spcPts val="0"/>
              </a:spcAft>
              <a:buSzPts val="1100"/>
              <a:buFont typeface="Montserrat Light"/>
              <a:buChar char="○"/>
              <a:defRPr sz="1100">
                <a:latin typeface="Montserrat Light"/>
                <a:ea typeface="Montserrat Light"/>
                <a:cs typeface="Montserrat Light"/>
                <a:sym typeface="Montserrat Light"/>
              </a:defRPr>
            </a:lvl2pPr>
            <a:lvl3pPr indent="-298450" lvl="2" marL="1371600" rtl="0">
              <a:spcBef>
                <a:spcPts val="0"/>
              </a:spcBef>
              <a:spcAft>
                <a:spcPts val="0"/>
              </a:spcAft>
              <a:buSzPts val="1100"/>
              <a:buFont typeface="Montserrat Light"/>
              <a:buChar char="■"/>
              <a:defRPr sz="1100">
                <a:latin typeface="Montserrat Light"/>
                <a:ea typeface="Montserrat Light"/>
                <a:cs typeface="Montserrat Light"/>
                <a:sym typeface="Montserrat Light"/>
              </a:defRPr>
            </a:lvl3pPr>
            <a:lvl4pPr indent="-298450" lvl="3" marL="1828800" rtl="0">
              <a:spcBef>
                <a:spcPts val="0"/>
              </a:spcBef>
              <a:spcAft>
                <a:spcPts val="0"/>
              </a:spcAft>
              <a:buSzPts val="1100"/>
              <a:buFont typeface="Montserrat Light"/>
              <a:buChar char="●"/>
              <a:defRPr sz="1100">
                <a:latin typeface="Montserrat Light"/>
                <a:ea typeface="Montserrat Light"/>
                <a:cs typeface="Montserrat Light"/>
                <a:sym typeface="Montserrat Light"/>
              </a:defRPr>
            </a:lvl4pPr>
            <a:lvl5pPr indent="-298450" lvl="4" marL="2286000" rtl="0">
              <a:spcBef>
                <a:spcPts val="0"/>
              </a:spcBef>
              <a:spcAft>
                <a:spcPts val="0"/>
              </a:spcAft>
              <a:buSzPts val="1100"/>
              <a:buFont typeface="Montserrat Light"/>
              <a:buChar char="○"/>
              <a:defRPr sz="1100">
                <a:latin typeface="Montserrat Light"/>
                <a:ea typeface="Montserrat Light"/>
                <a:cs typeface="Montserrat Light"/>
                <a:sym typeface="Montserrat Light"/>
              </a:defRPr>
            </a:lvl5pPr>
            <a:lvl6pPr indent="-298450" lvl="5" marL="2743200" rtl="0">
              <a:spcBef>
                <a:spcPts val="0"/>
              </a:spcBef>
              <a:spcAft>
                <a:spcPts val="0"/>
              </a:spcAft>
              <a:buSzPts val="1100"/>
              <a:buFont typeface="Montserrat Light"/>
              <a:buChar char="■"/>
              <a:defRPr sz="1100">
                <a:latin typeface="Montserrat Light"/>
                <a:ea typeface="Montserrat Light"/>
                <a:cs typeface="Montserrat Light"/>
                <a:sym typeface="Montserrat Light"/>
              </a:defRPr>
            </a:lvl6pPr>
            <a:lvl7pPr indent="-298450" lvl="6" marL="3200400" rtl="0">
              <a:spcBef>
                <a:spcPts val="0"/>
              </a:spcBef>
              <a:spcAft>
                <a:spcPts val="0"/>
              </a:spcAft>
              <a:buSzPts val="1100"/>
              <a:buFont typeface="Montserrat Light"/>
              <a:buChar char="●"/>
              <a:defRPr sz="1100">
                <a:latin typeface="Montserrat Light"/>
                <a:ea typeface="Montserrat Light"/>
                <a:cs typeface="Montserrat Light"/>
                <a:sym typeface="Montserrat Light"/>
              </a:defRPr>
            </a:lvl7pPr>
            <a:lvl8pPr indent="-298450" lvl="7" marL="3657600" rtl="0">
              <a:spcBef>
                <a:spcPts val="0"/>
              </a:spcBef>
              <a:spcAft>
                <a:spcPts val="0"/>
              </a:spcAft>
              <a:buSzPts val="1100"/>
              <a:buFont typeface="Montserrat Light"/>
              <a:buChar char="○"/>
              <a:defRPr sz="1100">
                <a:latin typeface="Montserrat Light"/>
                <a:ea typeface="Montserrat Light"/>
                <a:cs typeface="Montserrat Light"/>
                <a:sym typeface="Montserrat Light"/>
              </a:defRPr>
            </a:lvl8pPr>
            <a:lvl9pPr indent="-298450" lvl="8" marL="4114800" rtl="0">
              <a:spcBef>
                <a:spcPts val="0"/>
              </a:spcBef>
              <a:spcAft>
                <a:spcPts val="0"/>
              </a:spcAft>
              <a:buSzPts val="1100"/>
              <a:buFont typeface="Montserrat Light"/>
              <a:buChar char="■"/>
              <a:defRPr sz="11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2948">
          <p15:clr>
            <a:srgbClr val="E46962"/>
          </p15:clr>
        </p15:guide>
        <p15:guide id="2" pos="2817">
          <p15:clr>
            <a:srgbClr val="E46962"/>
          </p15:clr>
        </p15:guide>
        <p15:guide id="3" orient="horz" pos="1785">
          <p15:clr>
            <a:srgbClr val="E46962"/>
          </p15:clr>
        </p15:guide>
        <p15:guide id="4" orient="horz" pos="1870">
          <p15:clr>
            <a:srgbClr val="E46962"/>
          </p15:clr>
        </p15:guide>
        <p15:guide id="5" orient="horz" pos="1672">
          <p15:clr>
            <a:srgbClr val="E46962"/>
          </p15:clr>
        </p15:guide>
        <p15:guide id="6" orient="horz" pos="1587">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with titles">
  <p:cSld name="TITLE_1_1_1_3">
    <p:spTree>
      <p:nvGrpSpPr>
        <p:cNvPr id="277" name="Shape 277"/>
        <p:cNvGrpSpPr/>
        <p:nvPr/>
      </p:nvGrpSpPr>
      <p:grpSpPr>
        <a:xfrm>
          <a:off x="0" y="0"/>
          <a:ext cx="0" cy="0"/>
          <a:chOff x="0" y="0"/>
          <a:chExt cx="0" cy="0"/>
        </a:xfrm>
      </p:grpSpPr>
      <p:sp>
        <p:nvSpPr>
          <p:cNvPr id="278" name="Google Shape;278;p24"/>
          <p:cNvSpPr txBox="1"/>
          <p:nvPr>
            <p:ph idx="1" type="body"/>
          </p:nvPr>
        </p:nvSpPr>
        <p:spPr>
          <a:xfrm>
            <a:off x="540000" y="1260000"/>
            <a:ext cx="3932400" cy="32874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
        <p:nvSpPr>
          <p:cNvPr id="279" name="Google Shape;279;p24"/>
          <p:cNvSpPr txBox="1"/>
          <p:nvPr>
            <p:ph idx="2" type="body"/>
          </p:nvPr>
        </p:nvSpPr>
        <p:spPr>
          <a:xfrm>
            <a:off x="4680025" y="1260000"/>
            <a:ext cx="3932400" cy="32874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
        <p:nvSpPr>
          <p:cNvPr id="280" name="Google Shape;280;p24"/>
          <p:cNvSpPr txBox="1"/>
          <p:nvPr>
            <p:ph type="title"/>
          </p:nvPr>
        </p:nvSpPr>
        <p:spPr>
          <a:xfrm>
            <a:off x="540000" y="360000"/>
            <a:ext cx="8064000" cy="288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81" name="Google Shape;281;p24"/>
          <p:cNvSpPr txBox="1"/>
          <p:nvPr>
            <p:ph idx="3" type="subTitle"/>
          </p:nvPr>
        </p:nvSpPr>
        <p:spPr>
          <a:xfrm>
            <a:off x="540000" y="900000"/>
            <a:ext cx="39324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282" name="Google Shape;282;p24"/>
          <p:cNvSpPr txBox="1"/>
          <p:nvPr>
            <p:ph idx="4" type="subTitle"/>
          </p:nvPr>
        </p:nvSpPr>
        <p:spPr>
          <a:xfrm>
            <a:off x="4680025" y="900000"/>
            <a:ext cx="39324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283" name="Google Shape;283;p24"/>
          <p:cNvSpPr txBox="1"/>
          <p:nvPr>
            <p:ph idx="12" type="sldNum"/>
          </p:nvPr>
        </p:nvSpPr>
        <p:spPr>
          <a:xfrm>
            <a:off x="4578538" y="4783500"/>
            <a:ext cx="4025400" cy="3600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Montserrat Medium"/>
                <a:ea typeface="Montserrat Medium"/>
                <a:cs typeface="Montserrat Medium"/>
                <a:sym typeface="Montserrat Medium"/>
              </a:defRPr>
            </a:lvl1pPr>
            <a:lvl2pPr lvl="1" rtl="0" algn="r">
              <a:buNone/>
              <a:defRPr sz="800">
                <a:solidFill>
                  <a:schemeClr val="dk1"/>
                </a:solidFill>
                <a:latin typeface="Montserrat Medium"/>
                <a:ea typeface="Montserrat Medium"/>
                <a:cs typeface="Montserrat Medium"/>
                <a:sym typeface="Montserrat Medium"/>
              </a:defRPr>
            </a:lvl2pPr>
            <a:lvl3pPr lvl="2" rtl="0" algn="r">
              <a:buNone/>
              <a:defRPr sz="800">
                <a:solidFill>
                  <a:schemeClr val="dk1"/>
                </a:solidFill>
                <a:latin typeface="Montserrat Medium"/>
                <a:ea typeface="Montserrat Medium"/>
                <a:cs typeface="Montserrat Medium"/>
                <a:sym typeface="Montserrat Medium"/>
              </a:defRPr>
            </a:lvl3pPr>
            <a:lvl4pPr lvl="3" rtl="0" algn="r">
              <a:buNone/>
              <a:defRPr sz="800">
                <a:solidFill>
                  <a:schemeClr val="dk1"/>
                </a:solidFill>
                <a:latin typeface="Montserrat Medium"/>
                <a:ea typeface="Montserrat Medium"/>
                <a:cs typeface="Montserrat Medium"/>
                <a:sym typeface="Montserrat Medium"/>
              </a:defRPr>
            </a:lvl4pPr>
            <a:lvl5pPr lvl="4" rtl="0" algn="r">
              <a:buNone/>
              <a:defRPr sz="800">
                <a:solidFill>
                  <a:schemeClr val="dk1"/>
                </a:solidFill>
                <a:latin typeface="Montserrat Medium"/>
                <a:ea typeface="Montserrat Medium"/>
                <a:cs typeface="Montserrat Medium"/>
                <a:sym typeface="Montserrat Medium"/>
              </a:defRPr>
            </a:lvl5pPr>
            <a:lvl6pPr lvl="5" rtl="0" algn="r">
              <a:buNone/>
              <a:defRPr sz="800">
                <a:solidFill>
                  <a:schemeClr val="dk1"/>
                </a:solidFill>
                <a:latin typeface="Montserrat Medium"/>
                <a:ea typeface="Montserrat Medium"/>
                <a:cs typeface="Montserrat Medium"/>
                <a:sym typeface="Montserrat Medium"/>
              </a:defRPr>
            </a:lvl6pPr>
            <a:lvl7pPr lvl="6" rtl="0" algn="r">
              <a:buNone/>
              <a:defRPr sz="800">
                <a:solidFill>
                  <a:schemeClr val="dk1"/>
                </a:solidFill>
                <a:latin typeface="Montserrat Medium"/>
                <a:ea typeface="Montserrat Medium"/>
                <a:cs typeface="Montserrat Medium"/>
                <a:sym typeface="Montserrat Medium"/>
              </a:defRPr>
            </a:lvl7pPr>
            <a:lvl8pPr lvl="7" rtl="0" algn="r">
              <a:buNone/>
              <a:defRPr sz="800">
                <a:solidFill>
                  <a:schemeClr val="dk1"/>
                </a:solidFill>
                <a:latin typeface="Montserrat Medium"/>
                <a:ea typeface="Montserrat Medium"/>
                <a:cs typeface="Montserrat Medium"/>
                <a:sym typeface="Montserrat Medium"/>
              </a:defRPr>
            </a:lvl8pPr>
            <a:lvl9pPr lvl="8" rtl="0" algn="r">
              <a:buNone/>
              <a:defRPr sz="800">
                <a:solidFill>
                  <a:schemeClr val="dk1"/>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2948">
          <p15:clr>
            <a:srgbClr val="E46962"/>
          </p15:clr>
        </p15:guide>
        <p15:guide id="2" pos="2817">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p:cSld name="TITLE_1_1_1_2_1_1">
    <p:spTree>
      <p:nvGrpSpPr>
        <p:cNvPr id="284" name="Shape 284"/>
        <p:cNvGrpSpPr/>
        <p:nvPr/>
      </p:nvGrpSpPr>
      <p:grpSpPr>
        <a:xfrm>
          <a:off x="0" y="0"/>
          <a:ext cx="0" cy="0"/>
          <a:chOff x="0" y="0"/>
          <a:chExt cx="0" cy="0"/>
        </a:xfrm>
      </p:grpSpPr>
      <p:sp>
        <p:nvSpPr>
          <p:cNvPr id="285" name="Google Shape;285;p25"/>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86" name="Google Shape;286;p25"/>
          <p:cNvSpPr txBox="1"/>
          <p:nvPr>
            <p:ph idx="1" type="body"/>
          </p:nvPr>
        </p:nvSpPr>
        <p:spPr>
          <a:xfrm>
            <a:off x="540000" y="1961000"/>
            <a:ext cx="2526900" cy="25797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287" name="Google Shape;287;p25"/>
          <p:cNvSpPr txBox="1"/>
          <p:nvPr>
            <p:ph idx="2" type="subTitle"/>
          </p:nvPr>
        </p:nvSpPr>
        <p:spPr>
          <a:xfrm>
            <a:off x="540902" y="1080000"/>
            <a:ext cx="2526900" cy="36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288" name="Google Shape;288;p25"/>
          <p:cNvSpPr txBox="1"/>
          <p:nvPr>
            <p:ph idx="3" type="subTitle"/>
          </p:nvPr>
        </p:nvSpPr>
        <p:spPr>
          <a:xfrm>
            <a:off x="540902" y="1538900"/>
            <a:ext cx="2526900" cy="2088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289" name="Google Shape;289;p25"/>
          <p:cNvSpPr txBox="1"/>
          <p:nvPr>
            <p:ph idx="4" type="body"/>
          </p:nvPr>
        </p:nvSpPr>
        <p:spPr>
          <a:xfrm>
            <a:off x="3307682" y="1961000"/>
            <a:ext cx="2526900" cy="25797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290" name="Google Shape;290;p25"/>
          <p:cNvSpPr txBox="1"/>
          <p:nvPr>
            <p:ph idx="5" type="subTitle"/>
          </p:nvPr>
        </p:nvSpPr>
        <p:spPr>
          <a:xfrm>
            <a:off x="3308586" y="1080000"/>
            <a:ext cx="2526900" cy="36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291" name="Google Shape;291;p25"/>
          <p:cNvSpPr txBox="1"/>
          <p:nvPr>
            <p:ph idx="6" type="subTitle"/>
          </p:nvPr>
        </p:nvSpPr>
        <p:spPr>
          <a:xfrm>
            <a:off x="3308586" y="1538900"/>
            <a:ext cx="2526900" cy="2088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292" name="Google Shape;292;p25"/>
          <p:cNvSpPr txBox="1"/>
          <p:nvPr>
            <p:ph idx="7" type="body"/>
          </p:nvPr>
        </p:nvSpPr>
        <p:spPr>
          <a:xfrm>
            <a:off x="6076277" y="1967672"/>
            <a:ext cx="2526900" cy="25797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293" name="Google Shape;293;p25"/>
          <p:cNvSpPr txBox="1"/>
          <p:nvPr>
            <p:ph idx="8" type="subTitle"/>
          </p:nvPr>
        </p:nvSpPr>
        <p:spPr>
          <a:xfrm>
            <a:off x="6077166" y="1086800"/>
            <a:ext cx="2526900" cy="36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294" name="Google Shape;294;p25"/>
          <p:cNvSpPr txBox="1"/>
          <p:nvPr>
            <p:ph idx="9" type="subTitle"/>
          </p:nvPr>
        </p:nvSpPr>
        <p:spPr>
          <a:xfrm>
            <a:off x="6077166" y="1545700"/>
            <a:ext cx="2526900" cy="2088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p:cSld name="TITLE_1_1_1_2_1_2">
    <p:spTree>
      <p:nvGrpSpPr>
        <p:cNvPr id="295" name="Shape 295"/>
        <p:cNvGrpSpPr/>
        <p:nvPr/>
      </p:nvGrpSpPr>
      <p:grpSpPr>
        <a:xfrm>
          <a:off x="0" y="0"/>
          <a:ext cx="0" cy="0"/>
          <a:chOff x="0" y="0"/>
          <a:chExt cx="0" cy="0"/>
        </a:xfrm>
      </p:grpSpPr>
      <p:sp>
        <p:nvSpPr>
          <p:cNvPr id="296" name="Google Shape;296;p26"/>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97" name="Google Shape;297;p26"/>
          <p:cNvSpPr txBox="1"/>
          <p:nvPr>
            <p:ph idx="1" type="body"/>
          </p:nvPr>
        </p:nvSpPr>
        <p:spPr>
          <a:xfrm>
            <a:off x="540000" y="1961000"/>
            <a:ext cx="1890000" cy="25863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298" name="Google Shape;298;p26"/>
          <p:cNvSpPr txBox="1"/>
          <p:nvPr>
            <p:ph idx="2" type="subTitle"/>
          </p:nvPr>
        </p:nvSpPr>
        <p:spPr>
          <a:xfrm>
            <a:off x="540675" y="1080000"/>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299" name="Google Shape;299;p26"/>
          <p:cNvSpPr txBox="1"/>
          <p:nvPr>
            <p:ph idx="3" type="subTitle"/>
          </p:nvPr>
        </p:nvSpPr>
        <p:spPr>
          <a:xfrm>
            <a:off x="540675" y="1538900"/>
            <a:ext cx="1890000" cy="2088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300" name="Google Shape;300;p26"/>
          <p:cNvSpPr txBox="1"/>
          <p:nvPr>
            <p:ph idx="4" type="body"/>
          </p:nvPr>
        </p:nvSpPr>
        <p:spPr>
          <a:xfrm>
            <a:off x="2598450" y="1961000"/>
            <a:ext cx="1890000" cy="25863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01" name="Google Shape;301;p26"/>
          <p:cNvSpPr txBox="1"/>
          <p:nvPr>
            <p:ph idx="5" type="subTitle"/>
          </p:nvPr>
        </p:nvSpPr>
        <p:spPr>
          <a:xfrm>
            <a:off x="2599125" y="1080000"/>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02" name="Google Shape;302;p26"/>
          <p:cNvSpPr txBox="1"/>
          <p:nvPr>
            <p:ph idx="6" type="subTitle"/>
          </p:nvPr>
        </p:nvSpPr>
        <p:spPr>
          <a:xfrm>
            <a:off x="2599125" y="1538900"/>
            <a:ext cx="1890000" cy="2088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303" name="Google Shape;303;p26"/>
          <p:cNvSpPr txBox="1"/>
          <p:nvPr>
            <p:ph idx="7" type="body"/>
          </p:nvPr>
        </p:nvSpPr>
        <p:spPr>
          <a:xfrm>
            <a:off x="4657575" y="1961000"/>
            <a:ext cx="1890000" cy="25863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04" name="Google Shape;304;p26"/>
          <p:cNvSpPr txBox="1"/>
          <p:nvPr>
            <p:ph idx="8" type="subTitle"/>
          </p:nvPr>
        </p:nvSpPr>
        <p:spPr>
          <a:xfrm>
            <a:off x="4658250" y="1080000"/>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05" name="Google Shape;305;p26"/>
          <p:cNvSpPr txBox="1"/>
          <p:nvPr>
            <p:ph idx="9" type="subTitle"/>
          </p:nvPr>
        </p:nvSpPr>
        <p:spPr>
          <a:xfrm>
            <a:off x="4658250" y="1538900"/>
            <a:ext cx="1890000" cy="2088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306" name="Google Shape;306;p26"/>
          <p:cNvSpPr txBox="1"/>
          <p:nvPr>
            <p:ph idx="13" type="subTitle"/>
          </p:nvPr>
        </p:nvSpPr>
        <p:spPr>
          <a:xfrm>
            <a:off x="6718050" y="1080000"/>
            <a:ext cx="1890000" cy="360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07" name="Google Shape;307;p26"/>
          <p:cNvSpPr txBox="1"/>
          <p:nvPr>
            <p:ph idx="14" type="subTitle"/>
          </p:nvPr>
        </p:nvSpPr>
        <p:spPr>
          <a:xfrm>
            <a:off x="6718050" y="1538900"/>
            <a:ext cx="1890000" cy="2088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308" name="Google Shape;308;p26"/>
          <p:cNvSpPr txBox="1"/>
          <p:nvPr>
            <p:ph idx="15" type="body"/>
          </p:nvPr>
        </p:nvSpPr>
        <p:spPr>
          <a:xfrm>
            <a:off x="6716700" y="1961000"/>
            <a:ext cx="1890000" cy="25863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1531">
          <p15:clr>
            <a:srgbClr val="E46962"/>
          </p15:clr>
        </p15:guide>
        <p15:guide id="2" pos="1531">
          <p15:clr>
            <a:srgbClr val="E46962"/>
          </p15:clr>
        </p15:guide>
        <p15:guide id="3" pos="2827">
          <p15:clr>
            <a:srgbClr val="E46962"/>
          </p15:clr>
        </p15:guide>
        <p15:guide id="4" pos="2933">
          <p15:clr>
            <a:srgbClr val="E46962"/>
          </p15:clr>
        </p15:guide>
        <p15:guide id="5" pos="1637">
          <p15:clr>
            <a:srgbClr val="E46962"/>
          </p15:clr>
        </p15:guide>
        <p15:guide id="6" pos="4124">
          <p15:clr>
            <a:srgbClr val="E46962"/>
          </p15:clr>
        </p15:guide>
        <p15:guide id="7" pos="4229">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rows of text with subtitles">
  <p:cSld name="CUSTOM_28_1_1">
    <p:spTree>
      <p:nvGrpSpPr>
        <p:cNvPr id="309" name="Shape 309"/>
        <p:cNvGrpSpPr/>
        <p:nvPr/>
      </p:nvGrpSpPr>
      <p:grpSpPr>
        <a:xfrm>
          <a:off x="0" y="0"/>
          <a:ext cx="0" cy="0"/>
          <a:chOff x="0" y="0"/>
          <a:chExt cx="0" cy="0"/>
        </a:xfrm>
      </p:grpSpPr>
      <p:sp>
        <p:nvSpPr>
          <p:cNvPr id="310" name="Google Shape;310;p27"/>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11" name="Google Shape;311;p27"/>
          <p:cNvSpPr txBox="1"/>
          <p:nvPr>
            <p:ph idx="1" type="subTitle"/>
          </p:nvPr>
        </p:nvSpPr>
        <p:spPr>
          <a:xfrm>
            <a:off x="543675" y="1080000"/>
            <a:ext cx="5061000" cy="2211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12" name="Google Shape;312;p27"/>
          <p:cNvSpPr txBox="1"/>
          <p:nvPr>
            <p:ph idx="2" type="body"/>
          </p:nvPr>
        </p:nvSpPr>
        <p:spPr>
          <a:xfrm>
            <a:off x="541875" y="1348011"/>
            <a:ext cx="5061000" cy="7635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13" name="Google Shape;313;p27"/>
          <p:cNvSpPr txBox="1"/>
          <p:nvPr>
            <p:ph idx="3" type="subTitle"/>
          </p:nvPr>
        </p:nvSpPr>
        <p:spPr>
          <a:xfrm>
            <a:off x="542775" y="3515658"/>
            <a:ext cx="5061000" cy="2211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14" name="Google Shape;314;p27"/>
          <p:cNvSpPr txBox="1"/>
          <p:nvPr>
            <p:ph idx="4" type="body"/>
          </p:nvPr>
        </p:nvSpPr>
        <p:spPr>
          <a:xfrm>
            <a:off x="540975" y="3783670"/>
            <a:ext cx="5061000" cy="7635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15" name="Google Shape;315;p27"/>
          <p:cNvSpPr txBox="1"/>
          <p:nvPr>
            <p:ph idx="5" type="subTitle"/>
          </p:nvPr>
        </p:nvSpPr>
        <p:spPr>
          <a:xfrm>
            <a:off x="541875" y="2297829"/>
            <a:ext cx="5061000" cy="2211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16" name="Google Shape;316;p27"/>
          <p:cNvSpPr txBox="1"/>
          <p:nvPr>
            <p:ph idx="6" type="body"/>
          </p:nvPr>
        </p:nvSpPr>
        <p:spPr>
          <a:xfrm>
            <a:off x="540075" y="2565840"/>
            <a:ext cx="5061000" cy="7635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681">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subheader, text, image">
  <p:cSld name="TITLE_1_1_1_1">
    <p:spTree>
      <p:nvGrpSpPr>
        <p:cNvPr id="317" name="Shape 317"/>
        <p:cNvGrpSpPr/>
        <p:nvPr/>
      </p:nvGrpSpPr>
      <p:grpSpPr>
        <a:xfrm>
          <a:off x="0" y="0"/>
          <a:ext cx="0" cy="0"/>
          <a:chOff x="0" y="0"/>
          <a:chExt cx="0" cy="0"/>
        </a:xfrm>
      </p:grpSpPr>
      <p:sp>
        <p:nvSpPr>
          <p:cNvPr id="318" name="Google Shape;318;p28"/>
          <p:cNvSpPr txBox="1"/>
          <p:nvPr>
            <p:ph idx="1" type="body"/>
          </p:nvPr>
        </p:nvSpPr>
        <p:spPr>
          <a:xfrm>
            <a:off x="540000" y="1080000"/>
            <a:ext cx="3932400" cy="34467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
        <p:nvSpPr>
          <p:cNvPr id="319" name="Google Shape;319;p28"/>
          <p:cNvSpPr/>
          <p:nvPr>
            <p:ph idx="2" type="pic"/>
          </p:nvPr>
        </p:nvSpPr>
        <p:spPr>
          <a:xfrm>
            <a:off x="4686475" y="1080000"/>
            <a:ext cx="3917400" cy="3467400"/>
          </a:xfrm>
          <a:prstGeom prst="rect">
            <a:avLst/>
          </a:prstGeom>
          <a:noFill/>
          <a:ln>
            <a:noFill/>
          </a:ln>
        </p:spPr>
      </p:sp>
      <p:sp>
        <p:nvSpPr>
          <p:cNvPr id="320" name="Google Shape;320;p28"/>
          <p:cNvSpPr txBox="1"/>
          <p:nvPr>
            <p:ph type="title"/>
          </p:nvPr>
        </p:nvSpPr>
        <p:spPr>
          <a:xfrm>
            <a:off x="540000" y="360000"/>
            <a:ext cx="8064000" cy="288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21" name="Google Shape;321;p28"/>
          <p:cNvSpPr txBox="1"/>
          <p:nvPr>
            <p:ph idx="3" type="subTitle"/>
          </p:nvPr>
        </p:nvSpPr>
        <p:spPr>
          <a:xfrm>
            <a:off x="540000" y="648125"/>
            <a:ext cx="8064000" cy="252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a:buNone/>
              <a:defRPr>
                <a:latin typeface="Montserrat"/>
                <a:ea typeface="Montserrat"/>
                <a:cs typeface="Montserrat"/>
                <a:sym typeface="Montserrat"/>
              </a:defRPr>
            </a:lvl1pPr>
            <a:lvl2pPr lvl="1" rtl="0">
              <a:spcBef>
                <a:spcPts val="0"/>
              </a:spcBef>
              <a:spcAft>
                <a:spcPts val="0"/>
              </a:spcAft>
              <a:buSzPts val="1300"/>
              <a:buNone/>
              <a:defRPr sz="1300"/>
            </a:lvl2pPr>
            <a:lvl3pPr lvl="2" rtl="0">
              <a:spcBef>
                <a:spcPts val="0"/>
              </a:spcBef>
              <a:spcAft>
                <a:spcPts val="0"/>
              </a:spcAft>
              <a:buSzPts val="1300"/>
              <a:buNone/>
              <a:defRPr sz="1300"/>
            </a:lvl3pPr>
            <a:lvl4pPr lvl="3" rtl="0">
              <a:spcBef>
                <a:spcPts val="0"/>
              </a:spcBef>
              <a:spcAft>
                <a:spcPts val="0"/>
              </a:spcAft>
              <a:buSzPts val="1300"/>
              <a:buNone/>
              <a:defRPr sz="1300"/>
            </a:lvl4pPr>
            <a:lvl5pPr lvl="4" rtl="0">
              <a:spcBef>
                <a:spcPts val="0"/>
              </a:spcBef>
              <a:spcAft>
                <a:spcPts val="0"/>
              </a:spcAft>
              <a:buSzPts val="1300"/>
              <a:buNone/>
              <a:defRPr sz="1300"/>
            </a:lvl5pPr>
            <a:lvl6pPr lvl="5" rtl="0">
              <a:spcBef>
                <a:spcPts val="0"/>
              </a:spcBef>
              <a:spcAft>
                <a:spcPts val="0"/>
              </a:spcAft>
              <a:buSzPts val="1300"/>
              <a:buNone/>
              <a:defRPr sz="1300"/>
            </a:lvl6pPr>
            <a:lvl7pPr lvl="6" rtl="0">
              <a:spcBef>
                <a:spcPts val="0"/>
              </a:spcBef>
              <a:spcAft>
                <a:spcPts val="0"/>
              </a:spcAft>
              <a:buSzPts val="1300"/>
              <a:buNone/>
              <a:defRPr sz="1300"/>
            </a:lvl7pPr>
            <a:lvl8pPr lvl="7" rtl="0">
              <a:spcBef>
                <a:spcPts val="0"/>
              </a:spcBef>
              <a:spcAft>
                <a:spcPts val="0"/>
              </a:spcAft>
              <a:buSzPts val="1300"/>
              <a:buNone/>
              <a:defRPr sz="1300"/>
            </a:lvl8pPr>
            <a:lvl9pPr lvl="8" rtl="0">
              <a:spcBef>
                <a:spcPts val="0"/>
              </a:spcBef>
              <a:spcAft>
                <a:spcPts val="0"/>
              </a:spcAft>
              <a:buSzPts val="1300"/>
              <a:buNone/>
              <a:defRPr sz="1300"/>
            </a:lvl9pPr>
          </a:lstStyle>
          <a:p/>
        </p:txBody>
      </p:sp>
    </p:spTree>
  </p:cSld>
  <p:clrMapOvr>
    <a:masterClrMapping/>
  </p:clrMapOvr>
  <p:extLst>
    <p:ext uri="{DCECCB84-F9BA-43D5-87BE-67443E8EF086}">
      <p15:sldGuideLst>
        <p15:guide id="1" pos="2948">
          <p15:clr>
            <a:srgbClr val="E46962"/>
          </p15:clr>
        </p15:guide>
        <p15:guide id="2" pos="2817">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text, image">
  <p:cSld name="TITLE_1_1_1_1_1">
    <p:spTree>
      <p:nvGrpSpPr>
        <p:cNvPr id="322" name="Shape 322"/>
        <p:cNvGrpSpPr/>
        <p:nvPr/>
      </p:nvGrpSpPr>
      <p:grpSpPr>
        <a:xfrm>
          <a:off x="0" y="0"/>
          <a:ext cx="0" cy="0"/>
          <a:chOff x="0" y="0"/>
          <a:chExt cx="0" cy="0"/>
        </a:xfrm>
      </p:grpSpPr>
      <p:sp>
        <p:nvSpPr>
          <p:cNvPr id="323" name="Google Shape;323;p29"/>
          <p:cNvSpPr txBox="1"/>
          <p:nvPr>
            <p:ph idx="1" type="body"/>
          </p:nvPr>
        </p:nvSpPr>
        <p:spPr>
          <a:xfrm>
            <a:off x="540000" y="1080000"/>
            <a:ext cx="3932400" cy="34467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
        <p:nvSpPr>
          <p:cNvPr id="324" name="Google Shape;324;p29"/>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25" name="Google Shape;325;p29"/>
          <p:cNvSpPr/>
          <p:nvPr>
            <p:ph idx="2" type="pic"/>
          </p:nvPr>
        </p:nvSpPr>
        <p:spPr>
          <a:xfrm>
            <a:off x="4686475" y="1080000"/>
            <a:ext cx="3917400" cy="3467400"/>
          </a:xfrm>
          <a:prstGeom prst="rect">
            <a:avLst/>
          </a:prstGeom>
          <a:noFill/>
          <a:ln>
            <a:noFill/>
          </a:ln>
        </p:spPr>
      </p:sp>
    </p:spTree>
  </p:cSld>
  <p:clrMapOvr>
    <a:masterClrMapping/>
  </p:clrMapOvr>
  <p:extLst>
    <p:ext uri="{DCECCB84-F9BA-43D5-87BE-67443E8EF086}">
      <p15:sldGuideLst>
        <p15:guide id="1" pos="2948">
          <p15:clr>
            <a:srgbClr val="E46962"/>
          </p15:clr>
        </p15:guide>
        <p15:guide id="2" pos="2817">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ith 1 section on the right">
  <p:cSld name="CUSTOM_18_2_2_1">
    <p:spTree>
      <p:nvGrpSpPr>
        <p:cNvPr id="326" name="Shape 326"/>
        <p:cNvGrpSpPr/>
        <p:nvPr/>
      </p:nvGrpSpPr>
      <p:grpSpPr>
        <a:xfrm>
          <a:off x="0" y="0"/>
          <a:ext cx="0" cy="0"/>
          <a:chOff x="0" y="0"/>
          <a:chExt cx="0" cy="0"/>
        </a:xfrm>
      </p:grpSpPr>
      <p:cxnSp>
        <p:nvCxnSpPr>
          <p:cNvPr id="327" name="Google Shape;327;p30"/>
          <p:cNvCxnSpPr/>
          <p:nvPr/>
        </p:nvCxnSpPr>
        <p:spPr>
          <a:xfrm>
            <a:off x="3183625" y="369350"/>
            <a:ext cx="0" cy="4182600"/>
          </a:xfrm>
          <a:prstGeom prst="straightConnector1">
            <a:avLst/>
          </a:prstGeom>
          <a:noFill/>
          <a:ln cap="flat" cmpd="sng" w="9525">
            <a:solidFill>
              <a:schemeClr val="dk1"/>
            </a:solidFill>
            <a:prstDash val="solid"/>
            <a:round/>
            <a:headEnd len="med" w="med" type="none"/>
            <a:tailEnd len="med" w="med" type="none"/>
          </a:ln>
        </p:spPr>
      </p:cxnSp>
      <p:sp>
        <p:nvSpPr>
          <p:cNvPr id="328" name="Google Shape;328;p30"/>
          <p:cNvSpPr txBox="1"/>
          <p:nvPr>
            <p:ph type="title"/>
          </p:nvPr>
        </p:nvSpPr>
        <p:spPr>
          <a:xfrm>
            <a:off x="540000" y="360000"/>
            <a:ext cx="2283000" cy="90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29" name="Google Shape;329;p30"/>
          <p:cNvSpPr txBox="1"/>
          <p:nvPr>
            <p:ph idx="1" type="body"/>
          </p:nvPr>
        </p:nvSpPr>
        <p:spPr>
          <a:xfrm>
            <a:off x="3544250" y="1108050"/>
            <a:ext cx="5059800" cy="32874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
        <p:nvSpPr>
          <p:cNvPr id="330" name="Google Shape;330;p30"/>
          <p:cNvSpPr txBox="1"/>
          <p:nvPr>
            <p:ph idx="2" type="subTitle"/>
          </p:nvPr>
        </p:nvSpPr>
        <p:spPr>
          <a:xfrm>
            <a:off x="3544250" y="748050"/>
            <a:ext cx="50598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331" name="Google Shape;331;p30"/>
          <p:cNvSpPr txBox="1"/>
          <p:nvPr>
            <p:ph idx="3" type="body"/>
          </p:nvPr>
        </p:nvSpPr>
        <p:spPr>
          <a:xfrm>
            <a:off x="540000" y="1479425"/>
            <a:ext cx="2283000" cy="30681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ith 2 sections on the right">
  <p:cSld name="CUSTOM_18_2_2_2">
    <p:spTree>
      <p:nvGrpSpPr>
        <p:cNvPr id="332" name="Shape 332"/>
        <p:cNvGrpSpPr/>
        <p:nvPr/>
      </p:nvGrpSpPr>
      <p:grpSpPr>
        <a:xfrm>
          <a:off x="0" y="0"/>
          <a:ext cx="0" cy="0"/>
          <a:chOff x="0" y="0"/>
          <a:chExt cx="0" cy="0"/>
        </a:xfrm>
      </p:grpSpPr>
      <p:cxnSp>
        <p:nvCxnSpPr>
          <p:cNvPr id="333" name="Google Shape;333;p31"/>
          <p:cNvCxnSpPr/>
          <p:nvPr/>
        </p:nvCxnSpPr>
        <p:spPr>
          <a:xfrm>
            <a:off x="3183625" y="369350"/>
            <a:ext cx="0" cy="4182600"/>
          </a:xfrm>
          <a:prstGeom prst="straightConnector1">
            <a:avLst/>
          </a:prstGeom>
          <a:noFill/>
          <a:ln cap="flat" cmpd="sng" w="9525">
            <a:solidFill>
              <a:schemeClr val="dk1"/>
            </a:solidFill>
            <a:prstDash val="solid"/>
            <a:round/>
            <a:headEnd len="med" w="med" type="none"/>
            <a:tailEnd len="med" w="med" type="none"/>
          </a:ln>
        </p:spPr>
      </p:cxnSp>
      <p:sp>
        <p:nvSpPr>
          <p:cNvPr id="334" name="Google Shape;334;p31"/>
          <p:cNvSpPr txBox="1"/>
          <p:nvPr>
            <p:ph type="title"/>
          </p:nvPr>
        </p:nvSpPr>
        <p:spPr>
          <a:xfrm>
            <a:off x="540000" y="360000"/>
            <a:ext cx="2283000" cy="90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5" name="Google Shape;335;p31"/>
          <p:cNvSpPr txBox="1"/>
          <p:nvPr>
            <p:ph idx="1" type="subTitle"/>
          </p:nvPr>
        </p:nvSpPr>
        <p:spPr>
          <a:xfrm>
            <a:off x="3543050" y="360000"/>
            <a:ext cx="5061000" cy="411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36" name="Google Shape;336;p31"/>
          <p:cNvSpPr txBox="1"/>
          <p:nvPr>
            <p:ph idx="2" type="body"/>
          </p:nvPr>
        </p:nvSpPr>
        <p:spPr>
          <a:xfrm>
            <a:off x="3541250" y="858338"/>
            <a:ext cx="5061000" cy="14199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37" name="Google Shape;337;p31"/>
          <p:cNvSpPr txBox="1"/>
          <p:nvPr>
            <p:ph idx="3" type="subTitle"/>
          </p:nvPr>
        </p:nvSpPr>
        <p:spPr>
          <a:xfrm>
            <a:off x="3541250" y="2624421"/>
            <a:ext cx="5061000" cy="411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38" name="Google Shape;338;p31"/>
          <p:cNvSpPr txBox="1"/>
          <p:nvPr>
            <p:ph idx="4" type="body"/>
          </p:nvPr>
        </p:nvSpPr>
        <p:spPr>
          <a:xfrm>
            <a:off x="3539450" y="3122759"/>
            <a:ext cx="5061000" cy="14199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39" name="Google Shape;339;p31"/>
          <p:cNvSpPr txBox="1"/>
          <p:nvPr>
            <p:ph idx="5" type="body"/>
          </p:nvPr>
        </p:nvSpPr>
        <p:spPr>
          <a:xfrm>
            <a:off x="540000" y="1479425"/>
            <a:ext cx="2283000" cy="30681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ith 3 sections on the right">
  <p:cSld name="CUSTOM_18_2">
    <p:spTree>
      <p:nvGrpSpPr>
        <p:cNvPr id="340" name="Shape 340"/>
        <p:cNvGrpSpPr/>
        <p:nvPr/>
      </p:nvGrpSpPr>
      <p:grpSpPr>
        <a:xfrm>
          <a:off x="0" y="0"/>
          <a:ext cx="0" cy="0"/>
          <a:chOff x="0" y="0"/>
          <a:chExt cx="0" cy="0"/>
        </a:xfrm>
      </p:grpSpPr>
      <p:cxnSp>
        <p:nvCxnSpPr>
          <p:cNvPr id="341" name="Google Shape;341;p32"/>
          <p:cNvCxnSpPr/>
          <p:nvPr/>
        </p:nvCxnSpPr>
        <p:spPr>
          <a:xfrm>
            <a:off x="3183625" y="369350"/>
            <a:ext cx="0" cy="4182600"/>
          </a:xfrm>
          <a:prstGeom prst="straightConnector1">
            <a:avLst/>
          </a:prstGeom>
          <a:noFill/>
          <a:ln cap="flat" cmpd="sng" w="9525">
            <a:solidFill>
              <a:schemeClr val="dk1"/>
            </a:solidFill>
            <a:prstDash val="solid"/>
            <a:round/>
            <a:headEnd len="med" w="med" type="none"/>
            <a:tailEnd len="med" w="med" type="none"/>
          </a:ln>
        </p:spPr>
      </p:cxnSp>
      <p:sp>
        <p:nvSpPr>
          <p:cNvPr id="342" name="Google Shape;342;p32"/>
          <p:cNvSpPr txBox="1"/>
          <p:nvPr>
            <p:ph type="title"/>
          </p:nvPr>
        </p:nvSpPr>
        <p:spPr>
          <a:xfrm>
            <a:off x="540000" y="360000"/>
            <a:ext cx="2283000" cy="90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3" name="Google Shape;343;p32"/>
          <p:cNvSpPr txBox="1"/>
          <p:nvPr>
            <p:ph idx="1" type="subTitle"/>
          </p:nvPr>
        </p:nvSpPr>
        <p:spPr>
          <a:xfrm>
            <a:off x="3543050" y="360000"/>
            <a:ext cx="5061000" cy="267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44" name="Google Shape;344;p32"/>
          <p:cNvSpPr txBox="1"/>
          <p:nvPr>
            <p:ph idx="2" type="body"/>
          </p:nvPr>
        </p:nvSpPr>
        <p:spPr>
          <a:xfrm>
            <a:off x="3541250" y="683675"/>
            <a:ext cx="5061000" cy="9222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45" name="Google Shape;345;p32"/>
          <p:cNvSpPr txBox="1"/>
          <p:nvPr>
            <p:ph idx="3" type="subTitle"/>
          </p:nvPr>
        </p:nvSpPr>
        <p:spPr>
          <a:xfrm>
            <a:off x="3542150" y="3301525"/>
            <a:ext cx="5061000" cy="267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46" name="Google Shape;346;p32"/>
          <p:cNvSpPr txBox="1"/>
          <p:nvPr>
            <p:ph idx="4" type="body"/>
          </p:nvPr>
        </p:nvSpPr>
        <p:spPr>
          <a:xfrm>
            <a:off x="3540350" y="3625200"/>
            <a:ext cx="5061000" cy="9222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47" name="Google Shape;347;p32"/>
          <p:cNvSpPr txBox="1"/>
          <p:nvPr>
            <p:ph idx="5" type="subTitle"/>
          </p:nvPr>
        </p:nvSpPr>
        <p:spPr>
          <a:xfrm>
            <a:off x="3541250" y="1830763"/>
            <a:ext cx="5061000" cy="267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48" name="Google Shape;348;p32"/>
          <p:cNvSpPr txBox="1"/>
          <p:nvPr>
            <p:ph idx="6" type="body"/>
          </p:nvPr>
        </p:nvSpPr>
        <p:spPr>
          <a:xfrm>
            <a:off x="3539450" y="2154438"/>
            <a:ext cx="5061000" cy="9222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49" name="Google Shape;349;p32"/>
          <p:cNvSpPr txBox="1"/>
          <p:nvPr>
            <p:ph idx="7" type="body"/>
          </p:nvPr>
        </p:nvSpPr>
        <p:spPr>
          <a:xfrm>
            <a:off x="540000" y="1479425"/>
            <a:ext cx="2283000" cy="30681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V">
  <p:cSld name="CUSTOM_18_2_2_1_1_1">
    <p:spTree>
      <p:nvGrpSpPr>
        <p:cNvPr id="350" name="Shape 350"/>
        <p:cNvGrpSpPr/>
        <p:nvPr/>
      </p:nvGrpSpPr>
      <p:grpSpPr>
        <a:xfrm>
          <a:off x="0" y="0"/>
          <a:ext cx="0" cy="0"/>
          <a:chOff x="0" y="0"/>
          <a:chExt cx="0" cy="0"/>
        </a:xfrm>
      </p:grpSpPr>
      <p:cxnSp>
        <p:nvCxnSpPr>
          <p:cNvPr id="351" name="Google Shape;351;p33"/>
          <p:cNvCxnSpPr/>
          <p:nvPr/>
        </p:nvCxnSpPr>
        <p:spPr>
          <a:xfrm>
            <a:off x="2728150" y="369350"/>
            <a:ext cx="0" cy="4182600"/>
          </a:xfrm>
          <a:prstGeom prst="straightConnector1">
            <a:avLst/>
          </a:prstGeom>
          <a:noFill/>
          <a:ln cap="flat" cmpd="sng" w="9525">
            <a:solidFill>
              <a:schemeClr val="dk1"/>
            </a:solidFill>
            <a:prstDash val="solid"/>
            <a:round/>
            <a:headEnd len="med" w="med" type="none"/>
            <a:tailEnd len="med" w="med" type="none"/>
          </a:ln>
        </p:spPr>
      </p:cxnSp>
      <p:sp>
        <p:nvSpPr>
          <p:cNvPr id="352" name="Google Shape;352;p33"/>
          <p:cNvSpPr txBox="1"/>
          <p:nvPr>
            <p:ph idx="1" type="subTitle"/>
          </p:nvPr>
        </p:nvSpPr>
        <p:spPr>
          <a:xfrm>
            <a:off x="3010029" y="360000"/>
            <a:ext cx="5593800" cy="172500"/>
          </a:xfrm>
          <a:prstGeom prst="rect">
            <a:avLst/>
          </a:prstGeom>
        </p:spPr>
        <p:txBody>
          <a:bodyPr anchorCtr="0" anchor="t" bIns="0" lIns="0" spcFirstLastPara="1" rIns="0" wrap="square" tIns="0">
            <a:noAutofit/>
          </a:bodyPr>
          <a:lstStyle>
            <a:lvl1pPr lvl="0" rtl="0">
              <a:spcBef>
                <a:spcPts val="0"/>
              </a:spcBef>
              <a:spcAft>
                <a:spcPts val="0"/>
              </a:spcAft>
              <a:buSzPts val="1000"/>
              <a:buFont typeface="Montserrat Medium"/>
              <a:buNone/>
              <a:defRPr sz="10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53" name="Google Shape;353;p33"/>
          <p:cNvSpPr txBox="1"/>
          <p:nvPr>
            <p:ph idx="2" type="body"/>
          </p:nvPr>
        </p:nvSpPr>
        <p:spPr>
          <a:xfrm>
            <a:off x="3008040" y="617650"/>
            <a:ext cx="5593800" cy="1022400"/>
          </a:xfrm>
          <a:prstGeom prst="rect">
            <a:avLst/>
          </a:prstGeom>
        </p:spPr>
        <p:txBody>
          <a:bodyPr anchorCtr="0" anchor="t" bIns="0" lIns="0" spcFirstLastPara="1" rIns="0" wrap="square" tIns="0">
            <a:noAutofit/>
          </a:bodyPr>
          <a:lstStyle>
            <a:lvl1pPr indent="-285750" lvl="0" marL="457200" rtl="0">
              <a:lnSpc>
                <a:spcPct val="11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92100" lvl="1" marL="914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54" name="Google Shape;354;p33"/>
          <p:cNvSpPr txBox="1"/>
          <p:nvPr>
            <p:ph idx="3" type="subTitle"/>
          </p:nvPr>
        </p:nvSpPr>
        <p:spPr>
          <a:xfrm>
            <a:off x="540000" y="1751775"/>
            <a:ext cx="1890000" cy="402600"/>
          </a:xfrm>
          <a:prstGeom prst="rect">
            <a:avLst/>
          </a:prstGeom>
        </p:spPr>
        <p:txBody>
          <a:bodyPr anchorCtr="0" anchor="ctr" bIns="0" lIns="0" spcFirstLastPara="1" rIns="0" wrap="square" tIns="0">
            <a:noAutofit/>
          </a:bodyPr>
          <a:lstStyle>
            <a:lvl1pPr lvl="0" rtl="0">
              <a:spcBef>
                <a:spcPts val="0"/>
              </a:spcBef>
              <a:spcAft>
                <a:spcPts val="0"/>
              </a:spcAft>
              <a:buSzPts val="1400"/>
              <a:buFont typeface="Montserrat"/>
              <a:buNone/>
              <a:defRPr b="1" sz="1400">
                <a:solidFill>
                  <a:schemeClr val="lt2"/>
                </a:solidFill>
                <a:latin typeface="Montserrat"/>
                <a:ea typeface="Montserrat"/>
                <a:cs typeface="Montserrat"/>
                <a:sym typeface="Montserrat"/>
              </a:defRPr>
            </a:lvl1pPr>
            <a:lvl2pPr lvl="1"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2pPr>
            <a:lvl3pPr lvl="2"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3pPr>
            <a:lvl4pPr lvl="3"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4pPr>
            <a:lvl5pPr lvl="4"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5pPr>
            <a:lvl6pPr lvl="5"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6pPr>
            <a:lvl7pPr lvl="6"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7pPr>
            <a:lvl8pPr lvl="7"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8pPr>
            <a:lvl9pPr lvl="8"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9pPr>
          </a:lstStyle>
          <a:p/>
        </p:txBody>
      </p:sp>
      <p:sp>
        <p:nvSpPr>
          <p:cNvPr id="355" name="Google Shape;355;p33"/>
          <p:cNvSpPr/>
          <p:nvPr>
            <p:ph idx="4" type="pic"/>
          </p:nvPr>
        </p:nvSpPr>
        <p:spPr>
          <a:xfrm>
            <a:off x="540000" y="369350"/>
            <a:ext cx="1213200" cy="1213200"/>
          </a:xfrm>
          <a:prstGeom prst="rect">
            <a:avLst/>
          </a:prstGeom>
          <a:noFill/>
          <a:ln>
            <a:noFill/>
          </a:ln>
        </p:spPr>
      </p:sp>
      <p:sp>
        <p:nvSpPr>
          <p:cNvPr id="356" name="Google Shape;356;p33"/>
          <p:cNvSpPr txBox="1"/>
          <p:nvPr>
            <p:ph idx="5" type="subTitle"/>
          </p:nvPr>
        </p:nvSpPr>
        <p:spPr>
          <a:xfrm>
            <a:off x="540000" y="2228925"/>
            <a:ext cx="1890000" cy="128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357" name="Google Shape;357;p33"/>
          <p:cNvSpPr txBox="1"/>
          <p:nvPr>
            <p:ph idx="6" type="body"/>
          </p:nvPr>
        </p:nvSpPr>
        <p:spPr>
          <a:xfrm>
            <a:off x="540000" y="2502475"/>
            <a:ext cx="1890000" cy="1691700"/>
          </a:xfrm>
          <a:prstGeom prst="rect">
            <a:avLst/>
          </a:prstGeom>
        </p:spPr>
        <p:txBody>
          <a:bodyPr anchorCtr="0" anchor="t" bIns="0" lIns="0" spcFirstLastPara="1" rIns="0" wrap="square" tIns="0">
            <a:noAutofit/>
          </a:bodyPr>
          <a:lstStyle>
            <a:lvl1pPr indent="-285750" lvl="0" marL="457200" rtl="0">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rtl="0">
              <a:spcBef>
                <a:spcPts val="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rtl="0">
              <a:spcBef>
                <a:spcPts val="0"/>
              </a:spcBef>
              <a:spcAft>
                <a:spcPts val="0"/>
              </a:spcAft>
              <a:buSzPts val="900"/>
              <a:buFont typeface="Montserrat Light"/>
              <a:buChar char="■"/>
              <a:defRPr sz="9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85750" lvl="4" marL="2286000" rtl="0">
              <a:spcBef>
                <a:spcPts val="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rtl="0">
              <a:spcBef>
                <a:spcPts val="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rtl="0">
              <a:spcBef>
                <a:spcPts val="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rtl="0">
              <a:spcBef>
                <a:spcPts val="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rtl="0">
              <a:spcBef>
                <a:spcPts val="0"/>
              </a:spcBef>
              <a:spcAft>
                <a:spcPts val="0"/>
              </a:spcAft>
              <a:buSzPts val="900"/>
              <a:buFont typeface="Montserrat Light"/>
              <a:buChar char="■"/>
              <a:defRPr sz="900">
                <a:latin typeface="Montserrat Light"/>
                <a:ea typeface="Montserrat Light"/>
                <a:cs typeface="Montserrat Light"/>
                <a:sym typeface="Montserrat Light"/>
              </a:defRPr>
            </a:lvl9pPr>
          </a:lstStyle>
          <a:p/>
        </p:txBody>
      </p:sp>
      <p:sp>
        <p:nvSpPr>
          <p:cNvPr id="358" name="Google Shape;358;p33"/>
          <p:cNvSpPr txBox="1"/>
          <p:nvPr>
            <p:ph idx="7" type="subTitle"/>
          </p:nvPr>
        </p:nvSpPr>
        <p:spPr>
          <a:xfrm>
            <a:off x="3009034" y="3267225"/>
            <a:ext cx="5593800" cy="172500"/>
          </a:xfrm>
          <a:prstGeom prst="rect">
            <a:avLst/>
          </a:prstGeom>
        </p:spPr>
        <p:txBody>
          <a:bodyPr anchorCtr="0" anchor="t" bIns="0" lIns="0" spcFirstLastPara="1" rIns="0" wrap="square" tIns="0">
            <a:noAutofit/>
          </a:bodyPr>
          <a:lstStyle>
            <a:lvl1pPr lvl="0" rtl="0">
              <a:spcBef>
                <a:spcPts val="0"/>
              </a:spcBef>
              <a:spcAft>
                <a:spcPts val="0"/>
              </a:spcAft>
              <a:buSzPts val="1000"/>
              <a:buFont typeface="Montserrat Medium"/>
              <a:buNone/>
              <a:defRPr sz="10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59" name="Google Shape;359;p33"/>
          <p:cNvSpPr txBox="1"/>
          <p:nvPr>
            <p:ph idx="8" type="body"/>
          </p:nvPr>
        </p:nvSpPr>
        <p:spPr>
          <a:xfrm>
            <a:off x="3007045" y="3524875"/>
            <a:ext cx="5593800" cy="1022400"/>
          </a:xfrm>
          <a:prstGeom prst="rect">
            <a:avLst/>
          </a:prstGeom>
        </p:spPr>
        <p:txBody>
          <a:bodyPr anchorCtr="0" anchor="t" bIns="0" lIns="0" spcFirstLastPara="1" rIns="0" wrap="square" tIns="0">
            <a:noAutofit/>
          </a:bodyPr>
          <a:lstStyle>
            <a:lvl1pPr indent="-285750" lvl="0" marL="457200" rtl="0">
              <a:lnSpc>
                <a:spcPct val="11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92100" lvl="1" marL="914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60" name="Google Shape;360;p33"/>
          <p:cNvSpPr txBox="1"/>
          <p:nvPr>
            <p:ph idx="9" type="subTitle"/>
          </p:nvPr>
        </p:nvSpPr>
        <p:spPr>
          <a:xfrm>
            <a:off x="3008040" y="1820625"/>
            <a:ext cx="5593800" cy="172500"/>
          </a:xfrm>
          <a:prstGeom prst="rect">
            <a:avLst/>
          </a:prstGeom>
        </p:spPr>
        <p:txBody>
          <a:bodyPr anchorCtr="0" anchor="t" bIns="0" lIns="0" spcFirstLastPara="1" rIns="0" wrap="square" tIns="0">
            <a:noAutofit/>
          </a:bodyPr>
          <a:lstStyle>
            <a:lvl1pPr lvl="0" rtl="0">
              <a:spcBef>
                <a:spcPts val="0"/>
              </a:spcBef>
              <a:spcAft>
                <a:spcPts val="0"/>
              </a:spcAft>
              <a:buSzPts val="1000"/>
              <a:buFont typeface="Montserrat Medium"/>
              <a:buNone/>
              <a:defRPr sz="10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61" name="Google Shape;361;p33"/>
          <p:cNvSpPr txBox="1"/>
          <p:nvPr>
            <p:ph idx="13" type="body"/>
          </p:nvPr>
        </p:nvSpPr>
        <p:spPr>
          <a:xfrm>
            <a:off x="3006050" y="2078275"/>
            <a:ext cx="5593800" cy="1022400"/>
          </a:xfrm>
          <a:prstGeom prst="rect">
            <a:avLst/>
          </a:prstGeom>
        </p:spPr>
        <p:txBody>
          <a:bodyPr anchorCtr="0" anchor="t" bIns="0" lIns="0" spcFirstLastPara="1" rIns="0" wrap="square" tIns="0">
            <a:noAutofit/>
          </a:bodyPr>
          <a:lstStyle>
            <a:lvl1pPr indent="-285750" lvl="0" marL="457200" rtl="0">
              <a:lnSpc>
                <a:spcPct val="11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92100" lvl="1" marL="914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62" name="Google Shape;362;p33"/>
          <p:cNvSpPr txBox="1"/>
          <p:nvPr/>
        </p:nvSpPr>
        <p:spPr>
          <a:xfrm>
            <a:off x="540000" y="4783500"/>
            <a:ext cx="2364600" cy="3600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GB" sz="800">
                <a:solidFill>
                  <a:schemeClr val="dk1"/>
                </a:solidFill>
                <a:latin typeface="Montserrat"/>
                <a:ea typeface="Montserrat"/>
                <a:cs typeface="Montserrat"/>
                <a:sym typeface="Montserrat"/>
              </a:rPr>
              <a:t>Devoteam</a:t>
            </a:r>
            <a:r>
              <a:rPr lang="en-GB" sz="800">
                <a:solidFill>
                  <a:schemeClr val="dk1"/>
                </a:solidFill>
                <a:latin typeface="Montserrat"/>
                <a:ea typeface="Montserrat"/>
                <a:cs typeface="Montserrat"/>
                <a:sym typeface="Montserrat"/>
              </a:rPr>
              <a:t> | </a:t>
            </a:r>
            <a:r>
              <a:rPr b="1" lang="en-GB" sz="800">
                <a:solidFill>
                  <a:schemeClr val="lt2"/>
                </a:solidFill>
                <a:latin typeface="Montserrat"/>
                <a:ea typeface="Montserrat"/>
                <a:cs typeface="Montserrat"/>
                <a:sym typeface="Montserrat"/>
              </a:rPr>
              <a:t>AI-driven tech consulting</a:t>
            </a:r>
            <a:endParaRPr b="1" sz="800">
              <a:solidFill>
                <a:schemeClr val="lt2"/>
              </a:solidFill>
              <a:latin typeface="Montserrat"/>
              <a:ea typeface="Montserrat"/>
              <a:cs typeface="Montserrat"/>
              <a:sym typeface="Montserrat"/>
            </a:endParaRPr>
          </a:p>
          <a:p>
            <a:pPr indent="0" lvl="0" marL="0" rtl="0" algn="r">
              <a:spcBef>
                <a:spcPts val="0"/>
              </a:spcBef>
              <a:spcAft>
                <a:spcPts val="0"/>
              </a:spcAft>
              <a:buNone/>
            </a:pPr>
            <a:r>
              <a:t/>
            </a:r>
            <a:endParaRPr sz="800">
              <a:solidFill>
                <a:schemeClr val="dk1"/>
              </a:solidFill>
              <a:latin typeface="Montserrat Medium"/>
              <a:ea typeface="Montserrat Medium"/>
              <a:cs typeface="Montserrat Medium"/>
              <a:sym typeface="Montserrat Medium"/>
            </a:endParaRPr>
          </a:p>
        </p:txBody>
      </p:sp>
      <p:sp>
        <p:nvSpPr>
          <p:cNvPr id="363" name="Google Shape;363;p33"/>
          <p:cNvSpPr txBox="1"/>
          <p:nvPr>
            <p:ph idx="14" type="subTitle"/>
          </p:nvPr>
        </p:nvSpPr>
        <p:spPr>
          <a:xfrm>
            <a:off x="540000" y="4334175"/>
            <a:ext cx="1890000" cy="213000"/>
          </a:xfrm>
          <a:prstGeom prst="rect">
            <a:avLst/>
          </a:prstGeom>
          <a:solidFill>
            <a:schemeClr val="accent4"/>
          </a:solidFill>
          <a:ln>
            <a:noFill/>
          </a:ln>
        </p:spPr>
        <p:txBody>
          <a:bodyPr anchorCtr="0" anchor="ctr" bIns="91425" lIns="91425" spcFirstLastPara="1" rIns="91425" wrap="square" tIns="90000">
            <a:noAutofit/>
          </a:bodyPr>
          <a:lstStyle>
            <a:lvl1pPr lvl="0" rtl="0">
              <a:spcBef>
                <a:spcPts val="0"/>
              </a:spcBef>
              <a:spcAft>
                <a:spcPts val="0"/>
              </a:spcAft>
              <a:buClr>
                <a:schemeClr val="dk1"/>
              </a:buClr>
              <a:buSzPts val="900"/>
              <a:buFont typeface="Montserrat"/>
              <a:buNone/>
              <a:defRPr b="1" sz="900">
                <a:solidFill>
                  <a:schemeClr val="dk1"/>
                </a:solidFill>
                <a:latin typeface="Montserrat"/>
                <a:ea typeface="Montserrat"/>
                <a:cs typeface="Montserrat"/>
                <a:sym typeface="Montserrat"/>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V with logo">
  <p:cSld name="CUSTOM_18_2_2_1_1_1_2">
    <p:spTree>
      <p:nvGrpSpPr>
        <p:cNvPr id="364" name="Shape 364"/>
        <p:cNvGrpSpPr/>
        <p:nvPr/>
      </p:nvGrpSpPr>
      <p:grpSpPr>
        <a:xfrm>
          <a:off x="0" y="0"/>
          <a:ext cx="0" cy="0"/>
          <a:chOff x="0" y="0"/>
          <a:chExt cx="0" cy="0"/>
        </a:xfrm>
      </p:grpSpPr>
      <p:cxnSp>
        <p:nvCxnSpPr>
          <p:cNvPr id="365" name="Google Shape;365;p34"/>
          <p:cNvCxnSpPr/>
          <p:nvPr/>
        </p:nvCxnSpPr>
        <p:spPr>
          <a:xfrm>
            <a:off x="2728150" y="369350"/>
            <a:ext cx="0" cy="4182600"/>
          </a:xfrm>
          <a:prstGeom prst="straightConnector1">
            <a:avLst/>
          </a:prstGeom>
          <a:noFill/>
          <a:ln cap="flat" cmpd="sng" w="9525">
            <a:solidFill>
              <a:schemeClr val="dk1"/>
            </a:solidFill>
            <a:prstDash val="solid"/>
            <a:round/>
            <a:headEnd len="med" w="med" type="none"/>
            <a:tailEnd len="med" w="med" type="none"/>
          </a:ln>
        </p:spPr>
      </p:cxnSp>
      <p:sp>
        <p:nvSpPr>
          <p:cNvPr id="366" name="Google Shape;366;p34"/>
          <p:cNvSpPr txBox="1"/>
          <p:nvPr>
            <p:ph idx="1" type="subTitle"/>
          </p:nvPr>
        </p:nvSpPr>
        <p:spPr>
          <a:xfrm>
            <a:off x="540000" y="1751775"/>
            <a:ext cx="1890000" cy="402600"/>
          </a:xfrm>
          <a:prstGeom prst="rect">
            <a:avLst/>
          </a:prstGeom>
        </p:spPr>
        <p:txBody>
          <a:bodyPr anchorCtr="0" anchor="ctr" bIns="0" lIns="0" spcFirstLastPara="1" rIns="0" wrap="square" tIns="0">
            <a:noAutofit/>
          </a:bodyPr>
          <a:lstStyle>
            <a:lvl1pPr lvl="0" rtl="0">
              <a:spcBef>
                <a:spcPts val="0"/>
              </a:spcBef>
              <a:spcAft>
                <a:spcPts val="0"/>
              </a:spcAft>
              <a:buSzPts val="1400"/>
              <a:buFont typeface="Montserrat"/>
              <a:buNone/>
              <a:defRPr b="1" sz="1400">
                <a:solidFill>
                  <a:schemeClr val="lt2"/>
                </a:solidFill>
                <a:latin typeface="Montserrat"/>
                <a:ea typeface="Montserrat"/>
                <a:cs typeface="Montserrat"/>
                <a:sym typeface="Montserrat"/>
              </a:defRPr>
            </a:lvl1pPr>
            <a:lvl2pPr lvl="1"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2pPr>
            <a:lvl3pPr lvl="2"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3pPr>
            <a:lvl4pPr lvl="3"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4pPr>
            <a:lvl5pPr lvl="4"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5pPr>
            <a:lvl6pPr lvl="5"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6pPr>
            <a:lvl7pPr lvl="6" rtl="0">
              <a:spcBef>
                <a:spcPts val="0"/>
              </a:spcBef>
              <a:spcAft>
                <a:spcPts val="0"/>
              </a:spcAft>
              <a:buSzPts val="900"/>
              <a:buFont typeface="Montserrat"/>
              <a:buNone/>
              <a:defRPr b="1" sz="900">
                <a:solidFill>
                  <a:schemeClr val="lt2"/>
                </a:solidFill>
                <a:latin typeface="Montserrat"/>
                <a:ea typeface="Montserrat"/>
                <a:cs typeface="Montserrat"/>
                <a:sym typeface="Montserrat"/>
              </a:defRPr>
            </a:lvl7pPr>
            <a:lvl8pPr lvl="7"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8pPr>
            <a:lvl9pPr lvl="8" rtl="0">
              <a:spcBef>
                <a:spcPts val="0"/>
              </a:spcBef>
              <a:spcAft>
                <a:spcPts val="0"/>
              </a:spcAft>
              <a:buClr>
                <a:schemeClr val="lt2"/>
              </a:buClr>
              <a:buSzPts val="900"/>
              <a:buFont typeface="Montserrat"/>
              <a:buNone/>
              <a:defRPr b="1" sz="900">
                <a:solidFill>
                  <a:schemeClr val="lt2"/>
                </a:solidFill>
                <a:latin typeface="Montserrat"/>
                <a:ea typeface="Montserrat"/>
                <a:cs typeface="Montserrat"/>
                <a:sym typeface="Montserrat"/>
              </a:defRPr>
            </a:lvl9pPr>
          </a:lstStyle>
          <a:p/>
        </p:txBody>
      </p:sp>
      <p:sp>
        <p:nvSpPr>
          <p:cNvPr id="367" name="Google Shape;367;p34"/>
          <p:cNvSpPr/>
          <p:nvPr>
            <p:ph idx="2" type="pic"/>
          </p:nvPr>
        </p:nvSpPr>
        <p:spPr>
          <a:xfrm>
            <a:off x="540000" y="369350"/>
            <a:ext cx="1213200" cy="1213200"/>
          </a:xfrm>
          <a:prstGeom prst="rect">
            <a:avLst/>
          </a:prstGeom>
          <a:noFill/>
          <a:ln>
            <a:noFill/>
          </a:ln>
        </p:spPr>
      </p:sp>
      <p:sp>
        <p:nvSpPr>
          <p:cNvPr id="368" name="Google Shape;368;p34"/>
          <p:cNvSpPr txBox="1"/>
          <p:nvPr>
            <p:ph idx="3" type="subTitle"/>
          </p:nvPr>
        </p:nvSpPr>
        <p:spPr>
          <a:xfrm>
            <a:off x="540000" y="2228925"/>
            <a:ext cx="1890000" cy="128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000"/>
              <a:buFont typeface="Montserrat Medium"/>
              <a:buNone/>
              <a:defRPr sz="10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369" name="Google Shape;369;p34"/>
          <p:cNvSpPr txBox="1"/>
          <p:nvPr>
            <p:ph idx="4" type="body"/>
          </p:nvPr>
        </p:nvSpPr>
        <p:spPr>
          <a:xfrm>
            <a:off x="540000" y="2502475"/>
            <a:ext cx="1890000" cy="1691700"/>
          </a:xfrm>
          <a:prstGeom prst="rect">
            <a:avLst/>
          </a:prstGeom>
        </p:spPr>
        <p:txBody>
          <a:bodyPr anchorCtr="0" anchor="t" bIns="0" lIns="0" spcFirstLastPara="1" rIns="0" wrap="square" tIns="0">
            <a:noAutofit/>
          </a:bodyPr>
          <a:lstStyle>
            <a:lvl1pPr indent="-285750" lvl="0" marL="457200" rtl="0">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rtl="0">
              <a:spcBef>
                <a:spcPts val="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rtl="0">
              <a:spcBef>
                <a:spcPts val="0"/>
              </a:spcBef>
              <a:spcAft>
                <a:spcPts val="0"/>
              </a:spcAft>
              <a:buSzPts val="900"/>
              <a:buFont typeface="Montserrat Light"/>
              <a:buChar char="■"/>
              <a:defRPr sz="9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85750" lvl="4" marL="2286000" rtl="0">
              <a:spcBef>
                <a:spcPts val="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rtl="0">
              <a:spcBef>
                <a:spcPts val="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rtl="0">
              <a:spcBef>
                <a:spcPts val="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rtl="0">
              <a:spcBef>
                <a:spcPts val="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rtl="0">
              <a:spcBef>
                <a:spcPts val="0"/>
              </a:spcBef>
              <a:spcAft>
                <a:spcPts val="0"/>
              </a:spcAft>
              <a:buSzPts val="900"/>
              <a:buFont typeface="Montserrat Light"/>
              <a:buChar char="■"/>
              <a:defRPr sz="900">
                <a:latin typeface="Montserrat Light"/>
                <a:ea typeface="Montserrat Light"/>
                <a:cs typeface="Montserrat Light"/>
                <a:sym typeface="Montserrat Light"/>
              </a:defRPr>
            </a:lvl9pPr>
          </a:lstStyle>
          <a:p/>
        </p:txBody>
      </p:sp>
      <p:sp>
        <p:nvSpPr>
          <p:cNvPr id="370" name="Google Shape;370;p34"/>
          <p:cNvSpPr txBox="1"/>
          <p:nvPr/>
        </p:nvSpPr>
        <p:spPr>
          <a:xfrm>
            <a:off x="540000" y="4783500"/>
            <a:ext cx="7847100" cy="360000"/>
          </a:xfrm>
          <a:prstGeom prst="rect">
            <a:avLst/>
          </a:prstGeom>
          <a:noFill/>
          <a:ln>
            <a:noFill/>
          </a:ln>
        </p:spPr>
        <p:txBody>
          <a:bodyPr anchorCtr="0" anchor="t" bIns="0" lIns="0" spcFirstLastPara="1" rIns="0" wrap="square" tIns="0">
            <a:normAutofit/>
          </a:bodyPr>
          <a:lstStyle/>
          <a:p>
            <a:pPr indent="0" lvl="0" marL="0" rtl="0" algn="r">
              <a:spcBef>
                <a:spcPts val="0"/>
              </a:spcBef>
              <a:spcAft>
                <a:spcPts val="0"/>
              </a:spcAft>
              <a:buNone/>
            </a:pPr>
            <a:r>
              <a:rPr b="1" lang="en-GB" sz="800">
                <a:solidFill>
                  <a:schemeClr val="lt2"/>
                </a:solidFill>
                <a:latin typeface="Montserrat"/>
                <a:ea typeface="Montserrat"/>
                <a:cs typeface="Montserrat"/>
                <a:sym typeface="Montserrat"/>
              </a:rPr>
              <a:t>AI-driven tech consulting</a:t>
            </a:r>
            <a:endParaRPr b="1" sz="800">
              <a:solidFill>
                <a:schemeClr val="lt2"/>
              </a:solidFill>
              <a:latin typeface="Montserrat"/>
              <a:ea typeface="Montserrat"/>
              <a:cs typeface="Montserrat"/>
              <a:sym typeface="Montserrat"/>
            </a:endParaRPr>
          </a:p>
          <a:p>
            <a:pPr indent="0" lvl="0" marL="0" rtl="0" algn="r">
              <a:spcBef>
                <a:spcPts val="0"/>
              </a:spcBef>
              <a:spcAft>
                <a:spcPts val="0"/>
              </a:spcAft>
              <a:buNone/>
            </a:pPr>
            <a:r>
              <a:t/>
            </a:r>
            <a:endParaRPr sz="800">
              <a:solidFill>
                <a:schemeClr val="dk1"/>
              </a:solidFill>
              <a:latin typeface="Montserrat Medium"/>
              <a:ea typeface="Montserrat Medium"/>
              <a:cs typeface="Montserrat Medium"/>
              <a:sym typeface="Montserrat Medium"/>
            </a:endParaRPr>
          </a:p>
        </p:txBody>
      </p:sp>
      <p:sp>
        <p:nvSpPr>
          <p:cNvPr id="371" name="Google Shape;371;p34"/>
          <p:cNvSpPr txBox="1"/>
          <p:nvPr>
            <p:ph idx="5" type="subTitle"/>
          </p:nvPr>
        </p:nvSpPr>
        <p:spPr>
          <a:xfrm>
            <a:off x="540000" y="4334175"/>
            <a:ext cx="1890000" cy="213000"/>
          </a:xfrm>
          <a:prstGeom prst="rect">
            <a:avLst/>
          </a:prstGeom>
          <a:solidFill>
            <a:schemeClr val="accent4"/>
          </a:solidFill>
          <a:ln>
            <a:noFill/>
          </a:ln>
        </p:spPr>
        <p:txBody>
          <a:bodyPr anchorCtr="0" anchor="ctr" bIns="91425" lIns="91425" spcFirstLastPara="1" rIns="91425" wrap="square" tIns="90000">
            <a:noAutofit/>
          </a:bodyPr>
          <a:lstStyle>
            <a:lvl1pPr lvl="0" rtl="0">
              <a:spcBef>
                <a:spcPts val="0"/>
              </a:spcBef>
              <a:spcAft>
                <a:spcPts val="0"/>
              </a:spcAft>
              <a:buClr>
                <a:schemeClr val="dk1"/>
              </a:buClr>
              <a:buSzPts val="900"/>
              <a:buFont typeface="Montserrat"/>
              <a:buNone/>
              <a:defRPr b="1" sz="900">
                <a:solidFill>
                  <a:schemeClr val="dk1"/>
                </a:solidFill>
                <a:latin typeface="Montserrat"/>
                <a:ea typeface="Montserrat"/>
                <a:cs typeface="Montserrat"/>
                <a:sym typeface="Montserrat"/>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pic>
        <p:nvPicPr>
          <p:cNvPr id="372" name="Google Shape;372;p34"/>
          <p:cNvPicPr preferRelativeResize="0"/>
          <p:nvPr/>
        </p:nvPicPr>
        <p:blipFill rotWithShape="1">
          <a:blip r:embed="rId2">
            <a:alphaModFix/>
          </a:blip>
          <a:srcRect b="0" l="0" r="0" t="0"/>
          <a:stretch/>
        </p:blipFill>
        <p:spPr>
          <a:xfrm>
            <a:off x="540000" y="4698000"/>
            <a:ext cx="932875" cy="279350"/>
          </a:xfrm>
          <a:prstGeom prst="rect">
            <a:avLst/>
          </a:prstGeom>
          <a:noFill/>
          <a:ln>
            <a:noFill/>
          </a:ln>
        </p:spPr>
      </p:pic>
      <p:sp>
        <p:nvSpPr>
          <p:cNvPr id="373" name="Google Shape;373;p34"/>
          <p:cNvSpPr txBox="1"/>
          <p:nvPr>
            <p:ph idx="6" type="subTitle"/>
          </p:nvPr>
        </p:nvSpPr>
        <p:spPr>
          <a:xfrm>
            <a:off x="3010029" y="360000"/>
            <a:ext cx="5593800" cy="172500"/>
          </a:xfrm>
          <a:prstGeom prst="rect">
            <a:avLst/>
          </a:prstGeom>
        </p:spPr>
        <p:txBody>
          <a:bodyPr anchorCtr="0" anchor="t" bIns="0" lIns="0" spcFirstLastPara="1" rIns="0" wrap="square" tIns="0">
            <a:noAutofit/>
          </a:bodyPr>
          <a:lstStyle>
            <a:lvl1pPr lvl="0" rtl="0">
              <a:spcBef>
                <a:spcPts val="0"/>
              </a:spcBef>
              <a:spcAft>
                <a:spcPts val="0"/>
              </a:spcAft>
              <a:buSzPts val="1000"/>
              <a:buFont typeface="Montserrat Medium"/>
              <a:buNone/>
              <a:defRPr sz="10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74" name="Google Shape;374;p34"/>
          <p:cNvSpPr txBox="1"/>
          <p:nvPr>
            <p:ph idx="7" type="body"/>
          </p:nvPr>
        </p:nvSpPr>
        <p:spPr>
          <a:xfrm>
            <a:off x="3008040" y="617650"/>
            <a:ext cx="5593800" cy="1022400"/>
          </a:xfrm>
          <a:prstGeom prst="rect">
            <a:avLst/>
          </a:prstGeom>
        </p:spPr>
        <p:txBody>
          <a:bodyPr anchorCtr="0" anchor="t" bIns="0" lIns="0" spcFirstLastPara="1" rIns="0" wrap="square" tIns="0">
            <a:noAutofit/>
          </a:bodyPr>
          <a:lstStyle>
            <a:lvl1pPr indent="-285750" lvl="0" marL="457200" rtl="0">
              <a:lnSpc>
                <a:spcPct val="11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92100" lvl="1" marL="914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75" name="Google Shape;375;p34"/>
          <p:cNvSpPr txBox="1"/>
          <p:nvPr>
            <p:ph idx="8" type="subTitle"/>
          </p:nvPr>
        </p:nvSpPr>
        <p:spPr>
          <a:xfrm>
            <a:off x="3009034" y="3267225"/>
            <a:ext cx="5593800" cy="172500"/>
          </a:xfrm>
          <a:prstGeom prst="rect">
            <a:avLst/>
          </a:prstGeom>
        </p:spPr>
        <p:txBody>
          <a:bodyPr anchorCtr="0" anchor="t" bIns="0" lIns="0" spcFirstLastPara="1" rIns="0" wrap="square" tIns="0">
            <a:noAutofit/>
          </a:bodyPr>
          <a:lstStyle>
            <a:lvl1pPr lvl="0" rtl="0">
              <a:spcBef>
                <a:spcPts val="0"/>
              </a:spcBef>
              <a:spcAft>
                <a:spcPts val="0"/>
              </a:spcAft>
              <a:buSzPts val="1000"/>
              <a:buFont typeface="Montserrat Medium"/>
              <a:buNone/>
              <a:defRPr sz="10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76" name="Google Shape;376;p34"/>
          <p:cNvSpPr txBox="1"/>
          <p:nvPr>
            <p:ph idx="9" type="body"/>
          </p:nvPr>
        </p:nvSpPr>
        <p:spPr>
          <a:xfrm>
            <a:off x="3007045" y="3524875"/>
            <a:ext cx="5593800" cy="1022400"/>
          </a:xfrm>
          <a:prstGeom prst="rect">
            <a:avLst/>
          </a:prstGeom>
        </p:spPr>
        <p:txBody>
          <a:bodyPr anchorCtr="0" anchor="t" bIns="0" lIns="0" spcFirstLastPara="1" rIns="0" wrap="square" tIns="0">
            <a:noAutofit/>
          </a:bodyPr>
          <a:lstStyle>
            <a:lvl1pPr indent="-285750" lvl="0" marL="457200" rtl="0">
              <a:lnSpc>
                <a:spcPct val="11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92100" lvl="1" marL="914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377" name="Google Shape;377;p34"/>
          <p:cNvSpPr txBox="1"/>
          <p:nvPr>
            <p:ph idx="13" type="subTitle"/>
          </p:nvPr>
        </p:nvSpPr>
        <p:spPr>
          <a:xfrm>
            <a:off x="3008040" y="1820625"/>
            <a:ext cx="5593800" cy="172500"/>
          </a:xfrm>
          <a:prstGeom prst="rect">
            <a:avLst/>
          </a:prstGeom>
        </p:spPr>
        <p:txBody>
          <a:bodyPr anchorCtr="0" anchor="t" bIns="0" lIns="0" spcFirstLastPara="1" rIns="0" wrap="square" tIns="0">
            <a:noAutofit/>
          </a:bodyPr>
          <a:lstStyle>
            <a:lvl1pPr lvl="0" rtl="0">
              <a:spcBef>
                <a:spcPts val="0"/>
              </a:spcBef>
              <a:spcAft>
                <a:spcPts val="0"/>
              </a:spcAft>
              <a:buSzPts val="1000"/>
              <a:buFont typeface="Montserrat Medium"/>
              <a:buNone/>
              <a:defRPr sz="10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78" name="Google Shape;378;p34"/>
          <p:cNvSpPr txBox="1"/>
          <p:nvPr>
            <p:ph idx="14" type="body"/>
          </p:nvPr>
        </p:nvSpPr>
        <p:spPr>
          <a:xfrm>
            <a:off x="3006050" y="2078275"/>
            <a:ext cx="5593800" cy="1022400"/>
          </a:xfrm>
          <a:prstGeom prst="rect">
            <a:avLst/>
          </a:prstGeom>
        </p:spPr>
        <p:txBody>
          <a:bodyPr anchorCtr="0" anchor="t" bIns="0" lIns="0" spcFirstLastPara="1" rIns="0" wrap="square" tIns="0">
            <a:noAutofit/>
          </a:bodyPr>
          <a:lstStyle>
            <a:lvl1pPr indent="-285750" lvl="0" marL="457200" rtl="0">
              <a:lnSpc>
                <a:spcPct val="11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92100" lvl="1" marL="914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lnSpc>
                <a:spcPct val="115000"/>
              </a:lnSpc>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charter">
  <p:cSld name="CUSTOM_18_2_2_1_1_1_1">
    <p:spTree>
      <p:nvGrpSpPr>
        <p:cNvPr id="379" name="Shape 379"/>
        <p:cNvGrpSpPr/>
        <p:nvPr/>
      </p:nvGrpSpPr>
      <p:grpSpPr>
        <a:xfrm>
          <a:off x="0" y="0"/>
          <a:ext cx="0" cy="0"/>
          <a:chOff x="0" y="0"/>
          <a:chExt cx="0" cy="0"/>
        </a:xfrm>
      </p:grpSpPr>
      <p:cxnSp>
        <p:nvCxnSpPr>
          <p:cNvPr id="380" name="Google Shape;380;p35"/>
          <p:cNvCxnSpPr/>
          <p:nvPr/>
        </p:nvCxnSpPr>
        <p:spPr>
          <a:xfrm>
            <a:off x="3183625" y="1075050"/>
            <a:ext cx="0" cy="3477000"/>
          </a:xfrm>
          <a:prstGeom prst="straightConnector1">
            <a:avLst/>
          </a:prstGeom>
          <a:noFill/>
          <a:ln cap="flat" cmpd="sng" w="9525">
            <a:solidFill>
              <a:schemeClr val="dk1"/>
            </a:solidFill>
            <a:prstDash val="solid"/>
            <a:round/>
            <a:headEnd len="med" w="med" type="none"/>
            <a:tailEnd len="med" w="med" type="none"/>
          </a:ln>
        </p:spPr>
      </p:cxnSp>
      <p:sp>
        <p:nvSpPr>
          <p:cNvPr id="381" name="Google Shape;381;p35"/>
          <p:cNvSpPr txBox="1"/>
          <p:nvPr>
            <p:ph idx="1" type="body"/>
          </p:nvPr>
        </p:nvSpPr>
        <p:spPr>
          <a:xfrm>
            <a:off x="3544250" y="1435050"/>
            <a:ext cx="5059800" cy="3112500"/>
          </a:xfrm>
          <a:prstGeom prst="rect">
            <a:avLst/>
          </a:prstGeom>
        </p:spPr>
        <p:txBody>
          <a:bodyPr anchorCtr="0" anchor="t" bIns="0" lIns="0" spcFirstLastPara="1" rIns="0" wrap="square" tIns="0">
            <a:noAutofit/>
          </a:bodyPr>
          <a:lstStyle>
            <a:lvl1pPr indent="-298450" lvl="0" marL="457200" rtl="0">
              <a:spcBef>
                <a:spcPts val="0"/>
              </a:spcBef>
              <a:spcAft>
                <a:spcPts val="0"/>
              </a:spcAft>
              <a:buSzPts val="1100"/>
              <a:buFont typeface="Montserrat Light"/>
              <a:buChar char="●"/>
              <a:defRPr sz="1100">
                <a:latin typeface="Montserrat Light"/>
                <a:ea typeface="Montserrat Light"/>
                <a:cs typeface="Montserrat Light"/>
                <a:sym typeface="Montserrat Light"/>
              </a:defRPr>
            </a:lvl1pPr>
            <a:lvl2pPr indent="-298450" lvl="1" marL="914400" rtl="0">
              <a:spcBef>
                <a:spcPts val="0"/>
              </a:spcBef>
              <a:spcAft>
                <a:spcPts val="0"/>
              </a:spcAft>
              <a:buSzPts val="1100"/>
              <a:buFont typeface="Montserrat Light"/>
              <a:buChar char="○"/>
              <a:defRPr sz="1100">
                <a:latin typeface="Montserrat Light"/>
                <a:ea typeface="Montserrat Light"/>
                <a:cs typeface="Montserrat Light"/>
                <a:sym typeface="Montserrat Light"/>
              </a:defRPr>
            </a:lvl2pPr>
            <a:lvl3pPr indent="-298450" lvl="2" marL="1371600" rtl="0">
              <a:spcBef>
                <a:spcPts val="0"/>
              </a:spcBef>
              <a:spcAft>
                <a:spcPts val="0"/>
              </a:spcAft>
              <a:buSzPts val="1100"/>
              <a:buFont typeface="Montserrat Light"/>
              <a:buChar char="■"/>
              <a:defRPr sz="1100">
                <a:latin typeface="Montserrat Light"/>
                <a:ea typeface="Montserrat Light"/>
                <a:cs typeface="Montserrat Light"/>
                <a:sym typeface="Montserrat Light"/>
              </a:defRPr>
            </a:lvl3pPr>
            <a:lvl4pPr indent="-298450" lvl="3" marL="1828800" rtl="0">
              <a:spcBef>
                <a:spcPts val="0"/>
              </a:spcBef>
              <a:spcAft>
                <a:spcPts val="0"/>
              </a:spcAft>
              <a:buSzPts val="1100"/>
              <a:buFont typeface="Montserrat Light"/>
              <a:buChar char="●"/>
              <a:defRPr sz="1100">
                <a:latin typeface="Montserrat Light"/>
                <a:ea typeface="Montserrat Light"/>
                <a:cs typeface="Montserrat Light"/>
                <a:sym typeface="Montserrat Light"/>
              </a:defRPr>
            </a:lvl4pPr>
            <a:lvl5pPr indent="-298450" lvl="4" marL="2286000" rtl="0">
              <a:spcBef>
                <a:spcPts val="0"/>
              </a:spcBef>
              <a:spcAft>
                <a:spcPts val="0"/>
              </a:spcAft>
              <a:buSzPts val="1100"/>
              <a:buFont typeface="Montserrat Light"/>
              <a:buChar char="○"/>
              <a:defRPr sz="1100">
                <a:latin typeface="Montserrat Light"/>
                <a:ea typeface="Montserrat Light"/>
                <a:cs typeface="Montserrat Light"/>
                <a:sym typeface="Montserrat Light"/>
              </a:defRPr>
            </a:lvl5pPr>
            <a:lvl6pPr indent="-298450" lvl="5" marL="2743200" rtl="0">
              <a:spcBef>
                <a:spcPts val="0"/>
              </a:spcBef>
              <a:spcAft>
                <a:spcPts val="0"/>
              </a:spcAft>
              <a:buSzPts val="1100"/>
              <a:buFont typeface="Montserrat Light"/>
              <a:buChar char="■"/>
              <a:defRPr sz="1100">
                <a:latin typeface="Montserrat Light"/>
                <a:ea typeface="Montserrat Light"/>
                <a:cs typeface="Montserrat Light"/>
                <a:sym typeface="Montserrat Light"/>
              </a:defRPr>
            </a:lvl6pPr>
            <a:lvl7pPr indent="-298450" lvl="6" marL="3200400" rtl="0">
              <a:spcBef>
                <a:spcPts val="0"/>
              </a:spcBef>
              <a:spcAft>
                <a:spcPts val="0"/>
              </a:spcAft>
              <a:buSzPts val="1100"/>
              <a:buFont typeface="Montserrat Light"/>
              <a:buChar char="●"/>
              <a:defRPr sz="1100">
                <a:latin typeface="Montserrat Light"/>
                <a:ea typeface="Montserrat Light"/>
                <a:cs typeface="Montserrat Light"/>
                <a:sym typeface="Montserrat Light"/>
              </a:defRPr>
            </a:lvl7pPr>
            <a:lvl8pPr indent="-298450" lvl="7" marL="3657600" rtl="0">
              <a:spcBef>
                <a:spcPts val="0"/>
              </a:spcBef>
              <a:spcAft>
                <a:spcPts val="0"/>
              </a:spcAft>
              <a:buSzPts val="1100"/>
              <a:buFont typeface="Montserrat Light"/>
              <a:buChar char="○"/>
              <a:defRPr sz="1100">
                <a:latin typeface="Montserrat Light"/>
                <a:ea typeface="Montserrat Light"/>
                <a:cs typeface="Montserrat Light"/>
                <a:sym typeface="Montserrat Light"/>
              </a:defRPr>
            </a:lvl8pPr>
            <a:lvl9pPr indent="-298450" lvl="8" marL="4114800" rtl="0">
              <a:spcBef>
                <a:spcPts val="0"/>
              </a:spcBef>
              <a:spcAft>
                <a:spcPts val="0"/>
              </a:spcAft>
              <a:buSzPts val="1100"/>
              <a:buFont typeface="Montserrat Light"/>
              <a:buChar char="■"/>
              <a:defRPr sz="1100">
                <a:latin typeface="Montserrat Light"/>
                <a:ea typeface="Montserrat Light"/>
                <a:cs typeface="Montserrat Light"/>
                <a:sym typeface="Montserrat Light"/>
              </a:defRPr>
            </a:lvl9pPr>
          </a:lstStyle>
          <a:p/>
        </p:txBody>
      </p:sp>
      <p:sp>
        <p:nvSpPr>
          <p:cNvPr id="382" name="Google Shape;382;p35"/>
          <p:cNvSpPr txBox="1"/>
          <p:nvPr>
            <p:ph idx="2" type="subTitle"/>
          </p:nvPr>
        </p:nvSpPr>
        <p:spPr>
          <a:xfrm>
            <a:off x="3544250" y="1075050"/>
            <a:ext cx="50598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383" name="Google Shape;383;p35"/>
          <p:cNvSpPr txBox="1"/>
          <p:nvPr>
            <p:ph idx="3" type="body"/>
          </p:nvPr>
        </p:nvSpPr>
        <p:spPr>
          <a:xfrm>
            <a:off x="540000" y="1435050"/>
            <a:ext cx="2283000" cy="805200"/>
          </a:xfrm>
          <a:prstGeom prst="rect">
            <a:avLst/>
          </a:prstGeom>
        </p:spPr>
        <p:txBody>
          <a:bodyPr anchorCtr="0" anchor="t" bIns="0" lIns="0" spcFirstLastPara="1" rIns="0" wrap="square" tIns="0">
            <a:noAutofit/>
          </a:bodyPr>
          <a:lstStyle>
            <a:lvl1pPr indent="-298450" lvl="0" marL="457200" rtl="0">
              <a:spcBef>
                <a:spcPts val="0"/>
              </a:spcBef>
              <a:spcAft>
                <a:spcPts val="0"/>
              </a:spcAft>
              <a:buSzPts val="1100"/>
              <a:buFont typeface="Montserrat Light"/>
              <a:buChar char="●"/>
              <a:defRPr sz="1100">
                <a:latin typeface="Montserrat Light"/>
                <a:ea typeface="Montserrat Light"/>
                <a:cs typeface="Montserrat Light"/>
                <a:sym typeface="Montserrat Light"/>
              </a:defRPr>
            </a:lvl1pPr>
            <a:lvl2pPr indent="-298450" lvl="1" marL="914400" rtl="0">
              <a:spcBef>
                <a:spcPts val="0"/>
              </a:spcBef>
              <a:spcAft>
                <a:spcPts val="0"/>
              </a:spcAft>
              <a:buSzPts val="1100"/>
              <a:buFont typeface="Montserrat Light"/>
              <a:buChar char="○"/>
              <a:defRPr sz="1100">
                <a:latin typeface="Montserrat Light"/>
                <a:ea typeface="Montserrat Light"/>
                <a:cs typeface="Montserrat Light"/>
                <a:sym typeface="Montserrat Light"/>
              </a:defRPr>
            </a:lvl2pPr>
            <a:lvl3pPr indent="-298450" lvl="2" marL="1371600" rtl="0">
              <a:spcBef>
                <a:spcPts val="0"/>
              </a:spcBef>
              <a:spcAft>
                <a:spcPts val="0"/>
              </a:spcAft>
              <a:buSzPts val="1100"/>
              <a:buFont typeface="Montserrat Light"/>
              <a:buChar char="■"/>
              <a:defRPr sz="1100">
                <a:latin typeface="Montserrat Light"/>
                <a:ea typeface="Montserrat Light"/>
                <a:cs typeface="Montserrat Light"/>
                <a:sym typeface="Montserrat Light"/>
              </a:defRPr>
            </a:lvl3pPr>
            <a:lvl4pPr indent="-298450" lvl="3" marL="1828800" rtl="0">
              <a:spcBef>
                <a:spcPts val="0"/>
              </a:spcBef>
              <a:spcAft>
                <a:spcPts val="0"/>
              </a:spcAft>
              <a:buSzPts val="1100"/>
              <a:buFont typeface="Montserrat Light"/>
              <a:buChar char="●"/>
              <a:defRPr sz="1100">
                <a:latin typeface="Montserrat Light"/>
                <a:ea typeface="Montserrat Light"/>
                <a:cs typeface="Montserrat Light"/>
                <a:sym typeface="Montserrat Light"/>
              </a:defRPr>
            </a:lvl4pPr>
            <a:lvl5pPr indent="-298450" lvl="4" marL="2286000" rtl="0">
              <a:spcBef>
                <a:spcPts val="0"/>
              </a:spcBef>
              <a:spcAft>
                <a:spcPts val="0"/>
              </a:spcAft>
              <a:buSzPts val="1100"/>
              <a:buFont typeface="Montserrat Light"/>
              <a:buChar char="○"/>
              <a:defRPr sz="1100">
                <a:latin typeface="Montserrat Light"/>
                <a:ea typeface="Montserrat Light"/>
                <a:cs typeface="Montserrat Light"/>
                <a:sym typeface="Montserrat Light"/>
              </a:defRPr>
            </a:lvl5pPr>
            <a:lvl6pPr indent="-298450" lvl="5" marL="2743200" rtl="0">
              <a:spcBef>
                <a:spcPts val="0"/>
              </a:spcBef>
              <a:spcAft>
                <a:spcPts val="0"/>
              </a:spcAft>
              <a:buSzPts val="1100"/>
              <a:buFont typeface="Montserrat Light"/>
              <a:buChar char="■"/>
              <a:defRPr sz="1100">
                <a:latin typeface="Montserrat Light"/>
                <a:ea typeface="Montserrat Light"/>
                <a:cs typeface="Montserrat Light"/>
                <a:sym typeface="Montserrat Light"/>
              </a:defRPr>
            </a:lvl6pPr>
            <a:lvl7pPr indent="-298450" lvl="6" marL="3200400" rtl="0">
              <a:spcBef>
                <a:spcPts val="0"/>
              </a:spcBef>
              <a:spcAft>
                <a:spcPts val="0"/>
              </a:spcAft>
              <a:buSzPts val="1100"/>
              <a:buFont typeface="Montserrat Light"/>
              <a:buChar char="●"/>
              <a:defRPr sz="1100">
                <a:latin typeface="Montserrat Light"/>
                <a:ea typeface="Montserrat Light"/>
                <a:cs typeface="Montserrat Light"/>
                <a:sym typeface="Montserrat Light"/>
              </a:defRPr>
            </a:lvl7pPr>
            <a:lvl8pPr indent="-298450" lvl="7" marL="3657600" rtl="0">
              <a:spcBef>
                <a:spcPts val="0"/>
              </a:spcBef>
              <a:spcAft>
                <a:spcPts val="0"/>
              </a:spcAft>
              <a:buSzPts val="1100"/>
              <a:buFont typeface="Montserrat Light"/>
              <a:buChar char="○"/>
              <a:defRPr sz="1100">
                <a:latin typeface="Montserrat Light"/>
                <a:ea typeface="Montserrat Light"/>
                <a:cs typeface="Montserrat Light"/>
                <a:sym typeface="Montserrat Light"/>
              </a:defRPr>
            </a:lvl8pPr>
            <a:lvl9pPr indent="-298450" lvl="8" marL="4114800" rtl="0">
              <a:spcBef>
                <a:spcPts val="0"/>
              </a:spcBef>
              <a:spcAft>
                <a:spcPts val="0"/>
              </a:spcAft>
              <a:buSzPts val="1100"/>
              <a:buFont typeface="Montserrat Light"/>
              <a:buChar char="■"/>
              <a:defRPr sz="1100">
                <a:latin typeface="Montserrat Light"/>
                <a:ea typeface="Montserrat Light"/>
                <a:cs typeface="Montserrat Light"/>
                <a:sym typeface="Montserrat Light"/>
              </a:defRPr>
            </a:lvl9pPr>
          </a:lstStyle>
          <a:p/>
        </p:txBody>
      </p:sp>
      <p:sp>
        <p:nvSpPr>
          <p:cNvPr id="384" name="Google Shape;384;p35"/>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85" name="Google Shape;385;p35"/>
          <p:cNvSpPr txBox="1"/>
          <p:nvPr>
            <p:ph idx="4" type="body"/>
          </p:nvPr>
        </p:nvSpPr>
        <p:spPr>
          <a:xfrm>
            <a:off x="540050" y="2861850"/>
            <a:ext cx="2253900" cy="1690200"/>
          </a:xfrm>
          <a:prstGeom prst="rect">
            <a:avLst/>
          </a:prstGeom>
        </p:spPr>
        <p:txBody>
          <a:bodyPr anchorCtr="0" anchor="t" bIns="0" lIns="0" spcFirstLastPara="1" rIns="0" wrap="square" tIns="0">
            <a:noAutofit/>
          </a:bodyPr>
          <a:lstStyle>
            <a:lvl1pPr indent="-298450" lvl="0" marL="457200" rtl="0">
              <a:spcBef>
                <a:spcPts val="0"/>
              </a:spcBef>
              <a:spcAft>
                <a:spcPts val="0"/>
              </a:spcAft>
              <a:buSzPts val="1100"/>
              <a:buFont typeface="Montserrat Light"/>
              <a:buChar char="●"/>
              <a:defRPr sz="1100">
                <a:latin typeface="Montserrat Light"/>
                <a:ea typeface="Montserrat Light"/>
                <a:cs typeface="Montserrat Light"/>
                <a:sym typeface="Montserrat Light"/>
              </a:defRPr>
            </a:lvl1pPr>
            <a:lvl2pPr indent="-298450" lvl="1" marL="914400" rtl="0">
              <a:spcBef>
                <a:spcPts val="0"/>
              </a:spcBef>
              <a:spcAft>
                <a:spcPts val="0"/>
              </a:spcAft>
              <a:buSzPts val="1100"/>
              <a:buFont typeface="Montserrat Light"/>
              <a:buChar char="○"/>
              <a:defRPr sz="1100">
                <a:latin typeface="Montserrat Light"/>
                <a:ea typeface="Montserrat Light"/>
                <a:cs typeface="Montserrat Light"/>
                <a:sym typeface="Montserrat Light"/>
              </a:defRPr>
            </a:lvl2pPr>
            <a:lvl3pPr indent="-298450" lvl="2" marL="1371600" rtl="0">
              <a:spcBef>
                <a:spcPts val="0"/>
              </a:spcBef>
              <a:spcAft>
                <a:spcPts val="0"/>
              </a:spcAft>
              <a:buSzPts val="1100"/>
              <a:buFont typeface="Montserrat Light"/>
              <a:buChar char="■"/>
              <a:defRPr sz="1100">
                <a:latin typeface="Montserrat Light"/>
                <a:ea typeface="Montserrat Light"/>
                <a:cs typeface="Montserrat Light"/>
                <a:sym typeface="Montserrat Light"/>
              </a:defRPr>
            </a:lvl3pPr>
            <a:lvl4pPr indent="-298450" lvl="3" marL="1828800" rtl="0">
              <a:spcBef>
                <a:spcPts val="0"/>
              </a:spcBef>
              <a:spcAft>
                <a:spcPts val="0"/>
              </a:spcAft>
              <a:buSzPts val="1100"/>
              <a:buFont typeface="Montserrat Light"/>
              <a:buChar char="●"/>
              <a:defRPr sz="1100">
                <a:latin typeface="Montserrat Light"/>
                <a:ea typeface="Montserrat Light"/>
                <a:cs typeface="Montserrat Light"/>
                <a:sym typeface="Montserrat Light"/>
              </a:defRPr>
            </a:lvl4pPr>
            <a:lvl5pPr indent="-298450" lvl="4" marL="2286000" rtl="0">
              <a:spcBef>
                <a:spcPts val="0"/>
              </a:spcBef>
              <a:spcAft>
                <a:spcPts val="0"/>
              </a:spcAft>
              <a:buSzPts val="1100"/>
              <a:buFont typeface="Montserrat Light"/>
              <a:buChar char="○"/>
              <a:defRPr sz="1100">
                <a:latin typeface="Montserrat Light"/>
                <a:ea typeface="Montserrat Light"/>
                <a:cs typeface="Montserrat Light"/>
                <a:sym typeface="Montserrat Light"/>
              </a:defRPr>
            </a:lvl5pPr>
            <a:lvl6pPr indent="-298450" lvl="5" marL="2743200" rtl="0">
              <a:spcBef>
                <a:spcPts val="0"/>
              </a:spcBef>
              <a:spcAft>
                <a:spcPts val="0"/>
              </a:spcAft>
              <a:buSzPts val="1100"/>
              <a:buFont typeface="Montserrat Light"/>
              <a:buChar char="■"/>
              <a:defRPr sz="1100">
                <a:latin typeface="Montserrat Light"/>
                <a:ea typeface="Montserrat Light"/>
                <a:cs typeface="Montserrat Light"/>
                <a:sym typeface="Montserrat Light"/>
              </a:defRPr>
            </a:lvl6pPr>
            <a:lvl7pPr indent="-298450" lvl="6" marL="3200400" rtl="0">
              <a:spcBef>
                <a:spcPts val="0"/>
              </a:spcBef>
              <a:spcAft>
                <a:spcPts val="0"/>
              </a:spcAft>
              <a:buSzPts val="1100"/>
              <a:buFont typeface="Montserrat Light"/>
              <a:buChar char="●"/>
              <a:defRPr sz="1100">
                <a:latin typeface="Montserrat Light"/>
                <a:ea typeface="Montserrat Light"/>
                <a:cs typeface="Montserrat Light"/>
                <a:sym typeface="Montserrat Light"/>
              </a:defRPr>
            </a:lvl7pPr>
            <a:lvl8pPr indent="-298450" lvl="7" marL="3657600" rtl="0">
              <a:spcBef>
                <a:spcPts val="0"/>
              </a:spcBef>
              <a:spcAft>
                <a:spcPts val="0"/>
              </a:spcAft>
              <a:buSzPts val="1100"/>
              <a:buFont typeface="Montserrat Light"/>
              <a:buChar char="○"/>
              <a:defRPr sz="1100">
                <a:latin typeface="Montserrat Light"/>
                <a:ea typeface="Montserrat Light"/>
                <a:cs typeface="Montserrat Light"/>
                <a:sym typeface="Montserrat Light"/>
              </a:defRPr>
            </a:lvl8pPr>
            <a:lvl9pPr indent="-298450" lvl="8" marL="4114800" rtl="0">
              <a:spcBef>
                <a:spcPts val="0"/>
              </a:spcBef>
              <a:spcAft>
                <a:spcPts val="0"/>
              </a:spcAft>
              <a:buSzPts val="1100"/>
              <a:buFont typeface="Montserrat Light"/>
              <a:buChar char="■"/>
              <a:defRPr sz="1100">
                <a:latin typeface="Montserrat Light"/>
                <a:ea typeface="Montserrat Light"/>
                <a:cs typeface="Montserrat Light"/>
                <a:sym typeface="Montserrat Light"/>
              </a:defRPr>
            </a:lvl9pPr>
          </a:lstStyle>
          <a:p/>
        </p:txBody>
      </p:sp>
      <p:sp>
        <p:nvSpPr>
          <p:cNvPr id="386" name="Google Shape;386;p35"/>
          <p:cNvSpPr txBox="1"/>
          <p:nvPr>
            <p:ph idx="5" type="subTitle"/>
          </p:nvPr>
        </p:nvSpPr>
        <p:spPr>
          <a:xfrm>
            <a:off x="540050" y="2501850"/>
            <a:ext cx="22539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387" name="Google Shape;387;p35"/>
          <p:cNvSpPr txBox="1"/>
          <p:nvPr>
            <p:ph idx="6" type="subTitle"/>
          </p:nvPr>
        </p:nvSpPr>
        <p:spPr>
          <a:xfrm>
            <a:off x="540000" y="1077525"/>
            <a:ext cx="22539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e">
  <p:cSld name="CUSTOM_18_2_2_1_1_1_1_2">
    <p:spTree>
      <p:nvGrpSpPr>
        <p:cNvPr id="388" name="Shape 388"/>
        <p:cNvGrpSpPr/>
        <p:nvPr/>
      </p:nvGrpSpPr>
      <p:grpSpPr>
        <a:xfrm>
          <a:off x="0" y="0"/>
          <a:ext cx="0" cy="0"/>
          <a:chOff x="0" y="0"/>
          <a:chExt cx="0" cy="0"/>
        </a:xfrm>
      </p:grpSpPr>
      <p:sp>
        <p:nvSpPr>
          <p:cNvPr id="389" name="Google Shape;389;p36"/>
          <p:cNvSpPr txBox="1"/>
          <p:nvPr>
            <p:ph type="title"/>
          </p:nvPr>
        </p:nvSpPr>
        <p:spPr>
          <a:xfrm>
            <a:off x="540000" y="360000"/>
            <a:ext cx="8064000" cy="540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90" name="Google Shape;390;p36"/>
          <p:cNvSpPr txBox="1"/>
          <p:nvPr>
            <p:ph idx="1" type="body"/>
          </p:nvPr>
        </p:nvSpPr>
        <p:spPr>
          <a:xfrm>
            <a:off x="606450" y="186752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391" name="Google Shape;391;p36"/>
          <p:cNvSpPr txBox="1"/>
          <p:nvPr>
            <p:ph idx="2" type="subTitle"/>
          </p:nvPr>
        </p:nvSpPr>
        <p:spPr>
          <a:xfrm>
            <a:off x="540000" y="1023400"/>
            <a:ext cx="5061000" cy="267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392" name="Google Shape;392;p36"/>
          <p:cNvSpPr/>
          <p:nvPr/>
        </p:nvSpPr>
        <p:spPr>
          <a:xfrm>
            <a:off x="540000" y="143870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393" name="Google Shape;393;p36"/>
          <p:cNvSpPr/>
          <p:nvPr/>
        </p:nvSpPr>
        <p:spPr>
          <a:xfrm>
            <a:off x="1219950" y="1345875"/>
            <a:ext cx="180000" cy="18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dk1"/>
                </a:solidFill>
                <a:latin typeface="Montserrat"/>
                <a:ea typeface="Montserrat"/>
                <a:cs typeface="Montserrat"/>
                <a:sym typeface="Montserrat"/>
              </a:rPr>
              <a:t>1</a:t>
            </a:r>
            <a:endParaRPr b="1" sz="900">
              <a:solidFill>
                <a:schemeClr val="dk1"/>
              </a:solidFill>
              <a:latin typeface="Montserrat"/>
              <a:ea typeface="Montserrat"/>
              <a:cs typeface="Montserrat"/>
              <a:sym typeface="Montserrat"/>
            </a:endParaRPr>
          </a:p>
        </p:txBody>
      </p:sp>
      <p:sp>
        <p:nvSpPr>
          <p:cNvPr id="394" name="Google Shape;394;p36"/>
          <p:cNvSpPr txBox="1"/>
          <p:nvPr>
            <p:ph idx="3" type="title"/>
          </p:nvPr>
        </p:nvSpPr>
        <p:spPr>
          <a:xfrm>
            <a:off x="606455" y="158135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395" name="Google Shape;395;p36"/>
          <p:cNvSpPr txBox="1"/>
          <p:nvPr>
            <p:ph idx="4" type="body"/>
          </p:nvPr>
        </p:nvSpPr>
        <p:spPr>
          <a:xfrm>
            <a:off x="7130550" y="186752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396" name="Google Shape;396;p36"/>
          <p:cNvSpPr/>
          <p:nvPr/>
        </p:nvSpPr>
        <p:spPr>
          <a:xfrm>
            <a:off x="7064100" y="143870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397" name="Google Shape;397;p36"/>
          <p:cNvSpPr/>
          <p:nvPr/>
        </p:nvSpPr>
        <p:spPr>
          <a:xfrm>
            <a:off x="7744050" y="1345875"/>
            <a:ext cx="180000" cy="18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dk1"/>
                </a:solidFill>
                <a:latin typeface="Montserrat"/>
                <a:ea typeface="Montserrat"/>
                <a:cs typeface="Montserrat"/>
                <a:sym typeface="Montserrat"/>
              </a:rPr>
              <a:t>5</a:t>
            </a:r>
            <a:endParaRPr b="1" sz="900">
              <a:solidFill>
                <a:schemeClr val="dk1"/>
              </a:solidFill>
              <a:latin typeface="Montserrat"/>
              <a:ea typeface="Montserrat"/>
              <a:cs typeface="Montserrat"/>
              <a:sym typeface="Montserrat"/>
            </a:endParaRPr>
          </a:p>
        </p:txBody>
      </p:sp>
      <p:sp>
        <p:nvSpPr>
          <p:cNvPr id="398" name="Google Shape;398;p36"/>
          <p:cNvSpPr txBox="1"/>
          <p:nvPr>
            <p:ph idx="5" type="title"/>
          </p:nvPr>
        </p:nvSpPr>
        <p:spPr>
          <a:xfrm>
            <a:off x="7130555" y="158135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399" name="Google Shape;399;p36"/>
          <p:cNvSpPr txBox="1"/>
          <p:nvPr>
            <p:ph idx="6" type="body"/>
          </p:nvPr>
        </p:nvSpPr>
        <p:spPr>
          <a:xfrm>
            <a:off x="3868500" y="186752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00" name="Google Shape;400;p36"/>
          <p:cNvSpPr/>
          <p:nvPr/>
        </p:nvSpPr>
        <p:spPr>
          <a:xfrm>
            <a:off x="3802050" y="143870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01" name="Google Shape;401;p36"/>
          <p:cNvSpPr/>
          <p:nvPr/>
        </p:nvSpPr>
        <p:spPr>
          <a:xfrm>
            <a:off x="4482000" y="1345875"/>
            <a:ext cx="180000" cy="18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dk1"/>
                </a:solidFill>
                <a:latin typeface="Montserrat"/>
                <a:ea typeface="Montserrat"/>
                <a:cs typeface="Montserrat"/>
                <a:sym typeface="Montserrat"/>
              </a:rPr>
              <a:t>3</a:t>
            </a:r>
            <a:endParaRPr b="1" sz="900">
              <a:solidFill>
                <a:schemeClr val="dk1"/>
              </a:solidFill>
              <a:latin typeface="Montserrat"/>
              <a:ea typeface="Montserrat"/>
              <a:cs typeface="Montserrat"/>
              <a:sym typeface="Montserrat"/>
            </a:endParaRPr>
          </a:p>
        </p:txBody>
      </p:sp>
      <p:sp>
        <p:nvSpPr>
          <p:cNvPr id="402" name="Google Shape;402;p36"/>
          <p:cNvSpPr txBox="1"/>
          <p:nvPr>
            <p:ph idx="7" type="title"/>
          </p:nvPr>
        </p:nvSpPr>
        <p:spPr>
          <a:xfrm>
            <a:off x="3868505" y="158135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403" name="Google Shape;403;p36"/>
          <p:cNvSpPr txBox="1"/>
          <p:nvPr>
            <p:ph idx="8" type="body"/>
          </p:nvPr>
        </p:nvSpPr>
        <p:spPr>
          <a:xfrm>
            <a:off x="5499525" y="186752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04" name="Google Shape;404;p36"/>
          <p:cNvSpPr/>
          <p:nvPr/>
        </p:nvSpPr>
        <p:spPr>
          <a:xfrm>
            <a:off x="5433075" y="143870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05" name="Google Shape;405;p36"/>
          <p:cNvSpPr/>
          <p:nvPr/>
        </p:nvSpPr>
        <p:spPr>
          <a:xfrm>
            <a:off x="6113025" y="1345875"/>
            <a:ext cx="180000" cy="18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dk1"/>
                </a:solidFill>
                <a:latin typeface="Montserrat"/>
                <a:ea typeface="Montserrat"/>
                <a:cs typeface="Montserrat"/>
                <a:sym typeface="Montserrat"/>
              </a:rPr>
              <a:t>4</a:t>
            </a:r>
            <a:endParaRPr b="1" sz="900">
              <a:solidFill>
                <a:schemeClr val="dk1"/>
              </a:solidFill>
              <a:latin typeface="Montserrat"/>
              <a:ea typeface="Montserrat"/>
              <a:cs typeface="Montserrat"/>
              <a:sym typeface="Montserrat"/>
            </a:endParaRPr>
          </a:p>
        </p:txBody>
      </p:sp>
      <p:sp>
        <p:nvSpPr>
          <p:cNvPr id="406" name="Google Shape;406;p36"/>
          <p:cNvSpPr txBox="1"/>
          <p:nvPr>
            <p:ph idx="9" type="title"/>
          </p:nvPr>
        </p:nvSpPr>
        <p:spPr>
          <a:xfrm>
            <a:off x="5499530" y="158135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407" name="Google Shape;407;p36"/>
          <p:cNvSpPr txBox="1"/>
          <p:nvPr>
            <p:ph idx="13" type="body"/>
          </p:nvPr>
        </p:nvSpPr>
        <p:spPr>
          <a:xfrm>
            <a:off x="2237475" y="1868538"/>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08" name="Google Shape;408;p36"/>
          <p:cNvSpPr/>
          <p:nvPr/>
        </p:nvSpPr>
        <p:spPr>
          <a:xfrm>
            <a:off x="2171025" y="1439713"/>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09" name="Google Shape;409;p36"/>
          <p:cNvSpPr/>
          <p:nvPr/>
        </p:nvSpPr>
        <p:spPr>
          <a:xfrm>
            <a:off x="2850975" y="1346888"/>
            <a:ext cx="180000" cy="180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dk1"/>
                </a:solidFill>
                <a:latin typeface="Montserrat"/>
                <a:ea typeface="Montserrat"/>
                <a:cs typeface="Montserrat"/>
                <a:sym typeface="Montserrat"/>
              </a:rPr>
              <a:t>2</a:t>
            </a:r>
            <a:endParaRPr b="1" sz="900">
              <a:solidFill>
                <a:schemeClr val="dk1"/>
              </a:solidFill>
              <a:latin typeface="Montserrat"/>
              <a:ea typeface="Montserrat"/>
              <a:cs typeface="Montserrat"/>
              <a:sym typeface="Montserrat"/>
            </a:endParaRPr>
          </a:p>
        </p:txBody>
      </p:sp>
      <p:sp>
        <p:nvSpPr>
          <p:cNvPr id="410" name="Google Shape;410;p36"/>
          <p:cNvSpPr txBox="1"/>
          <p:nvPr>
            <p:ph idx="14" type="title"/>
          </p:nvPr>
        </p:nvSpPr>
        <p:spPr>
          <a:xfrm>
            <a:off x="2237480" y="1582363"/>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411" name="Google Shape;411;p36"/>
          <p:cNvSpPr txBox="1"/>
          <p:nvPr>
            <p:ph idx="15" type="body"/>
          </p:nvPr>
        </p:nvSpPr>
        <p:spPr>
          <a:xfrm>
            <a:off x="606450" y="374757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12" name="Google Shape;412;p36"/>
          <p:cNvSpPr txBox="1"/>
          <p:nvPr>
            <p:ph idx="16" type="subTitle"/>
          </p:nvPr>
        </p:nvSpPr>
        <p:spPr>
          <a:xfrm>
            <a:off x="540000" y="2903450"/>
            <a:ext cx="5061000" cy="267000"/>
          </a:xfrm>
          <a:prstGeom prst="rect">
            <a:avLst/>
          </a:prstGeom>
        </p:spPr>
        <p:txBody>
          <a:bodyPr anchorCtr="0" anchor="ctr" bIns="0" lIns="0" spcFirstLastPara="1" rIns="0" wrap="square" tIns="0">
            <a:noAutofit/>
          </a:bodyPr>
          <a:lstStyle>
            <a:lvl1pPr lvl="0" rtl="0">
              <a:spcBef>
                <a:spcPts val="0"/>
              </a:spcBef>
              <a:spcAft>
                <a:spcPts val="0"/>
              </a:spcAft>
              <a:buSzPts val="1100"/>
              <a:buFont typeface="Montserrat Medium"/>
              <a:buNone/>
              <a:defRPr sz="1100">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9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900"/>
              <a:buFont typeface="Montserrat Medium"/>
              <a:buNone/>
              <a:defRPr sz="900">
                <a:solidFill>
                  <a:schemeClr val="lt2"/>
                </a:solidFill>
                <a:latin typeface="Montserrat Medium"/>
                <a:ea typeface="Montserrat Medium"/>
                <a:cs typeface="Montserrat Medium"/>
                <a:sym typeface="Montserrat Medium"/>
              </a:defRPr>
            </a:lvl9pPr>
          </a:lstStyle>
          <a:p/>
        </p:txBody>
      </p:sp>
      <p:sp>
        <p:nvSpPr>
          <p:cNvPr id="413" name="Google Shape;413;p36"/>
          <p:cNvSpPr/>
          <p:nvPr/>
        </p:nvSpPr>
        <p:spPr>
          <a:xfrm>
            <a:off x="540000" y="331875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14" name="Google Shape;414;p36"/>
          <p:cNvSpPr/>
          <p:nvPr/>
        </p:nvSpPr>
        <p:spPr>
          <a:xfrm>
            <a:off x="1219950" y="3225925"/>
            <a:ext cx="180000" cy="180000"/>
          </a:xfrm>
          <a:prstGeom prst="ellipse">
            <a:avLst/>
          </a:prstGeom>
          <a:solidFill>
            <a:schemeClr val="l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6</a:t>
            </a:r>
            <a:endParaRPr b="1" sz="900">
              <a:solidFill>
                <a:schemeClr val="lt2"/>
              </a:solidFill>
              <a:latin typeface="Montserrat"/>
              <a:ea typeface="Montserrat"/>
              <a:cs typeface="Montserrat"/>
              <a:sym typeface="Montserrat"/>
            </a:endParaRPr>
          </a:p>
        </p:txBody>
      </p:sp>
      <p:sp>
        <p:nvSpPr>
          <p:cNvPr id="415" name="Google Shape;415;p36"/>
          <p:cNvSpPr txBox="1"/>
          <p:nvPr>
            <p:ph idx="17" type="title"/>
          </p:nvPr>
        </p:nvSpPr>
        <p:spPr>
          <a:xfrm>
            <a:off x="606455" y="346140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416" name="Google Shape;416;p36"/>
          <p:cNvSpPr txBox="1"/>
          <p:nvPr>
            <p:ph idx="18" type="body"/>
          </p:nvPr>
        </p:nvSpPr>
        <p:spPr>
          <a:xfrm>
            <a:off x="7130550" y="374757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17" name="Google Shape;417;p36"/>
          <p:cNvSpPr/>
          <p:nvPr/>
        </p:nvSpPr>
        <p:spPr>
          <a:xfrm>
            <a:off x="7064100" y="331875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18" name="Google Shape;418;p36"/>
          <p:cNvSpPr/>
          <p:nvPr/>
        </p:nvSpPr>
        <p:spPr>
          <a:xfrm>
            <a:off x="7744050" y="3225925"/>
            <a:ext cx="180000" cy="180000"/>
          </a:xfrm>
          <a:prstGeom prst="ellipse">
            <a:avLst/>
          </a:prstGeom>
          <a:solidFill>
            <a:schemeClr val="l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10</a:t>
            </a:r>
            <a:endParaRPr b="1" sz="900">
              <a:solidFill>
                <a:schemeClr val="lt2"/>
              </a:solidFill>
              <a:latin typeface="Montserrat"/>
              <a:ea typeface="Montserrat"/>
              <a:cs typeface="Montserrat"/>
              <a:sym typeface="Montserrat"/>
            </a:endParaRPr>
          </a:p>
        </p:txBody>
      </p:sp>
      <p:sp>
        <p:nvSpPr>
          <p:cNvPr id="419" name="Google Shape;419;p36"/>
          <p:cNvSpPr txBox="1"/>
          <p:nvPr>
            <p:ph idx="19" type="title"/>
          </p:nvPr>
        </p:nvSpPr>
        <p:spPr>
          <a:xfrm>
            <a:off x="7130555" y="346140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420" name="Google Shape;420;p36"/>
          <p:cNvSpPr txBox="1"/>
          <p:nvPr>
            <p:ph idx="20" type="body"/>
          </p:nvPr>
        </p:nvSpPr>
        <p:spPr>
          <a:xfrm>
            <a:off x="3868500" y="374757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21" name="Google Shape;421;p36"/>
          <p:cNvSpPr/>
          <p:nvPr/>
        </p:nvSpPr>
        <p:spPr>
          <a:xfrm>
            <a:off x="3802050" y="331875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22" name="Google Shape;422;p36"/>
          <p:cNvSpPr/>
          <p:nvPr/>
        </p:nvSpPr>
        <p:spPr>
          <a:xfrm>
            <a:off x="4482000" y="3225925"/>
            <a:ext cx="180000" cy="180000"/>
          </a:xfrm>
          <a:prstGeom prst="ellipse">
            <a:avLst/>
          </a:prstGeom>
          <a:solidFill>
            <a:schemeClr val="l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8</a:t>
            </a:r>
            <a:endParaRPr b="1" sz="900">
              <a:solidFill>
                <a:schemeClr val="lt2"/>
              </a:solidFill>
              <a:latin typeface="Montserrat"/>
              <a:ea typeface="Montserrat"/>
              <a:cs typeface="Montserrat"/>
              <a:sym typeface="Montserrat"/>
            </a:endParaRPr>
          </a:p>
        </p:txBody>
      </p:sp>
      <p:sp>
        <p:nvSpPr>
          <p:cNvPr id="423" name="Google Shape;423;p36"/>
          <p:cNvSpPr txBox="1"/>
          <p:nvPr>
            <p:ph idx="21" type="title"/>
          </p:nvPr>
        </p:nvSpPr>
        <p:spPr>
          <a:xfrm>
            <a:off x="3868505" y="346140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424" name="Google Shape;424;p36"/>
          <p:cNvSpPr txBox="1"/>
          <p:nvPr>
            <p:ph idx="22" type="body"/>
          </p:nvPr>
        </p:nvSpPr>
        <p:spPr>
          <a:xfrm>
            <a:off x="5499525" y="3747576"/>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25" name="Google Shape;425;p36"/>
          <p:cNvSpPr/>
          <p:nvPr/>
        </p:nvSpPr>
        <p:spPr>
          <a:xfrm>
            <a:off x="5433075" y="3318750"/>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26" name="Google Shape;426;p36"/>
          <p:cNvSpPr/>
          <p:nvPr/>
        </p:nvSpPr>
        <p:spPr>
          <a:xfrm>
            <a:off x="6113025" y="3225925"/>
            <a:ext cx="180000" cy="180000"/>
          </a:xfrm>
          <a:prstGeom prst="ellipse">
            <a:avLst/>
          </a:prstGeom>
          <a:solidFill>
            <a:schemeClr val="l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9</a:t>
            </a:r>
            <a:endParaRPr b="1" sz="900">
              <a:solidFill>
                <a:schemeClr val="lt2"/>
              </a:solidFill>
              <a:latin typeface="Montserrat"/>
              <a:ea typeface="Montserrat"/>
              <a:cs typeface="Montserrat"/>
              <a:sym typeface="Montserrat"/>
            </a:endParaRPr>
          </a:p>
        </p:txBody>
      </p:sp>
      <p:sp>
        <p:nvSpPr>
          <p:cNvPr id="427" name="Google Shape;427;p36"/>
          <p:cNvSpPr txBox="1"/>
          <p:nvPr>
            <p:ph idx="23" type="title"/>
          </p:nvPr>
        </p:nvSpPr>
        <p:spPr>
          <a:xfrm>
            <a:off x="5499530" y="3461400"/>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
        <p:nvSpPr>
          <p:cNvPr id="428" name="Google Shape;428;p36"/>
          <p:cNvSpPr txBox="1"/>
          <p:nvPr>
            <p:ph idx="24" type="body"/>
          </p:nvPr>
        </p:nvSpPr>
        <p:spPr>
          <a:xfrm>
            <a:off x="2237475" y="3748588"/>
            <a:ext cx="1407000" cy="783600"/>
          </a:xfrm>
          <a:prstGeom prst="rect">
            <a:avLst/>
          </a:prstGeom>
        </p:spPr>
        <p:txBody>
          <a:bodyPr anchorCtr="0" anchor="t" bIns="0" lIns="0" spcFirstLastPara="1" rIns="0" wrap="square" tIns="0">
            <a:noAutofit/>
          </a:bodyPr>
          <a:lstStyle>
            <a:lvl1pPr indent="-273050" lvl="0" marL="457200" rtl="0" algn="ctr">
              <a:spcBef>
                <a:spcPts val="0"/>
              </a:spcBef>
              <a:spcAft>
                <a:spcPts val="0"/>
              </a:spcAft>
              <a:buSzPts val="700"/>
              <a:buChar char="●"/>
              <a:defRPr sz="700"/>
            </a:lvl1pPr>
            <a:lvl2pPr indent="-273050" lvl="1" marL="914400" rtl="0" algn="ctr">
              <a:spcBef>
                <a:spcPts val="0"/>
              </a:spcBef>
              <a:spcAft>
                <a:spcPts val="0"/>
              </a:spcAft>
              <a:buSzPts val="700"/>
              <a:buChar char="○"/>
              <a:defRPr sz="700"/>
            </a:lvl2pPr>
            <a:lvl3pPr indent="-273050" lvl="2" marL="1371600" rtl="0" algn="ctr">
              <a:spcBef>
                <a:spcPts val="0"/>
              </a:spcBef>
              <a:spcAft>
                <a:spcPts val="0"/>
              </a:spcAft>
              <a:buSzPts val="700"/>
              <a:buChar char="■"/>
              <a:defRPr sz="700"/>
            </a:lvl3pPr>
            <a:lvl4pPr indent="-273050" lvl="3" marL="1828800" rtl="0" algn="ctr">
              <a:spcBef>
                <a:spcPts val="0"/>
              </a:spcBef>
              <a:spcAft>
                <a:spcPts val="0"/>
              </a:spcAft>
              <a:buSzPts val="700"/>
              <a:buChar char="●"/>
              <a:defRPr sz="700"/>
            </a:lvl4pPr>
            <a:lvl5pPr indent="-273050" lvl="4" marL="2286000" rtl="0" algn="ctr">
              <a:spcBef>
                <a:spcPts val="0"/>
              </a:spcBef>
              <a:spcAft>
                <a:spcPts val="0"/>
              </a:spcAft>
              <a:buSzPts val="700"/>
              <a:buChar char="○"/>
              <a:defRPr sz="700"/>
            </a:lvl5pPr>
            <a:lvl6pPr indent="-273050" lvl="5" marL="2743200" rtl="0" algn="ctr">
              <a:spcBef>
                <a:spcPts val="0"/>
              </a:spcBef>
              <a:spcAft>
                <a:spcPts val="0"/>
              </a:spcAft>
              <a:buSzPts val="700"/>
              <a:buChar char="■"/>
              <a:defRPr sz="700"/>
            </a:lvl6pPr>
            <a:lvl7pPr indent="-273050" lvl="6" marL="3200400" rtl="0" algn="ctr">
              <a:spcBef>
                <a:spcPts val="0"/>
              </a:spcBef>
              <a:spcAft>
                <a:spcPts val="0"/>
              </a:spcAft>
              <a:buSzPts val="700"/>
              <a:buChar char="●"/>
              <a:defRPr sz="700"/>
            </a:lvl7pPr>
            <a:lvl8pPr indent="-273050" lvl="7" marL="3657600" rtl="0">
              <a:spcBef>
                <a:spcPts val="0"/>
              </a:spcBef>
              <a:spcAft>
                <a:spcPts val="0"/>
              </a:spcAft>
              <a:buSzPts val="700"/>
              <a:buChar char="○"/>
              <a:defRPr sz="700"/>
            </a:lvl8pPr>
            <a:lvl9pPr indent="-273050" lvl="8" marL="4114800" rtl="0">
              <a:spcBef>
                <a:spcPts val="0"/>
              </a:spcBef>
              <a:spcAft>
                <a:spcPts val="0"/>
              </a:spcAft>
              <a:buSzPts val="700"/>
              <a:buChar char="■"/>
              <a:defRPr sz="700"/>
            </a:lvl9pPr>
          </a:lstStyle>
          <a:p/>
        </p:txBody>
      </p:sp>
      <p:sp>
        <p:nvSpPr>
          <p:cNvPr id="429" name="Google Shape;429;p36"/>
          <p:cNvSpPr/>
          <p:nvPr/>
        </p:nvSpPr>
        <p:spPr>
          <a:xfrm>
            <a:off x="2171025" y="3319763"/>
            <a:ext cx="1539900" cy="1275900"/>
          </a:xfrm>
          <a:prstGeom prst="roundRect">
            <a:avLst>
              <a:gd fmla="val 0" name="adj"/>
            </a:avLst>
          </a:prstGeom>
          <a:solidFill>
            <a:srgbClr val="FFFFFF"/>
          </a:solidFill>
          <a:ln cap="flat" cmpd="sng" w="9525">
            <a:solidFill>
              <a:schemeClr val="accent6"/>
            </a:solidFill>
            <a:prstDash val="solid"/>
            <a:round/>
            <a:headEnd len="sm" w="sm" type="none"/>
            <a:tailEnd len="sm" w="sm" type="none"/>
          </a:ln>
        </p:spPr>
        <p:txBody>
          <a:bodyPr anchorCtr="0" anchor="t" bIns="91425" lIns="18000" spcFirstLastPara="1" rIns="18000" wrap="square" tIns="91425">
            <a:noAutofit/>
          </a:bodyPr>
          <a:lstStyle/>
          <a:p>
            <a:pPr indent="0" lvl="0" marL="0" rtl="0" algn="ctr">
              <a:lnSpc>
                <a:spcPct val="115000"/>
              </a:lnSpc>
              <a:spcBef>
                <a:spcPts val="0"/>
              </a:spcBef>
              <a:spcAft>
                <a:spcPts val="500"/>
              </a:spcAft>
              <a:buNone/>
            </a:pPr>
            <a:r>
              <a:t/>
            </a:r>
            <a:endParaRPr sz="700">
              <a:solidFill>
                <a:schemeClr val="dk1"/>
              </a:solidFill>
              <a:latin typeface="Montserrat"/>
              <a:ea typeface="Montserrat"/>
              <a:cs typeface="Montserrat"/>
              <a:sym typeface="Montserrat"/>
            </a:endParaRPr>
          </a:p>
        </p:txBody>
      </p:sp>
      <p:sp>
        <p:nvSpPr>
          <p:cNvPr id="430" name="Google Shape;430;p36"/>
          <p:cNvSpPr/>
          <p:nvPr/>
        </p:nvSpPr>
        <p:spPr>
          <a:xfrm>
            <a:off x="2850975" y="3226938"/>
            <a:ext cx="180000" cy="180000"/>
          </a:xfrm>
          <a:prstGeom prst="ellipse">
            <a:avLst/>
          </a:prstGeom>
          <a:solidFill>
            <a:schemeClr val="l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7</a:t>
            </a:r>
            <a:endParaRPr b="1" sz="900">
              <a:solidFill>
                <a:schemeClr val="lt2"/>
              </a:solidFill>
              <a:latin typeface="Montserrat"/>
              <a:ea typeface="Montserrat"/>
              <a:cs typeface="Montserrat"/>
              <a:sym typeface="Montserrat"/>
            </a:endParaRPr>
          </a:p>
        </p:txBody>
      </p:sp>
      <p:sp>
        <p:nvSpPr>
          <p:cNvPr id="431" name="Google Shape;431;p36"/>
          <p:cNvSpPr txBox="1"/>
          <p:nvPr>
            <p:ph idx="25" type="title"/>
          </p:nvPr>
        </p:nvSpPr>
        <p:spPr>
          <a:xfrm>
            <a:off x="2237480" y="3462413"/>
            <a:ext cx="1407000" cy="167400"/>
          </a:xfrm>
          <a:prstGeom prst="rect">
            <a:avLst/>
          </a:prstGeom>
        </p:spPr>
        <p:txBody>
          <a:bodyPr anchorCtr="0" anchor="t" bIns="0" lIns="0" spcFirstLastPara="1" rIns="0" wrap="square" tIns="0">
            <a:noAutofit/>
          </a:bodyPr>
          <a:lstStyle>
            <a:lvl1pPr lvl="0" rtl="0" algn="ctr">
              <a:spcBef>
                <a:spcPts val="0"/>
              </a:spcBef>
              <a:spcAft>
                <a:spcPts val="0"/>
              </a:spcAft>
              <a:buSzPts val="800"/>
              <a:buNone/>
              <a:defRPr sz="800"/>
            </a:lvl1pPr>
            <a:lvl2pPr lvl="1" rtl="0" algn="ctr">
              <a:spcBef>
                <a:spcPts val="0"/>
              </a:spcBef>
              <a:spcAft>
                <a:spcPts val="0"/>
              </a:spcAft>
              <a:buSzPts val="800"/>
              <a:buNone/>
              <a:defRPr sz="800"/>
            </a:lvl2pPr>
            <a:lvl3pPr lvl="2" rtl="0" algn="ctr">
              <a:spcBef>
                <a:spcPts val="0"/>
              </a:spcBef>
              <a:spcAft>
                <a:spcPts val="0"/>
              </a:spcAft>
              <a:buSzPts val="800"/>
              <a:buNone/>
              <a:defRPr sz="800"/>
            </a:lvl3pPr>
            <a:lvl4pPr lvl="3" rtl="0" algn="ctr">
              <a:spcBef>
                <a:spcPts val="0"/>
              </a:spcBef>
              <a:spcAft>
                <a:spcPts val="0"/>
              </a:spcAft>
              <a:buSzPts val="800"/>
              <a:buNone/>
              <a:defRPr sz="800"/>
            </a:lvl4pPr>
            <a:lvl5pPr lvl="4" rtl="0" algn="ctr">
              <a:spcBef>
                <a:spcPts val="0"/>
              </a:spcBef>
              <a:spcAft>
                <a:spcPts val="0"/>
              </a:spcAft>
              <a:buSzPts val="800"/>
              <a:buNone/>
              <a:defRPr sz="800"/>
            </a:lvl5pPr>
            <a:lvl6pPr lvl="5" rtl="0" algn="ctr">
              <a:spcBef>
                <a:spcPts val="0"/>
              </a:spcBef>
              <a:spcAft>
                <a:spcPts val="0"/>
              </a:spcAft>
              <a:buSzPts val="800"/>
              <a:buNone/>
              <a:defRPr sz="800"/>
            </a:lvl6pPr>
            <a:lvl7pPr lvl="6" rtl="0" algn="ctr">
              <a:spcBef>
                <a:spcPts val="0"/>
              </a:spcBef>
              <a:spcAft>
                <a:spcPts val="0"/>
              </a:spcAft>
              <a:buSzPts val="800"/>
              <a:buNone/>
              <a:defRPr sz="800"/>
            </a:lvl7pPr>
            <a:lvl8pPr lvl="7" rtl="0" algn="ctr">
              <a:spcBef>
                <a:spcPts val="0"/>
              </a:spcBef>
              <a:spcAft>
                <a:spcPts val="0"/>
              </a:spcAft>
              <a:buSzPts val="800"/>
              <a:buNone/>
              <a:defRPr sz="800"/>
            </a:lvl8pPr>
            <a:lvl9pPr lvl="8" rtl="0" algn="ctr">
              <a:spcBef>
                <a:spcPts val="0"/>
              </a:spcBef>
              <a:spcAft>
                <a:spcPts val="0"/>
              </a:spcAft>
              <a:buSzPts val="800"/>
              <a:buNone/>
              <a:defRPr sz="800"/>
            </a:lvl9pPr>
          </a:lstStyle>
          <a:p/>
        </p:txBody>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us report">
  <p:cSld name="CUSTOM_18_2_2_1_1_1_1_1">
    <p:spTree>
      <p:nvGrpSpPr>
        <p:cNvPr id="432" name="Shape 432"/>
        <p:cNvGrpSpPr/>
        <p:nvPr/>
      </p:nvGrpSpPr>
      <p:grpSpPr>
        <a:xfrm>
          <a:off x="0" y="0"/>
          <a:ext cx="0" cy="0"/>
          <a:chOff x="0" y="0"/>
          <a:chExt cx="0" cy="0"/>
        </a:xfrm>
      </p:grpSpPr>
      <p:cxnSp>
        <p:nvCxnSpPr>
          <p:cNvPr id="433" name="Google Shape;433;p37"/>
          <p:cNvCxnSpPr/>
          <p:nvPr/>
        </p:nvCxnSpPr>
        <p:spPr>
          <a:xfrm>
            <a:off x="3183625" y="1235875"/>
            <a:ext cx="0" cy="3316200"/>
          </a:xfrm>
          <a:prstGeom prst="straightConnector1">
            <a:avLst/>
          </a:prstGeom>
          <a:noFill/>
          <a:ln cap="flat" cmpd="sng" w="9525">
            <a:solidFill>
              <a:schemeClr val="dk1"/>
            </a:solidFill>
            <a:prstDash val="solid"/>
            <a:round/>
            <a:headEnd len="med" w="med" type="none"/>
            <a:tailEnd len="med" w="med" type="none"/>
          </a:ln>
        </p:spPr>
      </p:cxnSp>
      <p:sp>
        <p:nvSpPr>
          <p:cNvPr id="434" name="Google Shape;434;p37"/>
          <p:cNvSpPr txBox="1"/>
          <p:nvPr>
            <p:ph idx="1" type="body"/>
          </p:nvPr>
        </p:nvSpPr>
        <p:spPr>
          <a:xfrm>
            <a:off x="3544250" y="1587450"/>
            <a:ext cx="5059800" cy="11829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435" name="Google Shape;435;p37"/>
          <p:cNvSpPr txBox="1"/>
          <p:nvPr>
            <p:ph idx="2" type="subTitle"/>
          </p:nvPr>
        </p:nvSpPr>
        <p:spPr>
          <a:xfrm>
            <a:off x="3544250" y="1227450"/>
            <a:ext cx="50598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436" name="Google Shape;436;p37"/>
          <p:cNvSpPr txBox="1"/>
          <p:nvPr>
            <p:ph idx="3" type="body"/>
          </p:nvPr>
        </p:nvSpPr>
        <p:spPr>
          <a:xfrm>
            <a:off x="525450" y="3961375"/>
            <a:ext cx="2283000" cy="5859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437" name="Google Shape;437;p37"/>
          <p:cNvSpPr txBox="1"/>
          <p:nvPr>
            <p:ph idx="4" type="subTitle"/>
          </p:nvPr>
        </p:nvSpPr>
        <p:spPr>
          <a:xfrm>
            <a:off x="525450" y="3603850"/>
            <a:ext cx="22830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438" name="Google Shape;438;p37"/>
          <p:cNvSpPr txBox="1"/>
          <p:nvPr>
            <p:ph type="title"/>
          </p:nvPr>
        </p:nvSpPr>
        <p:spPr>
          <a:xfrm>
            <a:off x="540000" y="360000"/>
            <a:ext cx="2253900" cy="288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439" name="Google Shape;439;p37"/>
          <p:cNvSpPr txBox="1"/>
          <p:nvPr>
            <p:ph idx="5" type="subTitle"/>
          </p:nvPr>
        </p:nvSpPr>
        <p:spPr>
          <a:xfrm>
            <a:off x="540000" y="648125"/>
            <a:ext cx="2253900" cy="2520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300"/>
              <a:buFont typeface="Montserrat"/>
              <a:buNone/>
              <a:defRPr>
                <a:latin typeface="Montserrat"/>
                <a:ea typeface="Montserrat"/>
                <a:cs typeface="Montserrat"/>
                <a:sym typeface="Montserrat"/>
              </a:defRPr>
            </a:lvl1pPr>
            <a:lvl2pPr lvl="1" rtl="0">
              <a:spcBef>
                <a:spcPts val="0"/>
              </a:spcBef>
              <a:spcAft>
                <a:spcPts val="0"/>
              </a:spcAft>
              <a:buClr>
                <a:schemeClr val="dk1"/>
              </a:buClr>
              <a:buSzPts val="1300"/>
              <a:buNone/>
              <a:defRPr sz="1300"/>
            </a:lvl2pPr>
            <a:lvl3pPr lvl="2" rtl="0">
              <a:spcBef>
                <a:spcPts val="0"/>
              </a:spcBef>
              <a:spcAft>
                <a:spcPts val="0"/>
              </a:spcAft>
              <a:buClr>
                <a:schemeClr val="dk1"/>
              </a:buClr>
              <a:buSzPts val="1300"/>
              <a:buNone/>
              <a:defRPr sz="1300"/>
            </a:lvl3pPr>
            <a:lvl4pPr lvl="3" rtl="0">
              <a:spcBef>
                <a:spcPts val="0"/>
              </a:spcBef>
              <a:spcAft>
                <a:spcPts val="0"/>
              </a:spcAft>
              <a:buClr>
                <a:schemeClr val="dk1"/>
              </a:buClr>
              <a:buSzPts val="1300"/>
              <a:buNone/>
              <a:defRPr sz="1300"/>
            </a:lvl4pPr>
            <a:lvl5pPr lvl="4" rtl="0">
              <a:spcBef>
                <a:spcPts val="0"/>
              </a:spcBef>
              <a:spcAft>
                <a:spcPts val="0"/>
              </a:spcAft>
              <a:buClr>
                <a:schemeClr val="dk1"/>
              </a:buClr>
              <a:buSzPts val="1300"/>
              <a:buNone/>
              <a:defRPr sz="1300"/>
            </a:lvl5pPr>
            <a:lvl6pPr lvl="5" rtl="0">
              <a:spcBef>
                <a:spcPts val="0"/>
              </a:spcBef>
              <a:spcAft>
                <a:spcPts val="0"/>
              </a:spcAft>
              <a:buClr>
                <a:schemeClr val="dk1"/>
              </a:buClr>
              <a:buSzPts val="1300"/>
              <a:buNone/>
              <a:defRPr sz="1300"/>
            </a:lvl6pPr>
            <a:lvl7pPr lvl="6" rtl="0">
              <a:spcBef>
                <a:spcPts val="0"/>
              </a:spcBef>
              <a:spcAft>
                <a:spcPts val="0"/>
              </a:spcAft>
              <a:buClr>
                <a:schemeClr val="dk1"/>
              </a:buClr>
              <a:buSzPts val="1300"/>
              <a:buNone/>
              <a:defRPr sz="1300"/>
            </a:lvl7pPr>
            <a:lvl8pPr lvl="7" rtl="0">
              <a:spcBef>
                <a:spcPts val="0"/>
              </a:spcBef>
              <a:spcAft>
                <a:spcPts val="0"/>
              </a:spcAft>
              <a:buClr>
                <a:schemeClr val="dk1"/>
              </a:buClr>
              <a:buSzPts val="1300"/>
              <a:buNone/>
              <a:defRPr sz="1300"/>
            </a:lvl8pPr>
            <a:lvl9pPr lvl="8" rtl="0">
              <a:spcBef>
                <a:spcPts val="0"/>
              </a:spcBef>
              <a:spcAft>
                <a:spcPts val="0"/>
              </a:spcAft>
              <a:buClr>
                <a:schemeClr val="dk1"/>
              </a:buClr>
              <a:buSzPts val="1300"/>
              <a:buNone/>
              <a:defRPr sz="1300"/>
            </a:lvl9pPr>
          </a:lstStyle>
          <a:p/>
        </p:txBody>
      </p:sp>
      <p:sp>
        <p:nvSpPr>
          <p:cNvPr id="440" name="Google Shape;440;p37"/>
          <p:cNvSpPr txBox="1"/>
          <p:nvPr>
            <p:ph idx="6" type="body"/>
          </p:nvPr>
        </p:nvSpPr>
        <p:spPr>
          <a:xfrm>
            <a:off x="3544250" y="3365475"/>
            <a:ext cx="5059800" cy="11829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441" name="Google Shape;441;p37"/>
          <p:cNvSpPr txBox="1"/>
          <p:nvPr>
            <p:ph idx="7" type="subTitle"/>
          </p:nvPr>
        </p:nvSpPr>
        <p:spPr>
          <a:xfrm>
            <a:off x="3544250" y="3005475"/>
            <a:ext cx="50598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442" name="Google Shape;442;p37"/>
          <p:cNvSpPr/>
          <p:nvPr/>
        </p:nvSpPr>
        <p:spPr>
          <a:xfrm>
            <a:off x="525450" y="1235875"/>
            <a:ext cx="2283000" cy="745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443" name="Google Shape;443;p37"/>
          <p:cNvSpPr txBox="1"/>
          <p:nvPr>
            <p:ph idx="8" type="body"/>
          </p:nvPr>
        </p:nvSpPr>
        <p:spPr>
          <a:xfrm>
            <a:off x="540000" y="2690450"/>
            <a:ext cx="2283000" cy="5859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Font typeface="Montserrat Light"/>
              <a:buChar char="●"/>
              <a:defRPr sz="1000">
                <a:latin typeface="Montserrat Light"/>
                <a:ea typeface="Montserrat Light"/>
                <a:cs typeface="Montserrat Light"/>
                <a:sym typeface="Montserrat Light"/>
              </a:defRPr>
            </a:lvl1pPr>
            <a:lvl2pPr indent="-292100" lvl="1" marL="914400" rtl="0">
              <a:spcBef>
                <a:spcPts val="0"/>
              </a:spcBef>
              <a:spcAft>
                <a:spcPts val="0"/>
              </a:spcAft>
              <a:buSzPts val="1000"/>
              <a:buFont typeface="Montserrat Light"/>
              <a:buChar char="○"/>
              <a:defRPr sz="1000">
                <a:latin typeface="Montserrat Light"/>
                <a:ea typeface="Montserrat Light"/>
                <a:cs typeface="Montserrat Light"/>
                <a:sym typeface="Montserrat Light"/>
              </a:defRPr>
            </a:lvl2pPr>
            <a:lvl3pPr indent="-292100" lvl="2" marL="1371600" rtl="0">
              <a:spcBef>
                <a:spcPts val="0"/>
              </a:spcBef>
              <a:spcAft>
                <a:spcPts val="0"/>
              </a:spcAft>
              <a:buSzPts val="1000"/>
              <a:buFont typeface="Montserrat Light"/>
              <a:buChar char="■"/>
              <a:defRPr sz="1000">
                <a:latin typeface="Montserrat Light"/>
                <a:ea typeface="Montserrat Light"/>
                <a:cs typeface="Montserrat Light"/>
                <a:sym typeface="Montserrat Light"/>
              </a:defRPr>
            </a:lvl3pPr>
            <a:lvl4pPr indent="-292100" lvl="3" marL="1828800" rtl="0">
              <a:spcBef>
                <a:spcPts val="0"/>
              </a:spcBef>
              <a:spcAft>
                <a:spcPts val="0"/>
              </a:spcAft>
              <a:buSzPts val="1000"/>
              <a:buFont typeface="Montserrat Light"/>
              <a:buChar char="●"/>
              <a:defRPr sz="1000">
                <a:latin typeface="Montserrat Light"/>
                <a:ea typeface="Montserrat Light"/>
                <a:cs typeface="Montserrat Light"/>
                <a:sym typeface="Montserrat Light"/>
              </a:defRPr>
            </a:lvl4pPr>
            <a:lvl5pPr indent="-292100" lvl="4" marL="2286000" rtl="0">
              <a:spcBef>
                <a:spcPts val="0"/>
              </a:spcBef>
              <a:spcAft>
                <a:spcPts val="0"/>
              </a:spcAft>
              <a:buSzPts val="1000"/>
              <a:buFont typeface="Montserrat Light"/>
              <a:buChar char="○"/>
              <a:defRPr sz="1000">
                <a:latin typeface="Montserrat Light"/>
                <a:ea typeface="Montserrat Light"/>
                <a:cs typeface="Montserrat Light"/>
                <a:sym typeface="Montserrat Light"/>
              </a:defRPr>
            </a:lvl5pPr>
            <a:lvl6pPr indent="-292100" lvl="5" marL="2743200" rtl="0">
              <a:spcBef>
                <a:spcPts val="0"/>
              </a:spcBef>
              <a:spcAft>
                <a:spcPts val="0"/>
              </a:spcAft>
              <a:buSzPts val="1000"/>
              <a:buFont typeface="Montserrat Light"/>
              <a:buChar char="■"/>
              <a:defRPr sz="1000">
                <a:latin typeface="Montserrat Light"/>
                <a:ea typeface="Montserrat Light"/>
                <a:cs typeface="Montserrat Light"/>
                <a:sym typeface="Montserrat Light"/>
              </a:defRPr>
            </a:lvl6pPr>
            <a:lvl7pPr indent="-292100" lvl="6" marL="3200400" rtl="0">
              <a:spcBef>
                <a:spcPts val="0"/>
              </a:spcBef>
              <a:spcAft>
                <a:spcPts val="0"/>
              </a:spcAft>
              <a:buSzPts val="1000"/>
              <a:buFont typeface="Montserrat Light"/>
              <a:buChar char="●"/>
              <a:defRPr sz="1000">
                <a:latin typeface="Montserrat Light"/>
                <a:ea typeface="Montserrat Light"/>
                <a:cs typeface="Montserrat Light"/>
                <a:sym typeface="Montserrat Light"/>
              </a:defRPr>
            </a:lvl7pPr>
            <a:lvl8pPr indent="-292100" lvl="7" marL="3657600" rtl="0">
              <a:spcBef>
                <a:spcPts val="0"/>
              </a:spcBef>
              <a:spcAft>
                <a:spcPts val="0"/>
              </a:spcAft>
              <a:buSzPts val="1000"/>
              <a:buFont typeface="Montserrat Light"/>
              <a:buChar char="○"/>
              <a:defRPr sz="1000">
                <a:latin typeface="Montserrat Light"/>
                <a:ea typeface="Montserrat Light"/>
                <a:cs typeface="Montserrat Light"/>
                <a:sym typeface="Montserrat Light"/>
              </a:defRPr>
            </a:lvl8pPr>
            <a:lvl9pPr indent="-292100" lvl="8" marL="4114800" rtl="0">
              <a:spcBef>
                <a:spcPts val="0"/>
              </a:spcBef>
              <a:spcAft>
                <a:spcPts val="0"/>
              </a:spcAft>
              <a:buSzPts val="1000"/>
              <a:buFont typeface="Montserrat Light"/>
              <a:buChar char="■"/>
              <a:defRPr sz="1000">
                <a:latin typeface="Montserrat Light"/>
                <a:ea typeface="Montserrat Light"/>
                <a:cs typeface="Montserrat Light"/>
                <a:sym typeface="Montserrat Light"/>
              </a:defRPr>
            </a:lvl9pPr>
          </a:lstStyle>
          <a:p/>
        </p:txBody>
      </p:sp>
      <p:sp>
        <p:nvSpPr>
          <p:cNvPr id="444" name="Google Shape;444;p37"/>
          <p:cNvSpPr txBox="1"/>
          <p:nvPr>
            <p:ph idx="9" type="subTitle"/>
          </p:nvPr>
        </p:nvSpPr>
        <p:spPr>
          <a:xfrm>
            <a:off x="540000" y="2332925"/>
            <a:ext cx="2283000" cy="180000"/>
          </a:xfrm>
          <a:prstGeom prst="rect">
            <a:avLst/>
          </a:prstGeom>
        </p:spPr>
        <p:txBody>
          <a:bodyPr anchorCtr="0" anchor="ctr" bIns="0" lIns="0" spcFirstLastPara="1" rIns="0" wrap="square" tIns="0">
            <a:noAutofit/>
          </a:bodyPr>
          <a:lstStyle>
            <a:lvl1pPr lvl="0" rtl="0">
              <a:spcBef>
                <a:spcPts val="0"/>
              </a:spcBef>
              <a:spcAft>
                <a:spcPts val="0"/>
              </a:spcAft>
              <a:buSzPts val="1300"/>
              <a:buFont typeface="Montserrat Medium"/>
              <a:buNone/>
              <a:defRPr>
                <a:solidFill>
                  <a:schemeClr val="lt2"/>
                </a:solidFill>
                <a:latin typeface="Montserrat Medium"/>
                <a:ea typeface="Montserrat Medium"/>
                <a:cs typeface="Montserrat Medium"/>
                <a:sym typeface="Montserrat Medium"/>
              </a:defRPr>
            </a:lvl1pPr>
            <a:lvl2pPr lvl="1"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2pPr>
            <a:lvl3pPr lvl="2"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3pPr>
            <a:lvl4pPr lvl="3"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4pPr>
            <a:lvl5pPr lvl="4"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5pPr>
            <a:lvl6pPr lvl="5"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6pPr>
            <a:lvl7pPr lvl="6" rtl="0">
              <a:spcBef>
                <a:spcPts val="0"/>
              </a:spcBef>
              <a:spcAft>
                <a:spcPts val="0"/>
              </a:spcAft>
              <a:buSzPts val="1300"/>
              <a:buFont typeface="Montserrat Medium"/>
              <a:buNone/>
              <a:defRPr sz="1300">
                <a:solidFill>
                  <a:schemeClr val="lt2"/>
                </a:solidFill>
                <a:latin typeface="Montserrat Medium"/>
                <a:ea typeface="Montserrat Medium"/>
                <a:cs typeface="Montserrat Medium"/>
                <a:sym typeface="Montserrat Medium"/>
              </a:defRPr>
            </a:lvl7pPr>
            <a:lvl8pPr lvl="7"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8pPr>
            <a:lvl9pPr lvl="8" rtl="0">
              <a:spcBef>
                <a:spcPts val="0"/>
              </a:spcBef>
              <a:spcAft>
                <a:spcPts val="0"/>
              </a:spcAft>
              <a:buClr>
                <a:schemeClr val="lt2"/>
              </a:buClr>
              <a:buSzPts val="1300"/>
              <a:buFont typeface="Montserrat Medium"/>
              <a:buNone/>
              <a:defRPr sz="1300">
                <a:solidFill>
                  <a:schemeClr val="lt2"/>
                </a:solidFill>
                <a:latin typeface="Montserrat Medium"/>
                <a:ea typeface="Montserrat Medium"/>
                <a:cs typeface="Montserrat Medium"/>
                <a:sym typeface="Montserrat Medium"/>
              </a:defRPr>
            </a:lvl9pPr>
          </a:lstStyle>
          <a:p/>
        </p:txBody>
      </p:sp>
      <p:sp>
        <p:nvSpPr>
          <p:cNvPr id="445" name="Google Shape;445;p37"/>
          <p:cNvSpPr txBox="1"/>
          <p:nvPr/>
        </p:nvSpPr>
        <p:spPr>
          <a:xfrm>
            <a:off x="635863" y="1812125"/>
            <a:ext cx="572400" cy="11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700">
                <a:solidFill>
                  <a:schemeClr val="dk1"/>
                </a:solidFill>
                <a:latin typeface="Montserrat Light"/>
                <a:ea typeface="Montserrat Light"/>
                <a:cs typeface="Montserrat Light"/>
                <a:sym typeface="Montserrat Light"/>
              </a:rPr>
              <a:t>Status</a:t>
            </a:r>
            <a:endParaRPr sz="700">
              <a:solidFill>
                <a:schemeClr val="dk1"/>
              </a:solidFill>
              <a:latin typeface="Montserrat Light"/>
              <a:ea typeface="Montserrat Light"/>
              <a:cs typeface="Montserrat Light"/>
              <a:sym typeface="Montserrat Light"/>
            </a:endParaRPr>
          </a:p>
        </p:txBody>
      </p:sp>
      <p:sp>
        <p:nvSpPr>
          <p:cNvPr id="446" name="Google Shape;446;p37"/>
          <p:cNvSpPr txBox="1"/>
          <p:nvPr/>
        </p:nvSpPr>
        <p:spPr>
          <a:xfrm>
            <a:off x="1380746" y="1812125"/>
            <a:ext cx="572400" cy="11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700">
                <a:solidFill>
                  <a:schemeClr val="dk1"/>
                </a:solidFill>
                <a:latin typeface="Montserrat Light"/>
                <a:ea typeface="Montserrat Light"/>
                <a:cs typeface="Montserrat Light"/>
                <a:sym typeface="Montserrat Light"/>
              </a:rPr>
              <a:t>Files</a:t>
            </a:r>
            <a:endParaRPr sz="700">
              <a:solidFill>
                <a:schemeClr val="dk1"/>
              </a:solidFill>
              <a:latin typeface="Montserrat Light"/>
              <a:ea typeface="Montserrat Light"/>
              <a:cs typeface="Montserrat Light"/>
              <a:sym typeface="Montserrat Light"/>
            </a:endParaRPr>
          </a:p>
        </p:txBody>
      </p:sp>
      <p:sp>
        <p:nvSpPr>
          <p:cNvPr id="447" name="Google Shape;447;p37"/>
          <p:cNvSpPr txBox="1"/>
          <p:nvPr/>
        </p:nvSpPr>
        <p:spPr>
          <a:xfrm>
            <a:off x="2125629" y="1812125"/>
            <a:ext cx="572400" cy="11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700">
                <a:solidFill>
                  <a:schemeClr val="dk1"/>
                </a:solidFill>
                <a:latin typeface="Montserrat Light"/>
                <a:ea typeface="Montserrat Light"/>
                <a:cs typeface="Montserrat Light"/>
                <a:sym typeface="Montserrat Light"/>
              </a:rPr>
              <a:t>Owner</a:t>
            </a:r>
            <a:endParaRPr sz="700">
              <a:solidFill>
                <a:schemeClr val="dk1"/>
              </a:solidFill>
              <a:latin typeface="Montserrat Light"/>
              <a:ea typeface="Montserrat Light"/>
              <a:cs typeface="Montserrat Light"/>
              <a:sym typeface="Montserrat Light"/>
            </a:endParaRPr>
          </a:p>
        </p:txBody>
      </p:sp>
      <p:sp>
        <p:nvSpPr>
          <p:cNvPr id="448" name="Google Shape;448;p37"/>
          <p:cNvSpPr/>
          <p:nvPr>
            <p:ph idx="13" type="pic"/>
          </p:nvPr>
        </p:nvSpPr>
        <p:spPr>
          <a:xfrm>
            <a:off x="2213975" y="1333075"/>
            <a:ext cx="395700" cy="395700"/>
          </a:xfrm>
          <a:prstGeom prst="ellipse">
            <a:avLst/>
          </a:prstGeom>
          <a:noFill/>
          <a:ln>
            <a:noFill/>
          </a:ln>
        </p:spPr>
      </p:sp>
    </p:spTree>
  </p:cSld>
  <p:clrMapOvr>
    <a:masterClrMapping/>
  </p:clrMapOvr>
  <p:extLst>
    <p:ext uri="{DCECCB84-F9BA-43D5-87BE-67443E8EF086}">
      <p15:sldGuideLst>
        <p15:guide id="1" pos="2230">
          <p15:clr>
            <a:srgbClr val="E46962"/>
          </p15:clr>
        </p15:guide>
        <p15:guide id="2" pos="177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 case scoping">
  <p:cSld name="TITLE_1_1_1_2_1_1_1">
    <p:spTree>
      <p:nvGrpSpPr>
        <p:cNvPr id="449" name="Shape 449"/>
        <p:cNvGrpSpPr/>
        <p:nvPr/>
      </p:nvGrpSpPr>
      <p:grpSpPr>
        <a:xfrm>
          <a:off x="0" y="0"/>
          <a:ext cx="0" cy="0"/>
          <a:chOff x="0" y="0"/>
          <a:chExt cx="0" cy="0"/>
        </a:xfrm>
      </p:grpSpPr>
      <p:cxnSp>
        <p:nvCxnSpPr>
          <p:cNvPr id="450" name="Google Shape;450;p38"/>
          <p:cNvCxnSpPr/>
          <p:nvPr/>
        </p:nvCxnSpPr>
        <p:spPr>
          <a:xfrm>
            <a:off x="2480125" y="1397000"/>
            <a:ext cx="0" cy="2451000"/>
          </a:xfrm>
          <a:prstGeom prst="straightConnector1">
            <a:avLst/>
          </a:prstGeom>
          <a:noFill/>
          <a:ln cap="flat" cmpd="sng" w="9525">
            <a:solidFill>
              <a:schemeClr val="accent4"/>
            </a:solidFill>
            <a:prstDash val="dot"/>
            <a:round/>
            <a:headEnd len="med" w="med" type="none"/>
            <a:tailEnd len="med" w="med" type="none"/>
          </a:ln>
        </p:spPr>
      </p:cxnSp>
      <p:sp>
        <p:nvSpPr>
          <p:cNvPr id="451" name="Google Shape;451;p38"/>
          <p:cNvSpPr txBox="1"/>
          <p:nvPr>
            <p:ph idx="1" type="body"/>
          </p:nvPr>
        </p:nvSpPr>
        <p:spPr>
          <a:xfrm>
            <a:off x="540000" y="1397000"/>
            <a:ext cx="1777200" cy="2462700"/>
          </a:xfrm>
          <a:prstGeom prst="rect">
            <a:avLst/>
          </a:prstGeom>
        </p:spPr>
        <p:txBody>
          <a:bodyPr anchorCtr="0" anchor="t" bIns="0" lIns="0" spcFirstLastPara="1" rIns="0" wrap="square" tIns="0">
            <a:noAutofit/>
          </a:bodyPr>
          <a:lstStyle>
            <a:lvl1pPr indent="-273050" lvl="0" marL="457200" rtl="0">
              <a:spcBef>
                <a:spcPts val="0"/>
              </a:spcBef>
              <a:spcAft>
                <a:spcPts val="0"/>
              </a:spcAft>
              <a:buSzPts val="700"/>
              <a:buFont typeface="Montserrat Light"/>
              <a:buChar char="●"/>
              <a:defRPr sz="700">
                <a:latin typeface="Montserrat Light"/>
                <a:ea typeface="Montserrat Light"/>
                <a:cs typeface="Montserrat Light"/>
                <a:sym typeface="Montserrat Light"/>
              </a:defRPr>
            </a:lvl1pPr>
            <a:lvl2pPr indent="-273050" lvl="1" marL="914400" rtl="0">
              <a:spcBef>
                <a:spcPts val="0"/>
              </a:spcBef>
              <a:spcAft>
                <a:spcPts val="0"/>
              </a:spcAft>
              <a:buSzPts val="700"/>
              <a:buFont typeface="Montserrat Light"/>
              <a:buChar char="○"/>
              <a:defRPr sz="700">
                <a:latin typeface="Montserrat Light"/>
                <a:ea typeface="Montserrat Light"/>
                <a:cs typeface="Montserrat Light"/>
                <a:sym typeface="Montserrat Light"/>
              </a:defRPr>
            </a:lvl2pPr>
            <a:lvl3pPr indent="-273050" lvl="2" marL="1371600" rtl="0">
              <a:spcBef>
                <a:spcPts val="0"/>
              </a:spcBef>
              <a:spcAft>
                <a:spcPts val="0"/>
              </a:spcAft>
              <a:buSzPts val="700"/>
              <a:buFont typeface="Montserrat Light"/>
              <a:buChar char="■"/>
              <a:defRPr sz="700">
                <a:latin typeface="Montserrat Light"/>
                <a:ea typeface="Montserrat Light"/>
                <a:cs typeface="Montserrat Light"/>
                <a:sym typeface="Montserrat Light"/>
              </a:defRPr>
            </a:lvl3pPr>
            <a:lvl4pPr indent="-273050" lvl="3" marL="1828800" rtl="0">
              <a:spcBef>
                <a:spcPts val="0"/>
              </a:spcBef>
              <a:spcAft>
                <a:spcPts val="0"/>
              </a:spcAft>
              <a:buSzPts val="700"/>
              <a:buFont typeface="Montserrat Light"/>
              <a:buChar char="●"/>
              <a:defRPr sz="700">
                <a:latin typeface="Montserrat Light"/>
                <a:ea typeface="Montserrat Light"/>
                <a:cs typeface="Montserrat Light"/>
                <a:sym typeface="Montserrat Light"/>
              </a:defRPr>
            </a:lvl4pPr>
            <a:lvl5pPr indent="-273050" lvl="4" marL="2286000" rtl="0">
              <a:spcBef>
                <a:spcPts val="0"/>
              </a:spcBef>
              <a:spcAft>
                <a:spcPts val="0"/>
              </a:spcAft>
              <a:buSzPts val="700"/>
              <a:buFont typeface="Montserrat Light"/>
              <a:buChar char="○"/>
              <a:defRPr sz="700">
                <a:latin typeface="Montserrat Light"/>
                <a:ea typeface="Montserrat Light"/>
                <a:cs typeface="Montserrat Light"/>
                <a:sym typeface="Montserrat Light"/>
              </a:defRPr>
            </a:lvl5pPr>
            <a:lvl6pPr indent="-273050" lvl="5" marL="2743200" rtl="0">
              <a:spcBef>
                <a:spcPts val="0"/>
              </a:spcBef>
              <a:spcAft>
                <a:spcPts val="0"/>
              </a:spcAft>
              <a:buSzPts val="700"/>
              <a:buFont typeface="Montserrat Light"/>
              <a:buChar char="■"/>
              <a:defRPr sz="700">
                <a:latin typeface="Montserrat Light"/>
                <a:ea typeface="Montserrat Light"/>
                <a:cs typeface="Montserrat Light"/>
                <a:sym typeface="Montserrat Light"/>
              </a:defRPr>
            </a:lvl6pPr>
            <a:lvl7pPr indent="-273050" lvl="6" marL="3200400" rtl="0">
              <a:spcBef>
                <a:spcPts val="0"/>
              </a:spcBef>
              <a:spcAft>
                <a:spcPts val="0"/>
              </a:spcAft>
              <a:buSzPts val="700"/>
              <a:buFont typeface="Montserrat Light"/>
              <a:buChar char="●"/>
              <a:defRPr sz="700">
                <a:latin typeface="Montserrat Light"/>
                <a:ea typeface="Montserrat Light"/>
                <a:cs typeface="Montserrat Light"/>
                <a:sym typeface="Montserrat Light"/>
              </a:defRPr>
            </a:lvl7pPr>
            <a:lvl8pPr indent="-273050" lvl="7" marL="3657600" rtl="0">
              <a:spcBef>
                <a:spcPts val="0"/>
              </a:spcBef>
              <a:spcAft>
                <a:spcPts val="0"/>
              </a:spcAft>
              <a:buSzPts val="700"/>
              <a:buFont typeface="Montserrat Light"/>
              <a:buChar char="○"/>
              <a:defRPr sz="700">
                <a:latin typeface="Montserrat Light"/>
                <a:ea typeface="Montserrat Light"/>
                <a:cs typeface="Montserrat Light"/>
                <a:sym typeface="Montserrat Light"/>
              </a:defRPr>
            </a:lvl8pPr>
            <a:lvl9pPr indent="-273050" lvl="8" marL="4114800" rtl="0">
              <a:spcBef>
                <a:spcPts val="0"/>
              </a:spcBef>
              <a:spcAft>
                <a:spcPts val="0"/>
              </a:spcAft>
              <a:buSzPts val="700"/>
              <a:buFont typeface="Montserrat Light"/>
              <a:buChar char="■"/>
              <a:defRPr sz="700">
                <a:latin typeface="Montserrat Light"/>
                <a:ea typeface="Montserrat Light"/>
                <a:cs typeface="Montserrat Light"/>
                <a:sym typeface="Montserrat Light"/>
              </a:defRPr>
            </a:lvl9pPr>
          </a:lstStyle>
          <a:p/>
        </p:txBody>
      </p:sp>
      <p:sp>
        <p:nvSpPr>
          <p:cNvPr id="452" name="Google Shape;452;p38"/>
          <p:cNvSpPr txBox="1"/>
          <p:nvPr>
            <p:ph idx="2" type="subTitle"/>
          </p:nvPr>
        </p:nvSpPr>
        <p:spPr>
          <a:xfrm>
            <a:off x="540900" y="1080000"/>
            <a:ext cx="1777200" cy="213000"/>
          </a:xfrm>
          <a:prstGeom prst="rect">
            <a:avLst/>
          </a:prstGeom>
          <a:solidFill>
            <a:schemeClr val="accent4"/>
          </a:solidFill>
          <a:ln>
            <a:noFill/>
          </a:ln>
        </p:spPr>
        <p:txBody>
          <a:bodyPr anchorCtr="0" anchor="ctr" bIns="91425" lIns="91425" spcFirstLastPara="1" rIns="91425" wrap="square" tIns="90000">
            <a:noAutofit/>
          </a:bodyPr>
          <a:lstStyle>
            <a:lvl1pPr lvl="0"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453" name="Google Shape;453;p38"/>
          <p:cNvSpPr txBox="1"/>
          <p:nvPr>
            <p:ph idx="3" type="body"/>
          </p:nvPr>
        </p:nvSpPr>
        <p:spPr>
          <a:xfrm>
            <a:off x="5322100" y="1397000"/>
            <a:ext cx="3279900" cy="626400"/>
          </a:xfrm>
          <a:prstGeom prst="rect">
            <a:avLst/>
          </a:prstGeom>
        </p:spPr>
        <p:txBody>
          <a:bodyPr anchorCtr="0" anchor="t" bIns="0" lIns="0" spcFirstLastPara="1" rIns="0" wrap="square" tIns="0">
            <a:noAutofit/>
          </a:bodyPr>
          <a:lstStyle>
            <a:lvl1pPr indent="-273050" lvl="0" marL="457200" rtl="0">
              <a:spcBef>
                <a:spcPts val="0"/>
              </a:spcBef>
              <a:spcAft>
                <a:spcPts val="0"/>
              </a:spcAft>
              <a:buSzPts val="700"/>
              <a:buFont typeface="Montserrat Light"/>
              <a:buChar char="●"/>
              <a:defRPr sz="700">
                <a:latin typeface="Montserrat Light"/>
                <a:ea typeface="Montserrat Light"/>
                <a:cs typeface="Montserrat Light"/>
                <a:sym typeface="Montserrat Light"/>
              </a:defRPr>
            </a:lvl1pPr>
            <a:lvl2pPr indent="-273050" lvl="1" marL="914400" rtl="0">
              <a:spcBef>
                <a:spcPts val="0"/>
              </a:spcBef>
              <a:spcAft>
                <a:spcPts val="0"/>
              </a:spcAft>
              <a:buSzPts val="700"/>
              <a:buFont typeface="Montserrat Light"/>
              <a:buChar char="○"/>
              <a:defRPr sz="700">
                <a:latin typeface="Montserrat Light"/>
                <a:ea typeface="Montserrat Light"/>
                <a:cs typeface="Montserrat Light"/>
                <a:sym typeface="Montserrat Light"/>
              </a:defRPr>
            </a:lvl2pPr>
            <a:lvl3pPr indent="-273050" lvl="2" marL="1371600" rtl="0">
              <a:spcBef>
                <a:spcPts val="0"/>
              </a:spcBef>
              <a:spcAft>
                <a:spcPts val="0"/>
              </a:spcAft>
              <a:buSzPts val="700"/>
              <a:buFont typeface="Montserrat Light"/>
              <a:buChar char="■"/>
              <a:defRPr sz="700">
                <a:latin typeface="Montserrat Light"/>
                <a:ea typeface="Montserrat Light"/>
                <a:cs typeface="Montserrat Light"/>
                <a:sym typeface="Montserrat Light"/>
              </a:defRPr>
            </a:lvl3pPr>
            <a:lvl4pPr indent="-273050" lvl="3" marL="1828800" rtl="0">
              <a:spcBef>
                <a:spcPts val="0"/>
              </a:spcBef>
              <a:spcAft>
                <a:spcPts val="0"/>
              </a:spcAft>
              <a:buSzPts val="700"/>
              <a:buFont typeface="Montserrat Light"/>
              <a:buChar char="●"/>
              <a:defRPr sz="700">
                <a:latin typeface="Montserrat Light"/>
                <a:ea typeface="Montserrat Light"/>
                <a:cs typeface="Montserrat Light"/>
                <a:sym typeface="Montserrat Light"/>
              </a:defRPr>
            </a:lvl4pPr>
            <a:lvl5pPr indent="-273050" lvl="4" marL="2286000" rtl="0">
              <a:spcBef>
                <a:spcPts val="0"/>
              </a:spcBef>
              <a:spcAft>
                <a:spcPts val="0"/>
              </a:spcAft>
              <a:buSzPts val="700"/>
              <a:buFont typeface="Montserrat Light"/>
              <a:buChar char="○"/>
              <a:defRPr sz="700">
                <a:latin typeface="Montserrat Light"/>
                <a:ea typeface="Montserrat Light"/>
                <a:cs typeface="Montserrat Light"/>
                <a:sym typeface="Montserrat Light"/>
              </a:defRPr>
            </a:lvl5pPr>
            <a:lvl6pPr indent="-273050" lvl="5" marL="2743200" rtl="0">
              <a:spcBef>
                <a:spcPts val="0"/>
              </a:spcBef>
              <a:spcAft>
                <a:spcPts val="0"/>
              </a:spcAft>
              <a:buSzPts val="700"/>
              <a:buFont typeface="Montserrat Light"/>
              <a:buChar char="■"/>
              <a:defRPr sz="700">
                <a:latin typeface="Montserrat Light"/>
                <a:ea typeface="Montserrat Light"/>
                <a:cs typeface="Montserrat Light"/>
                <a:sym typeface="Montserrat Light"/>
              </a:defRPr>
            </a:lvl6pPr>
            <a:lvl7pPr indent="-273050" lvl="6" marL="3200400" rtl="0">
              <a:spcBef>
                <a:spcPts val="0"/>
              </a:spcBef>
              <a:spcAft>
                <a:spcPts val="0"/>
              </a:spcAft>
              <a:buSzPts val="700"/>
              <a:buFont typeface="Montserrat Light"/>
              <a:buChar char="●"/>
              <a:defRPr sz="700">
                <a:latin typeface="Montserrat Light"/>
                <a:ea typeface="Montserrat Light"/>
                <a:cs typeface="Montserrat Light"/>
                <a:sym typeface="Montserrat Light"/>
              </a:defRPr>
            </a:lvl7pPr>
            <a:lvl8pPr indent="-273050" lvl="7" marL="3657600" rtl="0">
              <a:spcBef>
                <a:spcPts val="0"/>
              </a:spcBef>
              <a:spcAft>
                <a:spcPts val="0"/>
              </a:spcAft>
              <a:buSzPts val="700"/>
              <a:buFont typeface="Montserrat Light"/>
              <a:buChar char="○"/>
              <a:defRPr sz="700">
                <a:latin typeface="Montserrat Light"/>
                <a:ea typeface="Montserrat Light"/>
                <a:cs typeface="Montserrat Light"/>
                <a:sym typeface="Montserrat Light"/>
              </a:defRPr>
            </a:lvl8pPr>
            <a:lvl9pPr indent="-273050" lvl="8" marL="4114800" rtl="0">
              <a:spcBef>
                <a:spcPts val="0"/>
              </a:spcBef>
              <a:spcAft>
                <a:spcPts val="0"/>
              </a:spcAft>
              <a:buSzPts val="700"/>
              <a:buFont typeface="Montserrat Light"/>
              <a:buChar char="■"/>
              <a:defRPr sz="700">
                <a:latin typeface="Montserrat Light"/>
                <a:ea typeface="Montserrat Light"/>
                <a:cs typeface="Montserrat Light"/>
                <a:sym typeface="Montserrat Light"/>
              </a:defRPr>
            </a:lvl9pPr>
          </a:lstStyle>
          <a:p/>
        </p:txBody>
      </p:sp>
      <p:sp>
        <p:nvSpPr>
          <p:cNvPr id="454" name="Google Shape;454;p38"/>
          <p:cNvSpPr txBox="1"/>
          <p:nvPr>
            <p:ph idx="4" type="subTitle"/>
          </p:nvPr>
        </p:nvSpPr>
        <p:spPr>
          <a:xfrm>
            <a:off x="5323761" y="1080000"/>
            <a:ext cx="3279900" cy="213000"/>
          </a:xfrm>
          <a:prstGeom prst="rect">
            <a:avLst/>
          </a:prstGeom>
          <a:solidFill>
            <a:schemeClr val="accent4"/>
          </a:solidFill>
          <a:ln>
            <a:noFill/>
          </a:ln>
        </p:spPr>
        <p:txBody>
          <a:bodyPr anchorCtr="0" anchor="ctr" bIns="91425" lIns="91425" spcFirstLastPara="1" rIns="91425" wrap="square" tIns="90000">
            <a:noAutofit/>
          </a:bodyPr>
          <a:lstStyle>
            <a:lvl1pPr lvl="0"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455" name="Google Shape;455;p38"/>
          <p:cNvSpPr txBox="1"/>
          <p:nvPr>
            <p:ph idx="5" type="body"/>
          </p:nvPr>
        </p:nvSpPr>
        <p:spPr>
          <a:xfrm>
            <a:off x="2641550" y="1397000"/>
            <a:ext cx="2354700" cy="2462700"/>
          </a:xfrm>
          <a:prstGeom prst="rect">
            <a:avLst/>
          </a:prstGeom>
        </p:spPr>
        <p:txBody>
          <a:bodyPr anchorCtr="0" anchor="t" bIns="0" lIns="0" spcFirstLastPara="1" rIns="0" wrap="square" tIns="0">
            <a:noAutofit/>
          </a:bodyPr>
          <a:lstStyle>
            <a:lvl1pPr indent="-273050" lvl="0" marL="457200" rtl="0">
              <a:spcBef>
                <a:spcPts val="0"/>
              </a:spcBef>
              <a:spcAft>
                <a:spcPts val="0"/>
              </a:spcAft>
              <a:buSzPts val="700"/>
              <a:buFont typeface="Montserrat Light"/>
              <a:buChar char="●"/>
              <a:defRPr sz="700">
                <a:latin typeface="Montserrat Light"/>
                <a:ea typeface="Montserrat Light"/>
                <a:cs typeface="Montserrat Light"/>
                <a:sym typeface="Montserrat Light"/>
              </a:defRPr>
            </a:lvl1pPr>
            <a:lvl2pPr indent="-273050" lvl="1" marL="914400" rtl="0">
              <a:spcBef>
                <a:spcPts val="0"/>
              </a:spcBef>
              <a:spcAft>
                <a:spcPts val="0"/>
              </a:spcAft>
              <a:buSzPts val="700"/>
              <a:buFont typeface="Montserrat Light"/>
              <a:buChar char="○"/>
              <a:defRPr sz="700">
                <a:latin typeface="Montserrat Light"/>
                <a:ea typeface="Montserrat Light"/>
                <a:cs typeface="Montserrat Light"/>
                <a:sym typeface="Montserrat Light"/>
              </a:defRPr>
            </a:lvl2pPr>
            <a:lvl3pPr indent="-273050" lvl="2" marL="1371600" rtl="0">
              <a:spcBef>
                <a:spcPts val="0"/>
              </a:spcBef>
              <a:spcAft>
                <a:spcPts val="0"/>
              </a:spcAft>
              <a:buSzPts val="700"/>
              <a:buFont typeface="Montserrat Light"/>
              <a:buChar char="■"/>
              <a:defRPr sz="700">
                <a:latin typeface="Montserrat Light"/>
                <a:ea typeface="Montserrat Light"/>
                <a:cs typeface="Montserrat Light"/>
                <a:sym typeface="Montserrat Light"/>
              </a:defRPr>
            </a:lvl3pPr>
            <a:lvl4pPr indent="-273050" lvl="3" marL="1828800" rtl="0">
              <a:spcBef>
                <a:spcPts val="0"/>
              </a:spcBef>
              <a:spcAft>
                <a:spcPts val="0"/>
              </a:spcAft>
              <a:buSzPts val="700"/>
              <a:buFont typeface="Montserrat Light"/>
              <a:buChar char="●"/>
              <a:defRPr sz="700">
                <a:latin typeface="Montserrat Light"/>
                <a:ea typeface="Montserrat Light"/>
                <a:cs typeface="Montserrat Light"/>
                <a:sym typeface="Montserrat Light"/>
              </a:defRPr>
            </a:lvl4pPr>
            <a:lvl5pPr indent="-273050" lvl="4" marL="2286000" rtl="0">
              <a:spcBef>
                <a:spcPts val="0"/>
              </a:spcBef>
              <a:spcAft>
                <a:spcPts val="0"/>
              </a:spcAft>
              <a:buSzPts val="700"/>
              <a:buFont typeface="Montserrat Light"/>
              <a:buChar char="○"/>
              <a:defRPr sz="700">
                <a:latin typeface="Montserrat Light"/>
                <a:ea typeface="Montserrat Light"/>
                <a:cs typeface="Montserrat Light"/>
                <a:sym typeface="Montserrat Light"/>
              </a:defRPr>
            </a:lvl5pPr>
            <a:lvl6pPr indent="-273050" lvl="5" marL="2743200" rtl="0">
              <a:spcBef>
                <a:spcPts val="0"/>
              </a:spcBef>
              <a:spcAft>
                <a:spcPts val="0"/>
              </a:spcAft>
              <a:buSzPts val="700"/>
              <a:buFont typeface="Montserrat Light"/>
              <a:buChar char="■"/>
              <a:defRPr sz="700">
                <a:latin typeface="Montserrat Light"/>
                <a:ea typeface="Montserrat Light"/>
                <a:cs typeface="Montserrat Light"/>
                <a:sym typeface="Montserrat Light"/>
              </a:defRPr>
            </a:lvl6pPr>
            <a:lvl7pPr indent="-273050" lvl="6" marL="3200400" rtl="0">
              <a:spcBef>
                <a:spcPts val="0"/>
              </a:spcBef>
              <a:spcAft>
                <a:spcPts val="0"/>
              </a:spcAft>
              <a:buSzPts val="700"/>
              <a:buFont typeface="Montserrat Light"/>
              <a:buChar char="●"/>
              <a:defRPr sz="700">
                <a:latin typeface="Montserrat Light"/>
                <a:ea typeface="Montserrat Light"/>
                <a:cs typeface="Montserrat Light"/>
                <a:sym typeface="Montserrat Light"/>
              </a:defRPr>
            </a:lvl7pPr>
            <a:lvl8pPr indent="-273050" lvl="7" marL="3657600" rtl="0">
              <a:spcBef>
                <a:spcPts val="0"/>
              </a:spcBef>
              <a:spcAft>
                <a:spcPts val="0"/>
              </a:spcAft>
              <a:buSzPts val="700"/>
              <a:buFont typeface="Montserrat Light"/>
              <a:buChar char="○"/>
              <a:defRPr sz="700">
                <a:latin typeface="Montserrat Light"/>
                <a:ea typeface="Montserrat Light"/>
                <a:cs typeface="Montserrat Light"/>
                <a:sym typeface="Montserrat Light"/>
              </a:defRPr>
            </a:lvl8pPr>
            <a:lvl9pPr indent="-273050" lvl="8" marL="4114800" rtl="0">
              <a:spcBef>
                <a:spcPts val="0"/>
              </a:spcBef>
              <a:spcAft>
                <a:spcPts val="0"/>
              </a:spcAft>
              <a:buSzPts val="700"/>
              <a:buFont typeface="Montserrat Light"/>
              <a:buChar char="■"/>
              <a:defRPr sz="700">
                <a:latin typeface="Montserrat Light"/>
                <a:ea typeface="Montserrat Light"/>
                <a:cs typeface="Montserrat Light"/>
                <a:sym typeface="Montserrat Light"/>
              </a:defRPr>
            </a:lvl9pPr>
          </a:lstStyle>
          <a:p/>
        </p:txBody>
      </p:sp>
      <p:sp>
        <p:nvSpPr>
          <p:cNvPr id="456" name="Google Shape;456;p38"/>
          <p:cNvSpPr txBox="1"/>
          <p:nvPr>
            <p:ph idx="6" type="subTitle"/>
          </p:nvPr>
        </p:nvSpPr>
        <p:spPr>
          <a:xfrm>
            <a:off x="2642742" y="1080000"/>
            <a:ext cx="2354700" cy="213000"/>
          </a:xfrm>
          <a:prstGeom prst="rect">
            <a:avLst/>
          </a:prstGeom>
          <a:solidFill>
            <a:schemeClr val="accent4"/>
          </a:solidFill>
          <a:ln>
            <a:noFill/>
          </a:ln>
        </p:spPr>
        <p:txBody>
          <a:bodyPr anchorCtr="0" anchor="ctr" bIns="91425" lIns="91425" spcFirstLastPara="1" rIns="91425" wrap="square" tIns="90000">
            <a:noAutofit/>
          </a:bodyPr>
          <a:lstStyle>
            <a:lvl1pPr lvl="0"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457" name="Google Shape;457;p38"/>
          <p:cNvSpPr/>
          <p:nvPr/>
        </p:nvSpPr>
        <p:spPr>
          <a:xfrm>
            <a:off x="2450125" y="1132500"/>
            <a:ext cx="60600" cy="108000"/>
          </a:xfrm>
          <a:prstGeom prst="chevron">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Light"/>
              <a:ea typeface="Montserrat Light"/>
              <a:cs typeface="Montserrat Light"/>
              <a:sym typeface="Montserrat Light"/>
            </a:endParaRPr>
          </a:p>
        </p:txBody>
      </p:sp>
      <p:cxnSp>
        <p:nvCxnSpPr>
          <p:cNvPr id="458" name="Google Shape;458;p38"/>
          <p:cNvCxnSpPr/>
          <p:nvPr/>
        </p:nvCxnSpPr>
        <p:spPr>
          <a:xfrm>
            <a:off x="5158875" y="1397000"/>
            <a:ext cx="0" cy="3156300"/>
          </a:xfrm>
          <a:prstGeom prst="straightConnector1">
            <a:avLst/>
          </a:prstGeom>
          <a:noFill/>
          <a:ln cap="flat" cmpd="sng" w="9525">
            <a:solidFill>
              <a:schemeClr val="accent4"/>
            </a:solidFill>
            <a:prstDash val="dot"/>
            <a:round/>
            <a:headEnd len="med" w="med" type="none"/>
            <a:tailEnd len="med" w="med" type="none"/>
          </a:ln>
        </p:spPr>
      </p:cxnSp>
      <p:sp>
        <p:nvSpPr>
          <p:cNvPr id="459" name="Google Shape;459;p38"/>
          <p:cNvSpPr/>
          <p:nvPr/>
        </p:nvSpPr>
        <p:spPr>
          <a:xfrm>
            <a:off x="5128875" y="1132500"/>
            <a:ext cx="60600" cy="108000"/>
          </a:xfrm>
          <a:prstGeom prst="chevron">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Light"/>
              <a:ea typeface="Montserrat Light"/>
              <a:cs typeface="Montserrat Light"/>
              <a:sym typeface="Montserrat Light"/>
            </a:endParaRPr>
          </a:p>
        </p:txBody>
      </p:sp>
      <p:sp>
        <p:nvSpPr>
          <p:cNvPr id="460" name="Google Shape;460;p38"/>
          <p:cNvSpPr txBox="1"/>
          <p:nvPr>
            <p:ph idx="7" type="body"/>
          </p:nvPr>
        </p:nvSpPr>
        <p:spPr>
          <a:xfrm>
            <a:off x="5322925" y="2444400"/>
            <a:ext cx="3279900" cy="626400"/>
          </a:xfrm>
          <a:prstGeom prst="rect">
            <a:avLst/>
          </a:prstGeom>
        </p:spPr>
        <p:txBody>
          <a:bodyPr anchorCtr="0" anchor="t" bIns="0" lIns="0" spcFirstLastPara="1" rIns="0" wrap="square" tIns="0">
            <a:noAutofit/>
          </a:bodyPr>
          <a:lstStyle>
            <a:lvl1pPr indent="-273050" lvl="0" marL="457200" rtl="0">
              <a:spcBef>
                <a:spcPts val="0"/>
              </a:spcBef>
              <a:spcAft>
                <a:spcPts val="0"/>
              </a:spcAft>
              <a:buSzPts val="700"/>
              <a:buFont typeface="Montserrat Light"/>
              <a:buChar char="●"/>
              <a:defRPr sz="700">
                <a:latin typeface="Montserrat Light"/>
                <a:ea typeface="Montserrat Light"/>
                <a:cs typeface="Montserrat Light"/>
                <a:sym typeface="Montserrat Light"/>
              </a:defRPr>
            </a:lvl1pPr>
            <a:lvl2pPr indent="-273050" lvl="1" marL="914400" rtl="0">
              <a:spcBef>
                <a:spcPts val="0"/>
              </a:spcBef>
              <a:spcAft>
                <a:spcPts val="0"/>
              </a:spcAft>
              <a:buSzPts val="700"/>
              <a:buFont typeface="Montserrat Light"/>
              <a:buChar char="○"/>
              <a:defRPr sz="700">
                <a:latin typeface="Montserrat Light"/>
                <a:ea typeface="Montserrat Light"/>
                <a:cs typeface="Montserrat Light"/>
                <a:sym typeface="Montserrat Light"/>
              </a:defRPr>
            </a:lvl2pPr>
            <a:lvl3pPr indent="-273050" lvl="2" marL="1371600" rtl="0">
              <a:spcBef>
                <a:spcPts val="0"/>
              </a:spcBef>
              <a:spcAft>
                <a:spcPts val="0"/>
              </a:spcAft>
              <a:buSzPts val="700"/>
              <a:buFont typeface="Montserrat Light"/>
              <a:buChar char="■"/>
              <a:defRPr sz="700">
                <a:latin typeface="Montserrat Light"/>
                <a:ea typeface="Montserrat Light"/>
                <a:cs typeface="Montserrat Light"/>
                <a:sym typeface="Montserrat Light"/>
              </a:defRPr>
            </a:lvl3pPr>
            <a:lvl4pPr indent="-273050" lvl="3" marL="1828800" rtl="0">
              <a:spcBef>
                <a:spcPts val="0"/>
              </a:spcBef>
              <a:spcAft>
                <a:spcPts val="0"/>
              </a:spcAft>
              <a:buSzPts val="700"/>
              <a:buFont typeface="Montserrat Light"/>
              <a:buChar char="●"/>
              <a:defRPr sz="700">
                <a:latin typeface="Montserrat Light"/>
                <a:ea typeface="Montserrat Light"/>
                <a:cs typeface="Montserrat Light"/>
                <a:sym typeface="Montserrat Light"/>
              </a:defRPr>
            </a:lvl4pPr>
            <a:lvl5pPr indent="-273050" lvl="4" marL="2286000" rtl="0">
              <a:spcBef>
                <a:spcPts val="0"/>
              </a:spcBef>
              <a:spcAft>
                <a:spcPts val="0"/>
              </a:spcAft>
              <a:buSzPts val="700"/>
              <a:buFont typeface="Montserrat Light"/>
              <a:buChar char="○"/>
              <a:defRPr sz="700">
                <a:latin typeface="Montserrat Light"/>
                <a:ea typeface="Montserrat Light"/>
                <a:cs typeface="Montserrat Light"/>
                <a:sym typeface="Montserrat Light"/>
              </a:defRPr>
            </a:lvl5pPr>
            <a:lvl6pPr indent="-273050" lvl="5" marL="2743200" rtl="0">
              <a:spcBef>
                <a:spcPts val="0"/>
              </a:spcBef>
              <a:spcAft>
                <a:spcPts val="0"/>
              </a:spcAft>
              <a:buSzPts val="700"/>
              <a:buFont typeface="Montserrat Light"/>
              <a:buChar char="■"/>
              <a:defRPr sz="700">
                <a:latin typeface="Montserrat Light"/>
                <a:ea typeface="Montserrat Light"/>
                <a:cs typeface="Montserrat Light"/>
                <a:sym typeface="Montserrat Light"/>
              </a:defRPr>
            </a:lvl6pPr>
            <a:lvl7pPr indent="-273050" lvl="6" marL="3200400" rtl="0">
              <a:spcBef>
                <a:spcPts val="0"/>
              </a:spcBef>
              <a:spcAft>
                <a:spcPts val="0"/>
              </a:spcAft>
              <a:buSzPts val="700"/>
              <a:buFont typeface="Montserrat Light"/>
              <a:buChar char="●"/>
              <a:defRPr sz="700">
                <a:latin typeface="Montserrat Light"/>
                <a:ea typeface="Montserrat Light"/>
                <a:cs typeface="Montserrat Light"/>
                <a:sym typeface="Montserrat Light"/>
              </a:defRPr>
            </a:lvl7pPr>
            <a:lvl8pPr indent="-273050" lvl="7" marL="3657600" rtl="0">
              <a:spcBef>
                <a:spcPts val="0"/>
              </a:spcBef>
              <a:spcAft>
                <a:spcPts val="0"/>
              </a:spcAft>
              <a:buSzPts val="700"/>
              <a:buFont typeface="Montserrat Light"/>
              <a:buChar char="○"/>
              <a:defRPr sz="700">
                <a:latin typeface="Montserrat Light"/>
                <a:ea typeface="Montserrat Light"/>
                <a:cs typeface="Montserrat Light"/>
                <a:sym typeface="Montserrat Light"/>
              </a:defRPr>
            </a:lvl8pPr>
            <a:lvl9pPr indent="-273050" lvl="8" marL="4114800" rtl="0">
              <a:spcBef>
                <a:spcPts val="0"/>
              </a:spcBef>
              <a:spcAft>
                <a:spcPts val="0"/>
              </a:spcAft>
              <a:buSzPts val="700"/>
              <a:buFont typeface="Montserrat Light"/>
              <a:buChar char="■"/>
              <a:defRPr sz="700">
                <a:latin typeface="Montserrat Light"/>
                <a:ea typeface="Montserrat Light"/>
                <a:cs typeface="Montserrat Light"/>
                <a:sym typeface="Montserrat Light"/>
              </a:defRPr>
            </a:lvl9pPr>
          </a:lstStyle>
          <a:p/>
        </p:txBody>
      </p:sp>
      <p:sp>
        <p:nvSpPr>
          <p:cNvPr id="461" name="Google Shape;461;p38"/>
          <p:cNvSpPr txBox="1"/>
          <p:nvPr>
            <p:ph idx="8" type="subTitle"/>
          </p:nvPr>
        </p:nvSpPr>
        <p:spPr>
          <a:xfrm>
            <a:off x="5324586" y="2127400"/>
            <a:ext cx="3279900" cy="213000"/>
          </a:xfrm>
          <a:prstGeom prst="rect">
            <a:avLst/>
          </a:prstGeom>
          <a:solidFill>
            <a:schemeClr val="accent4"/>
          </a:solidFill>
          <a:ln>
            <a:noFill/>
          </a:ln>
        </p:spPr>
        <p:txBody>
          <a:bodyPr anchorCtr="0" anchor="ctr" bIns="91425" lIns="91425" spcFirstLastPara="1" rIns="91425" wrap="square" tIns="90000">
            <a:noAutofit/>
          </a:bodyPr>
          <a:lstStyle>
            <a:lvl1pPr lvl="0"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462" name="Google Shape;462;p38"/>
          <p:cNvSpPr txBox="1"/>
          <p:nvPr>
            <p:ph idx="9" type="body"/>
          </p:nvPr>
        </p:nvSpPr>
        <p:spPr>
          <a:xfrm>
            <a:off x="5321500" y="3523900"/>
            <a:ext cx="3279900" cy="1029300"/>
          </a:xfrm>
          <a:prstGeom prst="rect">
            <a:avLst/>
          </a:prstGeom>
        </p:spPr>
        <p:txBody>
          <a:bodyPr anchorCtr="0" anchor="t" bIns="0" lIns="0" spcFirstLastPara="1" rIns="0" wrap="square" tIns="0">
            <a:noAutofit/>
          </a:bodyPr>
          <a:lstStyle>
            <a:lvl1pPr indent="-273050" lvl="0" marL="457200" rtl="0">
              <a:spcBef>
                <a:spcPts val="0"/>
              </a:spcBef>
              <a:spcAft>
                <a:spcPts val="0"/>
              </a:spcAft>
              <a:buSzPts val="700"/>
              <a:buFont typeface="Montserrat Light"/>
              <a:buChar char="●"/>
              <a:defRPr sz="700">
                <a:latin typeface="Montserrat Light"/>
                <a:ea typeface="Montserrat Light"/>
                <a:cs typeface="Montserrat Light"/>
                <a:sym typeface="Montserrat Light"/>
              </a:defRPr>
            </a:lvl1pPr>
            <a:lvl2pPr indent="-273050" lvl="1" marL="914400" rtl="0">
              <a:spcBef>
                <a:spcPts val="0"/>
              </a:spcBef>
              <a:spcAft>
                <a:spcPts val="0"/>
              </a:spcAft>
              <a:buSzPts val="700"/>
              <a:buFont typeface="Montserrat Light"/>
              <a:buChar char="○"/>
              <a:defRPr sz="700">
                <a:latin typeface="Montserrat Light"/>
                <a:ea typeface="Montserrat Light"/>
                <a:cs typeface="Montserrat Light"/>
                <a:sym typeface="Montserrat Light"/>
              </a:defRPr>
            </a:lvl2pPr>
            <a:lvl3pPr indent="-273050" lvl="2" marL="1371600" rtl="0">
              <a:spcBef>
                <a:spcPts val="0"/>
              </a:spcBef>
              <a:spcAft>
                <a:spcPts val="0"/>
              </a:spcAft>
              <a:buSzPts val="700"/>
              <a:buFont typeface="Montserrat Light"/>
              <a:buChar char="■"/>
              <a:defRPr sz="700">
                <a:latin typeface="Montserrat Light"/>
                <a:ea typeface="Montserrat Light"/>
                <a:cs typeface="Montserrat Light"/>
                <a:sym typeface="Montserrat Light"/>
              </a:defRPr>
            </a:lvl3pPr>
            <a:lvl4pPr indent="-273050" lvl="3" marL="1828800" rtl="0">
              <a:spcBef>
                <a:spcPts val="0"/>
              </a:spcBef>
              <a:spcAft>
                <a:spcPts val="0"/>
              </a:spcAft>
              <a:buSzPts val="700"/>
              <a:buFont typeface="Montserrat Light"/>
              <a:buChar char="●"/>
              <a:defRPr sz="700">
                <a:latin typeface="Montserrat Light"/>
                <a:ea typeface="Montserrat Light"/>
                <a:cs typeface="Montserrat Light"/>
                <a:sym typeface="Montserrat Light"/>
              </a:defRPr>
            </a:lvl4pPr>
            <a:lvl5pPr indent="-273050" lvl="4" marL="2286000" rtl="0">
              <a:spcBef>
                <a:spcPts val="0"/>
              </a:spcBef>
              <a:spcAft>
                <a:spcPts val="0"/>
              </a:spcAft>
              <a:buSzPts val="700"/>
              <a:buFont typeface="Montserrat Light"/>
              <a:buChar char="○"/>
              <a:defRPr sz="700">
                <a:latin typeface="Montserrat Light"/>
                <a:ea typeface="Montserrat Light"/>
                <a:cs typeface="Montserrat Light"/>
                <a:sym typeface="Montserrat Light"/>
              </a:defRPr>
            </a:lvl5pPr>
            <a:lvl6pPr indent="-273050" lvl="5" marL="2743200" rtl="0">
              <a:spcBef>
                <a:spcPts val="0"/>
              </a:spcBef>
              <a:spcAft>
                <a:spcPts val="0"/>
              </a:spcAft>
              <a:buSzPts val="700"/>
              <a:buFont typeface="Montserrat Light"/>
              <a:buChar char="■"/>
              <a:defRPr sz="700">
                <a:latin typeface="Montserrat Light"/>
                <a:ea typeface="Montserrat Light"/>
                <a:cs typeface="Montserrat Light"/>
                <a:sym typeface="Montserrat Light"/>
              </a:defRPr>
            </a:lvl6pPr>
            <a:lvl7pPr indent="-273050" lvl="6" marL="3200400" rtl="0">
              <a:spcBef>
                <a:spcPts val="0"/>
              </a:spcBef>
              <a:spcAft>
                <a:spcPts val="0"/>
              </a:spcAft>
              <a:buSzPts val="700"/>
              <a:buFont typeface="Montserrat Light"/>
              <a:buChar char="●"/>
              <a:defRPr sz="700">
                <a:latin typeface="Montserrat Light"/>
                <a:ea typeface="Montserrat Light"/>
                <a:cs typeface="Montserrat Light"/>
                <a:sym typeface="Montserrat Light"/>
              </a:defRPr>
            </a:lvl7pPr>
            <a:lvl8pPr indent="-273050" lvl="7" marL="3657600" rtl="0">
              <a:spcBef>
                <a:spcPts val="0"/>
              </a:spcBef>
              <a:spcAft>
                <a:spcPts val="0"/>
              </a:spcAft>
              <a:buSzPts val="700"/>
              <a:buFont typeface="Montserrat Light"/>
              <a:buChar char="○"/>
              <a:defRPr sz="700">
                <a:latin typeface="Montserrat Light"/>
                <a:ea typeface="Montserrat Light"/>
                <a:cs typeface="Montserrat Light"/>
                <a:sym typeface="Montserrat Light"/>
              </a:defRPr>
            </a:lvl8pPr>
            <a:lvl9pPr indent="-273050" lvl="8" marL="4114800" rtl="0">
              <a:spcBef>
                <a:spcPts val="0"/>
              </a:spcBef>
              <a:spcAft>
                <a:spcPts val="0"/>
              </a:spcAft>
              <a:buSzPts val="700"/>
              <a:buFont typeface="Montserrat Light"/>
              <a:buChar char="■"/>
              <a:defRPr sz="700">
                <a:latin typeface="Montserrat Light"/>
                <a:ea typeface="Montserrat Light"/>
                <a:cs typeface="Montserrat Light"/>
                <a:sym typeface="Montserrat Light"/>
              </a:defRPr>
            </a:lvl9pPr>
          </a:lstStyle>
          <a:p/>
        </p:txBody>
      </p:sp>
      <p:sp>
        <p:nvSpPr>
          <p:cNvPr id="463" name="Google Shape;463;p38"/>
          <p:cNvSpPr txBox="1"/>
          <p:nvPr>
            <p:ph idx="13" type="subTitle"/>
          </p:nvPr>
        </p:nvSpPr>
        <p:spPr>
          <a:xfrm>
            <a:off x="5323161" y="3206900"/>
            <a:ext cx="3279900" cy="213000"/>
          </a:xfrm>
          <a:prstGeom prst="rect">
            <a:avLst/>
          </a:prstGeom>
          <a:solidFill>
            <a:schemeClr val="accent4"/>
          </a:solidFill>
          <a:ln>
            <a:noFill/>
          </a:ln>
        </p:spPr>
        <p:txBody>
          <a:bodyPr anchorCtr="0" anchor="ctr" bIns="91425" lIns="91425" spcFirstLastPara="1" rIns="91425" wrap="square" tIns="90000">
            <a:noAutofit/>
          </a:bodyPr>
          <a:lstStyle>
            <a:lvl1pPr lvl="0"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
        <p:nvSpPr>
          <p:cNvPr id="464" name="Google Shape;464;p38"/>
          <p:cNvSpPr txBox="1"/>
          <p:nvPr>
            <p:ph type="title"/>
          </p:nvPr>
        </p:nvSpPr>
        <p:spPr>
          <a:xfrm>
            <a:off x="540000" y="360000"/>
            <a:ext cx="4457400" cy="288000"/>
          </a:xfrm>
          <a:prstGeom prst="rect">
            <a:avLst/>
          </a:prstGeom>
        </p:spPr>
        <p:txBody>
          <a:bodyPr anchorCtr="0" anchor="ctr"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65" name="Google Shape;465;p38"/>
          <p:cNvSpPr txBox="1"/>
          <p:nvPr>
            <p:ph idx="14" type="subTitle"/>
          </p:nvPr>
        </p:nvSpPr>
        <p:spPr>
          <a:xfrm>
            <a:off x="540000" y="687125"/>
            <a:ext cx="4456200" cy="213000"/>
          </a:xfrm>
          <a:prstGeom prst="rect">
            <a:avLst/>
          </a:prstGeom>
        </p:spPr>
        <p:txBody>
          <a:bodyPr anchorCtr="0" anchor="ctr" bIns="0" lIns="0" spcFirstLastPara="1" rIns="0" wrap="square" tIns="0">
            <a:noAutofit/>
          </a:bodyPr>
          <a:lstStyle>
            <a:lvl1pPr lvl="0" rtl="0">
              <a:spcBef>
                <a:spcPts val="0"/>
              </a:spcBef>
              <a:spcAft>
                <a:spcPts val="0"/>
              </a:spcAft>
              <a:buSzPts val="900"/>
              <a:buNone/>
              <a:defRPr sz="9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466" name="Google Shape;466;p38"/>
          <p:cNvSpPr txBox="1"/>
          <p:nvPr>
            <p:ph idx="15" type="subTitle"/>
          </p:nvPr>
        </p:nvSpPr>
        <p:spPr>
          <a:xfrm>
            <a:off x="540000" y="203200"/>
            <a:ext cx="4457400" cy="108000"/>
          </a:xfrm>
          <a:prstGeom prst="rect">
            <a:avLst/>
          </a:prstGeom>
        </p:spPr>
        <p:txBody>
          <a:bodyPr anchorCtr="0" anchor="ctr" bIns="0" lIns="0" spcFirstLastPara="1" rIns="0" wrap="square" tIns="0">
            <a:noAutofit/>
          </a:bodyPr>
          <a:lstStyle>
            <a:lvl1pPr lvl="0" rtl="0">
              <a:spcBef>
                <a:spcPts val="0"/>
              </a:spcBef>
              <a:spcAft>
                <a:spcPts val="0"/>
              </a:spcAft>
              <a:buSzPts val="800"/>
              <a:buFont typeface="Montserrat"/>
              <a:buNone/>
              <a:defRPr b="1" sz="800">
                <a:solidFill>
                  <a:schemeClr val="lt2"/>
                </a:solidFill>
                <a:latin typeface="Montserrat"/>
                <a:ea typeface="Montserrat"/>
                <a:cs typeface="Montserrat"/>
                <a:sym typeface="Montserrat"/>
              </a:defRPr>
            </a:lvl1pPr>
            <a:lvl2pPr lvl="1" rtl="0">
              <a:spcBef>
                <a:spcPts val="0"/>
              </a:spcBef>
              <a:spcAft>
                <a:spcPts val="0"/>
              </a:spcAft>
              <a:buSzPts val="800"/>
              <a:buFont typeface="Montserrat"/>
              <a:buNone/>
              <a:defRPr b="1" sz="800">
                <a:latin typeface="Montserrat"/>
                <a:ea typeface="Montserrat"/>
                <a:cs typeface="Montserrat"/>
                <a:sym typeface="Montserrat"/>
              </a:defRPr>
            </a:lvl2pPr>
            <a:lvl3pPr lvl="2" rtl="0">
              <a:spcBef>
                <a:spcPts val="0"/>
              </a:spcBef>
              <a:spcAft>
                <a:spcPts val="0"/>
              </a:spcAft>
              <a:buSzPts val="800"/>
              <a:buFont typeface="Montserrat"/>
              <a:buNone/>
              <a:defRPr b="1" sz="800">
                <a:latin typeface="Montserrat"/>
                <a:ea typeface="Montserrat"/>
                <a:cs typeface="Montserrat"/>
                <a:sym typeface="Montserrat"/>
              </a:defRPr>
            </a:lvl3pPr>
            <a:lvl4pPr lvl="3" rtl="0">
              <a:spcBef>
                <a:spcPts val="0"/>
              </a:spcBef>
              <a:spcAft>
                <a:spcPts val="0"/>
              </a:spcAft>
              <a:buSzPts val="800"/>
              <a:buFont typeface="Montserrat"/>
              <a:buNone/>
              <a:defRPr b="1" sz="800">
                <a:latin typeface="Montserrat"/>
                <a:ea typeface="Montserrat"/>
                <a:cs typeface="Montserrat"/>
                <a:sym typeface="Montserrat"/>
              </a:defRPr>
            </a:lvl4pPr>
            <a:lvl5pPr lvl="4" rtl="0">
              <a:spcBef>
                <a:spcPts val="0"/>
              </a:spcBef>
              <a:spcAft>
                <a:spcPts val="0"/>
              </a:spcAft>
              <a:buSzPts val="800"/>
              <a:buFont typeface="Montserrat"/>
              <a:buNone/>
              <a:defRPr b="1" sz="800">
                <a:latin typeface="Montserrat"/>
                <a:ea typeface="Montserrat"/>
                <a:cs typeface="Montserrat"/>
                <a:sym typeface="Montserrat"/>
              </a:defRPr>
            </a:lvl5pPr>
            <a:lvl6pPr lvl="5" rtl="0">
              <a:spcBef>
                <a:spcPts val="0"/>
              </a:spcBef>
              <a:spcAft>
                <a:spcPts val="0"/>
              </a:spcAft>
              <a:buSzPts val="800"/>
              <a:buFont typeface="Montserrat"/>
              <a:buNone/>
              <a:defRPr b="1" sz="800">
                <a:latin typeface="Montserrat"/>
                <a:ea typeface="Montserrat"/>
                <a:cs typeface="Montserrat"/>
                <a:sym typeface="Montserrat"/>
              </a:defRPr>
            </a:lvl6pPr>
            <a:lvl7pPr lvl="6" rtl="0">
              <a:spcBef>
                <a:spcPts val="0"/>
              </a:spcBef>
              <a:spcAft>
                <a:spcPts val="0"/>
              </a:spcAft>
              <a:buSzPts val="800"/>
              <a:buFont typeface="Montserrat"/>
              <a:buNone/>
              <a:defRPr b="1" sz="800">
                <a:latin typeface="Montserrat"/>
                <a:ea typeface="Montserrat"/>
                <a:cs typeface="Montserrat"/>
                <a:sym typeface="Montserrat"/>
              </a:defRPr>
            </a:lvl7pPr>
            <a:lvl8pPr lvl="7" rtl="0">
              <a:spcBef>
                <a:spcPts val="0"/>
              </a:spcBef>
              <a:spcAft>
                <a:spcPts val="0"/>
              </a:spcAft>
              <a:buSzPts val="800"/>
              <a:buFont typeface="Montserrat"/>
              <a:buNone/>
              <a:defRPr b="1" sz="800">
                <a:latin typeface="Montserrat"/>
                <a:ea typeface="Montserrat"/>
                <a:cs typeface="Montserrat"/>
                <a:sym typeface="Montserrat"/>
              </a:defRPr>
            </a:lvl8pPr>
            <a:lvl9pPr lvl="8" rtl="0">
              <a:spcBef>
                <a:spcPts val="0"/>
              </a:spcBef>
              <a:spcAft>
                <a:spcPts val="0"/>
              </a:spcAft>
              <a:buSzPts val="800"/>
              <a:buFont typeface="Montserrat"/>
              <a:buNone/>
              <a:defRPr b="1" sz="800">
                <a:latin typeface="Montserrat"/>
                <a:ea typeface="Montserrat"/>
                <a:cs typeface="Montserrat"/>
                <a:sym typeface="Montserrat"/>
              </a:defRPr>
            </a:lvl9pPr>
          </a:lstStyle>
          <a:p/>
        </p:txBody>
      </p:sp>
      <p:sp>
        <p:nvSpPr>
          <p:cNvPr id="467" name="Google Shape;467;p38"/>
          <p:cNvSpPr/>
          <p:nvPr/>
        </p:nvSpPr>
        <p:spPr>
          <a:xfrm>
            <a:off x="5324575" y="203200"/>
            <a:ext cx="3279900" cy="696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468" name="Google Shape;468;p38"/>
          <p:cNvSpPr/>
          <p:nvPr>
            <p:ph idx="16" type="pic"/>
          </p:nvPr>
        </p:nvSpPr>
        <p:spPr>
          <a:xfrm>
            <a:off x="7017888" y="426575"/>
            <a:ext cx="395700" cy="395700"/>
          </a:xfrm>
          <a:prstGeom prst="ellipse">
            <a:avLst/>
          </a:prstGeom>
          <a:noFill/>
          <a:ln>
            <a:noFill/>
          </a:ln>
        </p:spPr>
      </p:sp>
      <p:sp>
        <p:nvSpPr>
          <p:cNvPr id="469" name="Google Shape;469;p38"/>
          <p:cNvSpPr txBox="1"/>
          <p:nvPr>
            <p:ph idx="17" type="subTitle"/>
          </p:nvPr>
        </p:nvSpPr>
        <p:spPr>
          <a:xfrm>
            <a:off x="7022913" y="280938"/>
            <a:ext cx="1456200" cy="82500"/>
          </a:xfrm>
          <a:prstGeom prst="rect">
            <a:avLst/>
          </a:prstGeom>
        </p:spPr>
        <p:txBody>
          <a:bodyPr anchorCtr="0" anchor="t" bIns="0" lIns="0" spcFirstLastPara="1" rIns="0" wrap="square" tIns="0">
            <a:noAutofit/>
          </a:bodyPr>
          <a:lstStyle>
            <a:lvl1pPr lvl="0" rtl="0" algn="ctr">
              <a:spcBef>
                <a:spcPts val="0"/>
              </a:spcBef>
              <a:spcAft>
                <a:spcPts val="0"/>
              </a:spcAft>
              <a:buSzPts val="700"/>
              <a:buFont typeface="Montserrat"/>
              <a:buNone/>
              <a:defRPr b="1" sz="700">
                <a:solidFill>
                  <a:schemeClr val="lt2"/>
                </a:solidFill>
                <a:latin typeface="Montserrat"/>
                <a:ea typeface="Montserrat"/>
                <a:cs typeface="Montserrat"/>
                <a:sym typeface="Montserrat"/>
              </a:defRPr>
            </a:lvl1pPr>
            <a:lvl2pPr lvl="1" rtl="0">
              <a:spcBef>
                <a:spcPts val="0"/>
              </a:spcBef>
              <a:spcAft>
                <a:spcPts val="0"/>
              </a:spcAft>
              <a:buSzPts val="1300"/>
              <a:buNone/>
              <a:defRPr/>
            </a:lvl2pPr>
            <a:lvl3pPr lvl="2" rtl="0">
              <a:spcBef>
                <a:spcPts val="0"/>
              </a:spcBef>
              <a:spcAft>
                <a:spcPts val="0"/>
              </a:spcAft>
              <a:buSzPts val="1300"/>
              <a:buNone/>
              <a:defRPr/>
            </a:lvl3pPr>
            <a:lvl4pPr lvl="3" rtl="0">
              <a:spcBef>
                <a:spcPts val="0"/>
              </a:spcBef>
              <a:spcAft>
                <a:spcPts val="0"/>
              </a:spcAft>
              <a:buSzPts val="1300"/>
              <a:buNone/>
              <a:defRPr/>
            </a:lvl4pPr>
            <a:lvl5pPr lvl="4" rtl="0">
              <a:spcBef>
                <a:spcPts val="0"/>
              </a:spcBef>
              <a:spcAft>
                <a:spcPts val="0"/>
              </a:spcAft>
              <a:buSzPts val="1300"/>
              <a:buNone/>
              <a:defRPr/>
            </a:lvl5pPr>
            <a:lvl6pPr lvl="5" rtl="0">
              <a:spcBef>
                <a:spcPts val="0"/>
              </a:spcBef>
              <a:spcAft>
                <a:spcPts val="0"/>
              </a:spcAft>
              <a:buSzPts val="1300"/>
              <a:buNone/>
              <a:defRPr/>
            </a:lvl6pPr>
            <a:lvl7pPr lvl="6" rtl="0">
              <a:spcBef>
                <a:spcPts val="0"/>
              </a:spcBef>
              <a:spcAft>
                <a:spcPts val="0"/>
              </a:spcAft>
              <a:buSzPts val="1300"/>
              <a:buNone/>
              <a:defRPr/>
            </a:lvl7pPr>
            <a:lvl8pPr lvl="7" rtl="0">
              <a:spcBef>
                <a:spcPts val="0"/>
              </a:spcBef>
              <a:spcAft>
                <a:spcPts val="0"/>
              </a:spcAft>
              <a:buSzPts val="1300"/>
              <a:buNone/>
              <a:defRPr/>
            </a:lvl8pPr>
            <a:lvl9pPr lvl="8" rtl="0">
              <a:spcBef>
                <a:spcPts val="0"/>
              </a:spcBef>
              <a:spcAft>
                <a:spcPts val="0"/>
              </a:spcAft>
              <a:buSzPts val="1300"/>
              <a:buNone/>
              <a:defRPr/>
            </a:lvl9pPr>
          </a:lstStyle>
          <a:p/>
        </p:txBody>
      </p:sp>
      <p:sp>
        <p:nvSpPr>
          <p:cNvPr id="470" name="Google Shape;470;p38"/>
          <p:cNvSpPr txBox="1"/>
          <p:nvPr>
            <p:ph idx="18" type="body"/>
          </p:nvPr>
        </p:nvSpPr>
        <p:spPr>
          <a:xfrm>
            <a:off x="7489588" y="424038"/>
            <a:ext cx="984600" cy="174600"/>
          </a:xfrm>
          <a:prstGeom prst="rect">
            <a:avLst/>
          </a:prstGeom>
        </p:spPr>
        <p:txBody>
          <a:bodyPr anchorCtr="0" anchor="b" bIns="0" lIns="0" spcFirstLastPara="1" rIns="0" wrap="square" tIns="0">
            <a:noAutofit/>
          </a:bodyPr>
          <a:lstStyle>
            <a:lvl1pPr indent="-273050" lvl="0" marL="457200" rtl="0">
              <a:spcBef>
                <a:spcPts val="0"/>
              </a:spcBef>
              <a:spcAft>
                <a:spcPts val="0"/>
              </a:spcAft>
              <a:buSzPts val="700"/>
              <a:buFont typeface="Montserrat Medium"/>
              <a:buChar char="●"/>
              <a:defRPr sz="700">
                <a:latin typeface="Montserrat Medium"/>
                <a:ea typeface="Montserrat Medium"/>
                <a:cs typeface="Montserrat Medium"/>
                <a:sym typeface="Montserrat Medium"/>
              </a:defRPr>
            </a:lvl1pPr>
            <a:lvl2pPr indent="-273050" lvl="1" marL="914400" rtl="0">
              <a:spcBef>
                <a:spcPts val="0"/>
              </a:spcBef>
              <a:spcAft>
                <a:spcPts val="0"/>
              </a:spcAft>
              <a:buSzPts val="700"/>
              <a:buFont typeface="Montserrat Medium"/>
              <a:buChar char="○"/>
              <a:defRPr sz="700">
                <a:latin typeface="Montserrat Medium"/>
                <a:ea typeface="Montserrat Medium"/>
                <a:cs typeface="Montserrat Medium"/>
                <a:sym typeface="Montserrat Medium"/>
              </a:defRPr>
            </a:lvl2pPr>
            <a:lvl3pPr indent="-273050" lvl="2" marL="1371600" rtl="0">
              <a:spcBef>
                <a:spcPts val="0"/>
              </a:spcBef>
              <a:spcAft>
                <a:spcPts val="0"/>
              </a:spcAft>
              <a:buSzPts val="700"/>
              <a:buFont typeface="Montserrat Medium"/>
              <a:buChar char="■"/>
              <a:defRPr sz="700">
                <a:latin typeface="Montserrat Medium"/>
                <a:ea typeface="Montserrat Medium"/>
                <a:cs typeface="Montserrat Medium"/>
                <a:sym typeface="Montserrat Medium"/>
              </a:defRPr>
            </a:lvl3pPr>
            <a:lvl4pPr indent="-273050" lvl="3" marL="1828800" rtl="0">
              <a:spcBef>
                <a:spcPts val="0"/>
              </a:spcBef>
              <a:spcAft>
                <a:spcPts val="0"/>
              </a:spcAft>
              <a:buSzPts val="700"/>
              <a:buFont typeface="Montserrat Medium"/>
              <a:buChar char="●"/>
              <a:defRPr sz="700">
                <a:latin typeface="Montserrat Medium"/>
                <a:ea typeface="Montserrat Medium"/>
                <a:cs typeface="Montserrat Medium"/>
                <a:sym typeface="Montserrat Medium"/>
              </a:defRPr>
            </a:lvl4pPr>
            <a:lvl5pPr indent="-273050" lvl="4" marL="2286000" rtl="0">
              <a:spcBef>
                <a:spcPts val="0"/>
              </a:spcBef>
              <a:spcAft>
                <a:spcPts val="0"/>
              </a:spcAft>
              <a:buSzPts val="700"/>
              <a:buFont typeface="Montserrat Medium"/>
              <a:buChar char="○"/>
              <a:defRPr sz="700">
                <a:latin typeface="Montserrat Medium"/>
                <a:ea typeface="Montserrat Medium"/>
                <a:cs typeface="Montserrat Medium"/>
                <a:sym typeface="Montserrat Medium"/>
              </a:defRPr>
            </a:lvl5pPr>
            <a:lvl6pPr indent="-273050" lvl="5" marL="2743200" rtl="0">
              <a:spcBef>
                <a:spcPts val="0"/>
              </a:spcBef>
              <a:spcAft>
                <a:spcPts val="0"/>
              </a:spcAft>
              <a:buSzPts val="700"/>
              <a:buFont typeface="Montserrat Medium"/>
              <a:buChar char="■"/>
              <a:defRPr sz="700">
                <a:latin typeface="Montserrat Medium"/>
                <a:ea typeface="Montserrat Medium"/>
                <a:cs typeface="Montserrat Medium"/>
                <a:sym typeface="Montserrat Medium"/>
              </a:defRPr>
            </a:lvl6pPr>
            <a:lvl7pPr indent="-273050" lvl="6" marL="3200400" rtl="0">
              <a:spcBef>
                <a:spcPts val="0"/>
              </a:spcBef>
              <a:spcAft>
                <a:spcPts val="0"/>
              </a:spcAft>
              <a:buSzPts val="700"/>
              <a:buFont typeface="Montserrat Medium"/>
              <a:buChar char="●"/>
              <a:defRPr sz="700">
                <a:latin typeface="Montserrat Medium"/>
                <a:ea typeface="Montserrat Medium"/>
                <a:cs typeface="Montserrat Medium"/>
                <a:sym typeface="Montserrat Medium"/>
              </a:defRPr>
            </a:lvl7pPr>
            <a:lvl8pPr indent="-273050" lvl="7" marL="3657600" rtl="0">
              <a:spcBef>
                <a:spcPts val="0"/>
              </a:spcBef>
              <a:spcAft>
                <a:spcPts val="0"/>
              </a:spcAft>
              <a:buSzPts val="700"/>
              <a:buFont typeface="Montserrat Medium"/>
              <a:buChar char="○"/>
              <a:defRPr sz="700">
                <a:latin typeface="Montserrat Medium"/>
                <a:ea typeface="Montserrat Medium"/>
                <a:cs typeface="Montserrat Medium"/>
                <a:sym typeface="Montserrat Medium"/>
              </a:defRPr>
            </a:lvl8pPr>
            <a:lvl9pPr indent="-273050" lvl="8" marL="4114800" rtl="0">
              <a:spcBef>
                <a:spcPts val="0"/>
              </a:spcBef>
              <a:spcAft>
                <a:spcPts val="0"/>
              </a:spcAft>
              <a:buSzPts val="700"/>
              <a:buFont typeface="Montserrat Medium"/>
              <a:buChar char="■"/>
              <a:defRPr sz="700">
                <a:latin typeface="Montserrat Medium"/>
                <a:ea typeface="Montserrat Medium"/>
                <a:cs typeface="Montserrat Medium"/>
                <a:sym typeface="Montserrat Medium"/>
              </a:defRPr>
            </a:lvl9pPr>
          </a:lstStyle>
          <a:p/>
        </p:txBody>
      </p:sp>
      <p:sp>
        <p:nvSpPr>
          <p:cNvPr id="471" name="Google Shape;471;p38"/>
          <p:cNvSpPr/>
          <p:nvPr>
            <p:ph idx="19" type="pic"/>
          </p:nvPr>
        </p:nvSpPr>
        <p:spPr>
          <a:xfrm>
            <a:off x="5449938" y="426575"/>
            <a:ext cx="395700" cy="395700"/>
          </a:xfrm>
          <a:prstGeom prst="ellipse">
            <a:avLst/>
          </a:prstGeom>
          <a:noFill/>
          <a:ln>
            <a:noFill/>
          </a:ln>
        </p:spPr>
      </p:sp>
      <p:sp>
        <p:nvSpPr>
          <p:cNvPr id="472" name="Google Shape;472;p38"/>
          <p:cNvSpPr txBox="1"/>
          <p:nvPr>
            <p:ph idx="20" type="subTitle"/>
          </p:nvPr>
        </p:nvSpPr>
        <p:spPr>
          <a:xfrm>
            <a:off x="5454963" y="280938"/>
            <a:ext cx="1456200" cy="82500"/>
          </a:xfrm>
          <a:prstGeom prst="rect">
            <a:avLst/>
          </a:prstGeom>
        </p:spPr>
        <p:txBody>
          <a:bodyPr anchorCtr="0" anchor="t" bIns="0" lIns="0" spcFirstLastPara="1" rIns="0" wrap="square" tIns="0">
            <a:noAutofit/>
          </a:bodyPr>
          <a:lstStyle>
            <a:lvl1pPr lvl="0" rtl="0" algn="ctr">
              <a:spcBef>
                <a:spcPts val="0"/>
              </a:spcBef>
              <a:spcAft>
                <a:spcPts val="0"/>
              </a:spcAft>
              <a:buSzPts val="700"/>
              <a:buFont typeface="Montserrat"/>
              <a:buNone/>
              <a:defRPr b="1" sz="700">
                <a:solidFill>
                  <a:schemeClr val="lt2"/>
                </a:solidFill>
                <a:latin typeface="Montserrat"/>
                <a:ea typeface="Montserrat"/>
                <a:cs typeface="Montserrat"/>
                <a:sym typeface="Montserrat"/>
              </a:defRPr>
            </a:lvl1pPr>
            <a:lvl2pPr lvl="1" rtl="0">
              <a:spcBef>
                <a:spcPts val="0"/>
              </a:spcBef>
              <a:spcAft>
                <a:spcPts val="0"/>
              </a:spcAft>
              <a:buSzPts val="1300"/>
              <a:buNone/>
              <a:defRPr/>
            </a:lvl2pPr>
            <a:lvl3pPr lvl="2" rtl="0">
              <a:spcBef>
                <a:spcPts val="0"/>
              </a:spcBef>
              <a:spcAft>
                <a:spcPts val="0"/>
              </a:spcAft>
              <a:buSzPts val="1300"/>
              <a:buNone/>
              <a:defRPr/>
            </a:lvl3pPr>
            <a:lvl4pPr lvl="3" rtl="0">
              <a:spcBef>
                <a:spcPts val="0"/>
              </a:spcBef>
              <a:spcAft>
                <a:spcPts val="0"/>
              </a:spcAft>
              <a:buSzPts val="1300"/>
              <a:buNone/>
              <a:defRPr/>
            </a:lvl4pPr>
            <a:lvl5pPr lvl="4" rtl="0">
              <a:spcBef>
                <a:spcPts val="0"/>
              </a:spcBef>
              <a:spcAft>
                <a:spcPts val="0"/>
              </a:spcAft>
              <a:buSzPts val="1300"/>
              <a:buNone/>
              <a:defRPr/>
            </a:lvl5pPr>
            <a:lvl6pPr lvl="5" rtl="0">
              <a:spcBef>
                <a:spcPts val="0"/>
              </a:spcBef>
              <a:spcAft>
                <a:spcPts val="0"/>
              </a:spcAft>
              <a:buSzPts val="1300"/>
              <a:buNone/>
              <a:defRPr/>
            </a:lvl6pPr>
            <a:lvl7pPr lvl="6" rtl="0">
              <a:spcBef>
                <a:spcPts val="0"/>
              </a:spcBef>
              <a:spcAft>
                <a:spcPts val="0"/>
              </a:spcAft>
              <a:buSzPts val="1300"/>
              <a:buNone/>
              <a:defRPr/>
            </a:lvl7pPr>
            <a:lvl8pPr lvl="7" rtl="0">
              <a:spcBef>
                <a:spcPts val="0"/>
              </a:spcBef>
              <a:spcAft>
                <a:spcPts val="0"/>
              </a:spcAft>
              <a:buSzPts val="1300"/>
              <a:buNone/>
              <a:defRPr/>
            </a:lvl8pPr>
            <a:lvl9pPr lvl="8" rtl="0">
              <a:spcBef>
                <a:spcPts val="0"/>
              </a:spcBef>
              <a:spcAft>
                <a:spcPts val="0"/>
              </a:spcAft>
              <a:buSzPts val="1300"/>
              <a:buNone/>
              <a:defRPr/>
            </a:lvl9pPr>
          </a:lstStyle>
          <a:p/>
        </p:txBody>
      </p:sp>
      <p:sp>
        <p:nvSpPr>
          <p:cNvPr id="473" name="Google Shape;473;p38"/>
          <p:cNvSpPr txBox="1"/>
          <p:nvPr>
            <p:ph idx="21" type="body"/>
          </p:nvPr>
        </p:nvSpPr>
        <p:spPr>
          <a:xfrm>
            <a:off x="5921638" y="424038"/>
            <a:ext cx="984600" cy="174600"/>
          </a:xfrm>
          <a:prstGeom prst="rect">
            <a:avLst/>
          </a:prstGeom>
        </p:spPr>
        <p:txBody>
          <a:bodyPr anchorCtr="0" anchor="b" bIns="0" lIns="0" spcFirstLastPara="1" rIns="0" wrap="square" tIns="0">
            <a:noAutofit/>
          </a:bodyPr>
          <a:lstStyle>
            <a:lvl1pPr indent="-273050" lvl="0" marL="457200" rtl="0">
              <a:spcBef>
                <a:spcPts val="0"/>
              </a:spcBef>
              <a:spcAft>
                <a:spcPts val="0"/>
              </a:spcAft>
              <a:buSzPts val="700"/>
              <a:buFont typeface="Montserrat Medium"/>
              <a:buChar char="●"/>
              <a:defRPr sz="700">
                <a:latin typeface="Montserrat Medium"/>
                <a:ea typeface="Montserrat Medium"/>
                <a:cs typeface="Montserrat Medium"/>
                <a:sym typeface="Montserrat Medium"/>
              </a:defRPr>
            </a:lvl1pPr>
            <a:lvl2pPr indent="-273050" lvl="1" marL="914400" rtl="0">
              <a:spcBef>
                <a:spcPts val="0"/>
              </a:spcBef>
              <a:spcAft>
                <a:spcPts val="0"/>
              </a:spcAft>
              <a:buSzPts val="700"/>
              <a:buFont typeface="Montserrat Medium"/>
              <a:buChar char="○"/>
              <a:defRPr sz="700">
                <a:latin typeface="Montserrat Medium"/>
                <a:ea typeface="Montserrat Medium"/>
                <a:cs typeface="Montserrat Medium"/>
                <a:sym typeface="Montserrat Medium"/>
              </a:defRPr>
            </a:lvl2pPr>
            <a:lvl3pPr indent="-273050" lvl="2" marL="1371600" rtl="0">
              <a:spcBef>
                <a:spcPts val="0"/>
              </a:spcBef>
              <a:spcAft>
                <a:spcPts val="0"/>
              </a:spcAft>
              <a:buSzPts val="700"/>
              <a:buFont typeface="Montserrat Medium"/>
              <a:buChar char="■"/>
              <a:defRPr sz="700">
                <a:latin typeface="Montserrat Medium"/>
                <a:ea typeface="Montserrat Medium"/>
                <a:cs typeface="Montserrat Medium"/>
                <a:sym typeface="Montserrat Medium"/>
              </a:defRPr>
            </a:lvl3pPr>
            <a:lvl4pPr indent="-273050" lvl="3" marL="1828800" rtl="0">
              <a:spcBef>
                <a:spcPts val="0"/>
              </a:spcBef>
              <a:spcAft>
                <a:spcPts val="0"/>
              </a:spcAft>
              <a:buSzPts val="700"/>
              <a:buFont typeface="Montserrat Medium"/>
              <a:buChar char="●"/>
              <a:defRPr sz="700">
                <a:latin typeface="Montserrat Medium"/>
                <a:ea typeface="Montserrat Medium"/>
                <a:cs typeface="Montserrat Medium"/>
                <a:sym typeface="Montserrat Medium"/>
              </a:defRPr>
            </a:lvl4pPr>
            <a:lvl5pPr indent="-273050" lvl="4" marL="2286000" rtl="0">
              <a:spcBef>
                <a:spcPts val="0"/>
              </a:spcBef>
              <a:spcAft>
                <a:spcPts val="0"/>
              </a:spcAft>
              <a:buSzPts val="700"/>
              <a:buFont typeface="Montserrat Medium"/>
              <a:buChar char="○"/>
              <a:defRPr sz="700">
                <a:latin typeface="Montserrat Medium"/>
                <a:ea typeface="Montserrat Medium"/>
                <a:cs typeface="Montserrat Medium"/>
                <a:sym typeface="Montserrat Medium"/>
              </a:defRPr>
            </a:lvl5pPr>
            <a:lvl6pPr indent="-273050" lvl="5" marL="2743200" rtl="0">
              <a:spcBef>
                <a:spcPts val="0"/>
              </a:spcBef>
              <a:spcAft>
                <a:spcPts val="0"/>
              </a:spcAft>
              <a:buSzPts val="700"/>
              <a:buFont typeface="Montserrat Medium"/>
              <a:buChar char="■"/>
              <a:defRPr sz="700">
                <a:latin typeface="Montserrat Medium"/>
                <a:ea typeface="Montserrat Medium"/>
                <a:cs typeface="Montserrat Medium"/>
                <a:sym typeface="Montserrat Medium"/>
              </a:defRPr>
            </a:lvl6pPr>
            <a:lvl7pPr indent="-273050" lvl="6" marL="3200400" rtl="0">
              <a:spcBef>
                <a:spcPts val="0"/>
              </a:spcBef>
              <a:spcAft>
                <a:spcPts val="0"/>
              </a:spcAft>
              <a:buSzPts val="700"/>
              <a:buFont typeface="Montserrat Medium"/>
              <a:buChar char="●"/>
              <a:defRPr sz="700">
                <a:latin typeface="Montserrat Medium"/>
                <a:ea typeface="Montserrat Medium"/>
                <a:cs typeface="Montserrat Medium"/>
                <a:sym typeface="Montserrat Medium"/>
              </a:defRPr>
            </a:lvl7pPr>
            <a:lvl8pPr indent="-273050" lvl="7" marL="3657600" rtl="0">
              <a:spcBef>
                <a:spcPts val="0"/>
              </a:spcBef>
              <a:spcAft>
                <a:spcPts val="0"/>
              </a:spcAft>
              <a:buSzPts val="700"/>
              <a:buFont typeface="Montserrat Medium"/>
              <a:buChar char="○"/>
              <a:defRPr sz="700">
                <a:latin typeface="Montserrat Medium"/>
                <a:ea typeface="Montserrat Medium"/>
                <a:cs typeface="Montserrat Medium"/>
                <a:sym typeface="Montserrat Medium"/>
              </a:defRPr>
            </a:lvl8pPr>
            <a:lvl9pPr indent="-273050" lvl="8" marL="4114800" rtl="0">
              <a:spcBef>
                <a:spcPts val="0"/>
              </a:spcBef>
              <a:spcAft>
                <a:spcPts val="0"/>
              </a:spcAft>
              <a:buSzPts val="700"/>
              <a:buFont typeface="Montserrat Medium"/>
              <a:buChar char="■"/>
              <a:defRPr sz="700">
                <a:latin typeface="Montserrat Medium"/>
                <a:ea typeface="Montserrat Medium"/>
                <a:cs typeface="Montserrat Medium"/>
                <a:sym typeface="Montserrat Medium"/>
              </a:defRPr>
            </a:lvl9pPr>
          </a:lstStyle>
          <a:p/>
        </p:txBody>
      </p:sp>
      <p:sp>
        <p:nvSpPr>
          <p:cNvPr id="474" name="Google Shape;474;p38"/>
          <p:cNvSpPr txBox="1"/>
          <p:nvPr>
            <p:ph idx="22" type="body"/>
          </p:nvPr>
        </p:nvSpPr>
        <p:spPr>
          <a:xfrm>
            <a:off x="7494313" y="642338"/>
            <a:ext cx="984600" cy="174600"/>
          </a:xfrm>
          <a:prstGeom prst="rect">
            <a:avLst/>
          </a:prstGeom>
        </p:spPr>
        <p:txBody>
          <a:bodyPr anchorCtr="0" anchor="t" bIns="0" lIns="0" spcFirstLastPara="1" rIns="0" wrap="square" tIns="0">
            <a:noAutofit/>
          </a:bodyPr>
          <a:lstStyle>
            <a:lvl1pPr indent="-266700" lvl="0" marL="457200" rtl="0">
              <a:spcBef>
                <a:spcPts val="0"/>
              </a:spcBef>
              <a:spcAft>
                <a:spcPts val="0"/>
              </a:spcAft>
              <a:buSzPts val="600"/>
              <a:buChar char="●"/>
              <a:defRPr sz="600"/>
            </a:lvl1pPr>
            <a:lvl2pPr indent="-311150" lvl="1" marL="914400" rtl="0">
              <a:spcBef>
                <a:spcPts val="0"/>
              </a:spcBef>
              <a:spcAft>
                <a:spcPts val="0"/>
              </a:spcAft>
              <a:buSzPts val="1300"/>
              <a:buChar char="○"/>
              <a:defRPr/>
            </a:lvl2pPr>
            <a:lvl3pPr indent="-311150" lvl="2" marL="1371600" rtl="0">
              <a:spcBef>
                <a:spcPts val="0"/>
              </a:spcBef>
              <a:spcAft>
                <a:spcPts val="0"/>
              </a:spcAft>
              <a:buSzPts val="1300"/>
              <a:buChar char="■"/>
              <a:defRPr/>
            </a:lvl3pPr>
            <a:lvl4pPr indent="-311150" lvl="3" marL="1828800" rtl="0">
              <a:spcBef>
                <a:spcPts val="0"/>
              </a:spcBef>
              <a:spcAft>
                <a:spcPts val="0"/>
              </a:spcAft>
              <a:buSzPts val="1300"/>
              <a:buChar char="●"/>
              <a:defRPr/>
            </a:lvl4pPr>
            <a:lvl5pPr indent="-311150" lvl="4" marL="2286000" rtl="0">
              <a:spcBef>
                <a:spcPts val="0"/>
              </a:spcBef>
              <a:spcAft>
                <a:spcPts val="0"/>
              </a:spcAft>
              <a:buSzPts val="1300"/>
              <a:buChar char="○"/>
              <a:defRPr/>
            </a:lvl5pPr>
            <a:lvl6pPr indent="-311150" lvl="5" marL="2743200" rtl="0">
              <a:spcBef>
                <a:spcPts val="0"/>
              </a:spcBef>
              <a:spcAft>
                <a:spcPts val="0"/>
              </a:spcAft>
              <a:buSzPts val="1300"/>
              <a:buChar char="■"/>
              <a:defRPr/>
            </a:lvl6pPr>
            <a:lvl7pPr indent="-311150" lvl="6" marL="3200400" rtl="0">
              <a:spcBef>
                <a:spcPts val="0"/>
              </a:spcBef>
              <a:spcAft>
                <a:spcPts val="0"/>
              </a:spcAft>
              <a:buSzPts val="1300"/>
              <a:buChar char="●"/>
              <a:defRPr/>
            </a:lvl7pPr>
            <a:lvl8pPr indent="-311150" lvl="7" marL="3657600" rtl="0">
              <a:spcBef>
                <a:spcPts val="0"/>
              </a:spcBef>
              <a:spcAft>
                <a:spcPts val="0"/>
              </a:spcAft>
              <a:buSzPts val="1300"/>
              <a:buChar char="○"/>
              <a:defRPr/>
            </a:lvl8pPr>
            <a:lvl9pPr indent="-311150" lvl="8" marL="4114800" rtl="0">
              <a:spcBef>
                <a:spcPts val="0"/>
              </a:spcBef>
              <a:spcAft>
                <a:spcPts val="0"/>
              </a:spcAft>
              <a:buSzPts val="1300"/>
              <a:buChar char="■"/>
              <a:defRPr/>
            </a:lvl9pPr>
          </a:lstStyle>
          <a:p/>
        </p:txBody>
      </p:sp>
      <p:sp>
        <p:nvSpPr>
          <p:cNvPr id="475" name="Google Shape;475;p38"/>
          <p:cNvSpPr txBox="1"/>
          <p:nvPr>
            <p:ph idx="23" type="body"/>
          </p:nvPr>
        </p:nvSpPr>
        <p:spPr>
          <a:xfrm>
            <a:off x="5926363" y="642338"/>
            <a:ext cx="984600" cy="174600"/>
          </a:xfrm>
          <a:prstGeom prst="rect">
            <a:avLst/>
          </a:prstGeom>
        </p:spPr>
        <p:txBody>
          <a:bodyPr anchorCtr="0" anchor="t" bIns="0" lIns="0" spcFirstLastPara="1" rIns="0" wrap="square" tIns="0">
            <a:noAutofit/>
          </a:bodyPr>
          <a:lstStyle>
            <a:lvl1pPr indent="-266700" lvl="0" marL="457200" rtl="0">
              <a:spcBef>
                <a:spcPts val="0"/>
              </a:spcBef>
              <a:spcAft>
                <a:spcPts val="0"/>
              </a:spcAft>
              <a:buSzPts val="600"/>
              <a:buChar char="●"/>
              <a:defRPr sz="600"/>
            </a:lvl1pPr>
            <a:lvl2pPr indent="-311150" lvl="1" marL="914400" rtl="0">
              <a:spcBef>
                <a:spcPts val="0"/>
              </a:spcBef>
              <a:spcAft>
                <a:spcPts val="0"/>
              </a:spcAft>
              <a:buSzPts val="1300"/>
              <a:buChar char="○"/>
              <a:defRPr/>
            </a:lvl2pPr>
            <a:lvl3pPr indent="-311150" lvl="2" marL="1371600" rtl="0">
              <a:spcBef>
                <a:spcPts val="0"/>
              </a:spcBef>
              <a:spcAft>
                <a:spcPts val="0"/>
              </a:spcAft>
              <a:buSzPts val="1300"/>
              <a:buChar char="■"/>
              <a:defRPr/>
            </a:lvl3pPr>
            <a:lvl4pPr indent="-311150" lvl="3" marL="1828800" rtl="0">
              <a:spcBef>
                <a:spcPts val="0"/>
              </a:spcBef>
              <a:spcAft>
                <a:spcPts val="0"/>
              </a:spcAft>
              <a:buSzPts val="1300"/>
              <a:buChar char="●"/>
              <a:defRPr/>
            </a:lvl4pPr>
            <a:lvl5pPr indent="-311150" lvl="4" marL="2286000" rtl="0">
              <a:spcBef>
                <a:spcPts val="0"/>
              </a:spcBef>
              <a:spcAft>
                <a:spcPts val="0"/>
              </a:spcAft>
              <a:buSzPts val="1300"/>
              <a:buChar char="○"/>
              <a:defRPr/>
            </a:lvl5pPr>
            <a:lvl6pPr indent="-311150" lvl="5" marL="2743200" rtl="0">
              <a:spcBef>
                <a:spcPts val="0"/>
              </a:spcBef>
              <a:spcAft>
                <a:spcPts val="0"/>
              </a:spcAft>
              <a:buSzPts val="1300"/>
              <a:buChar char="■"/>
              <a:defRPr/>
            </a:lvl6pPr>
            <a:lvl7pPr indent="-311150" lvl="6" marL="3200400" rtl="0">
              <a:spcBef>
                <a:spcPts val="0"/>
              </a:spcBef>
              <a:spcAft>
                <a:spcPts val="0"/>
              </a:spcAft>
              <a:buSzPts val="1300"/>
              <a:buChar char="●"/>
              <a:defRPr/>
            </a:lvl7pPr>
            <a:lvl8pPr indent="-311150" lvl="7" marL="3657600" rtl="0">
              <a:spcBef>
                <a:spcPts val="0"/>
              </a:spcBef>
              <a:spcAft>
                <a:spcPts val="0"/>
              </a:spcAft>
              <a:buSzPts val="1300"/>
              <a:buChar char="○"/>
              <a:defRPr/>
            </a:lvl8pPr>
            <a:lvl9pPr indent="-311150" lvl="8" marL="4114800" rtl="0">
              <a:spcBef>
                <a:spcPts val="0"/>
              </a:spcBef>
              <a:spcAft>
                <a:spcPts val="0"/>
              </a:spcAft>
              <a:buSzPts val="13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mpaign summary">
  <p:cSld name="TITLE_1_3_1">
    <p:spTree>
      <p:nvGrpSpPr>
        <p:cNvPr id="476" name="Shape 476"/>
        <p:cNvGrpSpPr/>
        <p:nvPr/>
      </p:nvGrpSpPr>
      <p:grpSpPr>
        <a:xfrm>
          <a:off x="0" y="0"/>
          <a:ext cx="0" cy="0"/>
          <a:chOff x="0" y="0"/>
          <a:chExt cx="0" cy="0"/>
        </a:xfrm>
      </p:grpSpPr>
      <p:sp>
        <p:nvSpPr>
          <p:cNvPr id="477" name="Google Shape;477;p39"/>
          <p:cNvSpPr txBox="1"/>
          <p:nvPr>
            <p:ph idx="1" type="body"/>
          </p:nvPr>
        </p:nvSpPr>
        <p:spPr>
          <a:xfrm>
            <a:off x="540000" y="1080000"/>
            <a:ext cx="6156300" cy="34674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Montserrat Light"/>
              <a:buChar char="●"/>
              <a:defRPr sz="1300">
                <a:latin typeface="Montserrat Light"/>
                <a:ea typeface="Montserrat Light"/>
                <a:cs typeface="Montserrat Light"/>
                <a:sym typeface="Montserrat Light"/>
              </a:defRPr>
            </a:lvl1pPr>
            <a:lvl2pPr indent="-311150" lvl="1" marL="914400" rtl="0">
              <a:spcBef>
                <a:spcPts val="0"/>
              </a:spcBef>
              <a:spcAft>
                <a:spcPts val="0"/>
              </a:spcAft>
              <a:buSzPts val="1300"/>
              <a:buFont typeface="Montserrat Light"/>
              <a:buChar char="○"/>
              <a:defRPr sz="1300">
                <a:latin typeface="Montserrat Light"/>
                <a:ea typeface="Montserrat Light"/>
                <a:cs typeface="Montserrat Light"/>
                <a:sym typeface="Montserrat Light"/>
              </a:defRPr>
            </a:lvl2pPr>
            <a:lvl3pPr indent="-311150" lvl="2" marL="1371600" rtl="0">
              <a:spcBef>
                <a:spcPts val="0"/>
              </a:spcBef>
              <a:spcAft>
                <a:spcPts val="0"/>
              </a:spcAft>
              <a:buSzPts val="1300"/>
              <a:buFont typeface="Montserrat Light"/>
              <a:buChar char="■"/>
              <a:defRPr sz="1300">
                <a:latin typeface="Montserrat Light"/>
                <a:ea typeface="Montserrat Light"/>
                <a:cs typeface="Montserrat Light"/>
                <a:sym typeface="Montserrat Light"/>
              </a:defRPr>
            </a:lvl3pPr>
            <a:lvl4pPr indent="-311150" lvl="3" marL="1828800" rtl="0">
              <a:spcBef>
                <a:spcPts val="0"/>
              </a:spcBef>
              <a:spcAft>
                <a:spcPts val="0"/>
              </a:spcAft>
              <a:buSzPts val="1300"/>
              <a:buFont typeface="Montserrat Light"/>
              <a:buChar char="●"/>
              <a:defRPr sz="1300">
                <a:latin typeface="Montserrat Light"/>
                <a:ea typeface="Montserrat Light"/>
                <a:cs typeface="Montserrat Light"/>
                <a:sym typeface="Montserrat Light"/>
              </a:defRPr>
            </a:lvl4pPr>
            <a:lvl5pPr indent="-311150" lvl="4" marL="2286000" rtl="0">
              <a:spcBef>
                <a:spcPts val="0"/>
              </a:spcBef>
              <a:spcAft>
                <a:spcPts val="0"/>
              </a:spcAft>
              <a:buSzPts val="1300"/>
              <a:buFont typeface="Montserrat Light"/>
              <a:buChar char="○"/>
              <a:defRPr sz="1300">
                <a:latin typeface="Montserrat Light"/>
                <a:ea typeface="Montserrat Light"/>
                <a:cs typeface="Montserrat Light"/>
                <a:sym typeface="Montserrat Light"/>
              </a:defRPr>
            </a:lvl5pPr>
            <a:lvl6pPr indent="-311150" lvl="5" marL="2743200" rtl="0">
              <a:spcBef>
                <a:spcPts val="0"/>
              </a:spcBef>
              <a:spcAft>
                <a:spcPts val="0"/>
              </a:spcAft>
              <a:buSzPts val="1300"/>
              <a:buFont typeface="Montserrat Light"/>
              <a:buChar char="■"/>
              <a:defRPr sz="1300">
                <a:latin typeface="Montserrat Light"/>
                <a:ea typeface="Montserrat Light"/>
                <a:cs typeface="Montserrat Light"/>
                <a:sym typeface="Montserrat Light"/>
              </a:defRPr>
            </a:lvl6pPr>
            <a:lvl7pPr indent="-311150" lvl="6" marL="3200400" rtl="0">
              <a:spcBef>
                <a:spcPts val="0"/>
              </a:spcBef>
              <a:spcAft>
                <a:spcPts val="0"/>
              </a:spcAft>
              <a:buSzPts val="1300"/>
              <a:buFont typeface="Montserrat Light"/>
              <a:buChar char="●"/>
              <a:defRPr sz="1300">
                <a:latin typeface="Montserrat Light"/>
                <a:ea typeface="Montserrat Light"/>
                <a:cs typeface="Montserrat Light"/>
                <a:sym typeface="Montserrat Light"/>
              </a:defRPr>
            </a:lvl7pPr>
            <a:lvl8pPr indent="-311150" lvl="7" marL="3657600" rtl="0">
              <a:spcBef>
                <a:spcPts val="0"/>
              </a:spcBef>
              <a:spcAft>
                <a:spcPts val="0"/>
              </a:spcAft>
              <a:buSzPts val="1300"/>
              <a:buFont typeface="Montserrat Light"/>
              <a:buChar char="○"/>
              <a:defRPr sz="1300">
                <a:latin typeface="Montserrat Light"/>
                <a:ea typeface="Montserrat Light"/>
                <a:cs typeface="Montserrat Light"/>
                <a:sym typeface="Montserrat Light"/>
              </a:defRPr>
            </a:lvl8pPr>
            <a:lvl9pPr indent="-311150" lvl="8" marL="4114800" rtl="0">
              <a:spcBef>
                <a:spcPts val="0"/>
              </a:spcBef>
              <a:spcAft>
                <a:spcPts val="0"/>
              </a:spcAft>
              <a:buSzPts val="1300"/>
              <a:buFont typeface="Montserrat Light"/>
              <a:buChar char="■"/>
              <a:defRPr sz="1300">
                <a:latin typeface="Montserrat Light"/>
                <a:ea typeface="Montserrat Light"/>
                <a:cs typeface="Montserrat Light"/>
                <a:sym typeface="Montserrat Light"/>
              </a:defRPr>
            </a:lvl9pPr>
          </a:lstStyle>
          <a:p/>
        </p:txBody>
      </p:sp>
      <p:sp>
        <p:nvSpPr>
          <p:cNvPr id="478" name="Google Shape;478;p39"/>
          <p:cNvSpPr txBox="1"/>
          <p:nvPr>
            <p:ph type="title"/>
          </p:nvPr>
        </p:nvSpPr>
        <p:spPr>
          <a:xfrm>
            <a:off x="540000" y="360000"/>
            <a:ext cx="8064000" cy="288000"/>
          </a:xfrm>
          <a:prstGeom prst="rect">
            <a:avLst/>
          </a:prstGeom>
        </p:spPr>
        <p:txBody>
          <a:bodyPr anchorCtr="0" anchor="ctr" bIns="0" lIns="0" spcFirstLastPara="1" rIns="0" wrap="square" tIns="0">
            <a:noAutofit/>
          </a:bodyPr>
          <a:lstStyle>
            <a:lvl1pPr lvl="0" rtl="0">
              <a:spcBef>
                <a:spcPts val="0"/>
              </a:spcBef>
              <a:spcAft>
                <a:spcPts val="0"/>
              </a:spcAft>
              <a:buSzPts val="2000"/>
              <a:buFont typeface="Montserrat Medium"/>
              <a:buNone/>
              <a:defRPr b="0" sz="2000">
                <a:latin typeface="Montserrat Medium"/>
                <a:ea typeface="Montserrat Medium"/>
                <a:cs typeface="Montserrat Medium"/>
                <a:sym typeface="Montserrat Medium"/>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479" name="Google Shape;479;p39"/>
          <p:cNvSpPr txBox="1"/>
          <p:nvPr>
            <p:ph idx="2" type="subTitle"/>
          </p:nvPr>
        </p:nvSpPr>
        <p:spPr>
          <a:xfrm>
            <a:off x="540000" y="648125"/>
            <a:ext cx="8064000" cy="2520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300"/>
              <a:buFont typeface="Montserrat"/>
              <a:buNone/>
              <a:defRPr>
                <a:latin typeface="Montserrat"/>
                <a:ea typeface="Montserrat"/>
                <a:cs typeface="Montserrat"/>
                <a:sym typeface="Montserrat"/>
              </a:defRPr>
            </a:lvl1pPr>
            <a:lvl2pPr lvl="1" rtl="0">
              <a:spcBef>
                <a:spcPts val="0"/>
              </a:spcBef>
              <a:spcAft>
                <a:spcPts val="0"/>
              </a:spcAft>
              <a:buClr>
                <a:schemeClr val="dk1"/>
              </a:buClr>
              <a:buSzPts val="1300"/>
              <a:buNone/>
              <a:defRPr sz="1300"/>
            </a:lvl2pPr>
            <a:lvl3pPr lvl="2" rtl="0">
              <a:spcBef>
                <a:spcPts val="0"/>
              </a:spcBef>
              <a:spcAft>
                <a:spcPts val="0"/>
              </a:spcAft>
              <a:buClr>
                <a:schemeClr val="dk1"/>
              </a:buClr>
              <a:buSzPts val="1300"/>
              <a:buNone/>
              <a:defRPr sz="1300"/>
            </a:lvl3pPr>
            <a:lvl4pPr lvl="3" rtl="0">
              <a:spcBef>
                <a:spcPts val="0"/>
              </a:spcBef>
              <a:spcAft>
                <a:spcPts val="0"/>
              </a:spcAft>
              <a:buClr>
                <a:schemeClr val="dk1"/>
              </a:buClr>
              <a:buSzPts val="1300"/>
              <a:buNone/>
              <a:defRPr sz="1300"/>
            </a:lvl4pPr>
            <a:lvl5pPr lvl="4" rtl="0">
              <a:spcBef>
                <a:spcPts val="0"/>
              </a:spcBef>
              <a:spcAft>
                <a:spcPts val="0"/>
              </a:spcAft>
              <a:buClr>
                <a:schemeClr val="dk1"/>
              </a:buClr>
              <a:buSzPts val="1300"/>
              <a:buNone/>
              <a:defRPr sz="1300"/>
            </a:lvl5pPr>
            <a:lvl6pPr lvl="5" rtl="0">
              <a:spcBef>
                <a:spcPts val="0"/>
              </a:spcBef>
              <a:spcAft>
                <a:spcPts val="0"/>
              </a:spcAft>
              <a:buClr>
                <a:schemeClr val="dk1"/>
              </a:buClr>
              <a:buSzPts val="1300"/>
              <a:buNone/>
              <a:defRPr sz="1300"/>
            </a:lvl6pPr>
            <a:lvl7pPr lvl="6" rtl="0">
              <a:spcBef>
                <a:spcPts val="0"/>
              </a:spcBef>
              <a:spcAft>
                <a:spcPts val="0"/>
              </a:spcAft>
              <a:buClr>
                <a:schemeClr val="dk1"/>
              </a:buClr>
              <a:buSzPts val="1300"/>
              <a:buNone/>
              <a:defRPr sz="1300"/>
            </a:lvl7pPr>
            <a:lvl8pPr lvl="7" rtl="0">
              <a:spcBef>
                <a:spcPts val="0"/>
              </a:spcBef>
              <a:spcAft>
                <a:spcPts val="0"/>
              </a:spcAft>
              <a:buClr>
                <a:schemeClr val="dk1"/>
              </a:buClr>
              <a:buSzPts val="1300"/>
              <a:buNone/>
              <a:defRPr sz="1300"/>
            </a:lvl8pPr>
            <a:lvl9pPr lvl="8" rtl="0">
              <a:spcBef>
                <a:spcPts val="0"/>
              </a:spcBef>
              <a:spcAft>
                <a:spcPts val="0"/>
              </a:spcAft>
              <a:buClr>
                <a:schemeClr val="dk1"/>
              </a:buClr>
              <a:buSzPts val="1300"/>
              <a:buNone/>
              <a:defRPr sz="1300"/>
            </a:lvl9pPr>
          </a:lstStyle>
          <a:p/>
        </p:txBody>
      </p:sp>
      <p:sp>
        <p:nvSpPr>
          <p:cNvPr id="480" name="Google Shape;480;p39"/>
          <p:cNvSpPr/>
          <p:nvPr/>
        </p:nvSpPr>
        <p:spPr>
          <a:xfrm>
            <a:off x="6896050" y="1079975"/>
            <a:ext cx="1708200" cy="3467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481" name="Google Shape;481;p39"/>
          <p:cNvSpPr txBox="1"/>
          <p:nvPr>
            <p:ph idx="3" type="body"/>
          </p:nvPr>
        </p:nvSpPr>
        <p:spPr>
          <a:xfrm>
            <a:off x="6984550" y="1465500"/>
            <a:ext cx="1531200" cy="2975700"/>
          </a:xfrm>
          <a:prstGeom prst="rect">
            <a:avLst/>
          </a:prstGeom>
        </p:spPr>
        <p:txBody>
          <a:bodyPr anchorCtr="0" anchor="t" bIns="0" lIns="0" spcFirstLastPara="1" rIns="0" wrap="square" tIns="0">
            <a:noAutofit/>
          </a:bodyPr>
          <a:lstStyle>
            <a:lvl1pPr indent="-273050" lvl="0" marL="457200" rtl="0">
              <a:spcBef>
                <a:spcPts val="0"/>
              </a:spcBef>
              <a:spcAft>
                <a:spcPts val="0"/>
              </a:spcAft>
              <a:buSzPts val="700"/>
              <a:buFont typeface="Montserrat Light"/>
              <a:buChar char="●"/>
              <a:defRPr sz="700">
                <a:latin typeface="Montserrat Light"/>
                <a:ea typeface="Montserrat Light"/>
                <a:cs typeface="Montserrat Light"/>
                <a:sym typeface="Montserrat Light"/>
              </a:defRPr>
            </a:lvl1pPr>
            <a:lvl2pPr indent="-273050" lvl="1" marL="914400" rtl="0">
              <a:spcBef>
                <a:spcPts val="0"/>
              </a:spcBef>
              <a:spcAft>
                <a:spcPts val="0"/>
              </a:spcAft>
              <a:buSzPts val="700"/>
              <a:buFont typeface="Montserrat Light"/>
              <a:buChar char="○"/>
              <a:defRPr sz="700">
                <a:latin typeface="Montserrat Light"/>
                <a:ea typeface="Montserrat Light"/>
                <a:cs typeface="Montserrat Light"/>
                <a:sym typeface="Montserrat Light"/>
              </a:defRPr>
            </a:lvl2pPr>
            <a:lvl3pPr indent="-273050" lvl="2" marL="1371600" rtl="0">
              <a:spcBef>
                <a:spcPts val="0"/>
              </a:spcBef>
              <a:spcAft>
                <a:spcPts val="0"/>
              </a:spcAft>
              <a:buSzPts val="700"/>
              <a:buFont typeface="Montserrat Light"/>
              <a:buChar char="■"/>
              <a:defRPr sz="700">
                <a:latin typeface="Montserrat Light"/>
                <a:ea typeface="Montserrat Light"/>
                <a:cs typeface="Montserrat Light"/>
                <a:sym typeface="Montserrat Light"/>
              </a:defRPr>
            </a:lvl3pPr>
            <a:lvl4pPr indent="-273050" lvl="3" marL="1828800" rtl="0">
              <a:spcBef>
                <a:spcPts val="0"/>
              </a:spcBef>
              <a:spcAft>
                <a:spcPts val="0"/>
              </a:spcAft>
              <a:buSzPts val="700"/>
              <a:buFont typeface="Montserrat Light"/>
              <a:buChar char="●"/>
              <a:defRPr sz="700">
                <a:latin typeface="Montserrat Light"/>
                <a:ea typeface="Montserrat Light"/>
                <a:cs typeface="Montserrat Light"/>
                <a:sym typeface="Montserrat Light"/>
              </a:defRPr>
            </a:lvl4pPr>
            <a:lvl5pPr indent="-273050" lvl="4" marL="2286000" rtl="0">
              <a:spcBef>
                <a:spcPts val="0"/>
              </a:spcBef>
              <a:spcAft>
                <a:spcPts val="0"/>
              </a:spcAft>
              <a:buSzPts val="700"/>
              <a:buFont typeface="Montserrat Light"/>
              <a:buChar char="○"/>
              <a:defRPr sz="700">
                <a:latin typeface="Montserrat Light"/>
                <a:ea typeface="Montserrat Light"/>
                <a:cs typeface="Montserrat Light"/>
                <a:sym typeface="Montserrat Light"/>
              </a:defRPr>
            </a:lvl5pPr>
            <a:lvl6pPr indent="-273050" lvl="5" marL="2743200" rtl="0">
              <a:spcBef>
                <a:spcPts val="0"/>
              </a:spcBef>
              <a:spcAft>
                <a:spcPts val="0"/>
              </a:spcAft>
              <a:buSzPts val="700"/>
              <a:buFont typeface="Montserrat Light"/>
              <a:buChar char="■"/>
              <a:defRPr sz="700">
                <a:latin typeface="Montserrat Light"/>
                <a:ea typeface="Montserrat Light"/>
                <a:cs typeface="Montserrat Light"/>
                <a:sym typeface="Montserrat Light"/>
              </a:defRPr>
            </a:lvl6pPr>
            <a:lvl7pPr indent="-273050" lvl="6" marL="3200400" rtl="0">
              <a:spcBef>
                <a:spcPts val="0"/>
              </a:spcBef>
              <a:spcAft>
                <a:spcPts val="0"/>
              </a:spcAft>
              <a:buSzPts val="700"/>
              <a:buFont typeface="Montserrat Light"/>
              <a:buChar char="●"/>
              <a:defRPr sz="700">
                <a:latin typeface="Montserrat Light"/>
                <a:ea typeface="Montserrat Light"/>
                <a:cs typeface="Montserrat Light"/>
                <a:sym typeface="Montserrat Light"/>
              </a:defRPr>
            </a:lvl7pPr>
            <a:lvl8pPr indent="-273050" lvl="7" marL="3657600" rtl="0">
              <a:spcBef>
                <a:spcPts val="0"/>
              </a:spcBef>
              <a:spcAft>
                <a:spcPts val="0"/>
              </a:spcAft>
              <a:buSzPts val="700"/>
              <a:buFont typeface="Montserrat Light"/>
              <a:buChar char="○"/>
              <a:defRPr sz="700">
                <a:latin typeface="Montserrat Light"/>
                <a:ea typeface="Montserrat Light"/>
                <a:cs typeface="Montserrat Light"/>
                <a:sym typeface="Montserrat Light"/>
              </a:defRPr>
            </a:lvl8pPr>
            <a:lvl9pPr indent="-273050" lvl="8" marL="4114800" rtl="0">
              <a:spcBef>
                <a:spcPts val="0"/>
              </a:spcBef>
              <a:spcAft>
                <a:spcPts val="0"/>
              </a:spcAft>
              <a:buSzPts val="700"/>
              <a:buFont typeface="Montserrat Light"/>
              <a:buChar char="■"/>
              <a:defRPr sz="700">
                <a:latin typeface="Montserrat Light"/>
                <a:ea typeface="Montserrat Light"/>
                <a:cs typeface="Montserrat Light"/>
                <a:sym typeface="Montserrat Light"/>
              </a:defRPr>
            </a:lvl9pPr>
          </a:lstStyle>
          <a:p/>
        </p:txBody>
      </p:sp>
      <p:sp>
        <p:nvSpPr>
          <p:cNvPr id="482" name="Google Shape;482;p39"/>
          <p:cNvSpPr txBox="1"/>
          <p:nvPr>
            <p:ph idx="4" type="subTitle"/>
          </p:nvPr>
        </p:nvSpPr>
        <p:spPr>
          <a:xfrm>
            <a:off x="6984550" y="1192950"/>
            <a:ext cx="1531200" cy="134100"/>
          </a:xfrm>
          <a:prstGeom prst="rect">
            <a:avLst/>
          </a:prstGeom>
          <a:noFill/>
          <a:ln>
            <a:noFill/>
          </a:ln>
        </p:spPr>
        <p:txBody>
          <a:bodyPr anchorCtr="0" anchor="ctr" bIns="0" lIns="0" spcFirstLastPara="1" rIns="0" wrap="square" tIns="0">
            <a:noAutofit/>
          </a:bodyPr>
          <a:lstStyle>
            <a:lvl1pPr lvl="0"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1pPr>
            <a:lvl2pPr lvl="1"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900"/>
              <a:buFont typeface="Montserrat Medium"/>
              <a:buNone/>
              <a:defRPr sz="900">
                <a:solidFill>
                  <a:schemeClr val="dk1"/>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with image placeholder">
  <p:cSld name="CUSTOM_27_1_1_1_1_2">
    <p:spTree>
      <p:nvGrpSpPr>
        <p:cNvPr id="483" name="Shape 483"/>
        <p:cNvGrpSpPr/>
        <p:nvPr/>
      </p:nvGrpSpPr>
      <p:grpSpPr>
        <a:xfrm>
          <a:off x="0" y="0"/>
          <a:ext cx="0" cy="0"/>
          <a:chOff x="0" y="0"/>
          <a:chExt cx="0" cy="0"/>
        </a:xfrm>
      </p:grpSpPr>
      <p:sp>
        <p:nvSpPr>
          <p:cNvPr id="484" name="Google Shape;484;p40"/>
          <p:cNvSpPr txBox="1"/>
          <p:nvPr>
            <p:ph type="title"/>
          </p:nvPr>
        </p:nvSpPr>
        <p:spPr>
          <a:xfrm>
            <a:off x="6158700" y="3743325"/>
            <a:ext cx="2445600" cy="428700"/>
          </a:xfrm>
          <a:prstGeom prst="rect">
            <a:avLst/>
          </a:prstGeom>
        </p:spPr>
        <p:txBody>
          <a:bodyPr anchorCtr="0" anchor="ctr" bIns="0" lIns="0" spcFirstLastPara="1" rIns="0" wrap="square" tIns="0">
            <a:noAutofit/>
          </a:bodyPr>
          <a:lstStyle>
            <a:lvl1pPr lvl="0" rtl="0" algn="ctr">
              <a:spcBef>
                <a:spcPts val="0"/>
              </a:spcBef>
              <a:spcAft>
                <a:spcPts val="0"/>
              </a:spcAft>
              <a:buSzPts val="20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485" name="Google Shape;485;p40"/>
          <p:cNvGrpSpPr/>
          <p:nvPr/>
        </p:nvGrpSpPr>
        <p:grpSpPr>
          <a:xfrm>
            <a:off x="6611890" y="900006"/>
            <a:ext cx="1539227" cy="2445427"/>
            <a:chOff x="1978200" y="2883150"/>
            <a:chExt cx="383675" cy="608300"/>
          </a:xfrm>
        </p:grpSpPr>
        <p:sp>
          <p:nvSpPr>
            <p:cNvPr id="486" name="Google Shape;486;p40"/>
            <p:cNvSpPr/>
            <p:nvPr/>
          </p:nvSpPr>
          <p:spPr>
            <a:xfrm>
              <a:off x="1978200" y="2883150"/>
              <a:ext cx="382400" cy="186300"/>
            </a:xfrm>
            <a:custGeom>
              <a:rect b="b" l="l" r="r" t="t"/>
              <a:pathLst>
                <a:path extrusionOk="0" fill="none" h="7452" w="15296">
                  <a:moveTo>
                    <a:pt x="0" y="7452"/>
                  </a:moveTo>
                  <a:cubicBezTo>
                    <a:pt x="0" y="3371"/>
                    <a:pt x="3523" y="0"/>
                    <a:pt x="7591" y="0"/>
                  </a:cubicBezTo>
                  <a:cubicBezTo>
                    <a:pt x="7591" y="0"/>
                    <a:pt x="7591" y="0"/>
                    <a:pt x="7591" y="0"/>
                  </a:cubicBezTo>
                  <a:cubicBezTo>
                    <a:pt x="11671" y="0"/>
                    <a:pt x="15296" y="2978"/>
                    <a:pt x="15296" y="7452"/>
                  </a:cubicBezTo>
                </a:path>
              </a:pathLst>
            </a:custGeom>
            <a:noFill/>
            <a:ln cap="rnd"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0"/>
            <p:cNvSpPr/>
            <p:nvPr/>
          </p:nvSpPr>
          <p:spPr>
            <a:xfrm>
              <a:off x="2052650" y="2957600"/>
              <a:ext cx="229700" cy="111850"/>
            </a:xfrm>
            <a:custGeom>
              <a:rect b="b" l="l" r="r" t="t"/>
              <a:pathLst>
                <a:path extrusionOk="0" fill="none" h="4474" w="9188">
                  <a:moveTo>
                    <a:pt x="0" y="4474"/>
                  </a:moveTo>
                  <a:cubicBezTo>
                    <a:pt x="0" y="1939"/>
                    <a:pt x="2281" y="0"/>
                    <a:pt x="4714" y="0"/>
                  </a:cubicBezTo>
                  <a:cubicBezTo>
                    <a:pt x="4714" y="0"/>
                    <a:pt x="4714" y="0"/>
                    <a:pt x="4714" y="0"/>
                  </a:cubicBezTo>
                  <a:cubicBezTo>
                    <a:pt x="7249" y="0"/>
                    <a:pt x="9188" y="1939"/>
                    <a:pt x="9188" y="4474"/>
                  </a:cubicBezTo>
                </a:path>
              </a:pathLst>
            </a:custGeom>
            <a:noFill/>
            <a:ln cap="rnd"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0"/>
            <p:cNvSpPr/>
            <p:nvPr/>
          </p:nvSpPr>
          <p:spPr>
            <a:xfrm>
              <a:off x="2120750" y="3069425"/>
              <a:ext cx="161600" cy="310200"/>
            </a:xfrm>
            <a:custGeom>
              <a:rect b="b" l="l" r="r" t="t"/>
              <a:pathLst>
                <a:path extrusionOk="0" fill="none" h="12408" w="6464">
                  <a:moveTo>
                    <a:pt x="2991" y="7934"/>
                  </a:moveTo>
                  <a:cubicBezTo>
                    <a:pt x="2991" y="10962"/>
                    <a:pt x="2991" y="10962"/>
                    <a:pt x="2991" y="10962"/>
                  </a:cubicBezTo>
                  <a:cubicBezTo>
                    <a:pt x="2991" y="11913"/>
                    <a:pt x="2484" y="12407"/>
                    <a:pt x="1496" y="12407"/>
                  </a:cubicBezTo>
                  <a:cubicBezTo>
                    <a:pt x="1496" y="12407"/>
                    <a:pt x="1496" y="12407"/>
                    <a:pt x="1496" y="12407"/>
                  </a:cubicBezTo>
                  <a:cubicBezTo>
                    <a:pt x="508" y="12407"/>
                    <a:pt x="1" y="11913"/>
                    <a:pt x="1" y="10962"/>
                  </a:cubicBezTo>
                  <a:cubicBezTo>
                    <a:pt x="1" y="10025"/>
                    <a:pt x="1" y="9328"/>
                    <a:pt x="1" y="7984"/>
                  </a:cubicBezTo>
                  <a:cubicBezTo>
                    <a:pt x="1" y="6793"/>
                    <a:pt x="102" y="6350"/>
                    <a:pt x="1192" y="5602"/>
                  </a:cubicBezTo>
                  <a:cubicBezTo>
                    <a:pt x="2991" y="4461"/>
                    <a:pt x="6464" y="2979"/>
                    <a:pt x="6464" y="1"/>
                  </a:cubicBezTo>
                </a:path>
              </a:pathLst>
            </a:custGeom>
            <a:noFill/>
            <a:ln cap="rnd"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0"/>
            <p:cNvSpPr/>
            <p:nvPr/>
          </p:nvSpPr>
          <p:spPr>
            <a:xfrm>
              <a:off x="2195525" y="3069425"/>
              <a:ext cx="166350" cy="198350"/>
            </a:xfrm>
            <a:custGeom>
              <a:rect b="b" l="l" r="r" t="t"/>
              <a:pathLst>
                <a:path extrusionOk="0" fill="none" h="7934" w="6654">
                  <a:moveTo>
                    <a:pt x="0" y="7934"/>
                  </a:moveTo>
                  <a:cubicBezTo>
                    <a:pt x="3473" y="5957"/>
                    <a:pt x="6653" y="3967"/>
                    <a:pt x="6653" y="1"/>
                  </a:cubicBezTo>
                </a:path>
              </a:pathLst>
            </a:custGeom>
            <a:noFill/>
            <a:ln cap="rnd"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0"/>
            <p:cNvSpPr/>
            <p:nvPr/>
          </p:nvSpPr>
          <p:spPr>
            <a:xfrm>
              <a:off x="1978200" y="3069425"/>
              <a:ext cx="74475" cy="37100"/>
            </a:xfrm>
            <a:custGeom>
              <a:rect b="b" l="l" r="r" t="t"/>
              <a:pathLst>
                <a:path extrusionOk="0" fill="none" h="1484" w="2979">
                  <a:moveTo>
                    <a:pt x="2978" y="1"/>
                  </a:moveTo>
                  <a:cubicBezTo>
                    <a:pt x="2978" y="837"/>
                    <a:pt x="2332" y="1483"/>
                    <a:pt x="1483" y="1483"/>
                  </a:cubicBezTo>
                  <a:cubicBezTo>
                    <a:pt x="646" y="1483"/>
                    <a:pt x="0" y="837"/>
                    <a:pt x="0" y="1"/>
                  </a:cubicBezTo>
                </a:path>
              </a:pathLst>
            </a:custGeom>
            <a:noFill/>
            <a:ln cap="rnd"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0"/>
            <p:cNvSpPr/>
            <p:nvPr/>
          </p:nvSpPr>
          <p:spPr>
            <a:xfrm>
              <a:off x="2120750" y="3416975"/>
              <a:ext cx="74800" cy="74475"/>
            </a:xfrm>
            <a:custGeom>
              <a:rect b="b" l="l" r="r" t="t"/>
              <a:pathLst>
                <a:path extrusionOk="0" fill="none" h="2979" w="2992">
                  <a:moveTo>
                    <a:pt x="1496" y="0"/>
                  </a:moveTo>
                  <a:cubicBezTo>
                    <a:pt x="2320" y="0"/>
                    <a:pt x="2991" y="659"/>
                    <a:pt x="2991" y="1483"/>
                  </a:cubicBezTo>
                  <a:cubicBezTo>
                    <a:pt x="2991" y="2307"/>
                    <a:pt x="2320" y="2978"/>
                    <a:pt x="1496" y="2978"/>
                  </a:cubicBezTo>
                  <a:cubicBezTo>
                    <a:pt x="672" y="2978"/>
                    <a:pt x="1" y="2307"/>
                    <a:pt x="1" y="1483"/>
                  </a:cubicBezTo>
                  <a:cubicBezTo>
                    <a:pt x="1" y="659"/>
                    <a:pt x="672" y="0"/>
                    <a:pt x="1496" y="0"/>
                  </a:cubicBezTo>
                  <a:close/>
                </a:path>
              </a:pathLst>
            </a:custGeom>
            <a:noFill/>
            <a:ln cap="rnd"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2" name="Google Shape;492;p40"/>
          <p:cNvSpPr/>
          <p:nvPr>
            <p:ph idx="2" type="pic"/>
          </p:nvPr>
        </p:nvSpPr>
        <p:spPr>
          <a:xfrm>
            <a:off x="-1209275" y="-827700"/>
            <a:ext cx="6798900" cy="6798900"/>
          </a:xfrm>
          <a:prstGeom prst="ellipse">
            <a:avLst/>
          </a:prstGeom>
          <a:noFill/>
          <a:ln>
            <a:noFill/>
          </a:ln>
        </p:spPr>
      </p:sp>
    </p:spTree>
  </p:cSld>
  <p:clrMapOvr>
    <a:masterClrMapping/>
  </p:clrMapOvr>
  <p:extLst>
    <p:ext uri="{DCECCB84-F9BA-43D5-87BE-67443E8EF086}">
      <p15:sldGuideLst>
        <p15:guide id="1" pos="660">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with default image 1">
  <p:cSld name="CUSTOM_27_1_1_1_3">
    <p:spTree>
      <p:nvGrpSpPr>
        <p:cNvPr id="493" name="Shape 493"/>
        <p:cNvGrpSpPr/>
        <p:nvPr/>
      </p:nvGrpSpPr>
      <p:grpSpPr>
        <a:xfrm>
          <a:off x="0" y="0"/>
          <a:ext cx="0" cy="0"/>
          <a:chOff x="0" y="0"/>
          <a:chExt cx="0" cy="0"/>
        </a:xfrm>
      </p:grpSpPr>
      <p:pic>
        <p:nvPicPr>
          <p:cNvPr id="494" name="Google Shape;494;p41"/>
          <p:cNvPicPr preferRelativeResize="0"/>
          <p:nvPr/>
        </p:nvPicPr>
        <p:blipFill rotWithShape="1">
          <a:blip r:embed="rId2">
            <a:alphaModFix/>
          </a:blip>
          <a:srcRect b="0" l="0" r="0" t="0"/>
          <a:stretch/>
        </p:blipFill>
        <p:spPr>
          <a:xfrm>
            <a:off x="25" y="0"/>
            <a:ext cx="9144000" cy="5143500"/>
          </a:xfrm>
          <a:prstGeom prst="rect">
            <a:avLst/>
          </a:prstGeom>
          <a:noFill/>
          <a:ln>
            <a:noFill/>
          </a:ln>
        </p:spPr>
      </p:pic>
      <p:sp>
        <p:nvSpPr>
          <p:cNvPr id="495" name="Google Shape;495;p41"/>
          <p:cNvSpPr txBox="1"/>
          <p:nvPr/>
        </p:nvSpPr>
        <p:spPr>
          <a:xfrm>
            <a:off x="540025" y="1080000"/>
            <a:ext cx="8064000" cy="2993100"/>
          </a:xfrm>
          <a:prstGeom prst="rect">
            <a:avLst/>
          </a:prstGeom>
          <a:noFill/>
          <a:ln>
            <a:noFill/>
          </a:ln>
          <a:effectLst>
            <a:outerShdw blurRad="1428750" rotWithShape="0" algn="bl">
              <a:schemeClr val="dk2"/>
            </a:outerShdw>
          </a:effectLst>
        </p:spPr>
        <p:txBody>
          <a:bodyPr anchorCtr="0" anchor="ctr" bIns="0" lIns="0" spcFirstLastPara="1" rIns="0" wrap="square" tIns="0">
            <a:noAutofit/>
          </a:bodyPr>
          <a:lstStyle/>
          <a:p>
            <a:pPr indent="0" lvl="0" marL="0" rtl="0" algn="ctr">
              <a:spcBef>
                <a:spcPts val="0"/>
              </a:spcBef>
              <a:spcAft>
                <a:spcPts val="0"/>
              </a:spcAft>
              <a:buNone/>
            </a:pPr>
            <a:r>
              <a:rPr lang="en-GB" sz="7000">
                <a:solidFill>
                  <a:schemeClr val="lt1"/>
                </a:solidFill>
                <a:latin typeface="Montserrat Medium"/>
                <a:ea typeface="Montserrat Medium"/>
                <a:cs typeface="Montserrat Medium"/>
                <a:sym typeface="Montserrat Medium"/>
              </a:rPr>
              <a:t>Thank you!</a:t>
            </a:r>
            <a:endParaRPr sz="7000">
              <a:solidFill>
                <a:schemeClr val="lt1"/>
              </a:solidFill>
              <a:latin typeface="Montserrat Medium"/>
              <a:ea typeface="Montserrat Medium"/>
              <a:cs typeface="Montserrat Medium"/>
              <a:sym typeface="Montserrat Medium"/>
            </a:endParaRPr>
          </a:p>
        </p:txBody>
      </p:sp>
      <p:pic>
        <p:nvPicPr>
          <p:cNvPr id="496" name="Google Shape;496;p41"/>
          <p:cNvPicPr preferRelativeResize="0"/>
          <p:nvPr/>
        </p:nvPicPr>
        <p:blipFill>
          <a:blip r:embed="rId3">
            <a:alphaModFix/>
          </a:blip>
          <a:stretch>
            <a:fillRect/>
          </a:stretch>
        </p:blipFill>
        <p:spPr>
          <a:xfrm>
            <a:off x="3661913" y="363072"/>
            <a:ext cx="1803602" cy="533866"/>
          </a:xfrm>
          <a:prstGeom prst="rect">
            <a:avLst/>
          </a:prstGeom>
          <a:noFill/>
          <a:ln>
            <a:noFill/>
          </a:ln>
        </p:spPr>
      </p:pic>
      <p:sp>
        <p:nvSpPr>
          <p:cNvPr id="497" name="Google Shape;497;p41"/>
          <p:cNvSpPr txBox="1"/>
          <p:nvPr/>
        </p:nvSpPr>
        <p:spPr>
          <a:xfrm>
            <a:off x="540000" y="4783500"/>
            <a:ext cx="2364600" cy="3600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GB" sz="800">
                <a:solidFill>
                  <a:schemeClr val="lt2"/>
                </a:solidFill>
                <a:latin typeface="Montserrat"/>
                <a:ea typeface="Montserrat"/>
                <a:cs typeface="Montserrat"/>
                <a:sym typeface="Montserrat"/>
              </a:rPr>
              <a:t>AI-driven tech consulting</a:t>
            </a:r>
            <a:endParaRPr b="1" sz="800">
              <a:solidFill>
                <a:schemeClr val="lt2"/>
              </a:solidFill>
              <a:latin typeface="Montserrat"/>
              <a:ea typeface="Montserrat"/>
              <a:cs typeface="Montserrat"/>
              <a:sym typeface="Montserrat"/>
            </a:endParaRPr>
          </a:p>
          <a:p>
            <a:pPr indent="0" lvl="0" marL="0" rtl="0" algn="r">
              <a:spcBef>
                <a:spcPts val="0"/>
              </a:spcBef>
              <a:spcAft>
                <a:spcPts val="0"/>
              </a:spcAft>
              <a:buNone/>
            </a:pPr>
            <a:r>
              <a:t/>
            </a:r>
            <a:endParaRPr sz="800">
              <a:solidFill>
                <a:schemeClr val="dk1"/>
              </a:solidFill>
              <a:latin typeface="Montserrat Medium"/>
              <a:ea typeface="Montserrat Medium"/>
              <a:cs typeface="Montserrat Medium"/>
              <a:sym typeface="Montserrat Medium"/>
            </a:endParaRPr>
          </a:p>
        </p:txBody>
      </p:sp>
      <p:sp>
        <p:nvSpPr>
          <p:cNvPr id="498" name="Google Shape;498;p41"/>
          <p:cNvSpPr txBox="1"/>
          <p:nvPr/>
        </p:nvSpPr>
        <p:spPr>
          <a:xfrm>
            <a:off x="4565400" y="4783500"/>
            <a:ext cx="4038600" cy="360000"/>
          </a:xfrm>
          <a:prstGeom prst="rect">
            <a:avLst/>
          </a:prstGeom>
          <a:noFill/>
          <a:ln>
            <a:noFill/>
          </a:ln>
        </p:spPr>
        <p:txBody>
          <a:bodyPr anchorCtr="0" anchor="t" bIns="0" lIns="0" spcFirstLastPara="1" rIns="0" wrap="square" tIns="0">
            <a:normAutofit/>
          </a:bodyPr>
          <a:lstStyle/>
          <a:p>
            <a:pPr indent="0" lvl="0" marL="0" rtl="0" algn="r">
              <a:spcBef>
                <a:spcPts val="0"/>
              </a:spcBef>
              <a:spcAft>
                <a:spcPts val="0"/>
              </a:spcAft>
              <a:buNone/>
            </a:pPr>
            <a:r>
              <a:rPr lang="en-GB" sz="800">
                <a:solidFill>
                  <a:schemeClr val="lt1"/>
                </a:solidFill>
                <a:latin typeface="Montserrat Medium"/>
                <a:ea typeface="Montserrat Medium"/>
                <a:cs typeface="Montserrat Medium"/>
                <a:sym typeface="Montserrat Medium"/>
              </a:rPr>
              <a:t>devoteam.com</a:t>
            </a:r>
            <a:endParaRPr sz="800">
              <a:solidFill>
                <a:schemeClr val="lt1"/>
              </a:solidFill>
              <a:latin typeface="Montserrat Medium"/>
              <a:ea typeface="Montserrat Medium"/>
              <a:cs typeface="Montserrat Medium"/>
              <a:sym typeface="Montserrat Medium"/>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9" name="Shape 499"/>
        <p:cNvGrpSpPr/>
        <p:nvPr/>
      </p:nvGrpSpPr>
      <p:grpSpPr>
        <a:xfrm>
          <a:off x="0" y="0"/>
          <a:ext cx="0" cy="0"/>
          <a:chOff x="0" y="0"/>
          <a:chExt cx="0" cy="0"/>
        </a:xfrm>
      </p:grpSpPr>
      <p:sp>
        <p:nvSpPr>
          <p:cNvPr id="500" name="Google Shape;500;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1" name="Google Shape;501;p42"/>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11150" lvl="0" marL="457200">
              <a:spcBef>
                <a:spcPts val="0"/>
              </a:spcBef>
              <a:spcAft>
                <a:spcPts val="0"/>
              </a:spcAft>
              <a:buSzPts val="1300"/>
              <a:buChar char="●"/>
              <a:defRPr/>
            </a:lvl1pPr>
            <a:lvl2pPr indent="-311150" lvl="1" marL="914400">
              <a:spcBef>
                <a:spcPts val="0"/>
              </a:spcBef>
              <a:spcAft>
                <a:spcPts val="0"/>
              </a:spcAft>
              <a:buSzPts val="1300"/>
              <a:buChar char="○"/>
              <a:defRPr/>
            </a:lvl2pPr>
            <a:lvl3pPr indent="-311150" lvl="2" marL="1371600">
              <a:spcBef>
                <a:spcPts val="0"/>
              </a:spcBef>
              <a:spcAft>
                <a:spcPts val="0"/>
              </a:spcAft>
              <a:buSzPts val="13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502" name="Google Shape;50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503" name="Shape 503"/>
        <p:cNvGrpSpPr/>
        <p:nvPr/>
      </p:nvGrpSpPr>
      <p:grpSpPr>
        <a:xfrm>
          <a:off x="0" y="0"/>
          <a:ext cx="0" cy="0"/>
          <a:chOff x="0" y="0"/>
          <a:chExt cx="0" cy="0"/>
        </a:xfrm>
      </p:grpSpPr>
      <p:sp>
        <p:nvSpPr>
          <p:cNvPr id="504" name="Google Shape;504;p43"/>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05" name="Google Shape;505;p43"/>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06" name="Google Shape;506;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2.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40000" y="360000"/>
            <a:ext cx="8064000" cy="5400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1"/>
              </a:buClr>
              <a:buSzPts val="2000"/>
              <a:buFont typeface="Montserrat Medium"/>
              <a:buNone/>
              <a:defRPr sz="2000">
                <a:solidFill>
                  <a:schemeClr val="dk1"/>
                </a:solidFill>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7" name="Google Shape;7;p1"/>
          <p:cNvSpPr txBox="1"/>
          <p:nvPr>
            <p:ph idx="1" type="body"/>
          </p:nvPr>
        </p:nvSpPr>
        <p:spPr>
          <a:xfrm>
            <a:off x="540000" y="1080000"/>
            <a:ext cx="8064000" cy="3510000"/>
          </a:xfrm>
          <a:prstGeom prst="rect">
            <a:avLst/>
          </a:prstGeom>
          <a:noFill/>
          <a:ln>
            <a:noFill/>
          </a:ln>
        </p:spPr>
        <p:txBody>
          <a:bodyPr anchorCtr="0" anchor="t" bIns="0" lIns="0" spcFirstLastPara="1" rIns="0" wrap="square" tIns="0">
            <a:noAutofit/>
          </a:bodyPr>
          <a:lstStyle>
            <a:lvl1pPr indent="-311150" lvl="0" marL="4572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1pPr>
            <a:lvl2pPr indent="-311150" lvl="1" marL="9144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2pPr>
            <a:lvl3pPr indent="-311150" lvl="2" marL="13716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3pPr>
            <a:lvl4pPr indent="-311150" lvl="3" marL="18288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4pPr>
            <a:lvl5pPr indent="-311150" lvl="4" marL="22860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5pPr>
            <a:lvl6pPr indent="-311150" lvl="5" marL="27432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6pPr>
            <a:lvl7pPr indent="-311150" lvl="6" marL="32004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7pPr>
            <a:lvl8pPr indent="-311150" lvl="7" marL="36576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8pPr>
            <a:lvl9pPr indent="-311150" lvl="8" marL="4114800">
              <a:spcBef>
                <a:spcPts val="0"/>
              </a:spcBef>
              <a:spcAft>
                <a:spcPts val="0"/>
              </a:spcAft>
              <a:buClr>
                <a:schemeClr val="lt2"/>
              </a:buClr>
              <a:buSzPts val="1300"/>
              <a:buFont typeface="Montserrat Light"/>
              <a:buChar char="■"/>
              <a:defRPr sz="1300">
                <a:solidFill>
                  <a:schemeClr val="dk1"/>
                </a:solidFill>
                <a:latin typeface="Montserrat Light"/>
                <a:ea typeface="Montserrat Light"/>
                <a:cs typeface="Montserrat Light"/>
                <a:sym typeface="Montserrat Light"/>
              </a:defRPr>
            </a:lvl9pPr>
          </a:lstStyle>
          <a:p/>
        </p:txBody>
      </p:sp>
      <p:sp>
        <p:nvSpPr>
          <p:cNvPr id="8" name="Google Shape;8;p1"/>
          <p:cNvSpPr txBox="1"/>
          <p:nvPr/>
        </p:nvSpPr>
        <p:spPr>
          <a:xfrm>
            <a:off x="4565400" y="4783500"/>
            <a:ext cx="4038600" cy="360000"/>
          </a:xfrm>
          <a:prstGeom prst="rect">
            <a:avLst/>
          </a:prstGeom>
          <a:noFill/>
          <a:ln>
            <a:noFill/>
          </a:ln>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GB" sz="800">
                <a:solidFill>
                  <a:schemeClr val="dk1"/>
                </a:solidFill>
                <a:latin typeface="Montserrat Medium"/>
                <a:ea typeface="Montserrat Medium"/>
                <a:cs typeface="Montserrat Medium"/>
                <a:sym typeface="Montserrat Medium"/>
              </a:rPr>
              <a:t>‹#›</a:t>
            </a:fld>
            <a:endParaRPr sz="800">
              <a:solidFill>
                <a:schemeClr val="dk1"/>
              </a:solidFill>
              <a:latin typeface="Montserrat Medium"/>
              <a:ea typeface="Montserrat Medium"/>
              <a:cs typeface="Montserrat Medium"/>
              <a:sym typeface="Montserrat Medium"/>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27">
          <p15:clr>
            <a:srgbClr val="E46962"/>
          </p15:clr>
        </p15:guide>
        <p15:guide id="2" pos="340">
          <p15:clr>
            <a:srgbClr val="E46962"/>
          </p15:clr>
        </p15:guide>
        <p15:guide id="3" pos="5420">
          <p15:clr>
            <a:srgbClr val="E46962"/>
          </p15:clr>
        </p15:guide>
        <p15:guide id="4" orient="horz" pos="567">
          <p15:clr>
            <a:srgbClr val="E46962"/>
          </p15:clr>
        </p15:guide>
        <p15:guide id="5" orient="horz" pos="3013">
          <p15:clr>
            <a:srgbClr val="E46962"/>
          </p15:clr>
        </p15:guide>
        <p15:guide id="6" orient="horz" pos="680">
          <p15:clr>
            <a:srgbClr val="E46962"/>
          </p15:clr>
        </p15:guide>
        <p15:guide id="7" orient="horz" pos="2864">
          <p15:clr>
            <a:srgbClr val="E46962"/>
          </p15:clr>
        </p15:guide>
        <p15:guide id="8" orient="horz" pos="79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slides.google.com/" TargetMode="External"/><Relationship Id="rId4" Type="http://schemas.openxmlformats.org/officeDocument/2006/relationships/hyperlink" Target="https://sites.google.com/devoteam.com/branding-zone/templates/presentations" TargetMode="External"/><Relationship Id="rId5" Type="http://schemas.openxmlformats.org/officeDocument/2006/relationships/hyperlink" Target="https://drive.google.com/file/d/1rZEyp24fVojWGb8tI_NBdOhHkzGXHMQX/view?usp=share_lin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4.png"/><Relationship Id="rId9" Type="http://schemas.openxmlformats.org/officeDocument/2006/relationships/hyperlink" Target="https://docs.google.com/presentation/d/1f-hJ-5GKa_bMfSqklU03z58jF51hs5z7fxuEpNh6PY4/edit?usp=share_link" TargetMode="External"/><Relationship Id="rId5" Type="http://schemas.openxmlformats.org/officeDocument/2006/relationships/image" Target="../media/image14.png"/><Relationship Id="rId6" Type="http://schemas.openxmlformats.org/officeDocument/2006/relationships/image" Target="../media/image35.png"/><Relationship Id="rId7" Type="http://schemas.openxmlformats.org/officeDocument/2006/relationships/image" Target="../media/image39.png"/><Relationship Id="rId8" Type="http://schemas.openxmlformats.org/officeDocument/2006/relationships/image" Target="../media/image12.png"/><Relationship Id="rId11" Type="http://schemas.openxmlformats.org/officeDocument/2006/relationships/hyperlink" Target="https://sites.google.com/devoteam.com/branding-zone/brand-id/logos" TargetMode="External"/><Relationship Id="rId10" Type="http://schemas.openxmlformats.org/officeDocument/2006/relationships/hyperlink" Target="https://drive.google.com/drive/folders/1UKPQaGK6PuGVc3J94x1dpU30QBrO9GLz?usp=share_link" TargetMode="External"/><Relationship Id="rId13" Type="http://schemas.openxmlformats.org/officeDocument/2006/relationships/image" Target="../media/image13.png"/><Relationship Id="rId12" Type="http://schemas.openxmlformats.org/officeDocument/2006/relationships/hyperlink" Target="https://drive.google.com/file/d/1rZEyp24fVojWGb8tI_NBdOhHkzGXHMQX/view?usp=share_link" TargetMode="External"/></Relationships>
</file>

<file path=ppt/slides/_rels/slide6.xml.rels><?xml version="1.0" encoding="UTF-8" standalone="yes"?><Relationships xmlns="http://schemas.openxmlformats.org/package/2006/relationships"><Relationship Id="rId20" Type="http://schemas.openxmlformats.org/officeDocument/2006/relationships/image" Target="../media/image19.png"/><Relationship Id="rId22" Type="http://schemas.openxmlformats.org/officeDocument/2006/relationships/image" Target="../media/image17.png"/><Relationship Id="rId21" Type="http://schemas.openxmlformats.org/officeDocument/2006/relationships/image" Target="../media/image23.png"/><Relationship Id="rId24" Type="http://schemas.openxmlformats.org/officeDocument/2006/relationships/image" Target="../media/image27.png"/><Relationship Id="rId23" Type="http://schemas.openxmlformats.org/officeDocument/2006/relationships/image" Target="../media/image22.png"/><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11.png"/><Relationship Id="rId26" Type="http://schemas.openxmlformats.org/officeDocument/2006/relationships/image" Target="../media/image26.png"/><Relationship Id="rId25" Type="http://schemas.openxmlformats.org/officeDocument/2006/relationships/image" Target="../media/image29.png"/><Relationship Id="rId28" Type="http://schemas.openxmlformats.org/officeDocument/2006/relationships/image" Target="../media/image31.png"/><Relationship Id="rId27" Type="http://schemas.openxmlformats.org/officeDocument/2006/relationships/image" Target="../media/image25.png"/><Relationship Id="rId5" Type="http://schemas.openxmlformats.org/officeDocument/2006/relationships/image" Target="../media/image43.png"/><Relationship Id="rId6" Type="http://schemas.openxmlformats.org/officeDocument/2006/relationships/image" Target="../media/image4.png"/><Relationship Id="rId29" Type="http://schemas.openxmlformats.org/officeDocument/2006/relationships/image" Target="../media/image30.png"/><Relationship Id="rId7" Type="http://schemas.openxmlformats.org/officeDocument/2006/relationships/image" Target="../media/image33.png"/><Relationship Id="rId8" Type="http://schemas.openxmlformats.org/officeDocument/2006/relationships/image" Target="../media/image9.png"/><Relationship Id="rId31" Type="http://schemas.openxmlformats.org/officeDocument/2006/relationships/image" Target="../media/image34.png"/><Relationship Id="rId30" Type="http://schemas.openxmlformats.org/officeDocument/2006/relationships/image" Target="../media/image40.png"/><Relationship Id="rId11" Type="http://schemas.openxmlformats.org/officeDocument/2006/relationships/image" Target="../media/image21.png"/><Relationship Id="rId33" Type="http://schemas.openxmlformats.org/officeDocument/2006/relationships/image" Target="../media/image45.png"/><Relationship Id="rId10" Type="http://schemas.openxmlformats.org/officeDocument/2006/relationships/image" Target="../media/image6.png"/><Relationship Id="rId32" Type="http://schemas.openxmlformats.org/officeDocument/2006/relationships/image" Target="../media/image32.png"/><Relationship Id="rId13" Type="http://schemas.openxmlformats.org/officeDocument/2006/relationships/image" Target="../media/image15.png"/><Relationship Id="rId12" Type="http://schemas.openxmlformats.org/officeDocument/2006/relationships/image" Target="../media/image41.png"/><Relationship Id="rId34" Type="http://schemas.openxmlformats.org/officeDocument/2006/relationships/image" Target="../media/image37.jpg"/><Relationship Id="rId15" Type="http://schemas.openxmlformats.org/officeDocument/2006/relationships/image" Target="../media/image44.png"/><Relationship Id="rId14" Type="http://schemas.openxmlformats.org/officeDocument/2006/relationships/image" Target="../media/image28.png"/><Relationship Id="rId17" Type="http://schemas.openxmlformats.org/officeDocument/2006/relationships/image" Target="../media/image16.png"/><Relationship Id="rId16" Type="http://schemas.openxmlformats.org/officeDocument/2006/relationships/image" Target="../media/image18.png"/><Relationship Id="rId19" Type="http://schemas.openxmlformats.org/officeDocument/2006/relationships/image" Target="../media/image20.png"/><Relationship Id="rId18"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slide" Target="/ppt/slid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slide" Target="/ppt/slid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hyperlink" Target="https://nplatform.devoteam.com/success-stories/how-did-devoteam-and-servicenow-help-globalconnect/" TargetMode="External"/><Relationship Id="rId5"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5.xml"/><Relationship Id="rId3"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5"/>
          <p:cNvSpPr txBox="1"/>
          <p:nvPr>
            <p:ph type="title"/>
          </p:nvPr>
        </p:nvSpPr>
        <p:spPr>
          <a:xfrm>
            <a:off x="540000" y="360000"/>
            <a:ext cx="8064000" cy="28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Instructions</a:t>
            </a:r>
            <a:endParaRPr/>
          </a:p>
        </p:txBody>
      </p:sp>
      <p:sp>
        <p:nvSpPr>
          <p:cNvPr id="516" name="Google Shape;516;p45"/>
          <p:cNvSpPr txBox="1"/>
          <p:nvPr>
            <p:ph idx="1" type="body"/>
          </p:nvPr>
        </p:nvSpPr>
        <p:spPr>
          <a:xfrm>
            <a:off x="540000" y="1080000"/>
            <a:ext cx="8064000" cy="3467400"/>
          </a:xfrm>
          <a:prstGeom prst="rect">
            <a:avLst/>
          </a:prstGeom>
        </p:spPr>
        <p:txBody>
          <a:bodyPr anchorCtr="0" anchor="t" bIns="0" lIns="0" spcFirstLastPara="1" rIns="0" wrap="square" tIns="0">
            <a:noAutofit/>
          </a:bodyPr>
          <a:lstStyle/>
          <a:p>
            <a:pPr indent="-150325" lvl="0" marL="180000" rtl="0" algn="l">
              <a:spcBef>
                <a:spcPts val="0"/>
              </a:spcBef>
              <a:spcAft>
                <a:spcPts val="0"/>
              </a:spcAft>
              <a:buSzPts val="950"/>
              <a:buChar char="●"/>
            </a:pPr>
            <a:r>
              <a:rPr lang="en-GB" sz="950"/>
              <a:t>Starting a new presentation:</a:t>
            </a:r>
            <a:endParaRPr sz="950"/>
          </a:p>
          <a:p>
            <a:pPr indent="-150326" lvl="1" marL="360001" rtl="0" algn="l">
              <a:spcBef>
                <a:spcPts val="0"/>
              </a:spcBef>
              <a:spcAft>
                <a:spcPts val="0"/>
              </a:spcAft>
              <a:buSzPts val="950"/>
              <a:buChar char="○"/>
            </a:pPr>
            <a:r>
              <a:rPr lang="en-GB" sz="950"/>
              <a:t>Begin with a fresh slide deck by selecting the Devoteam slide deck from the top options at </a:t>
            </a:r>
            <a:r>
              <a:rPr lang="en-GB" sz="950" u="sng">
                <a:solidFill>
                  <a:schemeClr val="hlink"/>
                </a:solidFill>
                <a:latin typeface="Montserrat Medium"/>
                <a:ea typeface="Montserrat Medium"/>
                <a:cs typeface="Montserrat Medium"/>
                <a:sym typeface="Montserrat Medium"/>
                <a:hlinkClick r:id="rId3"/>
              </a:rPr>
              <a:t>https://slides.google.com/</a:t>
            </a:r>
            <a:r>
              <a:rPr lang="en-GB" sz="950"/>
              <a:t>.</a:t>
            </a:r>
            <a:endParaRPr sz="950"/>
          </a:p>
          <a:p>
            <a:pPr indent="-150326" lvl="1" marL="360001" rtl="0" algn="l">
              <a:spcBef>
                <a:spcPts val="0"/>
              </a:spcBef>
              <a:spcAft>
                <a:spcPts val="0"/>
              </a:spcAft>
              <a:buSzPts val="950"/>
              <a:buChar char="○"/>
            </a:pPr>
            <a:r>
              <a:rPr lang="en-GB" sz="950"/>
              <a:t>If needed, you can add specific slides from this presentation deck to your new presentation.</a:t>
            </a:r>
            <a:endParaRPr sz="950"/>
          </a:p>
          <a:p>
            <a:pPr indent="-150325" lvl="0" marL="180000" rtl="0" algn="l">
              <a:spcBef>
                <a:spcPts val="200"/>
              </a:spcBef>
              <a:spcAft>
                <a:spcPts val="0"/>
              </a:spcAft>
              <a:buSzPts val="950"/>
              <a:buChar char="●"/>
            </a:pPr>
            <a:r>
              <a:rPr lang="en-GB" sz="950"/>
              <a:t>Making changes:</a:t>
            </a:r>
            <a:endParaRPr sz="950"/>
          </a:p>
          <a:p>
            <a:pPr indent="-155575" lvl="1" marL="360001" rtl="0" algn="l">
              <a:spcBef>
                <a:spcPts val="0"/>
              </a:spcBef>
              <a:spcAft>
                <a:spcPts val="0"/>
              </a:spcAft>
              <a:buSzPts val="950"/>
              <a:buChar char="○"/>
            </a:pPr>
            <a:r>
              <a:rPr lang="en-GB" sz="950"/>
              <a:t>You cannot make changes to this slide deck directly; make a copy first.</a:t>
            </a:r>
            <a:endParaRPr sz="950"/>
          </a:p>
          <a:p>
            <a:pPr indent="-150325" lvl="0" marL="180000" rtl="0" algn="l">
              <a:spcBef>
                <a:spcPts val="200"/>
              </a:spcBef>
              <a:spcAft>
                <a:spcPts val="0"/>
              </a:spcAft>
              <a:buSzPts val="950"/>
              <a:buChar char="●"/>
            </a:pPr>
            <a:r>
              <a:rPr lang="en-GB" sz="950"/>
              <a:t>Using previous content:</a:t>
            </a:r>
            <a:endParaRPr sz="950"/>
          </a:p>
          <a:p>
            <a:pPr indent="-155575" lvl="1" marL="360001" rtl="0" algn="l">
              <a:spcBef>
                <a:spcPts val="0"/>
              </a:spcBef>
              <a:spcAft>
                <a:spcPts val="0"/>
              </a:spcAft>
              <a:buSzPts val="950"/>
              <a:buChar char="○"/>
            </a:pPr>
            <a:r>
              <a:rPr lang="en-GB" sz="950"/>
              <a:t>When importing slides from previous presentations, select </a:t>
            </a:r>
            <a:r>
              <a:rPr i="1" lang="en-GB" sz="950">
                <a:latin typeface="Montserrat Medium"/>
                <a:ea typeface="Montserrat Medium"/>
                <a:cs typeface="Montserrat Medium"/>
                <a:sym typeface="Montserrat Medium"/>
              </a:rPr>
              <a:t>"Import slides"</a:t>
            </a:r>
            <a:r>
              <a:rPr lang="en-GB" sz="950"/>
              <a:t> and then choose </a:t>
            </a:r>
            <a:r>
              <a:rPr i="1" lang="en-GB" sz="950">
                <a:latin typeface="Montserrat Medium"/>
                <a:ea typeface="Montserrat Medium"/>
                <a:cs typeface="Montserrat Medium"/>
                <a:sym typeface="Montserrat Medium"/>
              </a:rPr>
              <a:t>"Match styles in this presentation."</a:t>
            </a:r>
            <a:endParaRPr i="1" sz="950">
              <a:latin typeface="Montserrat Medium"/>
              <a:ea typeface="Montserrat Medium"/>
              <a:cs typeface="Montserrat Medium"/>
              <a:sym typeface="Montserrat Medium"/>
            </a:endParaRPr>
          </a:p>
          <a:p>
            <a:pPr indent="-155575" lvl="1" marL="360001" rtl="0" algn="l">
              <a:spcBef>
                <a:spcPts val="0"/>
              </a:spcBef>
              <a:spcAft>
                <a:spcPts val="0"/>
              </a:spcAft>
              <a:buSzPts val="950"/>
              <a:buChar char="○"/>
            </a:pPr>
            <a:r>
              <a:rPr lang="en-GB" sz="950"/>
              <a:t>Ensure that you adapt previous content to the new look and feel of the current presentation theme.</a:t>
            </a:r>
            <a:endParaRPr sz="950"/>
          </a:p>
          <a:p>
            <a:pPr indent="-150325" lvl="0" marL="180000" rtl="0" algn="l">
              <a:spcBef>
                <a:spcPts val="200"/>
              </a:spcBef>
              <a:spcAft>
                <a:spcPts val="0"/>
              </a:spcAft>
              <a:buSzPts val="950"/>
              <a:buChar char="●"/>
            </a:pPr>
            <a:r>
              <a:rPr lang="en-GB" sz="950"/>
              <a:t>Managing slide themes:</a:t>
            </a:r>
            <a:endParaRPr sz="950"/>
          </a:p>
          <a:p>
            <a:pPr indent="-155575" lvl="1" marL="360001" rtl="0" algn="l">
              <a:spcBef>
                <a:spcPts val="0"/>
              </a:spcBef>
              <a:spcAft>
                <a:spcPts val="0"/>
              </a:spcAft>
              <a:buSzPts val="950"/>
              <a:buChar char="○"/>
            </a:pPr>
            <a:r>
              <a:rPr lang="en-GB" sz="950"/>
              <a:t>If adding content from previous slides, delete old slide themes to avoid multiple themes being applied. Check this by going to </a:t>
            </a:r>
            <a:br>
              <a:rPr lang="en-GB" sz="950"/>
            </a:br>
            <a:r>
              <a:rPr i="1" lang="en-GB" sz="950">
                <a:latin typeface="Montserrat Medium"/>
                <a:ea typeface="Montserrat Medium"/>
                <a:cs typeface="Montserrat Medium"/>
                <a:sym typeface="Montserrat Medium"/>
              </a:rPr>
              <a:t>View &gt; Theme Builder</a:t>
            </a:r>
            <a:r>
              <a:rPr lang="en-GB" sz="950"/>
              <a:t>. This helps reducing the overall file size.</a:t>
            </a:r>
            <a:endParaRPr sz="950"/>
          </a:p>
          <a:p>
            <a:pPr indent="-150325" lvl="0" marL="180000" rtl="0" algn="l">
              <a:spcBef>
                <a:spcPts val="200"/>
              </a:spcBef>
              <a:spcAft>
                <a:spcPts val="0"/>
              </a:spcAft>
              <a:buSzPts val="950"/>
              <a:buChar char="●"/>
            </a:pPr>
            <a:r>
              <a:rPr lang="en-GB" sz="950"/>
              <a:t>Images and file size:</a:t>
            </a:r>
            <a:endParaRPr sz="950"/>
          </a:p>
          <a:p>
            <a:pPr indent="-155575" lvl="1" marL="360001" rtl="0" algn="l">
              <a:spcBef>
                <a:spcPts val="0"/>
              </a:spcBef>
              <a:spcAft>
                <a:spcPts val="0"/>
              </a:spcAft>
              <a:buSzPts val="950"/>
              <a:buChar char="○"/>
            </a:pPr>
            <a:r>
              <a:rPr lang="en-GB" sz="950"/>
              <a:t>Avoid adding too many images as they significantly increase the file size. This is crucial if you plan to download the presentation.</a:t>
            </a:r>
            <a:endParaRPr sz="950"/>
          </a:p>
          <a:p>
            <a:pPr indent="-150325" lvl="0" marL="180000" rtl="0" algn="l">
              <a:spcBef>
                <a:spcPts val="200"/>
              </a:spcBef>
              <a:spcAft>
                <a:spcPts val="0"/>
              </a:spcAft>
              <a:buSzPts val="950"/>
              <a:buChar char="●"/>
            </a:pPr>
            <a:r>
              <a:rPr lang="en-GB" sz="950"/>
              <a:t>PowerPoint usage:</a:t>
            </a:r>
            <a:endParaRPr sz="950"/>
          </a:p>
          <a:p>
            <a:pPr indent="-155575" lvl="1" marL="360001" rtl="0" algn="l">
              <a:spcBef>
                <a:spcPts val="0"/>
              </a:spcBef>
              <a:spcAft>
                <a:spcPts val="0"/>
              </a:spcAft>
              <a:buSzPts val="950"/>
              <a:buChar char="○"/>
            </a:pPr>
            <a:r>
              <a:rPr lang="en-GB" sz="950"/>
              <a:t>If you plan to use the presentation in PowerPoint, use the </a:t>
            </a:r>
            <a:r>
              <a:rPr lang="en-GB" sz="950" u="sng">
                <a:solidFill>
                  <a:schemeClr val="hlink"/>
                </a:solidFill>
                <a:latin typeface="Montserrat Medium"/>
                <a:ea typeface="Montserrat Medium"/>
                <a:cs typeface="Montserrat Medium"/>
                <a:sym typeface="Montserrat Medium"/>
                <a:hlinkClick r:id="rId4"/>
              </a:rPr>
              <a:t>PowerPoint template available in our branding zone</a:t>
            </a:r>
            <a:r>
              <a:rPr lang="en-GB" sz="950"/>
              <a:t> instead of downloading the Google Slides template in PowerPoint format.</a:t>
            </a:r>
            <a:endParaRPr sz="950"/>
          </a:p>
          <a:p>
            <a:pPr indent="-150325" lvl="0" marL="180000" rtl="0" algn="l">
              <a:spcBef>
                <a:spcPts val="200"/>
              </a:spcBef>
              <a:spcAft>
                <a:spcPts val="0"/>
              </a:spcAft>
              <a:buSzPts val="950"/>
              <a:buChar char="●"/>
            </a:pPr>
            <a:r>
              <a:rPr lang="en-GB" sz="950"/>
              <a:t>Brand consistency:</a:t>
            </a:r>
            <a:endParaRPr sz="950"/>
          </a:p>
          <a:p>
            <a:pPr indent="-155575" lvl="1" marL="360001" rtl="0" algn="l">
              <a:spcBef>
                <a:spcPts val="200"/>
              </a:spcBef>
              <a:spcAft>
                <a:spcPts val="0"/>
              </a:spcAft>
              <a:buSzPts val="950"/>
              <a:buChar char="○"/>
            </a:pPr>
            <a:r>
              <a:rPr lang="en-GB" sz="950"/>
              <a:t>Always use our font (</a:t>
            </a:r>
            <a:r>
              <a:rPr lang="en-GB" sz="950">
                <a:latin typeface="Montserrat Medium"/>
                <a:ea typeface="Montserrat Medium"/>
                <a:cs typeface="Montserrat Medium"/>
                <a:sym typeface="Montserrat Medium"/>
              </a:rPr>
              <a:t>Montserrat</a:t>
            </a:r>
            <a:r>
              <a:rPr lang="en-GB" sz="950"/>
              <a:t>) and brand colours. Refer to our </a:t>
            </a:r>
            <a:r>
              <a:rPr lang="en-GB" sz="950" u="sng">
                <a:solidFill>
                  <a:schemeClr val="hlink"/>
                </a:solidFill>
                <a:latin typeface="Montserrat Medium"/>
                <a:ea typeface="Montserrat Medium"/>
                <a:cs typeface="Montserrat Medium"/>
                <a:sym typeface="Montserrat Medium"/>
                <a:hlinkClick r:id="rId5"/>
              </a:rPr>
              <a:t>brand guidelines</a:t>
            </a:r>
            <a:r>
              <a:rPr lang="en-GB" sz="950"/>
              <a:t> if in doubt.</a:t>
            </a:r>
            <a:endParaRPr sz="950"/>
          </a:p>
          <a:p>
            <a:pPr indent="-155575" lvl="1" marL="360001" rtl="0" algn="l">
              <a:spcBef>
                <a:spcPts val="0"/>
              </a:spcBef>
              <a:spcAft>
                <a:spcPts val="0"/>
              </a:spcAft>
              <a:buSzPts val="950"/>
              <a:buChar char="○"/>
            </a:pPr>
            <a:r>
              <a:rPr lang="en-GB" sz="950"/>
              <a:t>Avoid using too many circles or shapes that might clutter the presentation.</a:t>
            </a:r>
            <a:endParaRPr sz="950"/>
          </a:p>
          <a:p>
            <a:pPr indent="-155575" lvl="1" marL="360001" rtl="0" algn="l">
              <a:spcBef>
                <a:spcPts val="0"/>
              </a:spcBef>
              <a:spcAft>
                <a:spcPts val="0"/>
              </a:spcAft>
              <a:buSzPts val="950"/>
              <a:buChar char="○"/>
            </a:pPr>
            <a:r>
              <a:rPr lang="en-GB" sz="950"/>
              <a:t>There's no need to add the Devoteam logo on every slide. It’s already on the opening and closing slides. Avoid placing the Devoteam hallmark on footers, prioritise the full logo.</a:t>
            </a:r>
            <a:endParaRPr sz="950"/>
          </a:p>
          <a:p>
            <a:pPr indent="-150325" lvl="0" marL="180000" rtl="0" algn="l">
              <a:spcBef>
                <a:spcPts val="200"/>
              </a:spcBef>
              <a:spcAft>
                <a:spcPts val="0"/>
              </a:spcAft>
              <a:buSzPts val="950"/>
              <a:buChar char="●"/>
            </a:pPr>
            <a:r>
              <a:rPr lang="en-GB" sz="950"/>
              <a:t>Presentation structure:</a:t>
            </a:r>
            <a:endParaRPr sz="950"/>
          </a:p>
          <a:p>
            <a:pPr indent="-155575" lvl="1" marL="360001" rtl="0" algn="l">
              <a:spcBef>
                <a:spcPts val="0"/>
              </a:spcBef>
              <a:spcAft>
                <a:spcPts val="0"/>
              </a:spcAft>
              <a:buSzPts val="950"/>
              <a:buChar char="○"/>
            </a:pPr>
            <a:r>
              <a:rPr lang="en-GB" sz="950"/>
              <a:t>Always start your presentations with the Devoteam logo and tagline on slide 1, followed by the title slide.</a:t>
            </a:r>
            <a:endParaRPr sz="950"/>
          </a:p>
        </p:txBody>
      </p:sp>
      <p:sp>
        <p:nvSpPr>
          <p:cNvPr id="517" name="Google Shape;517;p45"/>
          <p:cNvSpPr txBox="1"/>
          <p:nvPr>
            <p:ph idx="2" type="subTitle"/>
          </p:nvPr>
        </p:nvSpPr>
        <p:spPr>
          <a:xfrm>
            <a:off x="540000" y="648125"/>
            <a:ext cx="8064000" cy="25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Best practices for Google Slides presentations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6"/>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Colours</a:t>
            </a:r>
            <a:endParaRPr/>
          </a:p>
        </p:txBody>
      </p:sp>
      <p:sp>
        <p:nvSpPr>
          <p:cNvPr id="523" name="Google Shape;523;p46"/>
          <p:cNvSpPr/>
          <p:nvPr/>
        </p:nvSpPr>
        <p:spPr>
          <a:xfrm>
            <a:off x="540000" y="178132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Red poppy</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#f8485e</a:t>
            </a:r>
            <a:endParaRPr sz="550">
              <a:solidFill>
                <a:schemeClr val="dk1"/>
              </a:solidFill>
              <a:latin typeface="Montserrat Medium"/>
              <a:ea typeface="Montserrat Medium"/>
              <a:cs typeface="Montserrat Medium"/>
              <a:sym typeface="Montserrat Medium"/>
            </a:endParaRPr>
          </a:p>
        </p:txBody>
      </p:sp>
      <p:sp>
        <p:nvSpPr>
          <p:cNvPr id="524" name="Google Shape;524;p46"/>
          <p:cNvSpPr/>
          <p:nvPr/>
        </p:nvSpPr>
        <p:spPr>
          <a:xfrm>
            <a:off x="540000" y="1308600"/>
            <a:ext cx="450000" cy="450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25" name="Google Shape;525;p46"/>
          <p:cNvSpPr txBox="1"/>
          <p:nvPr>
            <p:ph idx="4294967295" type="subTitle"/>
          </p:nvPr>
        </p:nvSpPr>
        <p:spPr>
          <a:xfrm>
            <a:off x="540000" y="980400"/>
            <a:ext cx="80640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Primary</a:t>
            </a:r>
            <a:endParaRPr/>
          </a:p>
        </p:txBody>
      </p:sp>
      <p:sp>
        <p:nvSpPr>
          <p:cNvPr id="526" name="Google Shape;526;p46"/>
          <p:cNvSpPr/>
          <p:nvPr/>
        </p:nvSpPr>
        <p:spPr>
          <a:xfrm>
            <a:off x="540000" y="439441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Intense fire</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#fcc354</a:t>
            </a:r>
            <a:endParaRPr sz="550">
              <a:solidFill>
                <a:schemeClr val="dk1"/>
              </a:solidFill>
              <a:latin typeface="Montserrat"/>
              <a:ea typeface="Montserrat"/>
              <a:cs typeface="Montserrat"/>
              <a:sym typeface="Montserrat"/>
            </a:endParaRPr>
          </a:p>
        </p:txBody>
      </p:sp>
      <p:sp>
        <p:nvSpPr>
          <p:cNvPr id="527" name="Google Shape;527;p46"/>
          <p:cNvSpPr/>
          <p:nvPr/>
        </p:nvSpPr>
        <p:spPr>
          <a:xfrm>
            <a:off x="540000" y="3922650"/>
            <a:ext cx="450000" cy="450000"/>
          </a:xfrm>
          <a:prstGeom prst="ellipse">
            <a:avLst/>
          </a:prstGeom>
          <a:solidFill>
            <a:srgbClr val="FCC35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28" name="Google Shape;528;p46"/>
          <p:cNvSpPr txBox="1"/>
          <p:nvPr>
            <p:ph idx="4294967295" type="subTitle"/>
          </p:nvPr>
        </p:nvSpPr>
        <p:spPr>
          <a:xfrm>
            <a:off x="540000" y="3594450"/>
            <a:ext cx="80640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Accent</a:t>
            </a:r>
            <a:endParaRPr/>
          </a:p>
        </p:txBody>
      </p:sp>
      <p:sp>
        <p:nvSpPr>
          <p:cNvPr id="529" name="Google Shape;529;p46"/>
          <p:cNvSpPr/>
          <p:nvPr/>
        </p:nvSpPr>
        <p:spPr>
          <a:xfrm>
            <a:off x="540000" y="3088350"/>
            <a:ext cx="450000" cy="2520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Poppy light</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#fca2ae</a:t>
            </a:r>
            <a:endParaRPr sz="550">
              <a:solidFill>
                <a:schemeClr val="dk1"/>
              </a:solidFill>
              <a:latin typeface="Montserrat"/>
              <a:ea typeface="Montserrat"/>
              <a:cs typeface="Montserrat"/>
              <a:sym typeface="Montserrat"/>
            </a:endParaRPr>
          </a:p>
        </p:txBody>
      </p:sp>
      <p:sp>
        <p:nvSpPr>
          <p:cNvPr id="530" name="Google Shape;530;p46"/>
          <p:cNvSpPr/>
          <p:nvPr/>
        </p:nvSpPr>
        <p:spPr>
          <a:xfrm>
            <a:off x="540000" y="2615625"/>
            <a:ext cx="450000" cy="450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31" name="Google Shape;531;p46"/>
          <p:cNvSpPr txBox="1"/>
          <p:nvPr>
            <p:ph idx="4294967295" type="subTitle"/>
          </p:nvPr>
        </p:nvSpPr>
        <p:spPr>
          <a:xfrm>
            <a:off x="540000" y="2287425"/>
            <a:ext cx="80640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Secondar</a:t>
            </a:r>
            <a:r>
              <a:rPr lang="en-GB"/>
              <a:t>y</a:t>
            </a:r>
            <a:endParaRPr/>
          </a:p>
        </p:txBody>
      </p:sp>
      <p:sp>
        <p:nvSpPr>
          <p:cNvPr id="532" name="Google Shape;532;p46"/>
          <p:cNvSpPr/>
          <p:nvPr/>
        </p:nvSpPr>
        <p:spPr>
          <a:xfrm>
            <a:off x="1255225" y="178132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Dark grey</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#3c3c3a</a:t>
            </a:r>
            <a:endParaRPr sz="550">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550">
              <a:solidFill>
                <a:srgbClr val="888888"/>
              </a:solidFill>
              <a:latin typeface="Montserrat"/>
              <a:ea typeface="Montserrat"/>
              <a:cs typeface="Montserrat"/>
              <a:sym typeface="Montserrat"/>
            </a:endParaRPr>
          </a:p>
        </p:txBody>
      </p:sp>
      <p:sp>
        <p:nvSpPr>
          <p:cNvPr id="533" name="Google Shape;533;p46"/>
          <p:cNvSpPr/>
          <p:nvPr/>
        </p:nvSpPr>
        <p:spPr>
          <a:xfrm>
            <a:off x="1255225" y="1308600"/>
            <a:ext cx="450000" cy="450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34" name="Google Shape;534;p46"/>
          <p:cNvSpPr/>
          <p:nvPr/>
        </p:nvSpPr>
        <p:spPr>
          <a:xfrm>
            <a:off x="1970450" y="178456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White</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#ffffff</a:t>
            </a:r>
            <a:endParaRPr sz="550">
              <a:solidFill>
                <a:schemeClr val="dk1"/>
              </a:solidFill>
              <a:latin typeface="Montserrat"/>
              <a:ea typeface="Montserrat"/>
              <a:cs typeface="Montserrat"/>
              <a:sym typeface="Montserrat"/>
            </a:endParaRPr>
          </a:p>
        </p:txBody>
      </p:sp>
      <p:sp>
        <p:nvSpPr>
          <p:cNvPr id="535" name="Google Shape;535;p46"/>
          <p:cNvSpPr/>
          <p:nvPr/>
        </p:nvSpPr>
        <p:spPr>
          <a:xfrm>
            <a:off x="1970450" y="1312800"/>
            <a:ext cx="450000" cy="450000"/>
          </a:xfrm>
          <a:prstGeom prst="ellipse">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36" name="Google Shape;536;p46"/>
          <p:cNvSpPr/>
          <p:nvPr/>
        </p:nvSpPr>
        <p:spPr>
          <a:xfrm>
            <a:off x="1226425" y="3088350"/>
            <a:ext cx="507600" cy="2520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Poppy lighter</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#fddade</a:t>
            </a:r>
            <a:endParaRPr sz="550">
              <a:solidFill>
                <a:schemeClr val="dk1"/>
              </a:solidFill>
              <a:latin typeface="Montserrat"/>
              <a:ea typeface="Montserrat"/>
              <a:cs typeface="Montserrat"/>
              <a:sym typeface="Montserrat"/>
            </a:endParaRPr>
          </a:p>
        </p:txBody>
      </p:sp>
      <p:sp>
        <p:nvSpPr>
          <p:cNvPr id="537" name="Google Shape;537;p46"/>
          <p:cNvSpPr/>
          <p:nvPr/>
        </p:nvSpPr>
        <p:spPr>
          <a:xfrm>
            <a:off x="1255225" y="2615625"/>
            <a:ext cx="450000" cy="4500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38" name="Google Shape;538;p46"/>
          <p:cNvSpPr/>
          <p:nvPr/>
        </p:nvSpPr>
        <p:spPr>
          <a:xfrm>
            <a:off x="1970450" y="3088350"/>
            <a:ext cx="450000" cy="2520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Aqua</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#d7ebe7</a:t>
            </a:r>
            <a:endParaRPr sz="550">
              <a:solidFill>
                <a:schemeClr val="dk1"/>
              </a:solidFill>
              <a:latin typeface="Montserrat"/>
              <a:ea typeface="Montserrat"/>
              <a:cs typeface="Montserrat"/>
              <a:sym typeface="Montserrat"/>
            </a:endParaRPr>
          </a:p>
        </p:txBody>
      </p:sp>
      <p:sp>
        <p:nvSpPr>
          <p:cNvPr id="539" name="Google Shape;539;p46"/>
          <p:cNvSpPr/>
          <p:nvPr/>
        </p:nvSpPr>
        <p:spPr>
          <a:xfrm>
            <a:off x="1970450" y="2615625"/>
            <a:ext cx="450000" cy="4500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40" name="Google Shape;540;p46"/>
          <p:cNvSpPr/>
          <p:nvPr/>
        </p:nvSpPr>
        <p:spPr>
          <a:xfrm>
            <a:off x="2685675" y="3088350"/>
            <a:ext cx="450000" cy="2520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Beige</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#efeadc</a:t>
            </a:r>
            <a:endParaRPr sz="550">
              <a:solidFill>
                <a:schemeClr val="dk1"/>
              </a:solidFill>
              <a:latin typeface="Montserrat"/>
              <a:ea typeface="Montserrat"/>
              <a:cs typeface="Montserrat"/>
              <a:sym typeface="Montserrat"/>
            </a:endParaRPr>
          </a:p>
        </p:txBody>
      </p:sp>
      <p:sp>
        <p:nvSpPr>
          <p:cNvPr id="541" name="Google Shape;541;p46"/>
          <p:cNvSpPr/>
          <p:nvPr/>
        </p:nvSpPr>
        <p:spPr>
          <a:xfrm>
            <a:off x="2685675" y="2615625"/>
            <a:ext cx="450000" cy="4500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42" name="Google Shape;542;p46"/>
          <p:cNvSpPr/>
          <p:nvPr/>
        </p:nvSpPr>
        <p:spPr>
          <a:xfrm>
            <a:off x="3400900" y="3088350"/>
            <a:ext cx="450000" cy="2520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Light grey</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#efeeee</a:t>
            </a:r>
            <a:endParaRPr sz="550">
              <a:solidFill>
                <a:schemeClr val="dk1"/>
              </a:solidFill>
              <a:latin typeface="Montserrat"/>
              <a:ea typeface="Montserrat"/>
              <a:cs typeface="Montserrat"/>
              <a:sym typeface="Montserrat"/>
            </a:endParaRPr>
          </a:p>
        </p:txBody>
      </p:sp>
      <p:sp>
        <p:nvSpPr>
          <p:cNvPr id="543" name="Google Shape;543;p46"/>
          <p:cNvSpPr/>
          <p:nvPr/>
        </p:nvSpPr>
        <p:spPr>
          <a:xfrm>
            <a:off x="3400900" y="2615625"/>
            <a:ext cx="450000" cy="450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44" name="Google Shape;544;p46"/>
          <p:cNvSpPr/>
          <p:nvPr/>
        </p:nvSpPr>
        <p:spPr>
          <a:xfrm>
            <a:off x="1255225" y="439441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Fresh mint</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#5ab891</a:t>
            </a:r>
            <a:endParaRPr sz="550">
              <a:solidFill>
                <a:schemeClr val="dk1"/>
              </a:solidFill>
              <a:latin typeface="Montserrat"/>
              <a:ea typeface="Montserrat"/>
              <a:cs typeface="Montserrat"/>
              <a:sym typeface="Montserrat"/>
            </a:endParaRPr>
          </a:p>
        </p:txBody>
      </p:sp>
      <p:sp>
        <p:nvSpPr>
          <p:cNvPr id="545" name="Google Shape;545;p46"/>
          <p:cNvSpPr/>
          <p:nvPr/>
        </p:nvSpPr>
        <p:spPr>
          <a:xfrm>
            <a:off x="1255225" y="3922650"/>
            <a:ext cx="450000" cy="450000"/>
          </a:xfrm>
          <a:prstGeom prst="ellipse">
            <a:avLst/>
          </a:prstGeom>
          <a:solidFill>
            <a:srgbClr val="5AB8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46" name="Google Shape;546;p46"/>
          <p:cNvSpPr/>
          <p:nvPr/>
        </p:nvSpPr>
        <p:spPr>
          <a:xfrm>
            <a:off x="1944750" y="439117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Blue lagoon</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#4a8cca</a:t>
            </a:r>
            <a:endParaRPr sz="550">
              <a:solidFill>
                <a:schemeClr val="dk1"/>
              </a:solidFill>
              <a:latin typeface="Montserrat"/>
              <a:ea typeface="Montserrat"/>
              <a:cs typeface="Montserrat"/>
              <a:sym typeface="Montserrat"/>
            </a:endParaRPr>
          </a:p>
        </p:txBody>
      </p:sp>
      <p:sp>
        <p:nvSpPr>
          <p:cNvPr id="547" name="Google Shape;547;p46"/>
          <p:cNvSpPr/>
          <p:nvPr/>
        </p:nvSpPr>
        <p:spPr>
          <a:xfrm>
            <a:off x="1944750" y="3918450"/>
            <a:ext cx="450000" cy="450000"/>
          </a:xfrm>
          <a:prstGeom prst="ellipse">
            <a:avLst/>
          </a:prstGeom>
          <a:solidFill>
            <a:srgbClr val="4A8C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48" name="Google Shape;548;p46"/>
          <p:cNvSpPr/>
          <p:nvPr/>
        </p:nvSpPr>
        <p:spPr>
          <a:xfrm>
            <a:off x="2685675" y="439117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Candy</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#ec86a3</a:t>
            </a:r>
            <a:endParaRPr sz="550">
              <a:solidFill>
                <a:schemeClr val="dk1"/>
              </a:solidFill>
              <a:latin typeface="Montserrat"/>
              <a:ea typeface="Montserrat"/>
              <a:cs typeface="Montserrat"/>
              <a:sym typeface="Montserrat"/>
            </a:endParaRPr>
          </a:p>
        </p:txBody>
      </p:sp>
      <p:sp>
        <p:nvSpPr>
          <p:cNvPr id="549" name="Google Shape;549;p46"/>
          <p:cNvSpPr/>
          <p:nvPr/>
        </p:nvSpPr>
        <p:spPr>
          <a:xfrm>
            <a:off x="2685675" y="3918450"/>
            <a:ext cx="450000" cy="450000"/>
          </a:xfrm>
          <a:prstGeom prst="ellipse">
            <a:avLst/>
          </a:prstGeom>
          <a:solidFill>
            <a:srgbClr val="EC86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50" name="Google Shape;550;p46"/>
          <p:cNvSpPr/>
          <p:nvPr/>
        </p:nvSpPr>
        <p:spPr>
          <a:xfrm>
            <a:off x="3426600" y="4391175"/>
            <a:ext cx="450000" cy="248700"/>
          </a:xfrm>
          <a:prstGeom prst="rect">
            <a:avLst/>
          </a:prstGeom>
          <a:noFill/>
          <a:ln>
            <a:noFill/>
          </a:ln>
        </p:spPr>
        <p:txBody>
          <a:bodyPr anchorCtr="0" anchor="t" bIns="0" lIns="0" spcFirstLastPara="1" rIns="0" wrap="square" tIns="54000">
            <a:noAutofit/>
          </a:bodyPr>
          <a:lstStyle/>
          <a:p>
            <a:pPr indent="0" lvl="0" marL="0" rtl="0" algn="ctr">
              <a:spcBef>
                <a:spcPts val="0"/>
              </a:spcBef>
              <a:spcAft>
                <a:spcPts val="0"/>
              </a:spcAft>
              <a:buNone/>
            </a:pPr>
            <a:r>
              <a:rPr b="1" lang="en-GB" sz="550">
                <a:solidFill>
                  <a:schemeClr val="lt2"/>
                </a:solidFill>
                <a:latin typeface="Montserrat"/>
                <a:ea typeface="Montserrat"/>
                <a:cs typeface="Montserrat"/>
                <a:sym typeface="Montserrat"/>
              </a:rPr>
              <a:t>Violet</a:t>
            </a:r>
            <a:endParaRPr sz="550">
              <a:solidFill>
                <a:schemeClr val="lt2"/>
              </a:solidFill>
              <a:latin typeface="Montserrat"/>
              <a:ea typeface="Montserrat"/>
              <a:cs typeface="Montserrat"/>
              <a:sym typeface="Montserrat"/>
            </a:endParaRPr>
          </a:p>
          <a:p>
            <a:pPr indent="0" lvl="0" marL="0" rtl="0" algn="ctr">
              <a:spcBef>
                <a:spcPts val="100"/>
              </a:spcBef>
              <a:spcAft>
                <a:spcPts val="0"/>
              </a:spcAft>
              <a:buNone/>
            </a:pPr>
            <a:r>
              <a:rPr lang="en-GB" sz="550">
                <a:solidFill>
                  <a:schemeClr val="dk1"/>
                </a:solidFill>
                <a:latin typeface="Montserrat Medium"/>
                <a:ea typeface="Montserrat Medium"/>
                <a:cs typeface="Montserrat Medium"/>
                <a:sym typeface="Montserrat Medium"/>
              </a:rPr>
              <a:t>#63238c</a:t>
            </a:r>
            <a:endParaRPr sz="550">
              <a:solidFill>
                <a:schemeClr val="dk1"/>
              </a:solidFill>
              <a:latin typeface="Montserrat"/>
              <a:ea typeface="Montserrat"/>
              <a:cs typeface="Montserrat"/>
              <a:sym typeface="Montserrat"/>
            </a:endParaRPr>
          </a:p>
        </p:txBody>
      </p:sp>
      <p:sp>
        <p:nvSpPr>
          <p:cNvPr id="551" name="Google Shape;551;p46"/>
          <p:cNvSpPr/>
          <p:nvPr/>
        </p:nvSpPr>
        <p:spPr>
          <a:xfrm>
            <a:off x="3426600" y="3918450"/>
            <a:ext cx="450000" cy="450000"/>
          </a:xfrm>
          <a:prstGeom prst="ellipse">
            <a:avLst/>
          </a:prstGeom>
          <a:solidFill>
            <a:srgbClr val="63238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cxnSp>
        <p:nvCxnSpPr>
          <p:cNvPr id="552" name="Google Shape;552;p46"/>
          <p:cNvCxnSpPr/>
          <p:nvPr/>
        </p:nvCxnSpPr>
        <p:spPr>
          <a:xfrm>
            <a:off x="527250" y="2178775"/>
            <a:ext cx="8089500" cy="0"/>
          </a:xfrm>
          <a:prstGeom prst="straightConnector1">
            <a:avLst/>
          </a:prstGeom>
          <a:noFill/>
          <a:ln cap="flat" cmpd="sng" w="9525">
            <a:solidFill>
              <a:schemeClr val="accent6"/>
            </a:solidFill>
            <a:prstDash val="solid"/>
            <a:round/>
            <a:headEnd len="med" w="med" type="none"/>
            <a:tailEnd len="med" w="med" type="none"/>
          </a:ln>
        </p:spPr>
      </p:cxnSp>
      <p:cxnSp>
        <p:nvCxnSpPr>
          <p:cNvPr id="553" name="Google Shape;553;p46"/>
          <p:cNvCxnSpPr/>
          <p:nvPr/>
        </p:nvCxnSpPr>
        <p:spPr>
          <a:xfrm>
            <a:off x="540000" y="3494700"/>
            <a:ext cx="8089500" cy="0"/>
          </a:xfrm>
          <a:prstGeom prst="straightConnector1">
            <a:avLst/>
          </a:prstGeom>
          <a:noFill/>
          <a:ln cap="flat" cmpd="sng" w="9525">
            <a:solidFill>
              <a:schemeClr val="accent6"/>
            </a:solidFill>
            <a:prstDash val="solid"/>
            <a:round/>
            <a:headEnd len="med" w="med" type="none"/>
            <a:tailEnd len="med" w="med" type="none"/>
          </a:ln>
        </p:spPr>
      </p:cxnSp>
      <p:sp>
        <p:nvSpPr>
          <p:cNvPr id="554" name="Google Shape;554;p46"/>
          <p:cNvSpPr/>
          <p:nvPr/>
        </p:nvSpPr>
        <p:spPr>
          <a:xfrm>
            <a:off x="4545775" y="1308600"/>
            <a:ext cx="4058400" cy="65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900">
                <a:solidFill>
                  <a:schemeClr val="dk1"/>
                </a:solidFill>
                <a:latin typeface="Montserrat Light"/>
                <a:ea typeface="Montserrat Light"/>
                <a:cs typeface="Montserrat Light"/>
                <a:sym typeface="Montserrat Light"/>
              </a:rPr>
              <a:t>All text, including text within graphics, should be formatted in Montserrat font and primarily in </a:t>
            </a:r>
            <a:r>
              <a:rPr lang="en-GB" sz="900">
                <a:solidFill>
                  <a:schemeClr val="dk1"/>
                </a:solidFill>
                <a:latin typeface="Montserrat Medium"/>
                <a:ea typeface="Montserrat Medium"/>
                <a:cs typeface="Montserrat Medium"/>
                <a:sym typeface="Montserrat Medium"/>
              </a:rPr>
              <a:t>dark grey</a:t>
            </a:r>
            <a:r>
              <a:rPr lang="en-GB" sz="900">
                <a:solidFill>
                  <a:schemeClr val="dk1"/>
                </a:solidFill>
                <a:latin typeface="Montserrat Light"/>
                <a:ea typeface="Montserrat Light"/>
                <a:cs typeface="Montserrat Light"/>
                <a:sym typeface="Montserrat Light"/>
              </a:rPr>
              <a:t>. </a:t>
            </a:r>
            <a:r>
              <a:rPr lang="en-GB" sz="900">
                <a:solidFill>
                  <a:schemeClr val="dk1"/>
                </a:solidFill>
                <a:latin typeface="Montserrat Medium"/>
                <a:ea typeface="Montserrat Medium"/>
                <a:cs typeface="Montserrat Medium"/>
                <a:sym typeface="Montserrat Medium"/>
              </a:rPr>
              <a:t>Avoid using black for text.</a:t>
            </a:r>
            <a:endParaRPr sz="900">
              <a:solidFill>
                <a:schemeClr val="dk1"/>
              </a:solidFill>
              <a:latin typeface="Montserrat Medium"/>
              <a:ea typeface="Montserrat Medium"/>
              <a:cs typeface="Montserrat Medium"/>
              <a:sym typeface="Montserrat Medium"/>
            </a:endParaRPr>
          </a:p>
          <a:p>
            <a:pPr indent="0" lvl="0" marL="0" rtl="0" algn="l">
              <a:spcBef>
                <a:spcPts val="300"/>
              </a:spcBef>
              <a:spcAft>
                <a:spcPts val="0"/>
              </a:spcAft>
              <a:buNone/>
            </a:pPr>
            <a:r>
              <a:rPr lang="en-GB" sz="900">
                <a:solidFill>
                  <a:schemeClr val="dk1"/>
                </a:solidFill>
                <a:latin typeface="Montserrat Medium"/>
                <a:ea typeface="Montserrat Medium"/>
                <a:cs typeface="Montserrat Medium"/>
                <a:sym typeface="Montserrat Medium"/>
              </a:rPr>
              <a:t>Red poppy</a:t>
            </a:r>
            <a:r>
              <a:rPr lang="en-GB" sz="900">
                <a:solidFill>
                  <a:schemeClr val="dk1"/>
                </a:solidFill>
                <a:latin typeface="Montserrat Light"/>
                <a:ea typeface="Montserrat Light"/>
                <a:cs typeface="Montserrat Light"/>
                <a:sym typeface="Montserrat Light"/>
              </a:rPr>
              <a:t> can be used to highlight some of the text.</a:t>
            </a:r>
            <a:endParaRPr sz="900">
              <a:solidFill>
                <a:schemeClr val="dk1"/>
              </a:solidFill>
              <a:latin typeface="Montserrat Light"/>
              <a:ea typeface="Montserrat Light"/>
              <a:cs typeface="Montserrat Light"/>
              <a:sym typeface="Montserrat Light"/>
            </a:endParaRPr>
          </a:p>
          <a:p>
            <a:pPr indent="0" lvl="0" marL="0" rtl="0" algn="l">
              <a:spcBef>
                <a:spcPts val="300"/>
              </a:spcBef>
              <a:spcAft>
                <a:spcPts val="300"/>
              </a:spcAft>
              <a:buNone/>
            </a:pPr>
            <a:r>
              <a:rPr lang="en-GB" sz="900">
                <a:solidFill>
                  <a:schemeClr val="dk1"/>
                </a:solidFill>
                <a:latin typeface="Montserrat Light"/>
                <a:ea typeface="Montserrat Light"/>
                <a:cs typeface="Montserrat Light"/>
                <a:sym typeface="Montserrat Light"/>
              </a:rPr>
              <a:t>Use </a:t>
            </a:r>
            <a:r>
              <a:rPr lang="en-GB" sz="900">
                <a:solidFill>
                  <a:schemeClr val="dk1"/>
                </a:solidFill>
                <a:latin typeface="Montserrat Medium"/>
                <a:ea typeface="Montserrat Medium"/>
                <a:cs typeface="Montserrat Medium"/>
                <a:sym typeface="Montserrat Medium"/>
              </a:rPr>
              <a:t>white</a:t>
            </a:r>
            <a:r>
              <a:rPr lang="en-GB" sz="900">
                <a:solidFill>
                  <a:schemeClr val="dk1"/>
                </a:solidFill>
                <a:latin typeface="Montserrat Light"/>
                <a:ea typeface="Montserrat Light"/>
                <a:cs typeface="Montserrat Light"/>
                <a:sym typeface="Montserrat Light"/>
              </a:rPr>
              <a:t> text only on dark image backgrounds.</a:t>
            </a:r>
            <a:endParaRPr sz="900">
              <a:solidFill>
                <a:schemeClr val="dk1"/>
              </a:solidFill>
              <a:latin typeface="Montserrat Light"/>
              <a:ea typeface="Montserrat Light"/>
              <a:cs typeface="Montserrat Light"/>
              <a:sym typeface="Montserrat Light"/>
            </a:endParaRPr>
          </a:p>
        </p:txBody>
      </p:sp>
      <p:sp>
        <p:nvSpPr>
          <p:cNvPr id="555" name="Google Shape;555;p46"/>
          <p:cNvSpPr/>
          <p:nvPr/>
        </p:nvSpPr>
        <p:spPr>
          <a:xfrm>
            <a:off x="4545775" y="2615625"/>
            <a:ext cx="4058400" cy="653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900">
                <a:solidFill>
                  <a:schemeClr val="dk1"/>
                </a:solidFill>
                <a:latin typeface="Montserrat Light"/>
                <a:ea typeface="Montserrat Light"/>
                <a:cs typeface="Montserrat Light"/>
                <a:sym typeface="Montserrat Light"/>
              </a:rPr>
              <a:t>Secondary colours are intended for backgrounds and shapes. </a:t>
            </a:r>
            <a:endParaRPr sz="900">
              <a:solidFill>
                <a:schemeClr val="dk1"/>
              </a:solidFill>
              <a:latin typeface="Montserrat Light"/>
              <a:ea typeface="Montserrat Light"/>
              <a:cs typeface="Montserrat Light"/>
              <a:sym typeface="Montserrat Light"/>
            </a:endParaRPr>
          </a:p>
          <a:p>
            <a:pPr indent="0" lvl="0" marL="0" rtl="0" algn="l">
              <a:lnSpc>
                <a:spcPct val="100000"/>
              </a:lnSpc>
              <a:spcBef>
                <a:spcPts val="300"/>
              </a:spcBef>
              <a:spcAft>
                <a:spcPts val="300"/>
              </a:spcAft>
              <a:buNone/>
            </a:pPr>
            <a:r>
              <a:rPr lang="en-GB" sz="900">
                <a:solidFill>
                  <a:schemeClr val="dk1"/>
                </a:solidFill>
                <a:latin typeface="Montserrat Medium"/>
                <a:ea typeface="Montserrat Medium"/>
                <a:cs typeface="Montserrat Medium"/>
                <a:sym typeface="Montserrat Medium"/>
              </a:rPr>
              <a:t>Do not use secondary colours for text.</a:t>
            </a:r>
            <a:endParaRPr sz="900">
              <a:solidFill>
                <a:schemeClr val="dk1"/>
              </a:solidFill>
              <a:latin typeface="Montserrat Medium"/>
              <a:ea typeface="Montserrat Medium"/>
              <a:cs typeface="Montserrat Medium"/>
              <a:sym typeface="Montserrat Medium"/>
            </a:endParaRPr>
          </a:p>
        </p:txBody>
      </p:sp>
      <p:sp>
        <p:nvSpPr>
          <p:cNvPr id="556" name="Google Shape;556;p46"/>
          <p:cNvSpPr/>
          <p:nvPr/>
        </p:nvSpPr>
        <p:spPr>
          <a:xfrm>
            <a:off x="4545775" y="3922650"/>
            <a:ext cx="4058400" cy="65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900">
                <a:solidFill>
                  <a:schemeClr val="dk1"/>
                </a:solidFill>
                <a:latin typeface="Montserrat Light"/>
                <a:ea typeface="Montserrat Light"/>
                <a:cs typeface="Montserrat Light"/>
                <a:sym typeface="Montserrat Light"/>
              </a:rPr>
              <a:t>Accent colours are primarily for use in charts and for tagging different items in legends.</a:t>
            </a:r>
            <a:endParaRPr sz="900">
              <a:solidFill>
                <a:schemeClr val="dk1"/>
              </a:solidFill>
              <a:latin typeface="Montserrat Light"/>
              <a:ea typeface="Montserrat Light"/>
              <a:cs typeface="Montserrat Light"/>
              <a:sym typeface="Montserrat Light"/>
            </a:endParaRPr>
          </a:p>
          <a:p>
            <a:pPr indent="0" lvl="0" marL="0" rtl="0" algn="l">
              <a:spcBef>
                <a:spcPts val="300"/>
              </a:spcBef>
              <a:spcAft>
                <a:spcPts val="0"/>
              </a:spcAft>
              <a:buNone/>
            </a:pPr>
            <a:r>
              <a:rPr lang="en-GB" sz="900">
                <a:solidFill>
                  <a:schemeClr val="dk1"/>
                </a:solidFill>
                <a:latin typeface="Montserrat Medium"/>
                <a:ea typeface="Montserrat Medium"/>
                <a:cs typeface="Montserrat Medium"/>
                <a:sym typeface="Montserrat Medium"/>
              </a:rPr>
              <a:t>Do not use accent colours for text.</a:t>
            </a:r>
            <a:endParaRPr sz="900">
              <a:solidFill>
                <a:schemeClr val="dk1"/>
              </a:solidFill>
              <a:latin typeface="Montserrat Medium"/>
              <a:ea typeface="Montserrat Medium"/>
              <a:cs typeface="Montserrat Medium"/>
              <a:sym typeface="Montserrat Medium"/>
            </a:endParaRPr>
          </a:p>
          <a:p>
            <a:pPr indent="0" lvl="0" marL="0" rtl="0" algn="l">
              <a:lnSpc>
                <a:spcPct val="100000"/>
              </a:lnSpc>
              <a:spcBef>
                <a:spcPts val="300"/>
              </a:spcBef>
              <a:spcAft>
                <a:spcPts val="300"/>
              </a:spcAft>
              <a:buNone/>
            </a:pPr>
            <a:r>
              <a:t/>
            </a:r>
            <a:endParaRPr sz="900">
              <a:solidFill>
                <a:schemeClr val="dk1"/>
              </a:solidFill>
              <a:latin typeface="Montserrat Light"/>
              <a:ea typeface="Montserrat Light"/>
              <a:cs typeface="Montserrat Light"/>
              <a:sym typeface="Montserrat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7"/>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Frequently used assets</a:t>
            </a:r>
            <a:endParaRPr/>
          </a:p>
        </p:txBody>
      </p:sp>
      <p:sp>
        <p:nvSpPr>
          <p:cNvPr id="562" name="Google Shape;562;p47"/>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Devoteam logos, partner badges, success stories assets, and direct links to our libraries (icons, images) and brand guidelines.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8"/>
          <p:cNvSpPr/>
          <p:nvPr/>
        </p:nvSpPr>
        <p:spPr>
          <a:xfrm>
            <a:off x="540000" y="1397375"/>
            <a:ext cx="1330800" cy="5988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568" name="Google Shape;568;p48"/>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Logos, badges and other assets</a:t>
            </a:r>
            <a:endParaRPr/>
          </a:p>
        </p:txBody>
      </p:sp>
      <p:sp>
        <p:nvSpPr>
          <p:cNvPr id="569" name="Google Shape;569;p48"/>
          <p:cNvSpPr txBox="1"/>
          <p:nvPr>
            <p:ph idx="4294967295" type="subTitle"/>
          </p:nvPr>
        </p:nvSpPr>
        <p:spPr>
          <a:xfrm>
            <a:off x="540000" y="980400"/>
            <a:ext cx="1330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Devoteam logo</a:t>
            </a:r>
            <a:endParaRPr/>
          </a:p>
        </p:txBody>
      </p:sp>
      <p:pic>
        <p:nvPicPr>
          <p:cNvPr id="570" name="Google Shape;570;p48"/>
          <p:cNvPicPr preferRelativeResize="0"/>
          <p:nvPr/>
        </p:nvPicPr>
        <p:blipFill>
          <a:blip r:embed="rId3">
            <a:alphaModFix/>
          </a:blip>
          <a:stretch>
            <a:fillRect/>
          </a:stretch>
        </p:blipFill>
        <p:spPr>
          <a:xfrm>
            <a:off x="575400" y="1434275"/>
            <a:ext cx="1260001" cy="525001"/>
          </a:xfrm>
          <a:prstGeom prst="rect">
            <a:avLst/>
          </a:prstGeom>
          <a:noFill/>
          <a:ln>
            <a:noFill/>
          </a:ln>
        </p:spPr>
      </p:pic>
      <p:sp>
        <p:nvSpPr>
          <p:cNvPr id="571" name="Google Shape;571;p48"/>
          <p:cNvSpPr/>
          <p:nvPr/>
        </p:nvSpPr>
        <p:spPr>
          <a:xfrm>
            <a:off x="540000" y="2081800"/>
            <a:ext cx="1330800" cy="21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600">
                <a:solidFill>
                  <a:schemeClr val="dk1"/>
                </a:solidFill>
                <a:latin typeface="Montserrat Medium"/>
                <a:ea typeface="Montserrat Medium"/>
                <a:cs typeface="Montserrat Medium"/>
                <a:sym typeface="Montserrat Medium"/>
              </a:rPr>
              <a:t>Primary logo</a:t>
            </a:r>
            <a:br>
              <a:rPr lang="en-GB" sz="600">
                <a:solidFill>
                  <a:schemeClr val="dk1"/>
                </a:solidFill>
                <a:latin typeface="Montserrat Medium"/>
                <a:ea typeface="Montserrat Medium"/>
                <a:cs typeface="Montserrat Medium"/>
                <a:sym typeface="Montserrat Medium"/>
              </a:rPr>
            </a:br>
            <a:r>
              <a:rPr lang="en-GB" sz="600">
                <a:solidFill>
                  <a:schemeClr val="dk1"/>
                </a:solidFill>
                <a:latin typeface="Montserrat Light"/>
                <a:ea typeface="Montserrat Light"/>
                <a:cs typeface="Montserrat Light"/>
                <a:sym typeface="Montserrat Light"/>
              </a:rPr>
              <a:t>For white and light backgrounds</a:t>
            </a:r>
            <a:endParaRPr sz="600">
              <a:solidFill>
                <a:schemeClr val="dk1"/>
              </a:solidFill>
              <a:latin typeface="Montserrat Light"/>
              <a:ea typeface="Montserrat Light"/>
              <a:cs typeface="Montserrat Light"/>
              <a:sym typeface="Montserrat Light"/>
            </a:endParaRPr>
          </a:p>
        </p:txBody>
      </p:sp>
      <p:sp>
        <p:nvSpPr>
          <p:cNvPr id="572" name="Google Shape;572;p48"/>
          <p:cNvSpPr/>
          <p:nvPr/>
        </p:nvSpPr>
        <p:spPr>
          <a:xfrm>
            <a:off x="540000" y="2453300"/>
            <a:ext cx="1330800" cy="5988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pic>
        <p:nvPicPr>
          <p:cNvPr id="573" name="Google Shape;573;p48"/>
          <p:cNvPicPr preferRelativeResize="0"/>
          <p:nvPr/>
        </p:nvPicPr>
        <p:blipFill rotWithShape="1">
          <a:blip r:embed="rId4">
            <a:alphaModFix/>
          </a:blip>
          <a:srcRect b="40" l="0" r="0" t="40"/>
          <a:stretch/>
        </p:blipFill>
        <p:spPr>
          <a:xfrm>
            <a:off x="575400" y="2490200"/>
            <a:ext cx="1260001" cy="525001"/>
          </a:xfrm>
          <a:prstGeom prst="rect">
            <a:avLst/>
          </a:prstGeom>
          <a:noFill/>
          <a:ln>
            <a:noFill/>
          </a:ln>
        </p:spPr>
      </p:pic>
      <p:sp>
        <p:nvSpPr>
          <p:cNvPr id="574" name="Google Shape;574;p48"/>
          <p:cNvSpPr/>
          <p:nvPr/>
        </p:nvSpPr>
        <p:spPr>
          <a:xfrm>
            <a:off x="540000" y="3137725"/>
            <a:ext cx="1330800" cy="21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600">
                <a:solidFill>
                  <a:schemeClr val="dk1"/>
                </a:solidFill>
                <a:latin typeface="Montserrat Medium"/>
                <a:ea typeface="Montserrat Medium"/>
                <a:cs typeface="Montserrat Medium"/>
                <a:sym typeface="Montserrat Medium"/>
              </a:rPr>
              <a:t>Logo with white wordmark </a:t>
            </a:r>
            <a:br>
              <a:rPr lang="en-GB" sz="600">
                <a:solidFill>
                  <a:schemeClr val="dk1"/>
                </a:solidFill>
                <a:latin typeface="Montserrat Medium"/>
                <a:ea typeface="Montserrat Medium"/>
                <a:cs typeface="Montserrat Medium"/>
                <a:sym typeface="Montserrat Medium"/>
              </a:rPr>
            </a:br>
            <a:r>
              <a:rPr lang="en-GB" sz="600">
                <a:solidFill>
                  <a:schemeClr val="dk1"/>
                </a:solidFill>
                <a:latin typeface="Montserrat Light"/>
                <a:ea typeface="Montserrat Light"/>
                <a:cs typeface="Montserrat Light"/>
                <a:sym typeface="Montserrat Light"/>
              </a:rPr>
              <a:t>For dark backgrounds and images</a:t>
            </a:r>
            <a:endParaRPr sz="600">
              <a:solidFill>
                <a:schemeClr val="dk1"/>
              </a:solidFill>
              <a:latin typeface="Montserrat Light"/>
              <a:ea typeface="Montserrat Light"/>
              <a:cs typeface="Montserrat Light"/>
              <a:sym typeface="Montserrat Light"/>
            </a:endParaRPr>
          </a:p>
        </p:txBody>
      </p:sp>
      <p:sp>
        <p:nvSpPr>
          <p:cNvPr id="575" name="Google Shape;575;p48"/>
          <p:cNvSpPr/>
          <p:nvPr/>
        </p:nvSpPr>
        <p:spPr>
          <a:xfrm>
            <a:off x="540000" y="3479850"/>
            <a:ext cx="1330800" cy="5988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pic>
        <p:nvPicPr>
          <p:cNvPr id="576" name="Google Shape;576;p48"/>
          <p:cNvPicPr preferRelativeResize="0"/>
          <p:nvPr/>
        </p:nvPicPr>
        <p:blipFill rotWithShape="1">
          <a:blip r:embed="rId5">
            <a:alphaModFix/>
          </a:blip>
          <a:srcRect b="40" l="0" r="0" t="40"/>
          <a:stretch/>
        </p:blipFill>
        <p:spPr>
          <a:xfrm>
            <a:off x="575400" y="3516750"/>
            <a:ext cx="1260001" cy="525001"/>
          </a:xfrm>
          <a:prstGeom prst="rect">
            <a:avLst/>
          </a:prstGeom>
          <a:noFill/>
          <a:ln>
            <a:noFill/>
          </a:ln>
        </p:spPr>
      </p:pic>
      <p:sp>
        <p:nvSpPr>
          <p:cNvPr id="577" name="Google Shape;577;p48"/>
          <p:cNvSpPr/>
          <p:nvPr/>
        </p:nvSpPr>
        <p:spPr>
          <a:xfrm>
            <a:off x="540000" y="4164275"/>
            <a:ext cx="1330800" cy="37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600">
                <a:solidFill>
                  <a:schemeClr val="dk1"/>
                </a:solidFill>
                <a:latin typeface="Montserrat Medium"/>
                <a:ea typeface="Montserrat Medium"/>
                <a:cs typeface="Montserrat Medium"/>
                <a:sym typeface="Montserrat Medium"/>
              </a:rPr>
              <a:t>White logo</a:t>
            </a:r>
            <a:endParaRPr sz="600">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rPr lang="en-GB" sz="600">
                <a:solidFill>
                  <a:schemeClr val="dk1"/>
                </a:solidFill>
                <a:latin typeface="Montserrat Light"/>
                <a:ea typeface="Montserrat Light"/>
                <a:cs typeface="Montserrat Light"/>
                <a:sym typeface="Montserrat Light"/>
              </a:rPr>
              <a:t>To be used over dark backgrounds and images where the red poppy doesn’t stand out </a:t>
            </a:r>
            <a:endParaRPr sz="600">
              <a:solidFill>
                <a:schemeClr val="dk1"/>
              </a:solidFill>
              <a:latin typeface="Montserrat Light"/>
              <a:ea typeface="Montserrat Light"/>
              <a:cs typeface="Montserrat Light"/>
              <a:sym typeface="Montserrat Light"/>
            </a:endParaRPr>
          </a:p>
        </p:txBody>
      </p:sp>
      <p:sp>
        <p:nvSpPr>
          <p:cNvPr id="578" name="Google Shape;578;p48"/>
          <p:cNvSpPr txBox="1"/>
          <p:nvPr>
            <p:ph idx="4294967295" type="subTitle"/>
          </p:nvPr>
        </p:nvSpPr>
        <p:spPr>
          <a:xfrm>
            <a:off x="2590800" y="975500"/>
            <a:ext cx="2342400" cy="252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Devoteam + partners</a:t>
            </a:r>
            <a:endParaRPr/>
          </a:p>
        </p:txBody>
      </p:sp>
      <p:grpSp>
        <p:nvGrpSpPr>
          <p:cNvPr id="579" name="Google Shape;579;p48"/>
          <p:cNvGrpSpPr/>
          <p:nvPr/>
        </p:nvGrpSpPr>
        <p:grpSpPr>
          <a:xfrm>
            <a:off x="2507850" y="1397375"/>
            <a:ext cx="1909162" cy="525001"/>
            <a:chOff x="4758075" y="1516875"/>
            <a:chExt cx="1909162" cy="525001"/>
          </a:xfrm>
        </p:grpSpPr>
        <p:pic>
          <p:nvPicPr>
            <p:cNvPr id="580" name="Google Shape;580;p48"/>
            <p:cNvPicPr preferRelativeResize="0"/>
            <p:nvPr/>
          </p:nvPicPr>
          <p:blipFill>
            <a:blip r:embed="rId3">
              <a:alphaModFix/>
            </a:blip>
            <a:stretch>
              <a:fillRect/>
            </a:stretch>
          </p:blipFill>
          <p:spPr>
            <a:xfrm>
              <a:off x="4758075" y="1516875"/>
              <a:ext cx="1260001" cy="525001"/>
            </a:xfrm>
            <a:prstGeom prst="rect">
              <a:avLst/>
            </a:prstGeom>
            <a:noFill/>
            <a:ln>
              <a:noFill/>
            </a:ln>
          </p:spPr>
        </p:pic>
        <p:pic>
          <p:nvPicPr>
            <p:cNvPr id="581" name="Google Shape;581;p48"/>
            <p:cNvPicPr preferRelativeResize="0"/>
            <p:nvPr/>
          </p:nvPicPr>
          <p:blipFill>
            <a:blip r:embed="rId6">
              <a:alphaModFix/>
            </a:blip>
            <a:stretch>
              <a:fillRect/>
            </a:stretch>
          </p:blipFill>
          <p:spPr>
            <a:xfrm>
              <a:off x="6217237" y="1554363"/>
              <a:ext cx="450000" cy="450000"/>
            </a:xfrm>
            <a:prstGeom prst="rect">
              <a:avLst/>
            </a:prstGeom>
            <a:noFill/>
            <a:ln>
              <a:noFill/>
            </a:ln>
          </p:spPr>
        </p:pic>
      </p:grpSp>
      <p:grpSp>
        <p:nvGrpSpPr>
          <p:cNvPr id="582" name="Google Shape;582;p48"/>
          <p:cNvGrpSpPr/>
          <p:nvPr/>
        </p:nvGrpSpPr>
        <p:grpSpPr>
          <a:xfrm>
            <a:off x="2507850" y="2968575"/>
            <a:ext cx="2407174" cy="525001"/>
            <a:chOff x="4758075" y="2783275"/>
            <a:chExt cx="2407174" cy="525001"/>
          </a:xfrm>
        </p:grpSpPr>
        <p:pic>
          <p:nvPicPr>
            <p:cNvPr id="583" name="Google Shape;583;p48"/>
            <p:cNvPicPr preferRelativeResize="0"/>
            <p:nvPr/>
          </p:nvPicPr>
          <p:blipFill>
            <a:blip r:embed="rId3">
              <a:alphaModFix/>
            </a:blip>
            <a:stretch>
              <a:fillRect/>
            </a:stretch>
          </p:blipFill>
          <p:spPr>
            <a:xfrm>
              <a:off x="4758075" y="2783275"/>
              <a:ext cx="1260001" cy="525001"/>
            </a:xfrm>
            <a:prstGeom prst="rect">
              <a:avLst/>
            </a:prstGeom>
            <a:noFill/>
            <a:ln>
              <a:noFill/>
            </a:ln>
          </p:spPr>
        </p:pic>
        <p:pic>
          <p:nvPicPr>
            <p:cNvPr id="584" name="Google Shape;584;p48"/>
            <p:cNvPicPr preferRelativeResize="0"/>
            <p:nvPr/>
          </p:nvPicPr>
          <p:blipFill>
            <a:blip r:embed="rId7">
              <a:alphaModFix/>
            </a:blip>
            <a:stretch>
              <a:fillRect/>
            </a:stretch>
          </p:blipFill>
          <p:spPr>
            <a:xfrm>
              <a:off x="6217225" y="2938310"/>
              <a:ext cx="948024" cy="205200"/>
            </a:xfrm>
            <a:prstGeom prst="rect">
              <a:avLst/>
            </a:prstGeom>
            <a:noFill/>
            <a:ln>
              <a:noFill/>
            </a:ln>
          </p:spPr>
        </p:pic>
      </p:grpSp>
      <p:grpSp>
        <p:nvGrpSpPr>
          <p:cNvPr id="585" name="Google Shape;585;p48"/>
          <p:cNvGrpSpPr/>
          <p:nvPr/>
        </p:nvGrpSpPr>
        <p:grpSpPr>
          <a:xfrm>
            <a:off x="2507850" y="2182975"/>
            <a:ext cx="2342437" cy="525001"/>
            <a:chOff x="4758075" y="2150075"/>
            <a:chExt cx="2342437" cy="525001"/>
          </a:xfrm>
        </p:grpSpPr>
        <p:pic>
          <p:nvPicPr>
            <p:cNvPr id="586" name="Google Shape;586;p48"/>
            <p:cNvPicPr preferRelativeResize="0"/>
            <p:nvPr/>
          </p:nvPicPr>
          <p:blipFill>
            <a:blip r:embed="rId3">
              <a:alphaModFix/>
            </a:blip>
            <a:stretch>
              <a:fillRect/>
            </a:stretch>
          </p:blipFill>
          <p:spPr>
            <a:xfrm>
              <a:off x="4758075" y="2150075"/>
              <a:ext cx="1260001" cy="525001"/>
            </a:xfrm>
            <a:prstGeom prst="rect">
              <a:avLst/>
            </a:prstGeom>
            <a:noFill/>
            <a:ln>
              <a:noFill/>
            </a:ln>
          </p:spPr>
        </p:pic>
        <p:pic>
          <p:nvPicPr>
            <p:cNvPr id="587" name="Google Shape;587;p48"/>
            <p:cNvPicPr preferRelativeResize="0"/>
            <p:nvPr/>
          </p:nvPicPr>
          <p:blipFill rotWithShape="1">
            <a:blip r:embed="rId8">
              <a:alphaModFix/>
            </a:blip>
            <a:srcRect b="0" l="20" r="30" t="0"/>
            <a:stretch/>
          </p:blipFill>
          <p:spPr>
            <a:xfrm>
              <a:off x="6217225" y="2283802"/>
              <a:ext cx="883287" cy="270000"/>
            </a:xfrm>
            <a:prstGeom prst="rect">
              <a:avLst/>
            </a:prstGeom>
            <a:noFill/>
            <a:ln>
              <a:noFill/>
            </a:ln>
          </p:spPr>
        </p:pic>
      </p:grpSp>
      <p:cxnSp>
        <p:nvCxnSpPr>
          <p:cNvPr id="588" name="Google Shape;588;p48"/>
          <p:cNvCxnSpPr/>
          <p:nvPr/>
        </p:nvCxnSpPr>
        <p:spPr>
          <a:xfrm rot="10800000">
            <a:off x="2227425" y="1055075"/>
            <a:ext cx="0" cy="3479700"/>
          </a:xfrm>
          <a:prstGeom prst="straightConnector1">
            <a:avLst/>
          </a:prstGeom>
          <a:noFill/>
          <a:ln cap="flat" cmpd="sng" w="9525">
            <a:solidFill>
              <a:schemeClr val="accent6"/>
            </a:solidFill>
            <a:prstDash val="solid"/>
            <a:round/>
            <a:headEnd len="med" w="med" type="none"/>
            <a:tailEnd len="med" w="med" type="none"/>
          </a:ln>
        </p:spPr>
      </p:cxnSp>
      <p:cxnSp>
        <p:nvCxnSpPr>
          <p:cNvPr id="589" name="Google Shape;589;p48"/>
          <p:cNvCxnSpPr/>
          <p:nvPr/>
        </p:nvCxnSpPr>
        <p:spPr>
          <a:xfrm rot="10800000">
            <a:off x="5312575" y="1012850"/>
            <a:ext cx="0" cy="3479700"/>
          </a:xfrm>
          <a:prstGeom prst="straightConnector1">
            <a:avLst/>
          </a:prstGeom>
          <a:noFill/>
          <a:ln cap="flat" cmpd="sng" w="9525">
            <a:solidFill>
              <a:schemeClr val="accent6"/>
            </a:solidFill>
            <a:prstDash val="solid"/>
            <a:round/>
            <a:headEnd len="med" w="med" type="none"/>
            <a:tailEnd len="med" w="med" type="none"/>
          </a:ln>
        </p:spPr>
      </p:cxnSp>
      <p:sp>
        <p:nvSpPr>
          <p:cNvPr id="590" name="Google Shape;590;p48"/>
          <p:cNvSpPr txBox="1"/>
          <p:nvPr>
            <p:ph idx="4294967295" type="subTitle"/>
          </p:nvPr>
        </p:nvSpPr>
        <p:spPr>
          <a:xfrm>
            <a:off x="5653200" y="954000"/>
            <a:ext cx="2950800" cy="252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Icon library</a:t>
            </a:r>
            <a:endParaRPr/>
          </a:p>
        </p:txBody>
      </p:sp>
      <p:sp>
        <p:nvSpPr>
          <p:cNvPr id="591" name="Google Shape;591;p48">
            <a:hlinkClick r:id="rId9"/>
          </p:cNvPr>
          <p:cNvSpPr/>
          <p:nvPr/>
        </p:nvSpPr>
        <p:spPr>
          <a:xfrm>
            <a:off x="5653200" y="1291575"/>
            <a:ext cx="2950800" cy="2928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72000" lIns="90000" spcFirstLastPara="1" rIns="91425" wrap="square" tIns="72000">
            <a:noAutofit/>
          </a:bodyPr>
          <a:lstStyle/>
          <a:p>
            <a:pPr indent="0" lvl="0" marL="0" rtl="0" algn="ctr">
              <a:spcBef>
                <a:spcPts val="0"/>
              </a:spcBef>
              <a:spcAft>
                <a:spcPts val="0"/>
              </a:spcAft>
              <a:buNone/>
            </a:pPr>
            <a:r>
              <a:rPr b="1" lang="en-GB" sz="800">
                <a:solidFill>
                  <a:schemeClr val="lt2"/>
                </a:solidFill>
                <a:latin typeface="Montserrat"/>
                <a:ea typeface="Montserrat"/>
                <a:cs typeface="Montserrat"/>
                <a:sym typeface="Montserrat"/>
              </a:rPr>
              <a:t>Access our icon library</a:t>
            </a:r>
            <a:r>
              <a:rPr lang="en-GB" sz="600">
                <a:solidFill>
                  <a:schemeClr val="dk1"/>
                </a:solidFill>
                <a:latin typeface="Montserrat Light"/>
                <a:ea typeface="Montserrat Light"/>
                <a:cs typeface="Montserrat Light"/>
                <a:sym typeface="Montserrat Light"/>
              </a:rPr>
              <a:t> </a:t>
            </a:r>
            <a:endParaRPr sz="1200">
              <a:solidFill>
                <a:schemeClr val="dk1"/>
              </a:solidFill>
              <a:latin typeface="Montserrat Light"/>
              <a:ea typeface="Montserrat Light"/>
              <a:cs typeface="Montserrat Light"/>
              <a:sym typeface="Montserrat Light"/>
            </a:endParaRPr>
          </a:p>
        </p:txBody>
      </p:sp>
      <p:sp>
        <p:nvSpPr>
          <p:cNvPr id="592" name="Google Shape;592;p48"/>
          <p:cNvSpPr txBox="1"/>
          <p:nvPr>
            <p:ph idx="4294967295" type="subTitle"/>
          </p:nvPr>
        </p:nvSpPr>
        <p:spPr>
          <a:xfrm>
            <a:off x="5653200" y="1943175"/>
            <a:ext cx="2950800" cy="252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Image library</a:t>
            </a:r>
            <a:endParaRPr/>
          </a:p>
        </p:txBody>
      </p:sp>
      <p:sp>
        <p:nvSpPr>
          <p:cNvPr id="593" name="Google Shape;593;p48">
            <a:hlinkClick r:id="rId10"/>
          </p:cNvPr>
          <p:cNvSpPr/>
          <p:nvPr/>
        </p:nvSpPr>
        <p:spPr>
          <a:xfrm>
            <a:off x="5653200" y="2280750"/>
            <a:ext cx="2950800" cy="2928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72000" lIns="90000" spcFirstLastPara="1" rIns="91425" wrap="square" tIns="72000">
            <a:noAutofit/>
          </a:bodyPr>
          <a:lstStyle/>
          <a:p>
            <a:pPr indent="0" lvl="0" marL="0" rtl="0" algn="ctr">
              <a:spcBef>
                <a:spcPts val="0"/>
              </a:spcBef>
              <a:spcAft>
                <a:spcPts val="0"/>
              </a:spcAft>
              <a:buNone/>
            </a:pPr>
            <a:r>
              <a:rPr b="1" lang="en-GB" sz="800">
                <a:solidFill>
                  <a:schemeClr val="lt2"/>
                </a:solidFill>
                <a:latin typeface="Montserrat"/>
                <a:ea typeface="Montserrat"/>
                <a:cs typeface="Montserrat"/>
                <a:sym typeface="Montserrat"/>
              </a:rPr>
              <a:t>Browse our image library</a:t>
            </a:r>
            <a:endParaRPr sz="1200">
              <a:solidFill>
                <a:schemeClr val="dk1"/>
              </a:solidFill>
              <a:latin typeface="Montserrat Light"/>
              <a:ea typeface="Montserrat Light"/>
              <a:cs typeface="Montserrat Light"/>
              <a:sym typeface="Montserrat Light"/>
            </a:endParaRPr>
          </a:p>
        </p:txBody>
      </p:sp>
      <p:sp>
        <p:nvSpPr>
          <p:cNvPr id="594" name="Google Shape;594;p48"/>
          <p:cNvSpPr txBox="1"/>
          <p:nvPr>
            <p:ph idx="4294967295" type="subTitle"/>
          </p:nvPr>
        </p:nvSpPr>
        <p:spPr>
          <a:xfrm>
            <a:off x="5653200" y="3862175"/>
            <a:ext cx="2950800" cy="252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Other logos</a:t>
            </a:r>
            <a:endParaRPr/>
          </a:p>
        </p:txBody>
      </p:sp>
      <p:sp>
        <p:nvSpPr>
          <p:cNvPr id="595" name="Google Shape;595;p48">
            <a:hlinkClick r:id="rId11"/>
          </p:cNvPr>
          <p:cNvSpPr/>
          <p:nvPr/>
        </p:nvSpPr>
        <p:spPr>
          <a:xfrm>
            <a:off x="5653200" y="4199750"/>
            <a:ext cx="2950800" cy="2928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72000" lIns="90000" spcFirstLastPara="1" rIns="91425" wrap="square" tIns="72000">
            <a:noAutofit/>
          </a:bodyPr>
          <a:lstStyle/>
          <a:p>
            <a:pPr indent="0" lvl="0" marL="0" rtl="0" algn="ctr">
              <a:spcBef>
                <a:spcPts val="0"/>
              </a:spcBef>
              <a:spcAft>
                <a:spcPts val="0"/>
              </a:spcAft>
              <a:buNone/>
            </a:pPr>
            <a:r>
              <a:rPr b="1" lang="en-GB" sz="800">
                <a:solidFill>
                  <a:schemeClr val="lt2"/>
                </a:solidFill>
                <a:latin typeface="Montserrat"/>
                <a:ea typeface="Montserrat"/>
                <a:cs typeface="Montserrat"/>
                <a:sym typeface="Montserrat"/>
              </a:rPr>
              <a:t>Download other logos</a:t>
            </a:r>
            <a:r>
              <a:rPr lang="en-GB" sz="600">
                <a:solidFill>
                  <a:schemeClr val="dk1"/>
                </a:solidFill>
                <a:latin typeface="Montserrat Light"/>
                <a:ea typeface="Montserrat Light"/>
                <a:cs typeface="Montserrat Light"/>
                <a:sym typeface="Montserrat Light"/>
              </a:rPr>
              <a:t> </a:t>
            </a:r>
            <a:endParaRPr sz="1200">
              <a:solidFill>
                <a:schemeClr val="dk1"/>
              </a:solidFill>
              <a:latin typeface="Montserrat Light"/>
              <a:ea typeface="Montserrat Light"/>
              <a:cs typeface="Montserrat Light"/>
              <a:sym typeface="Montserrat Light"/>
            </a:endParaRPr>
          </a:p>
        </p:txBody>
      </p:sp>
      <p:sp>
        <p:nvSpPr>
          <p:cNvPr id="596" name="Google Shape;596;p48"/>
          <p:cNvSpPr txBox="1"/>
          <p:nvPr>
            <p:ph idx="4294967295" type="subTitle"/>
          </p:nvPr>
        </p:nvSpPr>
        <p:spPr>
          <a:xfrm>
            <a:off x="5653200" y="2902675"/>
            <a:ext cx="2950800" cy="252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Brand guidelines</a:t>
            </a:r>
            <a:endParaRPr/>
          </a:p>
        </p:txBody>
      </p:sp>
      <p:sp>
        <p:nvSpPr>
          <p:cNvPr id="597" name="Google Shape;597;p48">
            <a:hlinkClick r:id="rId12"/>
          </p:cNvPr>
          <p:cNvSpPr/>
          <p:nvPr/>
        </p:nvSpPr>
        <p:spPr>
          <a:xfrm>
            <a:off x="5653200" y="3240250"/>
            <a:ext cx="2950800" cy="2928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72000" lIns="90000" spcFirstLastPara="1" rIns="91425" wrap="square" tIns="72000">
            <a:noAutofit/>
          </a:bodyPr>
          <a:lstStyle/>
          <a:p>
            <a:pPr indent="0" lvl="0" marL="0" rtl="0" algn="ctr">
              <a:spcBef>
                <a:spcPts val="0"/>
              </a:spcBef>
              <a:spcAft>
                <a:spcPts val="0"/>
              </a:spcAft>
              <a:buNone/>
            </a:pPr>
            <a:r>
              <a:rPr b="1" lang="en-GB" sz="800">
                <a:solidFill>
                  <a:schemeClr val="lt2"/>
                </a:solidFill>
                <a:latin typeface="Montserrat"/>
                <a:ea typeface="Montserrat"/>
                <a:cs typeface="Montserrat"/>
                <a:sym typeface="Montserrat"/>
              </a:rPr>
              <a:t>Review our brand guidelines</a:t>
            </a:r>
            <a:endParaRPr sz="1200">
              <a:solidFill>
                <a:schemeClr val="dk1"/>
              </a:solidFill>
              <a:latin typeface="Montserrat Light"/>
              <a:ea typeface="Montserrat Light"/>
              <a:cs typeface="Montserrat Light"/>
              <a:sym typeface="Montserrat Light"/>
            </a:endParaRPr>
          </a:p>
        </p:txBody>
      </p:sp>
      <p:grpSp>
        <p:nvGrpSpPr>
          <p:cNvPr id="598" name="Google Shape;598;p48"/>
          <p:cNvGrpSpPr/>
          <p:nvPr/>
        </p:nvGrpSpPr>
        <p:grpSpPr>
          <a:xfrm>
            <a:off x="2507850" y="3688775"/>
            <a:ext cx="2053595" cy="598799"/>
            <a:chOff x="2507850" y="3626550"/>
            <a:chExt cx="2053595" cy="598799"/>
          </a:xfrm>
        </p:grpSpPr>
        <p:pic>
          <p:nvPicPr>
            <p:cNvPr id="599" name="Google Shape;599;p48"/>
            <p:cNvPicPr preferRelativeResize="0"/>
            <p:nvPr/>
          </p:nvPicPr>
          <p:blipFill>
            <a:blip r:embed="rId3">
              <a:alphaModFix/>
            </a:blip>
            <a:stretch>
              <a:fillRect/>
            </a:stretch>
          </p:blipFill>
          <p:spPr>
            <a:xfrm>
              <a:off x="2507850" y="3663450"/>
              <a:ext cx="1260001" cy="525001"/>
            </a:xfrm>
            <a:prstGeom prst="rect">
              <a:avLst/>
            </a:prstGeom>
            <a:noFill/>
            <a:ln>
              <a:noFill/>
            </a:ln>
          </p:spPr>
        </p:pic>
        <p:pic>
          <p:nvPicPr>
            <p:cNvPr id="600" name="Google Shape;600;p48"/>
            <p:cNvPicPr preferRelativeResize="0"/>
            <p:nvPr/>
          </p:nvPicPr>
          <p:blipFill>
            <a:blip r:embed="rId13">
              <a:alphaModFix/>
            </a:blip>
            <a:stretch>
              <a:fillRect/>
            </a:stretch>
          </p:blipFill>
          <p:spPr>
            <a:xfrm>
              <a:off x="3962625" y="3626550"/>
              <a:ext cx="598820" cy="598799"/>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9"/>
          <p:cNvSpPr txBox="1"/>
          <p:nvPr/>
        </p:nvSpPr>
        <p:spPr>
          <a:xfrm>
            <a:off x="540000" y="980400"/>
            <a:ext cx="1653600" cy="25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300">
                <a:solidFill>
                  <a:srgbClr val="3C3C3A"/>
                </a:solidFill>
                <a:latin typeface="Montserrat"/>
                <a:ea typeface="Montserrat"/>
                <a:cs typeface="Montserrat"/>
                <a:sym typeface="Montserrat"/>
              </a:rPr>
              <a:t>Partners</a:t>
            </a:r>
            <a:endParaRPr b="1" sz="1300">
              <a:solidFill>
                <a:srgbClr val="3C3C3A"/>
              </a:solidFill>
              <a:latin typeface="Montserrat"/>
              <a:ea typeface="Montserrat"/>
              <a:cs typeface="Montserrat"/>
              <a:sym typeface="Montserrat"/>
            </a:endParaRPr>
          </a:p>
        </p:txBody>
      </p:sp>
      <p:sp>
        <p:nvSpPr>
          <p:cNvPr id="606" name="Google Shape;606;p49"/>
          <p:cNvSpPr txBox="1"/>
          <p:nvPr/>
        </p:nvSpPr>
        <p:spPr>
          <a:xfrm>
            <a:off x="4085950" y="928875"/>
            <a:ext cx="1921500" cy="25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300">
                <a:solidFill>
                  <a:srgbClr val="3C3C3A"/>
                </a:solidFill>
                <a:latin typeface="Montserrat"/>
                <a:ea typeface="Montserrat"/>
                <a:cs typeface="Montserrat"/>
                <a:sym typeface="Montserrat"/>
              </a:rPr>
              <a:t>Flags</a:t>
            </a:r>
            <a:endParaRPr b="1" sz="1300">
              <a:solidFill>
                <a:srgbClr val="3C3C3A"/>
              </a:solidFill>
              <a:latin typeface="Montserrat"/>
              <a:ea typeface="Montserrat"/>
              <a:cs typeface="Montserrat"/>
              <a:sym typeface="Montserrat"/>
            </a:endParaRPr>
          </a:p>
        </p:txBody>
      </p:sp>
      <p:grpSp>
        <p:nvGrpSpPr>
          <p:cNvPr id="607" name="Google Shape;607;p49"/>
          <p:cNvGrpSpPr/>
          <p:nvPr/>
        </p:nvGrpSpPr>
        <p:grpSpPr>
          <a:xfrm>
            <a:off x="527213" y="2941550"/>
            <a:ext cx="1653662" cy="410435"/>
            <a:chOff x="527213" y="2941550"/>
            <a:chExt cx="1653662" cy="410435"/>
          </a:xfrm>
        </p:grpSpPr>
        <p:sp>
          <p:nvSpPr>
            <p:cNvPr id="608" name="Google Shape;608;p49"/>
            <p:cNvSpPr txBox="1"/>
            <p:nvPr/>
          </p:nvSpPr>
          <p:spPr>
            <a:xfrm>
              <a:off x="527213" y="2941550"/>
              <a:ext cx="1030200" cy="410400"/>
            </a:xfrm>
            <a:prstGeom prst="rect">
              <a:avLst/>
            </a:prstGeom>
            <a:noFill/>
            <a:ln>
              <a:noFill/>
            </a:ln>
          </p:spPr>
          <p:txBody>
            <a:bodyPr anchorCtr="0" anchor="ctr" bIns="91425" lIns="91425" spcFirstLastPara="1" rIns="91425" wrap="square" tIns="91425">
              <a:noAutofit/>
            </a:bodyPr>
            <a:lstStyle/>
            <a:p>
              <a:pPr indent="-90000" lvl="0" marL="0" rtl="0" algn="l">
                <a:spcBef>
                  <a:spcPts val="0"/>
                </a:spcBef>
                <a:spcAft>
                  <a:spcPts val="0"/>
                </a:spcAft>
                <a:buNone/>
              </a:pPr>
              <a:r>
                <a:rPr b="1" lang="en-GB" sz="800">
                  <a:solidFill>
                    <a:srgbClr val="3C3C3A"/>
                  </a:solidFill>
                  <a:latin typeface="Montserrat"/>
                  <a:ea typeface="Montserrat"/>
                  <a:cs typeface="Montserrat"/>
                  <a:sym typeface="Montserrat"/>
                </a:rPr>
                <a:t>Partner:</a:t>
              </a:r>
              <a:endParaRPr b="1" sz="800">
                <a:solidFill>
                  <a:srgbClr val="3C3C3A"/>
                </a:solidFill>
                <a:latin typeface="Montserrat"/>
                <a:ea typeface="Montserrat"/>
                <a:cs typeface="Montserrat"/>
                <a:sym typeface="Montserrat"/>
              </a:endParaRPr>
            </a:p>
          </p:txBody>
        </p:sp>
        <p:pic>
          <p:nvPicPr>
            <p:cNvPr id="609" name="Google Shape;609;p49"/>
            <p:cNvPicPr preferRelativeResize="0"/>
            <p:nvPr/>
          </p:nvPicPr>
          <p:blipFill rotWithShape="1">
            <a:blip r:embed="rId3">
              <a:alphaModFix/>
            </a:blip>
            <a:srcRect b="-18661" l="5027" r="5054" t="-6747"/>
            <a:stretch/>
          </p:blipFill>
          <p:spPr>
            <a:xfrm>
              <a:off x="1158475" y="2941585"/>
              <a:ext cx="1022400" cy="410400"/>
            </a:xfrm>
            <a:prstGeom prst="rect">
              <a:avLst/>
            </a:prstGeom>
            <a:noFill/>
            <a:ln>
              <a:noFill/>
            </a:ln>
          </p:spPr>
        </p:pic>
      </p:grpSp>
      <p:grpSp>
        <p:nvGrpSpPr>
          <p:cNvPr id="610" name="Google Shape;610;p49"/>
          <p:cNvGrpSpPr/>
          <p:nvPr/>
        </p:nvGrpSpPr>
        <p:grpSpPr>
          <a:xfrm>
            <a:off x="539988" y="1855200"/>
            <a:ext cx="1640001" cy="410913"/>
            <a:chOff x="539988" y="1855200"/>
            <a:chExt cx="1640001" cy="410913"/>
          </a:xfrm>
        </p:grpSpPr>
        <p:sp>
          <p:nvSpPr>
            <p:cNvPr id="611" name="Google Shape;611;p49"/>
            <p:cNvSpPr txBox="1"/>
            <p:nvPr/>
          </p:nvSpPr>
          <p:spPr>
            <a:xfrm>
              <a:off x="539988" y="1855713"/>
              <a:ext cx="1030200" cy="410400"/>
            </a:xfrm>
            <a:prstGeom prst="rect">
              <a:avLst/>
            </a:prstGeom>
            <a:noFill/>
            <a:ln>
              <a:noFill/>
            </a:ln>
          </p:spPr>
          <p:txBody>
            <a:bodyPr anchorCtr="0" anchor="ctr" bIns="91425" lIns="91425" spcFirstLastPara="1" rIns="91425" wrap="square" tIns="91425">
              <a:noAutofit/>
            </a:bodyPr>
            <a:lstStyle/>
            <a:p>
              <a:pPr indent="-90000" lvl="0" marL="0" rtl="0" algn="l">
                <a:spcBef>
                  <a:spcPts val="0"/>
                </a:spcBef>
                <a:spcAft>
                  <a:spcPts val="0"/>
                </a:spcAft>
                <a:buNone/>
              </a:pPr>
              <a:r>
                <a:rPr b="1" lang="en-GB" sz="800">
                  <a:solidFill>
                    <a:srgbClr val="3C3C3A"/>
                  </a:solidFill>
                  <a:latin typeface="Montserrat"/>
                  <a:ea typeface="Montserrat"/>
                  <a:cs typeface="Montserrat"/>
                  <a:sym typeface="Montserrat"/>
                </a:rPr>
                <a:t>Partner:</a:t>
              </a:r>
              <a:endParaRPr b="1" sz="800">
                <a:solidFill>
                  <a:srgbClr val="3C3C3A"/>
                </a:solidFill>
                <a:latin typeface="Montserrat"/>
                <a:ea typeface="Montserrat"/>
                <a:cs typeface="Montserrat"/>
                <a:sym typeface="Montserrat"/>
              </a:endParaRPr>
            </a:p>
          </p:txBody>
        </p:sp>
        <p:pic>
          <p:nvPicPr>
            <p:cNvPr id="612" name="Google Shape;612;p49"/>
            <p:cNvPicPr preferRelativeResize="0"/>
            <p:nvPr/>
          </p:nvPicPr>
          <p:blipFill rotWithShape="1">
            <a:blip r:embed="rId4">
              <a:alphaModFix/>
            </a:blip>
            <a:srcRect b="-63999" l="0" r="0" t="-63999"/>
            <a:stretch/>
          </p:blipFill>
          <p:spPr>
            <a:xfrm>
              <a:off x="1159363" y="1855200"/>
              <a:ext cx="1020626" cy="410400"/>
            </a:xfrm>
            <a:prstGeom prst="rect">
              <a:avLst/>
            </a:prstGeom>
            <a:noFill/>
            <a:ln>
              <a:noFill/>
            </a:ln>
          </p:spPr>
        </p:pic>
      </p:grpSp>
      <p:grpSp>
        <p:nvGrpSpPr>
          <p:cNvPr id="613" name="Google Shape;613;p49"/>
          <p:cNvGrpSpPr/>
          <p:nvPr/>
        </p:nvGrpSpPr>
        <p:grpSpPr>
          <a:xfrm>
            <a:off x="539988" y="2398638"/>
            <a:ext cx="1640898" cy="410400"/>
            <a:chOff x="539988" y="2398638"/>
            <a:chExt cx="1640898" cy="410400"/>
          </a:xfrm>
        </p:grpSpPr>
        <p:sp>
          <p:nvSpPr>
            <p:cNvPr id="614" name="Google Shape;614;p49"/>
            <p:cNvSpPr txBox="1"/>
            <p:nvPr/>
          </p:nvSpPr>
          <p:spPr>
            <a:xfrm>
              <a:off x="539988" y="2398638"/>
              <a:ext cx="1030200" cy="410400"/>
            </a:xfrm>
            <a:prstGeom prst="rect">
              <a:avLst/>
            </a:prstGeom>
            <a:noFill/>
            <a:ln>
              <a:noFill/>
            </a:ln>
          </p:spPr>
          <p:txBody>
            <a:bodyPr anchorCtr="0" anchor="ctr" bIns="91425" lIns="91425" spcFirstLastPara="1" rIns="91425" wrap="square" tIns="91425">
              <a:noAutofit/>
            </a:bodyPr>
            <a:lstStyle/>
            <a:p>
              <a:pPr indent="-90000" lvl="0" marL="0" rtl="0" algn="l">
                <a:spcBef>
                  <a:spcPts val="0"/>
                </a:spcBef>
                <a:spcAft>
                  <a:spcPts val="0"/>
                </a:spcAft>
                <a:buNone/>
              </a:pPr>
              <a:r>
                <a:rPr b="1" lang="en-GB" sz="800">
                  <a:solidFill>
                    <a:srgbClr val="3C3C3A"/>
                  </a:solidFill>
                  <a:latin typeface="Montserrat"/>
                  <a:ea typeface="Montserrat"/>
                  <a:cs typeface="Montserrat"/>
                  <a:sym typeface="Montserrat"/>
                </a:rPr>
                <a:t>Partner:</a:t>
              </a:r>
              <a:endParaRPr b="1" sz="800">
                <a:solidFill>
                  <a:srgbClr val="3C3C3A"/>
                </a:solidFill>
                <a:latin typeface="Montserrat"/>
                <a:ea typeface="Montserrat"/>
                <a:cs typeface="Montserrat"/>
                <a:sym typeface="Montserrat"/>
              </a:endParaRPr>
            </a:p>
          </p:txBody>
        </p:sp>
        <p:pic>
          <p:nvPicPr>
            <p:cNvPr id="615" name="Google Shape;615;p49"/>
            <p:cNvPicPr preferRelativeResize="0"/>
            <p:nvPr/>
          </p:nvPicPr>
          <p:blipFill rotWithShape="1">
            <a:blip r:embed="rId5">
              <a:alphaModFix/>
            </a:blip>
            <a:srcRect b="12133" l="7592" r="7583" t="12133"/>
            <a:stretch/>
          </p:blipFill>
          <p:spPr>
            <a:xfrm>
              <a:off x="1158488" y="2399375"/>
              <a:ext cx="1022398" cy="408960"/>
            </a:xfrm>
            <a:prstGeom prst="rect">
              <a:avLst/>
            </a:prstGeom>
            <a:noFill/>
            <a:ln>
              <a:noFill/>
            </a:ln>
          </p:spPr>
        </p:pic>
      </p:grpSp>
      <p:grpSp>
        <p:nvGrpSpPr>
          <p:cNvPr id="616" name="Google Shape;616;p49"/>
          <p:cNvGrpSpPr/>
          <p:nvPr/>
        </p:nvGrpSpPr>
        <p:grpSpPr>
          <a:xfrm>
            <a:off x="539988" y="1312788"/>
            <a:ext cx="1640888" cy="411613"/>
            <a:chOff x="539988" y="1312788"/>
            <a:chExt cx="1640888" cy="411613"/>
          </a:xfrm>
        </p:grpSpPr>
        <p:sp>
          <p:nvSpPr>
            <p:cNvPr id="617" name="Google Shape;617;p49"/>
            <p:cNvSpPr txBox="1"/>
            <p:nvPr/>
          </p:nvSpPr>
          <p:spPr>
            <a:xfrm>
              <a:off x="539988" y="1312788"/>
              <a:ext cx="1030200" cy="410400"/>
            </a:xfrm>
            <a:prstGeom prst="rect">
              <a:avLst/>
            </a:prstGeom>
            <a:noFill/>
            <a:ln>
              <a:noFill/>
            </a:ln>
          </p:spPr>
          <p:txBody>
            <a:bodyPr anchorCtr="0" anchor="ctr" bIns="91425" lIns="91425" spcFirstLastPara="1" rIns="91425" wrap="square" tIns="91425">
              <a:noAutofit/>
            </a:bodyPr>
            <a:lstStyle/>
            <a:p>
              <a:pPr indent="-90000" lvl="0" marL="0" rtl="0" algn="l">
                <a:spcBef>
                  <a:spcPts val="0"/>
                </a:spcBef>
                <a:spcAft>
                  <a:spcPts val="0"/>
                </a:spcAft>
                <a:buNone/>
              </a:pPr>
              <a:r>
                <a:rPr b="1" lang="en-GB" sz="800">
                  <a:solidFill>
                    <a:srgbClr val="3C3C3A"/>
                  </a:solidFill>
                  <a:latin typeface="Montserrat"/>
                  <a:ea typeface="Montserrat"/>
                  <a:cs typeface="Montserrat"/>
                  <a:sym typeface="Montserrat"/>
                </a:rPr>
                <a:t>Partner:</a:t>
              </a:r>
              <a:endParaRPr b="1" sz="800">
                <a:solidFill>
                  <a:srgbClr val="3C3C3A"/>
                </a:solidFill>
                <a:latin typeface="Montserrat"/>
                <a:ea typeface="Montserrat"/>
                <a:cs typeface="Montserrat"/>
                <a:sym typeface="Montserrat"/>
              </a:endParaRPr>
            </a:p>
          </p:txBody>
        </p:sp>
        <p:pic>
          <p:nvPicPr>
            <p:cNvPr id="618" name="Google Shape;618;p49"/>
            <p:cNvPicPr preferRelativeResize="0"/>
            <p:nvPr/>
          </p:nvPicPr>
          <p:blipFill rotWithShape="1">
            <a:blip r:embed="rId6">
              <a:alphaModFix/>
            </a:blip>
            <a:srcRect b="19373" l="-38747" r="-38747" t="9377"/>
            <a:stretch/>
          </p:blipFill>
          <p:spPr>
            <a:xfrm>
              <a:off x="1158475" y="1314000"/>
              <a:ext cx="1022400" cy="410400"/>
            </a:xfrm>
            <a:prstGeom prst="rect">
              <a:avLst/>
            </a:prstGeom>
            <a:noFill/>
            <a:ln>
              <a:noFill/>
            </a:ln>
          </p:spPr>
        </p:pic>
      </p:grpSp>
      <p:pic>
        <p:nvPicPr>
          <p:cNvPr id="619" name="Google Shape;619;p49"/>
          <p:cNvPicPr preferRelativeResize="0"/>
          <p:nvPr/>
        </p:nvPicPr>
        <p:blipFill>
          <a:blip r:embed="rId7">
            <a:alphaModFix/>
          </a:blip>
          <a:stretch>
            <a:fillRect/>
          </a:stretch>
        </p:blipFill>
        <p:spPr>
          <a:xfrm>
            <a:off x="4061725" y="1233675"/>
            <a:ext cx="436168" cy="442766"/>
          </a:xfrm>
          <a:prstGeom prst="rect">
            <a:avLst/>
          </a:prstGeom>
          <a:noFill/>
          <a:ln>
            <a:noFill/>
          </a:ln>
        </p:spPr>
      </p:pic>
      <p:pic>
        <p:nvPicPr>
          <p:cNvPr id="620" name="Google Shape;620;p49"/>
          <p:cNvPicPr preferRelativeResize="0"/>
          <p:nvPr/>
        </p:nvPicPr>
        <p:blipFill>
          <a:blip r:embed="rId8">
            <a:alphaModFix/>
          </a:blip>
          <a:stretch>
            <a:fillRect/>
          </a:stretch>
        </p:blipFill>
        <p:spPr>
          <a:xfrm>
            <a:off x="4566311" y="1233675"/>
            <a:ext cx="440444" cy="442766"/>
          </a:xfrm>
          <a:prstGeom prst="rect">
            <a:avLst/>
          </a:prstGeom>
          <a:noFill/>
          <a:ln>
            <a:noFill/>
          </a:ln>
        </p:spPr>
      </p:pic>
      <p:pic>
        <p:nvPicPr>
          <p:cNvPr id="621" name="Google Shape;621;p49"/>
          <p:cNvPicPr preferRelativeResize="0"/>
          <p:nvPr/>
        </p:nvPicPr>
        <p:blipFill>
          <a:blip r:embed="rId9">
            <a:alphaModFix/>
          </a:blip>
          <a:stretch>
            <a:fillRect/>
          </a:stretch>
        </p:blipFill>
        <p:spPr>
          <a:xfrm>
            <a:off x="5584050" y="1233682"/>
            <a:ext cx="436168" cy="442766"/>
          </a:xfrm>
          <a:prstGeom prst="rect">
            <a:avLst/>
          </a:prstGeom>
          <a:noFill/>
          <a:ln>
            <a:noFill/>
          </a:ln>
        </p:spPr>
      </p:pic>
      <p:pic>
        <p:nvPicPr>
          <p:cNvPr id="622" name="Google Shape;622;p49"/>
          <p:cNvPicPr preferRelativeResize="0"/>
          <p:nvPr/>
        </p:nvPicPr>
        <p:blipFill>
          <a:blip r:embed="rId10">
            <a:alphaModFix/>
          </a:blip>
          <a:stretch>
            <a:fillRect/>
          </a:stretch>
        </p:blipFill>
        <p:spPr>
          <a:xfrm>
            <a:off x="5075174" y="1233675"/>
            <a:ext cx="440444" cy="442766"/>
          </a:xfrm>
          <a:prstGeom prst="rect">
            <a:avLst/>
          </a:prstGeom>
          <a:noFill/>
          <a:ln>
            <a:noFill/>
          </a:ln>
        </p:spPr>
      </p:pic>
      <p:pic>
        <p:nvPicPr>
          <p:cNvPr id="623" name="Google Shape;623;p49"/>
          <p:cNvPicPr preferRelativeResize="0"/>
          <p:nvPr/>
        </p:nvPicPr>
        <p:blipFill>
          <a:blip r:embed="rId11">
            <a:alphaModFix/>
          </a:blip>
          <a:stretch>
            <a:fillRect/>
          </a:stretch>
        </p:blipFill>
        <p:spPr>
          <a:xfrm>
            <a:off x="4063911" y="1745232"/>
            <a:ext cx="436168" cy="442766"/>
          </a:xfrm>
          <a:prstGeom prst="rect">
            <a:avLst/>
          </a:prstGeom>
          <a:noFill/>
          <a:ln>
            <a:noFill/>
          </a:ln>
        </p:spPr>
      </p:pic>
      <p:pic>
        <p:nvPicPr>
          <p:cNvPr id="624" name="Google Shape;624;p49"/>
          <p:cNvPicPr preferRelativeResize="0"/>
          <p:nvPr/>
        </p:nvPicPr>
        <p:blipFill>
          <a:blip r:embed="rId12">
            <a:alphaModFix/>
          </a:blip>
          <a:stretch>
            <a:fillRect/>
          </a:stretch>
        </p:blipFill>
        <p:spPr>
          <a:xfrm>
            <a:off x="4053187" y="2775725"/>
            <a:ext cx="440444" cy="442766"/>
          </a:xfrm>
          <a:prstGeom prst="rect">
            <a:avLst/>
          </a:prstGeom>
          <a:noFill/>
          <a:ln>
            <a:noFill/>
          </a:ln>
        </p:spPr>
      </p:pic>
      <p:pic>
        <p:nvPicPr>
          <p:cNvPr id="625" name="Google Shape;625;p49"/>
          <p:cNvPicPr preferRelativeResize="0"/>
          <p:nvPr/>
        </p:nvPicPr>
        <p:blipFill>
          <a:blip r:embed="rId13">
            <a:alphaModFix/>
          </a:blip>
          <a:stretch>
            <a:fillRect/>
          </a:stretch>
        </p:blipFill>
        <p:spPr>
          <a:xfrm>
            <a:off x="4568498" y="1745232"/>
            <a:ext cx="436168" cy="442766"/>
          </a:xfrm>
          <a:prstGeom prst="rect">
            <a:avLst/>
          </a:prstGeom>
          <a:noFill/>
          <a:ln>
            <a:noFill/>
          </a:ln>
        </p:spPr>
      </p:pic>
      <p:pic>
        <p:nvPicPr>
          <p:cNvPr id="626" name="Google Shape;626;p49"/>
          <p:cNvPicPr preferRelativeResize="0"/>
          <p:nvPr/>
        </p:nvPicPr>
        <p:blipFill>
          <a:blip r:embed="rId14">
            <a:alphaModFix/>
          </a:blip>
          <a:stretch>
            <a:fillRect/>
          </a:stretch>
        </p:blipFill>
        <p:spPr>
          <a:xfrm>
            <a:off x="5073100" y="1745227"/>
            <a:ext cx="440444" cy="442766"/>
          </a:xfrm>
          <a:prstGeom prst="rect">
            <a:avLst/>
          </a:prstGeom>
          <a:noFill/>
          <a:ln>
            <a:noFill/>
          </a:ln>
        </p:spPr>
      </p:pic>
      <p:pic>
        <p:nvPicPr>
          <p:cNvPr id="627" name="Google Shape;627;p49"/>
          <p:cNvPicPr preferRelativeResize="0"/>
          <p:nvPr/>
        </p:nvPicPr>
        <p:blipFill>
          <a:blip r:embed="rId15">
            <a:alphaModFix/>
          </a:blip>
          <a:stretch>
            <a:fillRect/>
          </a:stretch>
        </p:blipFill>
        <p:spPr>
          <a:xfrm>
            <a:off x="4562049" y="2775725"/>
            <a:ext cx="436168" cy="442766"/>
          </a:xfrm>
          <a:prstGeom prst="rect">
            <a:avLst/>
          </a:prstGeom>
          <a:noFill/>
          <a:ln>
            <a:noFill/>
          </a:ln>
        </p:spPr>
      </p:pic>
      <p:pic>
        <p:nvPicPr>
          <p:cNvPr id="628" name="Google Shape;628;p49"/>
          <p:cNvPicPr preferRelativeResize="0"/>
          <p:nvPr/>
        </p:nvPicPr>
        <p:blipFill>
          <a:blip r:embed="rId16">
            <a:alphaModFix/>
          </a:blip>
          <a:stretch>
            <a:fillRect/>
          </a:stretch>
        </p:blipFill>
        <p:spPr>
          <a:xfrm>
            <a:off x="5581963" y="1745227"/>
            <a:ext cx="436168" cy="442766"/>
          </a:xfrm>
          <a:prstGeom prst="rect">
            <a:avLst/>
          </a:prstGeom>
          <a:noFill/>
          <a:ln>
            <a:noFill/>
          </a:ln>
        </p:spPr>
      </p:pic>
      <p:pic>
        <p:nvPicPr>
          <p:cNvPr id="629" name="Google Shape;629;p49"/>
          <p:cNvPicPr preferRelativeResize="0"/>
          <p:nvPr/>
        </p:nvPicPr>
        <p:blipFill>
          <a:blip r:embed="rId17">
            <a:alphaModFix/>
          </a:blip>
          <a:stretch>
            <a:fillRect/>
          </a:stretch>
        </p:blipFill>
        <p:spPr>
          <a:xfrm>
            <a:off x="4053099" y="2260452"/>
            <a:ext cx="440444" cy="442766"/>
          </a:xfrm>
          <a:prstGeom prst="rect">
            <a:avLst/>
          </a:prstGeom>
          <a:noFill/>
          <a:ln>
            <a:noFill/>
          </a:ln>
        </p:spPr>
      </p:pic>
      <p:pic>
        <p:nvPicPr>
          <p:cNvPr id="630" name="Google Shape;630;p49"/>
          <p:cNvPicPr preferRelativeResize="0"/>
          <p:nvPr/>
        </p:nvPicPr>
        <p:blipFill>
          <a:blip r:embed="rId18">
            <a:alphaModFix/>
          </a:blip>
          <a:stretch>
            <a:fillRect/>
          </a:stretch>
        </p:blipFill>
        <p:spPr>
          <a:xfrm>
            <a:off x="5571197" y="2775782"/>
            <a:ext cx="440444" cy="442766"/>
          </a:xfrm>
          <a:prstGeom prst="rect">
            <a:avLst/>
          </a:prstGeom>
          <a:noFill/>
          <a:ln>
            <a:noFill/>
          </a:ln>
        </p:spPr>
      </p:pic>
      <p:pic>
        <p:nvPicPr>
          <p:cNvPr id="631" name="Google Shape;631;p49"/>
          <p:cNvPicPr preferRelativeResize="0"/>
          <p:nvPr/>
        </p:nvPicPr>
        <p:blipFill>
          <a:blip r:embed="rId19">
            <a:alphaModFix/>
          </a:blip>
          <a:stretch>
            <a:fillRect/>
          </a:stretch>
        </p:blipFill>
        <p:spPr>
          <a:xfrm>
            <a:off x="5066636" y="2775725"/>
            <a:ext cx="436168" cy="442766"/>
          </a:xfrm>
          <a:prstGeom prst="rect">
            <a:avLst/>
          </a:prstGeom>
          <a:noFill/>
          <a:ln>
            <a:noFill/>
          </a:ln>
        </p:spPr>
      </p:pic>
      <p:pic>
        <p:nvPicPr>
          <p:cNvPr id="632" name="Google Shape;632;p49"/>
          <p:cNvPicPr preferRelativeResize="0"/>
          <p:nvPr/>
        </p:nvPicPr>
        <p:blipFill>
          <a:blip r:embed="rId20">
            <a:alphaModFix/>
          </a:blip>
          <a:stretch>
            <a:fillRect/>
          </a:stretch>
        </p:blipFill>
        <p:spPr>
          <a:xfrm>
            <a:off x="4559900" y="2260472"/>
            <a:ext cx="436168" cy="442766"/>
          </a:xfrm>
          <a:prstGeom prst="rect">
            <a:avLst/>
          </a:prstGeom>
          <a:noFill/>
          <a:ln>
            <a:noFill/>
          </a:ln>
        </p:spPr>
      </p:pic>
      <p:pic>
        <p:nvPicPr>
          <p:cNvPr id="633" name="Google Shape;633;p49"/>
          <p:cNvPicPr preferRelativeResize="0"/>
          <p:nvPr/>
        </p:nvPicPr>
        <p:blipFill>
          <a:blip r:embed="rId21">
            <a:alphaModFix/>
          </a:blip>
          <a:stretch>
            <a:fillRect/>
          </a:stretch>
        </p:blipFill>
        <p:spPr>
          <a:xfrm>
            <a:off x="5064486" y="2260472"/>
            <a:ext cx="440444" cy="442766"/>
          </a:xfrm>
          <a:prstGeom prst="rect">
            <a:avLst/>
          </a:prstGeom>
          <a:noFill/>
          <a:ln>
            <a:noFill/>
          </a:ln>
        </p:spPr>
      </p:pic>
      <p:pic>
        <p:nvPicPr>
          <p:cNvPr id="634" name="Google Shape;634;p49"/>
          <p:cNvPicPr preferRelativeResize="0"/>
          <p:nvPr/>
        </p:nvPicPr>
        <p:blipFill>
          <a:blip r:embed="rId22">
            <a:alphaModFix/>
          </a:blip>
          <a:stretch>
            <a:fillRect/>
          </a:stretch>
        </p:blipFill>
        <p:spPr>
          <a:xfrm>
            <a:off x="4574999" y="3290990"/>
            <a:ext cx="436168" cy="442766"/>
          </a:xfrm>
          <a:prstGeom prst="rect">
            <a:avLst/>
          </a:prstGeom>
          <a:noFill/>
          <a:ln>
            <a:noFill/>
          </a:ln>
        </p:spPr>
      </p:pic>
      <p:pic>
        <p:nvPicPr>
          <p:cNvPr id="635" name="Google Shape;635;p49"/>
          <p:cNvPicPr preferRelativeResize="0"/>
          <p:nvPr/>
        </p:nvPicPr>
        <p:blipFill>
          <a:blip r:embed="rId23">
            <a:alphaModFix/>
          </a:blip>
          <a:stretch>
            <a:fillRect/>
          </a:stretch>
        </p:blipFill>
        <p:spPr>
          <a:xfrm>
            <a:off x="5068836" y="3290984"/>
            <a:ext cx="440444" cy="442766"/>
          </a:xfrm>
          <a:prstGeom prst="rect">
            <a:avLst/>
          </a:prstGeom>
          <a:noFill/>
          <a:ln>
            <a:noFill/>
          </a:ln>
        </p:spPr>
      </p:pic>
      <p:pic>
        <p:nvPicPr>
          <p:cNvPr id="636" name="Google Shape;636;p49"/>
          <p:cNvPicPr preferRelativeResize="0"/>
          <p:nvPr/>
        </p:nvPicPr>
        <p:blipFill>
          <a:blip r:embed="rId24">
            <a:alphaModFix/>
          </a:blip>
          <a:stretch>
            <a:fillRect/>
          </a:stretch>
        </p:blipFill>
        <p:spPr>
          <a:xfrm>
            <a:off x="4070411" y="3817002"/>
            <a:ext cx="440444" cy="442766"/>
          </a:xfrm>
          <a:prstGeom prst="rect">
            <a:avLst/>
          </a:prstGeom>
          <a:noFill/>
          <a:ln>
            <a:noFill/>
          </a:ln>
        </p:spPr>
      </p:pic>
      <p:pic>
        <p:nvPicPr>
          <p:cNvPr id="637" name="Google Shape;637;p49"/>
          <p:cNvPicPr preferRelativeResize="0"/>
          <p:nvPr/>
        </p:nvPicPr>
        <p:blipFill>
          <a:blip r:embed="rId25">
            <a:alphaModFix/>
          </a:blip>
          <a:stretch>
            <a:fillRect/>
          </a:stretch>
        </p:blipFill>
        <p:spPr>
          <a:xfrm>
            <a:off x="5566936" y="2260497"/>
            <a:ext cx="440444" cy="442766"/>
          </a:xfrm>
          <a:prstGeom prst="rect">
            <a:avLst/>
          </a:prstGeom>
          <a:noFill/>
          <a:ln>
            <a:noFill/>
          </a:ln>
        </p:spPr>
      </p:pic>
      <p:pic>
        <p:nvPicPr>
          <p:cNvPr id="638" name="Google Shape;638;p49"/>
          <p:cNvPicPr preferRelativeResize="0"/>
          <p:nvPr/>
        </p:nvPicPr>
        <p:blipFill>
          <a:blip r:embed="rId26">
            <a:alphaModFix/>
          </a:blip>
          <a:stretch>
            <a:fillRect/>
          </a:stretch>
        </p:blipFill>
        <p:spPr>
          <a:xfrm>
            <a:off x="5566926" y="3291051"/>
            <a:ext cx="440450" cy="440450"/>
          </a:xfrm>
          <a:prstGeom prst="rect">
            <a:avLst/>
          </a:prstGeom>
          <a:noFill/>
          <a:ln>
            <a:noFill/>
          </a:ln>
        </p:spPr>
      </p:pic>
      <p:pic>
        <p:nvPicPr>
          <p:cNvPr id="639" name="Google Shape;639;p49"/>
          <p:cNvPicPr preferRelativeResize="0"/>
          <p:nvPr/>
        </p:nvPicPr>
        <p:blipFill>
          <a:blip r:embed="rId27">
            <a:alphaModFix/>
          </a:blip>
          <a:stretch>
            <a:fillRect/>
          </a:stretch>
        </p:blipFill>
        <p:spPr>
          <a:xfrm>
            <a:off x="5075325" y="3806213"/>
            <a:ext cx="440450" cy="444774"/>
          </a:xfrm>
          <a:prstGeom prst="rect">
            <a:avLst/>
          </a:prstGeom>
          <a:noFill/>
          <a:ln>
            <a:noFill/>
          </a:ln>
        </p:spPr>
      </p:pic>
      <p:pic>
        <p:nvPicPr>
          <p:cNvPr id="640" name="Google Shape;640;p49"/>
          <p:cNvPicPr preferRelativeResize="0"/>
          <p:nvPr/>
        </p:nvPicPr>
        <p:blipFill>
          <a:blip r:embed="rId28">
            <a:alphaModFix/>
          </a:blip>
          <a:stretch>
            <a:fillRect/>
          </a:stretch>
        </p:blipFill>
        <p:spPr>
          <a:xfrm>
            <a:off x="4063900" y="3291018"/>
            <a:ext cx="453450" cy="453450"/>
          </a:xfrm>
          <a:prstGeom prst="rect">
            <a:avLst/>
          </a:prstGeom>
          <a:noFill/>
          <a:ln>
            <a:noFill/>
          </a:ln>
        </p:spPr>
      </p:pic>
      <p:pic>
        <p:nvPicPr>
          <p:cNvPr id="641" name="Google Shape;641;p49"/>
          <p:cNvPicPr preferRelativeResize="0"/>
          <p:nvPr/>
        </p:nvPicPr>
        <p:blipFill>
          <a:blip r:embed="rId29">
            <a:alphaModFix/>
          </a:blip>
          <a:stretch>
            <a:fillRect/>
          </a:stretch>
        </p:blipFill>
        <p:spPr>
          <a:xfrm>
            <a:off x="4566363" y="3809435"/>
            <a:ext cx="453450" cy="457896"/>
          </a:xfrm>
          <a:prstGeom prst="rect">
            <a:avLst/>
          </a:prstGeom>
          <a:noFill/>
          <a:ln>
            <a:noFill/>
          </a:ln>
        </p:spPr>
      </p:pic>
      <p:pic>
        <p:nvPicPr>
          <p:cNvPr id="642" name="Google Shape;642;p49"/>
          <p:cNvPicPr preferRelativeResize="0"/>
          <p:nvPr/>
        </p:nvPicPr>
        <p:blipFill rotWithShape="1">
          <a:blip r:embed="rId30">
            <a:alphaModFix/>
          </a:blip>
          <a:srcRect b="0" l="0" r="0" t="0"/>
          <a:stretch/>
        </p:blipFill>
        <p:spPr>
          <a:xfrm>
            <a:off x="5571301" y="3804001"/>
            <a:ext cx="440450" cy="440450"/>
          </a:xfrm>
          <a:prstGeom prst="rect">
            <a:avLst/>
          </a:prstGeom>
          <a:noFill/>
          <a:ln>
            <a:noFill/>
          </a:ln>
        </p:spPr>
      </p:pic>
      <p:pic>
        <p:nvPicPr>
          <p:cNvPr id="643" name="Google Shape;643;p49"/>
          <p:cNvPicPr preferRelativeResize="0"/>
          <p:nvPr/>
        </p:nvPicPr>
        <p:blipFill rotWithShape="1">
          <a:blip r:embed="rId31">
            <a:alphaModFix/>
          </a:blip>
          <a:srcRect b="0" l="0" r="0" t="0"/>
          <a:stretch/>
        </p:blipFill>
        <p:spPr>
          <a:xfrm>
            <a:off x="4070388" y="4332301"/>
            <a:ext cx="440450" cy="440450"/>
          </a:xfrm>
          <a:prstGeom prst="rect">
            <a:avLst/>
          </a:prstGeom>
          <a:noFill/>
          <a:ln>
            <a:noFill/>
          </a:ln>
        </p:spPr>
      </p:pic>
      <p:pic>
        <p:nvPicPr>
          <p:cNvPr id="644" name="Google Shape;644;p49"/>
          <p:cNvPicPr preferRelativeResize="0"/>
          <p:nvPr/>
        </p:nvPicPr>
        <p:blipFill rotWithShape="1">
          <a:blip r:embed="rId32">
            <a:alphaModFix/>
          </a:blip>
          <a:srcRect b="0" l="0" r="0" t="0"/>
          <a:stretch/>
        </p:blipFill>
        <p:spPr>
          <a:xfrm>
            <a:off x="4568113" y="4332301"/>
            <a:ext cx="440450" cy="440450"/>
          </a:xfrm>
          <a:prstGeom prst="rect">
            <a:avLst/>
          </a:prstGeom>
          <a:noFill/>
          <a:ln>
            <a:noFill/>
          </a:ln>
        </p:spPr>
      </p:pic>
      <p:pic>
        <p:nvPicPr>
          <p:cNvPr id="645" name="Google Shape;645;p49"/>
          <p:cNvPicPr preferRelativeResize="0"/>
          <p:nvPr/>
        </p:nvPicPr>
        <p:blipFill>
          <a:blip r:embed="rId16">
            <a:alphaModFix/>
          </a:blip>
          <a:stretch>
            <a:fillRect/>
          </a:stretch>
        </p:blipFill>
        <p:spPr>
          <a:xfrm rot="10800000">
            <a:off x="5077463" y="4331140"/>
            <a:ext cx="436168" cy="442766"/>
          </a:xfrm>
          <a:prstGeom prst="rect">
            <a:avLst/>
          </a:prstGeom>
          <a:noFill/>
          <a:ln>
            <a:noFill/>
          </a:ln>
        </p:spPr>
      </p:pic>
      <p:pic>
        <p:nvPicPr>
          <p:cNvPr id="646" name="Google Shape;646;p49" title="United-states_flag_icon_round.svg.png"/>
          <p:cNvPicPr preferRelativeResize="0"/>
          <p:nvPr/>
        </p:nvPicPr>
        <p:blipFill>
          <a:blip r:embed="rId33">
            <a:alphaModFix/>
          </a:blip>
          <a:stretch>
            <a:fillRect/>
          </a:stretch>
        </p:blipFill>
        <p:spPr>
          <a:xfrm>
            <a:off x="5604838" y="4365837"/>
            <a:ext cx="373376" cy="373376"/>
          </a:xfrm>
          <a:prstGeom prst="rect">
            <a:avLst/>
          </a:prstGeom>
          <a:noFill/>
          <a:ln>
            <a:noFill/>
          </a:ln>
        </p:spPr>
      </p:pic>
      <p:pic>
        <p:nvPicPr>
          <p:cNvPr id="647" name="Google Shape;647;p49" title="istockphoto-2156176817-612x612.jpg"/>
          <p:cNvPicPr preferRelativeResize="0"/>
          <p:nvPr/>
        </p:nvPicPr>
        <p:blipFill>
          <a:blip r:embed="rId34">
            <a:alphaModFix/>
          </a:blip>
          <a:stretch>
            <a:fillRect/>
          </a:stretch>
        </p:blipFill>
        <p:spPr>
          <a:xfrm>
            <a:off x="6069450" y="4295425"/>
            <a:ext cx="514199" cy="514199"/>
          </a:xfrm>
          <a:prstGeom prst="rect">
            <a:avLst/>
          </a:prstGeom>
          <a:noFill/>
          <a:ln>
            <a:noFill/>
          </a:ln>
        </p:spPr>
      </p:pic>
      <p:sp>
        <p:nvSpPr>
          <p:cNvPr id="648" name="Google Shape;648;p49"/>
          <p:cNvSpPr txBox="1"/>
          <p:nvPr/>
        </p:nvSpPr>
        <p:spPr>
          <a:xfrm>
            <a:off x="5604850" y="429900"/>
            <a:ext cx="2999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a:solidFill>
                  <a:srgbClr val="F8485E"/>
                </a:solidFill>
                <a:latin typeface="Montserrat"/>
                <a:ea typeface="Montserrat"/>
                <a:cs typeface="Montserrat"/>
                <a:sym typeface="Montserrat"/>
              </a:rPr>
              <a:t>Please don’t resize them!</a:t>
            </a:r>
            <a:endParaRPr b="1">
              <a:solidFill>
                <a:srgbClr val="F8485E"/>
              </a:solidFill>
              <a:latin typeface="Montserrat"/>
              <a:ea typeface="Montserrat"/>
              <a:cs typeface="Montserrat"/>
              <a:sym typeface="Montserrat"/>
            </a:endParaRPr>
          </a:p>
        </p:txBody>
      </p:sp>
      <p:sp>
        <p:nvSpPr>
          <p:cNvPr id="649" name="Google Shape;649;p49"/>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Success stories assets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grpSp>
        <p:nvGrpSpPr>
          <p:cNvPr id="654" name="Google Shape;654;p50"/>
          <p:cNvGrpSpPr/>
          <p:nvPr/>
        </p:nvGrpSpPr>
        <p:grpSpPr>
          <a:xfrm>
            <a:off x="469261" y="1112625"/>
            <a:ext cx="1614964" cy="410700"/>
            <a:chOff x="463536" y="1269713"/>
            <a:chExt cx="1614964" cy="410700"/>
          </a:xfrm>
        </p:grpSpPr>
        <p:grpSp>
          <p:nvGrpSpPr>
            <p:cNvPr id="655" name="Google Shape;655;p50"/>
            <p:cNvGrpSpPr/>
            <p:nvPr/>
          </p:nvGrpSpPr>
          <p:grpSpPr>
            <a:xfrm>
              <a:off x="463536" y="1272636"/>
              <a:ext cx="404859" cy="404859"/>
              <a:chOff x="451773" y="1121879"/>
              <a:chExt cx="431481" cy="431481"/>
            </a:xfrm>
          </p:grpSpPr>
          <p:sp>
            <p:nvSpPr>
              <p:cNvPr id="656" name="Google Shape;656;p50"/>
              <p:cNvSpPr/>
              <p:nvPr/>
            </p:nvSpPr>
            <p:spPr>
              <a:xfrm>
                <a:off x="536706" y="1444812"/>
                <a:ext cx="10153" cy="20256"/>
              </a:xfrm>
              <a:custGeom>
                <a:rect b="b" l="l" r="r" t="t"/>
                <a:pathLst>
                  <a:path extrusionOk="0" h="814" w="408">
                    <a:moveTo>
                      <a:pt x="191" y="0"/>
                    </a:moveTo>
                    <a:cubicBezTo>
                      <a:pt x="82" y="0"/>
                      <a:pt x="1" y="82"/>
                      <a:pt x="1" y="217"/>
                    </a:cubicBezTo>
                    <a:cubicBezTo>
                      <a:pt x="1" y="623"/>
                      <a:pt x="1" y="623"/>
                      <a:pt x="1" y="623"/>
                    </a:cubicBezTo>
                    <a:cubicBezTo>
                      <a:pt x="1" y="732"/>
                      <a:pt x="82" y="813"/>
                      <a:pt x="191" y="813"/>
                    </a:cubicBezTo>
                    <a:cubicBezTo>
                      <a:pt x="326" y="813"/>
                      <a:pt x="407" y="732"/>
                      <a:pt x="407" y="623"/>
                    </a:cubicBezTo>
                    <a:cubicBezTo>
                      <a:pt x="407" y="217"/>
                      <a:pt x="407" y="217"/>
                      <a:pt x="407" y="217"/>
                    </a:cubicBezTo>
                    <a:cubicBezTo>
                      <a:pt x="407" y="82"/>
                      <a:pt x="326" y="0"/>
                      <a:pt x="191"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sp>
            <p:nvSpPr>
              <p:cNvPr id="657" name="Google Shape;657;p50"/>
              <p:cNvSpPr/>
              <p:nvPr/>
            </p:nvSpPr>
            <p:spPr>
              <a:xfrm>
                <a:off x="451773" y="1121879"/>
                <a:ext cx="431481" cy="431481"/>
              </a:xfrm>
              <a:custGeom>
                <a:rect b="b" l="l" r="r" t="t"/>
                <a:pathLst>
                  <a:path extrusionOk="0" fill="none" h="17339" w="17339">
                    <a:moveTo>
                      <a:pt x="17339" y="8670"/>
                    </a:moveTo>
                    <a:cubicBezTo>
                      <a:pt x="17339" y="13465"/>
                      <a:pt x="13438" y="17339"/>
                      <a:pt x="8670" y="17339"/>
                    </a:cubicBezTo>
                    <a:cubicBezTo>
                      <a:pt x="3875" y="17339"/>
                      <a:pt x="1" y="13465"/>
                      <a:pt x="1" y="8670"/>
                    </a:cubicBezTo>
                    <a:cubicBezTo>
                      <a:pt x="1" y="3875"/>
                      <a:pt x="3875" y="1"/>
                      <a:pt x="8670" y="1"/>
                    </a:cubicBezTo>
                    <a:cubicBezTo>
                      <a:pt x="13438"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sp>
            <p:nvSpPr>
              <p:cNvPr id="658" name="Google Shape;658;p50"/>
              <p:cNvSpPr/>
              <p:nvPr/>
            </p:nvSpPr>
            <p:spPr>
              <a:xfrm>
                <a:off x="526602" y="1191333"/>
                <a:ext cx="304070" cy="314173"/>
              </a:xfrm>
              <a:custGeom>
                <a:rect b="b" l="l" r="r" t="t"/>
                <a:pathLst>
                  <a:path extrusionOk="0" h="12625" w="12219">
                    <a:moveTo>
                      <a:pt x="5717" y="1382"/>
                    </a:moveTo>
                    <a:cubicBezTo>
                      <a:pt x="5988" y="1815"/>
                      <a:pt x="6123" y="2330"/>
                      <a:pt x="6123" y="2845"/>
                    </a:cubicBezTo>
                    <a:cubicBezTo>
                      <a:pt x="6096" y="6014"/>
                      <a:pt x="6096" y="6014"/>
                      <a:pt x="6096" y="6014"/>
                    </a:cubicBezTo>
                    <a:cubicBezTo>
                      <a:pt x="5798" y="6366"/>
                      <a:pt x="5283" y="6583"/>
                      <a:pt x="5283" y="6583"/>
                    </a:cubicBezTo>
                    <a:lnTo>
                      <a:pt x="5283" y="2845"/>
                    </a:lnTo>
                    <a:cubicBezTo>
                      <a:pt x="5310" y="2357"/>
                      <a:pt x="5446" y="1842"/>
                      <a:pt x="5717" y="1382"/>
                    </a:cubicBezTo>
                    <a:close/>
                    <a:moveTo>
                      <a:pt x="4877" y="4037"/>
                    </a:moveTo>
                    <a:lnTo>
                      <a:pt x="4877" y="6637"/>
                    </a:lnTo>
                    <a:lnTo>
                      <a:pt x="4064" y="6637"/>
                    </a:lnTo>
                    <a:cubicBezTo>
                      <a:pt x="4064" y="4037"/>
                      <a:pt x="4064" y="4037"/>
                      <a:pt x="4064" y="4037"/>
                    </a:cubicBezTo>
                    <a:close/>
                    <a:moveTo>
                      <a:pt x="9374" y="5012"/>
                    </a:moveTo>
                    <a:cubicBezTo>
                      <a:pt x="9374" y="5012"/>
                      <a:pt x="9997" y="6285"/>
                      <a:pt x="11216" y="6962"/>
                    </a:cubicBezTo>
                    <a:cubicBezTo>
                      <a:pt x="11514" y="7125"/>
                      <a:pt x="11758" y="7423"/>
                      <a:pt x="11812" y="7748"/>
                    </a:cubicBezTo>
                    <a:lnTo>
                      <a:pt x="9753" y="7748"/>
                    </a:lnTo>
                    <a:lnTo>
                      <a:pt x="9753" y="7721"/>
                    </a:lnTo>
                    <a:cubicBezTo>
                      <a:pt x="9699" y="7558"/>
                      <a:pt x="9537" y="7423"/>
                      <a:pt x="9374" y="7369"/>
                    </a:cubicBezTo>
                    <a:cubicBezTo>
                      <a:pt x="9374" y="5012"/>
                      <a:pt x="9374" y="5012"/>
                      <a:pt x="9374" y="5012"/>
                    </a:cubicBezTo>
                    <a:close/>
                    <a:moveTo>
                      <a:pt x="8345" y="2032"/>
                    </a:moveTo>
                    <a:cubicBezTo>
                      <a:pt x="8643" y="2032"/>
                      <a:pt x="8968" y="2628"/>
                      <a:pt x="8968" y="3034"/>
                    </a:cubicBezTo>
                    <a:cubicBezTo>
                      <a:pt x="8968" y="7369"/>
                      <a:pt x="8968" y="7369"/>
                      <a:pt x="8968" y="7369"/>
                    </a:cubicBezTo>
                    <a:cubicBezTo>
                      <a:pt x="8724" y="7450"/>
                      <a:pt x="8561" y="7667"/>
                      <a:pt x="8561" y="7938"/>
                    </a:cubicBezTo>
                    <a:cubicBezTo>
                      <a:pt x="8561" y="8154"/>
                      <a:pt x="8561" y="8154"/>
                      <a:pt x="8561" y="8154"/>
                    </a:cubicBezTo>
                    <a:lnTo>
                      <a:pt x="8155" y="8154"/>
                    </a:lnTo>
                    <a:cubicBezTo>
                      <a:pt x="8155" y="7938"/>
                      <a:pt x="8155" y="7938"/>
                      <a:pt x="8155" y="7938"/>
                    </a:cubicBezTo>
                    <a:cubicBezTo>
                      <a:pt x="8155" y="7694"/>
                      <a:pt x="7965" y="7450"/>
                      <a:pt x="7749" y="7369"/>
                    </a:cubicBezTo>
                    <a:cubicBezTo>
                      <a:pt x="7749" y="6800"/>
                      <a:pt x="7749" y="6800"/>
                      <a:pt x="7749" y="6800"/>
                    </a:cubicBezTo>
                    <a:cubicBezTo>
                      <a:pt x="7749" y="6664"/>
                      <a:pt x="7667" y="6583"/>
                      <a:pt x="7532" y="6583"/>
                    </a:cubicBezTo>
                    <a:cubicBezTo>
                      <a:pt x="7424" y="6583"/>
                      <a:pt x="7342" y="6664"/>
                      <a:pt x="7342" y="6800"/>
                    </a:cubicBezTo>
                    <a:cubicBezTo>
                      <a:pt x="7342" y="7396"/>
                      <a:pt x="7342" y="7396"/>
                      <a:pt x="7342" y="7396"/>
                    </a:cubicBezTo>
                    <a:cubicBezTo>
                      <a:pt x="7180" y="7450"/>
                      <a:pt x="7044" y="7586"/>
                      <a:pt x="6990" y="7748"/>
                    </a:cubicBezTo>
                    <a:lnTo>
                      <a:pt x="4904" y="7748"/>
                    </a:lnTo>
                    <a:lnTo>
                      <a:pt x="4904" y="7721"/>
                    </a:lnTo>
                    <a:cubicBezTo>
                      <a:pt x="4958" y="7396"/>
                      <a:pt x="5202" y="7071"/>
                      <a:pt x="5500" y="6935"/>
                    </a:cubicBezTo>
                    <a:cubicBezTo>
                      <a:pt x="6692" y="6366"/>
                      <a:pt x="7342" y="4985"/>
                      <a:pt x="7342" y="4985"/>
                    </a:cubicBezTo>
                    <a:cubicBezTo>
                      <a:pt x="7342" y="5933"/>
                      <a:pt x="7342" y="5933"/>
                      <a:pt x="7342" y="5933"/>
                    </a:cubicBezTo>
                    <a:cubicBezTo>
                      <a:pt x="7342" y="6041"/>
                      <a:pt x="7424" y="6123"/>
                      <a:pt x="7532" y="6123"/>
                    </a:cubicBezTo>
                    <a:cubicBezTo>
                      <a:pt x="7667" y="6123"/>
                      <a:pt x="7749" y="6041"/>
                      <a:pt x="7749" y="5933"/>
                    </a:cubicBezTo>
                    <a:cubicBezTo>
                      <a:pt x="7749" y="3034"/>
                      <a:pt x="7749" y="3034"/>
                      <a:pt x="7749" y="3034"/>
                    </a:cubicBezTo>
                    <a:cubicBezTo>
                      <a:pt x="7749" y="2628"/>
                      <a:pt x="8074" y="2032"/>
                      <a:pt x="8345" y="2032"/>
                    </a:cubicBezTo>
                    <a:close/>
                    <a:moveTo>
                      <a:pt x="9184" y="7721"/>
                    </a:moveTo>
                    <a:cubicBezTo>
                      <a:pt x="9293" y="7721"/>
                      <a:pt x="9374" y="7802"/>
                      <a:pt x="9374" y="7938"/>
                    </a:cubicBezTo>
                    <a:cubicBezTo>
                      <a:pt x="9374" y="8669"/>
                      <a:pt x="9374" y="8669"/>
                      <a:pt x="9374" y="8669"/>
                    </a:cubicBezTo>
                    <a:cubicBezTo>
                      <a:pt x="9266" y="8913"/>
                      <a:pt x="9266" y="8913"/>
                      <a:pt x="9266" y="8913"/>
                    </a:cubicBezTo>
                    <a:lnTo>
                      <a:pt x="9130" y="8913"/>
                    </a:lnTo>
                    <a:cubicBezTo>
                      <a:pt x="8995" y="8669"/>
                      <a:pt x="8995" y="8669"/>
                      <a:pt x="8995" y="8669"/>
                    </a:cubicBezTo>
                    <a:cubicBezTo>
                      <a:pt x="8995" y="7938"/>
                      <a:pt x="8995" y="7938"/>
                      <a:pt x="8995" y="7938"/>
                    </a:cubicBezTo>
                    <a:lnTo>
                      <a:pt x="8968" y="7938"/>
                    </a:lnTo>
                    <a:cubicBezTo>
                      <a:pt x="8968" y="7802"/>
                      <a:pt x="9049" y="7721"/>
                      <a:pt x="9184" y="7721"/>
                    </a:cubicBezTo>
                    <a:close/>
                    <a:moveTo>
                      <a:pt x="6096" y="8127"/>
                    </a:moveTo>
                    <a:lnTo>
                      <a:pt x="6096" y="8669"/>
                    </a:lnTo>
                    <a:cubicBezTo>
                      <a:pt x="5825" y="8940"/>
                      <a:pt x="5825" y="8940"/>
                      <a:pt x="5825" y="8940"/>
                    </a:cubicBezTo>
                    <a:lnTo>
                      <a:pt x="5581" y="8940"/>
                    </a:lnTo>
                    <a:cubicBezTo>
                      <a:pt x="5283" y="8669"/>
                      <a:pt x="5283" y="8669"/>
                      <a:pt x="5283" y="8669"/>
                    </a:cubicBezTo>
                    <a:cubicBezTo>
                      <a:pt x="5283" y="8127"/>
                      <a:pt x="5283" y="8127"/>
                      <a:pt x="5283" y="8127"/>
                    </a:cubicBezTo>
                    <a:close/>
                    <a:moveTo>
                      <a:pt x="7559" y="7748"/>
                    </a:moveTo>
                    <a:cubicBezTo>
                      <a:pt x="7667" y="7748"/>
                      <a:pt x="7749" y="7829"/>
                      <a:pt x="7749" y="7938"/>
                    </a:cubicBezTo>
                    <a:cubicBezTo>
                      <a:pt x="7749" y="8696"/>
                      <a:pt x="7749" y="8696"/>
                      <a:pt x="7749" y="8696"/>
                    </a:cubicBezTo>
                    <a:cubicBezTo>
                      <a:pt x="7613" y="8940"/>
                      <a:pt x="7613" y="8940"/>
                      <a:pt x="7613" y="8940"/>
                    </a:cubicBezTo>
                    <a:lnTo>
                      <a:pt x="7478" y="8940"/>
                    </a:lnTo>
                    <a:cubicBezTo>
                      <a:pt x="7342" y="8696"/>
                      <a:pt x="7342" y="8696"/>
                      <a:pt x="7342" y="8696"/>
                    </a:cubicBezTo>
                    <a:cubicBezTo>
                      <a:pt x="7342" y="7938"/>
                      <a:pt x="7342" y="7938"/>
                      <a:pt x="7342" y="7938"/>
                    </a:cubicBezTo>
                    <a:cubicBezTo>
                      <a:pt x="7342" y="7829"/>
                      <a:pt x="7424" y="7748"/>
                      <a:pt x="7559" y="7748"/>
                    </a:cubicBezTo>
                    <a:close/>
                    <a:moveTo>
                      <a:pt x="11406" y="8127"/>
                    </a:moveTo>
                    <a:lnTo>
                      <a:pt x="11406" y="8669"/>
                    </a:lnTo>
                    <a:cubicBezTo>
                      <a:pt x="11108" y="8940"/>
                      <a:pt x="11108" y="8940"/>
                      <a:pt x="11108" y="8940"/>
                    </a:cubicBezTo>
                    <a:lnTo>
                      <a:pt x="10864" y="8940"/>
                    </a:lnTo>
                    <a:cubicBezTo>
                      <a:pt x="10593" y="8669"/>
                      <a:pt x="10593" y="8669"/>
                      <a:pt x="10593" y="8669"/>
                    </a:cubicBezTo>
                    <a:cubicBezTo>
                      <a:pt x="10593" y="8127"/>
                      <a:pt x="10593" y="8127"/>
                      <a:pt x="10593" y="8127"/>
                    </a:cubicBezTo>
                    <a:close/>
                    <a:moveTo>
                      <a:pt x="10241" y="8127"/>
                    </a:moveTo>
                    <a:cubicBezTo>
                      <a:pt x="10241" y="9590"/>
                      <a:pt x="10241" y="9590"/>
                      <a:pt x="10241" y="9590"/>
                    </a:cubicBezTo>
                    <a:lnTo>
                      <a:pt x="10214" y="9590"/>
                    </a:lnTo>
                    <a:cubicBezTo>
                      <a:pt x="10214" y="9726"/>
                      <a:pt x="10106" y="9780"/>
                      <a:pt x="10024" y="9780"/>
                    </a:cubicBezTo>
                    <a:cubicBezTo>
                      <a:pt x="9970" y="9780"/>
                      <a:pt x="6719" y="9753"/>
                      <a:pt x="6719" y="9753"/>
                    </a:cubicBezTo>
                    <a:cubicBezTo>
                      <a:pt x="6611" y="9753"/>
                      <a:pt x="6502" y="9699"/>
                      <a:pt x="6502" y="9563"/>
                    </a:cubicBezTo>
                    <a:cubicBezTo>
                      <a:pt x="6502" y="8127"/>
                      <a:pt x="6502" y="8127"/>
                      <a:pt x="6502" y="8127"/>
                    </a:cubicBezTo>
                    <a:lnTo>
                      <a:pt x="6936" y="8127"/>
                    </a:lnTo>
                    <a:cubicBezTo>
                      <a:pt x="6936" y="8805"/>
                      <a:pt x="6936" y="8805"/>
                      <a:pt x="6936" y="8805"/>
                    </a:cubicBezTo>
                    <a:cubicBezTo>
                      <a:pt x="7153" y="9211"/>
                      <a:pt x="7153" y="9211"/>
                      <a:pt x="7153" y="9211"/>
                    </a:cubicBezTo>
                    <a:cubicBezTo>
                      <a:pt x="7180" y="9319"/>
                      <a:pt x="7288" y="9374"/>
                      <a:pt x="7424" y="9374"/>
                    </a:cubicBezTo>
                    <a:lnTo>
                      <a:pt x="7722" y="9374"/>
                    </a:lnTo>
                    <a:cubicBezTo>
                      <a:pt x="7830" y="9374"/>
                      <a:pt x="7911" y="9319"/>
                      <a:pt x="7992" y="9211"/>
                    </a:cubicBezTo>
                    <a:cubicBezTo>
                      <a:pt x="8182" y="8805"/>
                      <a:pt x="8182" y="8805"/>
                      <a:pt x="8182" y="8805"/>
                    </a:cubicBezTo>
                    <a:cubicBezTo>
                      <a:pt x="8182" y="8561"/>
                      <a:pt x="8182" y="8561"/>
                      <a:pt x="8182" y="8561"/>
                    </a:cubicBezTo>
                    <a:lnTo>
                      <a:pt x="8588" y="8561"/>
                    </a:lnTo>
                    <a:cubicBezTo>
                      <a:pt x="8588" y="8778"/>
                      <a:pt x="8588" y="8778"/>
                      <a:pt x="8588" y="8778"/>
                    </a:cubicBezTo>
                    <a:cubicBezTo>
                      <a:pt x="8805" y="9184"/>
                      <a:pt x="8805" y="9184"/>
                      <a:pt x="8805" y="9184"/>
                    </a:cubicBezTo>
                    <a:cubicBezTo>
                      <a:pt x="8832" y="9292"/>
                      <a:pt x="8941" y="9346"/>
                      <a:pt x="9049" y="9346"/>
                    </a:cubicBezTo>
                    <a:lnTo>
                      <a:pt x="9374" y="9346"/>
                    </a:lnTo>
                    <a:cubicBezTo>
                      <a:pt x="9455" y="9346"/>
                      <a:pt x="9564" y="9292"/>
                      <a:pt x="9618" y="9184"/>
                    </a:cubicBezTo>
                    <a:cubicBezTo>
                      <a:pt x="9835" y="8778"/>
                      <a:pt x="9835" y="8778"/>
                      <a:pt x="9835" y="8778"/>
                    </a:cubicBezTo>
                    <a:cubicBezTo>
                      <a:pt x="9835" y="8127"/>
                      <a:pt x="9835" y="8127"/>
                      <a:pt x="9835" y="8127"/>
                    </a:cubicBezTo>
                    <a:close/>
                    <a:moveTo>
                      <a:pt x="9618" y="10159"/>
                    </a:moveTo>
                    <a:lnTo>
                      <a:pt x="9455" y="10566"/>
                    </a:lnTo>
                    <a:lnTo>
                      <a:pt x="8886" y="10566"/>
                    </a:lnTo>
                    <a:cubicBezTo>
                      <a:pt x="8670" y="10159"/>
                      <a:pt x="8670" y="10159"/>
                      <a:pt x="8670" y="10159"/>
                    </a:cubicBezTo>
                    <a:close/>
                    <a:moveTo>
                      <a:pt x="8020" y="10186"/>
                    </a:moveTo>
                    <a:lnTo>
                      <a:pt x="7830" y="10593"/>
                    </a:lnTo>
                    <a:lnTo>
                      <a:pt x="7261" y="10593"/>
                    </a:lnTo>
                    <a:cubicBezTo>
                      <a:pt x="7044" y="10186"/>
                      <a:pt x="7044" y="10186"/>
                      <a:pt x="7044" y="10186"/>
                    </a:cubicBezTo>
                    <a:close/>
                    <a:moveTo>
                      <a:pt x="597" y="0"/>
                    </a:moveTo>
                    <a:cubicBezTo>
                      <a:pt x="488" y="0"/>
                      <a:pt x="407" y="81"/>
                      <a:pt x="407" y="217"/>
                    </a:cubicBezTo>
                    <a:cubicBezTo>
                      <a:pt x="407" y="9536"/>
                      <a:pt x="407" y="9536"/>
                      <a:pt x="407" y="9536"/>
                    </a:cubicBezTo>
                    <a:cubicBezTo>
                      <a:pt x="407" y="9672"/>
                      <a:pt x="488" y="9753"/>
                      <a:pt x="597" y="9753"/>
                    </a:cubicBezTo>
                    <a:cubicBezTo>
                      <a:pt x="732" y="9753"/>
                      <a:pt x="813" y="9672"/>
                      <a:pt x="813" y="9536"/>
                    </a:cubicBezTo>
                    <a:cubicBezTo>
                      <a:pt x="813" y="406"/>
                      <a:pt x="813" y="406"/>
                      <a:pt x="813" y="406"/>
                    </a:cubicBezTo>
                    <a:lnTo>
                      <a:pt x="1220" y="406"/>
                    </a:lnTo>
                    <a:cubicBezTo>
                      <a:pt x="1220" y="12218"/>
                      <a:pt x="1220" y="12218"/>
                      <a:pt x="1220" y="12218"/>
                    </a:cubicBezTo>
                    <a:lnTo>
                      <a:pt x="813" y="12218"/>
                    </a:lnTo>
                    <a:cubicBezTo>
                      <a:pt x="813" y="11568"/>
                      <a:pt x="813" y="11568"/>
                      <a:pt x="813" y="11568"/>
                    </a:cubicBezTo>
                    <a:cubicBezTo>
                      <a:pt x="813" y="11460"/>
                      <a:pt x="732" y="11378"/>
                      <a:pt x="597" y="11378"/>
                    </a:cubicBezTo>
                    <a:cubicBezTo>
                      <a:pt x="488" y="11378"/>
                      <a:pt x="407" y="11460"/>
                      <a:pt x="407" y="11568"/>
                    </a:cubicBezTo>
                    <a:cubicBezTo>
                      <a:pt x="407" y="12218"/>
                      <a:pt x="407" y="12218"/>
                      <a:pt x="407" y="12218"/>
                    </a:cubicBezTo>
                    <a:lnTo>
                      <a:pt x="190" y="12218"/>
                    </a:lnTo>
                    <a:cubicBezTo>
                      <a:pt x="82" y="12218"/>
                      <a:pt x="1" y="12299"/>
                      <a:pt x="1" y="12435"/>
                    </a:cubicBezTo>
                    <a:cubicBezTo>
                      <a:pt x="1" y="12543"/>
                      <a:pt x="82" y="12625"/>
                      <a:pt x="190" y="12625"/>
                    </a:cubicBezTo>
                    <a:lnTo>
                      <a:pt x="5500" y="12625"/>
                    </a:lnTo>
                    <a:cubicBezTo>
                      <a:pt x="5608" y="12625"/>
                      <a:pt x="5690" y="12543"/>
                      <a:pt x="5690" y="12435"/>
                    </a:cubicBezTo>
                    <a:cubicBezTo>
                      <a:pt x="5690" y="12299"/>
                      <a:pt x="5608" y="12218"/>
                      <a:pt x="5500" y="12218"/>
                    </a:cubicBezTo>
                    <a:lnTo>
                      <a:pt x="4064" y="12218"/>
                    </a:lnTo>
                    <a:cubicBezTo>
                      <a:pt x="4064" y="8967"/>
                      <a:pt x="4064" y="8967"/>
                      <a:pt x="4064" y="8967"/>
                    </a:cubicBezTo>
                    <a:cubicBezTo>
                      <a:pt x="4064" y="8832"/>
                      <a:pt x="3983" y="8750"/>
                      <a:pt x="3875" y="8750"/>
                    </a:cubicBezTo>
                    <a:cubicBezTo>
                      <a:pt x="3739" y="8750"/>
                      <a:pt x="3658" y="8832"/>
                      <a:pt x="3658" y="8967"/>
                    </a:cubicBezTo>
                    <a:cubicBezTo>
                      <a:pt x="3658" y="12218"/>
                      <a:pt x="3658" y="12218"/>
                      <a:pt x="3658" y="12218"/>
                    </a:cubicBezTo>
                    <a:lnTo>
                      <a:pt x="1599" y="12218"/>
                    </a:lnTo>
                    <a:cubicBezTo>
                      <a:pt x="1599" y="406"/>
                      <a:pt x="1599" y="406"/>
                      <a:pt x="1599" y="406"/>
                    </a:cubicBezTo>
                    <a:lnTo>
                      <a:pt x="3658" y="406"/>
                    </a:lnTo>
                    <a:cubicBezTo>
                      <a:pt x="3658" y="8100"/>
                      <a:pt x="3658" y="8100"/>
                      <a:pt x="3658" y="8100"/>
                    </a:cubicBezTo>
                    <a:cubicBezTo>
                      <a:pt x="3658" y="8236"/>
                      <a:pt x="3739" y="8317"/>
                      <a:pt x="3875" y="8317"/>
                    </a:cubicBezTo>
                    <a:cubicBezTo>
                      <a:pt x="3983" y="8317"/>
                      <a:pt x="4064" y="8236"/>
                      <a:pt x="4064" y="8100"/>
                    </a:cubicBezTo>
                    <a:cubicBezTo>
                      <a:pt x="4064" y="7342"/>
                      <a:pt x="4064" y="7342"/>
                      <a:pt x="4064" y="7342"/>
                    </a:cubicBezTo>
                    <a:lnTo>
                      <a:pt x="4606" y="7342"/>
                    </a:lnTo>
                    <a:cubicBezTo>
                      <a:pt x="4525" y="7531"/>
                      <a:pt x="4471" y="7721"/>
                      <a:pt x="4471" y="7938"/>
                    </a:cubicBezTo>
                    <a:cubicBezTo>
                      <a:pt x="4471" y="8019"/>
                      <a:pt x="4579" y="8127"/>
                      <a:pt x="4687" y="8127"/>
                    </a:cubicBezTo>
                    <a:lnTo>
                      <a:pt x="4877" y="8127"/>
                    </a:lnTo>
                    <a:cubicBezTo>
                      <a:pt x="4877" y="8669"/>
                      <a:pt x="4877" y="8669"/>
                      <a:pt x="4877" y="8669"/>
                    </a:cubicBezTo>
                    <a:cubicBezTo>
                      <a:pt x="4877" y="8778"/>
                      <a:pt x="4931" y="8859"/>
                      <a:pt x="4985" y="8913"/>
                    </a:cubicBezTo>
                    <a:cubicBezTo>
                      <a:pt x="5283" y="9238"/>
                      <a:pt x="5283" y="9238"/>
                      <a:pt x="5283" y="9238"/>
                    </a:cubicBezTo>
                    <a:cubicBezTo>
                      <a:pt x="5365" y="9292"/>
                      <a:pt x="5446" y="9346"/>
                      <a:pt x="5527" y="9346"/>
                    </a:cubicBezTo>
                    <a:lnTo>
                      <a:pt x="5906" y="9346"/>
                    </a:lnTo>
                    <a:cubicBezTo>
                      <a:pt x="6015" y="9346"/>
                      <a:pt x="6096" y="9211"/>
                      <a:pt x="6096" y="9211"/>
                    </a:cubicBezTo>
                    <a:cubicBezTo>
                      <a:pt x="6096" y="9509"/>
                      <a:pt x="6096" y="9509"/>
                      <a:pt x="6096" y="9509"/>
                    </a:cubicBezTo>
                    <a:cubicBezTo>
                      <a:pt x="6096" y="9807"/>
                      <a:pt x="6286" y="10051"/>
                      <a:pt x="6584" y="10105"/>
                    </a:cubicBezTo>
                    <a:cubicBezTo>
                      <a:pt x="6936" y="10837"/>
                      <a:pt x="6936" y="10837"/>
                      <a:pt x="6936" y="10837"/>
                    </a:cubicBezTo>
                    <a:cubicBezTo>
                      <a:pt x="6990" y="10891"/>
                      <a:pt x="7044" y="10945"/>
                      <a:pt x="7126" y="10972"/>
                    </a:cubicBezTo>
                    <a:lnTo>
                      <a:pt x="7938" y="10972"/>
                    </a:lnTo>
                    <a:cubicBezTo>
                      <a:pt x="8020" y="10972"/>
                      <a:pt x="8074" y="10945"/>
                      <a:pt x="8128" y="10864"/>
                    </a:cubicBezTo>
                    <a:cubicBezTo>
                      <a:pt x="8345" y="10403"/>
                      <a:pt x="8345" y="10403"/>
                      <a:pt x="8345" y="10403"/>
                    </a:cubicBezTo>
                    <a:cubicBezTo>
                      <a:pt x="8561" y="10864"/>
                      <a:pt x="8561" y="10864"/>
                      <a:pt x="8561" y="10864"/>
                    </a:cubicBezTo>
                    <a:cubicBezTo>
                      <a:pt x="8616" y="10918"/>
                      <a:pt x="8670" y="10972"/>
                      <a:pt x="8751" y="10972"/>
                    </a:cubicBezTo>
                    <a:lnTo>
                      <a:pt x="9564" y="10972"/>
                    </a:lnTo>
                    <a:cubicBezTo>
                      <a:pt x="9645" y="10972"/>
                      <a:pt x="9699" y="10918"/>
                      <a:pt x="9753" y="10837"/>
                    </a:cubicBezTo>
                    <a:cubicBezTo>
                      <a:pt x="10106" y="10159"/>
                      <a:pt x="10106" y="10159"/>
                      <a:pt x="10106" y="10159"/>
                    </a:cubicBezTo>
                    <a:cubicBezTo>
                      <a:pt x="10376" y="10078"/>
                      <a:pt x="10593" y="9861"/>
                      <a:pt x="10593" y="9563"/>
                    </a:cubicBezTo>
                    <a:cubicBezTo>
                      <a:pt x="10593" y="9211"/>
                      <a:pt x="10593" y="9211"/>
                      <a:pt x="10593" y="9211"/>
                    </a:cubicBezTo>
                    <a:cubicBezTo>
                      <a:pt x="10593" y="9211"/>
                      <a:pt x="10702" y="9346"/>
                      <a:pt x="10783" y="9346"/>
                    </a:cubicBezTo>
                    <a:lnTo>
                      <a:pt x="11135" y="9346"/>
                    </a:lnTo>
                    <a:cubicBezTo>
                      <a:pt x="11216" y="9346"/>
                      <a:pt x="11325" y="9292"/>
                      <a:pt x="11379" y="9238"/>
                    </a:cubicBezTo>
                    <a:cubicBezTo>
                      <a:pt x="11704" y="8913"/>
                      <a:pt x="11704" y="8913"/>
                      <a:pt x="11704" y="8913"/>
                    </a:cubicBezTo>
                    <a:cubicBezTo>
                      <a:pt x="11758" y="8832"/>
                      <a:pt x="11812" y="8750"/>
                      <a:pt x="11812" y="8669"/>
                    </a:cubicBezTo>
                    <a:lnTo>
                      <a:pt x="11812" y="8127"/>
                    </a:lnTo>
                    <a:lnTo>
                      <a:pt x="12002" y="8127"/>
                    </a:lnTo>
                    <a:cubicBezTo>
                      <a:pt x="12110" y="8127"/>
                      <a:pt x="12219" y="8046"/>
                      <a:pt x="12219" y="7938"/>
                    </a:cubicBezTo>
                    <a:cubicBezTo>
                      <a:pt x="12219" y="7531"/>
                      <a:pt x="12056" y="7179"/>
                      <a:pt x="11812" y="6881"/>
                    </a:cubicBezTo>
                    <a:cubicBezTo>
                      <a:pt x="11839" y="3468"/>
                      <a:pt x="11839" y="3468"/>
                      <a:pt x="11839" y="3468"/>
                    </a:cubicBezTo>
                    <a:cubicBezTo>
                      <a:pt x="11839" y="3332"/>
                      <a:pt x="11758" y="3251"/>
                      <a:pt x="11623" y="3251"/>
                    </a:cubicBezTo>
                    <a:cubicBezTo>
                      <a:pt x="11514" y="3251"/>
                      <a:pt x="11433" y="3332"/>
                      <a:pt x="11433" y="3468"/>
                    </a:cubicBezTo>
                    <a:cubicBezTo>
                      <a:pt x="11406" y="6583"/>
                      <a:pt x="11406" y="6583"/>
                      <a:pt x="11406" y="6583"/>
                    </a:cubicBezTo>
                    <a:cubicBezTo>
                      <a:pt x="11406" y="6583"/>
                      <a:pt x="10891" y="6394"/>
                      <a:pt x="10593" y="6014"/>
                    </a:cubicBezTo>
                    <a:cubicBezTo>
                      <a:pt x="10593" y="2845"/>
                      <a:pt x="10593" y="2845"/>
                      <a:pt x="10593" y="2845"/>
                    </a:cubicBezTo>
                    <a:cubicBezTo>
                      <a:pt x="10593" y="2303"/>
                      <a:pt x="10729" y="1788"/>
                      <a:pt x="11000" y="1382"/>
                    </a:cubicBezTo>
                    <a:cubicBezTo>
                      <a:pt x="11270" y="1815"/>
                      <a:pt x="11406" y="2330"/>
                      <a:pt x="11433" y="2845"/>
                    </a:cubicBezTo>
                    <a:cubicBezTo>
                      <a:pt x="11433" y="2919"/>
                      <a:pt x="11501" y="3038"/>
                      <a:pt x="11595" y="3038"/>
                    </a:cubicBezTo>
                    <a:cubicBezTo>
                      <a:pt x="11604" y="3038"/>
                      <a:pt x="11613" y="3037"/>
                      <a:pt x="11623" y="3034"/>
                    </a:cubicBezTo>
                    <a:cubicBezTo>
                      <a:pt x="11731" y="3007"/>
                      <a:pt x="11839" y="2926"/>
                      <a:pt x="11839" y="2845"/>
                    </a:cubicBezTo>
                    <a:cubicBezTo>
                      <a:pt x="11812" y="2140"/>
                      <a:pt x="11596" y="1463"/>
                      <a:pt x="11189" y="894"/>
                    </a:cubicBezTo>
                    <a:cubicBezTo>
                      <a:pt x="11146" y="851"/>
                      <a:pt x="11079" y="823"/>
                      <a:pt x="11014" y="823"/>
                    </a:cubicBezTo>
                    <a:cubicBezTo>
                      <a:pt x="10957" y="823"/>
                      <a:pt x="10902" y="844"/>
                      <a:pt x="10864" y="894"/>
                    </a:cubicBezTo>
                    <a:cubicBezTo>
                      <a:pt x="10512" y="1355"/>
                      <a:pt x="10295" y="1896"/>
                      <a:pt x="10214" y="2438"/>
                    </a:cubicBezTo>
                    <a:cubicBezTo>
                      <a:pt x="9862" y="1544"/>
                      <a:pt x="9266" y="704"/>
                      <a:pt x="8480" y="54"/>
                    </a:cubicBezTo>
                    <a:cubicBezTo>
                      <a:pt x="8439" y="27"/>
                      <a:pt x="8399" y="14"/>
                      <a:pt x="8358" y="14"/>
                    </a:cubicBezTo>
                    <a:cubicBezTo>
                      <a:pt x="8318" y="14"/>
                      <a:pt x="8277" y="27"/>
                      <a:pt x="8236" y="54"/>
                    </a:cubicBezTo>
                    <a:cubicBezTo>
                      <a:pt x="8074" y="163"/>
                      <a:pt x="7938" y="298"/>
                      <a:pt x="7830" y="406"/>
                    </a:cubicBezTo>
                    <a:cubicBezTo>
                      <a:pt x="7749" y="488"/>
                      <a:pt x="7749" y="623"/>
                      <a:pt x="7830" y="704"/>
                    </a:cubicBezTo>
                    <a:cubicBezTo>
                      <a:pt x="7871" y="745"/>
                      <a:pt x="7918" y="765"/>
                      <a:pt x="7965" y="765"/>
                    </a:cubicBezTo>
                    <a:cubicBezTo>
                      <a:pt x="8013" y="765"/>
                      <a:pt x="8060" y="745"/>
                      <a:pt x="8101" y="704"/>
                    </a:cubicBezTo>
                    <a:cubicBezTo>
                      <a:pt x="8182" y="623"/>
                      <a:pt x="8263" y="542"/>
                      <a:pt x="8372" y="461"/>
                    </a:cubicBezTo>
                    <a:cubicBezTo>
                      <a:pt x="9537" y="1436"/>
                      <a:pt x="10214" y="2926"/>
                      <a:pt x="10214" y="4416"/>
                    </a:cubicBezTo>
                    <a:cubicBezTo>
                      <a:pt x="10214" y="5527"/>
                      <a:pt x="10214" y="5527"/>
                      <a:pt x="10214" y="5527"/>
                    </a:cubicBezTo>
                    <a:cubicBezTo>
                      <a:pt x="10160" y="5472"/>
                      <a:pt x="9374" y="4199"/>
                      <a:pt x="9374" y="4199"/>
                    </a:cubicBezTo>
                    <a:cubicBezTo>
                      <a:pt x="9374" y="3007"/>
                      <a:pt x="9374" y="3007"/>
                      <a:pt x="9374" y="3007"/>
                    </a:cubicBezTo>
                    <a:cubicBezTo>
                      <a:pt x="9374" y="2520"/>
                      <a:pt x="8995" y="1598"/>
                      <a:pt x="8372" y="1598"/>
                    </a:cubicBezTo>
                    <a:cubicBezTo>
                      <a:pt x="7749" y="1598"/>
                      <a:pt x="7342" y="2520"/>
                      <a:pt x="7342" y="3007"/>
                    </a:cubicBezTo>
                    <a:cubicBezTo>
                      <a:pt x="7342" y="4199"/>
                      <a:pt x="7342" y="4199"/>
                      <a:pt x="7342" y="4199"/>
                    </a:cubicBezTo>
                    <a:cubicBezTo>
                      <a:pt x="7342" y="4199"/>
                      <a:pt x="6584" y="5472"/>
                      <a:pt x="6530" y="5527"/>
                    </a:cubicBezTo>
                    <a:cubicBezTo>
                      <a:pt x="6530" y="4416"/>
                      <a:pt x="6530" y="4416"/>
                      <a:pt x="6530" y="4416"/>
                    </a:cubicBezTo>
                    <a:cubicBezTo>
                      <a:pt x="6530" y="3278"/>
                      <a:pt x="6909" y="2167"/>
                      <a:pt x="7586" y="1273"/>
                    </a:cubicBezTo>
                    <a:cubicBezTo>
                      <a:pt x="7667" y="1192"/>
                      <a:pt x="7667" y="1057"/>
                      <a:pt x="7559" y="975"/>
                    </a:cubicBezTo>
                    <a:cubicBezTo>
                      <a:pt x="7530" y="956"/>
                      <a:pt x="7495" y="947"/>
                      <a:pt x="7457" y="947"/>
                    </a:cubicBezTo>
                    <a:cubicBezTo>
                      <a:pt x="7389" y="947"/>
                      <a:pt x="7313" y="977"/>
                      <a:pt x="7261" y="1030"/>
                    </a:cubicBezTo>
                    <a:cubicBezTo>
                      <a:pt x="6936" y="1463"/>
                      <a:pt x="6692" y="1896"/>
                      <a:pt x="6502" y="2384"/>
                    </a:cubicBezTo>
                    <a:cubicBezTo>
                      <a:pt x="6421" y="1842"/>
                      <a:pt x="6232" y="1300"/>
                      <a:pt x="5879" y="867"/>
                    </a:cubicBezTo>
                    <a:cubicBezTo>
                      <a:pt x="5839" y="813"/>
                      <a:pt x="5778" y="786"/>
                      <a:pt x="5720" y="786"/>
                    </a:cubicBezTo>
                    <a:cubicBezTo>
                      <a:pt x="5663" y="786"/>
                      <a:pt x="5608" y="813"/>
                      <a:pt x="5581" y="867"/>
                    </a:cubicBezTo>
                    <a:cubicBezTo>
                      <a:pt x="5175" y="1436"/>
                      <a:pt x="4931" y="2113"/>
                      <a:pt x="4904" y="2818"/>
                    </a:cubicBezTo>
                    <a:cubicBezTo>
                      <a:pt x="4904" y="3684"/>
                      <a:pt x="4904" y="3684"/>
                      <a:pt x="4904" y="3684"/>
                    </a:cubicBezTo>
                    <a:lnTo>
                      <a:pt x="4091" y="3684"/>
                    </a:lnTo>
                    <a:cubicBezTo>
                      <a:pt x="4091" y="217"/>
                      <a:pt x="4091" y="217"/>
                      <a:pt x="4091" y="217"/>
                    </a:cubicBezTo>
                    <a:cubicBezTo>
                      <a:pt x="4091" y="81"/>
                      <a:pt x="4010" y="0"/>
                      <a:pt x="387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sp>
            <p:nvSpPr>
              <p:cNvPr id="659" name="Google Shape;659;p50"/>
              <p:cNvSpPr/>
              <p:nvPr/>
            </p:nvSpPr>
            <p:spPr>
              <a:xfrm>
                <a:off x="678301" y="1495378"/>
                <a:ext cx="132139" cy="10128"/>
              </a:xfrm>
              <a:custGeom>
                <a:rect b="b" l="l" r="r" t="t"/>
                <a:pathLst>
                  <a:path extrusionOk="0" h="407" w="5310">
                    <a:moveTo>
                      <a:pt x="217" y="0"/>
                    </a:moveTo>
                    <a:cubicBezTo>
                      <a:pt x="81" y="0"/>
                      <a:pt x="0" y="81"/>
                      <a:pt x="0" y="217"/>
                    </a:cubicBezTo>
                    <a:cubicBezTo>
                      <a:pt x="0" y="325"/>
                      <a:pt x="81" y="407"/>
                      <a:pt x="217" y="407"/>
                    </a:cubicBezTo>
                    <a:lnTo>
                      <a:pt x="5093" y="407"/>
                    </a:lnTo>
                    <a:cubicBezTo>
                      <a:pt x="5229" y="407"/>
                      <a:pt x="5310" y="325"/>
                      <a:pt x="5310" y="217"/>
                    </a:cubicBezTo>
                    <a:cubicBezTo>
                      <a:pt x="5310" y="81"/>
                      <a:pt x="5229" y="0"/>
                      <a:pt x="5093"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grpSp>
        <p:sp>
          <p:nvSpPr>
            <p:cNvPr id="660" name="Google Shape;660;p50"/>
            <p:cNvSpPr txBox="1"/>
            <p:nvPr/>
          </p:nvSpPr>
          <p:spPr>
            <a:xfrm>
              <a:off x="921700" y="1269713"/>
              <a:ext cx="1156800" cy="41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Aerospace</a:t>
              </a:r>
              <a:endParaRPr b="1" sz="800">
                <a:solidFill>
                  <a:srgbClr val="3C3C3A"/>
                </a:solidFill>
                <a:latin typeface="Montserrat"/>
                <a:ea typeface="Montserrat"/>
                <a:cs typeface="Montserrat"/>
                <a:sym typeface="Montserrat"/>
              </a:endParaRPr>
            </a:p>
          </p:txBody>
        </p:sp>
      </p:grpSp>
      <p:grpSp>
        <p:nvGrpSpPr>
          <p:cNvPr id="661" name="Google Shape;661;p50"/>
          <p:cNvGrpSpPr/>
          <p:nvPr/>
        </p:nvGrpSpPr>
        <p:grpSpPr>
          <a:xfrm>
            <a:off x="469261" y="1639492"/>
            <a:ext cx="1617814" cy="413516"/>
            <a:chOff x="463536" y="1796579"/>
            <a:chExt cx="1617814" cy="413516"/>
          </a:xfrm>
        </p:grpSpPr>
        <p:grpSp>
          <p:nvGrpSpPr>
            <p:cNvPr id="662" name="Google Shape;662;p50"/>
            <p:cNvGrpSpPr/>
            <p:nvPr/>
          </p:nvGrpSpPr>
          <p:grpSpPr>
            <a:xfrm>
              <a:off x="463536" y="1796579"/>
              <a:ext cx="404866" cy="404866"/>
              <a:chOff x="3109000" y="2612650"/>
              <a:chExt cx="433475" cy="433475"/>
            </a:xfrm>
          </p:grpSpPr>
          <p:sp>
            <p:nvSpPr>
              <p:cNvPr id="663" name="Google Shape;663;p50"/>
              <p:cNvSpPr/>
              <p:nvPr/>
            </p:nvSpPr>
            <p:spPr>
              <a:xfrm>
                <a:off x="3109000" y="2612650"/>
                <a:ext cx="433475" cy="433475"/>
              </a:xfrm>
              <a:custGeom>
                <a:rect b="b" l="l" r="r" t="t"/>
                <a:pathLst>
                  <a:path extrusionOk="0" fill="none" h="17339" w="17339">
                    <a:moveTo>
                      <a:pt x="17339" y="8670"/>
                    </a:moveTo>
                    <a:cubicBezTo>
                      <a:pt x="17339" y="13438"/>
                      <a:pt x="13465" y="17339"/>
                      <a:pt x="8669" y="17339"/>
                    </a:cubicBezTo>
                    <a:cubicBezTo>
                      <a:pt x="3874" y="17339"/>
                      <a:pt x="0" y="13438"/>
                      <a:pt x="0" y="8670"/>
                    </a:cubicBezTo>
                    <a:cubicBezTo>
                      <a:pt x="0" y="3875"/>
                      <a:pt x="3874" y="1"/>
                      <a:pt x="8669" y="1"/>
                    </a:cubicBezTo>
                    <a:cubicBezTo>
                      <a:pt x="13465"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sp>
            <p:nvSpPr>
              <p:cNvPr id="664" name="Google Shape;664;p50"/>
              <p:cNvSpPr/>
              <p:nvPr/>
            </p:nvSpPr>
            <p:spPr>
              <a:xfrm>
                <a:off x="3177400" y="2687825"/>
                <a:ext cx="295325" cy="294650"/>
              </a:xfrm>
              <a:custGeom>
                <a:rect b="b" l="l" r="r" t="t"/>
                <a:pathLst>
                  <a:path extrusionOk="0" h="11786" w="11813">
                    <a:moveTo>
                      <a:pt x="11406" y="380"/>
                    </a:moveTo>
                    <a:lnTo>
                      <a:pt x="11406" y="570"/>
                    </a:lnTo>
                    <a:cubicBezTo>
                      <a:pt x="11406" y="895"/>
                      <a:pt x="11135" y="1166"/>
                      <a:pt x="10810" y="1166"/>
                    </a:cubicBezTo>
                    <a:lnTo>
                      <a:pt x="976" y="1166"/>
                    </a:lnTo>
                    <a:cubicBezTo>
                      <a:pt x="651" y="1166"/>
                      <a:pt x="407" y="895"/>
                      <a:pt x="407" y="570"/>
                    </a:cubicBezTo>
                    <a:cubicBezTo>
                      <a:pt x="407" y="380"/>
                      <a:pt x="407" y="380"/>
                      <a:pt x="407" y="380"/>
                    </a:cubicBezTo>
                    <a:close/>
                    <a:moveTo>
                      <a:pt x="3549" y="1572"/>
                    </a:moveTo>
                    <a:lnTo>
                      <a:pt x="3549" y="1762"/>
                    </a:lnTo>
                    <a:cubicBezTo>
                      <a:pt x="3549" y="1870"/>
                      <a:pt x="3441" y="1951"/>
                      <a:pt x="3333" y="1951"/>
                    </a:cubicBezTo>
                    <a:lnTo>
                      <a:pt x="2168" y="1951"/>
                    </a:lnTo>
                    <a:cubicBezTo>
                      <a:pt x="2059" y="1951"/>
                      <a:pt x="1978" y="1870"/>
                      <a:pt x="1978" y="1762"/>
                    </a:cubicBezTo>
                    <a:cubicBezTo>
                      <a:pt x="1978" y="1572"/>
                      <a:pt x="1978" y="1572"/>
                      <a:pt x="1978" y="1572"/>
                    </a:cubicBezTo>
                    <a:close/>
                    <a:moveTo>
                      <a:pt x="2953" y="2358"/>
                    </a:moveTo>
                    <a:lnTo>
                      <a:pt x="2953" y="2791"/>
                    </a:lnTo>
                    <a:cubicBezTo>
                      <a:pt x="2845" y="2764"/>
                      <a:pt x="2737" y="2764"/>
                      <a:pt x="2601" y="2764"/>
                    </a:cubicBezTo>
                    <a:cubicBezTo>
                      <a:pt x="2601" y="2764"/>
                      <a:pt x="2574" y="2791"/>
                      <a:pt x="2547" y="2791"/>
                    </a:cubicBezTo>
                    <a:cubicBezTo>
                      <a:pt x="2547" y="2358"/>
                      <a:pt x="2547" y="2358"/>
                      <a:pt x="2547" y="2358"/>
                    </a:cubicBezTo>
                    <a:close/>
                    <a:moveTo>
                      <a:pt x="2716" y="3159"/>
                    </a:moveTo>
                    <a:cubicBezTo>
                      <a:pt x="2788" y="3159"/>
                      <a:pt x="2861" y="3181"/>
                      <a:pt x="2926" y="3225"/>
                    </a:cubicBezTo>
                    <a:cubicBezTo>
                      <a:pt x="3983" y="4091"/>
                      <a:pt x="3983" y="4091"/>
                      <a:pt x="3983" y="4091"/>
                    </a:cubicBezTo>
                    <a:cubicBezTo>
                      <a:pt x="3929" y="4146"/>
                      <a:pt x="3820" y="4227"/>
                      <a:pt x="3604" y="4471"/>
                    </a:cubicBezTo>
                    <a:lnTo>
                      <a:pt x="2520" y="3821"/>
                    </a:lnTo>
                    <a:cubicBezTo>
                      <a:pt x="2357" y="3712"/>
                      <a:pt x="2303" y="3495"/>
                      <a:pt x="2412" y="3333"/>
                    </a:cubicBezTo>
                    <a:cubicBezTo>
                      <a:pt x="2412" y="3333"/>
                      <a:pt x="2412" y="3306"/>
                      <a:pt x="2439" y="3306"/>
                    </a:cubicBezTo>
                    <a:cubicBezTo>
                      <a:pt x="2504" y="3208"/>
                      <a:pt x="2608" y="3159"/>
                      <a:pt x="2716" y="3159"/>
                    </a:cubicBezTo>
                    <a:close/>
                    <a:moveTo>
                      <a:pt x="4525" y="4237"/>
                    </a:moveTo>
                    <a:cubicBezTo>
                      <a:pt x="4624" y="4237"/>
                      <a:pt x="4725" y="4277"/>
                      <a:pt x="4796" y="4362"/>
                    </a:cubicBezTo>
                    <a:cubicBezTo>
                      <a:pt x="4904" y="4498"/>
                      <a:pt x="4904" y="4715"/>
                      <a:pt x="4741" y="4850"/>
                    </a:cubicBezTo>
                    <a:cubicBezTo>
                      <a:pt x="4741" y="4850"/>
                      <a:pt x="4741" y="4850"/>
                      <a:pt x="4741" y="4877"/>
                    </a:cubicBezTo>
                    <a:cubicBezTo>
                      <a:pt x="3604" y="5744"/>
                      <a:pt x="3604" y="5744"/>
                      <a:pt x="3604" y="5744"/>
                    </a:cubicBezTo>
                    <a:cubicBezTo>
                      <a:pt x="3549" y="5581"/>
                      <a:pt x="3414" y="5473"/>
                      <a:pt x="3279" y="5392"/>
                    </a:cubicBezTo>
                    <a:cubicBezTo>
                      <a:pt x="3604" y="5013"/>
                      <a:pt x="4254" y="4362"/>
                      <a:pt x="4281" y="4335"/>
                    </a:cubicBezTo>
                    <a:cubicBezTo>
                      <a:pt x="4346" y="4271"/>
                      <a:pt x="4435" y="4237"/>
                      <a:pt x="4525" y="4237"/>
                    </a:cubicBezTo>
                    <a:close/>
                    <a:moveTo>
                      <a:pt x="2896" y="5673"/>
                    </a:moveTo>
                    <a:cubicBezTo>
                      <a:pt x="2999" y="5673"/>
                      <a:pt x="3099" y="5713"/>
                      <a:pt x="3170" y="5798"/>
                    </a:cubicBezTo>
                    <a:cubicBezTo>
                      <a:pt x="3333" y="5961"/>
                      <a:pt x="3306" y="6205"/>
                      <a:pt x="3143" y="6367"/>
                    </a:cubicBezTo>
                    <a:cubicBezTo>
                      <a:pt x="3070" y="6428"/>
                      <a:pt x="2980" y="6456"/>
                      <a:pt x="2891" y="6456"/>
                    </a:cubicBezTo>
                    <a:cubicBezTo>
                      <a:pt x="2783" y="6456"/>
                      <a:pt x="2676" y="6414"/>
                      <a:pt x="2601" y="6340"/>
                    </a:cubicBezTo>
                    <a:cubicBezTo>
                      <a:pt x="2439" y="6177"/>
                      <a:pt x="2466" y="5907"/>
                      <a:pt x="2628" y="5771"/>
                    </a:cubicBezTo>
                    <a:cubicBezTo>
                      <a:pt x="2706" y="5706"/>
                      <a:pt x="2802" y="5673"/>
                      <a:pt x="2896" y="5673"/>
                    </a:cubicBezTo>
                    <a:close/>
                    <a:moveTo>
                      <a:pt x="190" y="1"/>
                    </a:moveTo>
                    <a:cubicBezTo>
                      <a:pt x="82" y="1"/>
                      <a:pt x="1" y="82"/>
                      <a:pt x="1" y="190"/>
                    </a:cubicBezTo>
                    <a:cubicBezTo>
                      <a:pt x="1" y="570"/>
                      <a:pt x="1" y="570"/>
                      <a:pt x="1" y="570"/>
                    </a:cubicBezTo>
                    <a:cubicBezTo>
                      <a:pt x="1" y="1111"/>
                      <a:pt x="434" y="1572"/>
                      <a:pt x="976" y="1572"/>
                    </a:cubicBezTo>
                    <a:lnTo>
                      <a:pt x="1572" y="1572"/>
                    </a:lnTo>
                    <a:cubicBezTo>
                      <a:pt x="1572" y="1762"/>
                      <a:pt x="1572" y="1762"/>
                      <a:pt x="1572" y="1762"/>
                    </a:cubicBezTo>
                    <a:cubicBezTo>
                      <a:pt x="1572" y="2087"/>
                      <a:pt x="1843" y="2358"/>
                      <a:pt x="2168" y="2358"/>
                    </a:cubicBezTo>
                    <a:cubicBezTo>
                      <a:pt x="2168" y="3008"/>
                      <a:pt x="2168" y="3008"/>
                      <a:pt x="2168" y="3008"/>
                    </a:cubicBezTo>
                    <a:cubicBezTo>
                      <a:pt x="1897" y="3306"/>
                      <a:pt x="1897" y="3766"/>
                      <a:pt x="2195" y="4064"/>
                    </a:cubicBezTo>
                    <a:cubicBezTo>
                      <a:pt x="2249" y="4091"/>
                      <a:pt x="2276" y="4119"/>
                      <a:pt x="2330" y="4146"/>
                    </a:cubicBezTo>
                    <a:cubicBezTo>
                      <a:pt x="3333" y="4742"/>
                      <a:pt x="3333" y="4742"/>
                      <a:pt x="3333" y="4742"/>
                    </a:cubicBezTo>
                    <a:cubicBezTo>
                      <a:pt x="3197" y="4904"/>
                      <a:pt x="3008" y="5067"/>
                      <a:pt x="2818" y="5283"/>
                    </a:cubicBezTo>
                    <a:cubicBezTo>
                      <a:pt x="2385" y="5311"/>
                      <a:pt x="2059" y="5690"/>
                      <a:pt x="2087" y="6123"/>
                    </a:cubicBezTo>
                    <a:cubicBezTo>
                      <a:pt x="2114" y="6205"/>
                      <a:pt x="2141" y="6313"/>
                      <a:pt x="2168" y="6394"/>
                    </a:cubicBezTo>
                    <a:cubicBezTo>
                      <a:pt x="1816" y="6746"/>
                      <a:pt x="1816" y="6746"/>
                      <a:pt x="1816" y="6746"/>
                    </a:cubicBezTo>
                    <a:cubicBezTo>
                      <a:pt x="1761" y="6801"/>
                      <a:pt x="1761" y="6882"/>
                      <a:pt x="1789" y="6963"/>
                    </a:cubicBezTo>
                    <a:cubicBezTo>
                      <a:pt x="2195" y="7749"/>
                      <a:pt x="2195" y="7749"/>
                      <a:pt x="2195" y="7749"/>
                    </a:cubicBezTo>
                    <a:cubicBezTo>
                      <a:pt x="2213" y="7821"/>
                      <a:pt x="2279" y="7857"/>
                      <a:pt x="2345" y="7857"/>
                    </a:cubicBezTo>
                    <a:cubicBezTo>
                      <a:pt x="2379" y="7857"/>
                      <a:pt x="2412" y="7848"/>
                      <a:pt x="2439" y="7830"/>
                    </a:cubicBezTo>
                    <a:cubicBezTo>
                      <a:pt x="2547" y="7803"/>
                      <a:pt x="2574" y="7667"/>
                      <a:pt x="2547" y="7586"/>
                    </a:cubicBezTo>
                    <a:cubicBezTo>
                      <a:pt x="2195" y="6909"/>
                      <a:pt x="2195" y="6909"/>
                      <a:pt x="2195" y="6909"/>
                    </a:cubicBezTo>
                    <a:cubicBezTo>
                      <a:pt x="2412" y="6692"/>
                      <a:pt x="2412" y="6692"/>
                      <a:pt x="2412" y="6692"/>
                    </a:cubicBezTo>
                    <a:cubicBezTo>
                      <a:pt x="2557" y="6794"/>
                      <a:pt x="2725" y="6849"/>
                      <a:pt x="2892" y="6849"/>
                    </a:cubicBezTo>
                    <a:cubicBezTo>
                      <a:pt x="3036" y="6849"/>
                      <a:pt x="3180" y="6807"/>
                      <a:pt x="3306" y="6719"/>
                    </a:cubicBezTo>
                    <a:cubicBezTo>
                      <a:pt x="3495" y="6909"/>
                      <a:pt x="3495" y="6909"/>
                      <a:pt x="3495" y="6909"/>
                    </a:cubicBezTo>
                    <a:cubicBezTo>
                      <a:pt x="3170" y="7586"/>
                      <a:pt x="3170" y="7586"/>
                      <a:pt x="3170" y="7586"/>
                    </a:cubicBezTo>
                    <a:cubicBezTo>
                      <a:pt x="3116" y="7667"/>
                      <a:pt x="3170" y="7803"/>
                      <a:pt x="3251" y="7830"/>
                    </a:cubicBezTo>
                    <a:cubicBezTo>
                      <a:pt x="3288" y="7848"/>
                      <a:pt x="3324" y="7857"/>
                      <a:pt x="3358" y="7857"/>
                    </a:cubicBezTo>
                    <a:cubicBezTo>
                      <a:pt x="3426" y="7857"/>
                      <a:pt x="3486" y="7821"/>
                      <a:pt x="3522" y="7749"/>
                    </a:cubicBezTo>
                    <a:cubicBezTo>
                      <a:pt x="3902" y="6963"/>
                      <a:pt x="3902" y="6963"/>
                      <a:pt x="3902" y="6963"/>
                    </a:cubicBezTo>
                    <a:cubicBezTo>
                      <a:pt x="3956" y="6882"/>
                      <a:pt x="3929" y="6801"/>
                      <a:pt x="3875" y="6746"/>
                    </a:cubicBezTo>
                    <a:cubicBezTo>
                      <a:pt x="3577" y="6421"/>
                      <a:pt x="3577" y="6421"/>
                      <a:pt x="3577" y="6421"/>
                    </a:cubicBezTo>
                    <a:cubicBezTo>
                      <a:pt x="3604" y="6367"/>
                      <a:pt x="3631" y="6286"/>
                      <a:pt x="3658" y="6205"/>
                    </a:cubicBezTo>
                    <a:cubicBezTo>
                      <a:pt x="4985" y="5175"/>
                      <a:pt x="4985" y="5175"/>
                      <a:pt x="4985" y="5175"/>
                    </a:cubicBezTo>
                    <a:cubicBezTo>
                      <a:pt x="5310" y="4931"/>
                      <a:pt x="5365" y="4444"/>
                      <a:pt x="5121" y="4119"/>
                    </a:cubicBezTo>
                    <a:cubicBezTo>
                      <a:pt x="4974" y="3951"/>
                      <a:pt x="4762" y="3848"/>
                      <a:pt x="4535" y="3848"/>
                    </a:cubicBezTo>
                    <a:cubicBezTo>
                      <a:pt x="4469" y="3848"/>
                      <a:pt x="4402" y="3856"/>
                      <a:pt x="4335" y="3875"/>
                    </a:cubicBezTo>
                    <a:cubicBezTo>
                      <a:pt x="3333" y="3062"/>
                      <a:pt x="3333" y="3062"/>
                      <a:pt x="3333" y="3062"/>
                    </a:cubicBezTo>
                    <a:cubicBezTo>
                      <a:pt x="3333" y="2358"/>
                      <a:pt x="3333" y="2358"/>
                      <a:pt x="3333" y="2358"/>
                    </a:cubicBezTo>
                    <a:cubicBezTo>
                      <a:pt x="3658" y="2358"/>
                      <a:pt x="3929" y="2087"/>
                      <a:pt x="3929" y="1762"/>
                    </a:cubicBezTo>
                    <a:cubicBezTo>
                      <a:pt x="3929" y="1572"/>
                      <a:pt x="3929" y="1572"/>
                      <a:pt x="3929" y="1572"/>
                    </a:cubicBezTo>
                    <a:lnTo>
                      <a:pt x="10810" y="1572"/>
                    </a:lnTo>
                    <a:cubicBezTo>
                      <a:pt x="11379" y="1572"/>
                      <a:pt x="11812" y="1111"/>
                      <a:pt x="11812" y="570"/>
                    </a:cubicBezTo>
                    <a:cubicBezTo>
                      <a:pt x="11812" y="190"/>
                      <a:pt x="11812" y="190"/>
                      <a:pt x="11812" y="190"/>
                    </a:cubicBezTo>
                    <a:cubicBezTo>
                      <a:pt x="11812" y="82"/>
                      <a:pt x="11731" y="1"/>
                      <a:pt x="11623" y="1"/>
                    </a:cubicBezTo>
                    <a:close/>
                    <a:moveTo>
                      <a:pt x="6502" y="8453"/>
                    </a:moveTo>
                    <a:lnTo>
                      <a:pt x="6502" y="10214"/>
                    </a:lnTo>
                    <a:cubicBezTo>
                      <a:pt x="6502" y="10322"/>
                      <a:pt x="6394" y="10404"/>
                      <a:pt x="6286" y="10404"/>
                    </a:cubicBezTo>
                    <a:lnTo>
                      <a:pt x="3739" y="10404"/>
                    </a:lnTo>
                    <a:cubicBezTo>
                      <a:pt x="3739" y="10349"/>
                      <a:pt x="3739" y="10349"/>
                      <a:pt x="3739" y="10349"/>
                    </a:cubicBezTo>
                    <a:cubicBezTo>
                      <a:pt x="3739" y="9997"/>
                      <a:pt x="3929" y="9645"/>
                      <a:pt x="4254" y="9483"/>
                    </a:cubicBezTo>
                    <a:cubicBezTo>
                      <a:pt x="4552" y="9293"/>
                      <a:pt x="4823" y="9157"/>
                      <a:pt x="5039" y="8995"/>
                    </a:cubicBezTo>
                    <a:cubicBezTo>
                      <a:pt x="5121" y="8941"/>
                      <a:pt x="5229" y="8859"/>
                      <a:pt x="5310" y="8778"/>
                    </a:cubicBezTo>
                    <a:cubicBezTo>
                      <a:pt x="5500" y="8616"/>
                      <a:pt x="5690" y="8453"/>
                      <a:pt x="5906" y="8453"/>
                    </a:cubicBezTo>
                    <a:close/>
                    <a:moveTo>
                      <a:pt x="11406" y="9835"/>
                    </a:moveTo>
                    <a:cubicBezTo>
                      <a:pt x="11406" y="10404"/>
                      <a:pt x="11406" y="10404"/>
                      <a:pt x="11406" y="10404"/>
                    </a:cubicBezTo>
                    <a:lnTo>
                      <a:pt x="11216" y="10404"/>
                    </a:lnTo>
                    <a:cubicBezTo>
                      <a:pt x="11108" y="10404"/>
                      <a:pt x="11027" y="10322"/>
                      <a:pt x="11027" y="10214"/>
                    </a:cubicBezTo>
                    <a:cubicBezTo>
                      <a:pt x="11027" y="10024"/>
                      <a:pt x="11027" y="10024"/>
                      <a:pt x="11027" y="10024"/>
                    </a:cubicBezTo>
                    <a:cubicBezTo>
                      <a:pt x="11027" y="9916"/>
                      <a:pt x="11108" y="9835"/>
                      <a:pt x="11216" y="9835"/>
                    </a:cubicBezTo>
                    <a:close/>
                    <a:moveTo>
                      <a:pt x="7667" y="8426"/>
                    </a:moveTo>
                    <a:cubicBezTo>
                      <a:pt x="8019" y="8426"/>
                      <a:pt x="8615" y="8480"/>
                      <a:pt x="8913" y="8778"/>
                    </a:cubicBezTo>
                    <a:cubicBezTo>
                      <a:pt x="9130" y="8995"/>
                      <a:pt x="9374" y="9185"/>
                      <a:pt x="9645" y="9347"/>
                    </a:cubicBezTo>
                    <a:lnTo>
                      <a:pt x="9645" y="9618"/>
                    </a:lnTo>
                    <a:lnTo>
                      <a:pt x="9049" y="9618"/>
                    </a:lnTo>
                    <a:cubicBezTo>
                      <a:pt x="8345" y="9618"/>
                      <a:pt x="7938" y="10160"/>
                      <a:pt x="7776" y="10404"/>
                    </a:cubicBezTo>
                    <a:cubicBezTo>
                      <a:pt x="7758" y="10404"/>
                      <a:pt x="7740" y="10416"/>
                      <a:pt x="7721" y="10416"/>
                    </a:cubicBezTo>
                    <a:cubicBezTo>
                      <a:pt x="7712" y="10416"/>
                      <a:pt x="7703" y="10413"/>
                      <a:pt x="7694" y="10404"/>
                    </a:cubicBezTo>
                    <a:cubicBezTo>
                      <a:pt x="7694" y="10404"/>
                      <a:pt x="7667" y="10377"/>
                      <a:pt x="7667" y="10349"/>
                    </a:cubicBezTo>
                    <a:cubicBezTo>
                      <a:pt x="7667" y="8426"/>
                      <a:pt x="7667" y="8426"/>
                      <a:pt x="7667" y="8426"/>
                    </a:cubicBezTo>
                    <a:close/>
                    <a:moveTo>
                      <a:pt x="5906" y="8047"/>
                    </a:moveTo>
                    <a:cubicBezTo>
                      <a:pt x="5554" y="8047"/>
                      <a:pt x="5283" y="8291"/>
                      <a:pt x="5039" y="8480"/>
                    </a:cubicBezTo>
                    <a:cubicBezTo>
                      <a:pt x="4985" y="8561"/>
                      <a:pt x="4904" y="8616"/>
                      <a:pt x="4823" y="8670"/>
                    </a:cubicBezTo>
                    <a:cubicBezTo>
                      <a:pt x="4606" y="8805"/>
                      <a:pt x="4362" y="8968"/>
                      <a:pt x="4064" y="9130"/>
                    </a:cubicBezTo>
                    <a:cubicBezTo>
                      <a:pt x="3631" y="9374"/>
                      <a:pt x="3333" y="9862"/>
                      <a:pt x="3333" y="10349"/>
                    </a:cubicBezTo>
                    <a:cubicBezTo>
                      <a:pt x="3333" y="10620"/>
                      <a:pt x="3333" y="10620"/>
                      <a:pt x="3333" y="10620"/>
                    </a:cubicBezTo>
                    <a:cubicBezTo>
                      <a:pt x="3333" y="10729"/>
                      <a:pt x="3441" y="10810"/>
                      <a:pt x="3549" y="10810"/>
                    </a:cubicBezTo>
                    <a:lnTo>
                      <a:pt x="6286" y="10810"/>
                    </a:lnTo>
                    <a:cubicBezTo>
                      <a:pt x="6611" y="10810"/>
                      <a:pt x="6882" y="10539"/>
                      <a:pt x="6882" y="10214"/>
                    </a:cubicBezTo>
                    <a:cubicBezTo>
                      <a:pt x="6882" y="8263"/>
                      <a:pt x="6882" y="8263"/>
                      <a:pt x="6882" y="8263"/>
                    </a:cubicBezTo>
                    <a:cubicBezTo>
                      <a:pt x="6882" y="8155"/>
                      <a:pt x="6800" y="8047"/>
                      <a:pt x="6692" y="8047"/>
                    </a:cubicBezTo>
                    <a:close/>
                    <a:moveTo>
                      <a:pt x="7708" y="8038"/>
                    </a:moveTo>
                    <a:cubicBezTo>
                      <a:pt x="7563" y="8038"/>
                      <a:pt x="7466" y="8047"/>
                      <a:pt x="7451" y="8047"/>
                    </a:cubicBezTo>
                    <a:cubicBezTo>
                      <a:pt x="7369" y="8074"/>
                      <a:pt x="7288" y="8155"/>
                      <a:pt x="7288" y="8263"/>
                    </a:cubicBezTo>
                    <a:cubicBezTo>
                      <a:pt x="7288" y="10349"/>
                      <a:pt x="7288" y="10349"/>
                      <a:pt x="7288" y="10349"/>
                    </a:cubicBezTo>
                    <a:cubicBezTo>
                      <a:pt x="7288" y="10620"/>
                      <a:pt x="7478" y="10810"/>
                      <a:pt x="7721" y="10810"/>
                    </a:cubicBezTo>
                    <a:cubicBezTo>
                      <a:pt x="7884" y="10810"/>
                      <a:pt x="8019" y="10729"/>
                      <a:pt x="8101" y="10620"/>
                    </a:cubicBezTo>
                    <a:cubicBezTo>
                      <a:pt x="8209" y="10431"/>
                      <a:pt x="8534" y="10024"/>
                      <a:pt x="9049" y="10024"/>
                    </a:cubicBezTo>
                    <a:lnTo>
                      <a:pt x="9835" y="10024"/>
                    </a:lnTo>
                    <a:cubicBezTo>
                      <a:pt x="9943" y="10024"/>
                      <a:pt x="10024" y="9943"/>
                      <a:pt x="10024" y="9835"/>
                    </a:cubicBezTo>
                    <a:cubicBezTo>
                      <a:pt x="10024" y="9239"/>
                      <a:pt x="10024" y="9239"/>
                      <a:pt x="10024" y="9239"/>
                    </a:cubicBezTo>
                    <a:cubicBezTo>
                      <a:pt x="10024" y="9157"/>
                      <a:pt x="9997" y="9103"/>
                      <a:pt x="9916" y="9049"/>
                    </a:cubicBezTo>
                    <a:cubicBezTo>
                      <a:pt x="9645" y="8914"/>
                      <a:pt x="9401" y="8724"/>
                      <a:pt x="9184" y="8507"/>
                    </a:cubicBezTo>
                    <a:cubicBezTo>
                      <a:pt x="8792" y="8095"/>
                      <a:pt x="8087" y="8038"/>
                      <a:pt x="7708" y="8038"/>
                    </a:cubicBezTo>
                    <a:close/>
                    <a:moveTo>
                      <a:pt x="8379" y="7662"/>
                    </a:moveTo>
                    <a:cubicBezTo>
                      <a:pt x="8637" y="7662"/>
                      <a:pt x="8891" y="7739"/>
                      <a:pt x="9103" y="7857"/>
                    </a:cubicBezTo>
                    <a:cubicBezTo>
                      <a:pt x="9428" y="8047"/>
                      <a:pt x="10295" y="8778"/>
                      <a:pt x="10295" y="8805"/>
                    </a:cubicBezTo>
                    <a:cubicBezTo>
                      <a:pt x="10349" y="8832"/>
                      <a:pt x="10376" y="8832"/>
                      <a:pt x="10431" y="8832"/>
                    </a:cubicBezTo>
                    <a:lnTo>
                      <a:pt x="10810" y="8832"/>
                    </a:lnTo>
                    <a:cubicBezTo>
                      <a:pt x="11135" y="8832"/>
                      <a:pt x="11406" y="9103"/>
                      <a:pt x="11406" y="9428"/>
                    </a:cubicBezTo>
                    <a:lnTo>
                      <a:pt x="11216" y="9428"/>
                    </a:lnTo>
                    <a:cubicBezTo>
                      <a:pt x="10891" y="9428"/>
                      <a:pt x="10620" y="9699"/>
                      <a:pt x="10620" y="10024"/>
                    </a:cubicBezTo>
                    <a:cubicBezTo>
                      <a:pt x="10620" y="10214"/>
                      <a:pt x="10620" y="10214"/>
                      <a:pt x="10620" y="10214"/>
                    </a:cubicBezTo>
                    <a:cubicBezTo>
                      <a:pt x="10620" y="10539"/>
                      <a:pt x="10891" y="10810"/>
                      <a:pt x="11216" y="10810"/>
                    </a:cubicBezTo>
                    <a:lnTo>
                      <a:pt x="11406" y="10810"/>
                    </a:lnTo>
                    <a:cubicBezTo>
                      <a:pt x="11406" y="11135"/>
                      <a:pt x="11135" y="11406"/>
                      <a:pt x="10810" y="11406"/>
                    </a:cubicBezTo>
                    <a:lnTo>
                      <a:pt x="10620" y="11406"/>
                    </a:lnTo>
                    <a:cubicBezTo>
                      <a:pt x="10523" y="10823"/>
                      <a:pt x="10012" y="10414"/>
                      <a:pt x="9438" y="10414"/>
                    </a:cubicBezTo>
                    <a:cubicBezTo>
                      <a:pt x="9372" y="10414"/>
                      <a:pt x="9306" y="10420"/>
                      <a:pt x="9239" y="10431"/>
                    </a:cubicBezTo>
                    <a:cubicBezTo>
                      <a:pt x="8751" y="10512"/>
                      <a:pt x="8372" y="10918"/>
                      <a:pt x="8290" y="11406"/>
                    </a:cubicBezTo>
                    <a:lnTo>
                      <a:pt x="3143" y="11406"/>
                    </a:lnTo>
                    <a:cubicBezTo>
                      <a:pt x="3046" y="10823"/>
                      <a:pt x="2535" y="10414"/>
                      <a:pt x="1961" y="10414"/>
                    </a:cubicBezTo>
                    <a:cubicBezTo>
                      <a:pt x="1895" y="10414"/>
                      <a:pt x="1829" y="10420"/>
                      <a:pt x="1761" y="10431"/>
                    </a:cubicBezTo>
                    <a:cubicBezTo>
                      <a:pt x="1274" y="10512"/>
                      <a:pt x="895" y="10918"/>
                      <a:pt x="813" y="11406"/>
                    </a:cubicBezTo>
                    <a:lnTo>
                      <a:pt x="597" y="11406"/>
                    </a:lnTo>
                    <a:cubicBezTo>
                      <a:pt x="488" y="11406"/>
                      <a:pt x="407" y="11325"/>
                      <a:pt x="407" y="11216"/>
                    </a:cubicBezTo>
                    <a:cubicBezTo>
                      <a:pt x="407" y="9916"/>
                      <a:pt x="407" y="9916"/>
                      <a:pt x="407" y="9916"/>
                    </a:cubicBezTo>
                    <a:cubicBezTo>
                      <a:pt x="407" y="9618"/>
                      <a:pt x="597" y="9374"/>
                      <a:pt x="895" y="9347"/>
                    </a:cubicBezTo>
                    <a:cubicBezTo>
                      <a:pt x="2981" y="9049"/>
                      <a:pt x="2981" y="9049"/>
                      <a:pt x="2981" y="9049"/>
                    </a:cubicBezTo>
                    <a:cubicBezTo>
                      <a:pt x="3008" y="9022"/>
                      <a:pt x="3035" y="9022"/>
                      <a:pt x="3062" y="9022"/>
                    </a:cubicBezTo>
                    <a:cubicBezTo>
                      <a:pt x="4823" y="7965"/>
                      <a:pt x="4823" y="7965"/>
                      <a:pt x="4823" y="7965"/>
                    </a:cubicBezTo>
                    <a:cubicBezTo>
                      <a:pt x="5175" y="7776"/>
                      <a:pt x="5581" y="7667"/>
                      <a:pt x="5988" y="7667"/>
                    </a:cubicBezTo>
                    <a:lnTo>
                      <a:pt x="8263" y="7667"/>
                    </a:lnTo>
                    <a:cubicBezTo>
                      <a:pt x="8302" y="7664"/>
                      <a:pt x="8340" y="7662"/>
                      <a:pt x="8379" y="7662"/>
                    </a:cubicBezTo>
                    <a:close/>
                    <a:moveTo>
                      <a:pt x="5988" y="7261"/>
                    </a:moveTo>
                    <a:cubicBezTo>
                      <a:pt x="5500" y="7261"/>
                      <a:pt x="5039" y="7397"/>
                      <a:pt x="4633" y="7640"/>
                    </a:cubicBezTo>
                    <a:cubicBezTo>
                      <a:pt x="2872" y="8643"/>
                      <a:pt x="2872" y="8643"/>
                      <a:pt x="2872" y="8643"/>
                    </a:cubicBezTo>
                    <a:cubicBezTo>
                      <a:pt x="840" y="8941"/>
                      <a:pt x="840" y="8941"/>
                      <a:pt x="840" y="8941"/>
                    </a:cubicBezTo>
                    <a:cubicBezTo>
                      <a:pt x="353" y="9022"/>
                      <a:pt x="1" y="9428"/>
                      <a:pt x="1" y="9916"/>
                    </a:cubicBezTo>
                    <a:cubicBezTo>
                      <a:pt x="1" y="11216"/>
                      <a:pt x="1" y="11216"/>
                      <a:pt x="1" y="11216"/>
                    </a:cubicBezTo>
                    <a:cubicBezTo>
                      <a:pt x="1" y="11541"/>
                      <a:pt x="271" y="11785"/>
                      <a:pt x="597" y="11785"/>
                    </a:cubicBezTo>
                    <a:lnTo>
                      <a:pt x="976" y="11785"/>
                    </a:lnTo>
                    <a:cubicBezTo>
                      <a:pt x="1084" y="11785"/>
                      <a:pt x="1193" y="11704"/>
                      <a:pt x="1193" y="11596"/>
                    </a:cubicBezTo>
                    <a:cubicBezTo>
                      <a:pt x="1193" y="11162"/>
                      <a:pt x="1545" y="10810"/>
                      <a:pt x="1978" y="10810"/>
                    </a:cubicBezTo>
                    <a:cubicBezTo>
                      <a:pt x="2412" y="10810"/>
                      <a:pt x="2764" y="11162"/>
                      <a:pt x="2764" y="11596"/>
                    </a:cubicBezTo>
                    <a:cubicBezTo>
                      <a:pt x="2764" y="11704"/>
                      <a:pt x="2845" y="11785"/>
                      <a:pt x="2953" y="11785"/>
                    </a:cubicBezTo>
                    <a:lnTo>
                      <a:pt x="8453" y="11785"/>
                    </a:lnTo>
                    <a:cubicBezTo>
                      <a:pt x="8561" y="11785"/>
                      <a:pt x="8670" y="11704"/>
                      <a:pt x="8670" y="11596"/>
                    </a:cubicBezTo>
                    <a:cubicBezTo>
                      <a:pt x="8670" y="11162"/>
                      <a:pt x="9022" y="10810"/>
                      <a:pt x="9455" y="10810"/>
                    </a:cubicBezTo>
                    <a:cubicBezTo>
                      <a:pt x="9889" y="10810"/>
                      <a:pt x="10241" y="11162"/>
                      <a:pt x="10241" y="11596"/>
                    </a:cubicBezTo>
                    <a:cubicBezTo>
                      <a:pt x="10241" y="11704"/>
                      <a:pt x="10322" y="11785"/>
                      <a:pt x="10431" y="11785"/>
                    </a:cubicBezTo>
                    <a:lnTo>
                      <a:pt x="10810" y="11785"/>
                    </a:lnTo>
                    <a:cubicBezTo>
                      <a:pt x="11379" y="11785"/>
                      <a:pt x="11812" y="11352"/>
                      <a:pt x="11812" y="10810"/>
                    </a:cubicBezTo>
                    <a:cubicBezTo>
                      <a:pt x="11812" y="9428"/>
                      <a:pt x="11812" y="9428"/>
                      <a:pt x="11812" y="9428"/>
                    </a:cubicBezTo>
                    <a:cubicBezTo>
                      <a:pt x="11812" y="8887"/>
                      <a:pt x="11379" y="8453"/>
                      <a:pt x="10810" y="8453"/>
                    </a:cubicBezTo>
                    <a:lnTo>
                      <a:pt x="10512" y="8453"/>
                    </a:lnTo>
                    <a:cubicBezTo>
                      <a:pt x="10295" y="8291"/>
                      <a:pt x="9618" y="7695"/>
                      <a:pt x="9320" y="7532"/>
                    </a:cubicBezTo>
                    <a:cubicBezTo>
                      <a:pt x="8995" y="7342"/>
                      <a:pt x="8643" y="7261"/>
                      <a:pt x="8263" y="726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grpSp>
        <p:sp>
          <p:nvSpPr>
            <p:cNvPr id="665" name="Google Shape;665;p50"/>
            <p:cNvSpPr txBox="1"/>
            <p:nvPr/>
          </p:nvSpPr>
          <p:spPr>
            <a:xfrm>
              <a:off x="924550" y="1799696"/>
              <a:ext cx="11568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Automobile</a:t>
              </a:r>
              <a:endParaRPr b="1" sz="800">
                <a:solidFill>
                  <a:srgbClr val="3C3C3A"/>
                </a:solidFill>
                <a:latin typeface="Montserrat"/>
                <a:ea typeface="Montserrat"/>
                <a:cs typeface="Montserrat"/>
                <a:sym typeface="Montserrat"/>
              </a:endParaRPr>
            </a:p>
          </p:txBody>
        </p:sp>
      </p:grpSp>
      <p:grpSp>
        <p:nvGrpSpPr>
          <p:cNvPr id="666" name="Google Shape;666;p50"/>
          <p:cNvGrpSpPr/>
          <p:nvPr/>
        </p:nvGrpSpPr>
        <p:grpSpPr>
          <a:xfrm>
            <a:off x="469261" y="2163442"/>
            <a:ext cx="1501964" cy="419249"/>
            <a:chOff x="463536" y="2320530"/>
            <a:chExt cx="1501964" cy="419249"/>
          </a:xfrm>
        </p:grpSpPr>
        <p:grpSp>
          <p:nvGrpSpPr>
            <p:cNvPr id="667" name="Google Shape;667;p50"/>
            <p:cNvGrpSpPr/>
            <p:nvPr/>
          </p:nvGrpSpPr>
          <p:grpSpPr>
            <a:xfrm>
              <a:off x="463536" y="2320530"/>
              <a:ext cx="404866" cy="404866"/>
              <a:chOff x="3580375" y="2610625"/>
              <a:chExt cx="433475" cy="433475"/>
            </a:xfrm>
          </p:grpSpPr>
          <p:sp>
            <p:nvSpPr>
              <p:cNvPr id="668" name="Google Shape;668;p50"/>
              <p:cNvSpPr/>
              <p:nvPr/>
            </p:nvSpPr>
            <p:spPr>
              <a:xfrm>
                <a:off x="3580375" y="2610625"/>
                <a:ext cx="433475" cy="433475"/>
              </a:xfrm>
              <a:custGeom>
                <a:rect b="b" l="l" r="r" t="t"/>
                <a:pathLst>
                  <a:path extrusionOk="0" fill="none" h="17339" w="17339">
                    <a:moveTo>
                      <a:pt x="17339" y="8669"/>
                    </a:moveTo>
                    <a:cubicBezTo>
                      <a:pt x="17339" y="13465"/>
                      <a:pt x="13465" y="17339"/>
                      <a:pt x="8670" y="17339"/>
                    </a:cubicBezTo>
                    <a:cubicBezTo>
                      <a:pt x="3875" y="17339"/>
                      <a:pt x="1" y="13465"/>
                      <a:pt x="1" y="8669"/>
                    </a:cubicBezTo>
                    <a:cubicBezTo>
                      <a:pt x="1" y="3874"/>
                      <a:pt x="3875" y="0"/>
                      <a:pt x="8670" y="0"/>
                    </a:cubicBezTo>
                    <a:cubicBezTo>
                      <a:pt x="13465" y="0"/>
                      <a:pt x="17339" y="3874"/>
                      <a:pt x="17339" y="8669"/>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69" name="Google Shape;669;p50"/>
              <p:cNvSpPr/>
              <p:nvPr/>
            </p:nvSpPr>
            <p:spPr>
              <a:xfrm>
                <a:off x="3630750" y="2651250"/>
                <a:ext cx="354325" cy="332575"/>
              </a:xfrm>
              <a:custGeom>
                <a:rect b="b" l="l" r="r" t="t"/>
                <a:pathLst>
                  <a:path extrusionOk="0" h="13303" w="14173">
                    <a:moveTo>
                      <a:pt x="6872" y="1409"/>
                    </a:moveTo>
                    <a:cubicBezTo>
                      <a:pt x="6872" y="2005"/>
                      <a:pt x="6872" y="2005"/>
                      <a:pt x="6872" y="2005"/>
                    </a:cubicBezTo>
                    <a:lnTo>
                      <a:pt x="3350" y="2005"/>
                    </a:lnTo>
                    <a:lnTo>
                      <a:pt x="3350" y="1409"/>
                    </a:lnTo>
                    <a:close/>
                    <a:moveTo>
                      <a:pt x="3729" y="3252"/>
                    </a:moveTo>
                    <a:cubicBezTo>
                      <a:pt x="3729" y="3685"/>
                      <a:pt x="3729" y="3685"/>
                      <a:pt x="3729" y="3685"/>
                    </a:cubicBezTo>
                    <a:lnTo>
                      <a:pt x="3296" y="3685"/>
                    </a:lnTo>
                    <a:lnTo>
                      <a:pt x="3296" y="3252"/>
                    </a:lnTo>
                    <a:close/>
                    <a:moveTo>
                      <a:pt x="3106" y="2872"/>
                    </a:moveTo>
                    <a:cubicBezTo>
                      <a:pt x="2998" y="2872"/>
                      <a:pt x="2916" y="2954"/>
                      <a:pt x="2916" y="3062"/>
                    </a:cubicBezTo>
                    <a:cubicBezTo>
                      <a:pt x="2916" y="3875"/>
                      <a:pt x="2916" y="3875"/>
                      <a:pt x="2916" y="3875"/>
                    </a:cubicBezTo>
                    <a:cubicBezTo>
                      <a:pt x="2916" y="3983"/>
                      <a:pt x="2998" y="4064"/>
                      <a:pt x="3106" y="4064"/>
                    </a:cubicBezTo>
                    <a:lnTo>
                      <a:pt x="3919" y="4064"/>
                    </a:lnTo>
                    <a:cubicBezTo>
                      <a:pt x="4027" y="4064"/>
                      <a:pt x="4108" y="3983"/>
                      <a:pt x="4108" y="3875"/>
                    </a:cubicBezTo>
                    <a:cubicBezTo>
                      <a:pt x="4108" y="3062"/>
                      <a:pt x="4108" y="3062"/>
                      <a:pt x="4108" y="3062"/>
                    </a:cubicBezTo>
                    <a:cubicBezTo>
                      <a:pt x="4108" y="2954"/>
                      <a:pt x="4027" y="2872"/>
                      <a:pt x="3919" y="2872"/>
                    </a:cubicBezTo>
                    <a:close/>
                    <a:moveTo>
                      <a:pt x="3729" y="4823"/>
                    </a:moveTo>
                    <a:cubicBezTo>
                      <a:pt x="3729" y="5256"/>
                      <a:pt x="3729" y="5256"/>
                      <a:pt x="3729" y="5256"/>
                    </a:cubicBezTo>
                    <a:lnTo>
                      <a:pt x="3296" y="5256"/>
                    </a:lnTo>
                    <a:lnTo>
                      <a:pt x="3296" y="4823"/>
                    </a:lnTo>
                    <a:close/>
                    <a:moveTo>
                      <a:pt x="5327" y="4823"/>
                    </a:moveTo>
                    <a:cubicBezTo>
                      <a:pt x="5327" y="5256"/>
                      <a:pt x="5327" y="5256"/>
                      <a:pt x="5327" y="5256"/>
                    </a:cubicBezTo>
                    <a:lnTo>
                      <a:pt x="4894" y="5256"/>
                    </a:lnTo>
                    <a:lnTo>
                      <a:pt x="4894" y="4823"/>
                    </a:lnTo>
                    <a:close/>
                    <a:moveTo>
                      <a:pt x="3106" y="4444"/>
                    </a:moveTo>
                    <a:cubicBezTo>
                      <a:pt x="2998" y="4444"/>
                      <a:pt x="2916" y="4525"/>
                      <a:pt x="2916" y="4633"/>
                    </a:cubicBezTo>
                    <a:cubicBezTo>
                      <a:pt x="2916" y="5446"/>
                      <a:pt x="2916" y="5446"/>
                      <a:pt x="2916" y="5446"/>
                    </a:cubicBezTo>
                    <a:cubicBezTo>
                      <a:pt x="2916" y="5554"/>
                      <a:pt x="2998" y="5663"/>
                      <a:pt x="3106" y="5663"/>
                    </a:cubicBezTo>
                    <a:lnTo>
                      <a:pt x="3919" y="5663"/>
                    </a:lnTo>
                    <a:cubicBezTo>
                      <a:pt x="4027" y="5663"/>
                      <a:pt x="4108" y="5554"/>
                      <a:pt x="4108" y="5446"/>
                    </a:cubicBezTo>
                    <a:cubicBezTo>
                      <a:pt x="4108" y="4633"/>
                      <a:pt x="4108" y="4633"/>
                      <a:pt x="4108" y="4633"/>
                    </a:cubicBezTo>
                    <a:cubicBezTo>
                      <a:pt x="4108" y="4525"/>
                      <a:pt x="4027" y="4444"/>
                      <a:pt x="3919" y="4444"/>
                    </a:cubicBezTo>
                    <a:close/>
                    <a:moveTo>
                      <a:pt x="4704" y="4444"/>
                    </a:moveTo>
                    <a:cubicBezTo>
                      <a:pt x="4596" y="4444"/>
                      <a:pt x="4515" y="4525"/>
                      <a:pt x="4515" y="4633"/>
                    </a:cubicBezTo>
                    <a:cubicBezTo>
                      <a:pt x="4515" y="5446"/>
                      <a:pt x="4515" y="5446"/>
                      <a:pt x="4515" y="5446"/>
                    </a:cubicBezTo>
                    <a:cubicBezTo>
                      <a:pt x="4515" y="5554"/>
                      <a:pt x="4596" y="5663"/>
                      <a:pt x="4704" y="5663"/>
                    </a:cubicBezTo>
                    <a:lnTo>
                      <a:pt x="5517" y="5663"/>
                    </a:lnTo>
                    <a:cubicBezTo>
                      <a:pt x="5625" y="5663"/>
                      <a:pt x="5734" y="5554"/>
                      <a:pt x="5734" y="5446"/>
                    </a:cubicBezTo>
                    <a:cubicBezTo>
                      <a:pt x="5734" y="4633"/>
                      <a:pt x="5734" y="4633"/>
                      <a:pt x="5734" y="4633"/>
                    </a:cubicBezTo>
                    <a:cubicBezTo>
                      <a:pt x="5734" y="4525"/>
                      <a:pt x="5625" y="4444"/>
                      <a:pt x="5517" y="4444"/>
                    </a:cubicBezTo>
                    <a:close/>
                    <a:moveTo>
                      <a:pt x="3729" y="6421"/>
                    </a:moveTo>
                    <a:cubicBezTo>
                      <a:pt x="3729" y="6855"/>
                      <a:pt x="3729" y="6855"/>
                      <a:pt x="3729" y="6855"/>
                    </a:cubicBezTo>
                    <a:lnTo>
                      <a:pt x="3296" y="6855"/>
                    </a:lnTo>
                    <a:lnTo>
                      <a:pt x="3296" y="6421"/>
                    </a:lnTo>
                    <a:close/>
                    <a:moveTo>
                      <a:pt x="5327" y="6421"/>
                    </a:moveTo>
                    <a:cubicBezTo>
                      <a:pt x="5327" y="6855"/>
                      <a:pt x="5327" y="6855"/>
                      <a:pt x="5327" y="6855"/>
                    </a:cubicBezTo>
                    <a:lnTo>
                      <a:pt x="4894" y="6855"/>
                    </a:lnTo>
                    <a:lnTo>
                      <a:pt x="4894" y="6421"/>
                    </a:lnTo>
                    <a:close/>
                    <a:moveTo>
                      <a:pt x="6953" y="6421"/>
                    </a:moveTo>
                    <a:cubicBezTo>
                      <a:pt x="6953" y="6855"/>
                      <a:pt x="6953" y="6855"/>
                      <a:pt x="6953" y="6855"/>
                    </a:cubicBezTo>
                    <a:lnTo>
                      <a:pt x="6519" y="6855"/>
                    </a:lnTo>
                    <a:lnTo>
                      <a:pt x="6519" y="6421"/>
                    </a:lnTo>
                    <a:close/>
                    <a:moveTo>
                      <a:pt x="3106" y="6015"/>
                    </a:moveTo>
                    <a:cubicBezTo>
                      <a:pt x="2998" y="6015"/>
                      <a:pt x="2916" y="6096"/>
                      <a:pt x="2916" y="6205"/>
                    </a:cubicBezTo>
                    <a:cubicBezTo>
                      <a:pt x="2916" y="7044"/>
                      <a:pt x="2916" y="7044"/>
                      <a:pt x="2916" y="7044"/>
                    </a:cubicBezTo>
                    <a:cubicBezTo>
                      <a:pt x="2916" y="7153"/>
                      <a:pt x="2998" y="7234"/>
                      <a:pt x="3106" y="7234"/>
                    </a:cubicBezTo>
                    <a:lnTo>
                      <a:pt x="3919" y="7234"/>
                    </a:lnTo>
                    <a:cubicBezTo>
                      <a:pt x="4027" y="7234"/>
                      <a:pt x="4108" y="7153"/>
                      <a:pt x="4108" y="7044"/>
                    </a:cubicBezTo>
                    <a:cubicBezTo>
                      <a:pt x="4108" y="6205"/>
                      <a:pt x="4108" y="6205"/>
                      <a:pt x="4108" y="6205"/>
                    </a:cubicBezTo>
                    <a:cubicBezTo>
                      <a:pt x="4108" y="6096"/>
                      <a:pt x="4027" y="6015"/>
                      <a:pt x="3919" y="6015"/>
                    </a:cubicBezTo>
                    <a:close/>
                    <a:moveTo>
                      <a:pt x="4704" y="6015"/>
                    </a:moveTo>
                    <a:cubicBezTo>
                      <a:pt x="4596" y="6015"/>
                      <a:pt x="4515" y="6096"/>
                      <a:pt x="4515" y="6205"/>
                    </a:cubicBezTo>
                    <a:cubicBezTo>
                      <a:pt x="4515" y="7044"/>
                      <a:pt x="4515" y="7044"/>
                      <a:pt x="4515" y="7044"/>
                    </a:cubicBezTo>
                    <a:cubicBezTo>
                      <a:pt x="4515" y="7153"/>
                      <a:pt x="4596" y="7234"/>
                      <a:pt x="4704" y="7234"/>
                    </a:cubicBezTo>
                    <a:lnTo>
                      <a:pt x="5517" y="7234"/>
                    </a:lnTo>
                    <a:cubicBezTo>
                      <a:pt x="5625" y="7234"/>
                      <a:pt x="5734" y="7153"/>
                      <a:pt x="5734" y="7044"/>
                    </a:cubicBezTo>
                    <a:cubicBezTo>
                      <a:pt x="5734" y="6205"/>
                      <a:pt x="5734" y="6205"/>
                      <a:pt x="5734" y="6205"/>
                    </a:cubicBezTo>
                    <a:cubicBezTo>
                      <a:pt x="5734" y="6096"/>
                      <a:pt x="5625" y="6015"/>
                      <a:pt x="5517" y="6015"/>
                    </a:cubicBezTo>
                    <a:close/>
                    <a:moveTo>
                      <a:pt x="6303" y="6015"/>
                    </a:moveTo>
                    <a:cubicBezTo>
                      <a:pt x="6221" y="6015"/>
                      <a:pt x="6113" y="6096"/>
                      <a:pt x="6113" y="6205"/>
                    </a:cubicBezTo>
                    <a:cubicBezTo>
                      <a:pt x="6113" y="7044"/>
                      <a:pt x="6113" y="7044"/>
                      <a:pt x="6113" y="7044"/>
                    </a:cubicBezTo>
                    <a:cubicBezTo>
                      <a:pt x="6113" y="7153"/>
                      <a:pt x="6221" y="7234"/>
                      <a:pt x="6303" y="7234"/>
                    </a:cubicBezTo>
                    <a:lnTo>
                      <a:pt x="7142" y="7234"/>
                    </a:lnTo>
                    <a:cubicBezTo>
                      <a:pt x="7251" y="7234"/>
                      <a:pt x="7332" y="7153"/>
                      <a:pt x="7332" y="7044"/>
                    </a:cubicBezTo>
                    <a:cubicBezTo>
                      <a:pt x="7332" y="6205"/>
                      <a:pt x="7332" y="6205"/>
                      <a:pt x="7332" y="6205"/>
                    </a:cubicBezTo>
                    <a:cubicBezTo>
                      <a:pt x="7332" y="6096"/>
                      <a:pt x="7251" y="6015"/>
                      <a:pt x="7142" y="6015"/>
                    </a:cubicBezTo>
                    <a:close/>
                    <a:moveTo>
                      <a:pt x="9676" y="4308"/>
                    </a:moveTo>
                    <a:cubicBezTo>
                      <a:pt x="10288" y="4308"/>
                      <a:pt x="10901" y="4545"/>
                      <a:pt x="11369" y="5013"/>
                    </a:cubicBezTo>
                    <a:cubicBezTo>
                      <a:pt x="12208" y="5852"/>
                      <a:pt x="12290" y="7207"/>
                      <a:pt x="11531" y="8128"/>
                    </a:cubicBezTo>
                    <a:lnTo>
                      <a:pt x="9147" y="6015"/>
                    </a:lnTo>
                    <a:cubicBezTo>
                      <a:pt x="9107" y="5974"/>
                      <a:pt x="9059" y="5954"/>
                      <a:pt x="9012" y="5954"/>
                    </a:cubicBezTo>
                    <a:cubicBezTo>
                      <a:pt x="8964" y="5954"/>
                      <a:pt x="8917" y="5974"/>
                      <a:pt x="8876" y="6015"/>
                    </a:cubicBezTo>
                    <a:cubicBezTo>
                      <a:pt x="8009" y="6774"/>
                      <a:pt x="8009" y="6774"/>
                      <a:pt x="8009" y="6774"/>
                    </a:cubicBezTo>
                    <a:cubicBezTo>
                      <a:pt x="8009" y="5013"/>
                      <a:pt x="8009" y="5013"/>
                      <a:pt x="8009" y="5013"/>
                    </a:cubicBezTo>
                    <a:cubicBezTo>
                      <a:pt x="8036" y="4986"/>
                      <a:pt x="8036" y="4986"/>
                      <a:pt x="8036" y="4986"/>
                    </a:cubicBezTo>
                    <a:cubicBezTo>
                      <a:pt x="8490" y="4532"/>
                      <a:pt x="9082" y="4308"/>
                      <a:pt x="9676" y="4308"/>
                    </a:cubicBezTo>
                    <a:close/>
                    <a:moveTo>
                      <a:pt x="7630" y="2385"/>
                    </a:moveTo>
                    <a:cubicBezTo>
                      <a:pt x="7630" y="7099"/>
                      <a:pt x="7630" y="7099"/>
                      <a:pt x="7630" y="7099"/>
                    </a:cubicBezTo>
                    <a:cubicBezTo>
                      <a:pt x="5923" y="8643"/>
                      <a:pt x="5923" y="8643"/>
                      <a:pt x="5923" y="8643"/>
                    </a:cubicBezTo>
                    <a:cubicBezTo>
                      <a:pt x="5869" y="8670"/>
                      <a:pt x="5869" y="8724"/>
                      <a:pt x="5869" y="8778"/>
                    </a:cubicBezTo>
                    <a:cubicBezTo>
                      <a:pt x="5869" y="9726"/>
                      <a:pt x="5869" y="9726"/>
                      <a:pt x="5869" y="9726"/>
                    </a:cubicBezTo>
                    <a:cubicBezTo>
                      <a:pt x="5463" y="9401"/>
                      <a:pt x="5002" y="9185"/>
                      <a:pt x="4515" y="9076"/>
                    </a:cubicBezTo>
                    <a:cubicBezTo>
                      <a:pt x="4488" y="8914"/>
                      <a:pt x="4488" y="8914"/>
                      <a:pt x="4488" y="8914"/>
                    </a:cubicBezTo>
                    <a:cubicBezTo>
                      <a:pt x="4488" y="8643"/>
                      <a:pt x="4271" y="8453"/>
                      <a:pt x="4027" y="8453"/>
                    </a:cubicBezTo>
                    <a:lnTo>
                      <a:pt x="3512" y="8453"/>
                    </a:lnTo>
                    <a:cubicBezTo>
                      <a:pt x="3268" y="8453"/>
                      <a:pt x="3052" y="8643"/>
                      <a:pt x="3025" y="8914"/>
                    </a:cubicBezTo>
                    <a:cubicBezTo>
                      <a:pt x="3025" y="9076"/>
                      <a:pt x="3025" y="9076"/>
                      <a:pt x="3025" y="9076"/>
                    </a:cubicBezTo>
                    <a:cubicBezTo>
                      <a:pt x="2889" y="9103"/>
                      <a:pt x="2727" y="9158"/>
                      <a:pt x="2591" y="9185"/>
                    </a:cubicBezTo>
                    <a:lnTo>
                      <a:pt x="2591" y="2385"/>
                    </a:lnTo>
                    <a:close/>
                    <a:moveTo>
                      <a:pt x="9699" y="2581"/>
                    </a:moveTo>
                    <a:cubicBezTo>
                      <a:pt x="9845" y="2581"/>
                      <a:pt x="9987" y="2588"/>
                      <a:pt x="10122" y="2602"/>
                    </a:cubicBezTo>
                    <a:cubicBezTo>
                      <a:pt x="10312" y="3306"/>
                      <a:pt x="10312" y="3306"/>
                      <a:pt x="10312" y="3306"/>
                    </a:cubicBezTo>
                    <a:cubicBezTo>
                      <a:pt x="10312" y="3387"/>
                      <a:pt x="10366" y="3441"/>
                      <a:pt x="10448" y="3441"/>
                    </a:cubicBezTo>
                    <a:cubicBezTo>
                      <a:pt x="10800" y="3523"/>
                      <a:pt x="11125" y="3658"/>
                      <a:pt x="11423" y="3848"/>
                    </a:cubicBezTo>
                    <a:cubicBezTo>
                      <a:pt x="11463" y="3875"/>
                      <a:pt x="11504" y="3888"/>
                      <a:pt x="11541" y="3888"/>
                    </a:cubicBezTo>
                    <a:cubicBezTo>
                      <a:pt x="11579" y="3888"/>
                      <a:pt x="11612" y="3875"/>
                      <a:pt x="11640" y="3848"/>
                    </a:cubicBezTo>
                    <a:cubicBezTo>
                      <a:pt x="12263" y="3496"/>
                      <a:pt x="12263" y="3496"/>
                      <a:pt x="12263" y="3496"/>
                    </a:cubicBezTo>
                    <a:cubicBezTo>
                      <a:pt x="12479" y="3658"/>
                      <a:pt x="12696" y="3875"/>
                      <a:pt x="12886" y="4092"/>
                    </a:cubicBezTo>
                    <a:cubicBezTo>
                      <a:pt x="12506" y="4715"/>
                      <a:pt x="12506" y="4715"/>
                      <a:pt x="12506" y="4715"/>
                    </a:cubicBezTo>
                    <a:cubicBezTo>
                      <a:pt x="12452" y="4796"/>
                      <a:pt x="12452" y="4850"/>
                      <a:pt x="12506" y="4931"/>
                    </a:cubicBezTo>
                    <a:cubicBezTo>
                      <a:pt x="12696" y="5229"/>
                      <a:pt x="12832" y="5554"/>
                      <a:pt x="12913" y="5907"/>
                    </a:cubicBezTo>
                    <a:cubicBezTo>
                      <a:pt x="12940" y="5988"/>
                      <a:pt x="12994" y="6042"/>
                      <a:pt x="13048" y="6042"/>
                    </a:cubicBezTo>
                    <a:cubicBezTo>
                      <a:pt x="13753" y="6232"/>
                      <a:pt x="13753" y="6232"/>
                      <a:pt x="13753" y="6232"/>
                    </a:cubicBezTo>
                    <a:cubicBezTo>
                      <a:pt x="13807" y="6530"/>
                      <a:pt x="13807" y="6801"/>
                      <a:pt x="13753" y="7099"/>
                    </a:cubicBezTo>
                    <a:cubicBezTo>
                      <a:pt x="13048" y="7288"/>
                      <a:pt x="13048" y="7288"/>
                      <a:pt x="13048" y="7288"/>
                    </a:cubicBezTo>
                    <a:cubicBezTo>
                      <a:pt x="12994" y="7288"/>
                      <a:pt x="12940" y="7342"/>
                      <a:pt x="12913" y="7424"/>
                    </a:cubicBezTo>
                    <a:cubicBezTo>
                      <a:pt x="12832" y="7776"/>
                      <a:pt x="12696" y="8101"/>
                      <a:pt x="12506" y="8399"/>
                    </a:cubicBezTo>
                    <a:cubicBezTo>
                      <a:pt x="12452" y="8480"/>
                      <a:pt x="12452" y="8534"/>
                      <a:pt x="12506" y="8616"/>
                    </a:cubicBezTo>
                    <a:cubicBezTo>
                      <a:pt x="12886" y="9239"/>
                      <a:pt x="12886" y="9239"/>
                      <a:pt x="12886" y="9239"/>
                    </a:cubicBezTo>
                    <a:cubicBezTo>
                      <a:pt x="12777" y="9347"/>
                      <a:pt x="12696" y="9456"/>
                      <a:pt x="12588" y="9564"/>
                    </a:cubicBezTo>
                    <a:cubicBezTo>
                      <a:pt x="12479" y="9672"/>
                      <a:pt x="12371" y="9754"/>
                      <a:pt x="12263" y="9835"/>
                    </a:cubicBezTo>
                    <a:cubicBezTo>
                      <a:pt x="12154" y="9781"/>
                      <a:pt x="12154" y="9781"/>
                      <a:pt x="12154" y="9781"/>
                    </a:cubicBezTo>
                    <a:cubicBezTo>
                      <a:pt x="12154" y="8778"/>
                      <a:pt x="12154" y="8778"/>
                      <a:pt x="12154" y="8778"/>
                    </a:cubicBezTo>
                    <a:cubicBezTo>
                      <a:pt x="12154" y="8724"/>
                      <a:pt x="12127" y="8670"/>
                      <a:pt x="12100" y="8643"/>
                    </a:cubicBezTo>
                    <a:cubicBezTo>
                      <a:pt x="11829" y="8399"/>
                      <a:pt x="11829" y="8399"/>
                      <a:pt x="11829" y="8399"/>
                    </a:cubicBezTo>
                    <a:cubicBezTo>
                      <a:pt x="12777" y="7234"/>
                      <a:pt x="12615" y="5500"/>
                      <a:pt x="11423" y="4525"/>
                    </a:cubicBezTo>
                    <a:cubicBezTo>
                      <a:pt x="10927" y="4125"/>
                      <a:pt x="10319" y="3922"/>
                      <a:pt x="9705" y="3922"/>
                    </a:cubicBezTo>
                    <a:cubicBezTo>
                      <a:pt x="9113" y="3922"/>
                      <a:pt x="8515" y="4112"/>
                      <a:pt x="8009" y="4498"/>
                    </a:cubicBezTo>
                    <a:cubicBezTo>
                      <a:pt x="8009" y="3821"/>
                      <a:pt x="8009" y="3821"/>
                      <a:pt x="8009" y="3821"/>
                    </a:cubicBezTo>
                    <a:cubicBezTo>
                      <a:pt x="8307" y="3658"/>
                      <a:pt x="8605" y="3523"/>
                      <a:pt x="8930" y="3441"/>
                    </a:cubicBezTo>
                    <a:cubicBezTo>
                      <a:pt x="9012" y="3441"/>
                      <a:pt x="9066" y="3387"/>
                      <a:pt x="9093" y="3306"/>
                    </a:cubicBezTo>
                    <a:cubicBezTo>
                      <a:pt x="9256" y="2602"/>
                      <a:pt x="9256" y="2602"/>
                      <a:pt x="9256" y="2602"/>
                    </a:cubicBezTo>
                    <a:cubicBezTo>
                      <a:pt x="9405" y="2588"/>
                      <a:pt x="9554" y="2581"/>
                      <a:pt x="9699" y="2581"/>
                    </a:cubicBezTo>
                    <a:close/>
                    <a:moveTo>
                      <a:pt x="4027" y="8832"/>
                    </a:moveTo>
                    <a:cubicBezTo>
                      <a:pt x="4081" y="8832"/>
                      <a:pt x="4108" y="8887"/>
                      <a:pt x="4108" y="8941"/>
                    </a:cubicBezTo>
                    <a:cubicBezTo>
                      <a:pt x="4135" y="9239"/>
                      <a:pt x="4135" y="9239"/>
                      <a:pt x="4135" y="9239"/>
                    </a:cubicBezTo>
                    <a:lnTo>
                      <a:pt x="4217" y="11000"/>
                    </a:lnTo>
                    <a:lnTo>
                      <a:pt x="3323" y="11000"/>
                    </a:lnTo>
                    <a:cubicBezTo>
                      <a:pt x="3431" y="8941"/>
                      <a:pt x="3431" y="8941"/>
                      <a:pt x="3431" y="8941"/>
                    </a:cubicBezTo>
                    <a:cubicBezTo>
                      <a:pt x="3431" y="8887"/>
                      <a:pt x="3458" y="8832"/>
                      <a:pt x="3512" y="8832"/>
                    </a:cubicBezTo>
                    <a:close/>
                    <a:moveTo>
                      <a:pt x="2998" y="9483"/>
                    </a:moveTo>
                    <a:lnTo>
                      <a:pt x="2998" y="9483"/>
                    </a:lnTo>
                    <a:cubicBezTo>
                      <a:pt x="2943" y="11027"/>
                      <a:pt x="2943" y="11027"/>
                      <a:pt x="2943" y="11027"/>
                    </a:cubicBezTo>
                    <a:cubicBezTo>
                      <a:pt x="2916" y="11108"/>
                      <a:pt x="2970" y="11216"/>
                      <a:pt x="3025" y="11298"/>
                    </a:cubicBezTo>
                    <a:cubicBezTo>
                      <a:pt x="3106" y="11352"/>
                      <a:pt x="3187" y="11406"/>
                      <a:pt x="3296" y="11406"/>
                    </a:cubicBezTo>
                    <a:lnTo>
                      <a:pt x="4244" y="11406"/>
                    </a:lnTo>
                    <a:cubicBezTo>
                      <a:pt x="4433" y="11406"/>
                      <a:pt x="4596" y="11244"/>
                      <a:pt x="4596" y="11027"/>
                    </a:cubicBezTo>
                    <a:cubicBezTo>
                      <a:pt x="4515" y="9485"/>
                      <a:pt x="4515" y="9483"/>
                      <a:pt x="4515" y="9483"/>
                    </a:cubicBezTo>
                    <a:lnTo>
                      <a:pt x="4515" y="9483"/>
                    </a:lnTo>
                    <a:cubicBezTo>
                      <a:pt x="5056" y="9618"/>
                      <a:pt x="5517" y="9889"/>
                      <a:pt x="5896" y="10295"/>
                    </a:cubicBezTo>
                    <a:cubicBezTo>
                      <a:pt x="5896" y="10322"/>
                      <a:pt x="5923" y="10322"/>
                      <a:pt x="5923" y="10322"/>
                    </a:cubicBezTo>
                    <a:cubicBezTo>
                      <a:pt x="6357" y="10810"/>
                      <a:pt x="6628" y="11433"/>
                      <a:pt x="6655" y="12083"/>
                    </a:cubicBezTo>
                    <a:lnTo>
                      <a:pt x="857" y="12083"/>
                    </a:lnTo>
                    <a:cubicBezTo>
                      <a:pt x="939" y="11054"/>
                      <a:pt x="1535" y="10133"/>
                      <a:pt x="2483" y="9672"/>
                    </a:cubicBezTo>
                    <a:lnTo>
                      <a:pt x="2510" y="9672"/>
                    </a:lnTo>
                    <a:cubicBezTo>
                      <a:pt x="2672" y="9591"/>
                      <a:pt x="2835" y="9510"/>
                      <a:pt x="2998" y="9483"/>
                    </a:cubicBezTo>
                    <a:close/>
                    <a:moveTo>
                      <a:pt x="9960" y="9970"/>
                    </a:moveTo>
                    <a:lnTo>
                      <a:pt x="9960" y="12490"/>
                    </a:lnTo>
                    <a:lnTo>
                      <a:pt x="8064" y="12490"/>
                    </a:lnTo>
                    <a:cubicBezTo>
                      <a:pt x="8064" y="9970"/>
                      <a:pt x="8064" y="9970"/>
                      <a:pt x="8064" y="9970"/>
                    </a:cubicBezTo>
                    <a:close/>
                    <a:moveTo>
                      <a:pt x="9012" y="6394"/>
                    </a:moveTo>
                    <a:cubicBezTo>
                      <a:pt x="11775" y="8860"/>
                      <a:pt x="11775" y="8860"/>
                      <a:pt x="11775" y="8860"/>
                    </a:cubicBezTo>
                    <a:lnTo>
                      <a:pt x="11775" y="12490"/>
                    </a:lnTo>
                    <a:lnTo>
                      <a:pt x="10339" y="12490"/>
                    </a:lnTo>
                    <a:cubicBezTo>
                      <a:pt x="10339" y="9781"/>
                      <a:pt x="10339" y="9781"/>
                      <a:pt x="10339" y="9781"/>
                    </a:cubicBezTo>
                    <a:cubicBezTo>
                      <a:pt x="10339" y="9672"/>
                      <a:pt x="10258" y="9591"/>
                      <a:pt x="10150" y="9591"/>
                    </a:cubicBezTo>
                    <a:lnTo>
                      <a:pt x="7874" y="9591"/>
                    </a:lnTo>
                    <a:cubicBezTo>
                      <a:pt x="7766" y="9591"/>
                      <a:pt x="7684" y="9672"/>
                      <a:pt x="7684" y="9781"/>
                    </a:cubicBezTo>
                    <a:cubicBezTo>
                      <a:pt x="7684" y="12490"/>
                      <a:pt x="7684" y="12490"/>
                      <a:pt x="7684" y="12490"/>
                    </a:cubicBezTo>
                    <a:lnTo>
                      <a:pt x="7495" y="12490"/>
                    </a:lnTo>
                    <a:cubicBezTo>
                      <a:pt x="7440" y="12300"/>
                      <a:pt x="7251" y="12138"/>
                      <a:pt x="7061" y="12110"/>
                    </a:cubicBezTo>
                    <a:cubicBezTo>
                      <a:pt x="7007" y="11352"/>
                      <a:pt x="6736" y="10675"/>
                      <a:pt x="6248" y="10106"/>
                    </a:cubicBezTo>
                    <a:cubicBezTo>
                      <a:pt x="6248" y="8860"/>
                      <a:pt x="6248" y="8860"/>
                      <a:pt x="6248" y="8860"/>
                    </a:cubicBezTo>
                    <a:cubicBezTo>
                      <a:pt x="9012" y="6394"/>
                      <a:pt x="9012" y="6394"/>
                      <a:pt x="9012" y="6394"/>
                    </a:cubicBezTo>
                    <a:close/>
                    <a:moveTo>
                      <a:pt x="6926" y="12463"/>
                    </a:moveTo>
                    <a:cubicBezTo>
                      <a:pt x="7034" y="12463"/>
                      <a:pt x="7142" y="12571"/>
                      <a:pt x="7142" y="12679"/>
                    </a:cubicBezTo>
                    <a:cubicBezTo>
                      <a:pt x="7142" y="12815"/>
                      <a:pt x="7034" y="12923"/>
                      <a:pt x="6926" y="12923"/>
                    </a:cubicBezTo>
                    <a:lnTo>
                      <a:pt x="613" y="12923"/>
                    </a:lnTo>
                    <a:cubicBezTo>
                      <a:pt x="478" y="12923"/>
                      <a:pt x="397" y="12815"/>
                      <a:pt x="397" y="12706"/>
                    </a:cubicBezTo>
                    <a:cubicBezTo>
                      <a:pt x="397" y="12571"/>
                      <a:pt x="478" y="12463"/>
                      <a:pt x="613" y="12463"/>
                    </a:cubicBezTo>
                    <a:close/>
                    <a:moveTo>
                      <a:pt x="5111" y="1"/>
                    </a:moveTo>
                    <a:cubicBezTo>
                      <a:pt x="5002" y="1"/>
                      <a:pt x="4921" y="82"/>
                      <a:pt x="4921" y="190"/>
                    </a:cubicBezTo>
                    <a:cubicBezTo>
                      <a:pt x="4921" y="1030"/>
                      <a:pt x="4921" y="1030"/>
                      <a:pt x="4921" y="1030"/>
                    </a:cubicBezTo>
                    <a:lnTo>
                      <a:pt x="3160" y="1030"/>
                    </a:lnTo>
                    <a:cubicBezTo>
                      <a:pt x="3052" y="1030"/>
                      <a:pt x="2970" y="1111"/>
                      <a:pt x="2970" y="1220"/>
                    </a:cubicBezTo>
                    <a:cubicBezTo>
                      <a:pt x="2970" y="2005"/>
                      <a:pt x="2970" y="2005"/>
                      <a:pt x="2970" y="2005"/>
                    </a:cubicBezTo>
                    <a:lnTo>
                      <a:pt x="2402" y="2005"/>
                    </a:lnTo>
                    <a:cubicBezTo>
                      <a:pt x="2293" y="2005"/>
                      <a:pt x="2212" y="2087"/>
                      <a:pt x="2212" y="2195"/>
                    </a:cubicBezTo>
                    <a:cubicBezTo>
                      <a:pt x="2212" y="9374"/>
                      <a:pt x="2212" y="9374"/>
                      <a:pt x="2212" y="9374"/>
                    </a:cubicBezTo>
                    <a:cubicBezTo>
                      <a:pt x="1209" y="9916"/>
                      <a:pt x="532" y="10946"/>
                      <a:pt x="478" y="12110"/>
                    </a:cubicBezTo>
                    <a:cubicBezTo>
                      <a:pt x="153" y="12165"/>
                      <a:pt x="-64" y="12490"/>
                      <a:pt x="17" y="12842"/>
                    </a:cubicBezTo>
                    <a:cubicBezTo>
                      <a:pt x="72" y="13113"/>
                      <a:pt x="315" y="13303"/>
                      <a:pt x="613" y="13303"/>
                    </a:cubicBezTo>
                    <a:lnTo>
                      <a:pt x="6926" y="13303"/>
                    </a:lnTo>
                    <a:cubicBezTo>
                      <a:pt x="7170" y="13303"/>
                      <a:pt x="7413" y="13140"/>
                      <a:pt x="7495" y="12896"/>
                    </a:cubicBezTo>
                    <a:lnTo>
                      <a:pt x="11965" y="12896"/>
                    </a:lnTo>
                    <a:cubicBezTo>
                      <a:pt x="12073" y="12896"/>
                      <a:pt x="12154" y="12815"/>
                      <a:pt x="12154" y="12706"/>
                    </a:cubicBezTo>
                    <a:cubicBezTo>
                      <a:pt x="12154" y="10241"/>
                      <a:pt x="12154" y="10241"/>
                      <a:pt x="12154" y="10241"/>
                    </a:cubicBezTo>
                    <a:lnTo>
                      <a:pt x="12181" y="10241"/>
                    </a:lnTo>
                    <a:cubicBezTo>
                      <a:pt x="12222" y="10268"/>
                      <a:pt x="12263" y="10282"/>
                      <a:pt x="12300" y="10282"/>
                    </a:cubicBezTo>
                    <a:cubicBezTo>
                      <a:pt x="12337" y="10282"/>
                      <a:pt x="12371" y="10268"/>
                      <a:pt x="12398" y="10241"/>
                    </a:cubicBezTo>
                    <a:cubicBezTo>
                      <a:pt x="12561" y="10106"/>
                      <a:pt x="12723" y="9970"/>
                      <a:pt x="12859" y="9835"/>
                    </a:cubicBezTo>
                    <a:cubicBezTo>
                      <a:pt x="12994" y="9699"/>
                      <a:pt x="13130" y="9537"/>
                      <a:pt x="13265" y="9374"/>
                    </a:cubicBezTo>
                    <a:cubicBezTo>
                      <a:pt x="13319" y="9293"/>
                      <a:pt x="13319" y="9212"/>
                      <a:pt x="13265" y="9158"/>
                    </a:cubicBezTo>
                    <a:cubicBezTo>
                      <a:pt x="12886" y="8507"/>
                      <a:pt x="12886" y="8507"/>
                      <a:pt x="12886" y="8507"/>
                    </a:cubicBezTo>
                    <a:cubicBezTo>
                      <a:pt x="13048" y="8236"/>
                      <a:pt x="13184" y="7938"/>
                      <a:pt x="13265" y="7613"/>
                    </a:cubicBezTo>
                    <a:cubicBezTo>
                      <a:pt x="13996" y="7451"/>
                      <a:pt x="13996" y="7451"/>
                      <a:pt x="13996" y="7451"/>
                    </a:cubicBezTo>
                    <a:cubicBezTo>
                      <a:pt x="14051" y="7424"/>
                      <a:pt x="14132" y="7370"/>
                      <a:pt x="14132" y="7288"/>
                    </a:cubicBezTo>
                    <a:cubicBezTo>
                      <a:pt x="14186" y="6882"/>
                      <a:pt x="14186" y="6448"/>
                      <a:pt x="14132" y="6042"/>
                    </a:cubicBezTo>
                    <a:cubicBezTo>
                      <a:pt x="14132" y="5988"/>
                      <a:pt x="14051" y="5907"/>
                      <a:pt x="13996" y="5880"/>
                    </a:cubicBezTo>
                    <a:cubicBezTo>
                      <a:pt x="13265" y="5717"/>
                      <a:pt x="13265" y="5717"/>
                      <a:pt x="13265" y="5717"/>
                    </a:cubicBezTo>
                    <a:cubicBezTo>
                      <a:pt x="13184" y="5392"/>
                      <a:pt x="13048" y="5094"/>
                      <a:pt x="12886" y="4823"/>
                    </a:cubicBezTo>
                    <a:cubicBezTo>
                      <a:pt x="13265" y="4173"/>
                      <a:pt x="13265" y="4173"/>
                      <a:pt x="13265" y="4173"/>
                    </a:cubicBezTo>
                    <a:cubicBezTo>
                      <a:pt x="13319" y="4119"/>
                      <a:pt x="13319" y="4037"/>
                      <a:pt x="13265" y="3956"/>
                    </a:cubicBezTo>
                    <a:cubicBezTo>
                      <a:pt x="13021" y="3631"/>
                      <a:pt x="12723" y="3333"/>
                      <a:pt x="12398" y="3089"/>
                    </a:cubicBezTo>
                    <a:cubicBezTo>
                      <a:pt x="12371" y="3062"/>
                      <a:pt x="12337" y="3049"/>
                      <a:pt x="12300" y="3049"/>
                    </a:cubicBezTo>
                    <a:cubicBezTo>
                      <a:pt x="12263" y="3049"/>
                      <a:pt x="12222" y="3062"/>
                      <a:pt x="12181" y="3089"/>
                    </a:cubicBezTo>
                    <a:cubicBezTo>
                      <a:pt x="11531" y="3468"/>
                      <a:pt x="11531" y="3468"/>
                      <a:pt x="11531" y="3468"/>
                    </a:cubicBezTo>
                    <a:cubicBezTo>
                      <a:pt x="11260" y="3306"/>
                      <a:pt x="10962" y="3198"/>
                      <a:pt x="10664" y="3089"/>
                    </a:cubicBezTo>
                    <a:cubicBezTo>
                      <a:pt x="10475" y="2385"/>
                      <a:pt x="10475" y="2385"/>
                      <a:pt x="10475" y="2385"/>
                    </a:cubicBezTo>
                    <a:cubicBezTo>
                      <a:pt x="10448" y="2303"/>
                      <a:pt x="10393" y="2249"/>
                      <a:pt x="10312" y="2222"/>
                    </a:cubicBezTo>
                    <a:cubicBezTo>
                      <a:pt x="10109" y="2195"/>
                      <a:pt x="9906" y="2182"/>
                      <a:pt x="9703" y="2182"/>
                    </a:cubicBezTo>
                    <a:cubicBezTo>
                      <a:pt x="9499" y="2182"/>
                      <a:pt x="9296" y="2195"/>
                      <a:pt x="9093" y="2222"/>
                    </a:cubicBezTo>
                    <a:cubicBezTo>
                      <a:pt x="9012" y="2249"/>
                      <a:pt x="8930" y="2303"/>
                      <a:pt x="8930" y="2385"/>
                    </a:cubicBezTo>
                    <a:cubicBezTo>
                      <a:pt x="8741" y="3089"/>
                      <a:pt x="8741" y="3089"/>
                      <a:pt x="8741" y="3089"/>
                    </a:cubicBezTo>
                    <a:cubicBezTo>
                      <a:pt x="8497" y="3170"/>
                      <a:pt x="8253" y="3252"/>
                      <a:pt x="8009" y="3387"/>
                    </a:cubicBezTo>
                    <a:cubicBezTo>
                      <a:pt x="8009" y="2195"/>
                      <a:pt x="8009" y="2195"/>
                      <a:pt x="8009" y="2195"/>
                    </a:cubicBezTo>
                    <a:cubicBezTo>
                      <a:pt x="8009" y="2087"/>
                      <a:pt x="7928" y="2005"/>
                      <a:pt x="7820" y="2005"/>
                    </a:cubicBezTo>
                    <a:lnTo>
                      <a:pt x="7251" y="2005"/>
                    </a:lnTo>
                    <a:cubicBezTo>
                      <a:pt x="7251" y="1220"/>
                      <a:pt x="7251" y="1220"/>
                      <a:pt x="7251" y="1220"/>
                    </a:cubicBezTo>
                    <a:cubicBezTo>
                      <a:pt x="7251" y="1111"/>
                      <a:pt x="7170" y="1030"/>
                      <a:pt x="7061" y="1030"/>
                    </a:cubicBezTo>
                    <a:lnTo>
                      <a:pt x="5300" y="1030"/>
                    </a:lnTo>
                    <a:cubicBezTo>
                      <a:pt x="5300" y="190"/>
                      <a:pt x="5300" y="190"/>
                      <a:pt x="5300" y="190"/>
                    </a:cubicBezTo>
                    <a:cubicBezTo>
                      <a:pt x="5300" y="82"/>
                      <a:pt x="5219" y="1"/>
                      <a:pt x="5111"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670" name="Google Shape;670;p50"/>
            <p:cNvSpPr txBox="1"/>
            <p:nvPr/>
          </p:nvSpPr>
          <p:spPr>
            <a:xfrm>
              <a:off x="935300" y="2329379"/>
              <a:ext cx="10302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Construction &amp; Real Estate</a:t>
              </a:r>
              <a:endParaRPr b="1" sz="800">
                <a:solidFill>
                  <a:srgbClr val="3C3C3A"/>
                </a:solidFill>
                <a:latin typeface="Montserrat"/>
                <a:ea typeface="Montserrat"/>
                <a:cs typeface="Montserrat"/>
                <a:sym typeface="Montserrat"/>
              </a:endParaRPr>
            </a:p>
          </p:txBody>
        </p:sp>
      </p:grpSp>
      <p:grpSp>
        <p:nvGrpSpPr>
          <p:cNvPr id="671" name="Google Shape;671;p50"/>
          <p:cNvGrpSpPr/>
          <p:nvPr/>
        </p:nvGrpSpPr>
        <p:grpSpPr>
          <a:xfrm>
            <a:off x="469261" y="2681200"/>
            <a:ext cx="1951664" cy="411058"/>
            <a:chOff x="463536" y="2838288"/>
            <a:chExt cx="1951664" cy="411058"/>
          </a:xfrm>
        </p:grpSpPr>
        <p:grpSp>
          <p:nvGrpSpPr>
            <p:cNvPr id="672" name="Google Shape;672;p50"/>
            <p:cNvGrpSpPr/>
            <p:nvPr/>
          </p:nvGrpSpPr>
          <p:grpSpPr>
            <a:xfrm>
              <a:off x="463536" y="2844480"/>
              <a:ext cx="404866" cy="404866"/>
              <a:chOff x="4048375" y="2612650"/>
              <a:chExt cx="433475" cy="433475"/>
            </a:xfrm>
          </p:grpSpPr>
          <p:sp>
            <p:nvSpPr>
              <p:cNvPr id="673" name="Google Shape;673;p50"/>
              <p:cNvSpPr/>
              <p:nvPr/>
            </p:nvSpPr>
            <p:spPr>
              <a:xfrm>
                <a:off x="4048375" y="2612650"/>
                <a:ext cx="433475" cy="433475"/>
              </a:xfrm>
              <a:custGeom>
                <a:rect b="b" l="l" r="r" t="t"/>
                <a:pathLst>
                  <a:path extrusionOk="0" fill="none" h="17339" w="17339">
                    <a:moveTo>
                      <a:pt x="17339" y="8670"/>
                    </a:moveTo>
                    <a:cubicBezTo>
                      <a:pt x="17339" y="13438"/>
                      <a:pt x="13438" y="17339"/>
                      <a:pt x="8670" y="17339"/>
                    </a:cubicBezTo>
                    <a:cubicBezTo>
                      <a:pt x="3875" y="17339"/>
                      <a:pt x="1" y="13438"/>
                      <a:pt x="1" y="8670"/>
                    </a:cubicBezTo>
                    <a:cubicBezTo>
                      <a:pt x="1" y="3875"/>
                      <a:pt x="3875" y="1"/>
                      <a:pt x="8670" y="1"/>
                    </a:cubicBezTo>
                    <a:cubicBezTo>
                      <a:pt x="13438"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74" name="Google Shape;674;p50"/>
              <p:cNvSpPr/>
              <p:nvPr/>
            </p:nvSpPr>
            <p:spPr>
              <a:xfrm>
                <a:off x="4117450" y="2660050"/>
                <a:ext cx="294650" cy="338000"/>
              </a:xfrm>
              <a:custGeom>
                <a:rect b="b" l="l" r="r" t="t"/>
                <a:pathLst>
                  <a:path extrusionOk="0" h="13520" w="11786">
                    <a:moveTo>
                      <a:pt x="2141" y="4038"/>
                    </a:moveTo>
                    <a:cubicBezTo>
                      <a:pt x="2087" y="3929"/>
                      <a:pt x="2087" y="3929"/>
                      <a:pt x="2087" y="3929"/>
                    </a:cubicBezTo>
                    <a:cubicBezTo>
                      <a:pt x="1139" y="3929"/>
                      <a:pt x="1139" y="3929"/>
                      <a:pt x="1139" y="3929"/>
                    </a:cubicBezTo>
                    <a:cubicBezTo>
                      <a:pt x="516" y="3929"/>
                      <a:pt x="1" y="3442"/>
                      <a:pt x="1" y="2818"/>
                    </a:cubicBezTo>
                    <a:cubicBezTo>
                      <a:pt x="1" y="2006"/>
                      <a:pt x="1" y="2006"/>
                      <a:pt x="1" y="2006"/>
                    </a:cubicBezTo>
                    <a:cubicBezTo>
                      <a:pt x="1" y="1383"/>
                      <a:pt x="516" y="868"/>
                      <a:pt x="1139" y="868"/>
                    </a:cubicBezTo>
                    <a:cubicBezTo>
                      <a:pt x="2168" y="868"/>
                      <a:pt x="2168" y="868"/>
                      <a:pt x="2168" y="868"/>
                    </a:cubicBezTo>
                    <a:cubicBezTo>
                      <a:pt x="2304" y="380"/>
                      <a:pt x="2764" y="1"/>
                      <a:pt x="3279" y="1"/>
                    </a:cubicBezTo>
                    <a:cubicBezTo>
                      <a:pt x="8941" y="1"/>
                      <a:pt x="8941" y="1"/>
                      <a:pt x="8941" y="1"/>
                    </a:cubicBezTo>
                    <a:cubicBezTo>
                      <a:pt x="9483" y="1"/>
                      <a:pt x="9943" y="380"/>
                      <a:pt x="10052" y="868"/>
                    </a:cubicBezTo>
                    <a:cubicBezTo>
                      <a:pt x="10539" y="868"/>
                      <a:pt x="10539" y="868"/>
                      <a:pt x="10539" y="868"/>
                    </a:cubicBezTo>
                    <a:cubicBezTo>
                      <a:pt x="11216" y="868"/>
                      <a:pt x="11785" y="1437"/>
                      <a:pt x="11785" y="2114"/>
                    </a:cubicBezTo>
                    <a:cubicBezTo>
                      <a:pt x="11785" y="2656"/>
                      <a:pt x="11785" y="2656"/>
                      <a:pt x="11785" y="2656"/>
                    </a:cubicBezTo>
                    <a:cubicBezTo>
                      <a:pt x="11785" y="3333"/>
                      <a:pt x="11216" y="3875"/>
                      <a:pt x="10539" y="3875"/>
                    </a:cubicBezTo>
                    <a:cubicBezTo>
                      <a:pt x="10106" y="3875"/>
                      <a:pt x="10106" y="3875"/>
                      <a:pt x="10106" y="3875"/>
                    </a:cubicBezTo>
                    <a:cubicBezTo>
                      <a:pt x="10106" y="9672"/>
                      <a:pt x="10106" y="9672"/>
                      <a:pt x="10106" y="9672"/>
                    </a:cubicBezTo>
                    <a:cubicBezTo>
                      <a:pt x="10539" y="9672"/>
                      <a:pt x="10539" y="9672"/>
                      <a:pt x="10539" y="9672"/>
                    </a:cubicBezTo>
                    <a:cubicBezTo>
                      <a:pt x="11216" y="9672"/>
                      <a:pt x="11785" y="10241"/>
                      <a:pt x="11785" y="11000"/>
                    </a:cubicBezTo>
                    <a:cubicBezTo>
                      <a:pt x="11785" y="11569"/>
                      <a:pt x="11785" y="11569"/>
                      <a:pt x="11785" y="11569"/>
                    </a:cubicBezTo>
                    <a:cubicBezTo>
                      <a:pt x="11785" y="12300"/>
                      <a:pt x="11216" y="12896"/>
                      <a:pt x="10539" y="12896"/>
                    </a:cubicBezTo>
                    <a:cubicBezTo>
                      <a:pt x="9970" y="12896"/>
                      <a:pt x="9970" y="12896"/>
                      <a:pt x="9970" y="12896"/>
                    </a:cubicBezTo>
                    <a:cubicBezTo>
                      <a:pt x="9781" y="13276"/>
                      <a:pt x="9401" y="13519"/>
                      <a:pt x="8941" y="13519"/>
                    </a:cubicBezTo>
                    <a:cubicBezTo>
                      <a:pt x="3279" y="13519"/>
                      <a:pt x="3279" y="13519"/>
                      <a:pt x="3279" y="13519"/>
                    </a:cubicBezTo>
                    <a:cubicBezTo>
                      <a:pt x="2737" y="13519"/>
                      <a:pt x="2276" y="13113"/>
                      <a:pt x="2168" y="12598"/>
                    </a:cubicBezTo>
                    <a:cubicBezTo>
                      <a:pt x="1139" y="12598"/>
                      <a:pt x="1139" y="12598"/>
                      <a:pt x="1139" y="12598"/>
                    </a:cubicBezTo>
                    <a:cubicBezTo>
                      <a:pt x="516" y="12598"/>
                      <a:pt x="1" y="12084"/>
                      <a:pt x="1" y="11460"/>
                    </a:cubicBezTo>
                    <a:cubicBezTo>
                      <a:pt x="1" y="10648"/>
                      <a:pt x="1" y="10648"/>
                      <a:pt x="1" y="10648"/>
                    </a:cubicBezTo>
                    <a:cubicBezTo>
                      <a:pt x="1" y="10025"/>
                      <a:pt x="516" y="9537"/>
                      <a:pt x="1139" y="9537"/>
                    </a:cubicBezTo>
                    <a:cubicBezTo>
                      <a:pt x="2087" y="9537"/>
                      <a:pt x="2087" y="9537"/>
                      <a:pt x="2087" y="9537"/>
                    </a:cubicBezTo>
                    <a:cubicBezTo>
                      <a:pt x="2141" y="9429"/>
                      <a:pt x="2141" y="9429"/>
                      <a:pt x="2141" y="9429"/>
                    </a:cubicBezTo>
                    <a:close/>
                    <a:moveTo>
                      <a:pt x="3441" y="9808"/>
                    </a:moveTo>
                    <a:cubicBezTo>
                      <a:pt x="2900" y="8860"/>
                      <a:pt x="2900" y="8860"/>
                      <a:pt x="2900" y="8860"/>
                    </a:cubicBezTo>
                    <a:cubicBezTo>
                      <a:pt x="2358" y="9808"/>
                      <a:pt x="2358" y="9808"/>
                      <a:pt x="2358" y="9808"/>
                    </a:cubicBezTo>
                    <a:cubicBezTo>
                      <a:pt x="2331" y="9889"/>
                      <a:pt x="2276" y="9916"/>
                      <a:pt x="2195" y="9916"/>
                    </a:cubicBezTo>
                    <a:cubicBezTo>
                      <a:pt x="1139" y="9916"/>
                      <a:pt x="1139" y="9916"/>
                      <a:pt x="1139" y="9916"/>
                    </a:cubicBezTo>
                    <a:cubicBezTo>
                      <a:pt x="732" y="9916"/>
                      <a:pt x="407" y="10241"/>
                      <a:pt x="407" y="10648"/>
                    </a:cubicBezTo>
                    <a:cubicBezTo>
                      <a:pt x="407" y="11460"/>
                      <a:pt x="407" y="11460"/>
                      <a:pt x="407" y="11460"/>
                    </a:cubicBezTo>
                    <a:cubicBezTo>
                      <a:pt x="407" y="11867"/>
                      <a:pt x="732" y="12192"/>
                      <a:pt x="1139" y="12192"/>
                    </a:cubicBezTo>
                    <a:cubicBezTo>
                      <a:pt x="3523" y="12192"/>
                      <a:pt x="3523" y="12192"/>
                      <a:pt x="3523" y="12192"/>
                    </a:cubicBezTo>
                    <a:cubicBezTo>
                      <a:pt x="3929" y="12192"/>
                      <a:pt x="4254" y="11867"/>
                      <a:pt x="4254" y="11460"/>
                    </a:cubicBezTo>
                    <a:cubicBezTo>
                      <a:pt x="4254" y="10648"/>
                      <a:pt x="4254" y="10648"/>
                      <a:pt x="4254" y="10648"/>
                    </a:cubicBezTo>
                    <a:cubicBezTo>
                      <a:pt x="4254" y="10268"/>
                      <a:pt x="3956" y="9943"/>
                      <a:pt x="3577" y="9916"/>
                    </a:cubicBezTo>
                    <a:cubicBezTo>
                      <a:pt x="3523" y="9916"/>
                      <a:pt x="3468" y="9862"/>
                      <a:pt x="3441" y="9808"/>
                    </a:cubicBezTo>
                    <a:close/>
                    <a:moveTo>
                      <a:pt x="2845" y="11406"/>
                    </a:moveTo>
                    <a:cubicBezTo>
                      <a:pt x="2845" y="11596"/>
                      <a:pt x="2845" y="11596"/>
                      <a:pt x="2845" y="11596"/>
                    </a:cubicBezTo>
                    <a:cubicBezTo>
                      <a:pt x="2845" y="11704"/>
                      <a:pt x="2764" y="11786"/>
                      <a:pt x="2656" y="11786"/>
                    </a:cubicBezTo>
                    <a:cubicBezTo>
                      <a:pt x="1057" y="11786"/>
                      <a:pt x="1057" y="11786"/>
                      <a:pt x="1057" y="11786"/>
                    </a:cubicBezTo>
                    <a:cubicBezTo>
                      <a:pt x="949" y="11786"/>
                      <a:pt x="868" y="11704"/>
                      <a:pt x="868" y="11596"/>
                    </a:cubicBezTo>
                    <a:cubicBezTo>
                      <a:pt x="868" y="10512"/>
                      <a:pt x="868" y="10512"/>
                      <a:pt x="868" y="10512"/>
                    </a:cubicBezTo>
                    <a:cubicBezTo>
                      <a:pt x="868" y="10404"/>
                      <a:pt x="949" y="10323"/>
                      <a:pt x="1057" y="10323"/>
                    </a:cubicBezTo>
                    <a:cubicBezTo>
                      <a:pt x="2656" y="10323"/>
                      <a:pt x="2656" y="10323"/>
                      <a:pt x="2656" y="10323"/>
                    </a:cubicBezTo>
                    <a:cubicBezTo>
                      <a:pt x="2764" y="10323"/>
                      <a:pt x="2845" y="10404"/>
                      <a:pt x="2845" y="10512"/>
                    </a:cubicBezTo>
                    <a:cubicBezTo>
                      <a:pt x="2845" y="10729"/>
                      <a:pt x="2845" y="10729"/>
                      <a:pt x="2845" y="10729"/>
                    </a:cubicBezTo>
                    <a:cubicBezTo>
                      <a:pt x="3523" y="10350"/>
                      <a:pt x="3523" y="10350"/>
                      <a:pt x="3523" y="10350"/>
                    </a:cubicBezTo>
                    <a:cubicBezTo>
                      <a:pt x="3577" y="10323"/>
                      <a:pt x="3658" y="10323"/>
                      <a:pt x="3712" y="10350"/>
                    </a:cubicBezTo>
                    <a:cubicBezTo>
                      <a:pt x="3766" y="10404"/>
                      <a:pt x="3794" y="10458"/>
                      <a:pt x="3794" y="10512"/>
                    </a:cubicBezTo>
                    <a:cubicBezTo>
                      <a:pt x="3794" y="11623"/>
                      <a:pt x="3794" y="11623"/>
                      <a:pt x="3794" y="11623"/>
                    </a:cubicBezTo>
                    <a:cubicBezTo>
                      <a:pt x="3794" y="11677"/>
                      <a:pt x="3766" y="11758"/>
                      <a:pt x="3712" y="11786"/>
                    </a:cubicBezTo>
                    <a:cubicBezTo>
                      <a:pt x="3658" y="11813"/>
                      <a:pt x="3577" y="11813"/>
                      <a:pt x="3523" y="11786"/>
                    </a:cubicBezTo>
                    <a:close/>
                    <a:moveTo>
                      <a:pt x="2466" y="11406"/>
                    </a:moveTo>
                    <a:cubicBezTo>
                      <a:pt x="2466" y="10729"/>
                      <a:pt x="2466" y="10729"/>
                      <a:pt x="2466" y="10729"/>
                    </a:cubicBezTo>
                    <a:cubicBezTo>
                      <a:pt x="1247" y="10729"/>
                      <a:pt x="1247" y="10729"/>
                      <a:pt x="1247" y="10729"/>
                    </a:cubicBezTo>
                    <a:cubicBezTo>
                      <a:pt x="1247" y="11406"/>
                      <a:pt x="1247" y="11406"/>
                      <a:pt x="1247" y="11406"/>
                    </a:cubicBezTo>
                    <a:close/>
                    <a:moveTo>
                      <a:pt x="3035" y="11081"/>
                    </a:moveTo>
                    <a:cubicBezTo>
                      <a:pt x="3414" y="11298"/>
                      <a:pt x="3414" y="11298"/>
                      <a:pt x="3414" y="11298"/>
                    </a:cubicBezTo>
                    <a:cubicBezTo>
                      <a:pt x="3414" y="10864"/>
                      <a:pt x="3414" y="10864"/>
                      <a:pt x="3414" y="10864"/>
                    </a:cubicBezTo>
                    <a:close/>
                    <a:moveTo>
                      <a:pt x="8264" y="10052"/>
                    </a:moveTo>
                    <a:cubicBezTo>
                      <a:pt x="8264" y="10052"/>
                      <a:pt x="8264" y="10052"/>
                      <a:pt x="8264" y="10052"/>
                    </a:cubicBezTo>
                    <a:cubicBezTo>
                      <a:pt x="7803" y="10052"/>
                      <a:pt x="7424" y="10485"/>
                      <a:pt x="7424" y="11000"/>
                    </a:cubicBezTo>
                    <a:cubicBezTo>
                      <a:pt x="7424" y="11569"/>
                      <a:pt x="7424" y="11569"/>
                      <a:pt x="7424" y="11569"/>
                    </a:cubicBezTo>
                    <a:cubicBezTo>
                      <a:pt x="7424" y="12084"/>
                      <a:pt x="7803" y="12517"/>
                      <a:pt x="8264" y="12517"/>
                    </a:cubicBezTo>
                    <a:cubicBezTo>
                      <a:pt x="10539" y="12517"/>
                      <a:pt x="10539" y="12517"/>
                      <a:pt x="10539" y="12517"/>
                    </a:cubicBezTo>
                    <a:cubicBezTo>
                      <a:pt x="11027" y="12517"/>
                      <a:pt x="11406" y="12084"/>
                      <a:pt x="11406" y="11569"/>
                    </a:cubicBezTo>
                    <a:cubicBezTo>
                      <a:pt x="11406" y="11000"/>
                      <a:pt x="11406" y="11000"/>
                      <a:pt x="11406" y="11000"/>
                    </a:cubicBezTo>
                    <a:cubicBezTo>
                      <a:pt x="11406" y="10485"/>
                      <a:pt x="11027" y="10052"/>
                      <a:pt x="10539" y="10052"/>
                    </a:cubicBezTo>
                    <a:cubicBezTo>
                      <a:pt x="9754" y="10052"/>
                      <a:pt x="9754" y="10052"/>
                      <a:pt x="9754" y="10052"/>
                    </a:cubicBezTo>
                    <a:cubicBezTo>
                      <a:pt x="9672" y="10052"/>
                      <a:pt x="9618" y="10025"/>
                      <a:pt x="9591" y="9970"/>
                    </a:cubicBezTo>
                    <a:cubicBezTo>
                      <a:pt x="8995" y="9131"/>
                      <a:pt x="8995" y="9131"/>
                      <a:pt x="8995" y="9131"/>
                    </a:cubicBezTo>
                    <a:cubicBezTo>
                      <a:pt x="8426" y="9970"/>
                      <a:pt x="8426" y="9970"/>
                      <a:pt x="8426" y="9970"/>
                    </a:cubicBezTo>
                    <a:cubicBezTo>
                      <a:pt x="8399" y="10025"/>
                      <a:pt x="8345" y="10052"/>
                      <a:pt x="8264" y="10052"/>
                    </a:cubicBezTo>
                    <a:close/>
                    <a:moveTo>
                      <a:pt x="8887" y="11271"/>
                    </a:moveTo>
                    <a:cubicBezTo>
                      <a:pt x="8887" y="11433"/>
                      <a:pt x="8751" y="11569"/>
                      <a:pt x="8589" y="11569"/>
                    </a:cubicBezTo>
                    <a:cubicBezTo>
                      <a:pt x="8426" y="11569"/>
                      <a:pt x="8291" y="11433"/>
                      <a:pt x="8291" y="11271"/>
                    </a:cubicBezTo>
                    <a:cubicBezTo>
                      <a:pt x="8291" y="11108"/>
                      <a:pt x="8426" y="10973"/>
                      <a:pt x="8589" y="10973"/>
                    </a:cubicBezTo>
                    <a:cubicBezTo>
                      <a:pt x="8751" y="10973"/>
                      <a:pt x="8887" y="11108"/>
                      <a:pt x="8887" y="11271"/>
                    </a:cubicBezTo>
                    <a:close/>
                    <a:moveTo>
                      <a:pt x="10512" y="11271"/>
                    </a:moveTo>
                    <a:cubicBezTo>
                      <a:pt x="10512" y="11433"/>
                      <a:pt x="10377" y="11569"/>
                      <a:pt x="10214" y="11569"/>
                    </a:cubicBezTo>
                    <a:cubicBezTo>
                      <a:pt x="10052" y="11569"/>
                      <a:pt x="9916" y="11433"/>
                      <a:pt x="9916" y="11271"/>
                    </a:cubicBezTo>
                    <a:cubicBezTo>
                      <a:pt x="9916" y="11108"/>
                      <a:pt x="10052" y="10973"/>
                      <a:pt x="10214" y="10973"/>
                    </a:cubicBezTo>
                    <a:cubicBezTo>
                      <a:pt x="10377" y="10973"/>
                      <a:pt x="10512" y="11108"/>
                      <a:pt x="10512" y="11271"/>
                    </a:cubicBezTo>
                    <a:close/>
                    <a:moveTo>
                      <a:pt x="9699" y="11271"/>
                    </a:moveTo>
                    <a:cubicBezTo>
                      <a:pt x="9699" y="11433"/>
                      <a:pt x="9564" y="11569"/>
                      <a:pt x="9401" y="11569"/>
                    </a:cubicBezTo>
                    <a:cubicBezTo>
                      <a:pt x="9239" y="11569"/>
                      <a:pt x="9103" y="11433"/>
                      <a:pt x="9103" y="11271"/>
                    </a:cubicBezTo>
                    <a:cubicBezTo>
                      <a:pt x="9103" y="11108"/>
                      <a:pt x="9239" y="10973"/>
                      <a:pt x="9401" y="10973"/>
                    </a:cubicBezTo>
                    <a:cubicBezTo>
                      <a:pt x="9564" y="10973"/>
                      <a:pt x="9699" y="11108"/>
                      <a:pt x="9699" y="11271"/>
                    </a:cubicBezTo>
                    <a:close/>
                    <a:moveTo>
                      <a:pt x="2574" y="868"/>
                    </a:moveTo>
                    <a:cubicBezTo>
                      <a:pt x="3523" y="868"/>
                      <a:pt x="3523" y="868"/>
                      <a:pt x="3523" y="868"/>
                    </a:cubicBezTo>
                    <a:cubicBezTo>
                      <a:pt x="4146" y="868"/>
                      <a:pt x="4660" y="1383"/>
                      <a:pt x="4660" y="2006"/>
                    </a:cubicBezTo>
                    <a:cubicBezTo>
                      <a:pt x="4660" y="2818"/>
                      <a:pt x="4660" y="2818"/>
                      <a:pt x="4660" y="2818"/>
                    </a:cubicBezTo>
                    <a:cubicBezTo>
                      <a:pt x="4660" y="3360"/>
                      <a:pt x="4254" y="3821"/>
                      <a:pt x="3739" y="3929"/>
                    </a:cubicBezTo>
                    <a:cubicBezTo>
                      <a:pt x="3062" y="5094"/>
                      <a:pt x="3062" y="5094"/>
                      <a:pt x="3062" y="5094"/>
                    </a:cubicBezTo>
                    <a:cubicBezTo>
                      <a:pt x="3035" y="5148"/>
                      <a:pt x="2981" y="5175"/>
                      <a:pt x="2900" y="5175"/>
                    </a:cubicBezTo>
                    <a:cubicBezTo>
                      <a:pt x="2845" y="5175"/>
                      <a:pt x="2764" y="5148"/>
                      <a:pt x="2737" y="5094"/>
                    </a:cubicBezTo>
                    <a:cubicBezTo>
                      <a:pt x="2520" y="4715"/>
                      <a:pt x="2520" y="4715"/>
                      <a:pt x="2520" y="4715"/>
                    </a:cubicBezTo>
                    <a:cubicBezTo>
                      <a:pt x="2520" y="8751"/>
                      <a:pt x="2520" y="8751"/>
                      <a:pt x="2520" y="8751"/>
                    </a:cubicBezTo>
                    <a:cubicBezTo>
                      <a:pt x="2737" y="8372"/>
                      <a:pt x="2737" y="8372"/>
                      <a:pt x="2737" y="8372"/>
                    </a:cubicBezTo>
                    <a:cubicBezTo>
                      <a:pt x="2764" y="8318"/>
                      <a:pt x="2845" y="8264"/>
                      <a:pt x="2900" y="8264"/>
                    </a:cubicBezTo>
                    <a:cubicBezTo>
                      <a:pt x="2981" y="8264"/>
                      <a:pt x="3035" y="8318"/>
                      <a:pt x="3062" y="8372"/>
                    </a:cubicBezTo>
                    <a:cubicBezTo>
                      <a:pt x="3739" y="9537"/>
                      <a:pt x="3739" y="9537"/>
                      <a:pt x="3739" y="9537"/>
                    </a:cubicBezTo>
                    <a:cubicBezTo>
                      <a:pt x="4254" y="9645"/>
                      <a:pt x="4660" y="10106"/>
                      <a:pt x="4660" y="10648"/>
                    </a:cubicBezTo>
                    <a:cubicBezTo>
                      <a:pt x="4660" y="11460"/>
                      <a:pt x="4660" y="11460"/>
                      <a:pt x="4660" y="11460"/>
                    </a:cubicBezTo>
                    <a:cubicBezTo>
                      <a:pt x="4660" y="12084"/>
                      <a:pt x="4146" y="12598"/>
                      <a:pt x="3523" y="12598"/>
                    </a:cubicBezTo>
                    <a:cubicBezTo>
                      <a:pt x="2547" y="12598"/>
                      <a:pt x="2547" y="12598"/>
                      <a:pt x="2547" y="12598"/>
                    </a:cubicBezTo>
                    <a:cubicBezTo>
                      <a:pt x="2656" y="12896"/>
                      <a:pt x="2954" y="13140"/>
                      <a:pt x="3279" y="13140"/>
                    </a:cubicBezTo>
                    <a:cubicBezTo>
                      <a:pt x="8941" y="13140"/>
                      <a:pt x="8941" y="13140"/>
                      <a:pt x="8941" y="13140"/>
                    </a:cubicBezTo>
                    <a:cubicBezTo>
                      <a:pt x="9158" y="13140"/>
                      <a:pt x="9374" y="13059"/>
                      <a:pt x="9510" y="12896"/>
                    </a:cubicBezTo>
                    <a:cubicBezTo>
                      <a:pt x="8264" y="12896"/>
                      <a:pt x="8264" y="12896"/>
                      <a:pt x="8264" y="12896"/>
                    </a:cubicBezTo>
                    <a:cubicBezTo>
                      <a:pt x="7586" y="12896"/>
                      <a:pt x="7017" y="12300"/>
                      <a:pt x="7017" y="11569"/>
                    </a:cubicBezTo>
                    <a:cubicBezTo>
                      <a:pt x="7017" y="11000"/>
                      <a:pt x="7017" y="11000"/>
                      <a:pt x="7017" y="11000"/>
                    </a:cubicBezTo>
                    <a:cubicBezTo>
                      <a:pt x="7017" y="10296"/>
                      <a:pt x="7532" y="9727"/>
                      <a:pt x="8155" y="9672"/>
                    </a:cubicBezTo>
                    <a:cubicBezTo>
                      <a:pt x="8860" y="8670"/>
                      <a:pt x="8860" y="8670"/>
                      <a:pt x="8860" y="8670"/>
                    </a:cubicBezTo>
                    <a:cubicBezTo>
                      <a:pt x="8887" y="8616"/>
                      <a:pt x="8941" y="8589"/>
                      <a:pt x="8995" y="8589"/>
                    </a:cubicBezTo>
                    <a:cubicBezTo>
                      <a:pt x="9076" y="8589"/>
                      <a:pt x="9130" y="8616"/>
                      <a:pt x="9158" y="8670"/>
                    </a:cubicBezTo>
                    <a:cubicBezTo>
                      <a:pt x="9726" y="9483"/>
                      <a:pt x="9726" y="9483"/>
                      <a:pt x="9726" y="9483"/>
                    </a:cubicBezTo>
                    <a:cubicBezTo>
                      <a:pt x="9726" y="4065"/>
                      <a:pt x="9726" y="4065"/>
                      <a:pt x="9726" y="4065"/>
                    </a:cubicBezTo>
                    <a:cubicBezTo>
                      <a:pt x="9158" y="4796"/>
                      <a:pt x="9158" y="4796"/>
                      <a:pt x="9158" y="4796"/>
                    </a:cubicBezTo>
                    <a:cubicBezTo>
                      <a:pt x="9130" y="4850"/>
                      <a:pt x="9076" y="4877"/>
                      <a:pt x="8995" y="4877"/>
                    </a:cubicBezTo>
                    <a:cubicBezTo>
                      <a:pt x="8941" y="4877"/>
                      <a:pt x="8887" y="4850"/>
                      <a:pt x="8860" y="4796"/>
                    </a:cubicBezTo>
                    <a:cubicBezTo>
                      <a:pt x="8182" y="3875"/>
                      <a:pt x="8182" y="3875"/>
                      <a:pt x="8182" y="3875"/>
                    </a:cubicBezTo>
                    <a:cubicBezTo>
                      <a:pt x="7532" y="3848"/>
                      <a:pt x="7017" y="3306"/>
                      <a:pt x="7017" y="2656"/>
                    </a:cubicBezTo>
                    <a:cubicBezTo>
                      <a:pt x="7017" y="2114"/>
                      <a:pt x="7017" y="2114"/>
                      <a:pt x="7017" y="2114"/>
                    </a:cubicBezTo>
                    <a:cubicBezTo>
                      <a:pt x="7017" y="1437"/>
                      <a:pt x="7586" y="868"/>
                      <a:pt x="8264" y="868"/>
                    </a:cubicBezTo>
                    <a:cubicBezTo>
                      <a:pt x="9672" y="868"/>
                      <a:pt x="9672" y="868"/>
                      <a:pt x="9672" y="868"/>
                    </a:cubicBezTo>
                    <a:cubicBezTo>
                      <a:pt x="9537" y="597"/>
                      <a:pt x="9266" y="380"/>
                      <a:pt x="8941" y="380"/>
                    </a:cubicBezTo>
                    <a:cubicBezTo>
                      <a:pt x="3279" y="380"/>
                      <a:pt x="3279" y="380"/>
                      <a:pt x="3279" y="380"/>
                    </a:cubicBezTo>
                    <a:cubicBezTo>
                      <a:pt x="2954" y="380"/>
                      <a:pt x="2683" y="597"/>
                      <a:pt x="2574" y="868"/>
                    </a:cubicBezTo>
                    <a:close/>
                    <a:moveTo>
                      <a:pt x="5609" y="12192"/>
                    </a:moveTo>
                    <a:cubicBezTo>
                      <a:pt x="5500" y="12192"/>
                      <a:pt x="5419" y="12111"/>
                      <a:pt x="5419" y="12002"/>
                    </a:cubicBezTo>
                    <a:cubicBezTo>
                      <a:pt x="5419" y="11894"/>
                      <a:pt x="5500" y="11813"/>
                      <a:pt x="5609" y="11813"/>
                    </a:cubicBezTo>
                    <a:cubicBezTo>
                      <a:pt x="6638" y="11813"/>
                      <a:pt x="6638" y="11813"/>
                      <a:pt x="6638" y="11813"/>
                    </a:cubicBezTo>
                    <a:cubicBezTo>
                      <a:pt x="6746" y="11813"/>
                      <a:pt x="6828" y="11894"/>
                      <a:pt x="6828" y="12002"/>
                    </a:cubicBezTo>
                    <a:cubicBezTo>
                      <a:pt x="6828" y="12111"/>
                      <a:pt x="6746" y="12192"/>
                      <a:pt x="6638" y="12192"/>
                    </a:cubicBezTo>
                    <a:close/>
                    <a:moveTo>
                      <a:pt x="6123" y="9564"/>
                    </a:moveTo>
                    <a:cubicBezTo>
                      <a:pt x="4579" y="9564"/>
                      <a:pt x="3306" y="8318"/>
                      <a:pt x="3306" y="6774"/>
                    </a:cubicBezTo>
                    <a:cubicBezTo>
                      <a:pt x="3306" y="5230"/>
                      <a:pt x="4579" y="3956"/>
                      <a:pt x="6123" y="3956"/>
                    </a:cubicBezTo>
                    <a:cubicBezTo>
                      <a:pt x="7668" y="3956"/>
                      <a:pt x="8941" y="5230"/>
                      <a:pt x="8941" y="6774"/>
                    </a:cubicBezTo>
                    <a:cubicBezTo>
                      <a:pt x="8941" y="8318"/>
                      <a:pt x="7668" y="9564"/>
                      <a:pt x="6123" y="9564"/>
                    </a:cubicBezTo>
                    <a:close/>
                    <a:moveTo>
                      <a:pt x="4986" y="6963"/>
                    </a:moveTo>
                    <a:cubicBezTo>
                      <a:pt x="5013" y="7370"/>
                      <a:pt x="5067" y="7749"/>
                      <a:pt x="5175" y="8074"/>
                    </a:cubicBezTo>
                    <a:cubicBezTo>
                      <a:pt x="5419" y="8020"/>
                      <a:pt x="5663" y="7993"/>
                      <a:pt x="5934" y="7993"/>
                    </a:cubicBezTo>
                    <a:cubicBezTo>
                      <a:pt x="5934" y="6963"/>
                      <a:pt x="5934" y="6963"/>
                      <a:pt x="5934" y="6963"/>
                    </a:cubicBezTo>
                    <a:close/>
                    <a:moveTo>
                      <a:pt x="6313" y="9076"/>
                    </a:moveTo>
                    <a:cubicBezTo>
                      <a:pt x="6476" y="8995"/>
                      <a:pt x="6611" y="8887"/>
                      <a:pt x="6746" y="8697"/>
                    </a:cubicBezTo>
                    <a:cubicBezTo>
                      <a:pt x="6801" y="8616"/>
                      <a:pt x="6855" y="8535"/>
                      <a:pt x="6909" y="8426"/>
                    </a:cubicBezTo>
                    <a:cubicBezTo>
                      <a:pt x="6719" y="8399"/>
                      <a:pt x="6503" y="8372"/>
                      <a:pt x="6313" y="8372"/>
                    </a:cubicBezTo>
                    <a:close/>
                    <a:moveTo>
                      <a:pt x="5338" y="8426"/>
                    </a:moveTo>
                    <a:cubicBezTo>
                      <a:pt x="5392" y="8535"/>
                      <a:pt x="5446" y="8616"/>
                      <a:pt x="5500" y="8697"/>
                    </a:cubicBezTo>
                    <a:cubicBezTo>
                      <a:pt x="5636" y="8887"/>
                      <a:pt x="5771" y="8995"/>
                      <a:pt x="5934" y="9076"/>
                    </a:cubicBezTo>
                    <a:cubicBezTo>
                      <a:pt x="5934" y="8372"/>
                      <a:pt x="5934" y="8372"/>
                      <a:pt x="5934" y="8372"/>
                    </a:cubicBezTo>
                    <a:cubicBezTo>
                      <a:pt x="5717" y="8372"/>
                      <a:pt x="5527" y="8399"/>
                      <a:pt x="5338" y="8426"/>
                    </a:cubicBezTo>
                    <a:close/>
                    <a:moveTo>
                      <a:pt x="5284" y="4498"/>
                    </a:moveTo>
                    <a:cubicBezTo>
                      <a:pt x="5013" y="4579"/>
                      <a:pt x="4742" y="4742"/>
                      <a:pt x="4525" y="4932"/>
                    </a:cubicBezTo>
                    <a:cubicBezTo>
                      <a:pt x="4660" y="4986"/>
                      <a:pt x="4796" y="5013"/>
                      <a:pt x="4931" y="5067"/>
                    </a:cubicBezTo>
                    <a:cubicBezTo>
                      <a:pt x="5013" y="4904"/>
                      <a:pt x="5094" y="4742"/>
                      <a:pt x="5175" y="4606"/>
                    </a:cubicBezTo>
                    <a:cubicBezTo>
                      <a:pt x="5229" y="4579"/>
                      <a:pt x="5256" y="4525"/>
                      <a:pt x="5284" y="4498"/>
                    </a:cubicBezTo>
                    <a:close/>
                    <a:moveTo>
                      <a:pt x="7044" y="8074"/>
                    </a:moveTo>
                    <a:cubicBezTo>
                      <a:pt x="7153" y="7749"/>
                      <a:pt x="7234" y="7370"/>
                      <a:pt x="7234" y="6963"/>
                    </a:cubicBezTo>
                    <a:cubicBezTo>
                      <a:pt x="6313" y="6963"/>
                      <a:pt x="6313" y="6963"/>
                      <a:pt x="6313" y="6963"/>
                    </a:cubicBezTo>
                    <a:cubicBezTo>
                      <a:pt x="6313" y="7993"/>
                      <a:pt x="6313" y="7993"/>
                      <a:pt x="6313" y="7993"/>
                    </a:cubicBezTo>
                    <a:cubicBezTo>
                      <a:pt x="6557" y="7993"/>
                      <a:pt x="6828" y="8020"/>
                      <a:pt x="7044" y="8074"/>
                    </a:cubicBezTo>
                    <a:close/>
                    <a:moveTo>
                      <a:pt x="4227" y="5230"/>
                    </a:moveTo>
                    <a:cubicBezTo>
                      <a:pt x="3929" y="5609"/>
                      <a:pt x="3739" y="6069"/>
                      <a:pt x="3685" y="6584"/>
                    </a:cubicBezTo>
                    <a:cubicBezTo>
                      <a:pt x="4606" y="6584"/>
                      <a:pt x="4606" y="6584"/>
                      <a:pt x="4606" y="6584"/>
                    </a:cubicBezTo>
                    <a:cubicBezTo>
                      <a:pt x="4633" y="6151"/>
                      <a:pt x="4688" y="5771"/>
                      <a:pt x="4796" y="5419"/>
                    </a:cubicBezTo>
                    <a:cubicBezTo>
                      <a:pt x="4606" y="5365"/>
                      <a:pt x="4417" y="5311"/>
                      <a:pt x="4227" y="5230"/>
                    </a:cubicBezTo>
                    <a:close/>
                    <a:moveTo>
                      <a:pt x="6963" y="9049"/>
                    </a:moveTo>
                    <a:cubicBezTo>
                      <a:pt x="7234" y="8941"/>
                      <a:pt x="7478" y="8806"/>
                      <a:pt x="7695" y="8616"/>
                    </a:cubicBezTo>
                    <a:cubicBezTo>
                      <a:pt x="7559" y="8562"/>
                      <a:pt x="7424" y="8535"/>
                      <a:pt x="7288" y="8508"/>
                    </a:cubicBezTo>
                    <a:cubicBezTo>
                      <a:pt x="7207" y="8643"/>
                      <a:pt x="7153" y="8806"/>
                      <a:pt x="7044" y="8914"/>
                    </a:cubicBezTo>
                    <a:cubicBezTo>
                      <a:pt x="7017" y="8968"/>
                      <a:pt x="6990" y="8995"/>
                      <a:pt x="6963" y="9049"/>
                    </a:cubicBezTo>
                    <a:close/>
                    <a:moveTo>
                      <a:pt x="5934" y="4471"/>
                    </a:moveTo>
                    <a:cubicBezTo>
                      <a:pt x="5771" y="4525"/>
                      <a:pt x="5636" y="4661"/>
                      <a:pt x="5500" y="4823"/>
                    </a:cubicBezTo>
                    <a:cubicBezTo>
                      <a:pt x="5446" y="4932"/>
                      <a:pt x="5365" y="5013"/>
                      <a:pt x="5311" y="5121"/>
                    </a:cubicBezTo>
                    <a:cubicBezTo>
                      <a:pt x="5527" y="5175"/>
                      <a:pt x="5717" y="5175"/>
                      <a:pt x="5934" y="5202"/>
                    </a:cubicBezTo>
                    <a:close/>
                    <a:moveTo>
                      <a:pt x="7722" y="4932"/>
                    </a:moveTo>
                    <a:cubicBezTo>
                      <a:pt x="7505" y="4742"/>
                      <a:pt x="7234" y="4579"/>
                      <a:pt x="6963" y="4498"/>
                    </a:cubicBezTo>
                    <a:cubicBezTo>
                      <a:pt x="6990" y="4525"/>
                      <a:pt x="7017" y="4579"/>
                      <a:pt x="7044" y="4606"/>
                    </a:cubicBezTo>
                    <a:cubicBezTo>
                      <a:pt x="7153" y="4742"/>
                      <a:pt x="7234" y="4904"/>
                      <a:pt x="7315" y="5067"/>
                    </a:cubicBezTo>
                    <a:cubicBezTo>
                      <a:pt x="7451" y="5013"/>
                      <a:pt x="7586" y="4986"/>
                      <a:pt x="7722" y="4932"/>
                    </a:cubicBezTo>
                    <a:close/>
                    <a:moveTo>
                      <a:pt x="3685" y="6963"/>
                    </a:moveTo>
                    <a:cubicBezTo>
                      <a:pt x="3739" y="7478"/>
                      <a:pt x="3929" y="7939"/>
                      <a:pt x="4254" y="8318"/>
                    </a:cubicBezTo>
                    <a:cubicBezTo>
                      <a:pt x="4417" y="8264"/>
                      <a:pt x="4606" y="8182"/>
                      <a:pt x="4823" y="8128"/>
                    </a:cubicBezTo>
                    <a:cubicBezTo>
                      <a:pt x="4688" y="7803"/>
                      <a:pt x="4633" y="7397"/>
                      <a:pt x="4606" y="6963"/>
                    </a:cubicBezTo>
                    <a:close/>
                    <a:moveTo>
                      <a:pt x="5175" y="5500"/>
                    </a:moveTo>
                    <a:cubicBezTo>
                      <a:pt x="5067" y="5826"/>
                      <a:pt x="5013" y="6178"/>
                      <a:pt x="4986" y="6584"/>
                    </a:cubicBezTo>
                    <a:cubicBezTo>
                      <a:pt x="5934" y="6584"/>
                      <a:pt x="5934" y="6584"/>
                      <a:pt x="5934" y="6584"/>
                    </a:cubicBezTo>
                    <a:cubicBezTo>
                      <a:pt x="5934" y="5582"/>
                      <a:pt x="5934" y="5582"/>
                      <a:pt x="5934" y="5582"/>
                    </a:cubicBezTo>
                    <a:cubicBezTo>
                      <a:pt x="5663" y="5555"/>
                      <a:pt x="5419" y="5528"/>
                      <a:pt x="5175" y="5500"/>
                    </a:cubicBezTo>
                    <a:close/>
                    <a:moveTo>
                      <a:pt x="6909" y="5121"/>
                    </a:moveTo>
                    <a:cubicBezTo>
                      <a:pt x="6855" y="5013"/>
                      <a:pt x="6801" y="4932"/>
                      <a:pt x="6746" y="4823"/>
                    </a:cubicBezTo>
                    <a:cubicBezTo>
                      <a:pt x="6611" y="4661"/>
                      <a:pt x="6476" y="4525"/>
                      <a:pt x="6313" y="4471"/>
                    </a:cubicBezTo>
                    <a:cubicBezTo>
                      <a:pt x="6313" y="5202"/>
                      <a:pt x="6313" y="5202"/>
                      <a:pt x="6313" y="5202"/>
                    </a:cubicBezTo>
                    <a:cubicBezTo>
                      <a:pt x="6530" y="5175"/>
                      <a:pt x="6719" y="5175"/>
                      <a:pt x="6909" y="5121"/>
                    </a:cubicBezTo>
                    <a:close/>
                    <a:moveTo>
                      <a:pt x="8534" y="6584"/>
                    </a:moveTo>
                    <a:cubicBezTo>
                      <a:pt x="8507" y="6069"/>
                      <a:pt x="8318" y="5609"/>
                      <a:pt x="7993" y="5230"/>
                    </a:cubicBezTo>
                    <a:cubicBezTo>
                      <a:pt x="7830" y="5311"/>
                      <a:pt x="7640" y="5365"/>
                      <a:pt x="7424" y="5419"/>
                    </a:cubicBezTo>
                    <a:cubicBezTo>
                      <a:pt x="7532" y="5771"/>
                      <a:pt x="7613" y="6151"/>
                      <a:pt x="7640" y="6584"/>
                    </a:cubicBezTo>
                    <a:close/>
                    <a:moveTo>
                      <a:pt x="7993" y="8318"/>
                    </a:moveTo>
                    <a:cubicBezTo>
                      <a:pt x="8291" y="7939"/>
                      <a:pt x="8507" y="7478"/>
                      <a:pt x="8534" y="6963"/>
                    </a:cubicBezTo>
                    <a:cubicBezTo>
                      <a:pt x="7640" y="6963"/>
                      <a:pt x="7640" y="6963"/>
                      <a:pt x="7640" y="6963"/>
                    </a:cubicBezTo>
                    <a:cubicBezTo>
                      <a:pt x="7613" y="7397"/>
                      <a:pt x="7532" y="7803"/>
                      <a:pt x="7424" y="8128"/>
                    </a:cubicBezTo>
                    <a:cubicBezTo>
                      <a:pt x="7613" y="8182"/>
                      <a:pt x="7803" y="8264"/>
                      <a:pt x="7993" y="8318"/>
                    </a:cubicBezTo>
                    <a:close/>
                    <a:moveTo>
                      <a:pt x="4552" y="8616"/>
                    </a:moveTo>
                    <a:cubicBezTo>
                      <a:pt x="4769" y="8806"/>
                      <a:pt x="5013" y="8941"/>
                      <a:pt x="5284" y="9049"/>
                    </a:cubicBezTo>
                    <a:cubicBezTo>
                      <a:pt x="5256" y="8995"/>
                      <a:pt x="5229" y="8968"/>
                      <a:pt x="5175" y="8914"/>
                    </a:cubicBezTo>
                    <a:cubicBezTo>
                      <a:pt x="5094" y="8806"/>
                      <a:pt x="5013" y="8643"/>
                      <a:pt x="4958" y="8508"/>
                    </a:cubicBezTo>
                    <a:cubicBezTo>
                      <a:pt x="4823" y="8535"/>
                      <a:pt x="4688" y="8562"/>
                      <a:pt x="4552" y="8616"/>
                    </a:cubicBezTo>
                    <a:close/>
                    <a:moveTo>
                      <a:pt x="7234" y="6584"/>
                    </a:moveTo>
                    <a:cubicBezTo>
                      <a:pt x="7234" y="6178"/>
                      <a:pt x="7153" y="5826"/>
                      <a:pt x="7072" y="5500"/>
                    </a:cubicBezTo>
                    <a:cubicBezTo>
                      <a:pt x="6828" y="5528"/>
                      <a:pt x="6584" y="5555"/>
                      <a:pt x="6313" y="5582"/>
                    </a:cubicBezTo>
                    <a:cubicBezTo>
                      <a:pt x="6313" y="6584"/>
                      <a:pt x="6313" y="6584"/>
                      <a:pt x="6313" y="6584"/>
                    </a:cubicBezTo>
                    <a:close/>
                    <a:moveTo>
                      <a:pt x="8264" y="3496"/>
                    </a:moveTo>
                    <a:cubicBezTo>
                      <a:pt x="8264" y="3496"/>
                      <a:pt x="8264" y="3496"/>
                      <a:pt x="8264" y="3496"/>
                    </a:cubicBezTo>
                    <a:cubicBezTo>
                      <a:pt x="8345" y="3496"/>
                      <a:pt x="8426" y="3577"/>
                      <a:pt x="8426" y="3577"/>
                    </a:cubicBezTo>
                    <a:cubicBezTo>
                      <a:pt x="8995" y="4363"/>
                      <a:pt x="8995" y="4363"/>
                      <a:pt x="8995" y="4363"/>
                    </a:cubicBezTo>
                    <a:cubicBezTo>
                      <a:pt x="9591" y="3577"/>
                      <a:pt x="9591" y="3577"/>
                      <a:pt x="9591" y="3577"/>
                    </a:cubicBezTo>
                    <a:cubicBezTo>
                      <a:pt x="9618" y="3523"/>
                      <a:pt x="9672" y="3496"/>
                      <a:pt x="9754" y="3496"/>
                    </a:cubicBezTo>
                    <a:cubicBezTo>
                      <a:pt x="10539" y="3496"/>
                      <a:pt x="10539" y="3496"/>
                      <a:pt x="10539" y="3496"/>
                    </a:cubicBezTo>
                    <a:cubicBezTo>
                      <a:pt x="11000" y="3496"/>
                      <a:pt x="11406" y="3116"/>
                      <a:pt x="11406" y="2656"/>
                    </a:cubicBezTo>
                    <a:cubicBezTo>
                      <a:pt x="11406" y="2114"/>
                      <a:pt x="11406" y="2114"/>
                      <a:pt x="11406" y="2114"/>
                    </a:cubicBezTo>
                    <a:cubicBezTo>
                      <a:pt x="11406" y="1653"/>
                      <a:pt x="11000" y="1247"/>
                      <a:pt x="10539" y="1247"/>
                    </a:cubicBezTo>
                    <a:cubicBezTo>
                      <a:pt x="8264" y="1247"/>
                      <a:pt x="8264" y="1247"/>
                      <a:pt x="8264" y="1247"/>
                    </a:cubicBezTo>
                    <a:cubicBezTo>
                      <a:pt x="7803" y="1247"/>
                      <a:pt x="7424" y="1653"/>
                      <a:pt x="7424" y="2114"/>
                    </a:cubicBezTo>
                    <a:cubicBezTo>
                      <a:pt x="7424" y="2656"/>
                      <a:pt x="7424" y="2656"/>
                      <a:pt x="7424" y="2656"/>
                    </a:cubicBezTo>
                    <a:cubicBezTo>
                      <a:pt x="7424" y="3116"/>
                      <a:pt x="7803" y="3496"/>
                      <a:pt x="8264" y="3496"/>
                    </a:cubicBezTo>
                    <a:close/>
                    <a:moveTo>
                      <a:pt x="10295" y="2602"/>
                    </a:moveTo>
                    <a:cubicBezTo>
                      <a:pt x="9212" y="3306"/>
                      <a:pt x="9212" y="3306"/>
                      <a:pt x="9212" y="3306"/>
                    </a:cubicBezTo>
                    <a:cubicBezTo>
                      <a:pt x="9130" y="3360"/>
                      <a:pt x="9076" y="3360"/>
                      <a:pt x="8995" y="3333"/>
                    </a:cubicBezTo>
                    <a:cubicBezTo>
                      <a:pt x="8941" y="3279"/>
                      <a:pt x="8887" y="3225"/>
                      <a:pt x="8887" y="3144"/>
                    </a:cubicBezTo>
                    <a:cubicBezTo>
                      <a:pt x="8887" y="1708"/>
                      <a:pt x="8887" y="1708"/>
                      <a:pt x="8887" y="1708"/>
                    </a:cubicBezTo>
                    <a:cubicBezTo>
                      <a:pt x="8887" y="1653"/>
                      <a:pt x="8941" y="1572"/>
                      <a:pt x="8995" y="1545"/>
                    </a:cubicBezTo>
                    <a:cubicBezTo>
                      <a:pt x="9076" y="1518"/>
                      <a:pt x="9130" y="1518"/>
                      <a:pt x="9212" y="1545"/>
                    </a:cubicBezTo>
                    <a:cubicBezTo>
                      <a:pt x="10295" y="2277"/>
                      <a:pt x="10295" y="2277"/>
                      <a:pt x="10295" y="2277"/>
                    </a:cubicBezTo>
                    <a:cubicBezTo>
                      <a:pt x="10350" y="2304"/>
                      <a:pt x="10404" y="2358"/>
                      <a:pt x="10404" y="2439"/>
                    </a:cubicBezTo>
                    <a:cubicBezTo>
                      <a:pt x="10404" y="2493"/>
                      <a:pt x="10350" y="2575"/>
                      <a:pt x="10295" y="2602"/>
                    </a:cubicBezTo>
                    <a:close/>
                    <a:moveTo>
                      <a:pt x="9835" y="2439"/>
                    </a:moveTo>
                    <a:cubicBezTo>
                      <a:pt x="9293" y="2087"/>
                      <a:pt x="9293" y="2087"/>
                      <a:pt x="9293" y="2087"/>
                    </a:cubicBezTo>
                    <a:cubicBezTo>
                      <a:pt x="9293" y="2791"/>
                      <a:pt x="9293" y="2791"/>
                      <a:pt x="9293" y="2791"/>
                    </a:cubicBezTo>
                    <a:close/>
                    <a:moveTo>
                      <a:pt x="3577" y="3550"/>
                    </a:moveTo>
                    <a:cubicBezTo>
                      <a:pt x="3956" y="3523"/>
                      <a:pt x="4254" y="3198"/>
                      <a:pt x="4254" y="2818"/>
                    </a:cubicBezTo>
                    <a:cubicBezTo>
                      <a:pt x="4254" y="2006"/>
                      <a:pt x="4254" y="2006"/>
                      <a:pt x="4254" y="2006"/>
                    </a:cubicBezTo>
                    <a:cubicBezTo>
                      <a:pt x="4254" y="1599"/>
                      <a:pt x="3929" y="1247"/>
                      <a:pt x="3523" y="1247"/>
                    </a:cubicBezTo>
                    <a:cubicBezTo>
                      <a:pt x="1139" y="1247"/>
                      <a:pt x="1139" y="1247"/>
                      <a:pt x="1139" y="1247"/>
                    </a:cubicBezTo>
                    <a:cubicBezTo>
                      <a:pt x="732" y="1247"/>
                      <a:pt x="407" y="1599"/>
                      <a:pt x="407" y="2006"/>
                    </a:cubicBezTo>
                    <a:cubicBezTo>
                      <a:pt x="407" y="2818"/>
                      <a:pt x="407" y="2818"/>
                      <a:pt x="407" y="2818"/>
                    </a:cubicBezTo>
                    <a:cubicBezTo>
                      <a:pt x="407" y="3225"/>
                      <a:pt x="732" y="3550"/>
                      <a:pt x="1139" y="3550"/>
                    </a:cubicBezTo>
                    <a:cubicBezTo>
                      <a:pt x="2195" y="3550"/>
                      <a:pt x="2195" y="3550"/>
                      <a:pt x="2195" y="3550"/>
                    </a:cubicBezTo>
                    <a:cubicBezTo>
                      <a:pt x="2276" y="3550"/>
                      <a:pt x="2331" y="3577"/>
                      <a:pt x="2358" y="3658"/>
                    </a:cubicBezTo>
                    <a:cubicBezTo>
                      <a:pt x="2900" y="4606"/>
                      <a:pt x="2900" y="4606"/>
                      <a:pt x="2900" y="4606"/>
                    </a:cubicBezTo>
                    <a:cubicBezTo>
                      <a:pt x="3441" y="3631"/>
                      <a:pt x="3441" y="3631"/>
                      <a:pt x="3441" y="3631"/>
                    </a:cubicBezTo>
                    <a:cubicBezTo>
                      <a:pt x="3468" y="3577"/>
                      <a:pt x="3523" y="3550"/>
                      <a:pt x="3577" y="3550"/>
                    </a:cubicBezTo>
                    <a:close/>
                    <a:moveTo>
                      <a:pt x="2249" y="2168"/>
                    </a:moveTo>
                    <a:cubicBezTo>
                      <a:pt x="2276" y="2250"/>
                      <a:pt x="2331" y="2304"/>
                      <a:pt x="2412" y="2358"/>
                    </a:cubicBezTo>
                    <a:cubicBezTo>
                      <a:pt x="2466" y="2412"/>
                      <a:pt x="2547" y="2493"/>
                      <a:pt x="2602" y="2520"/>
                    </a:cubicBezTo>
                    <a:cubicBezTo>
                      <a:pt x="2737" y="2412"/>
                      <a:pt x="2818" y="2385"/>
                      <a:pt x="2900" y="2385"/>
                    </a:cubicBezTo>
                    <a:cubicBezTo>
                      <a:pt x="2981" y="2385"/>
                      <a:pt x="3035" y="2439"/>
                      <a:pt x="3089" y="2493"/>
                    </a:cubicBezTo>
                    <a:cubicBezTo>
                      <a:pt x="3279" y="2656"/>
                      <a:pt x="3279" y="2656"/>
                      <a:pt x="3279" y="2656"/>
                    </a:cubicBezTo>
                    <a:cubicBezTo>
                      <a:pt x="3333" y="2710"/>
                      <a:pt x="3360" y="2791"/>
                      <a:pt x="3360" y="2873"/>
                    </a:cubicBezTo>
                    <a:cubicBezTo>
                      <a:pt x="3387" y="2954"/>
                      <a:pt x="3360" y="3062"/>
                      <a:pt x="3198" y="3198"/>
                    </a:cubicBezTo>
                    <a:cubicBezTo>
                      <a:pt x="3198" y="3198"/>
                      <a:pt x="3170" y="3225"/>
                      <a:pt x="3170" y="3225"/>
                    </a:cubicBezTo>
                    <a:cubicBezTo>
                      <a:pt x="2927" y="3523"/>
                      <a:pt x="2629" y="3550"/>
                      <a:pt x="2331" y="3442"/>
                    </a:cubicBezTo>
                    <a:cubicBezTo>
                      <a:pt x="2114" y="3360"/>
                      <a:pt x="1870" y="3171"/>
                      <a:pt x="1735" y="3035"/>
                    </a:cubicBezTo>
                    <a:cubicBezTo>
                      <a:pt x="1545" y="2846"/>
                      <a:pt x="1355" y="2520"/>
                      <a:pt x="1301" y="2222"/>
                    </a:cubicBezTo>
                    <a:cubicBezTo>
                      <a:pt x="1274" y="1979"/>
                      <a:pt x="1328" y="1762"/>
                      <a:pt x="1545" y="1572"/>
                    </a:cubicBezTo>
                    <a:cubicBezTo>
                      <a:pt x="1572" y="1572"/>
                      <a:pt x="1572" y="1572"/>
                      <a:pt x="1572" y="1572"/>
                    </a:cubicBezTo>
                    <a:cubicBezTo>
                      <a:pt x="1572" y="1572"/>
                      <a:pt x="1572" y="1545"/>
                      <a:pt x="1572" y="1545"/>
                    </a:cubicBezTo>
                    <a:cubicBezTo>
                      <a:pt x="1762" y="1383"/>
                      <a:pt x="1870" y="1383"/>
                      <a:pt x="1951" y="1383"/>
                    </a:cubicBezTo>
                    <a:cubicBezTo>
                      <a:pt x="2006" y="1383"/>
                      <a:pt x="2060" y="1437"/>
                      <a:pt x="2114" y="1491"/>
                    </a:cubicBezTo>
                    <a:cubicBezTo>
                      <a:pt x="2276" y="1653"/>
                      <a:pt x="2276" y="1653"/>
                      <a:pt x="2276" y="1653"/>
                    </a:cubicBezTo>
                    <a:cubicBezTo>
                      <a:pt x="2331" y="1708"/>
                      <a:pt x="2385" y="1816"/>
                      <a:pt x="2385" y="1897"/>
                    </a:cubicBezTo>
                    <a:cubicBezTo>
                      <a:pt x="2385" y="1979"/>
                      <a:pt x="2358" y="2060"/>
                      <a:pt x="2249" y="2168"/>
                    </a:cubicBezTo>
                    <a:close/>
                    <a:moveTo>
                      <a:pt x="2954" y="2900"/>
                    </a:moveTo>
                    <a:cubicBezTo>
                      <a:pt x="2872" y="2791"/>
                      <a:pt x="2872" y="2791"/>
                      <a:pt x="2872" y="2791"/>
                    </a:cubicBezTo>
                    <a:cubicBezTo>
                      <a:pt x="2872" y="2818"/>
                      <a:pt x="2845" y="2818"/>
                      <a:pt x="2818" y="2846"/>
                    </a:cubicBezTo>
                    <a:cubicBezTo>
                      <a:pt x="2764" y="2900"/>
                      <a:pt x="2764" y="2900"/>
                      <a:pt x="2764" y="2900"/>
                    </a:cubicBezTo>
                    <a:cubicBezTo>
                      <a:pt x="2710" y="2954"/>
                      <a:pt x="2656" y="2954"/>
                      <a:pt x="2574" y="2954"/>
                    </a:cubicBezTo>
                    <a:cubicBezTo>
                      <a:pt x="2466" y="2900"/>
                      <a:pt x="2493" y="2927"/>
                      <a:pt x="2412" y="2873"/>
                    </a:cubicBezTo>
                    <a:cubicBezTo>
                      <a:pt x="2412" y="2873"/>
                      <a:pt x="2412" y="2873"/>
                      <a:pt x="2412" y="2873"/>
                    </a:cubicBezTo>
                    <a:cubicBezTo>
                      <a:pt x="2331" y="2818"/>
                      <a:pt x="2222" y="2737"/>
                      <a:pt x="2141" y="2629"/>
                    </a:cubicBezTo>
                    <a:cubicBezTo>
                      <a:pt x="2141" y="2629"/>
                      <a:pt x="2141" y="2629"/>
                      <a:pt x="2141" y="2629"/>
                    </a:cubicBezTo>
                    <a:cubicBezTo>
                      <a:pt x="2033" y="2548"/>
                      <a:pt x="1951" y="2439"/>
                      <a:pt x="1897" y="2331"/>
                    </a:cubicBezTo>
                    <a:cubicBezTo>
                      <a:pt x="1843" y="2250"/>
                      <a:pt x="1870" y="2304"/>
                      <a:pt x="1816" y="2195"/>
                    </a:cubicBezTo>
                    <a:cubicBezTo>
                      <a:pt x="1789" y="2114"/>
                      <a:pt x="1816" y="2033"/>
                      <a:pt x="1870" y="1979"/>
                    </a:cubicBezTo>
                    <a:cubicBezTo>
                      <a:pt x="1924" y="1924"/>
                      <a:pt x="1924" y="1924"/>
                      <a:pt x="1924" y="1924"/>
                    </a:cubicBezTo>
                    <a:cubicBezTo>
                      <a:pt x="1951" y="1924"/>
                      <a:pt x="1951" y="1924"/>
                      <a:pt x="1951" y="1897"/>
                    </a:cubicBezTo>
                    <a:cubicBezTo>
                      <a:pt x="1978" y="1897"/>
                      <a:pt x="1978" y="1897"/>
                      <a:pt x="1978" y="1897"/>
                    </a:cubicBezTo>
                    <a:cubicBezTo>
                      <a:pt x="1870" y="1789"/>
                      <a:pt x="1870" y="1789"/>
                      <a:pt x="1870" y="1789"/>
                    </a:cubicBezTo>
                    <a:cubicBezTo>
                      <a:pt x="1870" y="1816"/>
                      <a:pt x="1843" y="1816"/>
                      <a:pt x="1816" y="1843"/>
                    </a:cubicBezTo>
                    <a:cubicBezTo>
                      <a:pt x="1816" y="1870"/>
                      <a:pt x="1816" y="1870"/>
                      <a:pt x="1816" y="1870"/>
                    </a:cubicBezTo>
                    <a:cubicBezTo>
                      <a:pt x="1789" y="1870"/>
                      <a:pt x="1789" y="1870"/>
                      <a:pt x="1789" y="1870"/>
                    </a:cubicBezTo>
                    <a:cubicBezTo>
                      <a:pt x="1653" y="1979"/>
                      <a:pt x="1653" y="2141"/>
                      <a:pt x="1708" y="2277"/>
                    </a:cubicBezTo>
                    <a:cubicBezTo>
                      <a:pt x="1762" y="2466"/>
                      <a:pt x="1897" y="2656"/>
                      <a:pt x="2006" y="2764"/>
                    </a:cubicBezTo>
                    <a:cubicBezTo>
                      <a:pt x="2114" y="2873"/>
                      <a:pt x="2276" y="3008"/>
                      <a:pt x="2466" y="3089"/>
                    </a:cubicBezTo>
                    <a:cubicBezTo>
                      <a:pt x="2602" y="3116"/>
                      <a:pt x="2764" y="3116"/>
                      <a:pt x="2900" y="2981"/>
                    </a:cubicBezTo>
                    <a:cubicBezTo>
                      <a:pt x="2900" y="2954"/>
                      <a:pt x="2900" y="2954"/>
                      <a:pt x="2900" y="2954"/>
                    </a:cubicBezTo>
                    <a:cubicBezTo>
                      <a:pt x="2927" y="2927"/>
                      <a:pt x="2927" y="2927"/>
                      <a:pt x="2927" y="2927"/>
                    </a:cubicBezTo>
                    <a:cubicBezTo>
                      <a:pt x="2927" y="2927"/>
                      <a:pt x="2927" y="2927"/>
                      <a:pt x="2927" y="2927"/>
                    </a:cubicBezTo>
                    <a:cubicBezTo>
                      <a:pt x="2954" y="2927"/>
                      <a:pt x="2954" y="2900"/>
                      <a:pt x="2954" y="290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675" name="Google Shape;675;p50"/>
            <p:cNvSpPr txBox="1"/>
            <p:nvPr/>
          </p:nvSpPr>
          <p:spPr>
            <a:xfrm>
              <a:off x="935300" y="2838288"/>
              <a:ext cx="14799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Communications, </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Media &amp; </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Entertainment</a:t>
              </a:r>
              <a:endParaRPr b="1" sz="800">
                <a:solidFill>
                  <a:srgbClr val="3C3C3A"/>
                </a:solidFill>
                <a:latin typeface="Montserrat"/>
                <a:ea typeface="Montserrat"/>
                <a:cs typeface="Montserrat"/>
                <a:sym typeface="Montserrat"/>
              </a:endParaRPr>
            </a:p>
          </p:txBody>
        </p:sp>
      </p:grpSp>
      <p:grpSp>
        <p:nvGrpSpPr>
          <p:cNvPr id="676" name="Google Shape;676;p50"/>
          <p:cNvGrpSpPr/>
          <p:nvPr/>
        </p:nvGrpSpPr>
        <p:grpSpPr>
          <a:xfrm>
            <a:off x="469261" y="3200496"/>
            <a:ext cx="1614964" cy="415693"/>
            <a:chOff x="463536" y="3357583"/>
            <a:chExt cx="1614964" cy="415693"/>
          </a:xfrm>
        </p:grpSpPr>
        <p:grpSp>
          <p:nvGrpSpPr>
            <p:cNvPr id="677" name="Google Shape;677;p50"/>
            <p:cNvGrpSpPr/>
            <p:nvPr/>
          </p:nvGrpSpPr>
          <p:grpSpPr>
            <a:xfrm>
              <a:off x="463536" y="3368431"/>
              <a:ext cx="404846" cy="404846"/>
              <a:chOff x="3105600" y="3090125"/>
              <a:chExt cx="433500" cy="433500"/>
            </a:xfrm>
          </p:grpSpPr>
          <p:sp>
            <p:nvSpPr>
              <p:cNvPr id="678" name="Google Shape;678;p50"/>
              <p:cNvSpPr/>
              <p:nvPr/>
            </p:nvSpPr>
            <p:spPr>
              <a:xfrm>
                <a:off x="3105600" y="3090125"/>
                <a:ext cx="433500" cy="433500"/>
              </a:xfrm>
              <a:custGeom>
                <a:rect b="b" l="l" r="r" t="t"/>
                <a:pathLst>
                  <a:path extrusionOk="0" fill="none" h="17340" w="17340">
                    <a:moveTo>
                      <a:pt x="17339" y="8670"/>
                    </a:moveTo>
                    <a:cubicBezTo>
                      <a:pt x="17339" y="13465"/>
                      <a:pt x="13438" y="17339"/>
                      <a:pt x="8670" y="17339"/>
                    </a:cubicBezTo>
                    <a:cubicBezTo>
                      <a:pt x="3875" y="17339"/>
                      <a:pt x="1" y="13465"/>
                      <a:pt x="1" y="8670"/>
                    </a:cubicBezTo>
                    <a:cubicBezTo>
                      <a:pt x="1" y="3875"/>
                      <a:pt x="3875" y="1"/>
                      <a:pt x="8670" y="1"/>
                    </a:cubicBezTo>
                    <a:cubicBezTo>
                      <a:pt x="13438"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79" name="Google Shape;679;p50"/>
              <p:cNvSpPr/>
              <p:nvPr/>
            </p:nvSpPr>
            <p:spPr>
              <a:xfrm>
                <a:off x="3140750" y="3156800"/>
                <a:ext cx="338750" cy="294350"/>
              </a:xfrm>
              <a:custGeom>
                <a:rect b="b" l="l" r="r" t="t"/>
                <a:pathLst>
                  <a:path extrusionOk="0" h="11774" w="13550">
                    <a:moveTo>
                      <a:pt x="7367" y="628"/>
                    </a:moveTo>
                    <a:cubicBezTo>
                      <a:pt x="7435" y="628"/>
                      <a:pt x="7502" y="648"/>
                      <a:pt x="7562" y="693"/>
                    </a:cubicBezTo>
                    <a:cubicBezTo>
                      <a:pt x="12763" y="4350"/>
                      <a:pt x="12763" y="4350"/>
                      <a:pt x="12763" y="4350"/>
                    </a:cubicBezTo>
                    <a:cubicBezTo>
                      <a:pt x="12872" y="4405"/>
                      <a:pt x="12926" y="4513"/>
                      <a:pt x="12926" y="4621"/>
                    </a:cubicBezTo>
                    <a:cubicBezTo>
                      <a:pt x="12899" y="4757"/>
                      <a:pt x="12845" y="4865"/>
                      <a:pt x="12736" y="4919"/>
                    </a:cubicBezTo>
                    <a:cubicBezTo>
                      <a:pt x="12330" y="5136"/>
                      <a:pt x="12330" y="5136"/>
                      <a:pt x="12330" y="5136"/>
                    </a:cubicBezTo>
                    <a:cubicBezTo>
                      <a:pt x="6912" y="3971"/>
                      <a:pt x="6912" y="3971"/>
                      <a:pt x="6912" y="3971"/>
                    </a:cubicBezTo>
                    <a:cubicBezTo>
                      <a:pt x="6894" y="3968"/>
                      <a:pt x="6876" y="3966"/>
                      <a:pt x="6858" y="3966"/>
                    </a:cubicBezTo>
                    <a:cubicBezTo>
                      <a:pt x="6737" y="3966"/>
                      <a:pt x="6610" y="4043"/>
                      <a:pt x="6587" y="4161"/>
                    </a:cubicBezTo>
                    <a:cubicBezTo>
                      <a:pt x="6560" y="4296"/>
                      <a:pt x="6641" y="4459"/>
                      <a:pt x="6803" y="4486"/>
                    </a:cubicBezTo>
                    <a:cubicBezTo>
                      <a:pt x="11653" y="5542"/>
                      <a:pt x="11653" y="5542"/>
                      <a:pt x="11653" y="5542"/>
                    </a:cubicBezTo>
                    <a:cubicBezTo>
                      <a:pt x="6912" y="8279"/>
                      <a:pt x="6912" y="8279"/>
                      <a:pt x="6912" y="8279"/>
                    </a:cubicBezTo>
                    <a:cubicBezTo>
                      <a:pt x="6851" y="8315"/>
                      <a:pt x="6790" y="8330"/>
                      <a:pt x="6731" y="8330"/>
                    </a:cubicBezTo>
                    <a:cubicBezTo>
                      <a:pt x="6660" y="8330"/>
                      <a:pt x="6592" y="8308"/>
                      <a:pt x="6533" y="8279"/>
                    </a:cubicBezTo>
                    <a:cubicBezTo>
                      <a:pt x="2875" y="5705"/>
                      <a:pt x="2875" y="5705"/>
                      <a:pt x="2875" y="5705"/>
                    </a:cubicBezTo>
                    <a:cubicBezTo>
                      <a:pt x="2875" y="5705"/>
                      <a:pt x="2875" y="5705"/>
                      <a:pt x="2848" y="5678"/>
                    </a:cubicBezTo>
                    <a:cubicBezTo>
                      <a:pt x="789" y="4242"/>
                      <a:pt x="789" y="4242"/>
                      <a:pt x="789" y="4242"/>
                    </a:cubicBezTo>
                    <a:cubicBezTo>
                      <a:pt x="681" y="4161"/>
                      <a:pt x="627" y="4052"/>
                      <a:pt x="627" y="3917"/>
                    </a:cubicBezTo>
                    <a:cubicBezTo>
                      <a:pt x="654" y="3809"/>
                      <a:pt x="708" y="3700"/>
                      <a:pt x="816" y="3646"/>
                    </a:cubicBezTo>
                    <a:cubicBezTo>
                      <a:pt x="7210" y="666"/>
                      <a:pt x="7210" y="666"/>
                      <a:pt x="7210" y="666"/>
                    </a:cubicBezTo>
                    <a:cubicBezTo>
                      <a:pt x="7259" y="642"/>
                      <a:pt x="7313" y="628"/>
                      <a:pt x="7367" y="628"/>
                    </a:cubicBezTo>
                    <a:close/>
                    <a:moveTo>
                      <a:pt x="3011" y="6572"/>
                    </a:moveTo>
                    <a:cubicBezTo>
                      <a:pt x="6180" y="8793"/>
                      <a:pt x="6180" y="8793"/>
                      <a:pt x="6180" y="8793"/>
                    </a:cubicBezTo>
                    <a:cubicBezTo>
                      <a:pt x="6343" y="8902"/>
                      <a:pt x="6533" y="8956"/>
                      <a:pt x="6722" y="8956"/>
                    </a:cubicBezTo>
                    <a:cubicBezTo>
                      <a:pt x="6912" y="8956"/>
                      <a:pt x="7074" y="8929"/>
                      <a:pt x="7210" y="8848"/>
                    </a:cubicBezTo>
                    <a:cubicBezTo>
                      <a:pt x="10732" y="6816"/>
                      <a:pt x="10732" y="6816"/>
                      <a:pt x="10732" y="6816"/>
                    </a:cubicBezTo>
                    <a:cubicBezTo>
                      <a:pt x="10732" y="8224"/>
                      <a:pt x="10732" y="8224"/>
                      <a:pt x="10732" y="8224"/>
                    </a:cubicBezTo>
                    <a:cubicBezTo>
                      <a:pt x="10732" y="8360"/>
                      <a:pt x="10650" y="8468"/>
                      <a:pt x="10542" y="8522"/>
                    </a:cubicBezTo>
                    <a:cubicBezTo>
                      <a:pt x="6668" y="10771"/>
                      <a:pt x="6668" y="10771"/>
                      <a:pt x="6668" y="10771"/>
                    </a:cubicBezTo>
                    <a:cubicBezTo>
                      <a:pt x="6619" y="10795"/>
                      <a:pt x="6565" y="10809"/>
                      <a:pt x="6510" y="10809"/>
                    </a:cubicBezTo>
                    <a:cubicBezTo>
                      <a:pt x="6443" y="10809"/>
                      <a:pt x="6375" y="10789"/>
                      <a:pt x="6316" y="10744"/>
                    </a:cubicBezTo>
                    <a:cubicBezTo>
                      <a:pt x="3146" y="8550"/>
                      <a:pt x="3146" y="8550"/>
                      <a:pt x="3146" y="8550"/>
                    </a:cubicBezTo>
                    <a:cubicBezTo>
                      <a:pt x="3065" y="8468"/>
                      <a:pt x="3011" y="8360"/>
                      <a:pt x="3011" y="8252"/>
                    </a:cubicBezTo>
                    <a:cubicBezTo>
                      <a:pt x="3011" y="6572"/>
                      <a:pt x="3011" y="6572"/>
                      <a:pt x="3011" y="6572"/>
                    </a:cubicBezTo>
                    <a:close/>
                    <a:moveTo>
                      <a:pt x="12465" y="10040"/>
                    </a:moveTo>
                    <a:cubicBezTo>
                      <a:pt x="12709" y="11259"/>
                      <a:pt x="12709" y="11259"/>
                      <a:pt x="12709" y="11259"/>
                    </a:cubicBezTo>
                    <a:lnTo>
                      <a:pt x="12222" y="11259"/>
                    </a:lnTo>
                    <a:cubicBezTo>
                      <a:pt x="12465" y="10040"/>
                      <a:pt x="12465" y="10040"/>
                      <a:pt x="12465" y="10040"/>
                    </a:cubicBezTo>
                    <a:close/>
                    <a:moveTo>
                      <a:pt x="7351" y="1"/>
                    </a:moveTo>
                    <a:cubicBezTo>
                      <a:pt x="7212" y="1"/>
                      <a:pt x="7071" y="31"/>
                      <a:pt x="6939" y="97"/>
                    </a:cubicBezTo>
                    <a:cubicBezTo>
                      <a:pt x="545" y="3077"/>
                      <a:pt x="545" y="3077"/>
                      <a:pt x="545" y="3077"/>
                    </a:cubicBezTo>
                    <a:cubicBezTo>
                      <a:pt x="247" y="3213"/>
                      <a:pt x="31" y="3538"/>
                      <a:pt x="4" y="3863"/>
                    </a:cubicBezTo>
                    <a:cubicBezTo>
                      <a:pt x="-23" y="4215"/>
                      <a:pt x="139" y="4567"/>
                      <a:pt x="410" y="4757"/>
                    </a:cubicBezTo>
                    <a:cubicBezTo>
                      <a:pt x="2361" y="6138"/>
                      <a:pt x="2361" y="6138"/>
                      <a:pt x="2361" y="6138"/>
                    </a:cubicBezTo>
                    <a:cubicBezTo>
                      <a:pt x="2361" y="8252"/>
                      <a:pt x="2361" y="8252"/>
                      <a:pt x="2361" y="8252"/>
                    </a:cubicBezTo>
                    <a:cubicBezTo>
                      <a:pt x="2361" y="8577"/>
                      <a:pt x="2523" y="8875"/>
                      <a:pt x="2767" y="9064"/>
                    </a:cubicBezTo>
                    <a:cubicBezTo>
                      <a:pt x="5937" y="11259"/>
                      <a:pt x="5937" y="11259"/>
                      <a:pt x="5937" y="11259"/>
                    </a:cubicBezTo>
                    <a:cubicBezTo>
                      <a:pt x="6099" y="11394"/>
                      <a:pt x="6316" y="11448"/>
                      <a:pt x="6505" y="11448"/>
                    </a:cubicBezTo>
                    <a:cubicBezTo>
                      <a:pt x="6668" y="11448"/>
                      <a:pt x="6831" y="11394"/>
                      <a:pt x="6966" y="11340"/>
                    </a:cubicBezTo>
                    <a:cubicBezTo>
                      <a:pt x="6966" y="11313"/>
                      <a:pt x="6993" y="11313"/>
                      <a:pt x="6993" y="11313"/>
                    </a:cubicBezTo>
                    <a:cubicBezTo>
                      <a:pt x="10867" y="9091"/>
                      <a:pt x="10867" y="9091"/>
                      <a:pt x="10867" y="9091"/>
                    </a:cubicBezTo>
                    <a:cubicBezTo>
                      <a:pt x="11165" y="8902"/>
                      <a:pt x="11355" y="8577"/>
                      <a:pt x="11355" y="8224"/>
                    </a:cubicBezTo>
                    <a:cubicBezTo>
                      <a:pt x="11355" y="6464"/>
                      <a:pt x="11355" y="6464"/>
                      <a:pt x="11355" y="6464"/>
                    </a:cubicBezTo>
                    <a:cubicBezTo>
                      <a:pt x="12195" y="5976"/>
                      <a:pt x="12195" y="5976"/>
                      <a:pt x="12195" y="5976"/>
                    </a:cubicBezTo>
                    <a:cubicBezTo>
                      <a:pt x="12195" y="8658"/>
                      <a:pt x="12195" y="8658"/>
                      <a:pt x="12195" y="8658"/>
                    </a:cubicBezTo>
                    <a:cubicBezTo>
                      <a:pt x="11951" y="8766"/>
                      <a:pt x="11788" y="9010"/>
                      <a:pt x="11788" y="9281"/>
                    </a:cubicBezTo>
                    <a:cubicBezTo>
                      <a:pt x="11788" y="9471"/>
                      <a:pt x="11869" y="9633"/>
                      <a:pt x="11978" y="9742"/>
                    </a:cubicBezTo>
                    <a:cubicBezTo>
                      <a:pt x="11680" y="11232"/>
                      <a:pt x="11680" y="11232"/>
                      <a:pt x="11680" y="11232"/>
                    </a:cubicBezTo>
                    <a:cubicBezTo>
                      <a:pt x="11680" y="11367"/>
                      <a:pt x="11707" y="11502"/>
                      <a:pt x="11788" y="11611"/>
                    </a:cubicBezTo>
                    <a:cubicBezTo>
                      <a:pt x="11869" y="11719"/>
                      <a:pt x="12005" y="11773"/>
                      <a:pt x="12140" y="11773"/>
                    </a:cubicBezTo>
                    <a:lnTo>
                      <a:pt x="12791" y="11773"/>
                    </a:lnTo>
                    <a:cubicBezTo>
                      <a:pt x="12926" y="11773"/>
                      <a:pt x="13061" y="11719"/>
                      <a:pt x="13143" y="11611"/>
                    </a:cubicBezTo>
                    <a:cubicBezTo>
                      <a:pt x="13224" y="11502"/>
                      <a:pt x="13251" y="11367"/>
                      <a:pt x="13224" y="11232"/>
                    </a:cubicBezTo>
                    <a:cubicBezTo>
                      <a:pt x="12926" y="9742"/>
                      <a:pt x="12926" y="9742"/>
                      <a:pt x="12926" y="9742"/>
                    </a:cubicBezTo>
                    <a:cubicBezTo>
                      <a:pt x="13061" y="9633"/>
                      <a:pt x="13143" y="9471"/>
                      <a:pt x="13143" y="9281"/>
                    </a:cubicBezTo>
                    <a:cubicBezTo>
                      <a:pt x="13143" y="9010"/>
                      <a:pt x="12953" y="8766"/>
                      <a:pt x="12736" y="8658"/>
                    </a:cubicBezTo>
                    <a:cubicBezTo>
                      <a:pt x="12736" y="5651"/>
                      <a:pt x="12736" y="5651"/>
                      <a:pt x="12736" y="5651"/>
                    </a:cubicBezTo>
                    <a:cubicBezTo>
                      <a:pt x="13061" y="5461"/>
                      <a:pt x="13061" y="5461"/>
                      <a:pt x="13061" y="5461"/>
                    </a:cubicBezTo>
                    <a:cubicBezTo>
                      <a:pt x="13332" y="5299"/>
                      <a:pt x="13522" y="5001"/>
                      <a:pt x="13549" y="4648"/>
                    </a:cubicBezTo>
                    <a:cubicBezTo>
                      <a:pt x="13549" y="4323"/>
                      <a:pt x="13414" y="3998"/>
                      <a:pt x="13143" y="3809"/>
                    </a:cubicBezTo>
                    <a:cubicBezTo>
                      <a:pt x="7914" y="178"/>
                      <a:pt x="7914" y="178"/>
                      <a:pt x="7914" y="178"/>
                    </a:cubicBezTo>
                    <a:cubicBezTo>
                      <a:pt x="7753" y="66"/>
                      <a:pt x="7554" y="1"/>
                      <a:pt x="7351"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680" name="Google Shape;680;p50"/>
            <p:cNvSpPr txBox="1"/>
            <p:nvPr/>
          </p:nvSpPr>
          <p:spPr>
            <a:xfrm>
              <a:off x="921700" y="3357583"/>
              <a:ext cx="11568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Education</a:t>
              </a:r>
              <a:endParaRPr b="1" sz="800">
                <a:solidFill>
                  <a:srgbClr val="3C3C3A"/>
                </a:solidFill>
                <a:latin typeface="Montserrat"/>
                <a:ea typeface="Montserrat"/>
                <a:cs typeface="Montserrat"/>
                <a:sym typeface="Montserrat"/>
              </a:endParaRPr>
            </a:p>
          </p:txBody>
        </p:sp>
      </p:grpSp>
      <p:grpSp>
        <p:nvGrpSpPr>
          <p:cNvPr id="681" name="Google Shape;681;p50"/>
          <p:cNvGrpSpPr/>
          <p:nvPr/>
        </p:nvGrpSpPr>
        <p:grpSpPr>
          <a:xfrm>
            <a:off x="469261" y="3719792"/>
            <a:ext cx="1617814" cy="420371"/>
            <a:chOff x="463536" y="3876879"/>
            <a:chExt cx="1617814" cy="420371"/>
          </a:xfrm>
        </p:grpSpPr>
        <p:grpSp>
          <p:nvGrpSpPr>
            <p:cNvPr id="682" name="Google Shape;682;p50"/>
            <p:cNvGrpSpPr/>
            <p:nvPr/>
          </p:nvGrpSpPr>
          <p:grpSpPr>
            <a:xfrm>
              <a:off x="463536" y="3892361"/>
              <a:ext cx="404866" cy="404889"/>
              <a:chOff x="3583100" y="3090125"/>
              <a:chExt cx="433475" cy="433500"/>
            </a:xfrm>
          </p:grpSpPr>
          <p:sp>
            <p:nvSpPr>
              <p:cNvPr id="683" name="Google Shape;683;p50"/>
              <p:cNvSpPr/>
              <p:nvPr/>
            </p:nvSpPr>
            <p:spPr>
              <a:xfrm>
                <a:off x="3635925" y="3288575"/>
                <a:ext cx="36600" cy="36600"/>
              </a:xfrm>
              <a:custGeom>
                <a:rect b="b" l="l" r="r" t="t"/>
                <a:pathLst>
                  <a:path extrusionOk="0" h="1464" w="1464">
                    <a:moveTo>
                      <a:pt x="732" y="488"/>
                    </a:moveTo>
                    <a:cubicBezTo>
                      <a:pt x="867" y="488"/>
                      <a:pt x="975" y="597"/>
                      <a:pt x="975" y="732"/>
                    </a:cubicBezTo>
                    <a:cubicBezTo>
                      <a:pt x="975" y="867"/>
                      <a:pt x="867" y="976"/>
                      <a:pt x="732" y="976"/>
                    </a:cubicBezTo>
                    <a:cubicBezTo>
                      <a:pt x="596" y="976"/>
                      <a:pt x="488" y="867"/>
                      <a:pt x="488" y="732"/>
                    </a:cubicBezTo>
                    <a:cubicBezTo>
                      <a:pt x="488" y="597"/>
                      <a:pt x="596" y="488"/>
                      <a:pt x="732" y="488"/>
                    </a:cubicBezTo>
                    <a:close/>
                    <a:moveTo>
                      <a:pt x="732" y="1"/>
                    </a:moveTo>
                    <a:cubicBezTo>
                      <a:pt x="325" y="1"/>
                      <a:pt x="0" y="326"/>
                      <a:pt x="0" y="732"/>
                    </a:cubicBezTo>
                    <a:cubicBezTo>
                      <a:pt x="0" y="1138"/>
                      <a:pt x="325" y="1463"/>
                      <a:pt x="732" y="1463"/>
                    </a:cubicBezTo>
                    <a:cubicBezTo>
                      <a:pt x="1138" y="1463"/>
                      <a:pt x="1463" y="1138"/>
                      <a:pt x="1463" y="732"/>
                    </a:cubicBezTo>
                    <a:cubicBezTo>
                      <a:pt x="1463" y="326"/>
                      <a:pt x="1138" y="1"/>
                      <a:pt x="732"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84" name="Google Shape;684;p50"/>
              <p:cNvSpPr/>
              <p:nvPr/>
            </p:nvSpPr>
            <p:spPr>
              <a:xfrm>
                <a:off x="3858750" y="3170200"/>
                <a:ext cx="77750" cy="77775"/>
              </a:xfrm>
              <a:custGeom>
                <a:rect b="b" l="l" r="r" t="t"/>
                <a:pathLst>
                  <a:path extrusionOk="0" h="3111" w="3110">
                    <a:moveTo>
                      <a:pt x="245" y="0"/>
                    </a:moveTo>
                    <a:cubicBezTo>
                      <a:pt x="150" y="0"/>
                      <a:pt x="67" y="51"/>
                      <a:pt x="27" y="130"/>
                    </a:cubicBezTo>
                    <a:cubicBezTo>
                      <a:pt x="-27" y="265"/>
                      <a:pt x="0" y="401"/>
                      <a:pt x="136" y="455"/>
                    </a:cubicBezTo>
                    <a:cubicBezTo>
                      <a:pt x="1219" y="997"/>
                      <a:pt x="2113" y="1891"/>
                      <a:pt x="2655" y="2975"/>
                    </a:cubicBezTo>
                    <a:cubicBezTo>
                      <a:pt x="2682" y="3056"/>
                      <a:pt x="2763" y="3110"/>
                      <a:pt x="2872" y="3110"/>
                    </a:cubicBezTo>
                    <a:cubicBezTo>
                      <a:pt x="2899" y="3110"/>
                      <a:pt x="2926" y="3110"/>
                      <a:pt x="2980" y="3083"/>
                    </a:cubicBezTo>
                    <a:cubicBezTo>
                      <a:pt x="3088" y="3029"/>
                      <a:pt x="3143" y="2866"/>
                      <a:pt x="3088" y="2758"/>
                    </a:cubicBezTo>
                    <a:cubicBezTo>
                      <a:pt x="2492" y="1593"/>
                      <a:pt x="1517" y="618"/>
                      <a:pt x="352" y="22"/>
                    </a:cubicBezTo>
                    <a:cubicBezTo>
                      <a:pt x="316" y="7"/>
                      <a:pt x="280" y="0"/>
                      <a:pt x="24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85" name="Google Shape;685;p50"/>
              <p:cNvSpPr/>
              <p:nvPr/>
            </p:nvSpPr>
            <p:spPr>
              <a:xfrm>
                <a:off x="3769350" y="3112650"/>
                <a:ext cx="60975" cy="85200"/>
              </a:xfrm>
              <a:custGeom>
                <a:rect b="b" l="l" r="r" t="t"/>
                <a:pathLst>
                  <a:path extrusionOk="0" h="3408" w="2439">
                    <a:moveTo>
                      <a:pt x="1219" y="671"/>
                    </a:moveTo>
                    <a:cubicBezTo>
                      <a:pt x="1571" y="1213"/>
                      <a:pt x="1951" y="1917"/>
                      <a:pt x="1951" y="2188"/>
                    </a:cubicBezTo>
                    <a:cubicBezTo>
                      <a:pt x="1951" y="2595"/>
                      <a:pt x="1626" y="2920"/>
                      <a:pt x="1219" y="2920"/>
                    </a:cubicBezTo>
                    <a:cubicBezTo>
                      <a:pt x="813" y="2920"/>
                      <a:pt x="488" y="2595"/>
                      <a:pt x="488" y="2188"/>
                    </a:cubicBezTo>
                    <a:cubicBezTo>
                      <a:pt x="488" y="1917"/>
                      <a:pt x="867" y="1213"/>
                      <a:pt x="1219" y="671"/>
                    </a:cubicBezTo>
                    <a:close/>
                    <a:moveTo>
                      <a:pt x="1219" y="1"/>
                    </a:moveTo>
                    <a:cubicBezTo>
                      <a:pt x="1145" y="1"/>
                      <a:pt x="1070" y="34"/>
                      <a:pt x="1030" y="102"/>
                    </a:cubicBezTo>
                    <a:cubicBezTo>
                      <a:pt x="840" y="346"/>
                      <a:pt x="0" y="1592"/>
                      <a:pt x="0" y="2188"/>
                    </a:cubicBezTo>
                    <a:cubicBezTo>
                      <a:pt x="0" y="2838"/>
                      <a:pt x="542" y="3407"/>
                      <a:pt x="1219" y="3407"/>
                    </a:cubicBezTo>
                    <a:cubicBezTo>
                      <a:pt x="1896" y="3407"/>
                      <a:pt x="2438" y="2838"/>
                      <a:pt x="2438" y="2188"/>
                    </a:cubicBezTo>
                    <a:cubicBezTo>
                      <a:pt x="2438" y="1592"/>
                      <a:pt x="1598" y="346"/>
                      <a:pt x="1409" y="102"/>
                    </a:cubicBezTo>
                    <a:cubicBezTo>
                      <a:pt x="1368" y="34"/>
                      <a:pt x="1294" y="1"/>
                      <a:pt x="1219"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86" name="Google Shape;686;p50"/>
              <p:cNvSpPr/>
              <p:nvPr/>
            </p:nvSpPr>
            <p:spPr>
              <a:xfrm>
                <a:off x="3663150" y="3170200"/>
                <a:ext cx="77750" cy="77775"/>
              </a:xfrm>
              <a:custGeom>
                <a:rect b="b" l="l" r="r" t="t"/>
                <a:pathLst>
                  <a:path extrusionOk="0" h="3111" w="3110">
                    <a:moveTo>
                      <a:pt x="2865" y="0"/>
                    </a:moveTo>
                    <a:cubicBezTo>
                      <a:pt x="2831" y="0"/>
                      <a:pt x="2794" y="7"/>
                      <a:pt x="2758" y="22"/>
                    </a:cubicBezTo>
                    <a:cubicBezTo>
                      <a:pt x="1593" y="618"/>
                      <a:pt x="618" y="1593"/>
                      <a:pt x="22" y="2758"/>
                    </a:cubicBezTo>
                    <a:cubicBezTo>
                      <a:pt x="-32" y="2866"/>
                      <a:pt x="22" y="3029"/>
                      <a:pt x="130" y="3083"/>
                    </a:cubicBezTo>
                    <a:cubicBezTo>
                      <a:pt x="184" y="3110"/>
                      <a:pt x="211" y="3110"/>
                      <a:pt x="239" y="3110"/>
                    </a:cubicBezTo>
                    <a:cubicBezTo>
                      <a:pt x="347" y="3110"/>
                      <a:pt x="428" y="3056"/>
                      <a:pt x="455" y="2975"/>
                    </a:cubicBezTo>
                    <a:cubicBezTo>
                      <a:pt x="997" y="1891"/>
                      <a:pt x="1891" y="997"/>
                      <a:pt x="2975" y="455"/>
                    </a:cubicBezTo>
                    <a:cubicBezTo>
                      <a:pt x="3110" y="401"/>
                      <a:pt x="3137" y="265"/>
                      <a:pt x="3083" y="130"/>
                    </a:cubicBezTo>
                    <a:cubicBezTo>
                      <a:pt x="3043" y="51"/>
                      <a:pt x="2960" y="0"/>
                      <a:pt x="286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87" name="Google Shape;687;p50"/>
              <p:cNvSpPr/>
              <p:nvPr/>
            </p:nvSpPr>
            <p:spPr>
              <a:xfrm>
                <a:off x="3605450" y="3259275"/>
                <a:ext cx="97550" cy="95200"/>
              </a:xfrm>
              <a:custGeom>
                <a:rect b="b" l="l" r="r" t="t"/>
                <a:pathLst>
                  <a:path extrusionOk="0" h="3808" w="3902">
                    <a:moveTo>
                      <a:pt x="2465" y="549"/>
                    </a:moveTo>
                    <a:cubicBezTo>
                      <a:pt x="2601" y="604"/>
                      <a:pt x="2763" y="685"/>
                      <a:pt x="2872" y="766"/>
                    </a:cubicBezTo>
                    <a:cubicBezTo>
                      <a:pt x="2845" y="847"/>
                      <a:pt x="2845" y="847"/>
                      <a:pt x="2845" y="847"/>
                    </a:cubicBezTo>
                    <a:cubicBezTo>
                      <a:pt x="2790" y="929"/>
                      <a:pt x="2790" y="1064"/>
                      <a:pt x="2872" y="1118"/>
                    </a:cubicBezTo>
                    <a:cubicBezTo>
                      <a:pt x="2953" y="1227"/>
                      <a:pt x="3034" y="1362"/>
                      <a:pt x="3061" y="1498"/>
                    </a:cubicBezTo>
                    <a:cubicBezTo>
                      <a:pt x="3115" y="1606"/>
                      <a:pt x="3197" y="1660"/>
                      <a:pt x="3305" y="1660"/>
                    </a:cubicBezTo>
                    <a:lnTo>
                      <a:pt x="3386" y="1660"/>
                    </a:lnTo>
                    <a:cubicBezTo>
                      <a:pt x="3386" y="1741"/>
                      <a:pt x="3414" y="1823"/>
                      <a:pt x="3414" y="1904"/>
                    </a:cubicBezTo>
                    <a:cubicBezTo>
                      <a:pt x="3414" y="1985"/>
                      <a:pt x="3386" y="2067"/>
                      <a:pt x="3386" y="2148"/>
                    </a:cubicBezTo>
                    <a:lnTo>
                      <a:pt x="3305" y="2148"/>
                    </a:lnTo>
                    <a:cubicBezTo>
                      <a:pt x="3197" y="2148"/>
                      <a:pt x="3115" y="2202"/>
                      <a:pt x="3061" y="2310"/>
                    </a:cubicBezTo>
                    <a:cubicBezTo>
                      <a:pt x="3034" y="2446"/>
                      <a:pt x="2953" y="2554"/>
                      <a:pt x="2872" y="2663"/>
                    </a:cubicBezTo>
                    <a:cubicBezTo>
                      <a:pt x="2790" y="2744"/>
                      <a:pt x="2790" y="2852"/>
                      <a:pt x="2845" y="2961"/>
                    </a:cubicBezTo>
                    <a:cubicBezTo>
                      <a:pt x="2872" y="3015"/>
                      <a:pt x="2872" y="3015"/>
                      <a:pt x="2872" y="3015"/>
                    </a:cubicBezTo>
                    <a:cubicBezTo>
                      <a:pt x="2763" y="3123"/>
                      <a:pt x="2601" y="3204"/>
                      <a:pt x="2465" y="3259"/>
                    </a:cubicBezTo>
                    <a:cubicBezTo>
                      <a:pt x="2411" y="3204"/>
                      <a:pt x="2411" y="3204"/>
                      <a:pt x="2411" y="3204"/>
                    </a:cubicBezTo>
                    <a:cubicBezTo>
                      <a:pt x="2357" y="3096"/>
                      <a:pt x="2249" y="3069"/>
                      <a:pt x="2167" y="3069"/>
                    </a:cubicBezTo>
                    <a:cubicBezTo>
                      <a:pt x="2086" y="3082"/>
                      <a:pt x="2018" y="3089"/>
                      <a:pt x="1951" y="3089"/>
                    </a:cubicBezTo>
                    <a:cubicBezTo>
                      <a:pt x="1883" y="3089"/>
                      <a:pt x="1815" y="3082"/>
                      <a:pt x="1734" y="3069"/>
                    </a:cubicBezTo>
                    <a:cubicBezTo>
                      <a:pt x="1625" y="3069"/>
                      <a:pt x="1544" y="3096"/>
                      <a:pt x="1490" y="3204"/>
                    </a:cubicBezTo>
                    <a:cubicBezTo>
                      <a:pt x="1436" y="3259"/>
                      <a:pt x="1436" y="3259"/>
                      <a:pt x="1436" y="3259"/>
                    </a:cubicBezTo>
                    <a:cubicBezTo>
                      <a:pt x="1300" y="3204"/>
                      <a:pt x="1138" y="3123"/>
                      <a:pt x="1029" y="3015"/>
                    </a:cubicBezTo>
                    <a:cubicBezTo>
                      <a:pt x="1057" y="2961"/>
                      <a:pt x="1057" y="2961"/>
                      <a:pt x="1057" y="2961"/>
                    </a:cubicBezTo>
                    <a:cubicBezTo>
                      <a:pt x="1111" y="2852"/>
                      <a:pt x="1111" y="2744"/>
                      <a:pt x="1029" y="2663"/>
                    </a:cubicBezTo>
                    <a:cubicBezTo>
                      <a:pt x="948" y="2554"/>
                      <a:pt x="867" y="2446"/>
                      <a:pt x="813" y="2310"/>
                    </a:cubicBezTo>
                    <a:cubicBezTo>
                      <a:pt x="786" y="2202"/>
                      <a:pt x="704" y="2148"/>
                      <a:pt x="596" y="2148"/>
                    </a:cubicBezTo>
                    <a:lnTo>
                      <a:pt x="515" y="2148"/>
                    </a:lnTo>
                    <a:cubicBezTo>
                      <a:pt x="488" y="2067"/>
                      <a:pt x="488" y="1985"/>
                      <a:pt x="488" y="1904"/>
                    </a:cubicBezTo>
                    <a:cubicBezTo>
                      <a:pt x="488" y="1823"/>
                      <a:pt x="488" y="1741"/>
                      <a:pt x="515" y="1660"/>
                    </a:cubicBezTo>
                    <a:lnTo>
                      <a:pt x="596" y="1660"/>
                    </a:lnTo>
                    <a:cubicBezTo>
                      <a:pt x="704" y="1660"/>
                      <a:pt x="786" y="1606"/>
                      <a:pt x="813" y="1498"/>
                    </a:cubicBezTo>
                    <a:cubicBezTo>
                      <a:pt x="867" y="1362"/>
                      <a:pt x="948" y="1227"/>
                      <a:pt x="1029" y="1118"/>
                    </a:cubicBezTo>
                    <a:cubicBezTo>
                      <a:pt x="1111" y="1064"/>
                      <a:pt x="1111" y="929"/>
                      <a:pt x="1057" y="847"/>
                    </a:cubicBezTo>
                    <a:cubicBezTo>
                      <a:pt x="1029" y="766"/>
                      <a:pt x="1029" y="766"/>
                      <a:pt x="1029" y="766"/>
                    </a:cubicBezTo>
                    <a:cubicBezTo>
                      <a:pt x="1138" y="685"/>
                      <a:pt x="1300" y="604"/>
                      <a:pt x="1436" y="549"/>
                    </a:cubicBezTo>
                    <a:cubicBezTo>
                      <a:pt x="1490" y="604"/>
                      <a:pt x="1490" y="604"/>
                      <a:pt x="1490" y="604"/>
                    </a:cubicBezTo>
                    <a:cubicBezTo>
                      <a:pt x="1544" y="685"/>
                      <a:pt x="1625" y="739"/>
                      <a:pt x="1734" y="739"/>
                    </a:cubicBezTo>
                    <a:cubicBezTo>
                      <a:pt x="1815" y="726"/>
                      <a:pt x="1883" y="719"/>
                      <a:pt x="1951" y="719"/>
                    </a:cubicBezTo>
                    <a:cubicBezTo>
                      <a:pt x="2018" y="719"/>
                      <a:pt x="2086" y="726"/>
                      <a:pt x="2167" y="739"/>
                    </a:cubicBezTo>
                    <a:cubicBezTo>
                      <a:pt x="2249" y="739"/>
                      <a:pt x="2357" y="685"/>
                      <a:pt x="2411" y="604"/>
                    </a:cubicBezTo>
                    <a:cubicBezTo>
                      <a:pt x="2465" y="549"/>
                      <a:pt x="2465" y="549"/>
                      <a:pt x="2465" y="549"/>
                    </a:cubicBezTo>
                    <a:close/>
                    <a:moveTo>
                      <a:pt x="1547" y="1"/>
                    </a:moveTo>
                    <a:cubicBezTo>
                      <a:pt x="1528" y="1"/>
                      <a:pt x="1509" y="3"/>
                      <a:pt x="1490" y="8"/>
                    </a:cubicBezTo>
                    <a:cubicBezTo>
                      <a:pt x="1138" y="89"/>
                      <a:pt x="786" y="279"/>
                      <a:pt x="542" y="577"/>
                    </a:cubicBezTo>
                    <a:cubicBezTo>
                      <a:pt x="461" y="658"/>
                      <a:pt x="461" y="766"/>
                      <a:pt x="515" y="847"/>
                    </a:cubicBezTo>
                    <a:cubicBezTo>
                      <a:pt x="569" y="956"/>
                      <a:pt x="569" y="956"/>
                      <a:pt x="569" y="956"/>
                    </a:cubicBezTo>
                    <a:cubicBezTo>
                      <a:pt x="515" y="1037"/>
                      <a:pt x="461" y="1091"/>
                      <a:pt x="433" y="1173"/>
                    </a:cubicBezTo>
                    <a:lnTo>
                      <a:pt x="325" y="1173"/>
                    </a:lnTo>
                    <a:cubicBezTo>
                      <a:pt x="217" y="1173"/>
                      <a:pt x="108" y="1254"/>
                      <a:pt x="81" y="1335"/>
                    </a:cubicBezTo>
                    <a:cubicBezTo>
                      <a:pt x="27" y="1525"/>
                      <a:pt x="0" y="1714"/>
                      <a:pt x="0" y="1904"/>
                    </a:cubicBezTo>
                    <a:cubicBezTo>
                      <a:pt x="0" y="2094"/>
                      <a:pt x="27" y="2283"/>
                      <a:pt x="81" y="2446"/>
                    </a:cubicBezTo>
                    <a:cubicBezTo>
                      <a:pt x="108" y="2554"/>
                      <a:pt x="217" y="2635"/>
                      <a:pt x="325" y="2635"/>
                    </a:cubicBezTo>
                    <a:lnTo>
                      <a:pt x="433" y="2635"/>
                    </a:lnTo>
                    <a:cubicBezTo>
                      <a:pt x="461" y="2717"/>
                      <a:pt x="515" y="2771"/>
                      <a:pt x="569" y="2852"/>
                    </a:cubicBezTo>
                    <a:cubicBezTo>
                      <a:pt x="515" y="2933"/>
                      <a:pt x="515" y="2933"/>
                      <a:pt x="515" y="2933"/>
                    </a:cubicBezTo>
                    <a:cubicBezTo>
                      <a:pt x="461" y="3042"/>
                      <a:pt x="461" y="3150"/>
                      <a:pt x="542" y="3231"/>
                    </a:cubicBezTo>
                    <a:cubicBezTo>
                      <a:pt x="786" y="3502"/>
                      <a:pt x="1138" y="3692"/>
                      <a:pt x="1490" y="3800"/>
                    </a:cubicBezTo>
                    <a:cubicBezTo>
                      <a:pt x="1509" y="3805"/>
                      <a:pt x="1527" y="3807"/>
                      <a:pt x="1546" y="3807"/>
                    </a:cubicBezTo>
                    <a:cubicBezTo>
                      <a:pt x="1634" y="3807"/>
                      <a:pt x="1716" y="3755"/>
                      <a:pt x="1761" y="3665"/>
                    </a:cubicBezTo>
                    <a:cubicBezTo>
                      <a:pt x="1815" y="3584"/>
                      <a:pt x="1815" y="3584"/>
                      <a:pt x="1815" y="3584"/>
                    </a:cubicBezTo>
                    <a:lnTo>
                      <a:pt x="2086" y="3584"/>
                    </a:lnTo>
                    <a:cubicBezTo>
                      <a:pt x="2140" y="3665"/>
                      <a:pt x="2140" y="3665"/>
                      <a:pt x="2140" y="3665"/>
                    </a:cubicBezTo>
                    <a:cubicBezTo>
                      <a:pt x="2167" y="3746"/>
                      <a:pt x="2249" y="3800"/>
                      <a:pt x="2330" y="3800"/>
                    </a:cubicBezTo>
                    <a:lnTo>
                      <a:pt x="2384" y="3800"/>
                    </a:lnTo>
                    <a:cubicBezTo>
                      <a:pt x="2763" y="3692"/>
                      <a:pt x="3088" y="3502"/>
                      <a:pt x="3359" y="3231"/>
                    </a:cubicBezTo>
                    <a:cubicBezTo>
                      <a:pt x="3441" y="3150"/>
                      <a:pt x="3441" y="3042"/>
                      <a:pt x="3386" y="2933"/>
                    </a:cubicBezTo>
                    <a:cubicBezTo>
                      <a:pt x="3332" y="2852"/>
                      <a:pt x="3332" y="2852"/>
                      <a:pt x="3332" y="2852"/>
                    </a:cubicBezTo>
                    <a:cubicBezTo>
                      <a:pt x="3386" y="2771"/>
                      <a:pt x="3414" y="2717"/>
                      <a:pt x="3468" y="2635"/>
                    </a:cubicBezTo>
                    <a:lnTo>
                      <a:pt x="3576" y="2635"/>
                    </a:lnTo>
                    <a:cubicBezTo>
                      <a:pt x="3684" y="2635"/>
                      <a:pt x="3766" y="2554"/>
                      <a:pt x="3820" y="2446"/>
                    </a:cubicBezTo>
                    <a:cubicBezTo>
                      <a:pt x="3874" y="2283"/>
                      <a:pt x="3901" y="2094"/>
                      <a:pt x="3901" y="1904"/>
                    </a:cubicBezTo>
                    <a:cubicBezTo>
                      <a:pt x="3901" y="1714"/>
                      <a:pt x="3874" y="1525"/>
                      <a:pt x="3820" y="1335"/>
                    </a:cubicBezTo>
                    <a:cubicBezTo>
                      <a:pt x="3766" y="1254"/>
                      <a:pt x="3684" y="1173"/>
                      <a:pt x="3576" y="1173"/>
                    </a:cubicBezTo>
                    <a:lnTo>
                      <a:pt x="3468" y="1173"/>
                    </a:lnTo>
                    <a:cubicBezTo>
                      <a:pt x="3414" y="1091"/>
                      <a:pt x="3386" y="1037"/>
                      <a:pt x="3332" y="956"/>
                    </a:cubicBezTo>
                    <a:cubicBezTo>
                      <a:pt x="3386" y="847"/>
                      <a:pt x="3386" y="847"/>
                      <a:pt x="3386" y="847"/>
                    </a:cubicBezTo>
                    <a:cubicBezTo>
                      <a:pt x="3441" y="766"/>
                      <a:pt x="3441" y="658"/>
                      <a:pt x="3359" y="577"/>
                    </a:cubicBezTo>
                    <a:cubicBezTo>
                      <a:pt x="3088" y="279"/>
                      <a:pt x="2763" y="89"/>
                      <a:pt x="2384" y="8"/>
                    </a:cubicBezTo>
                    <a:cubicBezTo>
                      <a:pt x="2370" y="3"/>
                      <a:pt x="2354" y="1"/>
                      <a:pt x="2339" y="1"/>
                    </a:cubicBezTo>
                    <a:cubicBezTo>
                      <a:pt x="2266" y="1"/>
                      <a:pt x="2185" y="49"/>
                      <a:pt x="2140" y="116"/>
                    </a:cubicBezTo>
                    <a:cubicBezTo>
                      <a:pt x="2086" y="224"/>
                      <a:pt x="2086" y="224"/>
                      <a:pt x="2086" y="224"/>
                    </a:cubicBezTo>
                    <a:lnTo>
                      <a:pt x="1815" y="224"/>
                    </a:lnTo>
                    <a:cubicBezTo>
                      <a:pt x="1761" y="116"/>
                      <a:pt x="1761" y="116"/>
                      <a:pt x="1761" y="116"/>
                    </a:cubicBezTo>
                    <a:cubicBezTo>
                      <a:pt x="1716" y="49"/>
                      <a:pt x="1635" y="1"/>
                      <a:pt x="1547"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88" name="Google Shape;688;p50"/>
              <p:cNvSpPr/>
              <p:nvPr/>
            </p:nvSpPr>
            <p:spPr>
              <a:xfrm>
                <a:off x="3763475" y="3258225"/>
                <a:ext cx="72700" cy="97425"/>
              </a:xfrm>
              <a:custGeom>
                <a:rect b="b" l="l" r="r" t="t"/>
                <a:pathLst>
                  <a:path extrusionOk="0" h="3897" w="2908">
                    <a:moveTo>
                      <a:pt x="1454" y="971"/>
                    </a:moveTo>
                    <a:cubicBezTo>
                      <a:pt x="1454" y="1702"/>
                      <a:pt x="1454" y="1702"/>
                      <a:pt x="1454" y="1702"/>
                    </a:cubicBezTo>
                    <a:cubicBezTo>
                      <a:pt x="1454" y="1838"/>
                      <a:pt x="1563" y="1946"/>
                      <a:pt x="1698" y="1946"/>
                    </a:cubicBezTo>
                    <a:lnTo>
                      <a:pt x="2186" y="1946"/>
                    </a:lnTo>
                    <a:lnTo>
                      <a:pt x="1454" y="2921"/>
                    </a:lnTo>
                    <a:cubicBezTo>
                      <a:pt x="1454" y="2190"/>
                      <a:pt x="1454" y="2190"/>
                      <a:pt x="1454" y="2190"/>
                    </a:cubicBezTo>
                    <a:cubicBezTo>
                      <a:pt x="1454" y="2054"/>
                      <a:pt x="1346" y="1946"/>
                      <a:pt x="1210" y="1946"/>
                    </a:cubicBezTo>
                    <a:lnTo>
                      <a:pt x="723" y="1946"/>
                    </a:lnTo>
                    <a:cubicBezTo>
                      <a:pt x="1454" y="971"/>
                      <a:pt x="1454" y="971"/>
                      <a:pt x="1454" y="971"/>
                    </a:cubicBezTo>
                    <a:close/>
                    <a:moveTo>
                      <a:pt x="1690" y="1"/>
                    </a:moveTo>
                    <a:cubicBezTo>
                      <a:pt x="1615" y="1"/>
                      <a:pt x="1547" y="45"/>
                      <a:pt x="1508" y="104"/>
                    </a:cubicBezTo>
                    <a:cubicBezTo>
                      <a:pt x="45" y="2027"/>
                      <a:pt x="45" y="2027"/>
                      <a:pt x="45" y="2027"/>
                    </a:cubicBezTo>
                    <a:cubicBezTo>
                      <a:pt x="-9" y="2109"/>
                      <a:pt x="-9" y="2217"/>
                      <a:pt x="18" y="2298"/>
                    </a:cubicBezTo>
                    <a:cubicBezTo>
                      <a:pt x="73" y="2379"/>
                      <a:pt x="154" y="2434"/>
                      <a:pt x="235" y="2434"/>
                    </a:cubicBezTo>
                    <a:lnTo>
                      <a:pt x="967" y="2434"/>
                    </a:lnTo>
                    <a:cubicBezTo>
                      <a:pt x="967" y="3653"/>
                      <a:pt x="967" y="3653"/>
                      <a:pt x="967" y="3653"/>
                    </a:cubicBezTo>
                    <a:cubicBezTo>
                      <a:pt x="967" y="3734"/>
                      <a:pt x="1048" y="3842"/>
                      <a:pt x="1129" y="3869"/>
                    </a:cubicBezTo>
                    <a:cubicBezTo>
                      <a:pt x="1156" y="3869"/>
                      <a:pt x="1183" y="3897"/>
                      <a:pt x="1210" y="3897"/>
                    </a:cubicBezTo>
                    <a:cubicBezTo>
                      <a:pt x="1292" y="3897"/>
                      <a:pt x="1346" y="3842"/>
                      <a:pt x="1400" y="3788"/>
                    </a:cubicBezTo>
                    <a:cubicBezTo>
                      <a:pt x="2863" y="1838"/>
                      <a:pt x="2863" y="1838"/>
                      <a:pt x="2863" y="1838"/>
                    </a:cubicBezTo>
                    <a:cubicBezTo>
                      <a:pt x="2917" y="1783"/>
                      <a:pt x="2917" y="1675"/>
                      <a:pt x="2890" y="1594"/>
                    </a:cubicBezTo>
                    <a:cubicBezTo>
                      <a:pt x="2836" y="1513"/>
                      <a:pt x="2755" y="1458"/>
                      <a:pt x="2673" y="1458"/>
                    </a:cubicBezTo>
                    <a:lnTo>
                      <a:pt x="1942" y="1458"/>
                    </a:lnTo>
                    <a:cubicBezTo>
                      <a:pt x="1942" y="239"/>
                      <a:pt x="1942" y="239"/>
                      <a:pt x="1942" y="239"/>
                    </a:cubicBezTo>
                    <a:cubicBezTo>
                      <a:pt x="1942" y="131"/>
                      <a:pt x="1861" y="50"/>
                      <a:pt x="1779" y="23"/>
                    </a:cubicBezTo>
                    <a:cubicBezTo>
                      <a:pt x="1749" y="7"/>
                      <a:pt x="1719" y="1"/>
                      <a:pt x="1690"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89" name="Google Shape;689;p50"/>
              <p:cNvSpPr/>
              <p:nvPr/>
            </p:nvSpPr>
            <p:spPr>
              <a:xfrm>
                <a:off x="3720575" y="3227625"/>
                <a:ext cx="158500" cy="157825"/>
              </a:xfrm>
              <a:custGeom>
                <a:rect b="b" l="l" r="r" t="t"/>
                <a:pathLst>
                  <a:path extrusionOk="0" h="6313" w="6340">
                    <a:moveTo>
                      <a:pt x="3170" y="488"/>
                    </a:moveTo>
                    <a:cubicBezTo>
                      <a:pt x="4633" y="488"/>
                      <a:pt x="5852" y="1707"/>
                      <a:pt x="5852" y="3170"/>
                    </a:cubicBezTo>
                    <a:cubicBezTo>
                      <a:pt x="5852" y="4633"/>
                      <a:pt x="4633" y="5825"/>
                      <a:pt x="3170" y="5825"/>
                    </a:cubicBezTo>
                    <a:cubicBezTo>
                      <a:pt x="1707" y="5825"/>
                      <a:pt x="488" y="4633"/>
                      <a:pt x="488" y="3170"/>
                    </a:cubicBezTo>
                    <a:cubicBezTo>
                      <a:pt x="488" y="1707"/>
                      <a:pt x="1707" y="488"/>
                      <a:pt x="3170" y="488"/>
                    </a:cubicBezTo>
                    <a:close/>
                    <a:moveTo>
                      <a:pt x="3170" y="0"/>
                    </a:moveTo>
                    <a:cubicBezTo>
                      <a:pt x="1436" y="0"/>
                      <a:pt x="1" y="1436"/>
                      <a:pt x="1" y="3170"/>
                    </a:cubicBezTo>
                    <a:cubicBezTo>
                      <a:pt x="1" y="4904"/>
                      <a:pt x="1436" y="6313"/>
                      <a:pt x="3170" y="6313"/>
                    </a:cubicBezTo>
                    <a:cubicBezTo>
                      <a:pt x="4904" y="6313"/>
                      <a:pt x="6340" y="4904"/>
                      <a:pt x="6340" y="3170"/>
                    </a:cubicBezTo>
                    <a:cubicBezTo>
                      <a:pt x="6340" y="1436"/>
                      <a:pt x="4904" y="0"/>
                      <a:pt x="317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0" name="Google Shape;690;p50"/>
              <p:cNvSpPr/>
              <p:nvPr/>
            </p:nvSpPr>
            <p:spPr>
              <a:xfrm>
                <a:off x="3663150" y="3365800"/>
                <a:ext cx="77750" cy="77225"/>
              </a:xfrm>
              <a:custGeom>
                <a:rect b="b" l="l" r="r" t="t"/>
                <a:pathLst>
                  <a:path extrusionOk="0" h="3089" w="3110">
                    <a:moveTo>
                      <a:pt x="256" y="1"/>
                    </a:moveTo>
                    <a:cubicBezTo>
                      <a:pt x="216" y="1"/>
                      <a:pt x="173" y="10"/>
                      <a:pt x="130" y="27"/>
                    </a:cubicBezTo>
                    <a:cubicBezTo>
                      <a:pt x="22" y="81"/>
                      <a:pt x="-32" y="217"/>
                      <a:pt x="22" y="352"/>
                    </a:cubicBezTo>
                    <a:cubicBezTo>
                      <a:pt x="618" y="1517"/>
                      <a:pt x="1593" y="2492"/>
                      <a:pt x="2758" y="3061"/>
                    </a:cubicBezTo>
                    <a:cubicBezTo>
                      <a:pt x="2785" y="3088"/>
                      <a:pt x="2839" y="3088"/>
                      <a:pt x="2866" y="3088"/>
                    </a:cubicBezTo>
                    <a:cubicBezTo>
                      <a:pt x="2948" y="3088"/>
                      <a:pt x="3056" y="3061"/>
                      <a:pt x="3083" y="2953"/>
                    </a:cubicBezTo>
                    <a:cubicBezTo>
                      <a:pt x="3137" y="2844"/>
                      <a:pt x="3110" y="2709"/>
                      <a:pt x="2975" y="2628"/>
                    </a:cubicBezTo>
                    <a:cubicBezTo>
                      <a:pt x="1891" y="2113"/>
                      <a:pt x="997" y="1219"/>
                      <a:pt x="455" y="135"/>
                    </a:cubicBezTo>
                    <a:cubicBezTo>
                      <a:pt x="418" y="43"/>
                      <a:pt x="343" y="1"/>
                      <a:pt x="256"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1" name="Google Shape;691;p50"/>
              <p:cNvSpPr/>
              <p:nvPr/>
            </p:nvSpPr>
            <p:spPr>
              <a:xfrm>
                <a:off x="3769350" y="3403875"/>
                <a:ext cx="60975" cy="97400"/>
              </a:xfrm>
              <a:custGeom>
                <a:rect b="b" l="l" r="r" t="t"/>
                <a:pathLst>
                  <a:path extrusionOk="0" h="3896" w="2439">
                    <a:moveTo>
                      <a:pt x="1219" y="536"/>
                    </a:moveTo>
                    <a:cubicBezTo>
                      <a:pt x="1436" y="671"/>
                      <a:pt x="1951" y="1078"/>
                      <a:pt x="1951" y="1701"/>
                    </a:cubicBezTo>
                    <a:cubicBezTo>
                      <a:pt x="1951" y="2161"/>
                      <a:pt x="1680" y="2486"/>
                      <a:pt x="1463" y="2676"/>
                    </a:cubicBezTo>
                    <a:cubicBezTo>
                      <a:pt x="1463" y="1701"/>
                      <a:pt x="1463" y="1701"/>
                      <a:pt x="1463" y="1701"/>
                    </a:cubicBezTo>
                    <a:cubicBezTo>
                      <a:pt x="1463" y="1565"/>
                      <a:pt x="1355" y="1457"/>
                      <a:pt x="1219" y="1457"/>
                    </a:cubicBezTo>
                    <a:cubicBezTo>
                      <a:pt x="1084" y="1457"/>
                      <a:pt x="975" y="1565"/>
                      <a:pt x="975" y="1701"/>
                    </a:cubicBezTo>
                    <a:cubicBezTo>
                      <a:pt x="975" y="2676"/>
                      <a:pt x="975" y="2676"/>
                      <a:pt x="975" y="2676"/>
                    </a:cubicBezTo>
                    <a:cubicBezTo>
                      <a:pt x="759" y="2486"/>
                      <a:pt x="488" y="2161"/>
                      <a:pt x="488" y="1701"/>
                    </a:cubicBezTo>
                    <a:cubicBezTo>
                      <a:pt x="488" y="1078"/>
                      <a:pt x="1002" y="671"/>
                      <a:pt x="1219" y="536"/>
                    </a:cubicBezTo>
                    <a:close/>
                    <a:moveTo>
                      <a:pt x="1219" y="1"/>
                    </a:moveTo>
                    <a:cubicBezTo>
                      <a:pt x="1185" y="1"/>
                      <a:pt x="1151" y="8"/>
                      <a:pt x="1111" y="21"/>
                    </a:cubicBezTo>
                    <a:cubicBezTo>
                      <a:pt x="1057" y="48"/>
                      <a:pt x="0" y="590"/>
                      <a:pt x="0" y="1701"/>
                    </a:cubicBezTo>
                    <a:cubicBezTo>
                      <a:pt x="0" y="2595"/>
                      <a:pt x="677" y="3109"/>
                      <a:pt x="975" y="3299"/>
                    </a:cubicBezTo>
                    <a:cubicBezTo>
                      <a:pt x="975" y="3651"/>
                      <a:pt x="975" y="3651"/>
                      <a:pt x="975" y="3651"/>
                    </a:cubicBezTo>
                    <a:cubicBezTo>
                      <a:pt x="975" y="3787"/>
                      <a:pt x="1084" y="3895"/>
                      <a:pt x="1219" y="3895"/>
                    </a:cubicBezTo>
                    <a:cubicBezTo>
                      <a:pt x="1355" y="3895"/>
                      <a:pt x="1463" y="3787"/>
                      <a:pt x="1463" y="3651"/>
                    </a:cubicBezTo>
                    <a:cubicBezTo>
                      <a:pt x="1463" y="3299"/>
                      <a:pt x="1463" y="3299"/>
                      <a:pt x="1463" y="3299"/>
                    </a:cubicBezTo>
                    <a:cubicBezTo>
                      <a:pt x="1761" y="3109"/>
                      <a:pt x="2438" y="2595"/>
                      <a:pt x="2438" y="1701"/>
                    </a:cubicBezTo>
                    <a:cubicBezTo>
                      <a:pt x="2438" y="590"/>
                      <a:pt x="1382" y="48"/>
                      <a:pt x="1328" y="21"/>
                    </a:cubicBezTo>
                    <a:cubicBezTo>
                      <a:pt x="1287" y="8"/>
                      <a:pt x="1253" y="1"/>
                      <a:pt x="1219"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2" name="Google Shape;692;p50"/>
              <p:cNvSpPr/>
              <p:nvPr/>
            </p:nvSpPr>
            <p:spPr>
              <a:xfrm>
                <a:off x="3858750" y="3365800"/>
                <a:ext cx="77750" cy="77225"/>
              </a:xfrm>
              <a:custGeom>
                <a:rect b="b" l="l" r="r" t="t"/>
                <a:pathLst>
                  <a:path extrusionOk="0" h="3089" w="3110">
                    <a:moveTo>
                      <a:pt x="2854" y="1"/>
                    </a:moveTo>
                    <a:cubicBezTo>
                      <a:pt x="2767" y="1"/>
                      <a:pt x="2692" y="43"/>
                      <a:pt x="2655" y="135"/>
                    </a:cubicBezTo>
                    <a:cubicBezTo>
                      <a:pt x="2113" y="1219"/>
                      <a:pt x="1219" y="2113"/>
                      <a:pt x="136" y="2628"/>
                    </a:cubicBezTo>
                    <a:cubicBezTo>
                      <a:pt x="0" y="2709"/>
                      <a:pt x="-27" y="2844"/>
                      <a:pt x="27" y="2953"/>
                    </a:cubicBezTo>
                    <a:cubicBezTo>
                      <a:pt x="54" y="3061"/>
                      <a:pt x="163" y="3088"/>
                      <a:pt x="244" y="3088"/>
                    </a:cubicBezTo>
                    <a:cubicBezTo>
                      <a:pt x="271" y="3088"/>
                      <a:pt x="325" y="3088"/>
                      <a:pt x="352" y="3061"/>
                    </a:cubicBezTo>
                    <a:cubicBezTo>
                      <a:pt x="1517" y="2492"/>
                      <a:pt x="2492" y="1517"/>
                      <a:pt x="3088" y="352"/>
                    </a:cubicBezTo>
                    <a:cubicBezTo>
                      <a:pt x="3143" y="217"/>
                      <a:pt x="3088" y="81"/>
                      <a:pt x="2980" y="27"/>
                    </a:cubicBezTo>
                    <a:cubicBezTo>
                      <a:pt x="2937" y="10"/>
                      <a:pt x="2894" y="1"/>
                      <a:pt x="2854"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3" name="Google Shape;693;p50"/>
              <p:cNvSpPr/>
              <p:nvPr/>
            </p:nvSpPr>
            <p:spPr>
              <a:xfrm>
                <a:off x="3583100" y="3090125"/>
                <a:ext cx="433475" cy="433500"/>
              </a:xfrm>
              <a:custGeom>
                <a:rect b="b" l="l" r="r" t="t"/>
                <a:pathLst>
                  <a:path extrusionOk="0" fill="none" h="17340" w="17339">
                    <a:moveTo>
                      <a:pt x="17338" y="8670"/>
                    </a:moveTo>
                    <a:cubicBezTo>
                      <a:pt x="17338" y="13465"/>
                      <a:pt x="13464" y="17339"/>
                      <a:pt x="8669" y="17339"/>
                    </a:cubicBezTo>
                    <a:cubicBezTo>
                      <a:pt x="3874" y="17339"/>
                      <a:pt x="0" y="13465"/>
                      <a:pt x="0" y="8670"/>
                    </a:cubicBezTo>
                    <a:cubicBezTo>
                      <a:pt x="0" y="3875"/>
                      <a:pt x="3874" y="1"/>
                      <a:pt x="8669" y="1"/>
                    </a:cubicBezTo>
                    <a:cubicBezTo>
                      <a:pt x="13464" y="1"/>
                      <a:pt x="17338" y="3875"/>
                      <a:pt x="17338"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4" name="Google Shape;694;p50"/>
              <p:cNvSpPr/>
              <p:nvPr/>
            </p:nvSpPr>
            <p:spPr>
              <a:xfrm>
                <a:off x="3921050" y="3282475"/>
                <a:ext cx="48775" cy="48800"/>
              </a:xfrm>
              <a:custGeom>
                <a:rect b="b" l="l" r="r" t="t"/>
                <a:pathLst>
                  <a:path extrusionOk="0" h="1952" w="1951">
                    <a:moveTo>
                      <a:pt x="976" y="488"/>
                    </a:moveTo>
                    <a:cubicBezTo>
                      <a:pt x="1247" y="488"/>
                      <a:pt x="1463" y="705"/>
                      <a:pt x="1463" y="976"/>
                    </a:cubicBezTo>
                    <a:cubicBezTo>
                      <a:pt x="1463" y="1247"/>
                      <a:pt x="1247" y="1464"/>
                      <a:pt x="976" y="1464"/>
                    </a:cubicBezTo>
                    <a:cubicBezTo>
                      <a:pt x="705" y="1464"/>
                      <a:pt x="488" y="1247"/>
                      <a:pt x="488" y="976"/>
                    </a:cubicBezTo>
                    <a:cubicBezTo>
                      <a:pt x="488" y="705"/>
                      <a:pt x="705" y="488"/>
                      <a:pt x="976" y="488"/>
                    </a:cubicBezTo>
                    <a:close/>
                    <a:moveTo>
                      <a:pt x="976" y="1"/>
                    </a:moveTo>
                    <a:cubicBezTo>
                      <a:pt x="434" y="1"/>
                      <a:pt x="0" y="434"/>
                      <a:pt x="0" y="976"/>
                    </a:cubicBezTo>
                    <a:cubicBezTo>
                      <a:pt x="0" y="1518"/>
                      <a:pt x="434" y="1951"/>
                      <a:pt x="976" y="1951"/>
                    </a:cubicBezTo>
                    <a:cubicBezTo>
                      <a:pt x="1518" y="1951"/>
                      <a:pt x="1951" y="1518"/>
                      <a:pt x="1951" y="976"/>
                    </a:cubicBezTo>
                    <a:cubicBezTo>
                      <a:pt x="1951" y="434"/>
                      <a:pt x="1518" y="1"/>
                      <a:pt x="976"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5" name="Google Shape;695;p50"/>
              <p:cNvSpPr/>
              <p:nvPr/>
            </p:nvSpPr>
            <p:spPr>
              <a:xfrm>
                <a:off x="3965075" y="3326500"/>
                <a:ext cx="16450" cy="16275"/>
              </a:xfrm>
              <a:custGeom>
                <a:rect b="b" l="l" r="r" t="t"/>
                <a:pathLst>
                  <a:path extrusionOk="0" h="651" w="658">
                    <a:moveTo>
                      <a:pt x="244" y="1"/>
                    </a:moveTo>
                    <a:cubicBezTo>
                      <a:pt x="183" y="1"/>
                      <a:pt x="122" y="28"/>
                      <a:pt x="82" y="82"/>
                    </a:cubicBezTo>
                    <a:cubicBezTo>
                      <a:pt x="-27" y="163"/>
                      <a:pt x="-27" y="326"/>
                      <a:pt x="82" y="407"/>
                    </a:cubicBezTo>
                    <a:cubicBezTo>
                      <a:pt x="244" y="597"/>
                      <a:pt x="244" y="597"/>
                      <a:pt x="244" y="597"/>
                    </a:cubicBezTo>
                    <a:cubicBezTo>
                      <a:pt x="298" y="624"/>
                      <a:pt x="353" y="651"/>
                      <a:pt x="407" y="651"/>
                    </a:cubicBezTo>
                    <a:cubicBezTo>
                      <a:pt x="488" y="651"/>
                      <a:pt x="542" y="624"/>
                      <a:pt x="596" y="597"/>
                    </a:cubicBezTo>
                    <a:cubicBezTo>
                      <a:pt x="678" y="488"/>
                      <a:pt x="678" y="326"/>
                      <a:pt x="596" y="244"/>
                    </a:cubicBezTo>
                    <a:lnTo>
                      <a:pt x="407" y="82"/>
                    </a:lnTo>
                    <a:cubicBezTo>
                      <a:pt x="366" y="28"/>
                      <a:pt x="305" y="1"/>
                      <a:pt x="244"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6" name="Google Shape;696;p50"/>
              <p:cNvSpPr/>
              <p:nvPr/>
            </p:nvSpPr>
            <p:spPr>
              <a:xfrm>
                <a:off x="3939325" y="3337350"/>
                <a:ext cx="12225" cy="18300"/>
              </a:xfrm>
              <a:custGeom>
                <a:rect b="b" l="l" r="r" t="t"/>
                <a:pathLst>
                  <a:path extrusionOk="0" h="732" w="489">
                    <a:moveTo>
                      <a:pt x="245" y="0"/>
                    </a:moveTo>
                    <a:cubicBezTo>
                      <a:pt x="109" y="0"/>
                      <a:pt x="1" y="108"/>
                      <a:pt x="1" y="244"/>
                    </a:cubicBezTo>
                    <a:cubicBezTo>
                      <a:pt x="1" y="488"/>
                      <a:pt x="1" y="488"/>
                      <a:pt x="1" y="488"/>
                    </a:cubicBezTo>
                    <a:cubicBezTo>
                      <a:pt x="1" y="623"/>
                      <a:pt x="109" y="732"/>
                      <a:pt x="245" y="732"/>
                    </a:cubicBezTo>
                    <a:cubicBezTo>
                      <a:pt x="380" y="732"/>
                      <a:pt x="489" y="623"/>
                      <a:pt x="489" y="488"/>
                    </a:cubicBezTo>
                    <a:cubicBezTo>
                      <a:pt x="489" y="244"/>
                      <a:pt x="489" y="244"/>
                      <a:pt x="489" y="244"/>
                    </a:cubicBezTo>
                    <a:cubicBezTo>
                      <a:pt x="489" y="108"/>
                      <a:pt x="380" y="0"/>
                      <a:pt x="24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7" name="Google Shape;697;p50"/>
              <p:cNvSpPr/>
              <p:nvPr/>
            </p:nvSpPr>
            <p:spPr>
              <a:xfrm>
                <a:off x="3909375" y="3326500"/>
                <a:ext cx="16450" cy="16275"/>
              </a:xfrm>
              <a:custGeom>
                <a:rect b="b" l="l" r="r" t="t"/>
                <a:pathLst>
                  <a:path extrusionOk="0" h="651" w="658">
                    <a:moveTo>
                      <a:pt x="413" y="1"/>
                    </a:moveTo>
                    <a:cubicBezTo>
                      <a:pt x="352" y="1"/>
                      <a:pt x="291" y="28"/>
                      <a:pt x="251" y="82"/>
                    </a:cubicBezTo>
                    <a:cubicBezTo>
                      <a:pt x="61" y="244"/>
                      <a:pt x="61" y="244"/>
                      <a:pt x="61" y="244"/>
                    </a:cubicBezTo>
                    <a:cubicBezTo>
                      <a:pt x="-20" y="326"/>
                      <a:pt x="-20" y="488"/>
                      <a:pt x="61" y="597"/>
                    </a:cubicBezTo>
                    <a:cubicBezTo>
                      <a:pt x="115" y="624"/>
                      <a:pt x="169" y="651"/>
                      <a:pt x="251" y="651"/>
                    </a:cubicBezTo>
                    <a:cubicBezTo>
                      <a:pt x="305" y="651"/>
                      <a:pt x="359" y="624"/>
                      <a:pt x="413" y="597"/>
                    </a:cubicBezTo>
                    <a:cubicBezTo>
                      <a:pt x="576" y="407"/>
                      <a:pt x="576" y="407"/>
                      <a:pt x="576" y="407"/>
                    </a:cubicBezTo>
                    <a:cubicBezTo>
                      <a:pt x="684" y="326"/>
                      <a:pt x="684" y="163"/>
                      <a:pt x="576" y="82"/>
                    </a:cubicBezTo>
                    <a:cubicBezTo>
                      <a:pt x="535" y="28"/>
                      <a:pt x="474" y="1"/>
                      <a:pt x="413"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8" name="Google Shape;698;p50"/>
              <p:cNvSpPr/>
              <p:nvPr/>
            </p:nvSpPr>
            <p:spPr>
              <a:xfrm>
                <a:off x="3896675" y="3300775"/>
                <a:ext cx="18300" cy="12200"/>
              </a:xfrm>
              <a:custGeom>
                <a:rect b="b" l="l" r="r" t="t"/>
                <a:pathLst>
                  <a:path extrusionOk="0" h="488" w="732">
                    <a:moveTo>
                      <a:pt x="244" y="0"/>
                    </a:moveTo>
                    <a:cubicBezTo>
                      <a:pt x="109" y="0"/>
                      <a:pt x="0" y="109"/>
                      <a:pt x="0" y="244"/>
                    </a:cubicBezTo>
                    <a:cubicBezTo>
                      <a:pt x="0" y="379"/>
                      <a:pt x="109" y="488"/>
                      <a:pt x="244" y="488"/>
                    </a:cubicBezTo>
                    <a:lnTo>
                      <a:pt x="488" y="488"/>
                    </a:lnTo>
                    <a:cubicBezTo>
                      <a:pt x="623" y="488"/>
                      <a:pt x="732" y="379"/>
                      <a:pt x="732" y="244"/>
                    </a:cubicBezTo>
                    <a:cubicBezTo>
                      <a:pt x="732" y="109"/>
                      <a:pt x="623" y="0"/>
                      <a:pt x="488"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699" name="Google Shape;699;p50"/>
              <p:cNvSpPr/>
              <p:nvPr/>
            </p:nvSpPr>
            <p:spPr>
              <a:xfrm>
                <a:off x="3909375" y="3270800"/>
                <a:ext cx="16450" cy="16450"/>
              </a:xfrm>
              <a:custGeom>
                <a:rect b="b" l="l" r="r" t="t"/>
                <a:pathLst>
                  <a:path extrusionOk="0" h="658" w="658">
                    <a:moveTo>
                      <a:pt x="247" y="0"/>
                    </a:moveTo>
                    <a:cubicBezTo>
                      <a:pt x="183" y="0"/>
                      <a:pt x="115" y="21"/>
                      <a:pt x="61" y="61"/>
                    </a:cubicBezTo>
                    <a:cubicBezTo>
                      <a:pt x="-20" y="170"/>
                      <a:pt x="-20" y="305"/>
                      <a:pt x="61" y="414"/>
                    </a:cubicBezTo>
                    <a:cubicBezTo>
                      <a:pt x="251" y="576"/>
                      <a:pt x="251" y="576"/>
                      <a:pt x="251" y="576"/>
                    </a:cubicBezTo>
                    <a:cubicBezTo>
                      <a:pt x="278" y="630"/>
                      <a:pt x="359" y="657"/>
                      <a:pt x="413" y="657"/>
                    </a:cubicBezTo>
                    <a:cubicBezTo>
                      <a:pt x="467" y="657"/>
                      <a:pt x="549" y="630"/>
                      <a:pt x="576" y="576"/>
                    </a:cubicBezTo>
                    <a:cubicBezTo>
                      <a:pt x="684" y="495"/>
                      <a:pt x="684" y="332"/>
                      <a:pt x="576" y="251"/>
                    </a:cubicBezTo>
                    <a:cubicBezTo>
                      <a:pt x="413" y="61"/>
                      <a:pt x="413" y="61"/>
                      <a:pt x="413" y="61"/>
                    </a:cubicBezTo>
                    <a:cubicBezTo>
                      <a:pt x="373" y="21"/>
                      <a:pt x="312" y="0"/>
                      <a:pt x="247"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00" name="Google Shape;700;p50"/>
              <p:cNvSpPr/>
              <p:nvPr/>
            </p:nvSpPr>
            <p:spPr>
              <a:xfrm>
                <a:off x="3939325" y="3258100"/>
                <a:ext cx="12225" cy="18300"/>
              </a:xfrm>
              <a:custGeom>
                <a:rect b="b" l="l" r="r" t="t"/>
                <a:pathLst>
                  <a:path extrusionOk="0" h="732" w="489">
                    <a:moveTo>
                      <a:pt x="245" y="0"/>
                    </a:moveTo>
                    <a:cubicBezTo>
                      <a:pt x="109" y="0"/>
                      <a:pt x="1" y="109"/>
                      <a:pt x="1" y="244"/>
                    </a:cubicBezTo>
                    <a:cubicBezTo>
                      <a:pt x="1" y="488"/>
                      <a:pt x="1" y="488"/>
                      <a:pt x="1" y="488"/>
                    </a:cubicBezTo>
                    <a:cubicBezTo>
                      <a:pt x="1" y="624"/>
                      <a:pt x="109" y="732"/>
                      <a:pt x="245" y="732"/>
                    </a:cubicBezTo>
                    <a:cubicBezTo>
                      <a:pt x="380" y="732"/>
                      <a:pt x="489" y="624"/>
                      <a:pt x="489" y="488"/>
                    </a:cubicBezTo>
                    <a:cubicBezTo>
                      <a:pt x="489" y="244"/>
                      <a:pt x="489" y="244"/>
                      <a:pt x="489" y="244"/>
                    </a:cubicBezTo>
                    <a:cubicBezTo>
                      <a:pt x="489" y="109"/>
                      <a:pt x="380" y="0"/>
                      <a:pt x="24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01" name="Google Shape;701;p50"/>
              <p:cNvSpPr/>
              <p:nvPr/>
            </p:nvSpPr>
            <p:spPr>
              <a:xfrm>
                <a:off x="3965075" y="3270800"/>
                <a:ext cx="16450" cy="16450"/>
              </a:xfrm>
              <a:custGeom>
                <a:rect b="b" l="l" r="r" t="t"/>
                <a:pathLst>
                  <a:path extrusionOk="0" h="658" w="658">
                    <a:moveTo>
                      <a:pt x="420" y="0"/>
                    </a:moveTo>
                    <a:cubicBezTo>
                      <a:pt x="359" y="0"/>
                      <a:pt x="298" y="21"/>
                      <a:pt x="244" y="61"/>
                    </a:cubicBezTo>
                    <a:cubicBezTo>
                      <a:pt x="82" y="251"/>
                      <a:pt x="82" y="251"/>
                      <a:pt x="82" y="251"/>
                    </a:cubicBezTo>
                    <a:cubicBezTo>
                      <a:pt x="-27" y="332"/>
                      <a:pt x="-27" y="495"/>
                      <a:pt x="82" y="576"/>
                    </a:cubicBezTo>
                    <a:cubicBezTo>
                      <a:pt x="136" y="630"/>
                      <a:pt x="190" y="657"/>
                      <a:pt x="244" y="657"/>
                    </a:cubicBezTo>
                    <a:cubicBezTo>
                      <a:pt x="298" y="657"/>
                      <a:pt x="380" y="630"/>
                      <a:pt x="407" y="576"/>
                    </a:cubicBezTo>
                    <a:cubicBezTo>
                      <a:pt x="596" y="414"/>
                      <a:pt x="596" y="414"/>
                      <a:pt x="596" y="414"/>
                    </a:cubicBezTo>
                    <a:cubicBezTo>
                      <a:pt x="678" y="305"/>
                      <a:pt x="678" y="170"/>
                      <a:pt x="596" y="61"/>
                    </a:cubicBezTo>
                    <a:cubicBezTo>
                      <a:pt x="542" y="21"/>
                      <a:pt x="481" y="0"/>
                      <a:pt x="42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02" name="Google Shape;702;p50"/>
              <p:cNvSpPr/>
              <p:nvPr/>
            </p:nvSpPr>
            <p:spPr>
              <a:xfrm>
                <a:off x="3975900" y="3300775"/>
                <a:ext cx="18325" cy="12200"/>
              </a:xfrm>
              <a:custGeom>
                <a:rect b="b" l="l" r="r" t="t"/>
                <a:pathLst>
                  <a:path extrusionOk="0" h="488" w="733">
                    <a:moveTo>
                      <a:pt x="245" y="0"/>
                    </a:moveTo>
                    <a:cubicBezTo>
                      <a:pt x="109" y="0"/>
                      <a:pt x="1" y="109"/>
                      <a:pt x="1" y="244"/>
                    </a:cubicBezTo>
                    <a:cubicBezTo>
                      <a:pt x="1" y="379"/>
                      <a:pt x="109" y="488"/>
                      <a:pt x="245" y="488"/>
                    </a:cubicBezTo>
                    <a:lnTo>
                      <a:pt x="488" y="488"/>
                    </a:lnTo>
                    <a:cubicBezTo>
                      <a:pt x="624" y="488"/>
                      <a:pt x="732" y="379"/>
                      <a:pt x="732" y="244"/>
                    </a:cubicBezTo>
                    <a:cubicBezTo>
                      <a:pt x="732" y="109"/>
                      <a:pt x="624" y="0"/>
                      <a:pt x="488"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03" name="Google Shape;703;p50"/>
            <p:cNvSpPr txBox="1"/>
            <p:nvPr/>
          </p:nvSpPr>
          <p:spPr>
            <a:xfrm>
              <a:off x="924550" y="3876879"/>
              <a:ext cx="11568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Energy &amp; </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Utilities</a:t>
              </a:r>
              <a:endParaRPr b="1" sz="800">
                <a:solidFill>
                  <a:srgbClr val="3C3C3A"/>
                </a:solidFill>
                <a:latin typeface="Montserrat"/>
                <a:ea typeface="Montserrat"/>
                <a:cs typeface="Montserrat"/>
                <a:sym typeface="Montserrat"/>
              </a:endParaRPr>
            </a:p>
          </p:txBody>
        </p:sp>
      </p:grpSp>
      <p:grpSp>
        <p:nvGrpSpPr>
          <p:cNvPr id="704" name="Google Shape;704;p50"/>
          <p:cNvGrpSpPr/>
          <p:nvPr/>
        </p:nvGrpSpPr>
        <p:grpSpPr>
          <a:xfrm>
            <a:off x="469261" y="4249463"/>
            <a:ext cx="1614964" cy="414650"/>
            <a:chOff x="463536" y="4406550"/>
            <a:chExt cx="1614964" cy="414650"/>
          </a:xfrm>
        </p:grpSpPr>
        <p:grpSp>
          <p:nvGrpSpPr>
            <p:cNvPr id="705" name="Google Shape;705;p50"/>
            <p:cNvGrpSpPr/>
            <p:nvPr/>
          </p:nvGrpSpPr>
          <p:grpSpPr>
            <a:xfrm>
              <a:off x="463536" y="4416335"/>
              <a:ext cx="404866" cy="404866"/>
              <a:chOff x="4057175" y="3093525"/>
              <a:chExt cx="433475" cy="433475"/>
            </a:xfrm>
          </p:grpSpPr>
          <p:sp>
            <p:nvSpPr>
              <p:cNvPr id="706" name="Google Shape;706;p50"/>
              <p:cNvSpPr/>
              <p:nvPr/>
            </p:nvSpPr>
            <p:spPr>
              <a:xfrm>
                <a:off x="4423575" y="3281800"/>
                <a:ext cx="10875" cy="134800"/>
              </a:xfrm>
              <a:custGeom>
                <a:rect b="b" l="l" r="r" t="t"/>
                <a:pathLst>
                  <a:path extrusionOk="0" h="5392" w="435">
                    <a:moveTo>
                      <a:pt x="1" y="1"/>
                    </a:moveTo>
                    <a:lnTo>
                      <a:pt x="1" y="5392"/>
                    </a:lnTo>
                    <a:lnTo>
                      <a:pt x="434" y="5392"/>
                    </a:lnTo>
                    <a:lnTo>
                      <a:pt x="434" y="1"/>
                    </a:ln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07" name="Google Shape;707;p50"/>
              <p:cNvSpPr/>
              <p:nvPr/>
            </p:nvSpPr>
            <p:spPr>
              <a:xfrm>
                <a:off x="4112725" y="3146350"/>
                <a:ext cx="321725" cy="322400"/>
              </a:xfrm>
              <a:custGeom>
                <a:rect b="b" l="l" r="r" t="t"/>
                <a:pathLst>
                  <a:path extrusionOk="0" h="12896" w="12869">
                    <a:moveTo>
                      <a:pt x="10566" y="434"/>
                    </a:moveTo>
                    <a:cubicBezTo>
                      <a:pt x="11622" y="434"/>
                      <a:pt x="12435" y="1274"/>
                      <a:pt x="12435" y="2303"/>
                    </a:cubicBezTo>
                    <a:cubicBezTo>
                      <a:pt x="12435" y="3333"/>
                      <a:pt x="11622" y="4172"/>
                      <a:pt x="10566" y="4172"/>
                    </a:cubicBezTo>
                    <a:cubicBezTo>
                      <a:pt x="9536" y="4172"/>
                      <a:pt x="8723" y="3333"/>
                      <a:pt x="8723" y="2303"/>
                    </a:cubicBezTo>
                    <a:cubicBezTo>
                      <a:pt x="8723" y="1274"/>
                      <a:pt x="9536" y="434"/>
                      <a:pt x="10566" y="434"/>
                    </a:cubicBezTo>
                    <a:close/>
                    <a:moveTo>
                      <a:pt x="6990" y="434"/>
                    </a:moveTo>
                    <a:cubicBezTo>
                      <a:pt x="8453" y="1463"/>
                      <a:pt x="8453" y="1463"/>
                      <a:pt x="8453" y="1463"/>
                    </a:cubicBezTo>
                    <a:cubicBezTo>
                      <a:pt x="8398" y="1626"/>
                      <a:pt x="8344" y="1788"/>
                      <a:pt x="8317" y="1978"/>
                    </a:cubicBezTo>
                    <a:cubicBezTo>
                      <a:pt x="6692" y="840"/>
                      <a:pt x="6692" y="840"/>
                      <a:pt x="6692" y="840"/>
                    </a:cubicBezTo>
                    <a:lnTo>
                      <a:pt x="6150" y="840"/>
                    </a:lnTo>
                    <a:cubicBezTo>
                      <a:pt x="1246" y="4254"/>
                      <a:pt x="1246" y="4254"/>
                      <a:pt x="1246" y="4254"/>
                    </a:cubicBezTo>
                    <a:cubicBezTo>
                      <a:pt x="1246" y="4985"/>
                      <a:pt x="1246" y="4985"/>
                      <a:pt x="1246" y="4985"/>
                    </a:cubicBezTo>
                    <a:lnTo>
                      <a:pt x="2682" y="4985"/>
                    </a:lnTo>
                    <a:cubicBezTo>
                      <a:pt x="2682" y="4579"/>
                      <a:pt x="2682" y="4579"/>
                      <a:pt x="2682" y="4579"/>
                    </a:cubicBezTo>
                    <a:lnTo>
                      <a:pt x="1653" y="4579"/>
                    </a:lnTo>
                    <a:cubicBezTo>
                      <a:pt x="1653" y="4470"/>
                      <a:pt x="1653" y="4470"/>
                      <a:pt x="1653" y="4470"/>
                    </a:cubicBezTo>
                    <a:cubicBezTo>
                      <a:pt x="6285" y="1247"/>
                      <a:pt x="6285" y="1247"/>
                      <a:pt x="6285" y="1247"/>
                    </a:cubicBezTo>
                    <a:lnTo>
                      <a:pt x="6556" y="1247"/>
                    </a:lnTo>
                    <a:cubicBezTo>
                      <a:pt x="8290" y="2466"/>
                      <a:pt x="8290" y="2466"/>
                      <a:pt x="8290" y="2466"/>
                    </a:cubicBezTo>
                    <a:cubicBezTo>
                      <a:pt x="8290" y="4579"/>
                      <a:pt x="8290" y="4579"/>
                      <a:pt x="8290" y="4579"/>
                    </a:cubicBezTo>
                    <a:lnTo>
                      <a:pt x="3116" y="4579"/>
                    </a:lnTo>
                    <a:cubicBezTo>
                      <a:pt x="3116" y="4985"/>
                      <a:pt x="3116" y="4985"/>
                      <a:pt x="3116" y="4985"/>
                    </a:cubicBezTo>
                    <a:lnTo>
                      <a:pt x="8290" y="4985"/>
                    </a:lnTo>
                    <a:cubicBezTo>
                      <a:pt x="8290" y="5419"/>
                      <a:pt x="8290" y="5419"/>
                      <a:pt x="8290" y="5419"/>
                    </a:cubicBezTo>
                    <a:lnTo>
                      <a:pt x="407" y="5419"/>
                    </a:lnTo>
                    <a:cubicBezTo>
                      <a:pt x="407" y="4281"/>
                      <a:pt x="407" y="4281"/>
                      <a:pt x="407" y="4281"/>
                    </a:cubicBezTo>
                    <a:cubicBezTo>
                      <a:pt x="5879" y="434"/>
                      <a:pt x="5879" y="434"/>
                      <a:pt x="5879" y="434"/>
                    </a:cubicBezTo>
                    <a:close/>
                    <a:moveTo>
                      <a:pt x="2682" y="5825"/>
                    </a:moveTo>
                    <a:cubicBezTo>
                      <a:pt x="2682" y="6231"/>
                      <a:pt x="2682" y="6231"/>
                      <a:pt x="2682" y="6231"/>
                    </a:cubicBezTo>
                    <a:lnTo>
                      <a:pt x="1030" y="6231"/>
                    </a:lnTo>
                    <a:cubicBezTo>
                      <a:pt x="1030" y="5825"/>
                      <a:pt x="1030" y="5825"/>
                      <a:pt x="1030" y="5825"/>
                    </a:cubicBezTo>
                    <a:close/>
                    <a:moveTo>
                      <a:pt x="7261" y="5825"/>
                    </a:moveTo>
                    <a:lnTo>
                      <a:pt x="7261" y="6231"/>
                    </a:lnTo>
                    <a:lnTo>
                      <a:pt x="5608" y="6231"/>
                    </a:lnTo>
                    <a:cubicBezTo>
                      <a:pt x="5608" y="5825"/>
                      <a:pt x="5608" y="5825"/>
                      <a:pt x="5608" y="5825"/>
                    </a:cubicBezTo>
                    <a:close/>
                    <a:moveTo>
                      <a:pt x="2276" y="6665"/>
                    </a:moveTo>
                    <a:cubicBezTo>
                      <a:pt x="2276" y="9564"/>
                      <a:pt x="2276" y="9564"/>
                      <a:pt x="2276" y="9564"/>
                    </a:cubicBezTo>
                    <a:lnTo>
                      <a:pt x="1436" y="9564"/>
                    </a:lnTo>
                    <a:cubicBezTo>
                      <a:pt x="1436" y="6665"/>
                      <a:pt x="1436" y="6665"/>
                      <a:pt x="1436" y="6665"/>
                    </a:cubicBezTo>
                    <a:close/>
                    <a:moveTo>
                      <a:pt x="6854" y="6665"/>
                    </a:moveTo>
                    <a:cubicBezTo>
                      <a:pt x="6854" y="9564"/>
                      <a:pt x="6854" y="9564"/>
                      <a:pt x="6854" y="9564"/>
                    </a:cubicBezTo>
                    <a:lnTo>
                      <a:pt x="6014" y="9564"/>
                    </a:lnTo>
                    <a:cubicBezTo>
                      <a:pt x="6014" y="6665"/>
                      <a:pt x="6014" y="6665"/>
                      <a:pt x="6014" y="6665"/>
                    </a:cubicBezTo>
                    <a:close/>
                    <a:moveTo>
                      <a:pt x="2682" y="9970"/>
                    </a:moveTo>
                    <a:lnTo>
                      <a:pt x="2682" y="10810"/>
                    </a:lnTo>
                    <a:lnTo>
                      <a:pt x="1030" y="10810"/>
                    </a:lnTo>
                    <a:cubicBezTo>
                      <a:pt x="1030" y="9970"/>
                      <a:pt x="1030" y="9970"/>
                      <a:pt x="1030" y="9970"/>
                    </a:cubicBezTo>
                    <a:close/>
                    <a:moveTo>
                      <a:pt x="5175" y="5825"/>
                    </a:moveTo>
                    <a:cubicBezTo>
                      <a:pt x="5175" y="6665"/>
                      <a:pt x="5175" y="6665"/>
                      <a:pt x="5175" y="6665"/>
                    </a:cubicBezTo>
                    <a:lnTo>
                      <a:pt x="5608" y="6665"/>
                    </a:lnTo>
                    <a:cubicBezTo>
                      <a:pt x="5608" y="9564"/>
                      <a:pt x="5608" y="9564"/>
                      <a:pt x="5608" y="9564"/>
                    </a:cubicBezTo>
                    <a:lnTo>
                      <a:pt x="5175" y="9564"/>
                    </a:lnTo>
                    <a:lnTo>
                      <a:pt x="5175" y="10810"/>
                    </a:lnTo>
                    <a:lnTo>
                      <a:pt x="3116" y="10810"/>
                    </a:lnTo>
                    <a:cubicBezTo>
                      <a:pt x="3116" y="9564"/>
                      <a:pt x="3116" y="9564"/>
                      <a:pt x="3116" y="9564"/>
                    </a:cubicBezTo>
                    <a:lnTo>
                      <a:pt x="2682" y="9564"/>
                    </a:lnTo>
                    <a:cubicBezTo>
                      <a:pt x="2682" y="6665"/>
                      <a:pt x="2682" y="6665"/>
                      <a:pt x="2682" y="6665"/>
                    </a:cubicBezTo>
                    <a:lnTo>
                      <a:pt x="3116" y="6665"/>
                    </a:lnTo>
                    <a:cubicBezTo>
                      <a:pt x="3116" y="5825"/>
                      <a:pt x="3116" y="5825"/>
                      <a:pt x="3116" y="5825"/>
                    </a:cubicBezTo>
                    <a:close/>
                    <a:moveTo>
                      <a:pt x="7261" y="9970"/>
                    </a:moveTo>
                    <a:lnTo>
                      <a:pt x="7261" y="10810"/>
                    </a:lnTo>
                    <a:lnTo>
                      <a:pt x="5608" y="10810"/>
                    </a:lnTo>
                    <a:cubicBezTo>
                      <a:pt x="5608" y="9970"/>
                      <a:pt x="5608" y="9970"/>
                      <a:pt x="5608" y="9970"/>
                    </a:cubicBezTo>
                    <a:close/>
                    <a:moveTo>
                      <a:pt x="5743" y="0"/>
                    </a:moveTo>
                    <a:cubicBezTo>
                      <a:pt x="0" y="4064"/>
                      <a:pt x="0" y="4064"/>
                      <a:pt x="0" y="4064"/>
                    </a:cubicBezTo>
                    <a:cubicBezTo>
                      <a:pt x="0" y="5825"/>
                      <a:pt x="0" y="5825"/>
                      <a:pt x="0" y="5825"/>
                    </a:cubicBezTo>
                    <a:lnTo>
                      <a:pt x="623" y="5825"/>
                    </a:lnTo>
                    <a:cubicBezTo>
                      <a:pt x="623" y="6665"/>
                      <a:pt x="623" y="6665"/>
                      <a:pt x="623" y="6665"/>
                    </a:cubicBezTo>
                    <a:lnTo>
                      <a:pt x="1030" y="6665"/>
                    </a:lnTo>
                    <a:cubicBezTo>
                      <a:pt x="1030" y="9564"/>
                      <a:pt x="1030" y="9564"/>
                      <a:pt x="1030" y="9564"/>
                    </a:cubicBezTo>
                    <a:lnTo>
                      <a:pt x="623" y="9564"/>
                    </a:lnTo>
                    <a:cubicBezTo>
                      <a:pt x="623" y="10810"/>
                      <a:pt x="623" y="10810"/>
                      <a:pt x="623" y="10810"/>
                    </a:cubicBezTo>
                    <a:cubicBezTo>
                      <a:pt x="271" y="10810"/>
                      <a:pt x="0" y="11081"/>
                      <a:pt x="0" y="11433"/>
                    </a:cubicBezTo>
                    <a:cubicBezTo>
                      <a:pt x="0" y="11595"/>
                      <a:pt x="54" y="11731"/>
                      <a:pt x="163" y="11839"/>
                    </a:cubicBezTo>
                    <a:cubicBezTo>
                      <a:pt x="54" y="11948"/>
                      <a:pt x="0" y="12110"/>
                      <a:pt x="0" y="12273"/>
                    </a:cubicBezTo>
                    <a:cubicBezTo>
                      <a:pt x="0" y="12598"/>
                      <a:pt x="271" y="12896"/>
                      <a:pt x="623" y="12896"/>
                    </a:cubicBezTo>
                    <a:lnTo>
                      <a:pt x="7884" y="12896"/>
                    </a:lnTo>
                    <a:cubicBezTo>
                      <a:pt x="7884" y="12462"/>
                      <a:pt x="7884" y="12462"/>
                      <a:pt x="7884" y="12462"/>
                    </a:cubicBezTo>
                    <a:lnTo>
                      <a:pt x="623" y="12462"/>
                    </a:lnTo>
                    <a:cubicBezTo>
                      <a:pt x="488" y="12462"/>
                      <a:pt x="407" y="12381"/>
                      <a:pt x="407" y="12273"/>
                    </a:cubicBezTo>
                    <a:cubicBezTo>
                      <a:pt x="407" y="12137"/>
                      <a:pt x="488" y="12056"/>
                      <a:pt x="623" y="12056"/>
                    </a:cubicBezTo>
                    <a:lnTo>
                      <a:pt x="7884" y="12056"/>
                    </a:lnTo>
                    <a:cubicBezTo>
                      <a:pt x="7884" y="11650"/>
                      <a:pt x="7884" y="11650"/>
                      <a:pt x="7884" y="11650"/>
                    </a:cubicBezTo>
                    <a:lnTo>
                      <a:pt x="623" y="11650"/>
                    </a:lnTo>
                    <a:cubicBezTo>
                      <a:pt x="488" y="11650"/>
                      <a:pt x="407" y="11541"/>
                      <a:pt x="407" y="11433"/>
                    </a:cubicBezTo>
                    <a:cubicBezTo>
                      <a:pt x="407" y="11324"/>
                      <a:pt x="488" y="11216"/>
                      <a:pt x="623" y="11216"/>
                    </a:cubicBezTo>
                    <a:lnTo>
                      <a:pt x="7884" y="11216"/>
                    </a:lnTo>
                    <a:cubicBezTo>
                      <a:pt x="7884" y="10810"/>
                      <a:pt x="7884" y="10810"/>
                      <a:pt x="7884" y="10810"/>
                    </a:cubicBezTo>
                    <a:lnTo>
                      <a:pt x="7667" y="10810"/>
                    </a:lnTo>
                    <a:cubicBezTo>
                      <a:pt x="7667" y="9564"/>
                      <a:pt x="7667" y="9564"/>
                      <a:pt x="7667" y="9564"/>
                    </a:cubicBezTo>
                    <a:lnTo>
                      <a:pt x="7261" y="9564"/>
                    </a:lnTo>
                    <a:cubicBezTo>
                      <a:pt x="7261" y="6665"/>
                      <a:pt x="7261" y="6665"/>
                      <a:pt x="7261" y="6665"/>
                    </a:cubicBezTo>
                    <a:lnTo>
                      <a:pt x="7667" y="6665"/>
                    </a:lnTo>
                    <a:cubicBezTo>
                      <a:pt x="7667" y="5825"/>
                      <a:pt x="7667" y="5825"/>
                      <a:pt x="7667" y="5825"/>
                    </a:cubicBezTo>
                    <a:lnTo>
                      <a:pt x="8290" y="5825"/>
                    </a:lnTo>
                    <a:cubicBezTo>
                      <a:pt x="8290" y="10810"/>
                      <a:pt x="8290" y="10810"/>
                      <a:pt x="8290" y="10810"/>
                    </a:cubicBezTo>
                    <a:lnTo>
                      <a:pt x="8723" y="10810"/>
                    </a:lnTo>
                    <a:cubicBezTo>
                      <a:pt x="8723" y="3603"/>
                      <a:pt x="8723" y="3603"/>
                      <a:pt x="8723" y="3603"/>
                    </a:cubicBezTo>
                    <a:cubicBezTo>
                      <a:pt x="9130" y="4200"/>
                      <a:pt x="9807" y="4579"/>
                      <a:pt x="10566" y="4579"/>
                    </a:cubicBezTo>
                    <a:cubicBezTo>
                      <a:pt x="11351" y="4579"/>
                      <a:pt x="12029" y="4200"/>
                      <a:pt x="12435" y="3603"/>
                    </a:cubicBezTo>
                    <a:cubicBezTo>
                      <a:pt x="12435" y="4985"/>
                      <a:pt x="12435" y="4985"/>
                      <a:pt x="12435" y="4985"/>
                    </a:cubicBezTo>
                    <a:lnTo>
                      <a:pt x="12868" y="4985"/>
                    </a:lnTo>
                    <a:cubicBezTo>
                      <a:pt x="12868" y="2303"/>
                      <a:pt x="12868" y="2303"/>
                      <a:pt x="12868" y="2303"/>
                    </a:cubicBezTo>
                    <a:cubicBezTo>
                      <a:pt x="12868" y="1030"/>
                      <a:pt x="11839" y="0"/>
                      <a:pt x="10566" y="0"/>
                    </a:cubicBezTo>
                    <a:cubicBezTo>
                      <a:pt x="9753" y="0"/>
                      <a:pt x="9049" y="434"/>
                      <a:pt x="8642" y="1084"/>
                    </a:cubicBezTo>
                    <a:cubicBezTo>
                      <a:pt x="7125" y="0"/>
                      <a:pt x="7125" y="0"/>
                      <a:pt x="712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08" name="Google Shape;708;p50"/>
              <p:cNvSpPr/>
              <p:nvPr/>
            </p:nvSpPr>
            <p:spPr>
              <a:xfrm>
                <a:off x="4392425" y="3270975"/>
                <a:ext cx="10875" cy="124625"/>
              </a:xfrm>
              <a:custGeom>
                <a:rect b="b" l="l" r="r" t="t"/>
                <a:pathLst>
                  <a:path extrusionOk="0" h="4985" w="435">
                    <a:moveTo>
                      <a:pt x="1" y="0"/>
                    </a:moveTo>
                    <a:lnTo>
                      <a:pt x="1" y="4985"/>
                    </a:lnTo>
                    <a:lnTo>
                      <a:pt x="434" y="4985"/>
                    </a:lnTo>
                    <a:lnTo>
                      <a:pt x="434" y="0"/>
                    </a:ln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09" name="Google Shape;709;p50"/>
              <p:cNvSpPr/>
              <p:nvPr/>
            </p:nvSpPr>
            <p:spPr>
              <a:xfrm>
                <a:off x="4392425" y="3406425"/>
                <a:ext cx="10875" cy="41325"/>
              </a:xfrm>
              <a:custGeom>
                <a:rect b="b" l="l" r="r" t="t"/>
                <a:pathLst>
                  <a:path extrusionOk="0" h="1653" w="435">
                    <a:moveTo>
                      <a:pt x="1" y="0"/>
                    </a:moveTo>
                    <a:lnTo>
                      <a:pt x="1" y="1653"/>
                    </a:lnTo>
                    <a:lnTo>
                      <a:pt x="434" y="1653"/>
                    </a:lnTo>
                    <a:lnTo>
                      <a:pt x="434" y="0"/>
                    </a:ln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10" name="Google Shape;710;p50"/>
              <p:cNvSpPr/>
              <p:nvPr/>
            </p:nvSpPr>
            <p:spPr>
              <a:xfrm>
                <a:off x="4319950" y="3447725"/>
                <a:ext cx="10875" cy="21025"/>
              </a:xfrm>
              <a:custGeom>
                <a:rect b="b" l="l" r="r" t="t"/>
                <a:pathLst>
                  <a:path extrusionOk="0" h="841" w="435">
                    <a:moveTo>
                      <a:pt x="1" y="1"/>
                    </a:moveTo>
                    <a:lnTo>
                      <a:pt x="1" y="841"/>
                    </a:lnTo>
                    <a:lnTo>
                      <a:pt x="434" y="841"/>
                    </a:lnTo>
                    <a:lnTo>
                      <a:pt x="434" y="1"/>
                    </a:ln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11" name="Google Shape;711;p50"/>
              <p:cNvSpPr/>
              <p:nvPr/>
            </p:nvSpPr>
            <p:spPr>
              <a:xfrm>
                <a:off x="4356525" y="3167350"/>
                <a:ext cx="41350" cy="72475"/>
              </a:xfrm>
              <a:custGeom>
                <a:rect b="b" l="l" r="r" t="t"/>
                <a:pathLst>
                  <a:path extrusionOk="0" h="2899" w="1654">
                    <a:moveTo>
                      <a:pt x="624" y="0"/>
                    </a:moveTo>
                    <a:cubicBezTo>
                      <a:pt x="624" y="434"/>
                      <a:pt x="624" y="434"/>
                      <a:pt x="624" y="434"/>
                    </a:cubicBezTo>
                    <a:cubicBezTo>
                      <a:pt x="272" y="461"/>
                      <a:pt x="1" y="705"/>
                      <a:pt x="1" y="1030"/>
                    </a:cubicBezTo>
                    <a:cubicBezTo>
                      <a:pt x="1" y="1382"/>
                      <a:pt x="299" y="1653"/>
                      <a:pt x="678" y="1653"/>
                    </a:cubicBezTo>
                    <a:lnTo>
                      <a:pt x="976" y="1653"/>
                    </a:lnTo>
                    <a:cubicBezTo>
                      <a:pt x="1112" y="1653"/>
                      <a:pt x="1247" y="1761"/>
                      <a:pt x="1247" y="1869"/>
                    </a:cubicBezTo>
                    <a:cubicBezTo>
                      <a:pt x="1247" y="1978"/>
                      <a:pt x="1112" y="2086"/>
                      <a:pt x="976" y="2086"/>
                    </a:cubicBezTo>
                    <a:lnTo>
                      <a:pt x="678" y="2086"/>
                    </a:lnTo>
                    <a:cubicBezTo>
                      <a:pt x="543" y="2086"/>
                      <a:pt x="407" y="1978"/>
                      <a:pt x="407" y="1869"/>
                    </a:cubicBezTo>
                    <a:lnTo>
                      <a:pt x="1" y="1869"/>
                    </a:lnTo>
                    <a:cubicBezTo>
                      <a:pt x="1" y="2195"/>
                      <a:pt x="272" y="2465"/>
                      <a:pt x="624" y="2493"/>
                    </a:cubicBezTo>
                    <a:cubicBezTo>
                      <a:pt x="624" y="2899"/>
                      <a:pt x="624" y="2899"/>
                      <a:pt x="624" y="2899"/>
                    </a:cubicBezTo>
                    <a:lnTo>
                      <a:pt x="1030" y="2899"/>
                    </a:lnTo>
                    <a:cubicBezTo>
                      <a:pt x="1030" y="2493"/>
                      <a:pt x="1030" y="2493"/>
                      <a:pt x="1030" y="2493"/>
                    </a:cubicBezTo>
                    <a:cubicBezTo>
                      <a:pt x="1383" y="2465"/>
                      <a:pt x="1653" y="2195"/>
                      <a:pt x="1653" y="1869"/>
                    </a:cubicBezTo>
                    <a:cubicBezTo>
                      <a:pt x="1653" y="1517"/>
                      <a:pt x="1355" y="1246"/>
                      <a:pt x="976" y="1246"/>
                    </a:cubicBezTo>
                    <a:lnTo>
                      <a:pt x="678" y="1246"/>
                    </a:lnTo>
                    <a:cubicBezTo>
                      <a:pt x="543" y="1246"/>
                      <a:pt x="407" y="1165"/>
                      <a:pt x="407" y="1030"/>
                    </a:cubicBezTo>
                    <a:cubicBezTo>
                      <a:pt x="407" y="921"/>
                      <a:pt x="543" y="840"/>
                      <a:pt x="678" y="840"/>
                    </a:cubicBezTo>
                    <a:lnTo>
                      <a:pt x="976" y="840"/>
                    </a:lnTo>
                    <a:cubicBezTo>
                      <a:pt x="1112" y="840"/>
                      <a:pt x="1247" y="921"/>
                      <a:pt x="1247" y="1030"/>
                    </a:cubicBezTo>
                    <a:lnTo>
                      <a:pt x="1653" y="1030"/>
                    </a:lnTo>
                    <a:cubicBezTo>
                      <a:pt x="1653" y="705"/>
                      <a:pt x="1383" y="461"/>
                      <a:pt x="1030" y="434"/>
                    </a:cubicBezTo>
                    <a:cubicBezTo>
                      <a:pt x="1030" y="0"/>
                      <a:pt x="1030" y="0"/>
                      <a:pt x="103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12" name="Google Shape;712;p50"/>
              <p:cNvSpPr/>
              <p:nvPr/>
            </p:nvSpPr>
            <p:spPr>
              <a:xfrm>
                <a:off x="4057175" y="3093525"/>
                <a:ext cx="433475" cy="433475"/>
              </a:xfrm>
              <a:custGeom>
                <a:rect b="b" l="l" r="r" t="t"/>
                <a:pathLst>
                  <a:path extrusionOk="0" fill="none" h="17339" w="17339">
                    <a:moveTo>
                      <a:pt x="17339" y="8669"/>
                    </a:moveTo>
                    <a:cubicBezTo>
                      <a:pt x="17339" y="13465"/>
                      <a:pt x="13465" y="17339"/>
                      <a:pt x="8670" y="17339"/>
                    </a:cubicBezTo>
                    <a:cubicBezTo>
                      <a:pt x="3875" y="17339"/>
                      <a:pt x="1" y="13465"/>
                      <a:pt x="1" y="8669"/>
                    </a:cubicBezTo>
                    <a:cubicBezTo>
                      <a:pt x="1" y="3901"/>
                      <a:pt x="3875" y="0"/>
                      <a:pt x="8670" y="0"/>
                    </a:cubicBezTo>
                    <a:cubicBezTo>
                      <a:pt x="13465" y="0"/>
                      <a:pt x="17339" y="3901"/>
                      <a:pt x="17339" y="8669"/>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13" name="Google Shape;713;p50"/>
            <p:cNvSpPr txBox="1"/>
            <p:nvPr/>
          </p:nvSpPr>
          <p:spPr>
            <a:xfrm>
              <a:off x="921700" y="4406550"/>
              <a:ext cx="11568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Financial</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Services</a:t>
              </a:r>
              <a:endParaRPr b="1" sz="800">
                <a:solidFill>
                  <a:srgbClr val="3C3C3A"/>
                </a:solidFill>
                <a:latin typeface="Montserrat"/>
                <a:ea typeface="Montserrat"/>
                <a:cs typeface="Montserrat"/>
                <a:sym typeface="Montserrat"/>
              </a:endParaRPr>
            </a:p>
          </p:txBody>
        </p:sp>
      </p:grpSp>
      <p:grpSp>
        <p:nvGrpSpPr>
          <p:cNvPr id="714" name="Google Shape;714;p50"/>
          <p:cNvGrpSpPr/>
          <p:nvPr/>
        </p:nvGrpSpPr>
        <p:grpSpPr>
          <a:xfrm>
            <a:off x="3590261" y="1075038"/>
            <a:ext cx="1640389" cy="410700"/>
            <a:chOff x="2415211" y="1197738"/>
            <a:chExt cx="1640389" cy="410700"/>
          </a:xfrm>
        </p:grpSpPr>
        <p:grpSp>
          <p:nvGrpSpPr>
            <p:cNvPr id="715" name="Google Shape;715;p50"/>
            <p:cNvGrpSpPr/>
            <p:nvPr/>
          </p:nvGrpSpPr>
          <p:grpSpPr>
            <a:xfrm>
              <a:off x="2415211" y="1200687"/>
              <a:ext cx="404846" cy="404822"/>
              <a:chOff x="3105600" y="3571675"/>
              <a:chExt cx="433500" cy="433475"/>
            </a:xfrm>
          </p:grpSpPr>
          <p:sp>
            <p:nvSpPr>
              <p:cNvPr id="716" name="Google Shape;716;p50"/>
              <p:cNvSpPr/>
              <p:nvPr/>
            </p:nvSpPr>
            <p:spPr>
              <a:xfrm>
                <a:off x="3105600" y="3571675"/>
                <a:ext cx="433500" cy="433475"/>
              </a:xfrm>
              <a:custGeom>
                <a:rect b="b" l="l" r="r" t="t"/>
                <a:pathLst>
                  <a:path extrusionOk="0" fill="none" h="17339" w="17340">
                    <a:moveTo>
                      <a:pt x="17339" y="8670"/>
                    </a:moveTo>
                    <a:cubicBezTo>
                      <a:pt x="17339" y="13438"/>
                      <a:pt x="13438" y="17339"/>
                      <a:pt x="8670" y="17339"/>
                    </a:cubicBezTo>
                    <a:cubicBezTo>
                      <a:pt x="3875" y="17339"/>
                      <a:pt x="1" y="13438"/>
                      <a:pt x="1" y="8670"/>
                    </a:cubicBezTo>
                    <a:cubicBezTo>
                      <a:pt x="1" y="3875"/>
                      <a:pt x="3875" y="1"/>
                      <a:pt x="8670" y="1"/>
                    </a:cubicBezTo>
                    <a:cubicBezTo>
                      <a:pt x="13438"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17" name="Google Shape;717;p50"/>
              <p:cNvSpPr/>
              <p:nvPr/>
            </p:nvSpPr>
            <p:spPr>
              <a:xfrm>
                <a:off x="3167925" y="3643550"/>
                <a:ext cx="308175" cy="303375"/>
              </a:xfrm>
              <a:custGeom>
                <a:rect b="b" l="l" r="r" t="t"/>
                <a:pathLst>
                  <a:path extrusionOk="0" h="12135" w="12327">
                    <a:moveTo>
                      <a:pt x="3793" y="1379"/>
                    </a:moveTo>
                    <a:cubicBezTo>
                      <a:pt x="3793" y="1975"/>
                      <a:pt x="3793" y="1975"/>
                      <a:pt x="3793" y="1975"/>
                    </a:cubicBezTo>
                    <a:lnTo>
                      <a:pt x="1490" y="1975"/>
                    </a:lnTo>
                    <a:lnTo>
                      <a:pt x="1490" y="1379"/>
                    </a:lnTo>
                    <a:close/>
                    <a:moveTo>
                      <a:pt x="11378" y="370"/>
                    </a:moveTo>
                    <a:cubicBezTo>
                      <a:pt x="11395" y="370"/>
                      <a:pt x="11413" y="372"/>
                      <a:pt x="11433" y="377"/>
                    </a:cubicBezTo>
                    <a:cubicBezTo>
                      <a:pt x="11460" y="404"/>
                      <a:pt x="11514" y="431"/>
                      <a:pt x="11514" y="458"/>
                    </a:cubicBezTo>
                    <a:cubicBezTo>
                      <a:pt x="11541" y="512"/>
                      <a:pt x="11541" y="539"/>
                      <a:pt x="11514" y="593"/>
                    </a:cubicBezTo>
                    <a:cubicBezTo>
                      <a:pt x="11297" y="1189"/>
                      <a:pt x="11297" y="1189"/>
                      <a:pt x="11297" y="1189"/>
                    </a:cubicBezTo>
                    <a:cubicBezTo>
                      <a:pt x="11270" y="1271"/>
                      <a:pt x="11297" y="1352"/>
                      <a:pt x="11378" y="1406"/>
                    </a:cubicBezTo>
                    <a:cubicBezTo>
                      <a:pt x="11406" y="1420"/>
                      <a:pt x="11439" y="1426"/>
                      <a:pt x="11477" y="1426"/>
                    </a:cubicBezTo>
                    <a:cubicBezTo>
                      <a:pt x="11514" y="1426"/>
                      <a:pt x="11555" y="1420"/>
                      <a:pt x="11595" y="1406"/>
                    </a:cubicBezTo>
                    <a:cubicBezTo>
                      <a:pt x="11676" y="1325"/>
                      <a:pt x="11676" y="1325"/>
                      <a:pt x="11676" y="1325"/>
                    </a:cubicBezTo>
                    <a:cubicBezTo>
                      <a:pt x="11715" y="1306"/>
                      <a:pt x="11753" y="1286"/>
                      <a:pt x="11782" y="1286"/>
                    </a:cubicBezTo>
                    <a:cubicBezTo>
                      <a:pt x="11794" y="1286"/>
                      <a:pt x="11804" y="1290"/>
                      <a:pt x="11812" y="1298"/>
                    </a:cubicBezTo>
                    <a:cubicBezTo>
                      <a:pt x="11866" y="1298"/>
                      <a:pt x="11893" y="1325"/>
                      <a:pt x="11920" y="1352"/>
                    </a:cubicBezTo>
                    <a:cubicBezTo>
                      <a:pt x="11974" y="1433"/>
                      <a:pt x="11974" y="1541"/>
                      <a:pt x="11893" y="1596"/>
                    </a:cubicBezTo>
                    <a:cubicBezTo>
                      <a:pt x="11189" y="2110"/>
                      <a:pt x="11189" y="2110"/>
                      <a:pt x="11189" y="2110"/>
                    </a:cubicBezTo>
                    <a:cubicBezTo>
                      <a:pt x="11108" y="2165"/>
                      <a:pt x="11108" y="2246"/>
                      <a:pt x="11135" y="2327"/>
                    </a:cubicBezTo>
                    <a:cubicBezTo>
                      <a:pt x="11157" y="2394"/>
                      <a:pt x="11216" y="2443"/>
                      <a:pt x="11281" y="2443"/>
                    </a:cubicBezTo>
                    <a:cubicBezTo>
                      <a:pt x="11296" y="2443"/>
                      <a:pt x="11310" y="2440"/>
                      <a:pt x="11324" y="2435"/>
                    </a:cubicBezTo>
                    <a:cubicBezTo>
                      <a:pt x="11339" y="2431"/>
                      <a:pt x="11353" y="2428"/>
                      <a:pt x="11367" y="2428"/>
                    </a:cubicBezTo>
                    <a:cubicBezTo>
                      <a:pt x="11434" y="2428"/>
                      <a:pt x="11496" y="2477"/>
                      <a:pt x="11541" y="2544"/>
                    </a:cubicBezTo>
                    <a:cubicBezTo>
                      <a:pt x="11568" y="2625"/>
                      <a:pt x="11514" y="2733"/>
                      <a:pt x="11433" y="2761"/>
                    </a:cubicBezTo>
                    <a:cubicBezTo>
                      <a:pt x="10945" y="2950"/>
                      <a:pt x="10945" y="2950"/>
                      <a:pt x="10945" y="2950"/>
                    </a:cubicBezTo>
                    <a:cubicBezTo>
                      <a:pt x="10837" y="2842"/>
                      <a:pt x="10701" y="2761"/>
                      <a:pt x="10566" y="2706"/>
                    </a:cubicBezTo>
                    <a:cubicBezTo>
                      <a:pt x="10430" y="2652"/>
                      <a:pt x="10268" y="2652"/>
                      <a:pt x="10105" y="2652"/>
                    </a:cubicBezTo>
                    <a:lnTo>
                      <a:pt x="9861" y="2192"/>
                    </a:lnTo>
                    <a:cubicBezTo>
                      <a:pt x="9807" y="2110"/>
                      <a:pt x="9834" y="2002"/>
                      <a:pt x="9916" y="1948"/>
                    </a:cubicBezTo>
                    <a:cubicBezTo>
                      <a:pt x="9937" y="1941"/>
                      <a:pt x="9959" y="1937"/>
                      <a:pt x="9980" y="1937"/>
                    </a:cubicBezTo>
                    <a:cubicBezTo>
                      <a:pt x="10038" y="1937"/>
                      <a:pt x="10093" y="1962"/>
                      <a:pt x="10132" y="2002"/>
                    </a:cubicBezTo>
                    <a:cubicBezTo>
                      <a:pt x="10167" y="2054"/>
                      <a:pt x="10223" y="2072"/>
                      <a:pt x="10273" y="2072"/>
                    </a:cubicBezTo>
                    <a:cubicBezTo>
                      <a:pt x="10302" y="2072"/>
                      <a:pt x="10329" y="2066"/>
                      <a:pt x="10349" y="2056"/>
                    </a:cubicBezTo>
                    <a:cubicBezTo>
                      <a:pt x="10430" y="2029"/>
                      <a:pt x="10484" y="1948"/>
                      <a:pt x="10457" y="1839"/>
                    </a:cubicBezTo>
                    <a:cubicBezTo>
                      <a:pt x="10268" y="1000"/>
                      <a:pt x="10268" y="1000"/>
                      <a:pt x="10268" y="1000"/>
                    </a:cubicBezTo>
                    <a:cubicBezTo>
                      <a:pt x="10241" y="918"/>
                      <a:pt x="10295" y="810"/>
                      <a:pt x="10376" y="783"/>
                    </a:cubicBezTo>
                    <a:cubicBezTo>
                      <a:pt x="10430" y="783"/>
                      <a:pt x="10484" y="783"/>
                      <a:pt x="10512" y="810"/>
                    </a:cubicBezTo>
                    <a:cubicBezTo>
                      <a:pt x="10566" y="837"/>
                      <a:pt x="10593" y="864"/>
                      <a:pt x="10593" y="918"/>
                    </a:cubicBezTo>
                    <a:cubicBezTo>
                      <a:pt x="10620" y="1081"/>
                      <a:pt x="10620" y="1081"/>
                      <a:pt x="10620" y="1081"/>
                    </a:cubicBezTo>
                    <a:cubicBezTo>
                      <a:pt x="10647" y="1162"/>
                      <a:pt x="10728" y="1216"/>
                      <a:pt x="10810" y="1216"/>
                    </a:cubicBezTo>
                    <a:cubicBezTo>
                      <a:pt x="10864" y="1216"/>
                      <a:pt x="10945" y="1189"/>
                      <a:pt x="10972" y="1108"/>
                    </a:cubicBezTo>
                    <a:cubicBezTo>
                      <a:pt x="11216" y="485"/>
                      <a:pt x="11216" y="485"/>
                      <a:pt x="11216" y="485"/>
                    </a:cubicBezTo>
                    <a:cubicBezTo>
                      <a:pt x="11238" y="418"/>
                      <a:pt x="11297" y="370"/>
                      <a:pt x="11378" y="370"/>
                    </a:cubicBezTo>
                    <a:close/>
                    <a:moveTo>
                      <a:pt x="6014" y="2571"/>
                    </a:moveTo>
                    <a:cubicBezTo>
                      <a:pt x="6069" y="2571"/>
                      <a:pt x="6123" y="2625"/>
                      <a:pt x="6123" y="2679"/>
                    </a:cubicBezTo>
                    <a:cubicBezTo>
                      <a:pt x="6123" y="2950"/>
                      <a:pt x="6123" y="2950"/>
                      <a:pt x="6123" y="2950"/>
                    </a:cubicBezTo>
                    <a:cubicBezTo>
                      <a:pt x="6123" y="3004"/>
                      <a:pt x="6069" y="3059"/>
                      <a:pt x="6014" y="3059"/>
                    </a:cubicBezTo>
                    <a:lnTo>
                      <a:pt x="4660" y="3059"/>
                    </a:lnTo>
                    <a:cubicBezTo>
                      <a:pt x="4606" y="3059"/>
                      <a:pt x="4552" y="3004"/>
                      <a:pt x="4552" y="2950"/>
                    </a:cubicBezTo>
                    <a:lnTo>
                      <a:pt x="4552" y="2679"/>
                    </a:lnTo>
                    <a:cubicBezTo>
                      <a:pt x="4552" y="2625"/>
                      <a:pt x="4606" y="2571"/>
                      <a:pt x="4660" y="2571"/>
                    </a:cubicBezTo>
                    <a:close/>
                    <a:moveTo>
                      <a:pt x="6911" y="2540"/>
                    </a:moveTo>
                    <a:cubicBezTo>
                      <a:pt x="7117" y="2540"/>
                      <a:pt x="7354" y="2668"/>
                      <a:pt x="7477" y="2842"/>
                    </a:cubicBezTo>
                    <a:cubicBezTo>
                      <a:pt x="7504" y="2896"/>
                      <a:pt x="7559" y="2923"/>
                      <a:pt x="7613" y="2923"/>
                    </a:cubicBezTo>
                    <a:cubicBezTo>
                      <a:pt x="7667" y="2923"/>
                      <a:pt x="7721" y="2896"/>
                      <a:pt x="7775" y="2842"/>
                    </a:cubicBezTo>
                    <a:cubicBezTo>
                      <a:pt x="7911" y="2652"/>
                      <a:pt x="8128" y="2544"/>
                      <a:pt x="8344" y="2544"/>
                    </a:cubicBezTo>
                    <a:cubicBezTo>
                      <a:pt x="8805" y="2544"/>
                      <a:pt x="9130" y="2842"/>
                      <a:pt x="9103" y="3384"/>
                    </a:cubicBezTo>
                    <a:cubicBezTo>
                      <a:pt x="9103" y="3438"/>
                      <a:pt x="9076" y="3492"/>
                      <a:pt x="9076" y="3519"/>
                    </a:cubicBezTo>
                    <a:cubicBezTo>
                      <a:pt x="8967" y="3980"/>
                      <a:pt x="8967" y="3980"/>
                      <a:pt x="8967" y="3980"/>
                    </a:cubicBezTo>
                    <a:cubicBezTo>
                      <a:pt x="8940" y="3980"/>
                      <a:pt x="8913" y="4007"/>
                      <a:pt x="8886" y="4007"/>
                    </a:cubicBezTo>
                    <a:cubicBezTo>
                      <a:pt x="8182" y="4305"/>
                      <a:pt x="8182" y="4305"/>
                      <a:pt x="8182" y="4305"/>
                    </a:cubicBezTo>
                    <a:cubicBezTo>
                      <a:pt x="7450" y="4007"/>
                      <a:pt x="7450" y="4007"/>
                      <a:pt x="7450" y="4007"/>
                    </a:cubicBezTo>
                    <a:cubicBezTo>
                      <a:pt x="7423" y="3993"/>
                      <a:pt x="7403" y="3986"/>
                      <a:pt x="7383" y="3986"/>
                    </a:cubicBezTo>
                    <a:cubicBezTo>
                      <a:pt x="7362" y="3986"/>
                      <a:pt x="7342" y="3993"/>
                      <a:pt x="7315" y="4007"/>
                    </a:cubicBezTo>
                    <a:cubicBezTo>
                      <a:pt x="6583" y="4305"/>
                      <a:pt x="6583" y="4305"/>
                      <a:pt x="6583" y="4305"/>
                    </a:cubicBezTo>
                    <a:cubicBezTo>
                      <a:pt x="6204" y="4142"/>
                      <a:pt x="6204" y="4142"/>
                      <a:pt x="6204" y="4142"/>
                    </a:cubicBezTo>
                    <a:cubicBezTo>
                      <a:pt x="6204" y="3384"/>
                      <a:pt x="6204" y="3384"/>
                      <a:pt x="6204" y="3384"/>
                    </a:cubicBezTo>
                    <a:cubicBezTo>
                      <a:pt x="6367" y="3329"/>
                      <a:pt x="6475" y="3140"/>
                      <a:pt x="6475" y="2950"/>
                    </a:cubicBezTo>
                    <a:cubicBezTo>
                      <a:pt x="6475" y="2842"/>
                      <a:pt x="6475" y="2652"/>
                      <a:pt x="6475" y="2652"/>
                    </a:cubicBezTo>
                    <a:cubicBezTo>
                      <a:pt x="6583" y="2571"/>
                      <a:pt x="6719" y="2544"/>
                      <a:pt x="6854" y="2544"/>
                    </a:cubicBezTo>
                    <a:cubicBezTo>
                      <a:pt x="6873" y="2542"/>
                      <a:pt x="6892" y="2540"/>
                      <a:pt x="6911" y="2540"/>
                    </a:cubicBezTo>
                    <a:close/>
                    <a:moveTo>
                      <a:pt x="10187" y="3011"/>
                    </a:moveTo>
                    <a:cubicBezTo>
                      <a:pt x="10272" y="3011"/>
                      <a:pt x="10355" y="3027"/>
                      <a:pt x="10430" y="3059"/>
                    </a:cubicBezTo>
                    <a:cubicBezTo>
                      <a:pt x="10647" y="3140"/>
                      <a:pt x="10810" y="3302"/>
                      <a:pt x="10891" y="3492"/>
                    </a:cubicBezTo>
                    <a:cubicBezTo>
                      <a:pt x="10972" y="3709"/>
                      <a:pt x="10972" y="3925"/>
                      <a:pt x="10891" y="4115"/>
                    </a:cubicBezTo>
                    <a:cubicBezTo>
                      <a:pt x="10620" y="4007"/>
                      <a:pt x="10620" y="4007"/>
                      <a:pt x="10620" y="4007"/>
                    </a:cubicBezTo>
                    <a:cubicBezTo>
                      <a:pt x="10606" y="3993"/>
                      <a:pt x="10586" y="3986"/>
                      <a:pt x="10562" y="3986"/>
                    </a:cubicBezTo>
                    <a:cubicBezTo>
                      <a:pt x="10539" y="3986"/>
                      <a:pt x="10512" y="3993"/>
                      <a:pt x="10484" y="4007"/>
                    </a:cubicBezTo>
                    <a:cubicBezTo>
                      <a:pt x="9753" y="4305"/>
                      <a:pt x="9753" y="4305"/>
                      <a:pt x="9753" y="4305"/>
                    </a:cubicBezTo>
                    <a:cubicBezTo>
                      <a:pt x="9292" y="4115"/>
                      <a:pt x="9292" y="4115"/>
                      <a:pt x="9292" y="4115"/>
                    </a:cubicBezTo>
                    <a:cubicBezTo>
                      <a:pt x="9428" y="3627"/>
                      <a:pt x="9428" y="3627"/>
                      <a:pt x="9428" y="3627"/>
                    </a:cubicBezTo>
                    <a:cubicBezTo>
                      <a:pt x="9482" y="3411"/>
                      <a:pt x="9618" y="3221"/>
                      <a:pt x="9807" y="3113"/>
                    </a:cubicBezTo>
                    <a:cubicBezTo>
                      <a:pt x="9922" y="3047"/>
                      <a:pt x="10057" y="3011"/>
                      <a:pt x="10187" y="3011"/>
                    </a:cubicBezTo>
                    <a:close/>
                    <a:moveTo>
                      <a:pt x="3414" y="2354"/>
                    </a:moveTo>
                    <a:cubicBezTo>
                      <a:pt x="3414" y="2625"/>
                      <a:pt x="3414" y="2625"/>
                      <a:pt x="3414" y="2625"/>
                    </a:cubicBezTo>
                    <a:cubicBezTo>
                      <a:pt x="3414" y="2815"/>
                      <a:pt x="3468" y="3031"/>
                      <a:pt x="3576" y="3194"/>
                    </a:cubicBezTo>
                    <a:cubicBezTo>
                      <a:pt x="4091" y="4223"/>
                      <a:pt x="4091" y="4223"/>
                      <a:pt x="4091" y="4223"/>
                    </a:cubicBezTo>
                    <a:lnTo>
                      <a:pt x="3468" y="4223"/>
                    </a:lnTo>
                    <a:cubicBezTo>
                      <a:pt x="3360" y="4223"/>
                      <a:pt x="3278" y="4305"/>
                      <a:pt x="3278" y="4413"/>
                    </a:cubicBezTo>
                    <a:cubicBezTo>
                      <a:pt x="3278" y="4494"/>
                      <a:pt x="3360" y="4576"/>
                      <a:pt x="3468" y="4576"/>
                    </a:cubicBezTo>
                    <a:lnTo>
                      <a:pt x="4281" y="4576"/>
                    </a:lnTo>
                    <a:cubicBezTo>
                      <a:pt x="4470" y="4928"/>
                      <a:pt x="4470" y="4928"/>
                      <a:pt x="4470" y="4928"/>
                    </a:cubicBezTo>
                    <a:cubicBezTo>
                      <a:pt x="4443" y="5036"/>
                      <a:pt x="4416" y="5118"/>
                      <a:pt x="4362" y="5172"/>
                    </a:cubicBezTo>
                    <a:cubicBezTo>
                      <a:pt x="3793" y="5849"/>
                      <a:pt x="3793" y="5849"/>
                      <a:pt x="3793" y="5849"/>
                    </a:cubicBezTo>
                    <a:cubicBezTo>
                      <a:pt x="3712" y="5957"/>
                      <a:pt x="3630" y="6093"/>
                      <a:pt x="3576" y="6228"/>
                    </a:cubicBezTo>
                    <a:lnTo>
                      <a:pt x="352" y="6228"/>
                    </a:lnTo>
                    <a:cubicBezTo>
                      <a:pt x="352" y="5957"/>
                      <a:pt x="434" y="5686"/>
                      <a:pt x="542" y="5470"/>
                    </a:cubicBezTo>
                    <a:lnTo>
                      <a:pt x="1003" y="4576"/>
                    </a:lnTo>
                    <a:lnTo>
                      <a:pt x="2628" y="4576"/>
                    </a:lnTo>
                    <a:cubicBezTo>
                      <a:pt x="2736" y="4576"/>
                      <a:pt x="2818" y="4494"/>
                      <a:pt x="2818" y="4413"/>
                    </a:cubicBezTo>
                    <a:cubicBezTo>
                      <a:pt x="2818" y="4305"/>
                      <a:pt x="2736" y="4223"/>
                      <a:pt x="2628" y="4223"/>
                    </a:cubicBezTo>
                    <a:lnTo>
                      <a:pt x="1165" y="4223"/>
                    </a:lnTo>
                    <a:cubicBezTo>
                      <a:pt x="1707" y="3194"/>
                      <a:pt x="1707" y="3194"/>
                      <a:pt x="1707" y="3194"/>
                    </a:cubicBezTo>
                    <a:cubicBezTo>
                      <a:pt x="1815" y="3031"/>
                      <a:pt x="1870" y="2815"/>
                      <a:pt x="1870" y="2625"/>
                    </a:cubicBezTo>
                    <a:cubicBezTo>
                      <a:pt x="1870" y="2354"/>
                      <a:pt x="1870" y="2354"/>
                      <a:pt x="1870" y="2354"/>
                    </a:cubicBezTo>
                    <a:close/>
                    <a:moveTo>
                      <a:pt x="8290" y="9290"/>
                    </a:moveTo>
                    <a:cubicBezTo>
                      <a:pt x="8290" y="10482"/>
                      <a:pt x="8290" y="10482"/>
                      <a:pt x="8290" y="10482"/>
                    </a:cubicBezTo>
                    <a:cubicBezTo>
                      <a:pt x="8290" y="10563"/>
                      <a:pt x="8209" y="10644"/>
                      <a:pt x="8128" y="10644"/>
                    </a:cubicBezTo>
                    <a:cubicBezTo>
                      <a:pt x="8019" y="10644"/>
                      <a:pt x="7938" y="10563"/>
                      <a:pt x="7938" y="10482"/>
                    </a:cubicBezTo>
                    <a:lnTo>
                      <a:pt x="7938" y="9290"/>
                    </a:lnTo>
                    <a:close/>
                    <a:moveTo>
                      <a:pt x="9753" y="9290"/>
                    </a:moveTo>
                    <a:cubicBezTo>
                      <a:pt x="9753" y="10482"/>
                      <a:pt x="9753" y="10482"/>
                      <a:pt x="9753" y="10482"/>
                    </a:cubicBezTo>
                    <a:cubicBezTo>
                      <a:pt x="9753" y="10563"/>
                      <a:pt x="9672" y="10644"/>
                      <a:pt x="9563" y="10644"/>
                    </a:cubicBezTo>
                    <a:cubicBezTo>
                      <a:pt x="9455" y="10644"/>
                      <a:pt x="9374" y="10563"/>
                      <a:pt x="9374" y="10482"/>
                    </a:cubicBezTo>
                    <a:lnTo>
                      <a:pt x="9374" y="9290"/>
                    </a:lnTo>
                    <a:close/>
                    <a:moveTo>
                      <a:pt x="9022" y="9290"/>
                    </a:moveTo>
                    <a:cubicBezTo>
                      <a:pt x="9022" y="10482"/>
                      <a:pt x="9022" y="10482"/>
                      <a:pt x="9022" y="10482"/>
                    </a:cubicBezTo>
                    <a:cubicBezTo>
                      <a:pt x="9022" y="10780"/>
                      <a:pt x="9265" y="11023"/>
                      <a:pt x="9563" y="11023"/>
                    </a:cubicBezTo>
                    <a:cubicBezTo>
                      <a:pt x="9861" y="11023"/>
                      <a:pt x="10105" y="10780"/>
                      <a:pt x="10105" y="10482"/>
                    </a:cubicBezTo>
                    <a:cubicBezTo>
                      <a:pt x="10105" y="9317"/>
                      <a:pt x="10105" y="9317"/>
                      <a:pt x="10105" y="9317"/>
                    </a:cubicBezTo>
                    <a:cubicBezTo>
                      <a:pt x="10620" y="9425"/>
                      <a:pt x="10999" y="9858"/>
                      <a:pt x="10999" y="10400"/>
                    </a:cubicBezTo>
                    <a:cubicBezTo>
                      <a:pt x="10999" y="10698"/>
                      <a:pt x="10999" y="10698"/>
                      <a:pt x="10999" y="10698"/>
                    </a:cubicBezTo>
                    <a:cubicBezTo>
                      <a:pt x="10999" y="11294"/>
                      <a:pt x="10512" y="11782"/>
                      <a:pt x="9888" y="11782"/>
                    </a:cubicBezTo>
                    <a:lnTo>
                      <a:pt x="7179" y="11782"/>
                    </a:lnTo>
                    <a:cubicBezTo>
                      <a:pt x="7206" y="11728"/>
                      <a:pt x="7206" y="11674"/>
                      <a:pt x="7206" y="11592"/>
                    </a:cubicBezTo>
                    <a:cubicBezTo>
                      <a:pt x="7206" y="9290"/>
                      <a:pt x="7206" y="9290"/>
                      <a:pt x="7206" y="9290"/>
                    </a:cubicBezTo>
                    <a:lnTo>
                      <a:pt x="7586" y="9290"/>
                    </a:lnTo>
                    <a:cubicBezTo>
                      <a:pt x="7586" y="10482"/>
                      <a:pt x="7586" y="10482"/>
                      <a:pt x="7586" y="10482"/>
                    </a:cubicBezTo>
                    <a:cubicBezTo>
                      <a:pt x="7586" y="10780"/>
                      <a:pt x="7830" y="11023"/>
                      <a:pt x="8128" y="11023"/>
                    </a:cubicBezTo>
                    <a:cubicBezTo>
                      <a:pt x="8426" y="11023"/>
                      <a:pt x="8669" y="10780"/>
                      <a:pt x="8669" y="10482"/>
                    </a:cubicBezTo>
                    <a:cubicBezTo>
                      <a:pt x="8669" y="9290"/>
                      <a:pt x="8669" y="9290"/>
                      <a:pt x="8669" y="9290"/>
                    </a:cubicBezTo>
                    <a:close/>
                    <a:moveTo>
                      <a:pt x="5825" y="3438"/>
                    </a:moveTo>
                    <a:cubicBezTo>
                      <a:pt x="5825" y="4820"/>
                      <a:pt x="5825" y="4820"/>
                      <a:pt x="5825" y="4820"/>
                    </a:cubicBezTo>
                    <a:cubicBezTo>
                      <a:pt x="5825" y="5036"/>
                      <a:pt x="5906" y="5253"/>
                      <a:pt x="6042" y="5416"/>
                    </a:cubicBezTo>
                    <a:cubicBezTo>
                      <a:pt x="6610" y="6066"/>
                      <a:pt x="6610" y="6066"/>
                      <a:pt x="6610" y="6066"/>
                    </a:cubicBezTo>
                    <a:cubicBezTo>
                      <a:pt x="6746" y="6255"/>
                      <a:pt x="6854" y="6499"/>
                      <a:pt x="6854" y="6716"/>
                    </a:cubicBezTo>
                    <a:cubicBezTo>
                      <a:pt x="6854" y="7474"/>
                      <a:pt x="6854" y="7474"/>
                      <a:pt x="6854" y="7474"/>
                    </a:cubicBezTo>
                    <a:cubicBezTo>
                      <a:pt x="6854" y="7583"/>
                      <a:pt x="6936" y="7664"/>
                      <a:pt x="7017" y="7664"/>
                    </a:cubicBezTo>
                    <a:cubicBezTo>
                      <a:pt x="7125" y="7664"/>
                      <a:pt x="7206" y="7583"/>
                      <a:pt x="7206" y="7474"/>
                    </a:cubicBezTo>
                    <a:cubicBezTo>
                      <a:pt x="7206" y="6716"/>
                      <a:pt x="7206" y="6716"/>
                      <a:pt x="7206" y="6716"/>
                    </a:cubicBezTo>
                    <a:cubicBezTo>
                      <a:pt x="7206" y="6391"/>
                      <a:pt x="7098" y="6093"/>
                      <a:pt x="6881" y="5849"/>
                    </a:cubicBezTo>
                    <a:cubicBezTo>
                      <a:pt x="6312" y="5172"/>
                      <a:pt x="6312" y="5172"/>
                      <a:pt x="6312" y="5172"/>
                    </a:cubicBezTo>
                    <a:cubicBezTo>
                      <a:pt x="6231" y="5063"/>
                      <a:pt x="6204" y="4955"/>
                      <a:pt x="6204" y="4820"/>
                    </a:cubicBezTo>
                    <a:cubicBezTo>
                      <a:pt x="6204" y="4522"/>
                      <a:pt x="6204" y="4522"/>
                      <a:pt x="6204" y="4522"/>
                    </a:cubicBezTo>
                    <a:cubicBezTo>
                      <a:pt x="6529" y="4657"/>
                      <a:pt x="6529" y="4657"/>
                      <a:pt x="6529" y="4657"/>
                    </a:cubicBezTo>
                    <a:cubicBezTo>
                      <a:pt x="6543" y="4671"/>
                      <a:pt x="6563" y="4677"/>
                      <a:pt x="6587" y="4677"/>
                    </a:cubicBezTo>
                    <a:cubicBezTo>
                      <a:pt x="6610" y="4677"/>
                      <a:pt x="6638" y="4671"/>
                      <a:pt x="6665" y="4657"/>
                    </a:cubicBezTo>
                    <a:cubicBezTo>
                      <a:pt x="7369" y="4359"/>
                      <a:pt x="7369" y="4359"/>
                      <a:pt x="7369" y="4359"/>
                    </a:cubicBezTo>
                    <a:cubicBezTo>
                      <a:pt x="8100" y="4657"/>
                      <a:pt x="8100" y="4657"/>
                      <a:pt x="8100" y="4657"/>
                    </a:cubicBezTo>
                    <a:cubicBezTo>
                      <a:pt x="8128" y="4671"/>
                      <a:pt x="8155" y="4677"/>
                      <a:pt x="8178" y="4677"/>
                    </a:cubicBezTo>
                    <a:cubicBezTo>
                      <a:pt x="8202" y="4677"/>
                      <a:pt x="8222" y="4671"/>
                      <a:pt x="8236" y="4657"/>
                    </a:cubicBezTo>
                    <a:cubicBezTo>
                      <a:pt x="8967" y="4359"/>
                      <a:pt x="8967" y="4359"/>
                      <a:pt x="8967" y="4359"/>
                    </a:cubicBezTo>
                    <a:cubicBezTo>
                      <a:pt x="9699" y="4657"/>
                      <a:pt x="9699" y="4657"/>
                      <a:pt x="9699" y="4657"/>
                    </a:cubicBezTo>
                    <a:cubicBezTo>
                      <a:pt x="9712" y="4671"/>
                      <a:pt x="9733" y="4677"/>
                      <a:pt x="9756" y="4677"/>
                    </a:cubicBezTo>
                    <a:cubicBezTo>
                      <a:pt x="9780" y="4677"/>
                      <a:pt x="9807" y="4671"/>
                      <a:pt x="9834" y="4657"/>
                    </a:cubicBezTo>
                    <a:cubicBezTo>
                      <a:pt x="10566" y="4359"/>
                      <a:pt x="10566" y="4359"/>
                      <a:pt x="10566" y="4359"/>
                    </a:cubicBezTo>
                    <a:cubicBezTo>
                      <a:pt x="11270" y="4657"/>
                      <a:pt x="11270" y="4657"/>
                      <a:pt x="11270" y="4657"/>
                    </a:cubicBezTo>
                    <a:cubicBezTo>
                      <a:pt x="11297" y="4671"/>
                      <a:pt x="11324" y="4677"/>
                      <a:pt x="11348" y="4677"/>
                    </a:cubicBezTo>
                    <a:cubicBezTo>
                      <a:pt x="11372" y="4677"/>
                      <a:pt x="11392" y="4671"/>
                      <a:pt x="11406" y="4657"/>
                    </a:cubicBezTo>
                    <a:cubicBezTo>
                      <a:pt x="11974" y="4440"/>
                      <a:pt x="11974" y="4440"/>
                      <a:pt x="11974" y="4440"/>
                    </a:cubicBezTo>
                    <a:lnTo>
                      <a:pt x="11974" y="11782"/>
                    </a:lnTo>
                    <a:lnTo>
                      <a:pt x="10864" y="11782"/>
                    </a:lnTo>
                    <a:cubicBezTo>
                      <a:pt x="11162" y="11511"/>
                      <a:pt x="11351" y="11132"/>
                      <a:pt x="11351" y="10698"/>
                    </a:cubicBezTo>
                    <a:cubicBezTo>
                      <a:pt x="11351" y="10400"/>
                      <a:pt x="11351" y="10400"/>
                      <a:pt x="11351" y="10400"/>
                    </a:cubicBezTo>
                    <a:cubicBezTo>
                      <a:pt x="11351" y="9588"/>
                      <a:pt x="10701" y="8937"/>
                      <a:pt x="9888" y="8937"/>
                    </a:cubicBezTo>
                    <a:lnTo>
                      <a:pt x="7206" y="8937"/>
                    </a:lnTo>
                    <a:cubicBezTo>
                      <a:pt x="7206" y="8341"/>
                      <a:pt x="7206" y="8341"/>
                      <a:pt x="7206" y="8341"/>
                    </a:cubicBezTo>
                    <a:cubicBezTo>
                      <a:pt x="7206" y="8233"/>
                      <a:pt x="7125" y="8152"/>
                      <a:pt x="7017" y="8152"/>
                    </a:cubicBezTo>
                    <a:cubicBezTo>
                      <a:pt x="6936" y="8152"/>
                      <a:pt x="6854" y="8233"/>
                      <a:pt x="6854" y="8341"/>
                    </a:cubicBezTo>
                    <a:cubicBezTo>
                      <a:pt x="6854" y="11592"/>
                      <a:pt x="6854" y="11592"/>
                      <a:pt x="6854" y="11592"/>
                    </a:cubicBezTo>
                    <a:cubicBezTo>
                      <a:pt x="6854" y="11701"/>
                      <a:pt x="6773" y="11782"/>
                      <a:pt x="6665" y="11782"/>
                    </a:cubicBezTo>
                    <a:lnTo>
                      <a:pt x="4010" y="11782"/>
                    </a:lnTo>
                    <a:cubicBezTo>
                      <a:pt x="3901" y="11782"/>
                      <a:pt x="3820" y="11701"/>
                      <a:pt x="3820" y="11592"/>
                    </a:cubicBezTo>
                    <a:cubicBezTo>
                      <a:pt x="3820" y="6716"/>
                      <a:pt x="3820" y="6716"/>
                      <a:pt x="3820" y="6716"/>
                    </a:cubicBezTo>
                    <a:cubicBezTo>
                      <a:pt x="3820" y="6499"/>
                      <a:pt x="3928" y="6255"/>
                      <a:pt x="4064" y="6066"/>
                    </a:cubicBezTo>
                    <a:cubicBezTo>
                      <a:pt x="4633" y="5416"/>
                      <a:pt x="4633" y="5416"/>
                      <a:pt x="4633" y="5416"/>
                    </a:cubicBezTo>
                    <a:cubicBezTo>
                      <a:pt x="4768" y="5253"/>
                      <a:pt x="4850" y="5036"/>
                      <a:pt x="4850" y="4820"/>
                    </a:cubicBezTo>
                    <a:cubicBezTo>
                      <a:pt x="4850" y="3438"/>
                      <a:pt x="4850" y="3438"/>
                      <a:pt x="4850" y="3438"/>
                    </a:cubicBezTo>
                    <a:close/>
                    <a:moveTo>
                      <a:pt x="11381" y="1"/>
                    </a:moveTo>
                    <a:cubicBezTo>
                      <a:pt x="11161" y="1"/>
                      <a:pt x="10951" y="131"/>
                      <a:pt x="10864" y="349"/>
                    </a:cubicBezTo>
                    <a:cubicBezTo>
                      <a:pt x="10782" y="566"/>
                      <a:pt x="10782" y="566"/>
                      <a:pt x="10782" y="566"/>
                    </a:cubicBezTo>
                    <a:cubicBezTo>
                      <a:pt x="10755" y="539"/>
                      <a:pt x="10728" y="512"/>
                      <a:pt x="10701" y="512"/>
                    </a:cubicBezTo>
                    <a:cubicBezTo>
                      <a:pt x="10620" y="451"/>
                      <a:pt x="10508" y="421"/>
                      <a:pt x="10400" y="421"/>
                    </a:cubicBezTo>
                    <a:cubicBezTo>
                      <a:pt x="10364" y="421"/>
                      <a:pt x="10329" y="424"/>
                      <a:pt x="10295" y="431"/>
                    </a:cubicBezTo>
                    <a:cubicBezTo>
                      <a:pt x="10024" y="512"/>
                      <a:pt x="9834" y="810"/>
                      <a:pt x="9916" y="1081"/>
                    </a:cubicBezTo>
                    <a:cubicBezTo>
                      <a:pt x="10024" y="1569"/>
                      <a:pt x="10024" y="1569"/>
                      <a:pt x="10024" y="1569"/>
                    </a:cubicBezTo>
                    <a:cubicBezTo>
                      <a:pt x="9943" y="1569"/>
                      <a:pt x="9834" y="1596"/>
                      <a:pt x="9753" y="1650"/>
                    </a:cubicBezTo>
                    <a:cubicBezTo>
                      <a:pt x="9482" y="1785"/>
                      <a:pt x="9401" y="2110"/>
                      <a:pt x="9536" y="2381"/>
                    </a:cubicBezTo>
                    <a:cubicBezTo>
                      <a:pt x="9753" y="2733"/>
                      <a:pt x="9753" y="2733"/>
                      <a:pt x="9753" y="2733"/>
                    </a:cubicBezTo>
                    <a:cubicBezTo>
                      <a:pt x="9645" y="2761"/>
                      <a:pt x="9509" y="2842"/>
                      <a:pt x="9428" y="2950"/>
                    </a:cubicBezTo>
                    <a:cubicBezTo>
                      <a:pt x="9292" y="2490"/>
                      <a:pt x="8886" y="2165"/>
                      <a:pt x="8344" y="2165"/>
                    </a:cubicBezTo>
                    <a:cubicBezTo>
                      <a:pt x="8128" y="2165"/>
                      <a:pt x="7911" y="2246"/>
                      <a:pt x="7721" y="2381"/>
                    </a:cubicBezTo>
                    <a:cubicBezTo>
                      <a:pt x="7694" y="2165"/>
                      <a:pt x="7775" y="1948"/>
                      <a:pt x="7911" y="1812"/>
                    </a:cubicBezTo>
                    <a:cubicBezTo>
                      <a:pt x="7965" y="1731"/>
                      <a:pt x="7965" y="1623"/>
                      <a:pt x="7911" y="1541"/>
                    </a:cubicBezTo>
                    <a:cubicBezTo>
                      <a:pt x="7874" y="1517"/>
                      <a:pt x="7832" y="1504"/>
                      <a:pt x="7790" y="1504"/>
                    </a:cubicBezTo>
                    <a:cubicBezTo>
                      <a:pt x="7738" y="1504"/>
                      <a:pt x="7685" y="1524"/>
                      <a:pt x="7640" y="1569"/>
                    </a:cubicBezTo>
                    <a:cubicBezTo>
                      <a:pt x="7450" y="1758"/>
                      <a:pt x="7369" y="2029"/>
                      <a:pt x="7369" y="2300"/>
                    </a:cubicBezTo>
                    <a:cubicBezTo>
                      <a:pt x="7258" y="2233"/>
                      <a:pt x="7091" y="2185"/>
                      <a:pt x="6930" y="2185"/>
                    </a:cubicBezTo>
                    <a:cubicBezTo>
                      <a:pt x="6895" y="2185"/>
                      <a:pt x="6861" y="2187"/>
                      <a:pt x="6827" y="2192"/>
                    </a:cubicBezTo>
                    <a:cubicBezTo>
                      <a:pt x="6638" y="2192"/>
                      <a:pt x="6475" y="2246"/>
                      <a:pt x="6312" y="2327"/>
                    </a:cubicBezTo>
                    <a:cubicBezTo>
                      <a:pt x="6231" y="2273"/>
                      <a:pt x="6123" y="2219"/>
                      <a:pt x="6014" y="2219"/>
                    </a:cubicBezTo>
                    <a:lnTo>
                      <a:pt x="4660" y="2219"/>
                    </a:lnTo>
                    <a:cubicBezTo>
                      <a:pt x="4416" y="2219"/>
                      <a:pt x="4199" y="2435"/>
                      <a:pt x="4199" y="2679"/>
                    </a:cubicBezTo>
                    <a:cubicBezTo>
                      <a:pt x="4199" y="2950"/>
                      <a:pt x="4199" y="2950"/>
                      <a:pt x="4199" y="2950"/>
                    </a:cubicBezTo>
                    <a:cubicBezTo>
                      <a:pt x="4199" y="3140"/>
                      <a:pt x="4308" y="3329"/>
                      <a:pt x="4470" y="3384"/>
                    </a:cubicBezTo>
                    <a:cubicBezTo>
                      <a:pt x="4470" y="4169"/>
                      <a:pt x="4470" y="4169"/>
                      <a:pt x="4470" y="4169"/>
                    </a:cubicBezTo>
                    <a:cubicBezTo>
                      <a:pt x="4470" y="4169"/>
                      <a:pt x="3901" y="3031"/>
                      <a:pt x="3901" y="3031"/>
                    </a:cubicBezTo>
                    <a:cubicBezTo>
                      <a:pt x="3820" y="2896"/>
                      <a:pt x="3793" y="2761"/>
                      <a:pt x="3793" y="2625"/>
                    </a:cubicBezTo>
                    <a:cubicBezTo>
                      <a:pt x="3793" y="2354"/>
                      <a:pt x="3793" y="2354"/>
                      <a:pt x="3793" y="2354"/>
                    </a:cubicBezTo>
                    <a:lnTo>
                      <a:pt x="3847" y="2354"/>
                    </a:lnTo>
                    <a:cubicBezTo>
                      <a:pt x="4010" y="2354"/>
                      <a:pt x="4145" y="2219"/>
                      <a:pt x="4145" y="2029"/>
                    </a:cubicBezTo>
                    <a:cubicBezTo>
                      <a:pt x="4145" y="1325"/>
                      <a:pt x="4145" y="1325"/>
                      <a:pt x="4145" y="1325"/>
                    </a:cubicBezTo>
                    <a:cubicBezTo>
                      <a:pt x="4145" y="1162"/>
                      <a:pt x="4010" y="1027"/>
                      <a:pt x="3847" y="1027"/>
                    </a:cubicBezTo>
                    <a:lnTo>
                      <a:pt x="1436" y="1027"/>
                    </a:lnTo>
                    <a:cubicBezTo>
                      <a:pt x="1274" y="1027"/>
                      <a:pt x="1138" y="1162"/>
                      <a:pt x="1138" y="1325"/>
                    </a:cubicBezTo>
                    <a:cubicBezTo>
                      <a:pt x="1138" y="2029"/>
                      <a:pt x="1138" y="2029"/>
                      <a:pt x="1138" y="2029"/>
                    </a:cubicBezTo>
                    <a:cubicBezTo>
                      <a:pt x="1138" y="2219"/>
                      <a:pt x="1274" y="2354"/>
                      <a:pt x="1436" y="2354"/>
                    </a:cubicBezTo>
                    <a:lnTo>
                      <a:pt x="1490" y="2354"/>
                    </a:lnTo>
                    <a:cubicBezTo>
                      <a:pt x="1490" y="2625"/>
                      <a:pt x="1490" y="2625"/>
                      <a:pt x="1490" y="2625"/>
                    </a:cubicBezTo>
                    <a:cubicBezTo>
                      <a:pt x="1490" y="2761"/>
                      <a:pt x="1463" y="2896"/>
                      <a:pt x="1382" y="3031"/>
                    </a:cubicBezTo>
                    <a:cubicBezTo>
                      <a:pt x="1382" y="3031"/>
                      <a:pt x="217" y="5307"/>
                      <a:pt x="217" y="5307"/>
                    </a:cubicBezTo>
                    <a:cubicBezTo>
                      <a:pt x="82" y="5605"/>
                      <a:pt x="0" y="5930"/>
                      <a:pt x="0" y="6255"/>
                    </a:cubicBezTo>
                    <a:cubicBezTo>
                      <a:pt x="0" y="8260"/>
                      <a:pt x="0" y="8260"/>
                      <a:pt x="0" y="8260"/>
                    </a:cubicBezTo>
                    <a:cubicBezTo>
                      <a:pt x="0" y="8341"/>
                      <a:pt x="82" y="8423"/>
                      <a:pt x="163" y="8423"/>
                    </a:cubicBezTo>
                    <a:cubicBezTo>
                      <a:pt x="271" y="8423"/>
                      <a:pt x="352" y="8341"/>
                      <a:pt x="352" y="8260"/>
                    </a:cubicBezTo>
                    <a:cubicBezTo>
                      <a:pt x="352" y="7312"/>
                      <a:pt x="352" y="7312"/>
                      <a:pt x="352" y="7312"/>
                    </a:cubicBezTo>
                    <a:lnTo>
                      <a:pt x="352" y="6580"/>
                    </a:lnTo>
                    <a:lnTo>
                      <a:pt x="3468" y="6580"/>
                    </a:lnTo>
                    <a:cubicBezTo>
                      <a:pt x="3468" y="6635"/>
                      <a:pt x="3468" y="6689"/>
                      <a:pt x="3468" y="6716"/>
                    </a:cubicBezTo>
                    <a:cubicBezTo>
                      <a:pt x="3468" y="6933"/>
                      <a:pt x="3468" y="6933"/>
                      <a:pt x="3468" y="6933"/>
                    </a:cubicBezTo>
                    <a:cubicBezTo>
                      <a:pt x="3468" y="7312"/>
                      <a:pt x="3468" y="7312"/>
                      <a:pt x="3468" y="7312"/>
                    </a:cubicBezTo>
                    <a:cubicBezTo>
                      <a:pt x="3468" y="9750"/>
                      <a:pt x="3468" y="9750"/>
                      <a:pt x="3468" y="9750"/>
                    </a:cubicBezTo>
                    <a:cubicBezTo>
                      <a:pt x="3468" y="10129"/>
                      <a:pt x="3468" y="10129"/>
                      <a:pt x="3468" y="10129"/>
                    </a:cubicBezTo>
                    <a:cubicBezTo>
                      <a:pt x="3468" y="10563"/>
                      <a:pt x="3468" y="10563"/>
                      <a:pt x="3468" y="10563"/>
                    </a:cubicBezTo>
                    <a:lnTo>
                      <a:pt x="1815" y="10563"/>
                    </a:lnTo>
                    <a:cubicBezTo>
                      <a:pt x="1734" y="10563"/>
                      <a:pt x="1653" y="10644"/>
                      <a:pt x="1653" y="10725"/>
                    </a:cubicBezTo>
                    <a:cubicBezTo>
                      <a:pt x="1653" y="10834"/>
                      <a:pt x="1734" y="10915"/>
                      <a:pt x="1815" y="10915"/>
                    </a:cubicBezTo>
                    <a:lnTo>
                      <a:pt x="3468" y="10915"/>
                    </a:lnTo>
                    <a:cubicBezTo>
                      <a:pt x="3468" y="11592"/>
                      <a:pt x="3468" y="11592"/>
                      <a:pt x="3468" y="11592"/>
                    </a:cubicBezTo>
                    <a:cubicBezTo>
                      <a:pt x="3468" y="11674"/>
                      <a:pt x="3495" y="11728"/>
                      <a:pt x="3495" y="11782"/>
                    </a:cubicBezTo>
                    <a:lnTo>
                      <a:pt x="542" y="11782"/>
                    </a:lnTo>
                    <a:cubicBezTo>
                      <a:pt x="434" y="11782"/>
                      <a:pt x="352" y="11701"/>
                      <a:pt x="352" y="11592"/>
                    </a:cubicBezTo>
                    <a:cubicBezTo>
                      <a:pt x="352" y="10915"/>
                      <a:pt x="352" y="10915"/>
                      <a:pt x="352" y="10915"/>
                    </a:cubicBezTo>
                    <a:lnTo>
                      <a:pt x="976" y="10915"/>
                    </a:lnTo>
                    <a:cubicBezTo>
                      <a:pt x="1084" y="10915"/>
                      <a:pt x="1165" y="10834"/>
                      <a:pt x="1165" y="10725"/>
                    </a:cubicBezTo>
                    <a:cubicBezTo>
                      <a:pt x="1165" y="10644"/>
                      <a:pt x="1084" y="10563"/>
                      <a:pt x="976" y="10563"/>
                    </a:cubicBezTo>
                    <a:lnTo>
                      <a:pt x="352" y="10563"/>
                    </a:lnTo>
                    <a:cubicBezTo>
                      <a:pt x="352" y="9967"/>
                      <a:pt x="352" y="9967"/>
                      <a:pt x="352" y="9967"/>
                    </a:cubicBezTo>
                    <a:cubicBezTo>
                      <a:pt x="352" y="9588"/>
                      <a:pt x="352" y="9588"/>
                      <a:pt x="352" y="9588"/>
                    </a:cubicBezTo>
                    <a:cubicBezTo>
                      <a:pt x="352" y="9100"/>
                      <a:pt x="352" y="9100"/>
                      <a:pt x="352" y="9100"/>
                    </a:cubicBezTo>
                    <a:cubicBezTo>
                      <a:pt x="352" y="8992"/>
                      <a:pt x="271" y="8910"/>
                      <a:pt x="163" y="8910"/>
                    </a:cubicBezTo>
                    <a:cubicBezTo>
                      <a:pt x="82" y="8910"/>
                      <a:pt x="0" y="8992"/>
                      <a:pt x="0" y="9100"/>
                    </a:cubicBezTo>
                    <a:cubicBezTo>
                      <a:pt x="0" y="11592"/>
                      <a:pt x="0" y="11592"/>
                      <a:pt x="0" y="11592"/>
                    </a:cubicBezTo>
                    <a:cubicBezTo>
                      <a:pt x="0" y="11890"/>
                      <a:pt x="244" y="12134"/>
                      <a:pt x="542" y="12134"/>
                    </a:cubicBezTo>
                    <a:lnTo>
                      <a:pt x="12137" y="12134"/>
                    </a:lnTo>
                    <a:cubicBezTo>
                      <a:pt x="12245" y="12134"/>
                      <a:pt x="12327" y="12053"/>
                      <a:pt x="12327" y="11972"/>
                    </a:cubicBezTo>
                    <a:cubicBezTo>
                      <a:pt x="12327" y="4169"/>
                      <a:pt x="12327" y="4169"/>
                      <a:pt x="12327" y="4169"/>
                    </a:cubicBezTo>
                    <a:cubicBezTo>
                      <a:pt x="12327" y="4115"/>
                      <a:pt x="12300" y="4061"/>
                      <a:pt x="12245" y="4034"/>
                    </a:cubicBezTo>
                    <a:cubicBezTo>
                      <a:pt x="12214" y="4002"/>
                      <a:pt x="12182" y="3989"/>
                      <a:pt x="12150" y="3989"/>
                    </a:cubicBezTo>
                    <a:cubicBezTo>
                      <a:pt x="12128" y="3989"/>
                      <a:pt x="12105" y="3996"/>
                      <a:pt x="12083" y="4007"/>
                    </a:cubicBezTo>
                    <a:cubicBezTo>
                      <a:pt x="11351" y="4305"/>
                      <a:pt x="11351" y="4305"/>
                      <a:pt x="11351" y="4305"/>
                    </a:cubicBezTo>
                    <a:cubicBezTo>
                      <a:pt x="11216" y="4251"/>
                      <a:pt x="11216" y="4251"/>
                      <a:pt x="11216" y="4251"/>
                    </a:cubicBezTo>
                    <a:cubicBezTo>
                      <a:pt x="11351" y="3980"/>
                      <a:pt x="11351" y="3655"/>
                      <a:pt x="11243" y="3357"/>
                    </a:cubicBezTo>
                    <a:cubicBezTo>
                      <a:pt x="11216" y="3329"/>
                      <a:pt x="11189" y="3275"/>
                      <a:pt x="11189" y="3248"/>
                    </a:cubicBezTo>
                    <a:cubicBezTo>
                      <a:pt x="11568" y="3113"/>
                      <a:pt x="11568" y="3113"/>
                      <a:pt x="11568" y="3113"/>
                    </a:cubicBezTo>
                    <a:cubicBezTo>
                      <a:pt x="11839" y="3004"/>
                      <a:pt x="11974" y="2679"/>
                      <a:pt x="11866" y="2408"/>
                    </a:cubicBezTo>
                    <a:cubicBezTo>
                      <a:pt x="11839" y="2327"/>
                      <a:pt x="11785" y="2246"/>
                      <a:pt x="11704" y="2192"/>
                    </a:cubicBezTo>
                    <a:cubicBezTo>
                      <a:pt x="12110" y="1894"/>
                      <a:pt x="12110" y="1894"/>
                      <a:pt x="12110" y="1894"/>
                    </a:cubicBezTo>
                    <a:cubicBezTo>
                      <a:pt x="12354" y="1704"/>
                      <a:pt x="12381" y="1379"/>
                      <a:pt x="12218" y="1135"/>
                    </a:cubicBezTo>
                    <a:cubicBezTo>
                      <a:pt x="12137" y="1027"/>
                      <a:pt x="12002" y="945"/>
                      <a:pt x="11866" y="918"/>
                    </a:cubicBezTo>
                    <a:lnTo>
                      <a:pt x="11785" y="918"/>
                    </a:lnTo>
                    <a:cubicBezTo>
                      <a:pt x="11866" y="729"/>
                      <a:pt x="11866" y="729"/>
                      <a:pt x="11866" y="729"/>
                    </a:cubicBezTo>
                    <a:cubicBezTo>
                      <a:pt x="11920" y="593"/>
                      <a:pt x="11920" y="431"/>
                      <a:pt x="11839" y="322"/>
                    </a:cubicBezTo>
                    <a:cubicBezTo>
                      <a:pt x="11785" y="187"/>
                      <a:pt x="11676" y="79"/>
                      <a:pt x="11541" y="24"/>
                    </a:cubicBezTo>
                    <a:cubicBezTo>
                      <a:pt x="11488" y="9"/>
                      <a:pt x="11435" y="1"/>
                      <a:pt x="11381"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18" name="Google Shape;718;p50"/>
            <p:cNvSpPr txBox="1"/>
            <p:nvPr/>
          </p:nvSpPr>
          <p:spPr>
            <a:xfrm>
              <a:off x="2898800" y="1197738"/>
              <a:ext cx="1156800" cy="41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Food &amp; </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Beverage</a:t>
              </a:r>
              <a:endParaRPr b="1" sz="800">
                <a:solidFill>
                  <a:srgbClr val="3C3C3A"/>
                </a:solidFill>
                <a:latin typeface="Montserrat"/>
                <a:ea typeface="Montserrat"/>
                <a:cs typeface="Montserrat"/>
                <a:sym typeface="Montserrat"/>
              </a:endParaRPr>
            </a:p>
          </p:txBody>
        </p:sp>
      </p:grpSp>
      <p:grpSp>
        <p:nvGrpSpPr>
          <p:cNvPr id="719" name="Google Shape;719;p50"/>
          <p:cNvGrpSpPr/>
          <p:nvPr/>
        </p:nvGrpSpPr>
        <p:grpSpPr>
          <a:xfrm>
            <a:off x="3590261" y="1611113"/>
            <a:ext cx="1926889" cy="410400"/>
            <a:chOff x="2415211" y="1733813"/>
            <a:chExt cx="1926889" cy="410400"/>
          </a:xfrm>
        </p:grpSpPr>
        <p:grpSp>
          <p:nvGrpSpPr>
            <p:cNvPr id="720" name="Google Shape;720;p50"/>
            <p:cNvGrpSpPr/>
            <p:nvPr/>
          </p:nvGrpSpPr>
          <p:grpSpPr>
            <a:xfrm>
              <a:off x="2415211" y="1736585"/>
              <a:ext cx="404866" cy="404866"/>
              <a:chOff x="3587825" y="3575750"/>
              <a:chExt cx="433475" cy="433475"/>
            </a:xfrm>
          </p:grpSpPr>
          <p:sp>
            <p:nvSpPr>
              <p:cNvPr id="721" name="Google Shape;721;p50"/>
              <p:cNvSpPr/>
              <p:nvPr/>
            </p:nvSpPr>
            <p:spPr>
              <a:xfrm>
                <a:off x="3587825" y="3575750"/>
                <a:ext cx="433475" cy="433475"/>
              </a:xfrm>
              <a:custGeom>
                <a:rect b="b" l="l" r="r" t="t"/>
                <a:pathLst>
                  <a:path extrusionOk="0" fill="none" h="17339" w="17339">
                    <a:moveTo>
                      <a:pt x="17339" y="8669"/>
                    </a:moveTo>
                    <a:cubicBezTo>
                      <a:pt x="17339" y="13464"/>
                      <a:pt x="13438" y="17338"/>
                      <a:pt x="8670" y="17338"/>
                    </a:cubicBezTo>
                    <a:cubicBezTo>
                      <a:pt x="3875" y="17338"/>
                      <a:pt x="1" y="13464"/>
                      <a:pt x="1" y="8669"/>
                    </a:cubicBezTo>
                    <a:cubicBezTo>
                      <a:pt x="1" y="3901"/>
                      <a:pt x="3875" y="0"/>
                      <a:pt x="8670" y="0"/>
                    </a:cubicBezTo>
                    <a:cubicBezTo>
                      <a:pt x="13438" y="0"/>
                      <a:pt x="17339" y="3901"/>
                      <a:pt x="17339" y="8669"/>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22" name="Google Shape;722;p50"/>
              <p:cNvSpPr/>
              <p:nvPr/>
            </p:nvSpPr>
            <p:spPr>
              <a:xfrm>
                <a:off x="3663000" y="3644150"/>
                <a:ext cx="236400" cy="151050"/>
              </a:xfrm>
              <a:custGeom>
                <a:rect b="b" l="l" r="r" t="t"/>
                <a:pathLst>
                  <a:path extrusionOk="0" h="6042" w="9456">
                    <a:moveTo>
                      <a:pt x="217" y="0"/>
                    </a:moveTo>
                    <a:cubicBezTo>
                      <a:pt x="109" y="0"/>
                      <a:pt x="1" y="109"/>
                      <a:pt x="1" y="217"/>
                    </a:cubicBezTo>
                    <a:cubicBezTo>
                      <a:pt x="1" y="5825"/>
                      <a:pt x="1" y="5825"/>
                      <a:pt x="1" y="5825"/>
                    </a:cubicBezTo>
                    <a:cubicBezTo>
                      <a:pt x="1" y="5933"/>
                      <a:pt x="109" y="6042"/>
                      <a:pt x="217" y="6042"/>
                    </a:cubicBezTo>
                    <a:cubicBezTo>
                      <a:pt x="326" y="6042"/>
                      <a:pt x="434" y="5933"/>
                      <a:pt x="434" y="5825"/>
                    </a:cubicBezTo>
                    <a:cubicBezTo>
                      <a:pt x="434" y="434"/>
                      <a:pt x="434" y="434"/>
                      <a:pt x="434" y="434"/>
                    </a:cubicBezTo>
                    <a:lnTo>
                      <a:pt x="9022" y="434"/>
                    </a:lnTo>
                    <a:cubicBezTo>
                      <a:pt x="9022" y="4091"/>
                      <a:pt x="9022" y="4091"/>
                      <a:pt x="9022" y="4091"/>
                    </a:cubicBezTo>
                    <a:cubicBezTo>
                      <a:pt x="9022" y="4227"/>
                      <a:pt x="9130" y="4308"/>
                      <a:pt x="9239" y="4308"/>
                    </a:cubicBezTo>
                    <a:cubicBezTo>
                      <a:pt x="9374" y="4308"/>
                      <a:pt x="9456" y="4227"/>
                      <a:pt x="9456" y="4091"/>
                    </a:cubicBezTo>
                    <a:cubicBezTo>
                      <a:pt x="9456" y="217"/>
                      <a:pt x="9456" y="217"/>
                      <a:pt x="9456" y="217"/>
                    </a:cubicBezTo>
                    <a:cubicBezTo>
                      <a:pt x="9456" y="109"/>
                      <a:pt x="9374" y="0"/>
                      <a:pt x="923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23" name="Google Shape;723;p50"/>
              <p:cNvSpPr/>
              <p:nvPr/>
            </p:nvSpPr>
            <p:spPr>
              <a:xfrm>
                <a:off x="3695525" y="3719325"/>
                <a:ext cx="172050" cy="43375"/>
              </a:xfrm>
              <a:custGeom>
                <a:rect b="b" l="l" r="r" t="t"/>
                <a:pathLst>
                  <a:path extrusionOk="0" h="1735" w="6882">
                    <a:moveTo>
                      <a:pt x="1273" y="434"/>
                    </a:moveTo>
                    <a:cubicBezTo>
                      <a:pt x="1273" y="1301"/>
                      <a:pt x="1273" y="1301"/>
                      <a:pt x="1273" y="1301"/>
                    </a:cubicBezTo>
                    <a:lnTo>
                      <a:pt x="407" y="1301"/>
                    </a:lnTo>
                    <a:lnTo>
                      <a:pt x="407" y="434"/>
                    </a:lnTo>
                    <a:close/>
                    <a:moveTo>
                      <a:pt x="2574" y="434"/>
                    </a:moveTo>
                    <a:lnTo>
                      <a:pt x="2574" y="1301"/>
                    </a:lnTo>
                    <a:lnTo>
                      <a:pt x="1707" y="1301"/>
                    </a:lnTo>
                    <a:cubicBezTo>
                      <a:pt x="1707" y="434"/>
                      <a:pt x="1707" y="434"/>
                      <a:pt x="1707" y="434"/>
                    </a:cubicBezTo>
                    <a:close/>
                    <a:moveTo>
                      <a:pt x="3847" y="434"/>
                    </a:moveTo>
                    <a:lnTo>
                      <a:pt x="3847" y="1301"/>
                    </a:lnTo>
                    <a:lnTo>
                      <a:pt x="3007" y="1301"/>
                    </a:lnTo>
                    <a:cubicBezTo>
                      <a:pt x="3007" y="434"/>
                      <a:pt x="3007" y="434"/>
                      <a:pt x="3007" y="434"/>
                    </a:cubicBezTo>
                    <a:close/>
                    <a:moveTo>
                      <a:pt x="5147" y="434"/>
                    </a:moveTo>
                    <a:lnTo>
                      <a:pt x="5147" y="1301"/>
                    </a:lnTo>
                    <a:lnTo>
                      <a:pt x="4281" y="1301"/>
                    </a:lnTo>
                    <a:cubicBezTo>
                      <a:pt x="4281" y="434"/>
                      <a:pt x="4281" y="434"/>
                      <a:pt x="4281" y="434"/>
                    </a:cubicBezTo>
                    <a:close/>
                    <a:moveTo>
                      <a:pt x="6448" y="434"/>
                    </a:moveTo>
                    <a:lnTo>
                      <a:pt x="6448" y="1301"/>
                    </a:lnTo>
                    <a:lnTo>
                      <a:pt x="5581" y="1301"/>
                    </a:lnTo>
                    <a:cubicBezTo>
                      <a:pt x="5581" y="434"/>
                      <a:pt x="5581" y="434"/>
                      <a:pt x="5581" y="434"/>
                    </a:cubicBezTo>
                    <a:close/>
                    <a:moveTo>
                      <a:pt x="217" y="0"/>
                    </a:moveTo>
                    <a:cubicBezTo>
                      <a:pt x="81" y="0"/>
                      <a:pt x="0" y="109"/>
                      <a:pt x="0" y="217"/>
                    </a:cubicBezTo>
                    <a:cubicBezTo>
                      <a:pt x="0" y="1518"/>
                      <a:pt x="0" y="1518"/>
                      <a:pt x="0" y="1518"/>
                    </a:cubicBezTo>
                    <a:cubicBezTo>
                      <a:pt x="0" y="1626"/>
                      <a:pt x="81" y="1734"/>
                      <a:pt x="217" y="1734"/>
                    </a:cubicBezTo>
                    <a:lnTo>
                      <a:pt x="6665" y="1734"/>
                    </a:lnTo>
                    <a:cubicBezTo>
                      <a:pt x="6773" y="1734"/>
                      <a:pt x="6881" y="1626"/>
                      <a:pt x="6881" y="1518"/>
                    </a:cubicBezTo>
                    <a:cubicBezTo>
                      <a:pt x="6881" y="217"/>
                      <a:pt x="6881" y="217"/>
                      <a:pt x="6881" y="217"/>
                    </a:cubicBezTo>
                    <a:cubicBezTo>
                      <a:pt x="6881" y="109"/>
                      <a:pt x="6773" y="0"/>
                      <a:pt x="666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24" name="Google Shape;724;p50"/>
              <p:cNvSpPr/>
              <p:nvPr/>
            </p:nvSpPr>
            <p:spPr>
              <a:xfrm>
                <a:off x="3663000" y="3762550"/>
                <a:ext cx="311575" cy="204675"/>
              </a:xfrm>
              <a:custGeom>
                <a:rect b="b" l="l" r="r" t="t"/>
                <a:pathLst>
                  <a:path extrusionOk="0" h="8187" w="12463">
                    <a:moveTo>
                      <a:pt x="2574" y="872"/>
                    </a:moveTo>
                    <a:cubicBezTo>
                      <a:pt x="2574" y="1712"/>
                      <a:pt x="2574" y="1712"/>
                      <a:pt x="2574" y="1712"/>
                    </a:cubicBezTo>
                    <a:lnTo>
                      <a:pt x="1708" y="1712"/>
                    </a:lnTo>
                    <a:lnTo>
                      <a:pt x="1708" y="872"/>
                    </a:lnTo>
                    <a:close/>
                    <a:moveTo>
                      <a:pt x="3875" y="872"/>
                    </a:moveTo>
                    <a:cubicBezTo>
                      <a:pt x="3875" y="1712"/>
                      <a:pt x="3875" y="1712"/>
                      <a:pt x="3875" y="1712"/>
                    </a:cubicBezTo>
                    <a:lnTo>
                      <a:pt x="3008" y="1712"/>
                    </a:lnTo>
                    <a:lnTo>
                      <a:pt x="3008" y="872"/>
                    </a:lnTo>
                    <a:close/>
                    <a:moveTo>
                      <a:pt x="5148" y="872"/>
                    </a:moveTo>
                    <a:cubicBezTo>
                      <a:pt x="5148" y="1712"/>
                      <a:pt x="5148" y="1712"/>
                      <a:pt x="5148" y="1712"/>
                    </a:cubicBezTo>
                    <a:lnTo>
                      <a:pt x="4308" y="1712"/>
                    </a:lnTo>
                    <a:lnTo>
                      <a:pt x="4308" y="872"/>
                    </a:lnTo>
                    <a:close/>
                    <a:moveTo>
                      <a:pt x="2574" y="3012"/>
                    </a:moveTo>
                    <a:cubicBezTo>
                      <a:pt x="2574" y="3879"/>
                      <a:pt x="2574" y="3879"/>
                      <a:pt x="2574" y="3879"/>
                    </a:cubicBezTo>
                    <a:lnTo>
                      <a:pt x="1708" y="3879"/>
                    </a:lnTo>
                    <a:lnTo>
                      <a:pt x="1708" y="3012"/>
                    </a:lnTo>
                    <a:close/>
                    <a:moveTo>
                      <a:pt x="3875" y="3012"/>
                    </a:moveTo>
                    <a:cubicBezTo>
                      <a:pt x="3875" y="3879"/>
                      <a:pt x="3875" y="3879"/>
                      <a:pt x="3875" y="3879"/>
                    </a:cubicBezTo>
                    <a:lnTo>
                      <a:pt x="3008" y="3879"/>
                    </a:lnTo>
                    <a:lnTo>
                      <a:pt x="3008" y="3012"/>
                    </a:lnTo>
                    <a:close/>
                    <a:moveTo>
                      <a:pt x="5148" y="3012"/>
                    </a:moveTo>
                    <a:cubicBezTo>
                      <a:pt x="5148" y="3879"/>
                      <a:pt x="5148" y="3879"/>
                      <a:pt x="5148" y="3879"/>
                    </a:cubicBezTo>
                    <a:lnTo>
                      <a:pt x="4308" y="3879"/>
                    </a:lnTo>
                    <a:lnTo>
                      <a:pt x="4308" y="3012"/>
                    </a:lnTo>
                    <a:close/>
                    <a:moveTo>
                      <a:pt x="6232" y="5153"/>
                    </a:moveTo>
                    <a:cubicBezTo>
                      <a:pt x="6232" y="7753"/>
                      <a:pt x="6232" y="7753"/>
                      <a:pt x="6232" y="7753"/>
                    </a:cubicBezTo>
                    <a:lnTo>
                      <a:pt x="4958" y="7753"/>
                    </a:lnTo>
                    <a:cubicBezTo>
                      <a:pt x="4958" y="6670"/>
                      <a:pt x="4958" y="6670"/>
                      <a:pt x="4958" y="6670"/>
                    </a:cubicBezTo>
                    <a:lnTo>
                      <a:pt x="5148" y="6670"/>
                    </a:lnTo>
                    <a:cubicBezTo>
                      <a:pt x="5284" y="6670"/>
                      <a:pt x="5365" y="6561"/>
                      <a:pt x="5365" y="6453"/>
                    </a:cubicBezTo>
                    <a:cubicBezTo>
                      <a:pt x="5365" y="6345"/>
                      <a:pt x="5284" y="6236"/>
                      <a:pt x="5148" y="6236"/>
                    </a:cubicBezTo>
                    <a:lnTo>
                      <a:pt x="4958" y="6236"/>
                    </a:lnTo>
                    <a:cubicBezTo>
                      <a:pt x="4958" y="5153"/>
                      <a:pt x="4958" y="5153"/>
                      <a:pt x="4958" y="5153"/>
                    </a:cubicBezTo>
                    <a:close/>
                    <a:moveTo>
                      <a:pt x="9246" y="1"/>
                    </a:moveTo>
                    <a:cubicBezTo>
                      <a:pt x="8269" y="1"/>
                      <a:pt x="7306" y="445"/>
                      <a:pt x="6665" y="1279"/>
                    </a:cubicBezTo>
                    <a:cubicBezTo>
                      <a:pt x="6557" y="1414"/>
                      <a:pt x="6476" y="1577"/>
                      <a:pt x="6394" y="1712"/>
                    </a:cubicBezTo>
                    <a:lnTo>
                      <a:pt x="5582" y="1712"/>
                    </a:lnTo>
                    <a:cubicBezTo>
                      <a:pt x="5582" y="872"/>
                      <a:pt x="5582" y="872"/>
                      <a:pt x="5582" y="872"/>
                    </a:cubicBezTo>
                    <a:lnTo>
                      <a:pt x="6448" y="872"/>
                    </a:lnTo>
                    <a:cubicBezTo>
                      <a:pt x="6584" y="872"/>
                      <a:pt x="6665" y="764"/>
                      <a:pt x="6665" y="656"/>
                    </a:cubicBezTo>
                    <a:cubicBezTo>
                      <a:pt x="6665" y="520"/>
                      <a:pt x="6584" y="439"/>
                      <a:pt x="6448" y="439"/>
                    </a:cubicBezTo>
                    <a:lnTo>
                      <a:pt x="1518" y="439"/>
                    </a:lnTo>
                    <a:cubicBezTo>
                      <a:pt x="1382" y="439"/>
                      <a:pt x="1301" y="520"/>
                      <a:pt x="1301" y="656"/>
                    </a:cubicBezTo>
                    <a:cubicBezTo>
                      <a:pt x="1301" y="1929"/>
                      <a:pt x="1301" y="1929"/>
                      <a:pt x="1301" y="1929"/>
                    </a:cubicBezTo>
                    <a:cubicBezTo>
                      <a:pt x="1301" y="2064"/>
                      <a:pt x="1382" y="2146"/>
                      <a:pt x="1518" y="2146"/>
                    </a:cubicBezTo>
                    <a:lnTo>
                      <a:pt x="6205" y="2146"/>
                    </a:lnTo>
                    <a:cubicBezTo>
                      <a:pt x="6150" y="2308"/>
                      <a:pt x="6123" y="2444"/>
                      <a:pt x="6096" y="2579"/>
                    </a:cubicBezTo>
                    <a:lnTo>
                      <a:pt x="1518" y="2579"/>
                    </a:lnTo>
                    <a:cubicBezTo>
                      <a:pt x="1382" y="2579"/>
                      <a:pt x="1301" y="2687"/>
                      <a:pt x="1301" y="2796"/>
                    </a:cubicBezTo>
                    <a:cubicBezTo>
                      <a:pt x="1301" y="4096"/>
                      <a:pt x="1301" y="4096"/>
                      <a:pt x="1301" y="4096"/>
                    </a:cubicBezTo>
                    <a:cubicBezTo>
                      <a:pt x="1301" y="4204"/>
                      <a:pt x="1382" y="4313"/>
                      <a:pt x="1518" y="4313"/>
                    </a:cubicBezTo>
                    <a:lnTo>
                      <a:pt x="5527" y="4313"/>
                    </a:lnTo>
                    <a:cubicBezTo>
                      <a:pt x="5636" y="4313"/>
                      <a:pt x="5744" y="4204"/>
                      <a:pt x="5744" y="4096"/>
                    </a:cubicBezTo>
                    <a:cubicBezTo>
                      <a:pt x="5744" y="3988"/>
                      <a:pt x="5690" y="3906"/>
                      <a:pt x="5582" y="3879"/>
                    </a:cubicBezTo>
                    <a:cubicBezTo>
                      <a:pt x="5582" y="3012"/>
                      <a:pt x="5582" y="3012"/>
                      <a:pt x="5582" y="3012"/>
                    </a:cubicBezTo>
                    <a:lnTo>
                      <a:pt x="6042" y="3012"/>
                    </a:lnTo>
                    <a:cubicBezTo>
                      <a:pt x="6015" y="3094"/>
                      <a:pt x="6015" y="3148"/>
                      <a:pt x="6015" y="3229"/>
                    </a:cubicBezTo>
                    <a:cubicBezTo>
                      <a:pt x="6042" y="3744"/>
                      <a:pt x="6178" y="4259"/>
                      <a:pt x="6394" y="4746"/>
                    </a:cubicBezTo>
                    <a:lnTo>
                      <a:pt x="3008" y="4746"/>
                    </a:lnTo>
                    <a:cubicBezTo>
                      <a:pt x="2900" y="4746"/>
                      <a:pt x="2791" y="4828"/>
                      <a:pt x="2791" y="4963"/>
                    </a:cubicBezTo>
                    <a:cubicBezTo>
                      <a:pt x="2791" y="7103"/>
                      <a:pt x="2791" y="7103"/>
                      <a:pt x="2791" y="7103"/>
                    </a:cubicBezTo>
                    <a:cubicBezTo>
                      <a:pt x="2791" y="7212"/>
                      <a:pt x="2900" y="7320"/>
                      <a:pt x="3008" y="7320"/>
                    </a:cubicBezTo>
                    <a:cubicBezTo>
                      <a:pt x="3116" y="7320"/>
                      <a:pt x="3225" y="7212"/>
                      <a:pt x="3225" y="7103"/>
                    </a:cubicBezTo>
                    <a:cubicBezTo>
                      <a:pt x="3225" y="5153"/>
                      <a:pt x="3225" y="5153"/>
                      <a:pt x="3225" y="5153"/>
                    </a:cubicBezTo>
                    <a:lnTo>
                      <a:pt x="4525" y="5153"/>
                    </a:lnTo>
                    <a:cubicBezTo>
                      <a:pt x="4525" y="6236"/>
                      <a:pt x="4525" y="6236"/>
                      <a:pt x="4525" y="6236"/>
                    </a:cubicBezTo>
                    <a:lnTo>
                      <a:pt x="4308" y="6236"/>
                    </a:lnTo>
                    <a:cubicBezTo>
                      <a:pt x="4173" y="6236"/>
                      <a:pt x="4092" y="6345"/>
                      <a:pt x="4092" y="6453"/>
                    </a:cubicBezTo>
                    <a:cubicBezTo>
                      <a:pt x="4092" y="6561"/>
                      <a:pt x="4173" y="6670"/>
                      <a:pt x="4308" y="6670"/>
                    </a:cubicBezTo>
                    <a:lnTo>
                      <a:pt x="4525" y="6670"/>
                    </a:lnTo>
                    <a:cubicBezTo>
                      <a:pt x="4525" y="7753"/>
                      <a:pt x="4525" y="7753"/>
                      <a:pt x="4525" y="7753"/>
                    </a:cubicBezTo>
                    <a:lnTo>
                      <a:pt x="434" y="7753"/>
                    </a:lnTo>
                    <a:cubicBezTo>
                      <a:pt x="434" y="1929"/>
                      <a:pt x="434" y="1929"/>
                      <a:pt x="434" y="1929"/>
                    </a:cubicBezTo>
                    <a:cubicBezTo>
                      <a:pt x="434" y="1820"/>
                      <a:pt x="326" y="1712"/>
                      <a:pt x="217" y="1712"/>
                    </a:cubicBezTo>
                    <a:cubicBezTo>
                      <a:pt x="109" y="1712"/>
                      <a:pt x="1" y="1820"/>
                      <a:pt x="1" y="1929"/>
                    </a:cubicBezTo>
                    <a:cubicBezTo>
                      <a:pt x="1" y="7970"/>
                      <a:pt x="1" y="7970"/>
                      <a:pt x="1" y="7970"/>
                    </a:cubicBezTo>
                    <a:cubicBezTo>
                      <a:pt x="1" y="8078"/>
                      <a:pt x="109" y="8187"/>
                      <a:pt x="217" y="8187"/>
                    </a:cubicBezTo>
                    <a:lnTo>
                      <a:pt x="8182" y="8187"/>
                    </a:lnTo>
                    <a:cubicBezTo>
                      <a:pt x="8291" y="8187"/>
                      <a:pt x="8399" y="8078"/>
                      <a:pt x="8399" y="7970"/>
                    </a:cubicBezTo>
                    <a:cubicBezTo>
                      <a:pt x="8399" y="7835"/>
                      <a:pt x="8291" y="7753"/>
                      <a:pt x="8182" y="7753"/>
                    </a:cubicBezTo>
                    <a:lnTo>
                      <a:pt x="6665" y="7753"/>
                    </a:lnTo>
                    <a:cubicBezTo>
                      <a:pt x="6665" y="5261"/>
                      <a:pt x="6665" y="5261"/>
                      <a:pt x="6665" y="5261"/>
                    </a:cubicBezTo>
                    <a:cubicBezTo>
                      <a:pt x="7532" y="6778"/>
                      <a:pt x="9022" y="8051"/>
                      <a:pt x="9103" y="8133"/>
                    </a:cubicBezTo>
                    <a:cubicBezTo>
                      <a:pt x="9144" y="8160"/>
                      <a:pt x="9198" y="8173"/>
                      <a:pt x="9249" y="8173"/>
                    </a:cubicBezTo>
                    <a:cubicBezTo>
                      <a:pt x="9300" y="8173"/>
                      <a:pt x="9347" y="8160"/>
                      <a:pt x="9374" y="8133"/>
                    </a:cubicBezTo>
                    <a:cubicBezTo>
                      <a:pt x="9510" y="8024"/>
                      <a:pt x="12463" y="5451"/>
                      <a:pt x="12463" y="3229"/>
                    </a:cubicBezTo>
                    <a:cubicBezTo>
                      <a:pt x="12463" y="2525"/>
                      <a:pt x="12246" y="1848"/>
                      <a:pt x="11840" y="1306"/>
                    </a:cubicBezTo>
                    <a:cubicBezTo>
                      <a:pt x="11792" y="1242"/>
                      <a:pt x="11726" y="1216"/>
                      <a:pt x="11657" y="1216"/>
                    </a:cubicBezTo>
                    <a:cubicBezTo>
                      <a:pt x="11609" y="1216"/>
                      <a:pt x="11559" y="1229"/>
                      <a:pt x="11514" y="1252"/>
                    </a:cubicBezTo>
                    <a:cubicBezTo>
                      <a:pt x="11433" y="1333"/>
                      <a:pt x="11406" y="1468"/>
                      <a:pt x="11487" y="1550"/>
                    </a:cubicBezTo>
                    <a:cubicBezTo>
                      <a:pt x="11840" y="2037"/>
                      <a:pt x="12056" y="2633"/>
                      <a:pt x="12056" y="3229"/>
                    </a:cubicBezTo>
                    <a:cubicBezTo>
                      <a:pt x="12056" y="4990"/>
                      <a:pt x="9835" y="7130"/>
                      <a:pt x="9239" y="7672"/>
                    </a:cubicBezTo>
                    <a:cubicBezTo>
                      <a:pt x="8670" y="7130"/>
                      <a:pt x="6448" y="4990"/>
                      <a:pt x="6448" y="3229"/>
                    </a:cubicBezTo>
                    <a:cubicBezTo>
                      <a:pt x="6448" y="1685"/>
                      <a:pt x="7695" y="439"/>
                      <a:pt x="9239" y="439"/>
                    </a:cubicBezTo>
                    <a:cubicBezTo>
                      <a:pt x="9862" y="439"/>
                      <a:pt x="10431" y="628"/>
                      <a:pt x="10918" y="981"/>
                    </a:cubicBezTo>
                    <a:cubicBezTo>
                      <a:pt x="10964" y="1015"/>
                      <a:pt x="11014" y="1030"/>
                      <a:pt x="11061" y="1030"/>
                    </a:cubicBezTo>
                    <a:cubicBezTo>
                      <a:pt x="11126" y="1030"/>
                      <a:pt x="11185" y="1001"/>
                      <a:pt x="11216" y="954"/>
                    </a:cubicBezTo>
                    <a:cubicBezTo>
                      <a:pt x="11298" y="845"/>
                      <a:pt x="11271" y="710"/>
                      <a:pt x="11189" y="656"/>
                    </a:cubicBezTo>
                    <a:cubicBezTo>
                      <a:pt x="10603" y="213"/>
                      <a:pt x="9921" y="1"/>
                      <a:pt x="9246"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25" name="Google Shape;725;p50"/>
              <p:cNvSpPr/>
              <p:nvPr/>
            </p:nvSpPr>
            <p:spPr>
              <a:xfrm>
                <a:off x="3845200" y="3811425"/>
                <a:ext cx="96200" cy="73175"/>
              </a:xfrm>
              <a:custGeom>
                <a:rect b="b" l="l" r="r" t="t"/>
                <a:pathLst>
                  <a:path extrusionOk="0" h="2927" w="3848">
                    <a:moveTo>
                      <a:pt x="894" y="1085"/>
                    </a:moveTo>
                    <a:cubicBezTo>
                      <a:pt x="1111" y="1085"/>
                      <a:pt x="1328" y="1274"/>
                      <a:pt x="1355" y="1518"/>
                    </a:cubicBezTo>
                    <a:lnTo>
                      <a:pt x="678" y="1518"/>
                    </a:lnTo>
                    <a:cubicBezTo>
                      <a:pt x="678" y="1085"/>
                      <a:pt x="678" y="1085"/>
                      <a:pt x="678" y="1085"/>
                    </a:cubicBezTo>
                    <a:close/>
                    <a:moveTo>
                      <a:pt x="2845" y="1274"/>
                    </a:moveTo>
                    <a:cubicBezTo>
                      <a:pt x="3007" y="1274"/>
                      <a:pt x="3116" y="1383"/>
                      <a:pt x="3170" y="1518"/>
                    </a:cubicBezTo>
                    <a:lnTo>
                      <a:pt x="1572" y="1518"/>
                    </a:lnTo>
                    <a:cubicBezTo>
                      <a:pt x="1572" y="1437"/>
                      <a:pt x="1544" y="1355"/>
                      <a:pt x="1517" y="1274"/>
                    </a:cubicBezTo>
                    <a:close/>
                    <a:moveTo>
                      <a:pt x="3170" y="1735"/>
                    </a:moveTo>
                    <a:cubicBezTo>
                      <a:pt x="3170" y="2195"/>
                      <a:pt x="3170" y="2195"/>
                      <a:pt x="3170" y="2195"/>
                    </a:cubicBezTo>
                    <a:lnTo>
                      <a:pt x="678" y="2195"/>
                    </a:lnTo>
                    <a:cubicBezTo>
                      <a:pt x="678" y="1735"/>
                      <a:pt x="678" y="1735"/>
                      <a:pt x="678" y="1735"/>
                    </a:cubicBezTo>
                    <a:close/>
                    <a:moveTo>
                      <a:pt x="325" y="218"/>
                    </a:moveTo>
                    <a:cubicBezTo>
                      <a:pt x="407" y="218"/>
                      <a:pt x="434" y="272"/>
                      <a:pt x="434" y="326"/>
                    </a:cubicBezTo>
                    <a:lnTo>
                      <a:pt x="434" y="2710"/>
                    </a:lnTo>
                    <a:lnTo>
                      <a:pt x="217" y="2710"/>
                    </a:lnTo>
                    <a:cubicBezTo>
                      <a:pt x="217" y="326"/>
                      <a:pt x="217" y="326"/>
                      <a:pt x="217" y="326"/>
                    </a:cubicBezTo>
                    <a:cubicBezTo>
                      <a:pt x="217" y="272"/>
                      <a:pt x="271" y="218"/>
                      <a:pt x="325" y="218"/>
                    </a:cubicBezTo>
                    <a:close/>
                    <a:moveTo>
                      <a:pt x="3630" y="1708"/>
                    </a:moveTo>
                    <a:lnTo>
                      <a:pt x="3630" y="2710"/>
                    </a:lnTo>
                    <a:lnTo>
                      <a:pt x="3414" y="2710"/>
                    </a:lnTo>
                    <a:cubicBezTo>
                      <a:pt x="3414" y="1708"/>
                      <a:pt x="3414" y="1708"/>
                      <a:pt x="3414" y="1708"/>
                    </a:cubicBezTo>
                    <a:close/>
                    <a:moveTo>
                      <a:pt x="325" y="1"/>
                    </a:moveTo>
                    <a:cubicBezTo>
                      <a:pt x="136" y="1"/>
                      <a:pt x="0" y="136"/>
                      <a:pt x="0" y="326"/>
                    </a:cubicBezTo>
                    <a:cubicBezTo>
                      <a:pt x="0" y="2927"/>
                      <a:pt x="0" y="2927"/>
                      <a:pt x="0" y="2927"/>
                    </a:cubicBezTo>
                    <a:lnTo>
                      <a:pt x="678" y="2927"/>
                    </a:lnTo>
                    <a:cubicBezTo>
                      <a:pt x="678" y="2412"/>
                      <a:pt x="678" y="2412"/>
                      <a:pt x="678" y="2412"/>
                    </a:cubicBezTo>
                    <a:lnTo>
                      <a:pt x="3170" y="2412"/>
                    </a:lnTo>
                    <a:cubicBezTo>
                      <a:pt x="3170" y="2927"/>
                      <a:pt x="3170" y="2927"/>
                      <a:pt x="3170" y="2927"/>
                    </a:cubicBezTo>
                    <a:lnTo>
                      <a:pt x="3847" y="2927"/>
                    </a:lnTo>
                    <a:cubicBezTo>
                      <a:pt x="3847" y="1464"/>
                      <a:pt x="3847" y="1464"/>
                      <a:pt x="3847" y="1464"/>
                    </a:cubicBezTo>
                    <a:lnTo>
                      <a:pt x="3387" y="1464"/>
                    </a:lnTo>
                    <a:cubicBezTo>
                      <a:pt x="3332" y="1220"/>
                      <a:pt x="3116" y="1057"/>
                      <a:pt x="2845" y="1057"/>
                    </a:cubicBezTo>
                    <a:lnTo>
                      <a:pt x="1355" y="1057"/>
                    </a:lnTo>
                    <a:cubicBezTo>
                      <a:pt x="1219" y="949"/>
                      <a:pt x="1057" y="868"/>
                      <a:pt x="894" y="868"/>
                    </a:cubicBezTo>
                    <a:lnTo>
                      <a:pt x="678" y="868"/>
                    </a:lnTo>
                    <a:cubicBezTo>
                      <a:pt x="678" y="326"/>
                      <a:pt x="678" y="326"/>
                      <a:pt x="678" y="326"/>
                    </a:cubicBezTo>
                    <a:cubicBezTo>
                      <a:pt x="678" y="136"/>
                      <a:pt x="515" y="1"/>
                      <a:pt x="325"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26" name="Google Shape;726;p50"/>
            <p:cNvSpPr txBox="1"/>
            <p:nvPr/>
          </p:nvSpPr>
          <p:spPr>
            <a:xfrm>
              <a:off x="2898800" y="1733813"/>
              <a:ext cx="14433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Hospitality</a:t>
              </a:r>
              <a:endParaRPr b="1" sz="800">
                <a:solidFill>
                  <a:srgbClr val="3C3C3A"/>
                </a:solidFill>
                <a:latin typeface="Montserrat"/>
                <a:ea typeface="Montserrat"/>
                <a:cs typeface="Montserrat"/>
                <a:sym typeface="Montserrat"/>
              </a:endParaRPr>
            </a:p>
          </p:txBody>
        </p:sp>
      </p:grpSp>
      <p:grpSp>
        <p:nvGrpSpPr>
          <p:cNvPr id="727" name="Google Shape;727;p50"/>
          <p:cNvGrpSpPr/>
          <p:nvPr/>
        </p:nvGrpSpPr>
        <p:grpSpPr>
          <a:xfrm>
            <a:off x="3590261" y="2149826"/>
            <a:ext cx="1513789" cy="434840"/>
            <a:chOff x="2415211" y="2272526"/>
            <a:chExt cx="1513789" cy="434840"/>
          </a:xfrm>
        </p:grpSpPr>
        <p:grpSp>
          <p:nvGrpSpPr>
            <p:cNvPr id="728" name="Google Shape;728;p50"/>
            <p:cNvGrpSpPr/>
            <p:nvPr/>
          </p:nvGrpSpPr>
          <p:grpSpPr>
            <a:xfrm>
              <a:off x="2415211" y="2272526"/>
              <a:ext cx="404866" cy="404889"/>
              <a:chOff x="4078175" y="5037300"/>
              <a:chExt cx="433475" cy="433500"/>
            </a:xfrm>
          </p:grpSpPr>
          <p:sp>
            <p:nvSpPr>
              <p:cNvPr id="729" name="Google Shape;729;p50"/>
              <p:cNvSpPr/>
              <p:nvPr/>
            </p:nvSpPr>
            <p:spPr>
              <a:xfrm>
                <a:off x="4078175" y="5037300"/>
                <a:ext cx="433475" cy="433500"/>
              </a:xfrm>
              <a:custGeom>
                <a:rect b="b" l="l" r="r" t="t"/>
                <a:pathLst>
                  <a:path extrusionOk="0" fill="none" h="17340" w="17339">
                    <a:moveTo>
                      <a:pt x="17339" y="8670"/>
                    </a:moveTo>
                    <a:cubicBezTo>
                      <a:pt x="17339" y="13438"/>
                      <a:pt x="13438" y="17339"/>
                      <a:pt x="8670" y="17339"/>
                    </a:cubicBezTo>
                    <a:cubicBezTo>
                      <a:pt x="3875" y="17339"/>
                      <a:pt x="1" y="13438"/>
                      <a:pt x="1" y="8670"/>
                    </a:cubicBezTo>
                    <a:cubicBezTo>
                      <a:pt x="1" y="3875"/>
                      <a:pt x="3875" y="1"/>
                      <a:pt x="8670" y="1"/>
                    </a:cubicBezTo>
                    <a:cubicBezTo>
                      <a:pt x="13438"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30" name="Google Shape;730;p50"/>
              <p:cNvSpPr/>
              <p:nvPr/>
            </p:nvSpPr>
            <p:spPr>
              <a:xfrm>
                <a:off x="4140475" y="5094200"/>
                <a:ext cx="312925" cy="312925"/>
              </a:xfrm>
              <a:custGeom>
                <a:rect b="b" l="l" r="r" t="t"/>
                <a:pathLst>
                  <a:path extrusionOk="0" h="12517" w="12517">
                    <a:moveTo>
                      <a:pt x="3008" y="353"/>
                    </a:moveTo>
                    <a:cubicBezTo>
                      <a:pt x="3631" y="353"/>
                      <a:pt x="4119" y="867"/>
                      <a:pt x="4119" y="1491"/>
                    </a:cubicBezTo>
                    <a:cubicBezTo>
                      <a:pt x="4119" y="2114"/>
                      <a:pt x="3631" y="2601"/>
                      <a:pt x="3008" y="2601"/>
                    </a:cubicBezTo>
                    <a:cubicBezTo>
                      <a:pt x="2385" y="2601"/>
                      <a:pt x="1870" y="2114"/>
                      <a:pt x="1870" y="1491"/>
                    </a:cubicBezTo>
                    <a:cubicBezTo>
                      <a:pt x="1870" y="867"/>
                      <a:pt x="2385" y="353"/>
                      <a:pt x="3008" y="353"/>
                    </a:cubicBezTo>
                    <a:close/>
                    <a:moveTo>
                      <a:pt x="3008" y="1"/>
                    </a:moveTo>
                    <a:cubicBezTo>
                      <a:pt x="2195" y="1"/>
                      <a:pt x="1518" y="678"/>
                      <a:pt x="1518" y="1491"/>
                    </a:cubicBezTo>
                    <a:cubicBezTo>
                      <a:pt x="1518" y="2303"/>
                      <a:pt x="2195" y="2953"/>
                      <a:pt x="3008" y="2953"/>
                    </a:cubicBezTo>
                    <a:cubicBezTo>
                      <a:pt x="3821" y="2953"/>
                      <a:pt x="4471" y="2303"/>
                      <a:pt x="4471" y="1491"/>
                    </a:cubicBezTo>
                    <a:cubicBezTo>
                      <a:pt x="4471" y="678"/>
                      <a:pt x="3821" y="1"/>
                      <a:pt x="3008" y="1"/>
                    </a:cubicBezTo>
                    <a:close/>
                    <a:moveTo>
                      <a:pt x="9022" y="3847"/>
                    </a:moveTo>
                    <a:cubicBezTo>
                      <a:pt x="9103" y="3847"/>
                      <a:pt x="9158" y="3929"/>
                      <a:pt x="9158" y="4010"/>
                    </a:cubicBezTo>
                    <a:cubicBezTo>
                      <a:pt x="9158" y="4091"/>
                      <a:pt x="9103" y="4173"/>
                      <a:pt x="9022" y="4173"/>
                    </a:cubicBezTo>
                    <a:cubicBezTo>
                      <a:pt x="8914" y="4173"/>
                      <a:pt x="8860" y="4091"/>
                      <a:pt x="8860" y="4010"/>
                    </a:cubicBezTo>
                    <a:cubicBezTo>
                      <a:pt x="8860" y="3929"/>
                      <a:pt x="8914" y="3847"/>
                      <a:pt x="9022" y="3847"/>
                    </a:cubicBezTo>
                    <a:close/>
                    <a:moveTo>
                      <a:pt x="9022" y="4525"/>
                    </a:moveTo>
                    <a:cubicBezTo>
                      <a:pt x="9754" y="4525"/>
                      <a:pt x="10377" y="5094"/>
                      <a:pt x="10458" y="5798"/>
                    </a:cubicBezTo>
                    <a:lnTo>
                      <a:pt x="7749" y="5798"/>
                    </a:lnTo>
                    <a:cubicBezTo>
                      <a:pt x="7722" y="5717"/>
                      <a:pt x="7668" y="5663"/>
                      <a:pt x="7613" y="5581"/>
                    </a:cubicBezTo>
                    <a:cubicBezTo>
                      <a:pt x="7776" y="4958"/>
                      <a:pt x="8372" y="4525"/>
                      <a:pt x="9022" y="4525"/>
                    </a:cubicBezTo>
                    <a:close/>
                    <a:moveTo>
                      <a:pt x="10783" y="6150"/>
                    </a:moveTo>
                    <a:cubicBezTo>
                      <a:pt x="10864" y="6150"/>
                      <a:pt x="10946" y="6231"/>
                      <a:pt x="10946" y="6313"/>
                    </a:cubicBezTo>
                    <a:cubicBezTo>
                      <a:pt x="10946" y="6394"/>
                      <a:pt x="10864" y="6475"/>
                      <a:pt x="10783" y="6475"/>
                    </a:cubicBezTo>
                    <a:lnTo>
                      <a:pt x="7722" y="6475"/>
                    </a:lnTo>
                    <a:cubicBezTo>
                      <a:pt x="7776" y="6367"/>
                      <a:pt x="7803" y="6259"/>
                      <a:pt x="7803" y="6150"/>
                    </a:cubicBezTo>
                    <a:close/>
                    <a:moveTo>
                      <a:pt x="3496" y="5690"/>
                    </a:moveTo>
                    <a:cubicBezTo>
                      <a:pt x="3496" y="8426"/>
                      <a:pt x="3496" y="8426"/>
                      <a:pt x="3496" y="8426"/>
                    </a:cubicBezTo>
                    <a:lnTo>
                      <a:pt x="2331" y="8426"/>
                    </a:lnTo>
                    <a:cubicBezTo>
                      <a:pt x="2331" y="5690"/>
                      <a:pt x="2331" y="5690"/>
                      <a:pt x="2331" y="5690"/>
                    </a:cubicBezTo>
                    <a:close/>
                    <a:moveTo>
                      <a:pt x="11596" y="6827"/>
                    </a:moveTo>
                    <a:cubicBezTo>
                      <a:pt x="12111" y="8913"/>
                      <a:pt x="12111" y="8913"/>
                      <a:pt x="12111" y="8913"/>
                    </a:cubicBezTo>
                    <a:lnTo>
                      <a:pt x="5907" y="8913"/>
                    </a:lnTo>
                    <a:cubicBezTo>
                      <a:pt x="6394" y="6909"/>
                      <a:pt x="6394" y="6909"/>
                      <a:pt x="6394" y="6909"/>
                    </a:cubicBezTo>
                    <a:lnTo>
                      <a:pt x="7017" y="6909"/>
                    </a:lnTo>
                    <a:cubicBezTo>
                      <a:pt x="7153" y="6909"/>
                      <a:pt x="7261" y="6882"/>
                      <a:pt x="7397" y="6827"/>
                    </a:cubicBezTo>
                    <a:close/>
                    <a:moveTo>
                      <a:pt x="7261" y="9266"/>
                    </a:moveTo>
                    <a:cubicBezTo>
                      <a:pt x="7261" y="10322"/>
                      <a:pt x="7261" y="10322"/>
                      <a:pt x="7261" y="10322"/>
                    </a:cubicBezTo>
                    <a:lnTo>
                      <a:pt x="6828" y="10322"/>
                    </a:lnTo>
                    <a:lnTo>
                      <a:pt x="6828" y="9266"/>
                    </a:lnTo>
                    <a:close/>
                    <a:moveTo>
                      <a:pt x="10404" y="9266"/>
                    </a:moveTo>
                    <a:cubicBezTo>
                      <a:pt x="10404" y="10322"/>
                      <a:pt x="10404" y="10322"/>
                      <a:pt x="10404" y="10322"/>
                    </a:cubicBezTo>
                    <a:lnTo>
                      <a:pt x="7613" y="10322"/>
                    </a:lnTo>
                    <a:cubicBezTo>
                      <a:pt x="7613" y="9266"/>
                      <a:pt x="7613" y="9266"/>
                      <a:pt x="7613" y="9266"/>
                    </a:cubicBezTo>
                    <a:close/>
                    <a:moveTo>
                      <a:pt x="11189" y="9266"/>
                    </a:moveTo>
                    <a:lnTo>
                      <a:pt x="11189" y="10322"/>
                    </a:lnTo>
                    <a:lnTo>
                      <a:pt x="10756" y="10322"/>
                    </a:lnTo>
                    <a:cubicBezTo>
                      <a:pt x="10756" y="9266"/>
                      <a:pt x="10756" y="9266"/>
                      <a:pt x="10756" y="9266"/>
                    </a:cubicBezTo>
                    <a:close/>
                    <a:moveTo>
                      <a:pt x="11758" y="10674"/>
                    </a:moveTo>
                    <a:lnTo>
                      <a:pt x="11758" y="11406"/>
                    </a:lnTo>
                    <a:lnTo>
                      <a:pt x="11623" y="11406"/>
                    </a:lnTo>
                    <a:cubicBezTo>
                      <a:pt x="11515" y="11135"/>
                      <a:pt x="11217" y="10918"/>
                      <a:pt x="10891" y="10918"/>
                    </a:cubicBezTo>
                    <a:cubicBezTo>
                      <a:pt x="10566" y="10918"/>
                      <a:pt x="10295" y="11135"/>
                      <a:pt x="10160" y="11406"/>
                    </a:cubicBezTo>
                    <a:lnTo>
                      <a:pt x="7857" y="11406"/>
                    </a:lnTo>
                    <a:cubicBezTo>
                      <a:pt x="7722" y="11135"/>
                      <a:pt x="7451" y="10918"/>
                      <a:pt x="7126" y="10918"/>
                    </a:cubicBezTo>
                    <a:cubicBezTo>
                      <a:pt x="6801" y="10918"/>
                      <a:pt x="6503" y="11135"/>
                      <a:pt x="6394" y="11406"/>
                    </a:cubicBezTo>
                    <a:lnTo>
                      <a:pt x="6259" y="11406"/>
                    </a:lnTo>
                    <a:cubicBezTo>
                      <a:pt x="6259" y="10674"/>
                      <a:pt x="6259" y="10674"/>
                      <a:pt x="6259" y="10674"/>
                    </a:cubicBezTo>
                    <a:close/>
                    <a:moveTo>
                      <a:pt x="1979" y="6909"/>
                    </a:moveTo>
                    <a:cubicBezTo>
                      <a:pt x="1979" y="8615"/>
                      <a:pt x="1979" y="8615"/>
                      <a:pt x="1979" y="8615"/>
                    </a:cubicBezTo>
                    <a:cubicBezTo>
                      <a:pt x="1979" y="8697"/>
                      <a:pt x="2060" y="8778"/>
                      <a:pt x="2168" y="8778"/>
                    </a:cubicBezTo>
                    <a:lnTo>
                      <a:pt x="2818" y="8778"/>
                    </a:lnTo>
                    <a:cubicBezTo>
                      <a:pt x="2818" y="12164"/>
                      <a:pt x="2818" y="12164"/>
                      <a:pt x="2818" y="12164"/>
                    </a:cubicBezTo>
                    <a:lnTo>
                      <a:pt x="1599" y="12164"/>
                    </a:lnTo>
                    <a:cubicBezTo>
                      <a:pt x="1599" y="6909"/>
                      <a:pt x="1599" y="6909"/>
                      <a:pt x="1599" y="6909"/>
                    </a:cubicBezTo>
                    <a:close/>
                    <a:moveTo>
                      <a:pt x="5067" y="3847"/>
                    </a:moveTo>
                    <a:cubicBezTo>
                      <a:pt x="5365" y="3847"/>
                      <a:pt x="5636" y="4118"/>
                      <a:pt x="5636" y="4443"/>
                    </a:cubicBezTo>
                    <a:cubicBezTo>
                      <a:pt x="5636" y="5500"/>
                      <a:pt x="5636" y="5500"/>
                      <a:pt x="5636" y="5500"/>
                    </a:cubicBezTo>
                    <a:cubicBezTo>
                      <a:pt x="5636" y="5608"/>
                      <a:pt x="5717" y="5690"/>
                      <a:pt x="5825" y="5690"/>
                    </a:cubicBezTo>
                    <a:lnTo>
                      <a:pt x="7017" y="5690"/>
                    </a:lnTo>
                    <a:cubicBezTo>
                      <a:pt x="7261" y="5690"/>
                      <a:pt x="7451" y="5879"/>
                      <a:pt x="7451" y="6123"/>
                    </a:cubicBezTo>
                    <a:cubicBezTo>
                      <a:pt x="7451" y="6367"/>
                      <a:pt x="7261" y="6557"/>
                      <a:pt x="7017" y="6557"/>
                    </a:cubicBezTo>
                    <a:lnTo>
                      <a:pt x="5202" y="6557"/>
                    </a:lnTo>
                    <a:cubicBezTo>
                      <a:pt x="4959" y="6557"/>
                      <a:pt x="4742" y="6367"/>
                      <a:pt x="4742" y="6096"/>
                    </a:cubicBezTo>
                    <a:cubicBezTo>
                      <a:pt x="4742" y="4931"/>
                      <a:pt x="4742" y="4931"/>
                      <a:pt x="4742" y="4931"/>
                    </a:cubicBezTo>
                    <a:cubicBezTo>
                      <a:pt x="4742" y="4850"/>
                      <a:pt x="4688" y="4769"/>
                      <a:pt x="4579" y="4769"/>
                    </a:cubicBezTo>
                    <a:cubicBezTo>
                      <a:pt x="4471" y="4769"/>
                      <a:pt x="4390" y="4850"/>
                      <a:pt x="4390" y="4931"/>
                    </a:cubicBezTo>
                    <a:cubicBezTo>
                      <a:pt x="4390" y="12164"/>
                      <a:pt x="4390" y="12164"/>
                      <a:pt x="4390" y="12164"/>
                    </a:cubicBezTo>
                    <a:lnTo>
                      <a:pt x="3171" y="12164"/>
                    </a:lnTo>
                    <a:cubicBezTo>
                      <a:pt x="3171" y="8778"/>
                      <a:pt x="3171" y="8778"/>
                      <a:pt x="3171" y="8778"/>
                    </a:cubicBezTo>
                    <a:lnTo>
                      <a:pt x="3685" y="8778"/>
                    </a:lnTo>
                    <a:cubicBezTo>
                      <a:pt x="3767" y="8778"/>
                      <a:pt x="3848" y="8697"/>
                      <a:pt x="3848" y="8615"/>
                    </a:cubicBezTo>
                    <a:cubicBezTo>
                      <a:pt x="3848" y="5500"/>
                      <a:pt x="3848" y="5500"/>
                      <a:pt x="3848" y="5500"/>
                    </a:cubicBezTo>
                    <a:cubicBezTo>
                      <a:pt x="3848" y="5392"/>
                      <a:pt x="3767" y="5310"/>
                      <a:pt x="3685" y="5310"/>
                    </a:cubicBezTo>
                    <a:lnTo>
                      <a:pt x="1599" y="5310"/>
                    </a:lnTo>
                    <a:cubicBezTo>
                      <a:pt x="1599" y="4931"/>
                      <a:pt x="1599" y="4931"/>
                      <a:pt x="1599" y="4931"/>
                    </a:cubicBezTo>
                    <a:cubicBezTo>
                      <a:pt x="1599" y="4850"/>
                      <a:pt x="1518" y="4769"/>
                      <a:pt x="1437" y="4769"/>
                    </a:cubicBezTo>
                    <a:cubicBezTo>
                      <a:pt x="1328" y="4769"/>
                      <a:pt x="1247" y="4850"/>
                      <a:pt x="1247" y="4931"/>
                    </a:cubicBezTo>
                    <a:cubicBezTo>
                      <a:pt x="1247" y="5500"/>
                      <a:pt x="1247" y="5500"/>
                      <a:pt x="1247" y="5500"/>
                    </a:cubicBezTo>
                    <a:cubicBezTo>
                      <a:pt x="1247" y="5608"/>
                      <a:pt x="1328" y="5690"/>
                      <a:pt x="1437" y="5690"/>
                    </a:cubicBezTo>
                    <a:lnTo>
                      <a:pt x="1979" y="5690"/>
                    </a:lnTo>
                    <a:cubicBezTo>
                      <a:pt x="1979" y="6557"/>
                      <a:pt x="1979" y="6557"/>
                      <a:pt x="1979" y="6557"/>
                    </a:cubicBezTo>
                    <a:lnTo>
                      <a:pt x="814" y="6557"/>
                    </a:lnTo>
                    <a:cubicBezTo>
                      <a:pt x="570" y="6557"/>
                      <a:pt x="380" y="6367"/>
                      <a:pt x="380" y="6096"/>
                    </a:cubicBezTo>
                    <a:cubicBezTo>
                      <a:pt x="380" y="4443"/>
                      <a:pt x="380" y="4443"/>
                      <a:pt x="380" y="4443"/>
                    </a:cubicBezTo>
                    <a:cubicBezTo>
                      <a:pt x="380" y="4118"/>
                      <a:pt x="624" y="3847"/>
                      <a:pt x="949" y="3847"/>
                    </a:cubicBezTo>
                    <a:close/>
                    <a:moveTo>
                      <a:pt x="7126" y="11270"/>
                    </a:moveTo>
                    <a:cubicBezTo>
                      <a:pt x="7370" y="11270"/>
                      <a:pt x="7559" y="11487"/>
                      <a:pt x="7559" y="11731"/>
                    </a:cubicBezTo>
                    <a:cubicBezTo>
                      <a:pt x="7559" y="11948"/>
                      <a:pt x="7370" y="12164"/>
                      <a:pt x="7126" y="12164"/>
                    </a:cubicBezTo>
                    <a:cubicBezTo>
                      <a:pt x="6882" y="12164"/>
                      <a:pt x="6692" y="11948"/>
                      <a:pt x="6692" y="11731"/>
                    </a:cubicBezTo>
                    <a:cubicBezTo>
                      <a:pt x="6692" y="11487"/>
                      <a:pt x="6882" y="11270"/>
                      <a:pt x="7126" y="11270"/>
                    </a:cubicBezTo>
                    <a:close/>
                    <a:moveTo>
                      <a:pt x="10891" y="11270"/>
                    </a:moveTo>
                    <a:cubicBezTo>
                      <a:pt x="11135" y="11270"/>
                      <a:pt x="11325" y="11487"/>
                      <a:pt x="11325" y="11731"/>
                    </a:cubicBezTo>
                    <a:cubicBezTo>
                      <a:pt x="11325" y="11948"/>
                      <a:pt x="11135" y="12164"/>
                      <a:pt x="10891" y="12164"/>
                    </a:cubicBezTo>
                    <a:cubicBezTo>
                      <a:pt x="10648" y="12164"/>
                      <a:pt x="10458" y="11948"/>
                      <a:pt x="10458" y="11731"/>
                    </a:cubicBezTo>
                    <a:cubicBezTo>
                      <a:pt x="10458" y="11487"/>
                      <a:pt x="10648" y="11270"/>
                      <a:pt x="10891" y="11270"/>
                    </a:cubicBezTo>
                    <a:close/>
                    <a:moveTo>
                      <a:pt x="949" y="3495"/>
                    </a:moveTo>
                    <a:cubicBezTo>
                      <a:pt x="434" y="3495"/>
                      <a:pt x="1" y="3929"/>
                      <a:pt x="1" y="4443"/>
                    </a:cubicBezTo>
                    <a:cubicBezTo>
                      <a:pt x="1" y="6096"/>
                      <a:pt x="1" y="6096"/>
                      <a:pt x="1" y="6096"/>
                    </a:cubicBezTo>
                    <a:cubicBezTo>
                      <a:pt x="1" y="6557"/>
                      <a:pt x="380" y="6909"/>
                      <a:pt x="814" y="6909"/>
                    </a:cubicBezTo>
                    <a:lnTo>
                      <a:pt x="1247" y="6909"/>
                    </a:lnTo>
                    <a:cubicBezTo>
                      <a:pt x="1247" y="12327"/>
                      <a:pt x="1247" y="12327"/>
                      <a:pt x="1247" y="12327"/>
                    </a:cubicBezTo>
                    <a:cubicBezTo>
                      <a:pt x="1247" y="12435"/>
                      <a:pt x="1328" y="12517"/>
                      <a:pt x="1437" y="12517"/>
                    </a:cubicBezTo>
                    <a:lnTo>
                      <a:pt x="4579" y="12517"/>
                    </a:lnTo>
                    <a:cubicBezTo>
                      <a:pt x="4688" y="12517"/>
                      <a:pt x="4742" y="12435"/>
                      <a:pt x="4742" y="12327"/>
                    </a:cubicBezTo>
                    <a:cubicBezTo>
                      <a:pt x="4742" y="6773"/>
                      <a:pt x="4742" y="6773"/>
                      <a:pt x="4742" y="6773"/>
                    </a:cubicBezTo>
                    <a:cubicBezTo>
                      <a:pt x="4877" y="6855"/>
                      <a:pt x="5040" y="6909"/>
                      <a:pt x="5202" y="6909"/>
                    </a:cubicBezTo>
                    <a:lnTo>
                      <a:pt x="6042" y="6909"/>
                    </a:lnTo>
                    <a:cubicBezTo>
                      <a:pt x="5500" y="9049"/>
                      <a:pt x="5500" y="9049"/>
                      <a:pt x="5500" y="9049"/>
                    </a:cubicBezTo>
                    <a:cubicBezTo>
                      <a:pt x="5500" y="9103"/>
                      <a:pt x="5500" y="9157"/>
                      <a:pt x="5555" y="9212"/>
                    </a:cubicBezTo>
                    <a:cubicBezTo>
                      <a:pt x="5582" y="9239"/>
                      <a:pt x="5636" y="9266"/>
                      <a:pt x="5690" y="9266"/>
                    </a:cubicBezTo>
                    <a:lnTo>
                      <a:pt x="6476" y="9266"/>
                    </a:lnTo>
                    <a:cubicBezTo>
                      <a:pt x="6476" y="10322"/>
                      <a:pt x="6476" y="10322"/>
                      <a:pt x="6476" y="10322"/>
                    </a:cubicBezTo>
                    <a:lnTo>
                      <a:pt x="6069" y="10322"/>
                    </a:lnTo>
                    <a:cubicBezTo>
                      <a:pt x="5988" y="10322"/>
                      <a:pt x="5907" y="10404"/>
                      <a:pt x="5907" y="10512"/>
                    </a:cubicBezTo>
                    <a:cubicBezTo>
                      <a:pt x="5907" y="11596"/>
                      <a:pt x="5907" y="11596"/>
                      <a:pt x="5907" y="11596"/>
                    </a:cubicBezTo>
                    <a:cubicBezTo>
                      <a:pt x="5907" y="11677"/>
                      <a:pt x="5988" y="11758"/>
                      <a:pt x="6069" y="11758"/>
                    </a:cubicBezTo>
                    <a:lnTo>
                      <a:pt x="6340" y="11758"/>
                    </a:lnTo>
                    <a:cubicBezTo>
                      <a:pt x="6367" y="12192"/>
                      <a:pt x="6692" y="12517"/>
                      <a:pt x="7126" y="12517"/>
                    </a:cubicBezTo>
                    <a:cubicBezTo>
                      <a:pt x="7532" y="12517"/>
                      <a:pt x="7884" y="12192"/>
                      <a:pt x="7911" y="11758"/>
                    </a:cubicBezTo>
                    <a:lnTo>
                      <a:pt x="10106" y="11758"/>
                    </a:lnTo>
                    <a:cubicBezTo>
                      <a:pt x="10133" y="12192"/>
                      <a:pt x="10485" y="12517"/>
                      <a:pt x="10891" y="12517"/>
                    </a:cubicBezTo>
                    <a:cubicBezTo>
                      <a:pt x="11325" y="12517"/>
                      <a:pt x="11650" y="12192"/>
                      <a:pt x="11677" y="11758"/>
                    </a:cubicBezTo>
                    <a:lnTo>
                      <a:pt x="11948" y="11758"/>
                    </a:lnTo>
                    <a:cubicBezTo>
                      <a:pt x="12029" y="11758"/>
                      <a:pt x="12111" y="11677"/>
                      <a:pt x="12111" y="11596"/>
                    </a:cubicBezTo>
                    <a:cubicBezTo>
                      <a:pt x="12111" y="10512"/>
                      <a:pt x="12111" y="10512"/>
                      <a:pt x="12111" y="10512"/>
                    </a:cubicBezTo>
                    <a:cubicBezTo>
                      <a:pt x="12111" y="10404"/>
                      <a:pt x="12029" y="10322"/>
                      <a:pt x="11948" y="10322"/>
                    </a:cubicBezTo>
                    <a:lnTo>
                      <a:pt x="11542" y="10322"/>
                    </a:lnTo>
                    <a:cubicBezTo>
                      <a:pt x="11542" y="9266"/>
                      <a:pt x="11542" y="9266"/>
                      <a:pt x="11542" y="9266"/>
                    </a:cubicBezTo>
                    <a:lnTo>
                      <a:pt x="12327" y="9266"/>
                    </a:lnTo>
                    <a:cubicBezTo>
                      <a:pt x="12381" y="9266"/>
                      <a:pt x="12436" y="9239"/>
                      <a:pt x="12463" y="9212"/>
                    </a:cubicBezTo>
                    <a:cubicBezTo>
                      <a:pt x="12517" y="9157"/>
                      <a:pt x="12517" y="9103"/>
                      <a:pt x="12517" y="9049"/>
                    </a:cubicBezTo>
                    <a:cubicBezTo>
                      <a:pt x="11921" y="6611"/>
                      <a:pt x="11921" y="6611"/>
                      <a:pt x="11921" y="6611"/>
                    </a:cubicBezTo>
                    <a:cubicBezTo>
                      <a:pt x="11894" y="6529"/>
                      <a:pt x="11813" y="6475"/>
                      <a:pt x="11731" y="6475"/>
                    </a:cubicBezTo>
                    <a:lnTo>
                      <a:pt x="11271" y="6475"/>
                    </a:lnTo>
                    <a:cubicBezTo>
                      <a:pt x="11271" y="6421"/>
                      <a:pt x="11298" y="6367"/>
                      <a:pt x="11298" y="6313"/>
                    </a:cubicBezTo>
                    <a:cubicBezTo>
                      <a:pt x="11298" y="6042"/>
                      <a:pt x="11081" y="5825"/>
                      <a:pt x="10810" y="5798"/>
                    </a:cubicBezTo>
                    <a:cubicBezTo>
                      <a:pt x="10783" y="5392"/>
                      <a:pt x="10593" y="4985"/>
                      <a:pt x="10268" y="4687"/>
                    </a:cubicBezTo>
                    <a:cubicBezTo>
                      <a:pt x="10052" y="4471"/>
                      <a:pt x="9781" y="4308"/>
                      <a:pt x="9483" y="4227"/>
                    </a:cubicBezTo>
                    <a:cubicBezTo>
                      <a:pt x="9510" y="4173"/>
                      <a:pt x="9537" y="4091"/>
                      <a:pt x="9537" y="4010"/>
                    </a:cubicBezTo>
                    <a:cubicBezTo>
                      <a:pt x="9537" y="3739"/>
                      <a:pt x="9293" y="3495"/>
                      <a:pt x="9022" y="3495"/>
                    </a:cubicBezTo>
                    <a:cubicBezTo>
                      <a:pt x="8724" y="3495"/>
                      <a:pt x="8507" y="3739"/>
                      <a:pt x="8507" y="4010"/>
                    </a:cubicBezTo>
                    <a:cubicBezTo>
                      <a:pt x="8507" y="4091"/>
                      <a:pt x="8507" y="4173"/>
                      <a:pt x="8535" y="4227"/>
                    </a:cubicBezTo>
                    <a:cubicBezTo>
                      <a:pt x="8291" y="4308"/>
                      <a:pt x="8074" y="4416"/>
                      <a:pt x="7857" y="4579"/>
                    </a:cubicBezTo>
                    <a:cubicBezTo>
                      <a:pt x="7613" y="4796"/>
                      <a:pt x="7424" y="5067"/>
                      <a:pt x="7288" y="5365"/>
                    </a:cubicBezTo>
                    <a:cubicBezTo>
                      <a:pt x="7207" y="5337"/>
                      <a:pt x="7126" y="5310"/>
                      <a:pt x="7017" y="5310"/>
                    </a:cubicBezTo>
                    <a:lnTo>
                      <a:pt x="5988" y="5310"/>
                    </a:lnTo>
                    <a:cubicBezTo>
                      <a:pt x="5988" y="4443"/>
                      <a:pt x="5988" y="4443"/>
                      <a:pt x="5988" y="4443"/>
                    </a:cubicBezTo>
                    <a:cubicBezTo>
                      <a:pt x="5988" y="3929"/>
                      <a:pt x="5582" y="3495"/>
                      <a:pt x="5067" y="3495"/>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31" name="Google Shape;731;p50"/>
            <p:cNvSpPr txBox="1"/>
            <p:nvPr/>
          </p:nvSpPr>
          <p:spPr>
            <a:xfrm>
              <a:off x="2898800" y="2296967"/>
              <a:ext cx="10302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Hospitality</a:t>
              </a:r>
              <a:endParaRPr b="1" sz="800">
                <a:solidFill>
                  <a:srgbClr val="3C3C3A"/>
                </a:solidFill>
                <a:latin typeface="Montserrat"/>
                <a:ea typeface="Montserrat"/>
                <a:cs typeface="Montserrat"/>
                <a:sym typeface="Montserrat"/>
              </a:endParaRPr>
            </a:p>
          </p:txBody>
        </p:sp>
      </p:grpSp>
      <p:grpSp>
        <p:nvGrpSpPr>
          <p:cNvPr id="732" name="Google Shape;732;p50"/>
          <p:cNvGrpSpPr/>
          <p:nvPr/>
        </p:nvGrpSpPr>
        <p:grpSpPr>
          <a:xfrm>
            <a:off x="6561961" y="3812950"/>
            <a:ext cx="1963489" cy="410400"/>
            <a:chOff x="2415211" y="2805875"/>
            <a:chExt cx="1963489" cy="410400"/>
          </a:xfrm>
        </p:grpSpPr>
        <p:grpSp>
          <p:nvGrpSpPr>
            <p:cNvPr id="733" name="Google Shape;733;p50"/>
            <p:cNvGrpSpPr/>
            <p:nvPr/>
          </p:nvGrpSpPr>
          <p:grpSpPr>
            <a:xfrm>
              <a:off x="2415211" y="2808491"/>
              <a:ext cx="404866" cy="404866"/>
              <a:chOff x="4057175" y="3575750"/>
              <a:chExt cx="433475" cy="433475"/>
            </a:xfrm>
          </p:grpSpPr>
          <p:sp>
            <p:nvSpPr>
              <p:cNvPr id="734" name="Google Shape;734;p50"/>
              <p:cNvSpPr/>
              <p:nvPr/>
            </p:nvSpPr>
            <p:spPr>
              <a:xfrm>
                <a:off x="4057175" y="3575750"/>
                <a:ext cx="433475" cy="433475"/>
              </a:xfrm>
              <a:custGeom>
                <a:rect b="b" l="l" r="r" t="t"/>
                <a:pathLst>
                  <a:path extrusionOk="0" fill="none" h="17339" w="17339">
                    <a:moveTo>
                      <a:pt x="17339" y="8669"/>
                    </a:moveTo>
                    <a:cubicBezTo>
                      <a:pt x="17339" y="13464"/>
                      <a:pt x="13465" y="17338"/>
                      <a:pt x="8670" y="17338"/>
                    </a:cubicBezTo>
                    <a:cubicBezTo>
                      <a:pt x="3875" y="17338"/>
                      <a:pt x="1" y="13464"/>
                      <a:pt x="1" y="8669"/>
                    </a:cubicBezTo>
                    <a:cubicBezTo>
                      <a:pt x="1" y="3901"/>
                      <a:pt x="3875" y="0"/>
                      <a:pt x="8670" y="0"/>
                    </a:cubicBezTo>
                    <a:cubicBezTo>
                      <a:pt x="13465" y="0"/>
                      <a:pt x="17339" y="3901"/>
                      <a:pt x="17339" y="8669"/>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35" name="Google Shape;735;p50"/>
              <p:cNvSpPr/>
              <p:nvPr/>
            </p:nvSpPr>
            <p:spPr>
              <a:xfrm>
                <a:off x="4110925" y="3609150"/>
                <a:ext cx="325975" cy="336525"/>
              </a:xfrm>
              <a:custGeom>
                <a:rect b="b" l="l" r="r" t="t"/>
                <a:pathLst>
                  <a:path extrusionOk="0" h="13461" w="13039">
                    <a:moveTo>
                      <a:pt x="7089" y="9176"/>
                    </a:moveTo>
                    <a:cubicBezTo>
                      <a:pt x="7089" y="9148"/>
                      <a:pt x="7116" y="9121"/>
                      <a:pt x="7143" y="9121"/>
                    </a:cubicBezTo>
                    <a:cubicBezTo>
                      <a:pt x="7522" y="9121"/>
                      <a:pt x="7522" y="9121"/>
                      <a:pt x="7522" y="9121"/>
                    </a:cubicBezTo>
                    <a:cubicBezTo>
                      <a:pt x="7549" y="9121"/>
                      <a:pt x="7576" y="9148"/>
                      <a:pt x="7576" y="9176"/>
                    </a:cubicBezTo>
                    <a:cubicBezTo>
                      <a:pt x="7576" y="9555"/>
                      <a:pt x="7576" y="9555"/>
                      <a:pt x="7576" y="9555"/>
                    </a:cubicBezTo>
                    <a:cubicBezTo>
                      <a:pt x="7576" y="9609"/>
                      <a:pt x="7549" y="9636"/>
                      <a:pt x="7522" y="9636"/>
                    </a:cubicBezTo>
                    <a:cubicBezTo>
                      <a:pt x="7143" y="9636"/>
                      <a:pt x="7143" y="9636"/>
                      <a:pt x="7143" y="9636"/>
                    </a:cubicBezTo>
                    <a:cubicBezTo>
                      <a:pt x="7116" y="9636"/>
                      <a:pt x="7089" y="9609"/>
                      <a:pt x="7089" y="9555"/>
                    </a:cubicBezTo>
                    <a:close/>
                    <a:moveTo>
                      <a:pt x="7143" y="10042"/>
                    </a:moveTo>
                    <a:cubicBezTo>
                      <a:pt x="7522" y="10042"/>
                      <a:pt x="7522" y="10042"/>
                      <a:pt x="7522" y="10042"/>
                    </a:cubicBezTo>
                    <a:cubicBezTo>
                      <a:pt x="7793" y="10042"/>
                      <a:pt x="8010" y="9826"/>
                      <a:pt x="8010" y="9555"/>
                    </a:cubicBezTo>
                    <a:cubicBezTo>
                      <a:pt x="8010" y="9176"/>
                      <a:pt x="8010" y="9176"/>
                      <a:pt x="8010" y="9176"/>
                    </a:cubicBezTo>
                    <a:cubicBezTo>
                      <a:pt x="8010" y="8932"/>
                      <a:pt x="7793" y="8715"/>
                      <a:pt x="7522" y="8715"/>
                    </a:cubicBezTo>
                    <a:cubicBezTo>
                      <a:pt x="7143" y="8715"/>
                      <a:pt x="7143" y="8715"/>
                      <a:pt x="7143" y="8715"/>
                    </a:cubicBezTo>
                    <a:cubicBezTo>
                      <a:pt x="6872" y="8715"/>
                      <a:pt x="6682" y="8905"/>
                      <a:pt x="6682" y="9176"/>
                    </a:cubicBezTo>
                    <a:cubicBezTo>
                      <a:pt x="6682" y="9555"/>
                      <a:pt x="6682" y="9555"/>
                      <a:pt x="6682" y="9555"/>
                    </a:cubicBezTo>
                    <a:cubicBezTo>
                      <a:pt x="6682" y="9826"/>
                      <a:pt x="6872" y="10042"/>
                      <a:pt x="7143" y="10042"/>
                    </a:cubicBezTo>
                    <a:close/>
                    <a:moveTo>
                      <a:pt x="5815" y="9555"/>
                    </a:moveTo>
                    <a:cubicBezTo>
                      <a:pt x="5815" y="9609"/>
                      <a:pt x="5788" y="9636"/>
                      <a:pt x="5734" y="9636"/>
                    </a:cubicBezTo>
                    <a:cubicBezTo>
                      <a:pt x="5355" y="9636"/>
                      <a:pt x="5355" y="9636"/>
                      <a:pt x="5355" y="9636"/>
                    </a:cubicBezTo>
                    <a:cubicBezTo>
                      <a:pt x="5328" y="9636"/>
                      <a:pt x="5301" y="9609"/>
                      <a:pt x="5301" y="9555"/>
                    </a:cubicBezTo>
                    <a:cubicBezTo>
                      <a:pt x="5301" y="9176"/>
                      <a:pt x="5301" y="9176"/>
                      <a:pt x="5301" y="9176"/>
                    </a:cubicBezTo>
                    <a:cubicBezTo>
                      <a:pt x="5301" y="9148"/>
                      <a:pt x="5328" y="9121"/>
                      <a:pt x="5355" y="9121"/>
                    </a:cubicBezTo>
                    <a:cubicBezTo>
                      <a:pt x="5734" y="9121"/>
                      <a:pt x="5734" y="9121"/>
                      <a:pt x="5734" y="9121"/>
                    </a:cubicBezTo>
                    <a:cubicBezTo>
                      <a:pt x="5788" y="9121"/>
                      <a:pt x="5815" y="9148"/>
                      <a:pt x="5815" y="9176"/>
                    </a:cubicBezTo>
                    <a:close/>
                    <a:moveTo>
                      <a:pt x="5734" y="8715"/>
                    </a:moveTo>
                    <a:cubicBezTo>
                      <a:pt x="5355" y="8715"/>
                      <a:pt x="5355" y="8715"/>
                      <a:pt x="5355" y="8715"/>
                    </a:cubicBezTo>
                    <a:cubicBezTo>
                      <a:pt x="5084" y="8715"/>
                      <a:pt x="4894" y="8932"/>
                      <a:pt x="4894" y="9176"/>
                    </a:cubicBezTo>
                    <a:cubicBezTo>
                      <a:pt x="4894" y="9555"/>
                      <a:pt x="4894" y="9555"/>
                      <a:pt x="4894" y="9555"/>
                    </a:cubicBezTo>
                    <a:cubicBezTo>
                      <a:pt x="4894" y="9826"/>
                      <a:pt x="5084" y="10042"/>
                      <a:pt x="5355" y="10042"/>
                    </a:cubicBezTo>
                    <a:cubicBezTo>
                      <a:pt x="5734" y="10042"/>
                      <a:pt x="5734" y="10042"/>
                      <a:pt x="5734" y="10042"/>
                    </a:cubicBezTo>
                    <a:cubicBezTo>
                      <a:pt x="6005" y="10042"/>
                      <a:pt x="6222" y="9826"/>
                      <a:pt x="6222" y="9555"/>
                    </a:cubicBezTo>
                    <a:cubicBezTo>
                      <a:pt x="6222" y="9176"/>
                      <a:pt x="6222" y="9176"/>
                      <a:pt x="6222" y="9176"/>
                    </a:cubicBezTo>
                    <a:cubicBezTo>
                      <a:pt x="6222" y="8932"/>
                      <a:pt x="6005" y="8715"/>
                      <a:pt x="5734" y="8715"/>
                    </a:cubicBezTo>
                    <a:close/>
                    <a:moveTo>
                      <a:pt x="7685" y="1129"/>
                    </a:moveTo>
                    <a:cubicBezTo>
                      <a:pt x="7956" y="1075"/>
                      <a:pt x="8254" y="1129"/>
                      <a:pt x="8579" y="1184"/>
                    </a:cubicBezTo>
                    <a:cubicBezTo>
                      <a:pt x="8985" y="1238"/>
                      <a:pt x="9446" y="1319"/>
                      <a:pt x="10042" y="1184"/>
                    </a:cubicBezTo>
                    <a:cubicBezTo>
                      <a:pt x="10367" y="1102"/>
                      <a:pt x="10692" y="967"/>
                      <a:pt x="11017" y="777"/>
                    </a:cubicBezTo>
                    <a:cubicBezTo>
                      <a:pt x="10854" y="1102"/>
                      <a:pt x="10638" y="1346"/>
                      <a:pt x="10367" y="1482"/>
                    </a:cubicBezTo>
                    <a:cubicBezTo>
                      <a:pt x="9798" y="1807"/>
                      <a:pt x="9310" y="1671"/>
                      <a:pt x="8741" y="1536"/>
                    </a:cubicBezTo>
                    <a:cubicBezTo>
                      <a:pt x="8389" y="1455"/>
                      <a:pt x="8064" y="1346"/>
                      <a:pt x="7685" y="1346"/>
                    </a:cubicBezTo>
                    <a:cubicBezTo>
                      <a:pt x="7685" y="1346"/>
                      <a:pt x="7658" y="1346"/>
                      <a:pt x="7658" y="1346"/>
                    </a:cubicBezTo>
                    <a:cubicBezTo>
                      <a:pt x="7522" y="1346"/>
                      <a:pt x="7360" y="1373"/>
                      <a:pt x="7197" y="1400"/>
                    </a:cubicBezTo>
                    <a:cubicBezTo>
                      <a:pt x="7360" y="1265"/>
                      <a:pt x="7522" y="1184"/>
                      <a:pt x="7685" y="1129"/>
                    </a:cubicBezTo>
                    <a:close/>
                    <a:moveTo>
                      <a:pt x="6574" y="1969"/>
                    </a:moveTo>
                    <a:cubicBezTo>
                      <a:pt x="6953" y="1834"/>
                      <a:pt x="7305" y="1753"/>
                      <a:pt x="7658" y="1753"/>
                    </a:cubicBezTo>
                    <a:cubicBezTo>
                      <a:pt x="8010" y="1753"/>
                      <a:pt x="8335" y="1834"/>
                      <a:pt x="8633" y="1915"/>
                    </a:cubicBezTo>
                    <a:cubicBezTo>
                      <a:pt x="8958" y="1996"/>
                      <a:pt x="9283" y="2078"/>
                      <a:pt x="9635" y="2078"/>
                    </a:cubicBezTo>
                    <a:cubicBezTo>
                      <a:pt x="9933" y="2078"/>
                      <a:pt x="10231" y="2023"/>
                      <a:pt x="10556" y="1834"/>
                    </a:cubicBezTo>
                    <a:cubicBezTo>
                      <a:pt x="11071" y="1563"/>
                      <a:pt x="11450" y="1021"/>
                      <a:pt x="11667" y="263"/>
                    </a:cubicBezTo>
                    <a:cubicBezTo>
                      <a:pt x="11694" y="181"/>
                      <a:pt x="11667" y="73"/>
                      <a:pt x="11586" y="19"/>
                    </a:cubicBezTo>
                    <a:cubicBezTo>
                      <a:pt x="11532" y="-8"/>
                      <a:pt x="11423" y="-8"/>
                      <a:pt x="11342" y="46"/>
                    </a:cubicBezTo>
                    <a:cubicBezTo>
                      <a:pt x="10909" y="425"/>
                      <a:pt x="10421" y="669"/>
                      <a:pt x="9933" y="804"/>
                    </a:cubicBezTo>
                    <a:cubicBezTo>
                      <a:pt x="9446" y="913"/>
                      <a:pt x="9039" y="831"/>
                      <a:pt x="8633" y="777"/>
                    </a:cubicBezTo>
                    <a:cubicBezTo>
                      <a:pt x="8281" y="696"/>
                      <a:pt x="7956" y="642"/>
                      <a:pt x="7576" y="750"/>
                    </a:cubicBezTo>
                    <a:cubicBezTo>
                      <a:pt x="7062" y="886"/>
                      <a:pt x="6682" y="1292"/>
                      <a:pt x="6357" y="1644"/>
                    </a:cubicBezTo>
                    <a:cubicBezTo>
                      <a:pt x="6303" y="1725"/>
                      <a:pt x="6303" y="1807"/>
                      <a:pt x="6357" y="1888"/>
                    </a:cubicBezTo>
                    <a:cubicBezTo>
                      <a:pt x="6384" y="1969"/>
                      <a:pt x="6493" y="1996"/>
                      <a:pt x="6574" y="1969"/>
                    </a:cubicBezTo>
                    <a:close/>
                    <a:moveTo>
                      <a:pt x="6520" y="12020"/>
                    </a:moveTo>
                    <a:cubicBezTo>
                      <a:pt x="4434" y="12020"/>
                      <a:pt x="2375" y="12345"/>
                      <a:pt x="533" y="12995"/>
                    </a:cubicBezTo>
                    <a:cubicBezTo>
                      <a:pt x="2294" y="11749"/>
                      <a:pt x="4353" y="11072"/>
                      <a:pt x="6520" y="11072"/>
                    </a:cubicBezTo>
                    <a:cubicBezTo>
                      <a:pt x="8687" y="11072"/>
                      <a:pt x="10746" y="11749"/>
                      <a:pt x="12507" y="12995"/>
                    </a:cubicBezTo>
                    <a:cubicBezTo>
                      <a:pt x="10665" y="12345"/>
                      <a:pt x="8606" y="12020"/>
                      <a:pt x="6520" y="12020"/>
                    </a:cubicBezTo>
                    <a:close/>
                    <a:moveTo>
                      <a:pt x="1318" y="11370"/>
                    </a:moveTo>
                    <a:cubicBezTo>
                      <a:pt x="1589" y="11858"/>
                      <a:pt x="1589" y="11858"/>
                      <a:pt x="1589" y="11858"/>
                    </a:cubicBezTo>
                    <a:cubicBezTo>
                      <a:pt x="2050" y="11641"/>
                      <a:pt x="2510" y="11424"/>
                      <a:pt x="2971" y="11262"/>
                    </a:cubicBezTo>
                    <a:cubicBezTo>
                      <a:pt x="2483" y="10557"/>
                      <a:pt x="2212" y="9690"/>
                      <a:pt x="2212" y="8796"/>
                    </a:cubicBezTo>
                    <a:cubicBezTo>
                      <a:pt x="2212" y="7848"/>
                      <a:pt x="2510" y="6954"/>
                      <a:pt x="3079" y="6196"/>
                    </a:cubicBezTo>
                    <a:cubicBezTo>
                      <a:pt x="3621" y="5518"/>
                      <a:pt x="4353" y="4976"/>
                      <a:pt x="5165" y="4705"/>
                    </a:cubicBezTo>
                    <a:cubicBezTo>
                      <a:pt x="5328" y="3947"/>
                      <a:pt x="5328" y="3947"/>
                      <a:pt x="5328" y="3947"/>
                    </a:cubicBezTo>
                    <a:cubicBezTo>
                      <a:pt x="5219" y="3974"/>
                      <a:pt x="5138" y="4001"/>
                      <a:pt x="5030" y="4028"/>
                    </a:cubicBezTo>
                    <a:cubicBezTo>
                      <a:pt x="4840" y="4109"/>
                      <a:pt x="4623" y="4055"/>
                      <a:pt x="4488" y="3920"/>
                    </a:cubicBezTo>
                    <a:cubicBezTo>
                      <a:pt x="4163" y="3622"/>
                      <a:pt x="4163" y="3622"/>
                      <a:pt x="4163" y="3622"/>
                    </a:cubicBezTo>
                    <a:cubicBezTo>
                      <a:pt x="4082" y="3568"/>
                      <a:pt x="4027" y="3568"/>
                      <a:pt x="3946" y="3595"/>
                    </a:cubicBezTo>
                    <a:cubicBezTo>
                      <a:pt x="3296" y="3974"/>
                      <a:pt x="3296" y="3974"/>
                      <a:pt x="3296" y="3974"/>
                    </a:cubicBezTo>
                    <a:cubicBezTo>
                      <a:pt x="3242" y="4028"/>
                      <a:pt x="3188" y="4082"/>
                      <a:pt x="3215" y="4164"/>
                    </a:cubicBezTo>
                    <a:cubicBezTo>
                      <a:pt x="3296" y="4597"/>
                      <a:pt x="3296" y="4597"/>
                      <a:pt x="3296" y="4597"/>
                    </a:cubicBezTo>
                    <a:cubicBezTo>
                      <a:pt x="3350" y="4787"/>
                      <a:pt x="3296" y="5003"/>
                      <a:pt x="3133" y="5139"/>
                    </a:cubicBezTo>
                    <a:cubicBezTo>
                      <a:pt x="3025" y="5220"/>
                      <a:pt x="2944" y="5329"/>
                      <a:pt x="2863" y="5410"/>
                    </a:cubicBezTo>
                    <a:cubicBezTo>
                      <a:pt x="2700" y="5572"/>
                      <a:pt x="2510" y="5627"/>
                      <a:pt x="2294" y="5599"/>
                    </a:cubicBezTo>
                    <a:cubicBezTo>
                      <a:pt x="1887" y="5491"/>
                      <a:pt x="1887" y="5491"/>
                      <a:pt x="1887" y="5491"/>
                    </a:cubicBezTo>
                    <a:cubicBezTo>
                      <a:pt x="1806" y="5491"/>
                      <a:pt x="1725" y="5518"/>
                      <a:pt x="1698" y="5599"/>
                    </a:cubicBezTo>
                    <a:cubicBezTo>
                      <a:pt x="1318" y="6223"/>
                      <a:pt x="1318" y="6223"/>
                      <a:pt x="1318" y="6223"/>
                    </a:cubicBezTo>
                    <a:cubicBezTo>
                      <a:pt x="1264" y="6304"/>
                      <a:pt x="1291" y="6385"/>
                      <a:pt x="1345" y="6439"/>
                    </a:cubicBezTo>
                    <a:cubicBezTo>
                      <a:pt x="1616" y="6764"/>
                      <a:pt x="1616" y="6764"/>
                      <a:pt x="1616" y="6764"/>
                    </a:cubicBezTo>
                    <a:cubicBezTo>
                      <a:pt x="1779" y="6927"/>
                      <a:pt x="1806" y="7117"/>
                      <a:pt x="1752" y="7333"/>
                    </a:cubicBezTo>
                    <a:cubicBezTo>
                      <a:pt x="1725" y="7442"/>
                      <a:pt x="1671" y="7577"/>
                      <a:pt x="1643" y="7713"/>
                    </a:cubicBezTo>
                    <a:cubicBezTo>
                      <a:pt x="1616" y="7902"/>
                      <a:pt x="1454" y="8065"/>
                      <a:pt x="1264" y="8119"/>
                    </a:cubicBezTo>
                    <a:cubicBezTo>
                      <a:pt x="858" y="8254"/>
                      <a:pt x="858" y="8254"/>
                      <a:pt x="858" y="8254"/>
                    </a:cubicBezTo>
                    <a:cubicBezTo>
                      <a:pt x="777" y="8282"/>
                      <a:pt x="722" y="8363"/>
                      <a:pt x="722" y="8444"/>
                    </a:cubicBezTo>
                    <a:cubicBezTo>
                      <a:pt x="722" y="9176"/>
                      <a:pt x="722" y="9176"/>
                      <a:pt x="722" y="9176"/>
                    </a:cubicBezTo>
                    <a:cubicBezTo>
                      <a:pt x="722" y="9257"/>
                      <a:pt x="777" y="9311"/>
                      <a:pt x="858" y="9338"/>
                    </a:cubicBezTo>
                    <a:cubicBezTo>
                      <a:pt x="1264" y="9474"/>
                      <a:pt x="1264" y="9474"/>
                      <a:pt x="1264" y="9474"/>
                    </a:cubicBezTo>
                    <a:cubicBezTo>
                      <a:pt x="1454" y="9555"/>
                      <a:pt x="1616" y="9690"/>
                      <a:pt x="1643" y="9907"/>
                    </a:cubicBezTo>
                    <a:cubicBezTo>
                      <a:pt x="1671" y="10042"/>
                      <a:pt x="1725" y="10151"/>
                      <a:pt x="1752" y="10286"/>
                    </a:cubicBezTo>
                    <a:cubicBezTo>
                      <a:pt x="1806" y="10503"/>
                      <a:pt x="1779" y="10693"/>
                      <a:pt x="1616" y="10855"/>
                    </a:cubicBezTo>
                    <a:cubicBezTo>
                      <a:pt x="1345" y="11180"/>
                      <a:pt x="1345" y="11180"/>
                      <a:pt x="1345" y="11180"/>
                    </a:cubicBezTo>
                    <a:cubicBezTo>
                      <a:pt x="1291" y="11234"/>
                      <a:pt x="1264" y="11316"/>
                      <a:pt x="1318" y="11370"/>
                    </a:cubicBezTo>
                    <a:close/>
                    <a:moveTo>
                      <a:pt x="7278" y="3947"/>
                    </a:moveTo>
                    <a:cubicBezTo>
                      <a:pt x="5761" y="3947"/>
                      <a:pt x="5761" y="3947"/>
                      <a:pt x="5761" y="3947"/>
                    </a:cubicBezTo>
                    <a:cubicBezTo>
                      <a:pt x="5978" y="2809"/>
                      <a:pt x="5978" y="2809"/>
                      <a:pt x="5978" y="2809"/>
                    </a:cubicBezTo>
                    <a:cubicBezTo>
                      <a:pt x="6005" y="2701"/>
                      <a:pt x="6113" y="2619"/>
                      <a:pt x="6222" y="2619"/>
                    </a:cubicBezTo>
                    <a:cubicBezTo>
                      <a:pt x="6222" y="2619"/>
                      <a:pt x="6222" y="2619"/>
                      <a:pt x="6222" y="2619"/>
                    </a:cubicBezTo>
                    <a:cubicBezTo>
                      <a:pt x="6818" y="2619"/>
                      <a:pt x="6818" y="2619"/>
                      <a:pt x="6818" y="2619"/>
                    </a:cubicBezTo>
                    <a:cubicBezTo>
                      <a:pt x="6926" y="2619"/>
                      <a:pt x="7035" y="2701"/>
                      <a:pt x="7062" y="2809"/>
                    </a:cubicBezTo>
                    <a:moveTo>
                      <a:pt x="8010" y="7442"/>
                    </a:moveTo>
                    <a:cubicBezTo>
                      <a:pt x="7631" y="7658"/>
                      <a:pt x="7631" y="7658"/>
                      <a:pt x="7631" y="7658"/>
                    </a:cubicBezTo>
                    <a:cubicBezTo>
                      <a:pt x="7631" y="6954"/>
                      <a:pt x="7631" y="6954"/>
                      <a:pt x="7631" y="6954"/>
                    </a:cubicBezTo>
                    <a:cubicBezTo>
                      <a:pt x="7631" y="6873"/>
                      <a:pt x="7603" y="6819"/>
                      <a:pt x="7522" y="6764"/>
                    </a:cubicBezTo>
                    <a:cubicBezTo>
                      <a:pt x="7468" y="6737"/>
                      <a:pt x="7387" y="6737"/>
                      <a:pt x="7333" y="6764"/>
                    </a:cubicBezTo>
                    <a:cubicBezTo>
                      <a:pt x="5815" y="7658"/>
                      <a:pt x="5815" y="7658"/>
                      <a:pt x="5815" y="7658"/>
                    </a:cubicBezTo>
                    <a:cubicBezTo>
                      <a:pt x="5815" y="6954"/>
                      <a:pt x="5815" y="6954"/>
                      <a:pt x="5815" y="6954"/>
                    </a:cubicBezTo>
                    <a:cubicBezTo>
                      <a:pt x="5815" y="6873"/>
                      <a:pt x="5788" y="6819"/>
                      <a:pt x="5707" y="6764"/>
                    </a:cubicBezTo>
                    <a:cubicBezTo>
                      <a:pt x="5653" y="6737"/>
                      <a:pt x="5572" y="6737"/>
                      <a:pt x="5517" y="6764"/>
                    </a:cubicBezTo>
                    <a:cubicBezTo>
                      <a:pt x="5111" y="7008"/>
                      <a:pt x="5111" y="7008"/>
                      <a:pt x="5111" y="7008"/>
                    </a:cubicBezTo>
                    <a:cubicBezTo>
                      <a:pt x="5653" y="4353"/>
                      <a:pt x="5653" y="4353"/>
                      <a:pt x="5653" y="4353"/>
                    </a:cubicBezTo>
                    <a:cubicBezTo>
                      <a:pt x="7360" y="4353"/>
                      <a:pt x="7360" y="4353"/>
                      <a:pt x="7360" y="4353"/>
                    </a:cubicBezTo>
                    <a:close/>
                    <a:moveTo>
                      <a:pt x="10313" y="9717"/>
                    </a:moveTo>
                    <a:cubicBezTo>
                      <a:pt x="9446" y="9717"/>
                      <a:pt x="9446" y="9717"/>
                      <a:pt x="9446" y="9717"/>
                    </a:cubicBezTo>
                    <a:cubicBezTo>
                      <a:pt x="9446" y="6954"/>
                      <a:pt x="9446" y="6954"/>
                      <a:pt x="9446" y="6954"/>
                    </a:cubicBezTo>
                    <a:cubicBezTo>
                      <a:pt x="9446" y="6873"/>
                      <a:pt x="9419" y="6819"/>
                      <a:pt x="9337" y="6764"/>
                    </a:cubicBezTo>
                    <a:cubicBezTo>
                      <a:pt x="9283" y="6737"/>
                      <a:pt x="9202" y="6737"/>
                      <a:pt x="9148" y="6764"/>
                    </a:cubicBezTo>
                    <a:cubicBezTo>
                      <a:pt x="8389" y="7225"/>
                      <a:pt x="8389" y="7225"/>
                      <a:pt x="8389" y="7225"/>
                    </a:cubicBezTo>
                    <a:cubicBezTo>
                      <a:pt x="7956" y="5166"/>
                      <a:pt x="7956" y="5166"/>
                      <a:pt x="7956" y="5166"/>
                    </a:cubicBezTo>
                    <a:cubicBezTo>
                      <a:pt x="9419" y="5762"/>
                      <a:pt x="10421" y="7198"/>
                      <a:pt x="10421" y="8796"/>
                    </a:cubicBezTo>
                    <a:cubicBezTo>
                      <a:pt x="10421" y="9121"/>
                      <a:pt x="10394" y="9419"/>
                      <a:pt x="10313" y="9717"/>
                    </a:cubicBezTo>
                    <a:close/>
                    <a:moveTo>
                      <a:pt x="2619" y="8796"/>
                    </a:moveTo>
                    <a:cubicBezTo>
                      <a:pt x="2619" y="7198"/>
                      <a:pt x="3621" y="5762"/>
                      <a:pt x="5084" y="5166"/>
                    </a:cubicBezTo>
                    <a:cubicBezTo>
                      <a:pt x="4651" y="7279"/>
                      <a:pt x="4651" y="7279"/>
                      <a:pt x="4651" y="7279"/>
                    </a:cubicBezTo>
                    <a:cubicBezTo>
                      <a:pt x="3702" y="7821"/>
                      <a:pt x="3702" y="7821"/>
                      <a:pt x="3702" y="7821"/>
                    </a:cubicBezTo>
                    <a:cubicBezTo>
                      <a:pt x="3621" y="7875"/>
                      <a:pt x="3594" y="7929"/>
                      <a:pt x="3594" y="8011"/>
                    </a:cubicBezTo>
                    <a:cubicBezTo>
                      <a:pt x="3594" y="9717"/>
                      <a:pt x="3594" y="9717"/>
                      <a:pt x="3594" y="9717"/>
                    </a:cubicBezTo>
                    <a:cubicBezTo>
                      <a:pt x="2727" y="9717"/>
                      <a:pt x="2727" y="9717"/>
                      <a:pt x="2727" y="9717"/>
                    </a:cubicBezTo>
                    <a:cubicBezTo>
                      <a:pt x="2646" y="9419"/>
                      <a:pt x="2619" y="9121"/>
                      <a:pt x="2619" y="8796"/>
                    </a:cubicBezTo>
                    <a:close/>
                    <a:moveTo>
                      <a:pt x="3377" y="11126"/>
                    </a:moveTo>
                    <a:cubicBezTo>
                      <a:pt x="4380" y="10828"/>
                      <a:pt x="5436" y="10666"/>
                      <a:pt x="6520" y="10666"/>
                    </a:cubicBezTo>
                    <a:cubicBezTo>
                      <a:pt x="7603" y="10666"/>
                      <a:pt x="8660" y="10828"/>
                      <a:pt x="9662" y="11126"/>
                    </a:cubicBezTo>
                    <a:cubicBezTo>
                      <a:pt x="9879" y="10828"/>
                      <a:pt x="10069" y="10476"/>
                      <a:pt x="10204" y="10124"/>
                    </a:cubicBezTo>
                    <a:cubicBezTo>
                      <a:pt x="9256" y="10124"/>
                      <a:pt x="9256" y="10124"/>
                      <a:pt x="9256" y="10124"/>
                    </a:cubicBezTo>
                    <a:cubicBezTo>
                      <a:pt x="9148" y="10124"/>
                      <a:pt x="9039" y="10015"/>
                      <a:pt x="9039" y="9907"/>
                    </a:cubicBezTo>
                    <a:cubicBezTo>
                      <a:pt x="9039" y="7306"/>
                      <a:pt x="9039" y="7306"/>
                      <a:pt x="9039" y="7306"/>
                    </a:cubicBezTo>
                    <a:cubicBezTo>
                      <a:pt x="7522" y="8173"/>
                      <a:pt x="7522" y="8173"/>
                      <a:pt x="7522" y="8173"/>
                    </a:cubicBezTo>
                    <a:cubicBezTo>
                      <a:pt x="7468" y="8227"/>
                      <a:pt x="7387" y="8227"/>
                      <a:pt x="7333" y="8173"/>
                    </a:cubicBezTo>
                    <a:cubicBezTo>
                      <a:pt x="7251" y="8146"/>
                      <a:pt x="7224" y="8065"/>
                      <a:pt x="7224" y="8011"/>
                    </a:cubicBezTo>
                    <a:cubicBezTo>
                      <a:pt x="7224" y="7306"/>
                      <a:pt x="7224" y="7306"/>
                      <a:pt x="7224" y="7306"/>
                    </a:cubicBezTo>
                    <a:cubicBezTo>
                      <a:pt x="5707" y="8173"/>
                      <a:pt x="5707" y="8173"/>
                      <a:pt x="5707" y="8173"/>
                    </a:cubicBezTo>
                    <a:cubicBezTo>
                      <a:pt x="5653" y="8227"/>
                      <a:pt x="5572" y="8227"/>
                      <a:pt x="5517" y="8173"/>
                    </a:cubicBezTo>
                    <a:cubicBezTo>
                      <a:pt x="5436" y="8146"/>
                      <a:pt x="5409" y="8065"/>
                      <a:pt x="5409" y="8011"/>
                    </a:cubicBezTo>
                    <a:cubicBezTo>
                      <a:pt x="5409" y="7306"/>
                      <a:pt x="5409" y="7306"/>
                      <a:pt x="5409" y="7306"/>
                    </a:cubicBezTo>
                    <a:cubicBezTo>
                      <a:pt x="4000" y="8119"/>
                      <a:pt x="4000" y="8119"/>
                      <a:pt x="4000" y="8119"/>
                    </a:cubicBezTo>
                    <a:cubicBezTo>
                      <a:pt x="4000" y="9907"/>
                      <a:pt x="4000" y="9907"/>
                      <a:pt x="4000" y="9907"/>
                    </a:cubicBezTo>
                    <a:cubicBezTo>
                      <a:pt x="4000" y="10015"/>
                      <a:pt x="3892" y="10124"/>
                      <a:pt x="3784" y="10124"/>
                    </a:cubicBezTo>
                    <a:cubicBezTo>
                      <a:pt x="2835" y="10124"/>
                      <a:pt x="2835" y="10124"/>
                      <a:pt x="2835" y="10124"/>
                    </a:cubicBezTo>
                    <a:cubicBezTo>
                      <a:pt x="2971" y="10476"/>
                      <a:pt x="3161" y="10828"/>
                      <a:pt x="3377" y="11126"/>
                    </a:cubicBezTo>
                    <a:close/>
                    <a:moveTo>
                      <a:pt x="8010" y="4028"/>
                    </a:moveTo>
                    <a:cubicBezTo>
                      <a:pt x="8199" y="4109"/>
                      <a:pt x="8416" y="4055"/>
                      <a:pt x="8552" y="3920"/>
                    </a:cubicBezTo>
                    <a:cubicBezTo>
                      <a:pt x="8877" y="3622"/>
                      <a:pt x="8877" y="3622"/>
                      <a:pt x="8877" y="3622"/>
                    </a:cubicBezTo>
                    <a:cubicBezTo>
                      <a:pt x="8931" y="3568"/>
                      <a:pt x="9012" y="3568"/>
                      <a:pt x="9093" y="3595"/>
                    </a:cubicBezTo>
                    <a:cubicBezTo>
                      <a:pt x="9744" y="3974"/>
                      <a:pt x="9744" y="3974"/>
                      <a:pt x="9744" y="3974"/>
                    </a:cubicBezTo>
                    <a:cubicBezTo>
                      <a:pt x="9798" y="4028"/>
                      <a:pt x="9852" y="4082"/>
                      <a:pt x="9825" y="4164"/>
                    </a:cubicBezTo>
                    <a:cubicBezTo>
                      <a:pt x="9744" y="4597"/>
                      <a:pt x="9744" y="4597"/>
                      <a:pt x="9744" y="4597"/>
                    </a:cubicBezTo>
                    <a:cubicBezTo>
                      <a:pt x="9689" y="4787"/>
                      <a:pt x="9744" y="5003"/>
                      <a:pt x="9906" y="5139"/>
                    </a:cubicBezTo>
                    <a:cubicBezTo>
                      <a:pt x="10015" y="5220"/>
                      <a:pt x="10096" y="5329"/>
                      <a:pt x="10177" y="5410"/>
                    </a:cubicBezTo>
                    <a:cubicBezTo>
                      <a:pt x="10340" y="5572"/>
                      <a:pt x="10529" y="5627"/>
                      <a:pt x="10746" y="5599"/>
                    </a:cubicBezTo>
                    <a:cubicBezTo>
                      <a:pt x="11152" y="5491"/>
                      <a:pt x="11152" y="5491"/>
                      <a:pt x="11152" y="5491"/>
                    </a:cubicBezTo>
                    <a:cubicBezTo>
                      <a:pt x="11234" y="5491"/>
                      <a:pt x="11315" y="5518"/>
                      <a:pt x="11342" y="5599"/>
                    </a:cubicBezTo>
                    <a:cubicBezTo>
                      <a:pt x="11721" y="6223"/>
                      <a:pt x="11721" y="6223"/>
                      <a:pt x="11721" y="6223"/>
                    </a:cubicBezTo>
                    <a:cubicBezTo>
                      <a:pt x="11775" y="6304"/>
                      <a:pt x="11748" y="6385"/>
                      <a:pt x="11694" y="6439"/>
                    </a:cubicBezTo>
                    <a:cubicBezTo>
                      <a:pt x="11423" y="6764"/>
                      <a:pt x="11423" y="6764"/>
                      <a:pt x="11423" y="6764"/>
                    </a:cubicBezTo>
                    <a:cubicBezTo>
                      <a:pt x="11261" y="6927"/>
                      <a:pt x="11234" y="7117"/>
                      <a:pt x="11288" y="7333"/>
                    </a:cubicBezTo>
                    <a:cubicBezTo>
                      <a:pt x="11315" y="7442"/>
                      <a:pt x="11369" y="7577"/>
                      <a:pt x="11396" y="7713"/>
                    </a:cubicBezTo>
                    <a:cubicBezTo>
                      <a:pt x="11423" y="7902"/>
                      <a:pt x="11586" y="8065"/>
                      <a:pt x="11775" y="8119"/>
                    </a:cubicBezTo>
                    <a:cubicBezTo>
                      <a:pt x="12182" y="8254"/>
                      <a:pt x="12182" y="8254"/>
                      <a:pt x="12182" y="8254"/>
                    </a:cubicBezTo>
                    <a:cubicBezTo>
                      <a:pt x="12263" y="8282"/>
                      <a:pt x="12317" y="8363"/>
                      <a:pt x="12317" y="8444"/>
                    </a:cubicBezTo>
                    <a:cubicBezTo>
                      <a:pt x="12317" y="9176"/>
                      <a:pt x="12317" y="9176"/>
                      <a:pt x="12317" y="9176"/>
                    </a:cubicBezTo>
                    <a:cubicBezTo>
                      <a:pt x="12317" y="9257"/>
                      <a:pt x="12263" y="9311"/>
                      <a:pt x="12182" y="9338"/>
                    </a:cubicBezTo>
                    <a:cubicBezTo>
                      <a:pt x="11775" y="9474"/>
                      <a:pt x="11775" y="9474"/>
                      <a:pt x="11775" y="9474"/>
                    </a:cubicBezTo>
                    <a:cubicBezTo>
                      <a:pt x="11586" y="9555"/>
                      <a:pt x="11423" y="9690"/>
                      <a:pt x="11396" y="9907"/>
                    </a:cubicBezTo>
                    <a:cubicBezTo>
                      <a:pt x="11369" y="10042"/>
                      <a:pt x="11315" y="10151"/>
                      <a:pt x="11288" y="10286"/>
                    </a:cubicBezTo>
                    <a:cubicBezTo>
                      <a:pt x="11234" y="10503"/>
                      <a:pt x="11261" y="10693"/>
                      <a:pt x="11423" y="10855"/>
                    </a:cubicBezTo>
                    <a:cubicBezTo>
                      <a:pt x="11694" y="11180"/>
                      <a:pt x="11694" y="11180"/>
                      <a:pt x="11694" y="11180"/>
                    </a:cubicBezTo>
                    <a:cubicBezTo>
                      <a:pt x="11748" y="11234"/>
                      <a:pt x="11775" y="11316"/>
                      <a:pt x="11721" y="11370"/>
                    </a:cubicBezTo>
                    <a:cubicBezTo>
                      <a:pt x="11450" y="11858"/>
                      <a:pt x="11450" y="11858"/>
                      <a:pt x="11450" y="11858"/>
                    </a:cubicBezTo>
                    <a:cubicBezTo>
                      <a:pt x="10990" y="11641"/>
                      <a:pt x="10529" y="11424"/>
                      <a:pt x="10069" y="11262"/>
                    </a:cubicBezTo>
                    <a:cubicBezTo>
                      <a:pt x="10556" y="10557"/>
                      <a:pt x="10827" y="9690"/>
                      <a:pt x="10827" y="8796"/>
                    </a:cubicBezTo>
                    <a:cubicBezTo>
                      <a:pt x="10827" y="7848"/>
                      <a:pt x="10529" y="6954"/>
                      <a:pt x="9960" y="6196"/>
                    </a:cubicBezTo>
                    <a:cubicBezTo>
                      <a:pt x="9419" y="5518"/>
                      <a:pt x="8687" y="4976"/>
                      <a:pt x="7874" y="4705"/>
                    </a:cubicBezTo>
                    <a:cubicBezTo>
                      <a:pt x="7712" y="3947"/>
                      <a:pt x="7712" y="3947"/>
                      <a:pt x="7712" y="3947"/>
                    </a:cubicBezTo>
                    <a:cubicBezTo>
                      <a:pt x="7820" y="3974"/>
                      <a:pt x="7901" y="4001"/>
                      <a:pt x="8010" y="4028"/>
                    </a:cubicBezTo>
                    <a:close/>
                    <a:moveTo>
                      <a:pt x="12886" y="12779"/>
                    </a:moveTo>
                    <a:cubicBezTo>
                      <a:pt x="12534" y="12508"/>
                      <a:pt x="12182" y="12264"/>
                      <a:pt x="11803" y="12047"/>
                    </a:cubicBezTo>
                    <a:cubicBezTo>
                      <a:pt x="12073" y="11587"/>
                      <a:pt x="12073" y="11587"/>
                      <a:pt x="12073" y="11587"/>
                    </a:cubicBezTo>
                    <a:cubicBezTo>
                      <a:pt x="12209" y="11370"/>
                      <a:pt x="12182" y="11099"/>
                      <a:pt x="11992" y="10909"/>
                    </a:cubicBezTo>
                    <a:cubicBezTo>
                      <a:pt x="11721" y="10584"/>
                      <a:pt x="11721" y="10584"/>
                      <a:pt x="11721" y="10584"/>
                    </a:cubicBezTo>
                    <a:cubicBezTo>
                      <a:pt x="11667" y="10530"/>
                      <a:pt x="11667" y="10476"/>
                      <a:pt x="11667" y="10422"/>
                    </a:cubicBezTo>
                    <a:cubicBezTo>
                      <a:pt x="11721" y="10286"/>
                      <a:pt x="11748" y="10124"/>
                      <a:pt x="11775" y="9988"/>
                    </a:cubicBezTo>
                    <a:cubicBezTo>
                      <a:pt x="11803" y="9934"/>
                      <a:pt x="11830" y="9880"/>
                      <a:pt x="11911" y="9880"/>
                    </a:cubicBezTo>
                    <a:cubicBezTo>
                      <a:pt x="12317" y="9744"/>
                      <a:pt x="12317" y="9744"/>
                      <a:pt x="12317" y="9744"/>
                    </a:cubicBezTo>
                    <a:cubicBezTo>
                      <a:pt x="12561" y="9663"/>
                      <a:pt x="12724" y="9446"/>
                      <a:pt x="12724" y="9176"/>
                    </a:cubicBezTo>
                    <a:cubicBezTo>
                      <a:pt x="12724" y="8444"/>
                      <a:pt x="12724" y="8444"/>
                      <a:pt x="12724" y="8444"/>
                    </a:cubicBezTo>
                    <a:cubicBezTo>
                      <a:pt x="12724" y="8173"/>
                      <a:pt x="12561" y="7956"/>
                      <a:pt x="12317" y="7875"/>
                    </a:cubicBezTo>
                    <a:cubicBezTo>
                      <a:pt x="11911" y="7740"/>
                      <a:pt x="11911" y="7740"/>
                      <a:pt x="11911" y="7740"/>
                    </a:cubicBezTo>
                    <a:cubicBezTo>
                      <a:pt x="11830" y="7713"/>
                      <a:pt x="11803" y="7686"/>
                      <a:pt x="11775" y="7604"/>
                    </a:cubicBezTo>
                    <a:cubicBezTo>
                      <a:pt x="11748" y="7469"/>
                      <a:pt x="11721" y="7333"/>
                      <a:pt x="11667" y="7198"/>
                    </a:cubicBezTo>
                    <a:cubicBezTo>
                      <a:pt x="11667" y="7144"/>
                      <a:pt x="11667" y="7090"/>
                      <a:pt x="11721" y="7035"/>
                    </a:cubicBezTo>
                    <a:cubicBezTo>
                      <a:pt x="11992" y="6710"/>
                      <a:pt x="11992" y="6710"/>
                      <a:pt x="11992" y="6710"/>
                    </a:cubicBezTo>
                    <a:cubicBezTo>
                      <a:pt x="12182" y="6521"/>
                      <a:pt x="12209" y="6250"/>
                      <a:pt x="12073" y="6033"/>
                    </a:cubicBezTo>
                    <a:cubicBezTo>
                      <a:pt x="11694" y="5383"/>
                      <a:pt x="11694" y="5383"/>
                      <a:pt x="11694" y="5383"/>
                    </a:cubicBezTo>
                    <a:cubicBezTo>
                      <a:pt x="11586" y="5166"/>
                      <a:pt x="11315" y="5058"/>
                      <a:pt x="11071" y="5112"/>
                    </a:cubicBezTo>
                    <a:cubicBezTo>
                      <a:pt x="10638" y="5193"/>
                      <a:pt x="10638" y="5193"/>
                      <a:pt x="10638" y="5193"/>
                    </a:cubicBezTo>
                    <a:cubicBezTo>
                      <a:pt x="10583" y="5220"/>
                      <a:pt x="10529" y="5193"/>
                      <a:pt x="10475" y="5139"/>
                    </a:cubicBezTo>
                    <a:cubicBezTo>
                      <a:pt x="10394" y="5031"/>
                      <a:pt x="10285" y="4949"/>
                      <a:pt x="10177" y="4841"/>
                    </a:cubicBezTo>
                    <a:cubicBezTo>
                      <a:pt x="10150" y="4787"/>
                      <a:pt x="10123" y="4733"/>
                      <a:pt x="10123" y="4678"/>
                    </a:cubicBezTo>
                    <a:cubicBezTo>
                      <a:pt x="10231" y="4245"/>
                      <a:pt x="10231" y="4245"/>
                      <a:pt x="10231" y="4245"/>
                    </a:cubicBezTo>
                    <a:cubicBezTo>
                      <a:pt x="10285" y="4001"/>
                      <a:pt x="10177" y="3757"/>
                      <a:pt x="9933" y="3622"/>
                    </a:cubicBezTo>
                    <a:cubicBezTo>
                      <a:pt x="9283" y="3243"/>
                      <a:pt x="9283" y="3243"/>
                      <a:pt x="9283" y="3243"/>
                    </a:cubicBezTo>
                    <a:cubicBezTo>
                      <a:pt x="9066" y="3134"/>
                      <a:pt x="8795" y="3161"/>
                      <a:pt x="8606" y="3324"/>
                    </a:cubicBezTo>
                    <a:cubicBezTo>
                      <a:pt x="8281" y="3622"/>
                      <a:pt x="8281" y="3622"/>
                      <a:pt x="8281" y="3622"/>
                    </a:cubicBezTo>
                    <a:cubicBezTo>
                      <a:pt x="8254" y="3649"/>
                      <a:pt x="8172" y="3676"/>
                      <a:pt x="8118" y="3649"/>
                    </a:cubicBezTo>
                    <a:cubicBezTo>
                      <a:pt x="7983" y="3595"/>
                      <a:pt x="7847" y="3568"/>
                      <a:pt x="7712" y="3541"/>
                    </a:cubicBezTo>
                    <a:cubicBezTo>
                      <a:pt x="7658" y="3541"/>
                      <a:pt x="7631" y="3513"/>
                      <a:pt x="7603" y="3486"/>
                    </a:cubicBezTo>
                    <a:cubicBezTo>
                      <a:pt x="7468" y="2728"/>
                      <a:pt x="7468" y="2728"/>
                      <a:pt x="7468" y="2728"/>
                    </a:cubicBezTo>
                    <a:cubicBezTo>
                      <a:pt x="7387" y="2430"/>
                      <a:pt x="7143" y="2213"/>
                      <a:pt x="6818" y="2213"/>
                    </a:cubicBezTo>
                    <a:cubicBezTo>
                      <a:pt x="6222" y="2213"/>
                      <a:pt x="6222" y="2213"/>
                      <a:pt x="6222" y="2213"/>
                    </a:cubicBezTo>
                    <a:cubicBezTo>
                      <a:pt x="5897" y="2213"/>
                      <a:pt x="5653" y="2430"/>
                      <a:pt x="5572" y="2728"/>
                    </a:cubicBezTo>
                    <a:cubicBezTo>
                      <a:pt x="5436" y="3486"/>
                      <a:pt x="5436" y="3486"/>
                      <a:pt x="5436" y="3486"/>
                    </a:cubicBezTo>
                    <a:cubicBezTo>
                      <a:pt x="5409" y="3513"/>
                      <a:pt x="5382" y="3541"/>
                      <a:pt x="5328" y="3541"/>
                    </a:cubicBezTo>
                    <a:cubicBezTo>
                      <a:pt x="5192" y="3568"/>
                      <a:pt x="5057" y="3595"/>
                      <a:pt x="4921" y="3649"/>
                    </a:cubicBezTo>
                    <a:cubicBezTo>
                      <a:pt x="4867" y="3676"/>
                      <a:pt x="4786" y="3649"/>
                      <a:pt x="4759" y="3622"/>
                    </a:cubicBezTo>
                    <a:cubicBezTo>
                      <a:pt x="4434" y="3324"/>
                      <a:pt x="4434" y="3324"/>
                      <a:pt x="4434" y="3324"/>
                    </a:cubicBezTo>
                    <a:cubicBezTo>
                      <a:pt x="4244" y="3161"/>
                      <a:pt x="3973" y="3134"/>
                      <a:pt x="3757" y="3243"/>
                    </a:cubicBezTo>
                    <a:cubicBezTo>
                      <a:pt x="3106" y="3622"/>
                      <a:pt x="3106" y="3622"/>
                      <a:pt x="3106" y="3622"/>
                    </a:cubicBezTo>
                    <a:cubicBezTo>
                      <a:pt x="2863" y="3757"/>
                      <a:pt x="2754" y="4001"/>
                      <a:pt x="2808" y="4245"/>
                    </a:cubicBezTo>
                    <a:cubicBezTo>
                      <a:pt x="2917" y="4678"/>
                      <a:pt x="2917" y="4678"/>
                      <a:pt x="2917" y="4678"/>
                    </a:cubicBezTo>
                    <a:cubicBezTo>
                      <a:pt x="2917" y="4733"/>
                      <a:pt x="2890" y="4787"/>
                      <a:pt x="2863" y="4841"/>
                    </a:cubicBezTo>
                    <a:cubicBezTo>
                      <a:pt x="2754" y="4949"/>
                      <a:pt x="2646" y="5031"/>
                      <a:pt x="2565" y="5139"/>
                    </a:cubicBezTo>
                    <a:cubicBezTo>
                      <a:pt x="2510" y="5193"/>
                      <a:pt x="2456" y="5220"/>
                      <a:pt x="2402" y="5193"/>
                    </a:cubicBezTo>
                    <a:cubicBezTo>
                      <a:pt x="1969" y="5112"/>
                      <a:pt x="1969" y="5112"/>
                      <a:pt x="1969" y="5112"/>
                    </a:cubicBezTo>
                    <a:cubicBezTo>
                      <a:pt x="1725" y="5058"/>
                      <a:pt x="1454" y="5166"/>
                      <a:pt x="1345" y="5383"/>
                    </a:cubicBezTo>
                    <a:cubicBezTo>
                      <a:pt x="966" y="6033"/>
                      <a:pt x="966" y="6033"/>
                      <a:pt x="966" y="6033"/>
                    </a:cubicBezTo>
                    <a:cubicBezTo>
                      <a:pt x="831" y="6250"/>
                      <a:pt x="858" y="6521"/>
                      <a:pt x="1047" y="6710"/>
                    </a:cubicBezTo>
                    <a:cubicBezTo>
                      <a:pt x="1318" y="7035"/>
                      <a:pt x="1318" y="7035"/>
                      <a:pt x="1318" y="7035"/>
                    </a:cubicBezTo>
                    <a:cubicBezTo>
                      <a:pt x="1373" y="7090"/>
                      <a:pt x="1373" y="7144"/>
                      <a:pt x="1373" y="7198"/>
                    </a:cubicBezTo>
                    <a:cubicBezTo>
                      <a:pt x="1318" y="7333"/>
                      <a:pt x="1291" y="7469"/>
                      <a:pt x="1264" y="7604"/>
                    </a:cubicBezTo>
                    <a:cubicBezTo>
                      <a:pt x="1237" y="7686"/>
                      <a:pt x="1210" y="7713"/>
                      <a:pt x="1129" y="7740"/>
                    </a:cubicBezTo>
                    <a:cubicBezTo>
                      <a:pt x="722" y="7875"/>
                      <a:pt x="722" y="7875"/>
                      <a:pt x="722" y="7875"/>
                    </a:cubicBezTo>
                    <a:cubicBezTo>
                      <a:pt x="479" y="7956"/>
                      <a:pt x="316" y="8173"/>
                      <a:pt x="316" y="8444"/>
                    </a:cubicBezTo>
                    <a:cubicBezTo>
                      <a:pt x="316" y="9176"/>
                      <a:pt x="316" y="9176"/>
                      <a:pt x="316" y="9176"/>
                    </a:cubicBezTo>
                    <a:cubicBezTo>
                      <a:pt x="316" y="9446"/>
                      <a:pt x="479" y="9663"/>
                      <a:pt x="722" y="9744"/>
                    </a:cubicBezTo>
                    <a:cubicBezTo>
                      <a:pt x="1129" y="9880"/>
                      <a:pt x="1129" y="9880"/>
                      <a:pt x="1129" y="9880"/>
                    </a:cubicBezTo>
                    <a:cubicBezTo>
                      <a:pt x="1210" y="9880"/>
                      <a:pt x="1237" y="9934"/>
                      <a:pt x="1264" y="9988"/>
                    </a:cubicBezTo>
                    <a:cubicBezTo>
                      <a:pt x="1291" y="10124"/>
                      <a:pt x="1318" y="10286"/>
                      <a:pt x="1373" y="10422"/>
                    </a:cubicBezTo>
                    <a:cubicBezTo>
                      <a:pt x="1373" y="10476"/>
                      <a:pt x="1373" y="10530"/>
                      <a:pt x="1318" y="10584"/>
                    </a:cubicBezTo>
                    <a:cubicBezTo>
                      <a:pt x="1047" y="10909"/>
                      <a:pt x="1047" y="10909"/>
                      <a:pt x="1047" y="10909"/>
                    </a:cubicBezTo>
                    <a:cubicBezTo>
                      <a:pt x="858" y="11099"/>
                      <a:pt x="831" y="11370"/>
                      <a:pt x="966" y="11587"/>
                    </a:cubicBezTo>
                    <a:cubicBezTo>
                      <a:pt x="1237" y="12047"/>
                      <a:pt x="1237" y="12047"/>
                      <a:pt x="1237" y="12047"/>
                    </a:cubicBezTo>
                    <a:cubicBezTo>
                      <a:pt x="858" y="12264"/>
                      <a:pt x="506" y="12508"/>
                      <a:pt x="153" y="12779"/>
                    </a:cubicBezTo>
                    <a:cubicBezTo>
                      <a:pt x="-9" y="12887"/>
                      <a:pt x="-36" y="13104"/>
                      <a:pt x="45" y="13266"/>
                    </a:cubicBezTo>
                    <a:cubicBezTo>
                      <a:pt x="126" y="13429"/>
                      <a:pt x="316" y="13510"/>
                      <a:pt x="506" y="13429"/>
                    </a:cubicBezTo>
                    <a:cubicBezTo>
                      <a:pt x="4217" y="12101"/>
                      <a:pt x="8823" y="12101"/>
                      <a:pt x="12534" y="13429"/>
                    </a:cubicBezTo>
                    <a:cubicBezTo>
                      <a:pt x="12561" y="13456"/>
                      <a:pt x="12615" y="13456"/>
                      <a:pt x="12669" y="13456"/>
                    </a:cubicBezTo>
                    <a:cubicBezTo>
                      <a:pt x="12805" y="13456"/>
                      <a:pt x="12940" y="13375"/>
                      <a:pt x="12995" y="13266"/>
                    </a:cubicBezTo>
                    <a:cubicBezTo>
                      <a:pt x="13076" y="13104"/>
                      <a:pt x="13049" y="12887"/>
                      <a:pt x="12886" y="12779"/>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36" name="Google Shape;736;p50"/>
            <p:cNvSpPr txBox="1"/>
            <p:nvPr/>
          </p:nvSpPr>
          <p:spPr>
            <a:xfrm>
              <a:off x="2898800" y="2805875"/>
              <a:ext cx="14799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Manufacturing &amp; Industrial Activities</a:t>
              </a:r>
              <a:endParaRPr b="1" sz="800">
                <a:solidFill>
                  <a:srgbClr val="3C3C3A"/>
                </a:solidFill>
                <a:latin typeface="Montserrat"/>
                <a:ea typeface="Montserrat"/>
                <a:cs typeface="Montserrat"/>
                <a:sym typeface="Montserrat"/>
              </a:endParaRPr>
            </a:p>
          </p:txBody>
        </p:sp>
      </p:grpSp>
      <p:grpSp>
        <p:nvGrpSpPr>
          <p:cNvPr id="737" name="Google Shape;737;p50"/>
          <p:cNvGrpSpPr/>
          <p:nvPr/>
        </p:nvGrpSpPr>
        <p:grpSpPr>
          <a:xfrm>
            <a:off x="3590261" y="3202471"/>
            <a:ext cx="1640389" cy="424127"/>
            <a:chOff x="2415211" y="3325171"/>
            <a:chExt cx="1640389" cy="424127"/>
          </a:xfrm>
        </p:grpSpPr>
        <p:grpSp>
          <p:nvGrpSpPr>
            <p:cNvPr id="738" name="Google Shape;738;p50"/>
            <p:cNvGrpSpPr/>
            <p:nvPr/>
          </p:nvGrpSpPr>
          <p:grpSpPr>
            <a:xfrm>
              <a:off x="2415211" y="3344432"/>
              <a:ext cx="404866" cy="404866"/>
              <a:chOff x="3109675" y="4062025"/>
              <a:chExt cx="433475" cy="433475"/>
            </a:xfrm>
          </p:grpSpPr>
          <p:sp>
            <p:nvSpPr>
              <p:cNvPr id="739" name="Google Shape;739;p50"/>
              <p:cNvSpPr/>
              <p:nvPr/>
            </p:nvSpPr>
            <p:spPr>
              <a:xfrm>
                <a:off x="3109675" y="4062025"/>
                <a:ext cx="433475" cy="433475"/>
              </a:xfrm>
              <a:custGeom>
                <a:rect b="b" l="l" r="r" t="t"/>
                <a:pathLst>
                  <a:path extrusionOk="0" fill="none" h="17339" w="17339">
                    <a:moveTo>
                      <a:pt x="17339" y="8670"/>
                    </a:moveTo>
                    <a:cubicBezTo>
                      <a:pt x="17339" y="13438"/>
                      <a:pt x="13465" y="17339"/>
                      <a:pt x="8670" y="17339"/>
                    </a:cubicBezTo>
                    <a:cubicBezTo>
                      <a:pt x="3902" y="17339"/>
                      <a:pt x="0" y="13438"/>
                      <a:pt x="0" y="8670"/>
                    </a:cubicBezTo>
                    <a:cubicBezTo>
                      <a:pt x="0" y="3875"/>
                      <a:pt x="3902" y="1"/>
                      <a:pt x="8670" y="1"/>
                    </a:cubicBezTo>
                    <a:cubicBezTo>
                      <a:pt x="13465"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40" name="Google Shape;740;p50"/>
              <p:cNvSpPr/>
              <p:nvPr/>
            </p:nvSpPr>
            <p:spPr>
              <a:xfrm>
                <a:off x="3274425" y="4124675"/>
                <a:ext cx="41175" cy="80950"/>
              </a:xfrm>
              <a:custGeom>
                <a:rect b="b" l="l" r="r" t="t"/>
                <a:pathLst>
                  <a:path extrusionOk="0" h="3238" w="1647">
                    <a:moveTo>
                      <a:pt x="779" y="637"/>
                    </a:moveTo>
                    <a:cubicBezTo>
                      <a:pt x="779" y="1477"/>
                      <a:pt x="779" y="1477"/>
                      <a:pt x="779" y="1477"/>
                    </a:cubicBezTo>
                    <a:cubicBezTo>
                      <a:pt x="725" y="1450"/>
                      <a:pt x="671" y="1423"/>
                      <a:pt x="617" y="1423"/>
                    </a:cubicBezTo>
                    <a:cubicBezTo>
                      <a:pt x="562" y="1396"/>
                      <a:pt x="535" y="1342"/>
                      <a:pt x="481" y="1314"/>
                    </a:cubicBezTo>
                    <a:cubicBezTo>
                      <a:pt x="454" y="1287"/>
                      <a:pt x="427" y="1233"/>
                      <a:pt x="427" y="1206"/>
                    </a:cubicBezTo>
                    <a:cubicBezTo>
                      <a:pt x="400" y="1179"/>
                      <a:pt x="400" y="1125"/>
                      <a:pt x="400" y="1098"/>
                    </a:cubicBezTo>
                    <a:cubicBezTo>
                      <a:pt x="400" y="1044"/>
                      <a:pt x="400" y="962"/>
                      <a:pt x="427" y="908"/>
                    </a:cubicBezTo>
                    <a:cubicBezTo>
                      <a:pt x="454" y="854"/>
                      <a:pt x="481" y="827"/>
                      <a:pt x="508" y="773"/>
                    </a:cubicBezTo>
                    <a:cubicBezTo>
                      <a:pt x="535" y="746"/>
                      <a:pt x="590" y="691"/>
                      <a:pt x="644" y="664"/>
                    </a:cubicBezTo>
                    <a:cubicBezTo>
                      <a:pt x="671" y="664"/>
                      <a:pt x="725" y="637"/>
                      <a:pt x="779" y="637"/>
                    </a:cubicBezTo>
                    <a:close/>
                    <a:moveTo>
                      <a:pt x="1104" y="1829"/>
                    </a:moveTo>
                    <a:cubicBezTo>
                      <a:pt x="1158" y="1856"/>
                      <a:pt x="1240" y="1910"/>
                      <a:pt x="1267" y="1965"/>
                    </a:cubicBezTo>
                    <a:cubicBezTo>
                      <a:pt x="1321" y="2046"/>
                      <a:pt x="1348" y="2154"/>
                      <a:pt x="1348" y="2290"/>
                    </a:cubicBezTo>
                    <a:cubicBezTo>
                      <a:pt x="1348" y="2344"/>
                      <a:pt x="1321" y="2398"/>
                      <a:pt x="1294" y="2452"/>
                    </a:cubicBezTo>
                    <a:cubicBezTo>
                      <a:pt x="1267" y="2479"/>
                      <a:pt x="1240" y="2506"/>
                      <a:pt x="1186" y="2534"/>
                    </a:cubicBezTo>
                    <a:cubicBezTo>
                      <a:pt x="1158" y="2561"/>
                      <a:pt x="1131" y="2561"/>
                      <a:pt x="1104" y="2588"/>
                    </a:cubicBezTo>
                    <a:cubicBezTo>
                      <a:pt x="1104" y="1829"/>
                      <a:pt x="1104" y="1829"/>
                      <a:pt x="1104" y="1829"/>
                    </a:cubicBezTo>
                    <a:close/>
                    <a:moveTo>
                      <a:pt x="925" y="1"/>
                    </a:moveTo>
                    <a:cubicBezTo>
                      <a:pt x="888" y="1"/>
                      <a:pt x="847" y="14"/>
                      <a:pt x="806" y="41"/>
                    </a:cubicBezTo>
                    <a:cubicBezTo>
                      <a:pt x="779" y="68"/>
                      <a:pt x="752" y="122"/>
                      <a:pt x="779" y="177"/>
                    </a:cubicBezTo>
                    <a:cubicBezTo>
                      <a:pt x="779" y="339"/>
                      <a:pt x="779" y="339"/>
                      <a:pt x="779" y="339"/>
                    </a:cubicBezTo>
                    <a:cubicBezTo>
                      <a:pt x="671" y="366"/>
                      <a:pt x="590" y="393"/>
                      <a:pt x="508" y="420"/>
                    </a:cubicBezTo>
                    <a:cubicBezTo>
                      <a:pt x="427" y="475"/>
                      <a:pt x="346" y="529"/>
                      <a:pt x="292" y="583"/>
                    </a:cubicBezTo>
                    <a:cubicBezTo>
                      <a:pt x="210" y="664"/>
                      <a:pt x="156" y="746"/>
                      <a:pt x="129" y="827"/>
                    </a:cubicBezTo>
                    <a:cubicBezTo>
                      <a:pt x="102" y="908"/>
                      <a:pt x="75" y="1016"/>
                      <a:pt x="102" y="1098"/>
                    </a:cubicBezTo>
                    <a:cubicBezTo>
                      <a:pt x="102" y="1287"/>
                      <a:pt x="183" y="1450"/>
                      <a:pt x="319" y="1558"/>
                    </a:cubicBezTo>
                    <a:cubicBezTo>
                      <a:pt x="427" y="1667"/>
                      <a:pt x="590" y="1748"/>
                      <a:pt x="779" y="1775"/>
                    </a:cubicBezTo>
                    <a:cubicBezTo>
                      <a:pt x="779" y="2588"/>
                      <a:pt x="779" y="2588"/>
                      <a:pt x="779" y="2588"/>
                    </a:cubicBezTo>
                    <a:cubicBezTo>
                      <a:pt x="644" y="2588"/>
                      <a:pt x="535" y="2534"/>
                      <a:pt x="454" y="2479"/>
                    </a:cubicBezTo>
                    <a:cubicBezTo>
                      <a:pt x="373" y="2398"/>
                      <a:pt x="319" y="2317"/>
                      <a:pt x="292" y="2208"/>
                    </a:cubicBezTo>
                    <a:cubicBezTo>
                      <a:pt x="292" y="2181"/>
                      <a:pt x="292" y="2154"/>
                      <a:pt x="237" y="2127"/>
                    </a:cubicBezTo>
                    <a:cubicBezTo>
                      <a:pt x="210" y="2100"/>
                      <a:pt x="183" y="2100"/>
                      <a:pt x="156" y="2100"/>
                    </a:cubicBezTo>
                    <a:cubicBezTo>
                      <a:pt x="140" y="2092"/>
                      <a:pt x="127" y="2089"/>
                      <a:pt x="114" y="2089"/>
                    </a:cubicBezTo>
                    <a:cubicBezTo>
                      <a:pt x="84" y="2089"/>
                      <a:pt x="59" y="2108"/>
                      <a:pt x="21" y="2127"/>
                    </a:cubicBezTo>
                    <a:cubicBezTo>
                      <a:pt x="-6" y="2181"/>
                      <a:pt x="-6" y="2208"/>
                      <a:pt x="21" y="2263"/>
                    </a:cubicBezTo>
                    <a:cubicBezTo>
                      <a:pt x="21" y="2317"/>
                      <a:pt x="48" y="2398"/>
                      <a:pt x="75" y="2452"/>
                    </a:cubicBezTo>
                    <a:cubicBezTo>
                      <a:pt x="129" y="2615"/>
                      <a:pt x="129" y="2615"/>
                      <a:pt x="129" y="2615"/>
                    </a:cubicBezTo>
                    <a:cubicBezTo>
                      <a:pt x="129" y="2534"/>
                      <a:pt x="129" y="2534"/>
                      <a:pt x="129" y="2534"/>
                    </a:cubicBezTo>
                    <a:cubicBezTo>
                      <a:pt x="156" y="2615"/>
                      <a:pt x="210" y="2669"/>
                      <a:pt x="292" y="2696"/>
                    </a:cubicBezTo>
                    <a:cubicBezTo>
                      <a:pt x="346" y="2750"/>
                      <a:pt x="427" y="2804"/>
                      <a:pt x="535" y="2832"/>
                    </a:cubicBezTo>
                    <a:cubicBezTo>
                      <a:pt x="617" y="2859"/>
                      <a:pt x="698" y="2886"/>
                      <a:pt x="779" y="2886"/>
                    </a:cubicBezTo>
                    <a:cubicBezTo>
                      <a:pt x="779" y="3075"/>
                      <a:pt x="779" y="3075"/>
                      <a:pt x="779" y="3075"/>
                    </a:cubicBezTo>
                    <a:cubicBezTo>
                      <a:pt x="752" y="3102"/>
                      <a:pt x="779" y="3157"/>
                      <a:pt x="833" y="3184"/>
                    </a:cubicBezTo>
                    <a:cubicBezTo>
                      <a:pt x="860" y="3211"/>
                      <a:pt x="888" y="3238"/>
                      <a:pt x="942" y="3238"/>
                    </a:cubicBezTo>
                    <a:cubicBezTo>
                      <a:pt x="969" y="3238"/>
                      <a:pt x="996" y="3211"/>
                      <a:pt x="1023" y="3184"/>
                    </a:cubicBezTo>
                    <a:cubicBezTo>
                      <a:pt x="1077" y="3157"/>
                      <a:pt x="1104" y="3130"/>
                      <a:pt x="1104" y="3075"/>
                    </a:cubicBezTo>
                    <a:cubicBezTo>
                      <a:pt x="1104" y="2886"/>
                      <a:pt x="1104" y="2886"/>
                      <a:pt x="1104" y="2886"/>
                    </a:cubicBezTo>
                    <a:cubicBezTo>
                      <a:pt x="1158" y="2859"/>
                      <a:pt x="1240" y="2859"/>
                      <a:pt x="1294" y="2832"/>
                    </a:cubicBezTo>
                    <a:cubicBezTo>
                      <a:pt x="1375" y="2777"/>
                      <a:pt x="1429" y="2750"/>
                      <a:pt x="1484" y="2669"/>
                    </a:cubicBezTo>
                    <a:cubicBezTo>
                      <a:pt x="1565" y="2561"/>
                      <a:pt x="1619" y="2425"/>
                      <a:pt x="1646" y="2290"/>
                    </a:cubicBezTo>
                    <a:cubicBezTo>
                      <a:pt x="1646" y="2208"/>
                      <a:pt x="1646" y="2154"/>
                      <a:pt x="1619" y="2073"/>
                    </a:cubicBezTo>
                    <a:cubicBezTo>
                      <a:pt x="1619" y="1992"/>
                      <a:pt x="1592" y="1910"/>
                      <a:pt x="1565" y="1829"/>
                    </a:cubicBezTo>
                    <a:cubicBezTo>
                      <a:pt x="1511" y="1775"/>
                      <a:pt x="1456" y="1694"/>
                      <a:pt x="1375" y="1640"/>
                    </a:cubicBezTo>
                    <a:cubicBezTo>
                      <a:pt x="1294" y="1585"/>
                      <a:pt x="1186" y="1558"/>
                      <a:pt x="1104" y="1531"/>
                    </a:cubicBezTo>
                    <a:cubicBezTo>
                      <a:pt x="1104" y="664"/>
                      <a:pt x="1104" y="664"/>
                      <a:pt x="1104" y="664"/>
                    </a:cubicBezTo>
                    <a:cubicBezTo>
                      <a:pt x="1104" y="691"/>
                      <a:pt x="1131" y="691"/>
                      <a:pt x="1158" y="718"/>
                    </a:cubicBezTo>
                    <a:cubicBezTo>
                      <a:pt x="1186" y="746"/>
                      <a:pt x="1213" y="773"/>
                      <a:pt x="1240" y="827"/>
                    </a:cubicBezTo>
                    <a:cubicBezTo>
                      <a:pt x="1267" y="854"/>
                      <a:pt x="1294" y="908"/>
                      <a:pt x="1294" y="935"/>
                    </a:cubicBezTo>
                    <a:cubicBezTo>
                      <a:pt x="1321" y="989"/>
                      <a:pt x="1321" y="1016"/>
                      <a:pt x="1321" y="1071"/>
                    </a:cubicBezTo>
                    <a:cubicBezTo>
                      <a:pt x="1348" y="1152"/>
                      <a:pt x="1402" y="1206"/>
                      <a:pt x="1456" y="1206"/>
                    </a:cubicBezTo>
                    <a:lnTo>
                      <a:pt x="1484" y="1206"/>
                    </a:lnTo>
                    <a:cubicBezTo>
                      <a:pt x="1511" y="1206"/>
                      <a:pt x="1592" y="1179"/>
                      <a:pt x="1619" y="1044"/>
                    </a:cubicBezTo>
                    <a:cubicBezTo>
                      <a:pt x="1619" y="854"/>
                      <a:pt x="1565" y="691"/>
                      <a:pt x="1456" y="583"/>
                    </a:cubicBezTo>
                    <a:cubicBezTo>
                      <a:pt x="1348" y="475"/>
                      <a:pt x="1240" y="393"/>
                      <a:pt x="1104" y="366"/>
                    </a:cubicBezTo>
                    <a:cubicBezTo>
                      <a:pt x="1104" y="177"/>
                      <a:pt x="1104" y="177"/>
                      <a:pt x="1104" y="177"/>
                    </a:cubicBezTo>
                    <a:cubicBezTo>
                      <a:pt x="1104" y="122"/>
                      <a:pt x="1077" y="68"/>
                      <a:pt x="1023" y="41"/>
                    </a:cubicBezTo>
                    <a:cubicBezTo>
                      <a:pt x="996" y="14"/>
                      <a:pt x="962" y="1"/>
                      <a:pt x="925"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41" name="Google Shape;741;p50"/>
              <p:cNvSpPr/>
              <p:nvPr/>
            </p:nvSpPr>
            <p:spPr>
              <a:xfrm>
                <a:off x="3159250" y="4094275"/>
                <a:ext cx="318200" cy="349075"/>
              </a:xfrm>
              <a:custGeom>
                <a:rect b="b" l="l" r="r" t="t"/>
                <a:pathLst>
                  <a:path extrusionOk="0" h="13963" w="12728">
                    <a:moveTo>
                      <a:pt x="5427" y="435"/>
                    </a:moveTo>
                    <a:cubicBezTo>
                      <a:pt x="5476" y="435"/>
                      <a:pt x="5526" y="438"/>
                      <a:pt x="5576" y="444"/>
                    </a:cubicBezTo>
                    <a:cubicBezTo>
                      <a:pt x="6118" y="499"/>
                      <a:pt x="6524" y="932"/>
                      <a:pt x="6605" y="1474"/>
                    </a:cubicBezTo>
                    <a:cubicBezTo>
                      <a:pt x="6605" y="1582"/>
                      <a:pt x="6687" y="1664"/>
                      <a:pt x="6795" y="1664"/>
                    </a:cubicBezTo>
                    <a:cubicBezTo>
                      <a:pt x="7445" y="1745"/>
                      <a:pt x="7906" y="2341"/>
                      <a:pt x="7824" y="2964"/>
                    </a:cubicBezTo>
                    <a:cubicBezTo>
                      <a:pt x="7770" y="3506"/>
                      <a:pt x="7337" y="3939"/>
                      <a:pt x="6795" y="3993"/>
                    </a:cubicBezTo>
                    <a:cubicBezTo>
                      <a:pt x="6687" y="4020"/>
                      <a:pt x="6605" y="4102"/>
                      <a:pt x="6605" y="4183"/>
                    </a:cubicBezTo>
                    <a:cubicBezTo>
                      <a:pt x="6528" y="4798"/>
                      <a:pt x="5990" y="5244"/>
                      <a:pt x="5405" y="5244"/>
                    </a:cubicBezTo>
                    <a:cubicBezTo>
                      <a:pt x="5372" y="5244"/>
                      <a:pt x="5338" y="5242"/>
                      <a:pt x="5305" y="5240"/>
                    </a:cubicBezTo>
                    <a:cubicBezTo>
                      <a:pt x="4763" y="5158"/>
                      <a:pt x="4330" y="4725"/>
                      <a:pt x="4275" y="4183"/>
                    </a:cubicBezTo>
                    <a:cubicBezTo>
                      <a:pt x="4248" y="4102"/>
                      <a:pt x="4167" y="4020"/>
                      <a:pt x="4086" y="3993"/>
                    </a:cubicBezTo>
                    <a:cubicBezTo>
                      <a:pt x="3436" y="3939"/>
                      <a:pt x="2975" y="3343"/>
                      <a:pt x="3029" y="2693"/>
                    </a:cubicBezTo>
                    <a:cubicBezTo>
                      <a:pt x="3111" y="2151"/>
                      <a:pt x="3544" y="1745"/>
                      <a:pt x="4086" y="1664"/>
                    </a:cubicBezTo>
                    <a:cubicBezTo>
                      <a:pt x="4167" y="1664"/>
                      <a:pt x="4248" y="1582"/>
                      <a:pt x="4275" y="1474"/>
                    </a:cubicBezTo>
                    <a:cubicBezTo>
                      <a:pt x="4325" y="874"/>
                      <a:pt x="4837" y="435"/>
                      <a:pt x="5427" y="435"/>
                    </a:cubicBezTo>
                    <a:close/>
                    <a:moveTo>
                      <a:pt x="8095" y="5700"/>
                    </a:moveTo>
                    <a:lnTo>
                      <a:pt x="8095" y="5700"/>
                    </a:lnTo>
                    <a:cubicBezTo>
                      <a:pt x="7879" y="6215"/>
                      <a:pt x="7255" y="7163"/>
                      <a:pt x="5765" y="7163"/>
                    </a:cubicBezTo>
                    <a:cubicBezTo>
                      <a:pt x="5982" y="6730"/>
                      <a:pt x="6578" y="5917"/>
                      <a:pt x="8095" y="5700"/>
                    </a:cubicBezTo>
                    <a:close/>
                    <a:moveTo>
                      <a:pt x="3554" y="6591"/>
                    </a:moveTo>
                    <a:cubicBezTo>
                      <a:pt x="4286" y="6591"/>
                      <a:pt x="4745" y="7206"/>
                      <a:pt x="4953" y="7597"/>
                    </a:cubicBezTo>
                    <a:cubicBezTo>
                      <a:pt x="3977" y="7569"/>
                      <a:pt x="3598" y="6919"/>
                      <a:pt x="3463" y="6594"/>
                    </a:cubicBezTo>
                    <a:cubicBezTo>
                      <a:pt x="3494" y="6592"/>
                      <a:pt x="3524" y="6591"/>
                      <a:pt x="3554" y="6591"/>
                    </a:cubicBezTo>
                    <a:close/>
                    <a:moveTo>
                      <a:pt x="6597" y="8250"/>
                    </a:moveTo>
                    <a:cubicBezTo>
                      <a:pt x="6951" y="8250"/>
                      <a:pt x="7303" y="8341"/>
                      <a:pt x="7608" y="8518"/>
                    </a:cubicBezTo>
                    <a:cubicBezTo>
                      <a:pt x="8285" y="8897"/>
                      <a:pt x="8285" y="8897"/>
                      <a:pt x="8285" y="8897"/>
                    </a:cubicBezTo>
                    <a:cubicBezTo>
                      <a:pt x="8312" y="8897"/>
                      <a:pt x="8366" y="8924"/>
                      <a:pt x="8393" y="8924"/>
                    </a:cubicBezTo>
                    <a:lnTo>
                      <a:pt x="10425" y="8924"/>
                    </a:lnTo>
                    <a:cubicBezTo>
                      <a:pt x="10425" y="10793"/>
                      <a:pt x="10425" y="10793"/>
                      <a:pt x="10425" y="10793"/>
                    </a:cubicBezTo>
                    <a:lnTo>
                      <a:pt x="8989" y="10793"/>
                    </a:lnTo>
                    <a:cubicBezTo>
                      <a:pt x="8962" y="10793"/>
                      <a:pt x="8935" y="10793"/>
                      <a:pt x="8908" y="10820"/>
                    </a:cubicBezTo>
                    <a:cubicBezTo>
                      <a:pt x="6145" y="11660"/>
                      <a:pt x="6145" y="11660"/>
                      <a:pt x="6145" y="11660"/>
                    </a:cubicBezTo>
                    <a:cubicBezTo>
                      <a:pt x="5994" y="11707"/>
                      <a:pt x="5839" y="11732"/>
                      <a:pt x="5687" y="11732"/>
                    </a:cubicBezTo>
                    <a:cubicBezTo>
                      <a:pt x="5403" y="11732"/>
                      <a:pt x="5128" y="11647"/>
                      <a:pt x="4899" y="11471"/>
                    </a:cubicBezTo>
                    <a:cubicBezTo>
                      <a:pt x="591" y="8545"/>
                      <a:pt x="591" y="8545"/>
                      <a:pt x="591" y="8545"/>
                    </a:cubicBezTo>
                    <a:cubicBezTo>
                      <a:pt x="791" y="8428"/>
                      <a:pt x="1011" y="8373"/>
                      <a:pt x="1233" y="8373"/>
                    </a:cubicBezTo>
                    <a:cubicBezTo>
                      <a:pt x="1372" y="8373"/>
                      <a:pt x="1512" y="8395"/>
                      <a:pt x="1648" y="8436"/>
                    </a:cubicBezTo>
                    <a:cubicBezTo>
                      <a:pt x="3598" y="9087"/>
                      <a:pt x="3598" y="9087"/>
                      <a:pt x="3598" y="9087"/>
                    </a:cubicBezTo>
                    <a:cubicBezTo>
                      <a:pt x="3544" y="9141"/>
                      <a:pt x="3490" y="9195"/>
                      <a:pt x="3436" y="9276"/>
                    </a:cubicBezTo>
                    <a:cubicBezTo>
                      <a:pt x="3409" y="9330"/>
                      <a:pt x="3327" y="9466"/>
                      <a:pt x="3409" y="9601"/>
                    </a:cubicBezTo>
                    <a:cubicBezTo>
                      <a:pt x="3463" y="9737"/>
                      <a:pt x="3490" y="9791"/>
                      <a:pt x="7310" y="10333"/>
                    </a:cubicBezTo>
                    <a:lnTo>
                      <a:pt x="7337" y="10333"/>
                    </a:lnTo>
                    <a:cubicBezTo>
                      <a:pt x="7472" y="10333"/>
                      <a:pt x="7553" y="10251"/>
                      <a:pt x="7553" y="10116"/>
                    </a:cubicBezTo>
                    <a:cubicBezTo>
                      <a:pt x="7553" y="10008"/>
                      <a:pt x="7472" y="9926"/>
                      <a:pt x="7364" y="9899"/>
                    </a:cubicBezTo>
                    <a:cubicBezTo>
                      <a:pt x="6253" y="9737"/>
                      <a:pt x="4546" y="9493"/>
                      <a:pt x="3923" y="9357"/>
                    </a:cubicBezTo>
                    <a:cubicBezTo>
                      <a:pt x="4113" y="9141"/>
                      <a:pt x="4357" y="8951"/>
                      <a:pt x="4655" y="8843"/>
                    </a:cubicBezTo>
                    <a:cubicBezTo>
                      <a:pt x="5522" y="8518"/>
                      <a:pt x="5522" y="8518"/>
                      <a:pt x="5522" y="8518"/>
                    </a:cubicBezTo>
                    <a:cubicBezTo>
                      <a:pt x="5874" y="8382"/>
                      <a:pt x="5874" y="8382"/>
                      <a:pt x="5874" y="8382"/>
                    </a:cubicBezTo>
                    <a:cubicBezTo>
                      <a:pt x="6106" y="8294"/>
                      <a:pt x="6352" y="8250"/>
                      <a:pt x="6597" y="8250"/>
                    </a:cubicBezTo>
                    <a:close/>
                    <a:moveTo>
                      <a:pt x="5437" y="0"/>
                    </a:moveTo>
                    <a:cubicBezTo>
                      <a:pt x="5322" y="0"/>
                      <a:pt x="5205" y="13"/>
                      <a:pt x="5088" y="38"/>
                    </a:cubicBezTo>
                    <a:cubicBezTo>
                      <a:pt x="4465" y="174"/>
                      <a:pt x="4005" y="661"/>
                      <a:pt x="3869" y="1257"/>
                    </a:cubicBezTo>
                    <a:cubicBezTo>
                      <a:pt x="3002" y="1447"/>
                      <a:pt x="2433" y="2314"/>
                      <a:pt x="2623" y="3181"/>
                    </a:cubicBezTo>
                    <a:cubicBezTo>
                      <a:pt x="2758" y="3804"/>
                      <a:pt x="3246" y="4264"/>
                      <a:pt x="3869" y="4400"/>
                    </a:cubicBezTo>
                    <a:cubicBezTo>
                      <a:pt x="4005" y="5077"/>
                      <a:pt x="4546" y="5565"/>
                      <a:pt x="5224" y="5646"/>
                    </a:cubicBezTo>
                    <a:cubicBezTo>
                      <a:pt x="5224" y="7163"/>
                      <a:pt x="5224" y="7163"/>
                      <a:pt x="5224" y="7163"/>
                    </a:cubicBezTo>
                    <a:cubicBezTo>
                      <a:pt x="4876" y="6653"/>
                      <a:pt x="4309" y="6142"/>
                      <a:pt x="3541" y="6142"/>
                    </a:cubicBezTo>
                    <a:cubicBezTo>
                      <a:pt x="3412" y="6142"/>
                      <a:pt x="3278" y="6157"/>
                      <a:pt x="3138" y="6188"/>
                    </a:cubicBezTo>
                    <a:cubicBezTo>
                      <a:pt x="3029" y="6215"/>
                      <a:pt x="2948" y="6323"/>
                      <a:pt x="2975" y="6459"/>
                    </a:cubicBezTo>
                    <a:cubicBezTo>
                      <a:pt x="2975" y="6459"/>
                      <a:pt x="3273" y="8030"/>
                      <a:pt x="5034" y="8030"/>
                    </a:cubicBezTo>
                    <a:lnTo>
                      <a:pt x="5224" y="8030"/>
                    </a:lnTo>
                    <a:cubicBezTo>
                      <a:pt x="5224" y="8165"/>
                      <a:pt x="5224" y="8165"/>
                      <a:pt x="5224" y="8165"/>
                    </a:cubicBezTo>
                    <a:cubicBezTo>
                      <a:pt x="4492" y="8436"/>
                      <a:pt x="4492" y="8436"/>
                      <a:pt x="4492" y="8436"/>
                    </a:cubicBezTo>
                    <a:cubicBezTo>
                      <a:pt x="4303" y="8518"/>
                      <a:pt x="4113" y="8626"/>
                      <a:pt x="3950" y="8734"/>
                    </a:cubicBezTo>
                    <a:cubicBezTo>
                      <a:pt x="1783" y="8003"/>
                      <a:pt x="1783" y="8003"/>
                      <a:pt x="1783" y="8003"/>
                    </a:cubicBezTo>
                    <a:cubicBezTo>
                      <a:pt x="1607" y="7947"/>
                      <a:pt x="1426" y="7919"/>
                      <a:pt x="1247" y="7919"/>
                    </a:cubicBezTo>
                    <a:cubicBezTo>
                      <a:pt x="820" y="7919"/>
                      <a:pt x="401" y="8077"/>
                      <a:pt x="76" y="8382"/>
                    </a:cubicBezTo>
                    <a:cubicBezTo>
                      <a:pt x="-5" y="8463"/>
                      <a:pt x="-32" y="8599"/>
                      <a:pt x="49" y="8680"/>
                    </a:cubicBezTo>
                    <a:cubicBezTo>
                      <a:pt x="76" y="8707"/>
                      <a:pt x="76" y="8707"/>
                      <a:pt x="103" y="8734"/>
                    </a:cubicBezTo>
                    <a:cubicBezTo>
                      <a:pt x="4655" y="11850"/>
                      <a:pt x="4655" y="11850"/>
                      <a:pt x="4655" y="11850"/>
                    </a:cubicBezTo>
                    <a:cubicBezTo>
                      <a:pt x="4953" y="12067"/>
                      <a:pt x="5332" y="12175"/>
                      <a:pt x="5711" y="12175"/>
                    </a:cubicBezTo>
                    <a:cubicBezTo>
                      <a:pt x="5901" y="12175"/>
                      <a:pt x="6091" y="12148"/>
                      <a:pt x="6280" y="12094"/>
                    </a:cubicBezTo>
                    <a:cubicBezTo>
                      <a:pt x="9016" y="11227"/>
                      <a:pt x="9016" y="11227"/>
                      <a:pt x="9016" y="11227"/>
                    </a:cubicBezTo>
                    <a:lnTo>
                      <a:pt x="10425" y="11227"/>
                    </a:lnTo>
                    <a:cubicBezTo>
                      <a:pt x="10425" y="13719"/>
                      <a:pt x="10425" y="13719"/>
                      <a:pt x="10425" y="13719"/>
                    </a:cubicBezTo>
                    <a:cubicBezTo>
                      <a:pt x="10425" y="13855"/>
                      <a:pt x="10506" y="13963"/>
                      <a:pt x="10642" y="13963"/>
                    </a:cubicBezTo>
                    <a:lnTo>
                      <a:pt x="12511" y="13963"/>
                    </a:lnTo>
                    <a:cubicBezTo>
                      <a:pt x="12619" y="13963"/>
                      <a:pt x="12728" y="13855"/>
                      <a:pt x="12728" y="13719"/>
                    </a:cubicBezTo>
                    <a:cubicBezTo>
                      <a:pt x="12728" y="13611"/>
                      <a:pt x="12619" y="13502"/>
                      <a:pt x="12511" y="13502"/>
                    </a:cubicBezTo>
                    <a:lnTo>
                      <a:pt x="10859" y="13502"/>
                    </a:lnTo>
                    <a:cubicBezTo>
                      <a:pt x="10859" y="8057"/>
                      <a:pt x="10859" y="8057"/>
                      <a:pt x="10859" y="8057"/>
                    </a:cubicBezTo>
                    <a:lnTo>
                      <a:pt x="12511" y="8057"/>
                    </a:lnTo>
                    <a:cubicBezTo>
                      <a:pt x="12619" y="8057"/>
                      <a:pt x="12728" y="7976"/>
                      <a:pt x="12728" y="7840"/>
                    </a:cubicBezTo>
                    <a:cubicBezTo>
                      <a:pt x="12728" y="7732"/>
                      <a:pt x="12647" y="7624"/>
                      <a:pt x="12511" y="7624"/>
                    </a:cubicBezTo>
                    <a:lnTo>
                      <a:pt x="10642" y="7624"/>
                    </a:lnTo>
                    <a:cubicBezTo>
                      <a:pt x="10506" y="7624"/>
                      <a:pt x="10425" y="7705"/>
                      <a:pt x="10425" y="7840"/>
                    </a:cubicBezTo>
                    <a:cubicBezTo>
                      <a:pt x="10425" y="8463"/>
                      <a:pt x="10425" y="8463"/>
                      <a:pt x="10425" y="8463"/>
                    </a:cubicBezTo>
                    <a:lnTo>
                      <a:pt x="8447" y="8463"/>
                    </a:lnTo>
                    <a:cubicBezTo>
                      <a:pt x="7824" y="8138"/>
                      <a:pt x="7824" y="8138"/>
                      <a:pt x="7824" y="8138"/>
                    </a:cubicBezTo>
                    <a:cubicBezTo>
                      <a:pt x="7461" y="7917"/>
                      <a:pt x="7042" y="7806"/>
                      <a:pt x="6616" y="7806"/>
                    </a:cubicBezTo>
                    <a:cubicBezTo>
                      <a:pt x="6312" y="7806"/>
                      <a:pt x="6005" y="7863"/>
                      <a:pt x="5711" y="7976"/>
                    </a:cubicBezTo>
                    <a:cubicBezTo>
                      <a:pt x="5657" y="8003"/>
                      <a:pt x="5657" y="8003"/>
                      <a:pt x="5657" y="8003"/>
                    </a:cubicBezTo>
                    <a:cubicBezTo>
                      <a:pt x="5657" y="7569"/>
                      <a:pt x="5657" y="7569"/>
                      <a:pt x="5657" y="7569"/>
                    </a:cubicBezTo>
                    <a:cubicBezTo>
                      <a:pt x="5711" y="7569"/>
                      <a:pt x="5765" y="7597"/>
                      <a:pt x="5820" y="7597"/>
                    </a:cubicBezTo>
                    <a:cubicBezTo>
                      <a:pt x="8095" y="7597"/>
                      <a:pt x="8637" y="5538"/>
                      <a:pt x="8637" y="5510"/>
                    </a:cubicBezTo>
                    <a:cubicBezTo>
                      <a:pt x="8664" y="5429"/>
                      <a:pt x="8637" y="5375"/>
                      <a:pt x="8610" y="5321"/>
                    </a:cubicBezTo>
                    <a:cubicBezTo>
                      <a:pt x="8556" y="5267"/>
                      <a:pt x="8475" y="5240"/>
                      <a:pt x="8420" y="5240"/>
                    </a:cubicBezTo>
                    <a:cubicBezTo>
                      <a:pt x="6903" y="5348"/>
                      <a:pt x="6091" y="5971"/>
                      <a:pt x="5657" y="6513"/>
                    </a:cubicBezTo>
                    <a:cubicBezTo>
                      <a:pt x="5657" y="5646"/>
                      <a:pt x="5657" y="5646"/>
                      <a:pt x="5657" y="5646"/>
                    </a:cubicBezTo>
                    <a:cubicBezTo>
                      <a:pt x="6307" y="5565"/>
                      <a:pt x="6849" y="5077"/>
                      <a:pt x="7012" y="4400"/>
                    </a:cubicBezTo>
                    <a:cubicBezTo>
                      <a:pt x="7879" y="4210"/>
                      <a:pt x="8420" y="3370"/>
                      <a:pt x="8231" y="2476"/>
                    </a:cubicBezTo>
                    <a:cubicBezTo>
                      <a:pt x="8095" y="1880"/>
                      <a:pt x="7608" y="1393"/>
                      <a:pt x="7012" y="1257"/>
                    </a:cubicBezTo>
                    <a:cubicBezTo>
                      <a:pt x="6848" y="507"/>
                      <a:pt x="6176" y="0"/>
                      <a:pt x="5437"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42" name="Google Shape;742;p50"/>
            <p:cNvSpPr txBox="1"/>
            <p:nvPr/>
          </p:nvSpPr>
          <p:spPr>
            <a:xfrm>
              <a:off x="2898800" y="3325171"/>
              <a:ext cx="11568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Non-Profit</a:t>
              </a:r>
              <a:endParaRPr b="1" sz="800">
                <a:solidFill>
                  <a:srgbClr val="3C3C3A"/>
                </a:solidFill>
                <a:latin typeface="Montserrat"/>
                <a:ea typeface="Montserrat"/>
                <a:cs typeface="Montserrat"/>
                <a:sym typeface="Montserrat"/>
              </a:endParaRPr>
            </a:p>
          </p:txBody>
        </p:sp>
      </p:grpSp>
      <p:grpSp>
        <p:nvGrpSpPr>
          <p:cNvPr id="743" name="Google Shape;743;p50"/>
          <p:cNvGrpSpPr/>
          <p:nvPr/>
        </p:nvGrpSpPr>
        <p:grpSpPr>
          <a:xfrm>
            <a:off x="3590261" y="3721767"/>
            <a:ext cx="1640389" cy="440772"/>
            <a:chOff x="2415211" y="3844467"/>
            <a:chExt cx="1640389" cy="440772"/>
          </a:xfrm>
        </p:grpSpPr>
        <p:grpSp>
          <p:nvGrpSpPr>
            <p:cNvPr id="744" name="Google Shape;744;p50"/>
            <p:cNvGrpSpPr/>
            <p:nvPr/>
          </p:nvGrpSpPr>
          <p:grpSpPr>
            <a:xfrm>
              <a:off x="2415211" y="3880373"/>
              <a:ext cx="404866" cy="404866"/>
              <a:chOff x="3591900" y="4062025"/>
              <a:chExt cx="433475" cy="433475"/>
            </a:xfrm>
          </p:grpSpPr>
          <p:sp>
            <p:nvSpPr>
              <p:cNvPr id="745" name="Google Shape;745;p50"/>
              <p:cNvSpPr/>
              <p:nvPr/>
            </p:nvSpPr>
            <p:spPr>
              <a:xfrm>
                <a:off x="3591900" y="4062025"/>
                <a:ext cx="433475" cy="433475"/>
              </a:xfrm>
              <a:custGeom>
                <a:rect b="b" l="l" r="r" t="t"/>
                <a:pathLst>
                  <a:path extrusionOk="0" fill="none" h="17339" w="17339">
                    <a:moveTo>
                      <a:pt x="17338" y="8670"/>
                    </a:moveTo>
                    <a:cubicBezTo>
                      <a:pt x="17338" y="13438"/>
                      <a:pt x="13464" y="17339"/>
                      <a:pt x="8669" y="17339"/>
                    </a:cubicBezTo>
                    <a:cubicBezTo>
                      <a:pt x="3901" y="17339"/>
                      <a:pt x="0" y="13438"/>
                      <a:pt x="0" y="8670"/>
                    </a:cubicBezTo>
                    <a:cubicBezTo>
                      <a:pt x="0" y="3875"/>
                      <a:pt x="3901" y="1"/>
                      <a:pt x="8669" y="1"/>
                    </a:cubicBezTo>
                    <a:cubicBezTo>
                      <a:pt x="13464" y="1"/>
                      <a:pt x="17338" y="3875"/>
                      <a:pt x="17338"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46" name="Google Shape;746;p50"/>
              <p:cNvSpPr/>
              <p:nvPr/>
            </p:nvSpPr>
            <p:spPr>
              <a:xfrm>
                <a:off x="3637950" y="4108750"/>
                <a:ext cx="342050" cy="339350"/>
              </a:xfrm>
              <a:custGeom>
                <a:rect b="b" l="l" r="r" t="t"/>
                <a:pathLst>
                  <a:path extrusionOk="0" h="13574" w="13682">
                    <a:moveTo>
                      <a:pt x="7505" y="461"/>
                    </a:moveTo>
                    <a:lnTo>
                      <a:pt x="7667" y="1410"/>
                    </a:lnTo>
                    <a:lnTo>
                      <a:pt x="9374" y="1951"/>
                    </a:lnTo>
                    <a:lnTo>
                      <a:pt x="10078" y="1274"/>
                    </a:lnTo>
                    <a:lnTo>
                      <a:pt x="11135" y="2060"/>
                    </a:lnTo>
                    <a:lnTo>
                      <a:pt x="10701" y="2927"/>
                    </a:lnTo>
                    <a:lnTo>
                      <a:pt x="11758" y="4363"/>
                    </a:lnTo>
                    <a:lnTo>
                      <a:pt x="12706" y="4227"/>
                    </a:lnTo>
                    <a:lnTo>
                      <a:pt x="13112" y="5446"/>
                    </a:lnTo>
                    <a:lnTo>
                      <a:pt x="12273" y="5907"/>
                    </a:lnTo>
                    <a:lnTo>
                      <a:pt x="12273" y="7668"/>
                    </a:lnTo>
                    <a:lnTo>
                      <a:pt x="13112" y="8128"/>
                    </a:lnTo>
                    <a:lnTo>
                      <a:pt x="12706" y="9374"/>
                    </a:lnTo>
                    <a:lnTo>
                      <a:pt x="11758" y="9239"/>
                    </a:lnTo>
                    <a:lnTo>
                      <a:pt x="10701" y="10675"/>
                    </a:lnTo>
                    <a:lnTo>
                      <a:pt x="11135" y="11542"/>
                    </a:lnTo>
                    <a:lnTo>
                      <a:pt x="10078" y="12300"/>
                    </a:lnTo>
                    <a:lnTo>
                      <a:pt x="9374" y="11623"/>
                    </a:lnTo>
                    <a:lnTo>
                      <a:pt x="7667" y="12165"/>
                    </a:lnTo>
                    <a:lnTo>
                      <a:pt x="7505" y="13140"/>
                    </a:lnTo>
                    <a:lnTo>
                      <a:pt x="6177" y="13140"/>
                    </a:lnTo>
                    <a:lnTo>
                      <a:pt x="6015" y="12165"/>
                    </a:lnTo>
                    <a:lnTo>
                      <a:pt x="4308" y="11623"/>
                    </a:lnTo>
                    <a:lnTo>
                      <a:pt x="3604" y="12300"/>
                    </a:lnTo>
                    <a:lnTo>
                      <a:pt x="2547" y="11542"/>
                    </a:lnTo>
                    <a:lnTo>
                      <a:pt x="2953" y="10675"/>
                    </a:lnTo>
                    <a:lnTo>
                      <a:pt x="1924" y="9239"/>
                    </a:lnTo>
                    <a:lnTo>
                      <a:pt x="949" y="9374"/>
                    </a:lnTo>
                    <a:lnTo>
                      <a:pt x="542" y="8128"/>
                    </a:lnTo>
                    <a:lnTo>
                      <a:pt x="1409" y="7668"/>
                    </a:lnTo>
                    <a:lnTo>
                      <a:pt x="1409" y="5907"/>
                    </a:lnTo>
                    <a:lnTo>
                      <a:pt x="542" y="5446"/>
                    </a:lnTo>
                    <a:lnTo>
                      <a:pt x="949" y="4227"/>
                    </a:lnTo>
                    <a:lnTo>
                      <a:pt x="1924" y="4363"/>
                    </a:lnTo>
                    <a:lnTo>
                      <a:pt x="2953" y="2927"/>
                    </a:lnTo>
                    <a:lnTo>
                      <a:pt x="2547" y="2060"/>
                    </a:lnTo>
                    <a:lnTo>
                      <a:pt x="3604" y="1274"/>
                    </a:lnTo>
                    <a:lnTo>
                      <a:pt x="4308" y="1951"/>
                    </a:lnTo>
                    <a:lnTo>
                      <a:pt x="6015" y="1410"/>
                    </a:lnTo>
                    <a:lnTo>
                      <a:pt x="6177" y="461"/>
                    </a:lnTo>
                    <a:close/>
                    <a:moveTo>
                      <a:pt x="5798" y="1"/>
                    </a:moveTo>
                    <a:lnTo>
                      <a:pt x="5608" y="1057"/>
                    </a:lnTo>
                    <a:lnTo>
                      <a:pt x="4416" y="1437"/>
                    </a:lnTo>
                    <a:lnTo>
                      <a:pt x="3631" y="705"/>
                    </a:lnTo>
                    <a:lnTo>
                      <a:pt x="1951" y="1897"/>
                    </a:lnTo>
                    <a:lnTo>
                      <a:pt x="2439" y="2873"/>
                    </a:lnTo>
                    <a:lnTo>
                      <a:pt x="1707" y="3875"/>
                    </a:lnTo>
                    <a:lnTo>
                      <a:pt x="651" y="3712"/>
                    </a:lnTo>
                    <a:lnTo>
                      <a:pt x="0" y="5663"/>
                    </a:lnTo>
                    <a:lnTo>
                      <a:pt x="949" y="6178"/>
                    </a:lnTo>
                    <a:lnTo>
                      <a:pt x="949" y="7397"/>
                    </a:lnTo>
                    <a:lnTo>
                      <a:pt x="0" y="7912"/>
                    </a:lnTo>
                    <a:lnTo>
                      <a:pt x="651" y="9862"/>
                    </a:lnTo>
                    <a:lnTo>
                      <a:pt x="1707" y="9727"/>
                    </a:lnTo>
                    <a:lnTo>
                      <a:pt x="2439" y="10702"/>
                    </a:lnTo>
                    <a:lnTo>
                      <a:pt x="1951" y="11677"/>
                    </a:lnTo>
                    <a:lnTo>
                      <a:pt x="3631" y="12896"/>
                    </a:lnTo>
                    <a:lnTo>
                      <a:pt x="4416" y="12138"/>
                    </a:lnTo>
                    <a:lnTo>
                      <a:pt x="5608" y="12517"/>
                    </a:lnTo>
                    <a:lnTo>
                      <a:pt x="5798" y="13574"/>
                    </a:lnTo>
                    <a:lnTo>
                      <a:pt x="7884" y="13574"/>
                    </a:lnTo>
                    <a:lnTo>
                      <a:pt x="8074" y="12517"/>
                    </a:lnTo>
                    <a:lnTo>
                      <a:pt x="9238" y="12138"/>
                    </a:lnTo>
                    <a:lnTo>
                      <a:pt x="10024" y="12896"/>
                    </a:lnTo>
                    <a:lnTo>
                      <a:pt x="11704" y="11677"/>
                    </a:lnTo>
                    <a:lnTo>
                      <a:pt x="11243" y="10702"/>
                    </a:lnTo>
                    <a:lnTo>
                      <a:pt x="11975" y="9727"/>
                    </a:lnTo>
                    <a:lnTo>
                      <a:pt x="13031" y="9862"/>
                    </a:lnTo>
                    <a:lnTo>
                      <a:pt x="13681" y="7912"/>
                    </a:lnTo>
                    <a:lnTo>
                      <a:pt x="12733" y="7397"/>
                    </a:lnTo>
                    <a:lnTo>
                      <a:pt x="12733" y="6178"/>
                    </a:lnTo>
                    <a:lnTo>
                      <a:pt x="13681" y="5663"/>
                    </a:lnTo>
                    <a:lnTo>
                      <a:pt x="13031" y="3712"/>
                    </a:lnTo>
                    <a:lnTo>
                      <a:pt x="11975" y="3875"/>
                    </a:lnTo>
                    <a:lnTo>
                      <a:pt x="11243" y="2873"/>
                    </a:lnTo>
                    <a:lnTo>
                      <a:pt x="11704" y="1897"/>
                    </a:lnTo>
                    <a:lnTo>
                      <a:pt x="10024" y="705"/>
                    </a:lnTo>
                    <a:lnTo>
                      <a:pt x="9238" y="1437"/>
                    </a:lnTo>
                    <a:lnTo>
                      <a:pt x="8074" y="1057"/>
                    </a:lnTo>
                    <a:lnTo>
                      <a:pt x="7884" y="1"/>
                    </a:ln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47" name="Google Shape;747;p50"/>
              <p:cNvSpPr/>
              <p:nvPr/>
            </p:nvSpPr>
            <p:spPr>
              <a:xfrm>
                <a:off x="3684675" y="4154150"/>
                <a:ext cx="248600" cy="248575"/>
              </a:xfrm>
              <a:custGeom>
                <a:rect b="b" l="l" r="r" t="t"/>
                <a:pathLst>
                  <a:path extrusionOk="0" h="9943" w="9944">
                    <a:moveTo>
                      <a:pt x="9130" y="3170"/>
                    </a:moveTo>
                    <a:cubicBezTo>
                      <a:pt x="9293" y="3576"/>
                      <a:pt x="9401" y="4009"/>
                      <a:pt x="9455" y="4470"/>
                    </a:cubicBezTo>
                    <a:lnTo>
                      <a:pt x="8941" y="4985"/>
                    </a:lnTo>
                    <a:cubicBezTo>
                      <a:pt x="8128" y="4172"/>
                      <a:pt x="8128" y="4172"/>
                      <a:pt x="8128" y="4172"/>
                    </a:cubicBezTo>
                    <a:cubicBezTo>
                      <a:pt x="9130" y="3170"/>
                      <a:pt x="9130" y="3170"/>
                      <a:pt x="9130" y="3170"/>
                    </a:cubicBezTo>
                    <a:close/>
                    <a:moveTo>
                      <a:pt x="3170" y="4985"/>
                    </a:moveTo>
                    <a:lnTo>
                      <a:pt x="3170" y="5418"/>
                    </a:lnTo>
                    <a:lnTo>
                      <a:pt x="2249" y="5418"/>
                    </a:lnTo>
                    <a:cubicBezTo>
                      <a:pt x="2249" y="4985"/>
                      <a:pt x="2249" y="4985"/>
                      <a:pt x="2249" y="4985"/>
                    </a:cubicBezTo>
                    <a:close/>
                    <a:moveTo>
                      <a:pt x="7803" y="4497"/>
                    </a:moveTo>
                    <a:cubicBezTo>
                      <a:pt x="8616" y="5310"/>
                      <a:pt x="8616" y="5310"/>
                      <a:pt x="8616" y="5310"/>
                    </a:cubicBezTo>
                    <a:cubicBezTo>
                      <a:pt x="8291" y="5635"/>
                      <a:pt x="8291" y="5635"/>
                      <a:pt x="8291" y="5635"/>
                    </a:cubicBezTo>
                    <a:cubicBezTo>
                      <a:pt x="8250" y="5676"/>
                      <a:pt x="8196" y="5696"/>
                      <a:pt x="8138" y="5696"/>
                    </a:cubicBezTo>
                    <a:cubicBezTo>
                      <a:pt x="8081" y="5696"/>
                      <a:pt x="8020" y="5676"/>
                      <a:pt x="7965" y="5635"/>
                    </a:cubicBezTo>
                    <a:cubicBezTo>
                      <a:pt x="7478" y="5147"/>
                      <a:pt x="7478" y="5147"/>
                      <a:pt x="7478" y="5147"/>
                    </a:cubicBezTo>
                    <a:cubicBezTo>
                      <a:pt x="7397" y="5039"/>
                      <a:pt x="7397" y="4904"/>
                      <a:pt x="7478" y="4822"/>
                    </a:cubicBezTo>
                    <a:cubicBezTo>
                      <a:pt x="7803" y="4497"/>
                      <a:pt x="7803" y="4497"/>
                      <a:pt x="7803" y="4497"/>
                    </a:cubicBezTo>
                    <a:close/>
                    <a:moveTo>
                      <a:pt x="7234" y="5527"/>
                    </a:moveTo>
                    <a:cubicBezTo>
                      <a:pt x="7586" y="5879"/>
                      <a:pt x="7586" y="5879"/>
                      <a:pt x="7586" y="5879"/>
                    </a:cubicBezTo>
                    <a:cubicBezTo>
                      <a:pt x="7424" y="6041"/>
                      <a:pt x="7424" y="6041"/>
                      <a:pt x="7424" y="6041"/>
                    </a:cubicBezTo>
                    <a:cubicBezTo>
                      <a:pt x="7383" y="6082"/>
                      <a:pt x="7322" y="6102"/>
                      <a:pt x="7258" y="6102"/>
                    </a:cubicBezTo>
                    <a:cubicBezTo>
                      <a:pt x="7193" y="6102"/>
                      <a:pt x="7126" y="6082"/>
                      <a:pt x="7071" y="6041"/>
                    </a:cubicBezTo>
                    <a:cubicBezTo>
                      <a:pt x="6990" y="5933"/>
                      <a:pt x="6990" y="5770"/>
                      <a:pt x="7071" y="5662"/>
                    </a:cubicBezTo>
                    <a:cubicBezTo>
                      <a:pt x="7234" y="5527"/>
                      <a:pt x="7234" y="5527"/>
                      <a:pt x="7234" y="5527"/>
                    </a:cubicBezTo>
                    <a:close/>
                    <a:moveTo>
                      <a:pt x="3008" y="5879"/>
                    </a:moveTo>
                    <a:cubicBezTo>
                      <a:pt x="2791" y="6339"/>
                      <a:pt x="2791" y="6339"/>
                      <a:pt x="2791" y="6339"/>
                    </a:cubicBezTo>
                    <a:lnTo>
                      <a:pt x="1951" y="6339"/>
                    </a:lnTo>
                    <a:lnTo>
                      <a:pt x="2168" y="5879"/>
                    </a:lnTo>
                    <a:close/>
                    <a:moveTo>
                      <a:pt x="2710" y="6773"/>
                    </a:moveTo>
                    <a:cubicBezTo>
                      <a:pt x="2710" y="8886"/>
                      <a:pt x="2710" y="8886"/>
                      <a:pt x="2710" y="8886"/>
                    </a:cubicBezTo>
                    <a:cubicBezTo>
                      <a:pt x="2385" y="8696"/>
                      <a:pt x="2060" y="8480"/>
                      <a:pt x="1789" y="8209"/>
                    </a:cubicBezTo>
                    <a:cubicBezTo>
                      <a:pt x="1789" y="6773"/>
                      <a:pt x="1789" y="6773"/>
                      <a:pt x="1789" y="6773"/>
                    </a:cubicBezTo>
                    <a:close/>
                    <a:moveTo>
                      <a:pt x="3387" y="6150"/>
                    </a:moveTo>
                    <a:cubicBezTo>
                      <a:pt x="3577" y="6556"/>
                      <a:pt x="3577" y="6556"/>
                      <a:pt x="3577" y="6556"/>
                    </a:cubicBezTo>
                    <a:cubicBezTo>
                      <a:pt x="3604" y="6610"/>
                      <a:pt x="3604" y="6637"/>
                      <a:pt x="3604" y="6664"/>
                    </a:cubicBezTo>
                    <a:lnTo>
                      <a:pt x="3604" y="9292"/>
                    </a:lnTo>
                    <a:cubicBezTo>
                      <a:pt x="3468" y="9238"/>
                      <a:pt x="3306" y="9184"/>
                      <a:pt x="3170" y="9130"/>
                    </a:cubicBezTo>
                    <a:cubicBezTo>
                      <a:pt x="3170" y="6664"/>
                      <a:pt x="3170" y="6664"/>
                      <a:pt x="3170" y="6664"/>
                    </a:cubicBezTo>
                    <a:cubicBezTo>
                      <a:pt x="3170" y="6637"/>
                      <a:pt x="3170" y="6610"/>
                      <a:pt x="3170" y="6556"/>
                    </a:cubicBezTo>
                    <a:cubicBezTo>
                      <a:pt x="3387" y="6150"/>
                      <a:pt x="3387" y="6150"/>
                      <a:pt x="3387" y="6150"/>
                    </a:cubicBezTo>
                    <a:close/>
                    <a:moveTo>
                      <a:pt x="4958" y="461"/>
                    </a:moveTo>
                    <a:cubicBezTo>
                      <a:pt x="6611" y="461"/>
                      <a:pt x="8101" y="1327"/>
                      <a:pt x="8914" y="2763"/>
                    </a:cubicBezTo>
                    <a:cubicBezTo>
                      <a:pt x="7153" y="4497"/>
                      <a:pt x="7153" y="4497"/>
                      <a:pt x="7153" y="4497"/>
                    </a:cubicBezTo>
                    <a:cubicBezTo>
                      <a:pt x="6990" y="4660"/>
                      <a:pt x="6936" y="4904"/>
                      <a:pt x="6990" y="5120"/>
                    </a:cubicBezTo>
                    <a:cubicBezTo>
                      <a:pt x="6746" y="5364"/>
                      <a:pt x="6746" y="5364"/>
                      <a:pt x="6746" y="5364"/>
                    </a:cubicBezTo>
                    <a:cubicBezTo>
                      <a:pt x="6557" y="5581"/>
                      <a:pt x="6503" y="5906"/>
                      <a:pt x="6611" y="6177"/>
                    </a:cubicBezTo>
                    <a:cubicBezTo>
                      <a:pt x="6096" y="6692"/>
                      <a:pt x="6096" y="6692"/>
                      <a:pt x="6096" y="6692"/>
                    </a:cubicBezTo>
                    <a:cubicBezTo>
                      <a:pt x="6096" y="7586"/>
                      <a:pt x="6096" y="7586"/>
                      <a:pt x="6096" y="7586"/>
                    </a:cubicBezTo>
                    <a:cubicBezTo>
                      <a:pt x="5636" y="8046"/>
                      <a:pt x="5636" y="8046"/>
                      <a:pt x="5636" y="8046"/>
                    </a:cubicBezTo>
                    <a:cubicBezTo>
                      <a:pt x="5636" y="8588"/>
                      <a:pt x="5636" y="8588"/>
                      <a:pt x="5636" y="8588"/>
                    </a:cubicBezTo>
                    <a:lnTo>
                      <a:pt x="6096" y="8588"/>
                    </a:lnTo>
                    <a:cubicBezTo>
                      <a:pt x="6096" y="8236"/>
                      <a:pt x="6096" y="8236"/>
                      <a:pt x="6096" y="8236"/>
                    </a:cubicBezTo>
                    <a:cubicBezTo>
                      <a:pt x="6313" y="8019"/>
                      <a:pt x="6313" y="8019"/>
                      <a:pt x="6313" y="8019"/>
                    </a:cubicBezTo>
                    <a:cubicBezTo>
                      <a:pt x="6557" y="8236"/>
                      <a:pt x="6557" y="8236"/>
                      <a:pt x="6557" y="8236"/>
                    </a:cubicBezTo>
                    <a:cubicBezTo>
                      <a:pt x="6557" y="8588"/>
                      <a:pt x="6557" y="8588"/>
                      <a:pt x="6557" y="8588"/>
                    </a:cubicBezTo>
                    <a:lnTo>
                      <a:pt x="7017" y="8588"/>
                    </a:lnTo>
                    <a:cubicBezTo>
                      <a:pt x="7017" y="8046"/>
                      <a:pt x="7017" y="8046"/>
                      <a:pt x="7017" y="8046"/>
                    </a:cubicBezTo>
                    <a:cubicBezTo>
                      <a:pt x="6557" y="7586"/>
                      <a:pt x="6557" y="7586"/>
                      <a:pt x="6557" y="7586"/>
                    </a:cubicBezTo>
                    <a:cubicBezTo>
                      <a:pt x="6557" y="6881"/>
                      <a:pt x="6557" y="6881"/>
                      <a:pt x="6557" y="6881"/>
                    </a:cubicBezTo>
                    <a:cubicBezTo>
                      <a:pt x="6936" y="6475"/>
                      <a:pt x="6936" y="6475"/>
                      <a:pt x="6936" y="6475"/>
                    </a:cubicBezTo>
                    <a:cubicBezTo>
                      <a:pt x="7035" y="6524"/>
                      <a:pt x="7142" y="6549"/>
                      <a:pt x="7248" y="6549"/>
                    </a:cubicBezTo>
                    <a:cubicBezTo>
                      <a:pt x="7431" y="6549"/>
                      <a:pt x="7611" y="6477"/>
                      <a:pt x="7749" y="6339"/>
                    </a:cubicBezTo>
                    <a:cubicBezTo>
                      <a:pt x="7993" y="6123"/>
                      <a:pt x="7993" y="6123"/>
                      <a:pt x="7993" y="6123"/>
                    </a:cubicBezTo>
                    <a:cubicBezTo>
                      <a:pt x="8047" y="6136"/>
                      <a:pt x="8103" y="6143"/>
                      <a:pt x="8158" y="6143"/>
                    </a:cubicBezTo>
                    <a:cubicBezTo>
                      <a:pt x="8326" y="6143"/>
                      <a:pt x="8494" y="6082"/>
                      <a:pt x="8616" y="5960"/>
                    </a:cubicBezTo>
                    <a:cubicBezTo>
                      <a:pt x="9480" y="5068"/>
                      <a:pt x="9483" y="5066"/>
                      <a:pt x="9483" y="5066"/>
                    </a:cubicBezTo>
                    <a:lnTo>
                      <a:pt x="9483" y="5066"/>
                    </a:lnTo>
                    <a:cubicBezTo>
                      <a:pt x="9428" y="7531"/>
                      <a:pt x="7424" y="9509"/>
                      <a:pt x="4958" y="9509"/>
                    </a:cubicBezTo>
                    <a:cubicBezTo>
                      <a:pt x="4660" y="9509"/>
                      <a:pt x="4362" y="9482"/>
                      <a:pt x="4064" y="9401"/>
                    </a:cubicBezTo>
                    <a:cubicBezTo>
                      <a:pt x="4064" y="6664"/>
                      <a:pt x="4064" y="6664"/>
                      <a:pt x="4064" y="6664"/>
                    </a:cubicBezTo>
                    <a:cubicBezTo>
                      <a:pt x="4064" y="6556"/>
                      <a:pt x="4037" y="6448"/>
                      <a:pt x="3983" y="6366"/>
                    </a:cubicBezTo>
                    <a:cubicBezTo>
                      <a:pt x="3604" y="5608"/>
                      <a:pt x="3604" y="5608"/>
                      <a:pt x="3604" y="5608"/>
                    </a:cubicBezTo>
                    <a:cubicBezTo>
                      <a:pt x="3604" y="4524"/>
                      <a:pt x="3604" y="4524"/>
                      <a:pt x="3604" y="4524"/>
                    </a:cubicBezTo>
                    <a:lnTo>
                      <a:pt x="1789" y="4524"/>
                    </a:lnTo>
                    <a:cubicBezTo>
                      <a:pt x="1789" y="5608"/>
                      <a:pt x="1789" y="5608"/>
                      <a:pt x="1789" y="5608"/>
                    </a:cubicBezTo>
                    <a:cubicBezTo>
                      <a:pt x="1409" y="6366"/>
                      <a:pt x="1409" y="6366"/>
                      <a:pt x="1409" y="6366"/>
                    </a:cubicBezTo>
                    <a:cubicBezTo>
                      <a:pt x="1382" y="6448"/>
                      <a:pt x="1355" y="6556"/>
                      <a:pt x="1355" y="6664"/>
                    </a:cubicBezTo>
                    <a:cubicBezTo>
                      <a:pt x="1355" y="7694"/>
                      <a:pt x="1355" y="7694"/>
                      <a:pt x="1355" y="7694"/>
                    </a:cubicBezTo>
                    <a:cubicBezTo>
                      <a:pt x="759" y="6908"/>
                      <a:pt x="434" y="5960"/>
                      <a:pt x="434" y="4985"/>
                    </a:cubicBezTo>
                    <a:cubicBezTo>
                      <a:pt x="434" y="2492"/>
                      <a:pt x="2466" y="461"/>
                      <a:pt x="4958" y="461"/>
                    </a:cubicBezTo>
                    <a:close/>
                    <a:moveTo>
                      <a:pt x="4958" y="0"/>
                    </a:moveTo>
                    <a:cubicBezTo>
                      <a:pt x="2222" y="0"/>
                      <a:pt x="1" y="2221"/>
                      <a:pt x="1" y="4985"/>
                    </a:cubicBezTo>
                    <a:cubicBezTo>
                      <a:pt x="1" y="7721"/>
                      <a:pt x="2222" y="9942"/>
                      <a:pt x="4958" y="9942"/>
                    </a:cubicBezTo>
                    <a:cubicBezTo>
                      <a:pt x="7722" y="9942"/>
                      <a:pt x="9943" y="7721"/>
                      <a:pt x="9943" y="4985"/>
                    </a:cubicBezTo>
                    <a:cubicBezTo>
                      <a:pt x="9943" y="2221"/>
                      <a:pt x="7722" y="0"/>
                      <a:pt x="4958"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48" name="Google Shape;748;p50"/>
              <p:cNvSpPr/>
              <p:nvPr/>
            </p:nvSpPr>
            <p:spPr>
              <a:xfrm>
                <a:off x="3731400" y="4176500"/>
                <a:ext cx="155125" cy="203875"/>
              </a:xfrm>
              <a:custGeom>
                <a:rect b="b" l="l" r="r" t="t"/>
                <a:pathLst>
                  <a:path extrusionOk="0" h="8155" w="6205">
                    <a:moveTo>
                      <a:pt x="3089" y="461"/>
                    </a:moveTo>
                    <a:cubicBezTo>
                      <a:pt x="3225" y="461"/>
                      <a:pt x="3333" y="569"/>
                      <a:pt x="3333" y="677"/>
                    </a:cubicBezTo>
                    <a:cubicBezTo>
                      <a:pt x="3333" y="1057"/>
                      <a:pt x="3333" y="1057"/>
                      <a:pt x="3333" y="1057"/>
                    </a:cubicBezTo>
                    <a:cubicBezTo>
                      <a:pt x="3333" y="1165"/>
                      <a:pt x="3279" y="1246"/>
                      <a:pt x="3198" y="1273"/>
                    </a:cubicBezTo>
                    <a:cubicBezTo>
                      <a:pt x="3089" y="1327"/>
                      <a:pt x="3089" y="1327"/>
                      <a:pt x="3089" y="1327"/>
                    </a:cubicBezTo>
                    <a:cubicBezTo>
                      <a:pt x="3008" y="1273"/>
                      <a:pt x="3008" y="1273"/>
                      <a:pt x="3008" y="1273"/>
                    </a:cubicBezTo>
                    <a:cubicBezTo>
                      <a:pt x="2927" y="1246"/>
                      <a:pt x="2873" y="1165"/>
                      <a:pt x="2873" y="1057"/>
                    </a:cubicBezTo>
                    <a:lnTo>
                      <a:pt x="2873" y="677"/>
                    </a:lnTo>
                    <a:cubicBezTo>
                      <a:pt x="2873" y="569"/>
                      <a:pt x="2981" y="461"/>
                      <a:pt x="3089" y="461"/>
                    </a:cubicBezTo>
                    <a:close/>
                    <a:moveTo>
                      <a:pt x="3089" y="1815"/>
                    </a:moveTo>
                    <a:cubicBezTo>
                      <a:pt x="3631" y="2032"/>
                      <a:pt x="3956" y="2519"/>
                      <a:pt x="4010" y="3088"/>
                    </a:cubicBezTo>
                    <a:cubicBezTo>
                      <a:pt x="3089" y="3982"/>
                      <a:pt x="3089" y="3982"/>
                      <a:pt x="3089" y="3982"/>
                    </a:cubicBezTo>
                    <a:cubicBezTo>
                      <a:pt x="2195" y="3088"/>
                      <a:pt x="2195" y="3088"/>
                      <a:pt x="2195" y="3088"/>
                    </a:cubicBezTo>
                    <a:cubicBezTo>
                      <a:pt x="2222" y="2519"/>
                      <a:pt x="2575" y="2032"/>
                      <a:pt x="3089" y="1815"/>
                    </a:cubicBezTo>
                    <a:close/>
                    <a:moveTo>
                      <a:pt x="3089" y="0"/>
                    </a:moveTo>
                    <a:cubicBezTo>
                      <a:pt x="2710" y="0"/>
                      <a:pt x="2412" y="325"/>
                      <a:pt x="2412" y="677"/>
                    </a:cubicBezTo>
                    <a:cubicBezTo>
                      <a:pt x="2412" y="1057"/>
                      <a:pt x="2412" y="1057"/>
                      <a:pt x="2412" y="1057"/>
                    </a:cubicBezTo>
                    <a:cubicBezTo>
                      <a:pt x="2412" y="1246"/>
                      <a:pt x="2493" y="1436"/>
                      <a:pt x="2629" y="1544"/>
                    </a:cubicBezTo>
                    <a:cubicBezTo>
                      <a:pt x="2222" y="1815"/>
                      <a:pt x="1924" y="2221"/>
                      <a:pt x="1789" y="2682"/>
                    </a:cubicBezTo>
                    <a:cubicBezTo>
                      <a:pt x="326" y="1219"/>
                      <a:pt x="326" y="1219"/>
                      <a:pt x="326" y="1219"/>
                    </a:cubicBezTo>
                    <a:cubicBezTo>
                      <a:pt x="1" y="1517"/>
                      <a:pt x="1" y="1517"/>
                      <a:pt x="1" y="1517"/>
                    </a:cubicBezTo>
                    <a:cubicBezTo>
                      <a:pt x="2873" y="4389"/>
                      <a:pt x="2873" y="4389"/>
                      <a:pt x="2873" y="4389"/>
                    </a:cubicBezTo>
                    <a:cubicBezTo>
                      <a:pt x="2873" y="8154"/>
                      <a:pt x="2873" y="8154"/>
                      <a:pt x="2873" y="8154"/>
                    </a:cubicBezTo>
                    <a:lnTo>
                      <a:pt x="3333" y="8154"/>
                    </a:lnTo>
                    <a:cubicBezTo>
                      <a:pt x="3333" y="4389"/>
                      <a:pt x="3333" y="4389"/>
                      <a:pt x="3333" y="4389"/>
                    </a:cubicBezTo>
                    <a:lnTo>
                      <a:pt x="6205" y="1517"/>
                    </a:lnTo>
                    <a:cubicBezTo>
                      <a:pt x="5880" y="1219"/>
                      <a:pt x="5880" y="1219"/>
                      <a:pt x="5880" y="1219"/>
                    </a:cubicBezTo>
                    <a:cubicBezTo>
                      <a:pt x="4390" y="2682"/>
                      <a:pt x="4390" y="2682"/>
                      <a:pt x="4390" y="2682"/>
                    </a:cubicBezTo>
                    <a:cubicBezTo>
                      <a:pt x="4281" y="2221"/>
                      <a:pt x="3983" y="1815"/>
                      <a:pt x="3577" y="1544"/>
                    </a:cubicBezTo>
                    <a:cubicBezTo>
                      <a:pt x="3712" y="1436"/>
                      <a:pt x="3767" y="1246"/>
                      <a:pt x="3767" y="1057"/>
                    </a:cubicBezTo>
                    <a:cubicBezTo>
                      <a:pt x="3767" y="677"/>
                      <a:pt x="3767" y="677"/>
                      <a:pt x="3767" y="677"/>
                    </a:cubicBezTo>
                    <a:cubicBezTo>
                      <a:pt x="3767" y="325"/>
                      <a:pt x="3469" y="0"/>
                      <a:pt x="308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49" name="Google Shape;749;p50"/>
            <p:cNvSpPr txBox="1"/>
            <p:nvPr/>
          </p:nvSpPr>
          <p:spPr>
            <a:xfrm>
              <a:off x="2898800" y="3844467"/>
              <a:ext cx="11568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Other</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Industries</a:t>
              </a:r>
              <a:endParaRPr b="1" sz="800">
                <a:solidFill>
                  <a:srgbClr val="3C3C3A"/>
                </a:solidFill>
                <a:latin typeface="Montserrat"/>
                <a:ea typeface="Montserrat"/>
                <a:cs typeface="Montserrat"/>
                <a:sym typeface="Montserrat"/>
              </a:endParaRPr>
            </a:p>
          </p:txBody>
        </p:sp>
      </p:grpSp>
      <p:grpSp>
        <p:nvGrpSpPr>
          <p:cNvPr id="750" name="Google Shape;750;p50"/>
          <p:cNvGrpSpPr/>
          <p:nvPr/>
        </p:nvGrpSpPr>
        <p:grpSpPr>
          <a:xfrm>
            <a:off x="3590261" y="4291000"/>
            <a:ext cx="1877989" cy="410400"/>
            <a:chOff x="2415211" y="4413700"/>
            <a:chExt cx="1877989" cy="410400"/>
          </a:xfrm>
        </p:grpSpPr>
        <p:grpSp>
          <p:nvGrpSpPr>
            <p:cNvPr id="751" name="Google Shape;751;p50"/>
            <p:cNvGrpSpPr/>
            <p:nvPr/>
          </p:nvGrpSpPr>
          <p:grpSpPr>
            <a:xfrm>
              <a:off x="2415211" y="4416314"/>
              <a:ext cx="404866" cy="404889"/>
              <a:chOff x="4412100" y="4001050"/>
              <a:chExt cx="433475" cy="433500"/>
            </a:xfrm>
          </p:grpSpPr>
          <p:sp>
            <p:nvSpPr>
              <p:cNvPr id="752" name="Google Shape;752;p50"/>
              <p:cNvSpPr/>
              <p:nvPr/>
            </p:nvSpPr>
            <p:spPr>
              <a:xfrm>
                <a:off x="4594300" y="4083000"/>
                <a:ext cx="67075" cy="46075"/>
              </a:xfrm>
              <a:custGeom>
                <a:rect b="b" l="l" r="r" t="t"/>
                <a:pathLst>
                  <a:path extrusionOk="0" h="1843" w="2683">
                    <a:moveTo>
                      <a:pt x="2195" y="461"/>
                    </a:moveTo>
                    <a:cubicBezTo>
                      <a:pt x="2195" y="488"/>
                      <a:pt x="2195" y="488"/>
                      <a:pt x="2195" y="515"/>
                    </a:cubicBezTo>
                    <a:cubicBezTo>
                      <a:pt x="2195" y="1003"/>
                      <a:pt x="1815" y="1382"/>
                      <a:pt x="1328" y="1382"/>
                    </a:cubicBezTo>
                    <a:cubicBezTo>
                      <a:pt x="840" y="1382"/>
                      <a:pt x="461" y="1003"/>
                      <a:pt x="461" y="515"/>
                    </a:cubicBezTo>
                    <a:cubicBezTo>
                      <a:pt x="461" y="488"/>
                      <a:pt x="461" y="488"/>
                      <a:pt x="461" y="461"/>
                    </a:cubicBezTo>
                    <a:close/>
                    <a:moveTo>
                      <a:pt x="271" y="1"/>
                    </a:moveTo>
                    <a:cubicBezTo>
                      <a:pt x="163" y="1"/>
                      <a:pt x="54" y="55"/>
                      <a:pt x="27" y="163"/>
                    </a:cubicBezTo>
                    <a:cubicBezTo>
                      <a:pt x="0" y="299"/>
                      <a:pt x="0" y="407"/>
                      <a:pt x="0" y="515"/>
                    </a:cubicBezTo>
                    <a:cubicBezTo>
                      <a:pt x="0" y="1247"/>
                      <a:pt x="596" y="1843"/>
                      <a:pt x="1328" y="1843"/>
                    </a:cubicBezTo>
                    <a:cubicBezTo>
                      <a:pt x="2059" y="1843"/>
                      <a:pt x="2682" y="1247"/>
                      <a:pt x="2682" y="515"/>
                    </a:cubicBezTo>
                    <a:cubicBezTo>
                      <a:pt x="2682" y="407"/>
                      <a:pt x="2655" y="299"/>
                      <a:pt x="2628" y="163"/>
                    </a:cubicBezTo>
                    <a:cubicBezTo>
                      <a:pt x="2601" y="55"/>
                      <a:pt x="2493" y="1"/>
                      <a:pt x="2384"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53" name="Google Shape;753;p50"/>
              <p:cNvSpPr/>
              <p:nvPr/>
            </p:nvSpPr>
            <p:spPr>
              <a:xfrm>
                <a:off x="4588200" y="4045075"/>
                <a:ext cx="78575" cy="49475"/>
              </a:xfrm>
              <a:custGeom>
                <a:rect b="b" l="l" r="r" t="t"/>
                <a:pathLst>
                  <a:path extrusionOk="0" h="1979" w="3143">
                    <a:moveTo>
                      <a:pt x="1572" y="488"/>
                    </a:moveTo>
                    <a:cubicBezTo>
                      <a:pt x="2168" y="488"/>
                      <a:pt x="2628" y="949"/>
                      <a:pt x="2682" y="1518"/>
                    </a:cubicBezTo>
                    <a:lnTo>
                      <a:pt x="488" y="1518"/>
                    </a:lnTo>
                    <a:cubicBezTo>
                      <a:pt x="515" y="949"/>
                      <a:pt x="1003" y="488"/>
                      <a:pt x="1572" y="488"/>
                    </a:cubicBezTo>
                    <a:close/>
                    <a:moveTo>
                      <a:pt x="1572" y="1"/>
                    </a:moveTo>
                    <a:cubicBezTo>
                      <a:pt x="705" y="1"/>
                      <a:pt x="0" y="705"/>
                      <a:pt x="0" y="1572"/>
                    </a:cubicBezTo>
                    <a:cubicBezTo>
                      <a:pt x="0" y="1572"/>
                      <a:pt x="0" y="1572"/>
                      <a:pt x="0" y="1762"/>
                    </a:cubicBezTo>
                    <a:cubicBezTo>
                      <a:pt x="0" y="1870"/>
                      <a:pt x="109" y="1978"/>
                      <a:pt x="244" y="1978"/>
                    </a:cubicBezTo>
                    <a:lnTo>
                      <a:pt x="2899" y="1978"/>
                    </a:lnTo>
                    <a:cubicBezTo>
                      <a:pt x="3035" y="1978"/>
                      <a:pt x="3143" y="1870"/>
                      <a:pt x="3143" y="1762"/>
                    </a:cubicBezTo>
                    <a:cubicBezTo>
                      <a:pt x="3143" y="1762"/>
                      <a:pt x="3143" y="1762"/>
                      <a:pt x="3143" y="1572"/>
                    </a:cubicBezTo>
                    <a:cubicBezTo>
                      <a:pt x="3143" y="705"/>
                      <a:pt x="2439" y="1"/>
                      <a:pt x="1572"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54" name="Google Shape;754;p50"/>
              <p:cNvSpPr/>
              <p:nvPr/>
            </p:nvSpPr>
            <p:spPr>
              <a:xfrm>
                <a:off x="4672350" y="4086900"/>
                <a:ext cx="111600" cy="266375"/>
              </a:xfrm>
              <a:custGeom>
                <a:rect b="b" l="l" r="r" t="t"/>
                <a:pathLst>
                  <a:path extrusionOk="0" h="10655" w="4464">
                    <a:moveTo>
                      <a:pt x="1602" y="1"/>
                    </a:moveTo>
                    <a:cubicBezTo>
                      <a:pt x="1545" y="1"/>
                      <a:pt x="1484" y="21"/>
                      <a:pt x="1430" y="61"/>
                    </a:cubicBezTo>
                    <a:cubicBezTo>
                      <a:pt x="1430" y="61"/>
                      <a:pt x="1430" y="61"/>
                      <a:pt x="779" y="712"/>
                    </a:cubicBezTo>
                    <a:cubicBezTo>
                      <a:pt x="644" y="630"/>
                      <a:pt x="481" y="576"/>
                      <a:pt x="346" y="495"/>
                    </a:cubicBezTo>
                    <a:cubicBezTo>
                      <a:pt x="311" y="481"/>
                      <a:pt x="276" y="474"/>
                      <a:pt x="242" y="474"/>
                    </a:cubicBezTo>
                    <a:cubicBezTo>
                      <a:pt x="146" y="474"/>
                      <a:pt x="61" y="530"/>
                      <a:pt x="21" y="630"/>
                    </a:cubicBezTo>
                    <a:cubicBezTo>
                      <a:pt x="-33" y="739"/>
                      <a:pt x="21" y="874"/>
                      <a:pt x="156" y="928"/>
                    </a:cubicBezTo>
                    <a:cubicBezTo>
                      <a:pt x="346" y="1010"/>
                      <a:pt x="508" y="1118"/>
                      <a:pt x="698" y="1226"/>
                    </a:cubicBezTo>
                    <a:cubicBezTo>
                      <a:pt x="727" y="1246"/>
                      <a:pt x="762" y="1255"/>
                      <a:pt x="799" y="1255"/>
                    </a:cubicBezTo>
                    <a:cubicBezTo>
                      <a:pt x="865" y="1255"/>
                      <a:pt x="934" y="1225"/>
                      <a:pt x="969" y="1172"/>
                    </a:cubicBezTo>
                    <a:cubicBezTo>
                      <a:pt x="969" y="1172"/>
                      <a:pt x="969" y="1172"/>
                      <a:pt x="1592" y="576"/>
                    </a:cubicBezTo>
                    <a:cubicBezTo>
                      <a:pt x="1592" y="576"/>
                      <a:pt x="1592" y="576"/>
                      <a:pt x="2974" y="1931"/>
                    </a:cubicBezTo>
                    <a:cubicBezTo>
                      <a:pt x="2974" y="1931"/>
                      <a:pt x="2974" y="1931"/>
                      <a:pt x="2351" y="2554"/>
                    </a:cubicBezTo>
                    <a:cubicBezTo>
                      <a:pt x="2269" y="2635"/>
                      <a:pt x="2269" y="2743"/>
                      <a:pt x="2324" y="2852"/>
                    </a:cubicBezTo>
                    <a:cubicBezTo>
                      <a:pt x="2567" y="3258"/>
                      <a:pt x="2757" y="3719"/>
                      <a:pt x="2865" y="4179"/>
                    </a:cubicBezTo>
                    <a:cubicBezTo>
                      <a:pt x="2892" y="4288"/>
                      <a:pt x="3001" y="4369"/>
                      <a:pt x="3109" y="4369"/>
                    </a:cubicBezTo>
                    <a:lnTo>
                      <a:pt x="3976" y="4369"/>
                    </a:lnTo>
                    <a:cubicBezTo>
                      <a:pt x="3976" y="4369"/>
                      <a:pt x="3976" y="4369"/>
                      <a:pt x="3976" y="6292"/>
                    </a:cubicBezTo>
                    <a:lnTo>
                      <a:pt x="3109" y="6292"/>
                    </a:lnTo>
                    <a:cubicBezTo>
                      <a:pt x="3001" y="6292"/>
                      <a:pt x="2892" y="6374"/>
                      <a:pt x="2865" y="6482"/>
                    </a:cubicBezTo>
                    <a:cubicBezTo>
                      <a:pt x="2757" y="6943"/>
                      <a:pt x="2567" y="7403"/>
                      <a:pt x="2324" y="7810"/>
                    </a:cubicBezTo>
                    <a:cubicBezTo>
                      <a:pt x="2269" y="7918"/>
                      <a:pt x="2269" y="8026"/>
                      <a:pt x="2351" y="8108"/>
                    </a:cubicBezTo>
                    <a:cubicBezTo>
                      <a:pt x="2351" y="8108"/>
                      <a:pt x="2351" y="8108"/>
                      <a:pt x="2974" y="8731"/>
                    </a:cubicBezTo>
                    <a:cubicBezTo>
                      <a:pt x="2974" y="8731"/>
                      <a:pt x="2974" y="8731"/>
                      <a:pt x="1592" y="10085"/>
                    </a:cubicBezTo>
                    <a:cubicBezTo>
                      <a:pt x="1592" y="10085"/>
                      <a:pt x="1592" y="10085"/>
                      <a:pt x="969" y="9489"/>
                    </a:cubicBezTo>
                    <a:cubicBezTo>
                      <a:pt x="934" y="9437"/>
                      <a:pt x="865" y="9407"/>
                      <a:pt x="799" y="9407"/>
                    </a:cubicBezTo>
                    <a:cubicBezTo>
                      <a:pt x="762" y="9407"/>
                      <a:pt x="727" y="9416"/>
                      <a:pt x="698" y="9435"/>
                    </a:cubicBezTo>
                    <a:cubicBezTo>
                      <a:pt x="536" y="9543"/>
                      <a:pt x="400" y="9625"/>
                      <a:pt x="238" y="9679"/>
                    </a:cubicBezTo>
                    <a:cubicBezTo>
                      <a:pt x="102" y="9733"/>
                      <a:pt x="75" y="9896"/>
                      <a:pt x="129" y="10004"/>
                    </a:cubicBezTo>
                    <a:cubicBezTo>
                      <a:pt x="169" y="10083"/>
                      <a:pt x="252" y="10134"/>
                      <a:pt x="336" y="10134"/>
                    </a:cubicBezTo>
                    <a:cubicBezTo>
                      <a:pt x="367" y="10134"/>
                      <a:pt x="398" y="10127"/>
                      <a:pt x="427" y="10112"/>
                    </a:cubicBezTo>
                    <a:cubicBezTo>
                      <a:pt x="536" y="10058"/>
                      <a:pt x="671" y="10004"/>
                      <a:pt x="779" y="9950"/>
                    </a:cubicBezTo>
                    <a:cubicBezTo>
                      <a:pt x="779" y="9950"/>
                      <a:pt x="779" y="9950"/>
                      <a:pt x="1430" y="10600"/>
                    </a:cubicBezTo>
                    <a:cubicBezTo>
                      <a:pt x="1484" y="10654"/>
                      <a:pt x="1538" y="10654"/>
                      <a:pt x="1592" y="10654"/>
                    </a:cubicBezTo>
                    <a:cubicBezTo>
                      <a:pt x="1673" y="10654"/>
                      <a:pt x="1728" y="10654"/>
                      <a:pt x="1755" y="10600"/>
                    </a:cubicBezTo>
                    <a:cubicBezTo>
                      <a:pt x="1755" y="10600"/>
                      <a:pt x="1755" y="10600"/>
                      <a:pt x="3488" y="8893"/>
                    </a:cubicBezTo>
                    <a:cubicBezTo>
                      <a:pt x="3516" y="8839"/>
                      <a:pt x="3543" y="8785"/>
                      <a:pt x="3543" y="8731"/>
                    </a:cubicBezTo>
                    <a:cubicBezTo>
                      <a:pt x="3543" y="8649"/>
                      <a:pt x="3516" y="8595"/>
                      <a:pt x="3488" y="8541"/>
                    </a:cubicBezTo>
                    <a:cubicBezTo>
                      <a:pt x="3488" y="8541"/>
                      <a:pt x="3488" y="8541"/>
                      <a:pt x="2811" y="7891"/>
                    </a:cubicBezTo>
                    <a:cubicBezTo>
                      <a:pt x="3028" y="7539"/>
                      <a:pt x="3163" y="7159"/>
                      <a:pt x="3299" y="6780"/>
                    </a:cubicBezTo>
                    <a:lnTo>
                      <a:pt x="4220" y="6780"/>
                    </a:lnTo>
                    <a:cubicBezTo>
                      <a:pt x="4355" y="6780"/>
                      <a:pt x="4464" y="6672"/>
                      <a:pt x="4464" y="6536"/>
                    </a:cubicBezTo>
                    <a:cubicBezTo>
                      <a:pt x="4464" y="6536"/>
                      <a:pt x="4464" y="6536"/>
                      <a:pt x="4464" y="4125"/>
                    </a:cubicBezTo>
                    <a:cubicBezTo>
                      <a:pt x="4464" y="3990"/>
                      <a:pt x="4355" y="3881"/>
                      <a:pt x="4220" y="3881"/>
                    </a:cubicBezTo>
                    <a:lnTo>
                      <a:pt x="3299" y="3881"/>
                    </a:lnTo>
                    <a:cubicBezTo>
                      <a:pt x="3163" y="3502"/>
                      <a:pt x="3028" y="3123"/>
                      <a:pt x="2811" y="2771"/>
                    </a:cubicBezTo>
                    <a:cubicBezTo>
                      <a:pt x="2811" y="2771"/>
                      <a:pt x="2811" y="2771"/>
                      <a:pt x="3488" y="2093"/>
                    </a:cubicBezTo>
                    <a:cubicBezTo>
                      <a:pt x="3570" y="2012"/>
                      <a:pt x="3570" y="1877"/>
                      <a:pt x="3488" y="1768"/>
                    </a:cubicBezTo>
                    <a:cubicBezTo>
                      <a:pt x="3488" y="1768"/>
                      <a:pt x="3488" y="1768"/>
                      <a:pt x="1755" y="61"/>
                    </a:cubicBezTo>
                    <a:cubicBezTo>
                      <a:pt x="1714" y="21"/>
                      <a:pt x="1660" y="1"/>
                      <a:pt x="1602"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55" name="Google Shape;755;p50"/>
              <p:cNvSpPr/>
              <p:nvPr/>
            </p:nvSpPr>
            <p:spPr>
              <a:xfrm>
                <a:off x="4676250" y="4154300"/>
                <a:ext cx="56225" cy="154275"/>
              </a:xfrm>
              <a:custGeom>
                <a:rect b="b" l="l" r="r" t="t"/>
                <a:pathLst>
                  <a:path extrusionOk="0" h="6171" w="2249">
                    <a:moveTo>
                      <a:pt x="1220" y="0"/>
                    </a:moveTo>
                    <a:cubicBezTo>
                      <a:pt x="1174" y="0"/>
                      <a:pt x="1127" y="15"/>
                      <a:pt x="1084" y="47"/>
                    </a:cubicBezTo>
                    <a:cubicBezTo>
                      <a:pt x="976" y="129"/>
                      <a:pt x="948" y="291"/>
                      <a:pt x="1030" y="373"/>
                    </a:cubicBezTo>
                    <a:cubicBezTo>
                      <a:pt x="1517" y="1023"/>
                      <a:pt x="1788" y="1808"/>
                      <a:pt x="1788" y="2621"/>
                    </a:cubicBezTo>
                    <a:cubicBezTo>
                      <a:pt x="1788" y="3894"/>
                      <a:pt x="1165" y="5059"/>
                      <a:pt x="109" y="5737"/>
                    </a:cubicBezTo>
                    <a:cubicBezTo>
                      <a:pt x="0" y="5818"/>
                      <a:pt x="-27" y="5980"/>
                      <a:pt x="27" y="6089"/>
                    </a:cubicBezTo>
                    <a:cubicBezTo>
                      <a:pt x="82" y="6143"/>
                      <a:pt x="163" y="6170"/>
                      <a:pt x="244" y="6170"/>
                    </a:cubicBezTo>
                    <a:cubicBezTo>
                      <a:pt x="271" y="6170"/>
                      <a:pt x="325" y="6170"/>
                      <a:pt x="380" y="6143"/>
                    </a:cubicBezTo>
                    <a:cubicBezTo>
                      <a:pt x="1544" y="5357"/>
                      <a:pt x="2249" y="4057"/>
                      <a:pt x="2249" y="2621"/>
                    </a:cubicBezTo>
                    <a:cubicBezTo>
                      <a:pt x="2249" y="1700"/>
                      <a:pt x="1951" y="833"/>
                      <a:pt x="1409" y="102"/>
                    </a:cubicBezTo>
                    <a:cubicBezTo>
                      <a:pt x="1360" y="36"/>
                      <a:pt x="1291" y="0"/>
                      <a:pt x="122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56" name="Google Shape;756;p50"/>
              <p:cNvSpPr/>
              <p:nvPr/>
            </p:nvSpPr>
            <p:spPr>
              <a:xfrm>
                <a:off x="4656600" y="4144200"/>
                <a:ext cx="23900" cy="114250"/>
              </a:xfrm>
              <a:custGeom>
                <a:rect b="b" l="l" r="r" t="t"/>
                <a:pathLst>
                  <a:path extrusionOk="0" h="4570" w="956">
                    <a:moveTo>
                      <a:pt x="725" y="1"/>
                    </a:moveTo>
                    <a:cubicBezTo>
                      <a:pt x="622" y="1"/>
                      <a:pt x="531" y="69"/>
                      <a:pt x="488" y="153"/>
                    </a:cubicBezTo>
                    <a:cubicBezTo>
                      <a:pt x="488" y="153"/>
                      <a:pt x="488" y="153"/>
                      <a:pt x="1" y="1535"/>
                    </a:cubicBezTo>
                    <a:cubicBezTo>
                      <a:pt x="1" y="1562"/>
                      <a:pt x="1" y="1589"/>
                      <a:pt x="1" y="1616"/>
                    </a:cubicBezTo>
                    <a:cubicBezTo>
                      <a:pt x="1" y="1616"/>
                      <a:pt x="1" y="1616"/>
                      <a:pt x="1" y="4353"/>
                    </a:cubicBezTo>
                    <a:cubicBezTo>
                      <a:pt x="1" y="4488"/>
                      <a:pt x="109" y="4569"/>
                      <a:pt x="244" y="4569"/>
                    </a:cubicBezTo>
                    <a:cubicBezTo>
                      <a:pt x="380" y="4569"/>
                      <a:pt x="461" y="4488"/>
                      <a:pt x="461" y="4353"/>
                    </a:cubicBezTo>
                    <a:cubicBezTo>
                      <a:pt x="461" y="4353"/>
                      <a:pt x="461" y="4353"/>
                      <a:pt x="461" y="1671"/>
                    </a:cubicBezTo>
                    <a:cubicBezTo>
                      <a:pt x="461" y="1671"/>
                      <a:pt x="461" y="1671"/>
                      <a:pt x="949" y="316"/>
                    </a:cubicBezTo>
                    <a:cubicBezTo>
                      <a:pt x="976" y="181"/>
                      <a:pt x="922" y="45"/>
                      <a:pt x="813" y="18"/>
                    </a:cubicBezTo>
                    <a:cubicBezTo>
                      <a:pt x="784" y="6"/>
                      <a:pt x="754" y="1"/>
                      <a:pt x="725"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57" name="Google Shape;757;p50"/>
              <p:cNvSpPr/>
              <p:nvPr/>
            </p:nvSpPr>
            <p:spPr>
              <a:xfrm>
                <a:off x="4574475" y="4144200"/>
                <a:ext cx="23900" cy="114250"/>
              </a:xfrm>
              <a:custGeom>
                <a:rect b="b" l="l" r="r" t="t"/>
                <a:pathLst>
                  <a:path extrusionOk="0" h="4570" w="956">
                    <a:moveTo>
                      <a:pt x="244" y="1"/>
                    </a:moveTo>
                    <a:cubicBezTo>
                      <a:pt x="219" y="1"/>
                      <a:pt x="194" y="6"/>
                      <a:pt x="170" y="18"/>
                    </a:cubicBezTo>
                    <a:cubicBezTo>
                      <a:pt x="35" y="45"/>
                      <a:pt x="-19" y="181"/>
                      <a:pt x="8" y="316"/>
                    </a:cubicBezTo>
                    <a:cubicBezTo>
                      <a:pt x="8" y="316"/>
                      <a:pt x="8" y="316"/>
                      <a:pt x="495" y="1671"/>
                    </a:cubicBezTo>
                    <a:cubicBezTo>
                      <a:pt x="495" y="1671"/>
                      <a:pt x="495" y="1671"/>
                      <a:pt x="495" y="4353"/>
                    </a:cubicBezTo>
                    <a:cubicBezTo>
                      <a:pt x="495" y="4488"/>
                      <a:pt x="604" y="4569"/>
                      <a:pt x="739" y="4569"/>
                    </a:cubicBezTo>
                    <a:cubicBezTo>
                      <a:pt x="847" y="4569"/>
                      <a:pt x="956" y="4488"/>
                      <a:pt x="956" y="4353"/>
                    </a:cubicBezTo>
                    <a:cubicBezTo>
                      <a:pt x="956" y="4353"/>
                      <a:pt x="956" y="4353"/>
                      <a:pt x="956" y="1616"/>
                    </a:cubicBezTo>
                    <a:cubicBezTo>
                      <a:pt x="956" y="1589"/>
                      <a:pt x="956" y="1562"/>
                      <a:pt x="956" y="1535"/>
                    </a:cubicBezTo>
                    <a:cubicBezTo>
                      <a:pt x="956" y="1535"/>
                      <a:pt x="956" y="1535"/>
                      <a:pt x="468" y="153"/>
                    </a:cubicBezTo>
                    <a:cubicBezTo>
                      <a:pt x="426" y="69"/>
                      <a:pt x="334" y="1"/>
                      <a:pt x="244"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58" name="Google Shape;758;p50"/>
              <p:cNvSpPr/>
              <p:nvPr/>
            </p:nvSpPr>
            <p:spPr>
              <a:xfrm>
                <a:off x="4586850" y="4236750"/>
                <a:ext cx="81300" cy="12225"/>
              </a:xfrm>
              <a:custGeom>
                <a:rect b="b" l="l" r="r" t="t"/>
                <a:pathLst>
                  <a:path extrusionOk="0" h="489" w="3252">
                    <a:moveTo>
                      <a:pt x="244" y="0"/>
                    </a:moveTo>
                    <a:cubicBezTo>
                      <a:pt x="109" y="0"/>
                      <a:pt x="0" y="109"/>
                      <a:pt x="0" y="244"/>
                    </a:cubicBezTo>
                    <a:cubicBezTo>
                      <a:pt x="0" y="380"/>
                      <a:pt x="109" y="488"/>
                      <a:pt x="244" y="488"/>
                    </a:cubicBezTo>
                    <a:lnTo>
                      <a:pt x="3034" y="488"/>
                    </a:lnTo>
                    <a:cubicBezTo>
                      <a:pt x="3170" y="488"/>
                      <a:pt x="3251" y="380"/>
                      <a:pt x="3251" y="244"/>
                    </a:cubicBezTo>
                    <a:cubicBezTo>
                      <a:pt x="3251" y="109"/>
                      <a:pt x="3170" y="0"/>
                      <a:pt x="3034"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59" name="Google Shape;759;p50"/>
              <p:cNvSpPr/>
              <p:nvPr/>
            </p:nvSpPr>
            <p:spPr>
              <a:xfrm>
                <a:off x="4621375" y="4263850"/>
                <a:ext cx="12225" cy="103625"/>
              </a:xfrm>
              <a:custGeom>
                <a:rect b="b" l="l" r="r" t="t"/>
                <a:pathLst>
                  <a:path extrusionOk="0" h="4145" w="489">
                    <a:moveTo>
                      <a:pt x="245" y="0"/>
                    </a:moveTo>
                    <a:cubicBezTo>
                      <a:pt x="109" y="0"/>
                      <a:pt x="1" y="108"/>
                      <a:pt x="1" y="244"/>
                    </a:cubicBezTo>
                    <a:cubicBezTo>
                      <a:pt x="1" y="244"/>
                      <a:pt x="1" y="244"/>
                      <a:pt x="1" y="3901"/>
                    </a:cubicBezTo>
                    <a:cubicBezTo>
                      <a:pt x="1" y="4037"/>
                      <a:pt x="109" y="4145"/>
                      <a:pt x="245" y="4145"/>
                    </a:cubicBezTo>
                    <a:cubicBezTo>
                      <a:pt x="380" y="4145"/>
                      <a:pt x="489" y="4037"/>
                      <a:pt x="489" y="3901"/>
                    </a:cubicBezTo>
                    <a:cubicBezTo>
                      <a:pt x="489" y="3901"/>
                      <a:pt x="489" y="3901"/>
                      <a:pt x="489" y="244"/>
                    </a:cubicBezTo>
                    <a:cubicBezTo>
                      <a:pt x="489" y="108"/>
                      <a:pt x="380" y="0"/>
                      <a:pt x="24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60" name="Google Shape;760;p50"/>
              <p:cNvSpPr/>
              <p:nvPr/>
            </p:nvSpPr>
            <p:spPr>
              <a:xfrm>
                <a:off x="4522500" y="4154300"/>
                <a:ext cx="56550" cy="154275"/>
              </a:xfrm>
              <a:custGeom>
                <a:rect b="b" l="l" r="r" t="t"/>
                <a:pathLst>
                  <a:path extrusionOk="0" h="6171" w="2262">
                    <a:moveTo>
                      <a:pt x="1047" y="0"/>
                    </a:moveTo>
                    <a:cubicBezTo>
                      <a:pt x="969" y="0"/>
                      <a:pt x="890" y="36"/>
                      <a:pt x="840" y="102"/>
                    </a:cubicBezTo>
                    <a:cubicBezTo>
                      <a:pt x="299" y="833"/>
                      <a:pt x="1" y="1700"/>
                      <a:pt x="1" y="2621"/>
                    </a:cubicBezTo>
                    <a:cubicBezTo>
                      <a:pt x="1" y="4057"/>
                      <a:pt x="705" y="5357"/>
                      <a:pt x="1897" y="6143"/>
                    </a:cubicBezTo>
                    <a:cubicBezTo>
                      <a:pt x="1924" y="6170"/>
                      <a:pt x="1978" y="6170"/>
                      <a:pt x="2032" y="6170"/>
                    </a:cubicBezTo>
                    <a:cubicBezTo>
                      <a:pt x="2087" y="6170"/>
                      <a:pt x="2168" y="6143"/>
                      <a:pt x="2222" y="6089"/>
                    </a:cubicBezTo>
                    <a:cubicBezTo>
                      <a:pt x="2303" y="5980"/>
                      <a:pt x="2249" y="5818"/>
                      <a:pt x="2141" y="5737"/>
                    </a:cubicBezTo>
                    <a:cubicBezTo>
                      <a:pt x="1111" y="5059"/>
                      <a:pt x="461" y="3894"/>
                      <a:pt x="461" y="2621"/>
                    </a:cubicBezTo>
                    <a:cubicBezTo>
                      <a:pt x="461" y="1808"/>
                      <a:pt x="732" y="1023"/>
                      <a:pt x="1220" y="373"/>
                    </a:cubicBezTo>
                    <a:cubicBezTo>
                      <a:pt x="1301" y="291"/>
                      <a:pt x="1301" y="129"/>
                      <a:pt x="1193" y="47"/>
                    </a:cubicBezTo>
                    <a:cubicBezTo>
                      <a:pt x="1150" y="15"/>
                      <a:pt x="1099" y="0"/>
                      <a:pt x="1047"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61" name="Google Shape;761;p50"/>
              <p:cNvSpPr/>
              <p:nvPr/>
            </p:nvSpPr>
            <p:spPr>
              <a:xfrm>
                <a:off x="4471700" y="4086900"/>
                <a:ext cx="110950" cy="266375"/>
              </a:xfrm>
              <a:custGeom>
                <a:rect b="b" l="l" r="r" t="t"/>
                <a:pathLst>
                  <a:path extrusionOk="0" h="10655" w="4438">
                    <a:moveTo>
                      <a:pt x="2845" y="1"/>
                    </a:moveTo>
                    <a:cubicBezTo>
                      <a:pt x="2784" y="1"/>
                      <a:pt x="2723" y="21"/>
                      <a:pt x="2683" y="61"/>
                    </a:cubicBezTo>
                    <a:cubicBezTo>
                      <a:pt x="2683" y="61"/>
                      <a:pt x="2683" y="61"/>
                      <a:pt x="976" y="1768"/>
                    </a:cubicBezTo>
                    <a:cubicBezTo>
                      <a:pt x="868" y="1877"/>
                      <a:pt x="868" y="2012"/>
                      <a:pt x="976" y="2093"/>
                    </a:cubicBezTo>
                    <a:cubicBezTo>
                      <a:pt x="976" y="2093"/>
                      <a:pt x="976" y="2093"/>
                      <a:pt x="1626" y="2771"/>
                    </a:cubicBezTo>
                    <a:cubicBezTo>
                      <a:pt x="1437" y="3123"/>
                      <a:pt x="1274" y="3502"/>
                      <a:pt x="1166" y="3881"/>
                    </a:cubicBezTo>
                    <a:lnTo>
                      <a:pt x="245" y="3881"/>
                    </a:lnTo>
                    <a:cubicBezTo>
                      <a:pt x="109" y="3881"/>
                      <a:pt x="1" y="3990"/>
                      <a:pt x="1" y="4125"/>
                    </a:cubicBezTo>
                    <a:cubicBezTo>
                      <a:pt x="1" y="4125"/>
                      <a:pt x="1" y="4125"/>
                      <a:pt x="1" y="6536"/>
                    </a:cubicBezTo>
                    <a:cubicBezTo>
                      <a:pt x="1" y="6672"/>
                      <a:pt x="109" y="6780"/>
                      <a:pt x="245" y="6780"/>
                    </a:cubicBezTo>
                    <a:lnTo>
                      <a:pt x="1166" y="6780"/>
                    </a:lnTo>
                    <a:cubicBezTo>
                      <a:pt x="1274" y="7159"/>
                      <a:pt x="1437" y="7539"/>
                      <a:pt x="1626" y="7891"/>
                    </a:cubicBezTo>
                    <a:cubicBezTo>
                      <a:pt x="1626" y="7891"/>
                      <a:pt x="1626" y="7891"/>
                      <a:pt x="976" y="8541"/>
                    </a:cubicBezTo>
                    <a:cubicBezTo>
                      <a:pt x="922" y="8595"/>
                      <a:pt x="895" y="8649"/>
                      <a:pt x="895" y="8731"/>
                    </a:cubicBezTo>
                    <a:cubicBezTo>
                      <a:pt x="895" y="8785"/>
                      <a:pt x="922" y="8839"/>
                      <a:pt x="976" y="8893"/>
                    </a:cubicBezTo>
                    <a:cubicBezTo>
                      <a:pt x="976" y="8893"/>
                      <a:pt x="976" y="8893"/>
                      <a:pt x="2683" y="10600"/>
                    </a:cubicBezTo>
                    <a:cubicBezTo>
                      <a:pt x="2737" y="10654"/>
                      <a:pt x="2791" y="10654"/>
                      <a:pt x="2845" y="10654"/>
                    </a:cubicBezTo>
                    <a:cubicBezTo>
                      <a:pt x="2900" y="10654"/>
                      <a:pt x="2954" y="10654"/>
                      <a:pt x="3008" y="10600"/>
                    </a:cubicBezTo>
                    <a:cubicBezTo>
                      <a:pt x="3008" y="10600"/>
                      <a:pt x="3008" y="10600"/>
                      <a:pt x="3658" y="9950"/>
                    </a:cubicBezTo>
                    <a:cubicBezTo>
                      <a:pt x="3794" y="10004"/>
                      <a:pt x="3902" y="10058"/>
                      <a:pt x="4010" y="10112"/>
                    </a:cubicBezTo>
                    <a:cubicBezTo>
                      <a:pt x="4047" y="10127"/>
                      <a:pt x="4083" y="10134"/>
                      <a:pt x="4118" y="10134"/>
                    </a:cubicBezTo>
                    <a:cubicBezTo>
                      <a:pt x="4212" y="10134"/>
                      <a:pt x="4296" y="10083"/>
                      <a:pt x="4335" y="10004"/>
                    </a:cubicBezTo>
                    <a:cubicBezTo>
                      <a:pt x="4390" y="9896"/>
                      <a:pt x="4335" y="9733"/>
                      <a:pt x="4227" y="9679"/>
                    </a:cubicBezTo>
                    <a:cubicBezTo>
                      <a:pt x="4064" y="9625"/>
                      <a:pt x="3902" y="9543"/>
                      <a:pt x="3766" y="9435"/>
                    </a:cubicBezTo>
                    <a:cubicBezTo>
                      <a:pt x="3728" y="9416"/>
                      <a:pt x="3690" y="9407"/>
                      <a:pt x="3652" y="9407"/>
                    </a:cubicBezTo>
                    <a:cubicBezTo>
                      <a:pt x="3585" y="9407"/>
                      <a:pt x="3521" y="9437"/>
                      <a:pt x="3468" y="9489"/>
                    </a:cubicBezTo>
                    <a:cubicBezTo>
                      <a:pt x="3468" y="9489"/>
                      <a:pt x="3468" y="9489"/>
                      <a:pt x="2845" y="10085"/>
                    </a:cubicBezTo>
                    <a:cubicBezTo>
                      <a:pt x="2845" y="10085"/>
                      <a:pt x="2845" y="10085"/>
                      <a:pt x="1464" y="8731"/>
                    </a:cubicBezTo>
                    <a:cubicBezTo>
                      <a:pt x="1464" y="8731"/>
                      <a:pt x="1464" y="8731"/>
                      <a:pt x="2087" y="8108"/>
                    </a:cubicBezTo>
                    <a:cubicBezTo>
                      <a:pt x="2168" y="8026"/>
                      <a:pt x="2168" y="7918"/>
                      <a:pt x="2114" y="7810"/>
                    </a:cubicBezTo>
                    <a:cubicBezTo>
                      <a:pt x="1870" y="7403"/>
                      <a:pt x="1680" y="6943"/>
                      <a:pt x="1572" y="6482"/>
                    </a:cubicBezTo>
                    <a:cubicBezTo>
                      <a:pt x="1545" y="6374"/>
                      <a:pt x="1464" y="6292"/>
                      <a:pt x="1355" y="6292"/>
                    </a:cubicBezTo>
                    <a:lnTo>
                      <a:pt x="461" y="6292"/>
                    </a:lnTo>
                    <a:cubicBezTo>
                      <a:pt x="461" y="6292"/>
                      <a:pt x="461" y="6292"/>
                      <a:pt x="461" y="4369"/>
                    </a:cubicBezTo>
                    <a:lnTo>
                      <a:pt x="1355" y="4369"/>
                    </a:lnTo>
                    <a:cubicBezTo>
                      <a:pt x="1464" y="4369"/>
                      <a:pt x="1545" y="4288"/>
                      <a:pt x="1572" y="4179"/>
                    </a:cubicBezTo>
                    <a:cubicBezTo>
                      <a:pt x="1680" y="3719"/>
                      <a:pt x="1870" y="3258"/>
                      <a:pt x="2114" y="2852"/>
                    </a:cubicBezTo>
                    <a:cubicBezTo>
                      <a:pt x="2168" y="2743"/>
                      <a:pt x="2168" y="2635"/>
                      <a:pt x="2087" y="2554"/>
                    </a:cubicBezTo>
                    <a:cubicBezTo>
                      <a:pt x="2087" y="2554"/>
                      <a:pt x="2087" y="2554"/>
                      <a:pt x="1464" y="1931"/>
                    </a:cubicBezTo>
                    <a:cubicBezTo>
                      <a:pt x="1464" y="1931"/>
                      <a:pt x="1464" y="1931"/>
                      <a:pt x="2845" y="576"/>
                    </a:cubicBezTo>
                    <a:cubicBezTo>
                      <a:pt x="2845" y="576"/>
                      <a:pt x="2845" y="576"/>
                      <a:pt x="3468" y="1172"/>
                    </a:cubicBezTo>
                    <a:cubicBezTo>
                      <a:pt x="3521" y="1225"/>
                      <a:pt x="3585" y="1255"/>
                      <a:pt x="3652" y="1255"/>
                    </a:cubicBezTo>
                    <a:cubicBezTo>
                      <a:pt x="3690" y="1255"/>
                      <a:pt x="3728" y="1246"/>
                      <a:pt x="3766" y="1226"/>
                    </a:cubicBezTo>
                    <a:cubicBezTo>
                      <a:pt x="3929" y="1118"/>
                      <a:pt x="4119" y="1010"/>
                      <a:pt x="4308" y="928"/>
                    </a:cubicBezTo>
                    <a:cubicBezTo>
                      <a:pt x="4417" y="874"/>
                      <a:pt x="4471" y="739"/>
                      <a:pt x="4417" y="630"/>
                    </a:cubicBezTo>
                    <a:cubicBezTo>
                      <a:pt x="4376" y="530"/>
                      <a:pt x="4292" y="474"/>
                      <a:pt x="4206" y="474"/>
                    </a:cubicBezTo>
                    <a:cubicBezTo>
                      <a:pt x="4176" y="474"/>
                      <a:pt x="4147" y="481"/>
                      <a:pt x="4119" y="495"/>
                    </a:cubicBezTo>
                    <a:cubicBezTo>
                      <a:pt x="3956" y="576"/>
                      <a:pt x="3821" y="630"/>
                      <a:pt x="3658" y="712"/>
                    </a:cubicBezTo>
                    <a:cubicBezTo>
                      <a:pt x="3658" y="712"/>
                      <a:pt x="3658" y="712"/>
                      <a:pt x="3008" y="61"/>
                    </a:cubicBezTo>
                    <a:cubicBezTo>
                      <a:pt x="2967" y="21"/>
                      <a:pt x="2906" y="1"/>
                      <a:pt x="2845"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62" name="Google Shape;762;p50"/>
              <p:cNvSpPr/>
              <p:nvPr/>
            </p:nvSpPr>
            <p:spPr>
              <a:xfrm>
                <a:off x="4412100" y="4001050"/>
                <a:ext cx="433475" cy="433500"/>
              </a:xfrm>
              <a:custGeom>
                <a:rect b="b" l="l" r="r" t="t"/>
                <a:pathLst>
                  <a:path extrusionOk="0" fill="none" h="17340" w="17339">
                    <a:moveTo>
                      <a:pt x="17339" y="8670"/>
                    </a:moveTo>
                    <a:cubicBezTo>
                      <a:pt x="17339" y="13438"/>
                      <a:pt x="13465" y="17339"/>
                      <a:pt x="8670" y="17339"/>
                    </a:cubicBezTo>
                    <a:cubicBezTo>
                      <a:pt x="3875" y="17339"/>
                      <a:pt x="1" y="13438"/>
                      <a:pt x="1" y="8670"/>
                    </a:cubicBezTo>
                    <a:cubicBezTo>
                      <a:pt x="1" y="3875"/>
                      <a:pt x="3875" y="1"/>
                      <a:pt x="8670" y="1"/>
                    </a:cubicBezTo>
                    <a:cubicBezTo>
                      <a:pt x="13465"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63" name="Google Shape;763;p50"/>
              <p:cNvSpPr/>
              <p:nvPr/>
            </p:nvSpPr>
            <p:spPr>
              <a:xfrm>
                <a:off x="4561100" y="4137875"/>
                <a:ext cx="132775" cy="229600"/>
              </a:xfrm>
              <a:custGeom>
                <a:rect b="b" l="l" r="r" t="t"/>
                <a:pathLst>
                  <a:path extrusionOk="0" h="9184" w="5311">
                    <a:moveTo>
                      <a:pt x="3766" y="461"/>
                    </a:moveTo>
                    <a:cubicBezTo>
                      <a:pt x="4362" y="461"/>
                      <a:pt x="4823" y="948"/>
                      <a:pt x="4823" y="1544"/>
                    </a:cubicBezTo>
                    <a:cubicBezTo>
                      <a:pt x="4823" y="1544"/>
                      <a:pt x="4823" y="1544"/>
                      <a:pt x="4823" y="4362"/>
                    </a:cubicBezTo>
                    <a:lnTo>
                      <a:pt x="4064" y="4362"/>
                    </a:lnTo>
                    <a:cubicBezTo>
                      <a:pt x="3929" y="4362"/>
                      <a:pt x="3821" y="4470"/>
                      <a:pt x="3821" y="4606"/>
                    </a:cubicBezTo>
                    <a:cubicBezTo>
                      <a:pt x="3821" y="4606"/>
                      <a:pt x="3821" y="4606"/>
                      <a:pt x="3821" y="8696"/>
                    </a:cubicBezTo>
                    <a:lnTo>
                      <a:pt x="1491" y="8696"/>
                    </a:lnTo>
                    <a:lnTo>
                      <a:pt x="1491" y="4606"/>
                    </a:lnTo>
                    <a:cubicBezTo>
                      <a:pt x="1491" y="4470"/>
                      <a:pt x="1382" y="4362"/>
                      <a:pt x="1274" y="4362"/>
                    </a:cubicBezTo>
                    <a:lnTo>
                      <a:pt x="488" y="4362"/>
                    </a:lnTo>
                    <a:cubicBezTo>
                      <a:pt x="488" y="4362"/>
                      <a:pt x="488" y="4362"/>
                      <a:pt x="488" y="1544"/>
                    </a:cubicBezTo>
                    <a:cubicBezTo>
                      <a:pt x="488" y="948"/>
                      <a:pt x="976" y="461"/>
                      <a:pt x="1545" y="461"/>
                    </a:cubicBezTo>
                    <a:close/>
                    <a:moveTo>
                      <a:pt x="1545" y="0"/>
                    </a:moveTo>
                    <a:cubicBezTo>
                      <a:pt x="705" y="0"/>
                      <a:pt x="1" y="677"/>
                      <a:pt x="1" y="1544"/>
                    </a:cubicBezTo>
                    <a:cubicBezTo>
                      <a:pt x="1" y="1544"/>
                      <a:pt x="1" y="1544"/>
                      <a:pt x="1" y="4606"/>
                    </a:cubicBezTo>
                    <a:cubicBezTo>
                      <a:pt x="1" y="4741"/>
                      <a:pt x="109" y="4822"/>
                      <a:pt x="245" y="4822"/>
                    </a:cubicBezTo>
                    <a:lnTo>
                      <a:pt x="1030" y="4822"/>
                    </a:lnTo>
                    <a:cubicBezTo>
                      <a:pt x="1030" y="4822"/>
                      <a:pt x="1030" y="4822"/>
                      <a:pt x="1030" y="8940"/>
                    </a:cubicBezTo>
                    <a:cubicBezTo>
                      <a:pt x="1030" y="9076"/>
                      <a:pt x="1139" y="9184"/>
                      <a:pt x="1274" y="9184"/>
                    </a:cubicBezTo>
                    <a:lnTo>
                      <a:pt x="4064" y="9184"/>
                    </a:lnTo>
                    <a:cubicBezTo>
                      <a:pt x="4200" y="9184"/>
                      <a:pt x="4281" y="9076"/>
                      <a:pt x="4281" y="8940"/>
                    </a:cubicBezTo>
                    <a:cubicBezTo>
                      <a:pt x="4281" y="8940"/>
                      <a:pt x="4281" y="8940"/>
                      <a:pt x="4281" y="4822"/>
                    </a:cubicBezTo>
                    <a:lnTo>
                      <a:pt x="5067" y="4822"/>
                    </a:lnTo>
                    <a:cubicBezTo>
                      <a:pt x="5202" y="4822"/>
                      <a:pt x="5311" y="4741"/>
                      <a:pt x="5311" y="4606"/>
                    </a:cubicBezTo>
                    <a:cubicBezTo>
                      <a:pt x="5311" y="4606"/>
                      <a:pt x="5311" y="4606"/>
                      <a:pt x="5311" y="1544"/>
                    </a:cubicBezTo>
                    <a:cubicBezTo>
                      <a:pt x="5311" y="677"/>
                      <a:pt x="4606" y="0"/>
                      <a:pt x="3766"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64" name="Google Shape;764;p50"/>
              <p:cNvSpPr/>
              <p:nvPr/>
            </p:nvSpPr>
            <p:spPr>
              <a:xfrm>
                <a:off x="4460875" y="4355275"/>
                <a:ext cx="333250" cy="12200"/>
              </a:xfrm>
              <a:custGeom>
                <a:rect b="b" l="l" r="r" t="t"/>
                <a:pathLst>
                  <a:path extrusionOk="0" h="488" w="13330">
                    <a:moveTo>
                      <a:pt x="244" y="0"/>
                    </a:moveTo>
                    <a:cubicBezTo>
                      <a:pt x="109" y="0"/>
                      <a:pt x="0" y="109"/>
                      <a:pt x="0" y="244"/>
                    </a:cubicBezTo>
                    <a:cubicBezTo>
                      <a:pt x="0" y="380"/>
                      <a:pt x="109" y="488"/>
                      <a:pt x="244" y="488"/>
                    </a:cubicBezTo>
                    <a:lnTo>
                      <a:pt x="13085" y="488"/>
                    </a:lnTo>
                    <a:cubicBezTo>
                      <a:pt x="13221" y="488"/>
                      <a:pt x="13329" y="380"/>
                      <a:pt x="13329" y="244"/>
                    </a:cubicBezTo>
                    <a:cubicBezTo>
                      <a:pt x="13329" y="109"/>
                      <a:pt x="13221" y="0"/>
                      <a:pt x="1308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65" name="Google Shape;765;p50"/>
            <p:cNvSpPr txBox="1"/>
            <p:nvPr/>
          </p:nvSpPr>
          <p:spPr>
            <a:xfrm>
              <a:off x="2898800" y="4413700"/>
              <a:ext cx="13944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Professional</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Services</a:t>
              </a:r>
              <a:endParaRPr b="1" sz="800">
                <a:solidFill>
                  <a:srgbClr val="3C3C3A"/>
                </a:solidFill>
                <a:latin typeface="Montserrat"/>
                <a:ea typeface="Montserrat"/>
                <a:cs typeface="Montserrat"/>
                <a:sym typeface="Montserrat"/>
              </a:endParaRPr>
            </a:p>
          </p:txBody>
        </p:sp>
      </p:grpSp>
      <p:grpSp>
        <p:nvGrpSpPr>
          <p:cNvPr id="766" name="Google Shape;766;p50"/>
          <p:cNvGrpSpPr/>
          <p:nvPr/>
        </p:nvGrpSpPr>
        <p:grpSpPr>
          <a:xfrm>
            <a:off x="6569573" y="1145950"/>
            <a:ext cx="1637752" cy="419669"/>
            <a:chOff x="4681798" y="1182963"/>
            <a:chExt cx="1637752" cy="419669"/>
          </a:xfrm>
        </p:grpSpPr>
        <p:grpSp>
          <p:nvGrpSpPr>
            <p:cNvPr id="767" name="Google Shape;767;p50"/>
            <p:cNvGrpSpPr/>
            <p:nvPr/>
          </p:nvGrpSpPr>
          <p:grpSpPr>
            <a:xfrm>
              <a:off x="4681798" y="1197743"/>
              <a:ext cx="404866" cy="404889"/>
              <a:chOff x="3114425" y="4547625"/>
              <a:chExt cx="433475" cy="433500"/>
            </a:xfrm>
          </p:grpSpPr>
          <p:sp>
            <p:nvSpPr>
              <p:cNvPr id="768" name="Google Shape;768;p50"/>
              <p:cNvSpPr/>
              <p:nvPr/>
            </p:nvSpPr>
            <p:spPr>
              <a:xfrm>
                <a:off x="3114425" y="4547625"/>
                <a:ext cx="433475" cy="433500"/>
              </a:xfrm>
              <a:custGeom>
                <a:rect b="b" l="l" r="r" t="t"/>
                <a:pathLst>
                  <a:path extrusionOk="0" fill="none" h="17340" w="17339">
                    <a:moveTo>
                      <a:pt x="17338" y="8670"/>
                    </a:moveTo>
                    <a:cubicBezTo>
                      <a:pt x="17338" y="13465"/>
                      <a:pt x="13464" y="17339"/>
                      <a:pt x="8669" y="17339"/>
                    </a:cubicBezTo>
                    <a:cubicBezTo>
                      <a:pt x="3874" y="17339"/>
                      <a:pt x="0" y="13465"/>
                      <a:pt x="0" y="8670"/>
                    </a:cubicBezTo>
                    <a:cubicBezTo>
                      <a:pt x="0" y="3875"/>
                      <a:pt x="3874" y="1"/>
                      <a:pt x="8669" y="1"/>
                    </a:cubicBezTo>
                    <a:cubicBezTo>
                      <a:pt x="13464" y="1"/>
                      <a:pt x="17338" y="3875"/>
                      <a:pt x="17338"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69" name="Google Shape;769;p50"/>
              <p:cNvSpPr/>
              <p:nvPr/>
            </p:nvSpPr>
            <p:spPr>
              <a:xfrm>
                <a:off x="3164850" y="4587000"/>
                <a:ext cx="337675" cy="327750"/>
              </a:xfrm>
              <a:custGeom>
                <a:rect b="b" l="l" r="r" t="t"/>
                <a:pathLst>
                  <a:path extrusionOk="0" h="13110" w="13507">
                    <a:moveTo>
                      <a:pt x="8630" y="1596"/>
                    </a:moveTo>
                    <a:cubicBezTo>
                      <a:pt x="8630" y="1596"/>
                      <a:pt x="8630" y="1596"/>
                      <a:pt x="9849" y="2598"/>
                    </a:cubicBezTo>
                    <a:lnTo>
                      <a:pt x="10743" y="3329"/>
                    </a:lnTo>
                    <a:lnTo>
                      <a:pt x="6517" y="3329"/>
                    </a:lnTo>
                    <a:cubicBezTo>
                      <a:pt x="6517" y="3329"/>
                      <a:pt x="6517" y="3329"/>
                      <a:pt x="8630" y="1596"/>
                    </a:cubicBezTo>
                    <a:close/>
                    <a:moveTo>
                      <a:pt x="8630" y="458"/>
                    </a:moveTo>
                    <a:cubicBezTo>
                      <a:pt x="8630" y="458"/>
                      <a:pt x="8630" y="458"/>
                      <a:pt x="12070" y="3329"/>
                    </a:cubicBezTo>
                    <a:lnTo>
                      <a:pt x="11393" y="3329"/>
                    </a:lnTo>
                    <a:cubicBezTo>
                      <a:pt x="11393" y="3329"/>
                      <a:pt x="11393" y="3329"/>
                      <a:pt x="8765" y="1189"/>
                    </a:cubicBezTo>
                    <a:cubicBezTo>
                      <a:pt x="8725" y="1149"/>
                      <a:pt x="8677" y="1128"/>
                      <a:pt x="8630" y="1128"/>
                    </a:cubicBezTo>
                    <a:cubicBezTo>
                      <a:pt x="8582" y="1128"/>
                      <a:pt x="8535" y="1149"/>
                      <a:pt x="8494" y="1189"/>
                    </a:cubicBezTo>
                    <a:cubicBezTo>
                      <a:pt x="8494" y="1189"/>
                      <a:pt x="8494" y="1189"/>
                      <a:pt x="5867" y="3329"/>
                    </a:cubicBezTo>
                    <a:lnTo>
                      <a:pt x="5216" y="3329"/>
                    </a:lnTo>
                    <a:cubicBezTo>
                      <a:pt x="5216" y="3329"/>
                      <a:pt x="5216" y="3329"/>
                      <a:pt x="8630" y="458"/>
                    </a:cubicBezTo>
                    <a:close/>
                    <a:moveTo>
                      <a:pt x="13019" y="3736"/>
                    </a:moveTo>
                    <a:lnTo>
                      <a:pt x="13019" y="4115"/>
                    </a:lnTo>
                    <a:lnTo>
                      <a:pt x="4268" y="4115"/>
                    </a:lnTo>
                    <a:cubicBezTo>
                      <a:pt x="4268" y="4115"/>
                      <a:pt x="4268" y="4115"/>
                      <a:pt x="4268" y="3736"/>
                    </a:cubicBezTo>
                    <a:close/>
                    <a:moveTo>
                      <a:pt x="6381" y="4521"/>
                    </a:moveTo>
                    <a:lnTo>
                      <a:pt x="6381" y="4874"/>
                    </a:lnTo>
                    <a:lnTo>
                      <a:pt x="5216" y="4874"/>
                    </a:lnTo>
                    <a:cubicBezTo>
                      <a:pt x="5216" y="4874"/>
                      <a:pt x="5216" y="4874"/>
                      <a:pt x="5216" y="4521"/>
                    </a:cubicBezTo>
                    <a:close/>
                    <a:moveTo>
                      <a:pt x="9226" y="4521"/>
                    </a:moveTo>
                    <a:lnTo>
                      <a:pt x="9226" y="4874"/>
                    </a:lnTo>
                    <a:lnTo>
                      <a:pt x="8034" y="4874"/>
                    </a:lnTo>
                    <a:cubicBezTo>
                      <a:pt x="8034" y="4874"/>
                      <a:pt x="8034" y="4874"/>
                      <a:pt x="8034" y="4521"/>
                    </a:cubicBezTo>
                    <a:close/>
                    <a:moveTo>
                      <a:pt x="12043" y="4521"/>
                    </a:moveTo>
                    <a:lnTo>
                      <a:pt x="12043" y="4874"/>
                    </a:lnTo>
                    <a:lnTo>
                      <a:pt x="10878" y="4874"/>
                    </a:lnTo>
                    <a:cubicBezTo>
                      <a:pt x="10878" y="4874"/>
                      <a:pt x="10878" y="4874"/>
                      <a:pt x="10878" y="4521"/>
                    </a:cubicBezTo>
                    <a:close/>
                    <a:moveTo>
                      <a:pt x="6083" y="5280"/>
                    </a:moveTo>
                    <a:cubicBezTo>
                      <a:pt x="6083" y="5280"/>
                      <a:pt x="6083" y="5280"/>
                      <a:pt x="6083" y="7285"/>
                    </a:cubicBezTo>
                    <a:cubicBezTo>
                      <a:pt x="5948" y="7447"/>
                      <a:pt x="5867" y="7664"/>
                      <a:pt x="5867" y="7881"/>
                    </a:cubicBezTo>
                    <a:lnTo>
                      <a:pt x="5569" y="7881"/>
                    </a:lnTo>
                    <a:cubicBezTo>
                      <a:pt x="5650" y="7664"/>
                      <a:pt x="5623" y="7420"/>
                      <a:pt x="5541" y="7203"/>
                    </a:cubicBezTo>
                    <a:lnTo>
                      <a:pt x="5514" y="7203"/>
                    </a:lnTo>
                    <a:cubicBezTo>
                      <a:pt x="5514" y="7203"/>
                      <a:pt x="5514" y="7203"/>
                      <a:pt x="5514" y="5280"/>
                    </a:cubicBezTo>
                    <a:close/>
                    <a:moveTo>
                      <a:pt x="7627" y="4521"/>
                    </a:moveTo>
                    <a:cubicBezTo>
                      <a:pt x="7627" y="4521"/>
                      <a:pt x="7627" y="4521"/>
                      <a:pt x="7627" y="5063"/>
                    </a:cubicBezTo>
                    <a:cubicBezTo>
                      <a:pt x="7627" y="5172"/>
                      <a:pt x="7736" y="5280"/>
                      <a:pt x="7844" y="5280"/>
                    </a:cubicBezTo>
                    <a:lnTo>
                      <a:pt x="7898" y="5280"/>
                    </a:lnTo>
                    <a:cubicBezTo>
                      <a:pt x="7898" y="5280"/>
                      <a:pt x="7898" y="5280"/>
                      <a:pt x="7898" y="7881"/>
                    </a:cubicBezTo>
                    <a:lnTo>
                      <a:pt x="7844" y="7881"/>
                    </a:lnTo>
                    <a:cubicBezTo>
                      <a:pt x="7817" y="7339"/>
                      <a:pt x="7384" y="6905"/>
                      <a:pt x="6842" y="6905"/>
                    </a:cubicBezTo>
                    <a:cubicBezTo>
                      <a:pt x="6733" y="6905"/>
                      <a:pt x="6598" y="6933"/>
                      <a:pt x="6490" y="6987"/>
                    </a:cubicBezTo>
                    <a:cubicBezTo>
                      <a:pt x="6490" y="6987"/>
                      <a:pt x="6490" y="6987"/>
                      <a:pt x="6490" y="5280"/>
                    </a:cubicBezTo>
                    <a:lnTo>
                      <a:pt x="6598" y="5280"/>
                    </a:lnTo>
                    <a:cubicBezTo>
                      <a:pt x="6706" y="5280"/>
                      <a:pt x="6788" y="5172"/>
                      <a:pt x="6788" y="5063"/>
                    </a:cubicBezTo>
                    <a:cubicBezTo>
                      <a:pt x="6788" y="5063"/>
                      <a:pt x="6788" y="5063"/>
                      <a:pt x="6788" y="4521"/>
                    </a:cubicBezTo>
                    <a:close/>
                    <a:moveTo>
                      <a:pt x="8874" y="5280"/>
                    </a:moveTo>
                    <a:lnTo>
                      <a:pt x="8874" y="7881"/>
                    </a:lnTo>
                    <a:lnTo>
                      <a:pt x="8305" y="7881"/>
                    </a:lnTo>
                    <a:cubicBezTo>
                      <a:pt x="8305" y="7881"/>
                      <a:pt x="8305" y="7881"/>
                      <a:pt x="8305" y="5280"/>
                    </a:cubicBezTo>
                    <a:close/>
                    <a:moveTo>
                      <a:pt x="11745" y="5280"/>
                    </a:moveTo>
                    <a:lnTo>
                      <a:pt x="11745" y="7881"/>
                    </a:lnTo>
                    <a:lnTo>
                      <a:pt x="11176" y="7881"/>
                    </a:lnTo>
                    <a:cubicBezTo>
                      <a:pt x="11176" y="7881"/>
                      <a:pt x="11176" y="7881"/>
                      <a:pt x="11176" y="5280"/>
                    </a:cubicBezTo>
                    <a:close/>
                    <a:moveTo>
                      <a:pt x="4629" y="7038"/>
                    </a:moveTo>
                    <a:cubicBezTo>
                      <a:pt x="4770" y="7038"/>
                      <a:pt x="4913" y="7089"/>
                      <a:pt x="5027" y="7203"/>
                    </a:cubicBezTo>
                    <a:cubicBezTo>
                      <a:pt x="5271" y="7420"/>
                      <a:pt x="5271" y="7799"/>
                      <a:pt x="5027" y="8016"/>
                    </a:cubicBezTo>
                    <a:cubicBezTo>
                      <a:pt x="4913" y="8130"/>
                      <a:pt x="4770" y="8182"/>
                      <a:pt x="4629" y="8182"/>
                    </a:cubicBezTo>
                    <a:cubicBezTo>
                      <a:pt x="4336" y="8182"/>
                      <a:pt x="4051" y="7958"/>
                      <a:pt x="4051" y="7610"/>
                    </a:cubicBezTo>
                    <a:cubicBezTo>
                      <a:pt x="4051" y="7262"/>
                      <a:pt x="4336" y="7038"/>
                      <a:pt x="4629" y="7038"/>
                    </a:cubicBezTo>
                    <a:close/>
                    <a:moveTo>
                      <a:pt x="2353" y="7324"/>
                    </a:moveTo>
                    <a:cubicBezTo>
                      <a:pt x="2494" y="7324"/>
                      <a:pt x="2637" y="7378"/>
                      <a:pt x="2751" y="7501"/>
                    </a:cubicBezTo>
                    <a:cubicBezTo>
                      <a:pt x="2968" y="7718"/>
                      <a:pt x="2968" y="8070"/>
                      <a:pt x="2751" y="8314"/>
                    </a:cubicBezTo>
                    <a:cubicBezTo>
                      <a:pt x="2640" y="8425"/>
                      <a:pt x="2502" y="8474"/>
                      <a:pt x="2366" y="8474"/>
                    </a:cubicBezTo>
                    <a:cubicBezTo>
                      <a:pt x="2068" y="8474"/>
                      <a:pt x="1776" y="8242"/>
                      <a:pt x="1776" y="7908"/>
                    </a:cubicBezTo>
                    <a:cubicBezTo>
                      <a:pt x="1776" y="7560"/>
                      <a:pt x="2060" y="7324"/>
                      <a:pt x="2353" y="7324"/>
                    </a:cubicBezTo>
                    <a:close/>
                    <a:moveTo>
                      <a:pt x="6850" y="7324"/>
                    </a:moveTo>
                    <a:cubicBezTo>
                      <a:pt x="6991" y="7324"/>
                      <a:pt x="7134" y="7378"/>
                      <a:pt x="7248" y="7501"/>
                    </a:cubicBezTo>
                    <a:cubicBezTo>
                      <a:pt x="7492" y="7718"/>
                      <a:pt x="7492" y="8070"/>
                      <a:pt x="7248" y="8314"/>
                    </a:cubicBezTo>
                    <a:cubicBezTo>
                      <a:pt x="7137" y="8425"/>
                      <a:pt x="6999" y="8474"/>
                      <a:pt x="6863" y="8474"/>
                    </a:cubicBezTo>
                    <a:cubicBezTo>
                      <a:pt x="6565" y="8474"/>
                      <a:pt x="6273" y="8242"/>
                      <a:pt x="6273" y="7908"/>
                    </a:cubicBezTo>
                    <a:cubicBezTo>
                      <a:pt x="6273" y="7560"/>
                      <a:pt x="6557" y="7324"/>
                      <a:pt x="6850" y="7324"/>
                    </a:cubicBezTo>
                    <a:close/>
                    <a:moveTo>
                      <a:pt x="7627" y="8477"/>
                    </a:moveTo>
                    <a:lnTo>
                      <a:pt x="7627" y="8585"/>
                    </a:lnTo>
                    <a:cubicBezTo>
                      <a:pt x="7627" y="8585"/>
                      <a:pt x="7600" y="8558"/>
                      <a:pt x="7573" y="8558"/>
                    </a:cubicBezTo>
                    <a:cubicBezTo>
                      <a:pt x="7600" y="8531"/>
                      <a:pt x="7627" y="8504"/>
                      <a:pt x="7627" y="8477"/>
                    </a:cubicBezTo>
                    <a:close/>
                    <a:moveTo>
                      <a:pt x="5948" y="8287"/>
                    </a:moveTo>
                    <a:cubicBezTo>
                      <a:pt x="6002" y="8395"/>
                      <a:pt x="6056" y="8477"/>
                      <a:pt x="6137" y="8558"/>
                    </a:cubicBezTo>
                    <a:cubicBezTo>
                      <a:pt x="6137" y="8558"/>
                      <a:pt x="6137" y="8558"/>
                      <a:pt x="5921" y="8666"/>
                    </a:cubicBezTo>
                    <a:cubicBezTo>
                      <a:pt x="5785" y="8504"/>
                      <a:pt x="5596" y="8368"/>
                      <a:pt x="5379" y="8287"/>
                    </a:cubicBezTo>
                    <a:close/>
                    <a:moveTo>
                      <a:pt x="9226" y="8287"/>
                    </a:moveTo>
                    <a:cubicBezTo>
                      <a:pt x="9226" y="8287"/>
                      <a:pt x="9226" y="8287"/>
                      <a:pt x="9226" y="8666"/>
                    </a:cubicBezTo>
                    <a:lnTo>
                      <a:pt x="8034" y="8666"/>
                    </a:lnTo>
                    <a:lnTo>
                      <a:pt x="8034" y="8287"/>
                    </a:lnTo>
                    <a:close/>
                    <a:moveTo>
                      <a:pt x="10472" y="4521"/>
                    </a:moveTo>
                    <a:lnTo>
                      <a:pt x="10472" y="5063"/>
                    </a:lnTo>
                    <a:cubicBezTo>
                      <a:pt x="10472" y="5172"/>
                      <a:pt x="10553" y="5280"/>
                      <a:pt x="10662" y="5280"/>
                    </a:cubicBezTo>
                    <a:lnTo>
                      <a:pt x="10770" y="5280"/>
                    </a:lnTo>
                    <a:cubicBezTo>
                      <a:pt x="10770" y="5280"/>
                      <a:pt x="10770" y="5280"/>
                      <a:pt x="10770" y="7881"/>
                    </a:cubicBezTo>
                    <a:lnTo>
                      <a:pt x="10662" y="7881"/>
                    </a:lnTo>
                    <a:cubicBezTo>
                      <a:pt x="10553" y="7881"/>
                      <a:pt x="10472" y="7962"/>
                      <a:pt x="10472" y="8097"/>
                    </a:cubicBezTo>
                    <a:cubicBezTo>
                      <a:pt x="10472" y="8097"/>
                      <a:pt x="10472" y="8097"/>
                      <a:pt x="10472" y="8666"/>
                    </a:cubicBezTo>
                    <a:lnTo>
                      <a:pt x="9632" y="8666"/>
                    </a:lnTo>
                    <a:cubicBezTo>
                      <a:pt x="9632" y="8666"/>
                      <a:pt x="9632" y="8666"/>
                      <a:pt x="9632" y="8097"/>
                    </a:cubicBezTo>
                    <a:cubicBezTo>
                      <a:pt x="9632" y="7962"/>
                      <a:pt x="9524" y="7881"/>
                      <a:pt x="9415" y="7881"/>
                    </a:cubicBezTo>
                    <a:lnTo>
                      <a:pt x="9280" y="7881"/>
                    </a:lnTo>
                    <a:cubicBezTo>
                      <a:pt x="9280" y="7881"/>
                      <a:pt x="9280" y="7881"/>
                      <a:pt x="9280" y="5280"/>
                    </a:cubicBezTo>
                    <a:lnTo>
                      <a:pt x="9415" y="5280"/>
                    </a:lnTo>
                    <a:cubicBezTo>
                      <a:pt x="9524" y="5280"/>
                      <a:pt x="9632" y="5172"/>
                      <a:pt x="9632" y="5063"/>
                    </a:cubicBezTo>
                    <a:cubicBezTo>
                      <a:pt x="9632" y="5063"/>
                      <a:pt x="9632" y="5063"/>
                      <a:pt x="9632" y="4521"/>
                    </a:cubicBezTo>
                    <a:close/>
                    <a:moveTo>
                      <a:pt x="12043" y="8287"/>
                    </a:moveTo>
                    <a:cubicBezTo>
                      <a:pt x="12043" y="8287"/>
                      <a:pt x="12043" y="8287"/>
                      <a:pt x="12043" y="8666"/>
                    </a:cubicBezTo>
                    <a:lnTo>
                      <a:pt x="10878" y="8666"/>
                    </a:lnTo>
                    <a:lnTo>
                      <a:pt x="10878" y="8287"/>
                    </a:lnTo>
                    <a:close/>
                    <a:moveTo>
                      <a:pt x="13019" y="9073"/>
                    </a:moveTo>
                    <a:cubicBezTo>
                      <a:pt x="13019" y="9073"/>
                      <a:pt x="13019" y="9073"/>
                      <a:pt x="13019" y="9452"/>
                    </a:cubicBezTo>
                    <a:lnTo>
                      <a:pt x="8386" y="9452"/>
                    </a:lnTo>
                    <a:cubicBezTo>
                      <a:pt x="8359" y="9317"/>
                      <a:pt x="8305" y="9181"/>
                      <a:pt x="8223" y="9073"/>
                    </a:cubicBezTo>
                    <a:close/>
                    <a:moveTo>
                      <a:pt x="2643" y="8910"/>
                    </a:moveTo>
                    <a:cubicBezTo>
                      <a:pt x="2832" y="8910"/>
                      <a:pt x="2995" y="8937"/>
                      <a:pt x="3130" y="9046"/>
                    </a:cubicBezTo>
                    <a:cubicBezTo>
                      <a:pt x="3076" y="9181"/>
                      <a:pt x="3049" y="9317"/>
                      <a:pt x="3049" y="9479"/>
                    </a:cubicBezTo>
                    <a:cubicBezTo>
                      <a:pt x="3049" y="9479"/>
                      <a:pt x="3049" y="9479"/>
                      <a:pt x="3049" y="10238"/>
                    </a:cubicBezTo>
                    <a:lnTo>
                      <a:pt x="1180" y="10238"/>
                    </a:lnTo>
                    <a:lnTo>
                      <a:pt x="1180" y="9777"/>
                    </a:lnTo>
                    <a:cubicBezTo>
                      <a:pt x="1180" y="9290"/>
                      <a:pt x="1559" y="8910"/>
                      <a:pt x="2047" y="8910"/>
                    </a:cubicBezTo>
                    <a:close/>
                    <a:moveTo>
                      <a:pt x="4918" y="8612"/>
                    </a:moveTo>
                    <a:cubicBezTo>
                      <a:pt x="5406" y="8612"/>
                      <a:pt x="5812" y="8992"/>
                      <a:pt x="5812" y="9479"/>
                    </a:cubicBezTo>
                    <a:cubicBezTo>
                      <a:pt x="5812" y="9479"/>
                      <a:pt x="5812" y="9479"/>
                      <a:pt x="5812" y="10238"/>
                    </a:cubicBezTo>
                    <a:lnTo>
                      <a:pt x="3455" y="10238"/>
                    </a:lnTo>
                    <a:lnTo>
                      <a:pt x="3455" y="9479"/>
                    </a:lnTo>
                    <a:cubicBezTo>
                      <a:pt x="3455" y="8992"/>
                      <a:pt x="3862" y="8612"/>
                      <a:pt x="4322" y="8612"/>
                    </a:cubicBezTo>
                    <a:close/>
                    <a:moveTo>
                      <a:pt x="7167" y="8910"/>
                    </a:moveTo>
                    <a:cubicBezTo>
                      <a:pt x="7600" y="8910"/>
                      <a:pt x="7980" y="9235"/>
                      <a:pt x="8007" y="9669"/>
                    </a:cubicBezTo>
                    <a:cubicBezTo>
                      <a:pt x="8034" y="9777"/>
                      <a:pt x="8034" y="10102"/>
                      <a:pt x="8034" y="10238"/>
                    </a:cubicBezTo>
                    <a:lnTo>
                      <a:pt x="6219" y="10238"/>
                    </a:lnTo>
                    <a:cubicBezTo>
                      <a:pt x="6219" y="10238"/>
                      <a:pt x="6219" y="10238"/>
                      <a:pt x="6219" y="9479"/>
                    </a:cubicBezTo>
                    <a:cubicBezTo>
                      <a:pt x="6219" y="9317"/>
                      <a:pt x="6165" y="9154"/>
                      <a:pt x="6110" y="9019"/>
                    </a:cubicBezTo>
                    <a:cubicBezTo>
                      <a:pt x="6246" y="8937"/>
                      <a:pt x="6408" y="8910"/>
                      <a:pt x="6544" y="8910"/>
                    </a:cubicBezTo>
                    <a:close/>
                    <a:moveTo>
                      <a:pt x="9199" y="10346"/>
                    </a:moveTo>
                    <a:cubicBezTo>
                      <a:pt x="9090" y="10346"/>
                      <a:pt x="8982" y="10427"/>
                      <a:pt x="8982" y="10536"/>
                    </a:cubicBezTo>
                    <a:cubicBezTo>
                      <a:pt x="8982" y="10644"/>
                      <a:pt x="9090" y="10752"/>
                      <a:pt x="9199" y="10752"/>
                    </a:cubicBezTo>
                    <a:lnTo>
                      <a:pt x="10174" y="10752"/>
                    </a:lnTo>
                    <a:cubicBezTo>
                      <a:pt x="10282" y="10752"/>
                      <a:pt x="10391" y="10644"/>
                      <a:pt x="10391" y="10536"/>
                    </a:cubicBezTo>
                    <a:cubicBezTo>
                      <a:pt x="10391" y="10427"/>
                      <a:pt x="10282" y="10346"/>
                      <a:pt x="10174" y="10346"/>
                    </a:cubicBezTo>
                    <a:close/>
                    <a:moveTo>
                      <a:pt x="10933" y="10346"/>
                    </a:moveTo>
                    <a:cubicBezTo>
                      <a:pt x="10797" y="10346"/>
                      <a:pt x="10716" y="10427"/>
                      <a:pt x="10716" y="10536"/>
                    </a:cubicBezTo>
                    <a:cubicBezTo>
                      <a:pt x="10716" y="10644"/>
                      <a:pt x="10797" y="10752"/>
                      <a:pt x="10933" y="10752"/>
                    </a:cubicBezTo>
                    <a:lnTo>
                      <a:pt x="12531" y="10752"/>
                    </a:lnTo>
                    <a:cubicBezTo>
                      <a:pt x="12639" y="10752"/>
                      <a:pt x="12748" y="10644"/>
                      <a:pt x="12748" y="10536"/>
                    </a:cubicBezTo>
                    <a:cubicBezTo>
                      <a:pt x="12748" y="10427"/>
                      <a:pt x="12639" y="10346"/>
                      <a:pt x="12531" y="10346"/>
                    </a:cubicBezTo>
                    <a:close/>
                    <a:moveTo>
                      <a:pt x="9551" y="11348"/>
                    </a:moveTo>
                    <a:cubicBezTo>
                      <a:pt x="9443" y="11348"/>
                      <a:pt x="9334" y="11457"/>
                      <a:pt x="9334" y="11565"/>
                    </a:cubicBezTo>
                    <a:cubicBezTo>
                      <a:pt x="9334" y="11674"/>
                      <a:pt x="9443" y="11755"/>
                      <a:pt x="9551" y="11755"/>
                    </a:cubicBezTo>
                    <a:lnTo>
                      <a:pt x="10526" y="11755"/>
                    </a:lnTo>
                    <a:cubicBezTo>
                      <a:pt x="10662" y="11755"/>
                      <a:pt x="10743" y="11674"/>
                      <a:pt x="10743" y="11565"/>
                    </a:cubicBezTo>
                    <a:cubicBezTo>
                      <a:pt x="10743" y="11457"/>
                      <a:pt x="10662" y="11348"/>
                      <a:pt x="10526" y="11348"/>
                    </a:cubicBezTo>
                    <a:close/>
                    <a:moveTo>
                      <a:pt x="11339" y="11348"/>
                    </a:moveTo>
                    <a:cubicBezTo>
                      <a:pt x="11231" y="11348"/>
                      <a:pt x="11149" y="11457"/>
                      <a:pt x="11149" y="11565"/>
                    </a:cubicBezTo>
                    <a:cubicBezTo>
                      <a:pt x="11149" y="11674"/>
                      <a:pt x="11231" y="11755"/>
                      <a:pt x="11339" y="11755"/>
                    </a:cubicBezTo>
                    <a:lnTo>
                      <a:pt x="12964" y="11755"/>
                    </a:lnTo>
                    <a:cubicBezTo>
                      <a:pt x="13073" y="11755"/>
                      <a:pt x="13154" y="11674"/>
                      <a:pt x="13154" y="11565"/>
                    </a:cubicBezTo>
                    <a:cubicBezTo>
                      <a:pt x="13154" y="11457"/>
                      <a:pt x="13073" y="11348"/>
                      <a:pt x="12964" y="11348"/>
                    </a:cubicBezTo>
                    <a:close/>
                    <a:moveTo>
                      <a:pt x="8223" y="10644"/>
                    </a:moveTo>
                    <a:lnTo>
                      <a:pt x="8792" y="12676"/>
                    </a:lnTo>
                    <a:lnTo>
                      <a:pt x="475" y="12676"/>
                    </a:lnTo>
                    <a:cubicBezTo>
                      <a:pt x="475" y="12676"/>
                      <a:pt x="475" y="12676"/>
                      <a:pt x="1044" y="10644"/>
                    </a:cubicBezTo>
                    <a:close/>
                    <a:moveTo>
                      <a:pt x="9903" y="12324"/>
                    </a:moveTo>
                    <a:cubicBezTo>
                      <a:pt x="9795" y="12324"/>
                      <a:pt x="9713" y="12432"/>
                      <a:pt x="9713" y="12540"/>
                    </a:cubicBezTo>
                    <a:cubicBezTo>
                      <a:pt x="9713" y="12649"/>
                      <a:pt x="9795" y="12730"/>
                      <a:pt x="9903" y="12730"/>
                    </a:cubicBezTo>
                    <a:lnTo>
                      <a:pt x="10905" y="12730"/>
                    </a:lnTo>
                    <a:cubicBezTo>
                      <a:pt x="11014" y="12730"/>
                      <a:pt x="11095" y="12649"/>
                      <a:pt x="11095" y="12540"/>
                    </a:cubicBezTo>
                    <a:cubicBezTo>
                      <a:pt x="11095" y="12432"/>
                      <a:pt x="11014" y="12324"/>
                      <a:pt x="10905" y="12324"/>
                    </a:cubicBezTo>
                    <a:close/>
                    <a:moveTo>
                      <a:pt x="11691" y="12324"/>
                    </a:moveTo>
                    <a:cubicBezTo>
                      <a:pt x="11583" y="12324"/>
                      <a:pt x="11501" y="12432"/>
                      <a:pt x="11501" y="12540"/>
                    </a:cubicBezTo>
                    <a:cubicBezTo>
                      <a:pt x="11501" y="12649"/>
                      <a:pt x="11583" y="12730"/>
                      <a:pt x="11691" y="12730"/>
                    </a:cubicBezTo>
                    <a:lnTo>
                      <a:pt x="13317" y="12730"/>
                    </a:lnTo>
                    <a:cubicBezTo>
                      <a:pt x="13425" y="12730"/>
                      <a:pt x="13506" y="12649"/>
                      <a:pt x="13506" y="12540"/>
                    </a:cubicBezTo>
                    <a:cubicBezTo>
                      <a:pt x="13506" y="12432"/>
                      <a:pt x="13425" y="12324"/>
                      <a:pt x="13317" y="12324"/>
                    </a:cubicBezTo>
                    <a:close/>
                    <a:moveTo>
                      <a:pt x="8616" y="0"/>
                    </a:moveTo>
                    <a:cubicBezTo>
                      <a:pt x="8573" y="0"/>
                      <a:pt x="8531" y="15"/>
                      <a:pt x="8494" y="51"/>
                    </a:cubicBezTo>
                    <a:cubicBezTo>
                      <a:pt x="8494" y="51"/>
                      <a:pt x="8494" y="51"/>
                      <a:pt x="4566" y="3329"/>
                    </a:cubicBezTo>
                    <a:lnTo>
                      <a:pt x="4051" y="3329"/>
                    </a:lnTo>
                    <a:cubicBezTo>
                      <a:pt x="3943" y="3329"/>
                      <a:pt x="3835" y="3438"/>
                      <a:pt x="3835" y="3546"/>
                    </a:cubicBezTo>
                    <a:cubicBezTo>
                      <a:pt x="3835" y="3546"/>
                      <a:pt x="3835" y="3546"/>
                      <a:pt x="3835" y="4332"/>
                    </a:cubicBezTo>
                    <a:cubicBezTo>
                      <a:pt x="3835" y="4440"/>
                      <a:pt x="3943" y="4521"/>
                      <a:pt x="4051" y="4521"/>
                    </a:cubicBezTo>
                    <a:lnTo>
                      <a:pt x="4810" y="4521"/>
                    </a:lnTo>
                    <a:cubicBezTo>
                      <a:pt x="4810" y="4521"/>
                      <a:pt x="4810" y="4521"/>
                      <a:pt x="4810" y="5063"/>
                    </a:cubicBezTo>
                    <a:cubicBezTo>
                      <a:pt x="4810" y="5172"/>
                      <a:pt x="4891" y="5280"/>
                      <a:pt x="5027" y="5280"/>
                    </a:cubicBezTo>
                    <a:lnTo>
                      <a:pt x="5108" y="5280"/>
                    </a:lnTo>
                    <a:cubicBezTo>
                      <a:pt x="5108" y="5280"/>
                      <a:pt x="5108" y="5280"/>
                      <a:pt x="5108" y="6770"/>
                    </a:cubicBezTo>
                    <a:cubicBezTo>
                      <a:pt x="4956" y="6672"/>
                      <a:pt x="4786" y="6627"/>
                      <a:pt x="4618" y="6627"/>
                    </a:cubicBezTo>
                    <a:cubicBezTo>
                      <a:pt x="4367" y="6627"/>
                      <a:pt x="4121" y="6727"/>
                      <a:pt x="3943" y="6905"/>
                    </a:cubicBezTo>
                    <a:cubicBezTo>
                      <a:pt x="3564" y="7285"/>
                      <a:pt x="3537" y="7881"/>
                      <a:pt x="3916" y="8287"/>
                    </a:cubicBezTo>
                    <a:cubicBezTo>
                      <a:pt x="3672" y="8368"/>
                      <a:pt x="3483" y="8504"/>
                      <a:pt x="3320" y="8694"/>
                    </a:cubicBezTo>
                    <a:cubicBezTo>
                      <a:pt x="3239" y="8639"/>
                      <a:pt x="3157" y="8585"/>
                      <a:pt x="3076" y="8558"/>
                    </a:cubicBezTo>
                    <a:cubicBezTo>
                      <a:pt x="3428" y="8179"/>
                      <a:pt x="3401" y="7583"/>
                      <a:pt x="3049" y="7203"/>
                    </a:cubicBezTo>
                    <a:cubicBezTo>
                      <a:pt x="2859" y="7014"/>
                      <a:pt x="2609" y="6919"/>
                      <a:pt x="2355" y="6919"/>
                    </a:cubicBezTo>
                    <a:cubicBezTo>
                      <a:pt x="2101" y="6919"/>
                      <a:pt x="1844" y="7014"/>
                      <a:pt x="1640" y="7203"/>
                    </a:cubicBezTo>
                    <a:cubicBezTo>
                      <a:pt x="1288" y="7583"/>
                      <a:pt x="1261" y="8179"/>
                      <a:pt x="1613" y="8558"/>
                    </a:cubicBezTo>
                    <a:cubicBezTo>
                      <a:pt x="1126" y="8748"/>
                      <a:pt x="773" y="9208"/>
                      <a:pt x="773" y="9777"/>
                    </a:cubicBezTo>
                    <a:cubicBezTo>
                      <a:pt x="773" y="9777"/>
                      <a:pt x="773" y="9777"/>
                      <a:pt x="773" y="10265"/>
                    </a:cubicBezTo>
                    <a:cubicBezTo>
                      <a:pt x="719" y="10292"/>
                      <a:pt x="692" y="10346"/>
                      <a:pt x="692" y="10373"/>
                    </a:cubicBezTo>
                    <a:cubicBezTo>
                      <a:pt x="692" y="10373"/>
                      <a:pt x="692" y="10373"/>
                      <a:pt x="15" y="12811"/>
                    </a:cubicBezTo>
                    <a:cubicBezTo>
                      <a:pt x="-39" y="12974"/>
                      <a:pt x="69" y="13109"/>
                      <a:pt x="205" y="13109"/>
                    </a:cubicBezTo>
                    <a:lnTo>
                      <a:pt x="9063" y="13109"/>
                    </a:lnTo>
                    <a:cubicBezTo>
                      <a:pt x="9199" y="13082"/>
                      <a:pt x="9280" y="12974"/>
                      <a:pt x="9253" y="12838"/>
                    </a:cubicBezTo>
                    <a:cubicBezTo>
                      <a:pt x="9253" y="12838"/>
                      <a:pt x="9253" y="12838"/>
                      <a:pt x="8576" y="10400"/>
                    </a:cubicBezTo>
                    <a:cubicBezTo>
                      <a:pt x="8549" y="10319"/>
                      <a:pt x="8494" y="10265"/>
                      <a:pt x="8440" y="10238"/>
                    </a:cubicBezTo>
                    <a:lnTo>
                      <a:pt x="8440" y="9858"/>
                    </a:lnTo>
                    <a:lnTo>
                      <a:pt x="13208" y="9858"/>
                    </a:lnTo>
                    <a:cubicBezTo>
                      <a:pt x="13317" y="9858"/>
                      <a:pt x="13425" y="9777"/>
                      <a:pt x="13425" y="9669"/>
                    </a:cubicBezTo>
                    <a:cubicBezTo>
                      <a:pt x="13425" y="9669"/>
                      <a:pt x="13425" y="9669"/>
                      <a:pt x="13425" y="8883"/>
                    </a:cubicBezTo>
                    <a:cubicBezTo>
                      <a:pt x="13425" y="8775"/>
                      <a:pt x="13317" y="8666"/>
                      <a:pt x="13208" y="8666"/>
                    </a:cubicBezTo>
                    <a:lnTo>
                      <a:pt x="12450" y="8666"/>
                    </a:lnTo>
                    <a:cubicBezTo>
                      <a:pt x="12450" y="8666"/>
                      <a:pt x="12450" y="8666"/>
                      <a:pt x="12450" y="8097"/>
                    </a:cubicBezTo>
                    <a:cubicBezTo>
                      <a:pt x="12450" y="7962"/>
                      <a:pt x="12368" y="7881"/>
                      <a:pt x="12260" y="7881"/>
                    </a:cubicBezTo>
                    <a:lnTo>
                      <a:pt x="12152" y="7881"/>
                    </a:lnTo>
                    <a:cubicBezTo>
                      <a:pt x="12152" y="7881"/>
                      <a:pt x="12152" y="7881"/>
                      <a:pt x="12152" y="5280"/>
                    </a:cubicBezTo>
                    <a:lnTo>
                      <a:pt x="12260" y="5280"/>
                    </a:lnTo>
                    <a:cubicBezTo>
                      <a:pt x="12368" y="5280"/>
                      <a:pt x="12450" y="5172"/>
                      <a:pt x="12450" y="5063"/>
                    </a:cubicBezTo>
                    <a:cubicBezTo>
                      <a:pt x="12450" y="5063"/>
                      <a:pt x="12450" y="5063"/>
                      <a:pt x="12450" y="4521"/>
                    </a:cubicBezTo>
                    <a:lnTo>
                      <a:pt x="13208" y="4521"/>
                    </a:lnTo>
                    <a:cubicBezTo>
                      <a:pt x="13317" y="4521"/>
                      <a:pt x="13425" y="4440"/>
                      <a:pt x="13425" y="4332"/>
                    </a:cubicBezTo>
                    <a:cubicBezTo>
                      <a:pt x="13425" y="4332"/>
                      <a:pt x="13425" y="4332"/>
                      <a:pt x="13425" y="3546"/>
                    </a:cubicBezTo>
                    <a:cubicBezTo>
                      <a:pt x="13425" y="3438"/>
                      <a:pt x="13317" y="3329"/>
                      <a:pt x="13208" y="3329"/>
                    </a:cubicBezTo>
                    <a:lnTo>
                      <a:pt x="12693" y="3329"/>
                    </a:lnTo>
                    <a:cubicBezTo>
                      <a:pt x="12693" y="3329"/>
                      <a:pt x="12693" y="3329"/>
                      <a:pt x="8765" y="51"/>
                    </a:cubicBezTo>
                    <a:cubicBezTo>
                      <a:pt x="8721" y="22"/>
                      <a:pt x="8668" y="0"/>
                      <a:pt x="8616"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70" name="Google Shape;770;p50"/>
            <p:cNvSpPr txBox="1"/>
            <p:nvPr/>
          </p:nvSpPr>
          <p:spPr>
            <a:xfrm>
              <a:off x="5162750" y="1182963"/>
              <a:ext cx="1156800" cy="41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Public Sector</a:t>
              </a:r>
              <a:endParaRPr b="1" sz="800">
                <a:solidFill>
                  <a:srgbClr val="3C3C3A"/>
                </a:solidFill>
                <a:latin typeface="Montserrat"/>
                <a:ea typeface="Montserrat"/>
                <a:cs typeface="Montserrat"/>
                <a:sym typeface="Montserrat"/>
              </a:endParaRPr>
            </a:p>
          </p:txBody>
        </p:sp>
      </p:grpSp>
      <p:grpSp>
        <p:nvGrpSpPr>
          <p:cNvPr id="771" name="Google Shape;771;p50"/>
          <p:cNvGrpSpPr/>
          <p:nvPr/>
        </p:nvGrpSpPr>
        <p:grpSpPr>
          <a:xfrm>
            <a:off x="6569573" y="1673100"/>
            <a:ext cx="1948252" cy="413863"/>
            <a:chOff x="4681798" y="1710113"/>
            <a:chExt cx="1948252" cy="413863"/>
          </a:xfrm>
        </p:grpSpPr>
        <p:grpSp>
          <p:nvGrpSpPr>
            <p:cNvPr id="772" name="Google Shape;772;p50"/>
            <p:cNvGrpSpPr/>
            <p:nvPr/>
          </p:nvGrpSpPr>
          <p:grpSpPr>
            <a:xfrm>
              <a:off x="4681798" y="1719087"/>
              <a:ext cx="404866" cy="404889"/>
              <a:chOff x="3600025" y="4547625"/>
              <a:chExt cx="433475" cy="433500"/>
            </a:xfrm>
          </p:grpSpPr>
          <p:sp>
            <p:nvSpPr>
              <p:cNvPr id="773" name="Google Shape;773;p50"/>
              <p:cNvSpPr/>
              <p:nvPr/>
            </p:nvSpPr>
            <p:spPr>
              <a:xfrm>
                <a:off x="3600025" y="4547625"/>
                <a:ext cx="433475" cy="433500"/>
              </a:xfrm>
              <a:custGeom>
                <a:rect b="b" l="l" r="r" t="t"/>
                <a:pathLst>
                  <a:path extrusionOk="0" fill="none" h="17340" w="17339">
                    <a:moveTo>
                      <a:pt x="17339" y="8670"/>
                    </a:moveTo>
                    <a:cubicBezTo>
                      <a:pt x="17339" y="13465"/>
                      <a:pt x="13465" y="17339"/>
                      <a:pt x="8669" y="17339"/>
                    </a:cubicBezTo>
                    <a:cubicBezTo>
                      <a:pt x="3901" y="17339"/>
                      <a:pt x="0" y="13465"/>
                      <a:pt x="0" y="8670"/>
                    </a:cubicBezTo>
                    <a:cubicBezTo>
                      <a:pt x="0" y="3875"/>
                      <a:pt x="3901" y="1"/>
                      <a:pt x="8669" y="1"/>
                    </a:cubicBezTo>
                    <a:cubicBezTo>
                      <a:pt x="13465"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74" name="Google Shape;774;p50"/>
              <p:cNvSpPr/>
              <p:nvPr/>
            </p:nvSpPr>
            <p:spPr>
              <a:xfrm>
                <a:off x="3653525" y="4620775"/>
                <a:ext cx="326475" cy="314300"/>
              </a:xfrm>
              <a:custGeom>
                <a:rect b="b" l="l" r="r" t="t"/>
                <a:pathLst>
                  <a:path extrusionOk="0" h="12572" w="13059">
                    <a:moveTo>
                      <a:pt x="2872" y="434"/>
                    </a:moveTo>
                    <a:cubicBezTo>
                      <a:pt x="2872" y="434"/>
                      <a:pt x="2872" y="434"/>
                      <a:pt x="2303" y="2574"/>
                    </a:cubicBezTo>
                    <a:lnTo>
                      <a:pt x="542" y="2574"/>
                    </a:lnTo>
                    <a:lnTo>
                      <a:pt x="1328" y="759"/>
                    </a:lnTo>
                    <a:cubicBezTo>
                      <a:pt x="1409" y="543"/>
                      <a:pt x="1572" y="434"/>
                      <a:pt x="1761" y="434"/>
                    </a:cubicBezTo>
                    <a:close/>
                    <a:moveTo>
                      <a:pt x="4687" y="434"/>
                    </a:moveTo>
                    <a:cubicBezTo>
                      <a:pt x="4687" y="434"/>
                      <a:pt x="4687" y="434"/>
                      <a:pt x="4498" y="2574"/>
                    </a:cubicBezTo>
                    <a:lnTo>
                      <a:pt x="2737" y="2574"/>
                    </a:lnTo>
                    <a:cubicBezTo>
                      <a:pt x="2737" y="2574"/>
                      <a:pt x="2737" y="2574"/>
                      <a:pt x="3333" y="434"/>
                    </a:cubicBezTo>
                    <a:close/>
                    <a:moveTo>
                      <a:pt x="6502" y="434"/>
                    </a:moveTo>
                    <a:lnTo>
                      <a:pt x="6665" y="2574"/>
                    </a:lnTo>
                    <a:lnTo>
                      <a:pt x="4931" y="2574"/>
                    </a:lnTo>
                    <a:cubicBezTo>
                      <a:pt x="4931" y="2574"/>
                      <a:pt x="4931" y="2574"/>
                      <a:pt x="5121" y="434"/>
                    </a:cubicBezTo>
                    <a:close/>
                    <a:moveTo>
                      <a:pt x="8290" y="434"/>
                    </a:moveTo>
                    <a:cubicBezTo>
                      <a:pt x="8290" y="434"/>
                      <a:pt x="8290" y="434"/>
                      <a:pt x="8859" y="2574"/>
                    </a:cubicBezTo>
                    <a:lnTo>
                      <a:pt x="7098" y="2574"/>
                    </a:lnTo>
                    <a:cubicBezTo>
                      <a:pt x="7098" y="2574"/>
                      <a:pt x="7098" y="2574"/>
                      <a:pt x="6909" y="434"/>
                    </a:cubicBezTo>
                    <a:close/>
                    <a:moveTo>
                      <a:pt x="9807" y="434"/>
                    </a:moveTo>
                    <a:cubicBezTo>
                      <a:pt x="10051" y="434"/>
                      <a:pt x="10187" y="651"/>
                      <a:pt x="10241" y="759"/>
                    </a:cubicBezTo>
                    <a:cubicBezTo>
                      <a:pt x="10241" y="759"/>
                      <a:pt x="10241" y="759"/>
                      <a:pt x="11054" y="2574"/>
                    </a:cubicBezTo>
                    <a:lnTo>
                      <a:pt x="9293" y="2574"/>
                    </a:lnTo>
                    <a:cubicBezTo>
                      <a:pt x="9293" y="2574"/>
                      <a:pt x="9293" y="2574"/>
                      <a:pt x="8724" y="434"/>
                    </a:cubicBezTo>
                    <a:close/>
                    <a:moveTo>
                      <a:pt x="2249" y="2981"/>
                    </a:moveTo>
                    <a:cubicBezTo>
                      <a:pt x="2249" y="2981"/>
                      <a:pt x="2249" y="2981"/>
                      <a:pt x="2249" y="3441"/>
                    </a:cubicBezTo>
                    <a:cubicBezTo>
                      <a:pt x="2249" y="3956"/>
                      <a:pt x="1843" y="4362"/>
                      <a:pt x="1328" y="4362"/>
                    </a:cubicBezTo>
                    <a:cubicBezTo>
                      <a:pt x="840" y="4362"/>
                      <a:pt x="434" y="3956"/>
                      <a:pt x="434" y="3441"/>
                    </a:cubicBezTo>
                    <a:cubicBezTo>
                      <a:pt x="434" y="3441"/>
                      <a:pt x="434" y="3441"/>
                      <a:pt x="434" y="2981"/>
                    </a:cubicBezTo>
                    <a:close/>
                    <a:moveTo>
                      <a:pt x="4471" y="2981"/>
                    </a:moveTo>
                    <a:cubicBezTo>
                      <a:pt x="4471" y="2981"/>
                      <a:pt x="4471" y="2981"/>
                      <a:pt x="4471" y="3441"/>
                    </a:cubicBezTo>
                    <a:cubicBezTo>
                      <a:pt x="4471" y="3956"/>
                      <a:pt x="4064" y="4362"/>
                      <a:pt x="3577" y="4362"/>
                    </a:cubicBezTo>
                    <a:cubicBezTo>
                      <a:pt x="3062" y="4362"/>
                      <a:pt x="2655" y="3956"/>
                      <a:pt x="2655" y="3441"/>
                    </a:cubicBezTo>
                    <a:lnTo>
                      <a:pt x="2655" y="2981"/>
                    </a:lnTo>
                    <a:close/>
                    <a:moveTo>
                      <a:pt x="6692" y="2981"/>
                    </a:moveTo>
                    <a:cubicBezTo>
                      <a:pt x="6692" y="2981"/>
                      <a:pt x="6692" y="2981"/>
                      <a:pt x="6692" y="3441"/>
                    </a:cubicBezTo>
                    <a:cubicBezTo>
                      <a:pt x="6692" y="3956"/>
                      <a:pt x="6286" y="4362"/>
                      <a:pt x="5798" y="4362"/>
                    </a:cubicBezTo>
                    <a:cubicBezTo>
                      <a:pt x="5310" y="4362"/>
                      <a:pt x="4904" y="3956"/>
                      <a:pt x="4904" y="3441"/>
                    </a:cubicBezTo>
                    <a:lnTo>
                      <a:pt x="4904" y="2981"/>
                    </a:lnTo>
                    <a:close/>
                    <a:moveTo>
                      <a:pt x="8941" y="2981"/>
                    </a:moveTo>
                    <a:lnTo>
                      <a:pt x="8941" y="3441"/>
                    </a:lnTo>
                    <a:cubicBezTo>
                      <a:pt x="8941" y="3956"/>
                      <a:pt x="8534" y="4362"/>
                      <a:pt x="8019" y="4362"/>
                    </a:cubicBezTo>
                    <a:cubicBezTo>
                      <a:pt x="7532" y="4362"/>
                      <a:pt x="7125" y="3956"/>
                      <a:pt x="7125" y="3441"/>
                    </a:cubicBezTo>
                    <a:cubicBezTo>
                      <a:pt x="7125" y="3441"/>
                      <a:pt x="7125" y="3441"/>
                      <a:pt x="7125" y="2981"/>
                    </a:cubicBezTo>
                    <a:close/>
                    <a:moveTo>
                      <a:pt x="11162" y="2981"/>
                    </a:moveTo>
                    <a:cubicBezTo>
                      <a:pt x="11162" y="2981"/>
                      <a:pt x="11162" y="2981"/>
                      <a:pt x="11162" y="3441"/>
                    </a:cubicBezTo>
                    <a:cubicBezTo>
                      <a:pt x="11162" y="3956"/>
                      <a:pt x="10756" y="4362"/>
                      <a:pt x="10268" y="4362"/>
                    </a:cubicBezTo>
                    <a:cubicBezTo>
                      <a:pt x="9780" y="4362"/>
                      <a:pt x="9374" y="3956"/>
                      <a:pt x="9374" y="3441"/>
                    </a:cubicBezTo>
                    <a:cubicBezTo>
                      <a:pt x="9374" y="3441"/>
                      <a:pt x="9374" y="3441"/>
                      <a:pt x="9374" y="2981"/>
                    </a:cubicBezTo>
                    <a:close/>
                    <a:moveTo>
                      <a:pt x="9157" y="6096"/>
                    </a:moveTo>
                    <a:cubicBezTo>
                      <a:pt x="9157" y="6096"/>
                      <a:pt x="9157" y="6096"/>
                      <a:pt x="9157" y="7017"/>
                    </a:cubicBezTo>
                    <a:cubicBezTo>
                      <a:pt x="8643" y="7234"/>
                      <a:pt x="8182" y="7586"/>
                      <a:pt x="7857" y="8020"/>
                    </a:cubicBezTo>
                    <a:lnTo>
                      <a:pt x="6123" y="8020"/>
                    </a:lnTo>
                    <a:cubicBezTo>
                      <a:pt x="6123" y="8020"/>
                      <a:pt x="6123" y="8020"/>
                      <a:pt x="6123" y="6096"/>
                    </a:cubicBezTo>
                    <a:close/>
                    <a:moveTo>
                      <a:pt x="9157" y="4173"/>
                    </a:moveTo>
                    <a:cubicBezTo>
                      <a:pt x="9374" y="4525"/>
                      <a:pt x="9780" y="4769"/>
                      <a:pt x="10214" y="4769"/>
                    </a:cubicBezTo>
                    <a:cubicBezTo>
                      <a:pt x="10214" y="4769"/>
                      <a:pt x="10214" y="4769"/>
                      <a:pt x="10214" y="6828"/>
                    </a:cubicBezTo>
                    <a:lnTo>
                      <a:pt x="10187" y="6828"/>
                    </a:lnTo>
                    <a:cubicBezTo>
                      <a:pt x="9997" y="6828"/>
                      <a:pt x="9780" y="6855"/>
                      <a:pt x="9591" y="6882"/>
                    </a:cubicBezTo>
                    <a:cubicBezTo>
                      <a:pt x="9591" y="6882"/>
                      <a:pt x="9591" y="6882"/>
                      <a:pt x="9591" y="6042"/>
                    </a:cubicBezTo>
                    <a:cubicBezTo>
                      <a:pt x="9591" y="5825"/>
                      <a:pt x="9428" y="5663"/>
                      <a:pt x="9211" y="5663"/>
                    </a:cubicBezTo>
                    <a:lnTo>
                      <a:pt x="6069" y="5663"/>
                    </a:lnTo>
                    <a:cubicBezTo>
                      <a:pt x="5879" y="5663"/>
                      <a:pt x="5690" y="5825"/>
                      <a:pt x="5690" y="6042"/>
                    </a:cubicBezTo>
                    <a:cubicBezTo>
                      <a:pt x="5690" y="6042"/>
                      <a:pt x="5690" y="6042"/>
                      <a:pt x="5690" y="8074"/>
                    </a:cubicBezTo>
                    <a:cubicBezTo>
                      <a:pt x="5690" y="8291"/>
                      <a:pt x="5879" y="8453"/>
                      <a:pt x="6069" y="8453"/>
                    </a:cubicBezTo>
                    <a:lnTo>
                      <a:pt x="7613" y="8453"/>
                    </a:lnTo>
                    <a:cubicBezTo>
                      <a:pt x="7505" y="8697"/>
                      <a:pt x="7423" y="8941"/>
                      <a:pt x="7369" y="9212"/>
                    </a:cubicBezTo>
                    <a:lnTo>
                      <a:pt x="5067" y="9212"/>
                    </a:lnTo>
                    <a:cubicBezTo>
                      <a:pt x="5067" y="9212"/>
                      <a:pt x="5067" y="9212"/>
                      <a:pt x="5067" y="6042"/>
                    </a:cubicBezTo>
                    <a:cubicBezTo>
                      <a:pt x="5067" y="5825"/>
                      <a:pt x="4904" y="5663"/>
                      <a:pt x="4687" y="5663"/>
                    </a:cubicBezTo>
                    <a:lnTo>
                      <a:pt x="2547" y="5663"/>
                    </a:lnTo>
                    <a:cubicBezTo>
                      <a:pt x="2357" y="5663"/>
                      <a:pt x="2168" y="5825"/>
                      <a:pt x="2168" y="6042"/>
                    </a:cubicBezTo>
                    <a:cubicBezTo>
                      <a:pt x="2168" y="6042"/>
                      <a:pt x="2168" y="6042"/>
                      <a:pt x="2168" y="9212"/>
                    </a:cubicBezTo>
                    <a:lnTo>
                      <a:pt x="1328" y="9212"/>
                    </a:lnTo>
                    <a:cubicBezTo>
                      <a:pt x="1328" y="9212"/>
                      <a:pt x="1328" y="9212"/>
                      <a:pt x="1328" y="4769"/>
                    </a:cubicBezTo>
                    <a:cubicBezTo>
                      <a:pt x="1816" y="4769"/>
                      <a:pt x="2222" y="4525"/>
                      <a:pt x="2466" y="4173"/>
                    </a:cubicBezTo>
                    <a:cubicBezTo>
                      <a:pt x="2683" y="4525"/>
                      <a:pt x="3116" y="4769"/>
                      <a:pt x="3577" y="4769"/>
                    </a:cubicBezTo>
                    <a:cubicBezTo>
                      <a:pt x="4037" y="4769"/>
                      <a:pt x="4443" y="4525"/>
                      <a:pt x="4687" y="4173"/>
                    </a:cubicBezTo>
                    <a:cubicBezTo>
                      <a:pt x="4931" y="4525"/>
                      <a:pt x="5337" y="4769"/>
                      <a:pt x="5798" y="4769"/>
                    </a:cubicBezTo>
                    <a:cubicBezTo>
                      <a:pt x="6259" y="4769"/>
                      <a:pt x="6692" y="4525"/>
                      <a:pt x="6909" y="4173"/>
                    </a:cubicBezTo>
                    <a:cubicBezTo>
                      <a:pt x="7153" y="4525"/>
                      <a:pt x="7559" y="4769"/>
                      <a:pt x="8019" y="4769"/>
                    </a:cubicBezTo>
                    <a:cubicBezTo>
                      <a:pt x="8507" y="4769"/>
                      <a:pt x="8913" y="4525"/>
                      <a:pt x="9157" y="4173"/>
                    </a:cubicBezTo>
                    <a:close/>
                    <a:moveTo>
                      <a:pt x="10214" y="9103"/>
                    </a:moveTo>
                    <a:cubicBezTo>
                      <a:pt x="10078" y="9103"/>
                      <a:pt x="9997" y="9185"/>
                      <a:pt x="9997" y="9320"/>
                    </a:cubicBezTo>
                    <a:cubicBezTo>
                      <a:pt x="9997" y="9699"/>
                      <a:pt x="9997" y="9699"/>
                      <a:pt x="9997" y="9699"/>
                    </a:cubicBezTo>
                    <a:cubicBezTo>
                      <a:pt x="9997" y="9835"/>
                      <a:pt x="10078" y="9916"/>
                      <a:pt x="10214" y="9916"/>
                    </a:cubicBezTo>
                    <a:cubicBezTo>
                      <a:pt x="10322" y="9916"/>
                      <a:pt x="10431" y="9835"/>
                      <a:pt x="10431" y="9699"/>
                    </a:cubicBezTo>
                    <a:cubicBezTo>
                      <a:pt x="10431" y="9320"/>
                      <a:pt x="10431" y="9320"/>
                      <a:pt x="10431" y="9320"/>
                    </a:cubicBezTo>
                    <a:cubicBezTo>
                      <a:pt x="10431" y="9185"/>
                      <a:pt x="10322" y="9103"/>
                      <a:pt x="10214" y="9103"/>
                    </a:cubicBezTo>
                    <a:close/>
                    <a:moveTo>
                      <a:pt x="10864" y="9103"/>
                    </a:moveTo>
                    <a:cubicBezTo>
                      <a:pt x="10729" y="9103"/>
                      <a:pt x="10647" y="9185"/>
                      <a:pt x="10647" y="9320"/>
                    </a:cubicBezTo>
                    <a:cubicBezTo>
                      <a:pt x="10647" y="9699"/>
                      <a:pt x="10647" y="9699"/>
                      <a:pt x="10647" y="9699"/>
                    </a:cubicBezTo>
                    <a:cubicBezTo>
                      <a:pt x="10647" y="9835"/>
                      <a:pt x="10729" y="9916"/>
                      <a:pt x="10864" y="9916"/>
                    </a:cubicBezTo>
                    <a:cubicBezTo>
                      <a:pt x="10972" y="9916"/>
                      <a:pt x="11081" y="9835"/>
                      <a:pt x="11081" y="9699"/>
                    </a:cubicBezTo>
                    <a:cubicBezTo>
                      <a:pt x="11081" y="9320"/>
                      <a:pt x="11081" y="9320"/>
                      <a:pt x="11081" y="9320"/>
                    </a:cubicBezTo>
                    <a:cubicBezTo>
                      <a:pt x="11081" y="9185"/>
                      <a:pt x="10972" y="9103"/>
                      <a:pt x="10864" y="9103"/>
                    </a:cubicBezTo>
                    <a:close/>
                    <a:moveTo>
                      <a:pt x="11514" y="8995"/>
                    </a:moveTo>
                    <a:lnTo>
                      <a:pt x="11270" y="9970"/>
                    </a:lnTo>
                    <a:cubicBezTo>
                      <a:pt x="11243" y="9997"/>
                      <a:pt x="11243" y="10025"/>
                      <a:pt x="11189" y="10025"/>
                    </a:cubicBezTo>
                    <a:lnTo>
                      <a:pt x="9807" y="10025"/>
                    </a:lnTo>
                    <a:cubicBezTo>
                      <a:pt x="9807" y="10025"/>
                      <a:pt x="9807" y="10025"/>
                      <a:pt x="9537" y="8995"/>
                    </a:cubicBezTo>
                    <a:close/>
                    <a:moveTo>
                      <a:pt x="2168" y="9645"/>
                    </a:moveTo>
                    <a:cubicBezTo>
                      <a:pt x="2168" y="9645"/>
                      <a:pt x="2168" y="9645"/>
                      <a:pt x="2168" y="10648"/>
                    </a:cubicBezTo>
                    <a:lnTo>
                      <a:pt x="1734" y="10648"/>
                    </a:lnTo>
                    <a:cubicBezTo>
                      <a:pt x="1518" y="10648"/>
                      <a:pt x="1328" y="10458"/>
                      <a:pt x="1328" y="10241"/>
                    </a:cubicBezTo>
                    <a:cubicBezTo>
                      <a:pt x="1328" y="10241"/>
                      <a:pt x="1328" y="10241"/>
                      <a:pt x="1328" y="9645"/>
                    </a:cubicBezTo>
                    <a:close/>
                    <a:moveTo>
                      <a:pt x="4633" y="6096"/>
                    </a:moveTo>
                    <a:lnTo>
                      <a:pt x="4633" y="10648"/>
                    </a:lnTo>
                    <a:lnTo>
                      <a:pt x="2601" y="10648"/>
                    </a:lnTo>
                    <a:cubicBezTo>
                      <a:pt x="2601" y="10648"/>
                      <a:pt x="2601" y="10648"/>
                      <a:pt x="2601" y="6096"/>
                    </a:cubicBezTo>
                    <a:close/>
                    <a:moveTo>
                      <a:pt x="7315" y="9645"/>
                    </a:moveTo>
                    <a:cubicBezTo>
                      <a:pt x="7315" y="9645"/>
                      <a:pt x="7315" y="9672"/>
                      <a:pt x="7315" y="9699"/>
                    </a:cubicBezTo>
                    <a:cubicBezTo>
                      <a:pt x="7315" y="10025"/>
                      <a:pt x="7396" y="10350"/>
                      <a:pt x="7478" y="10648"/>
                    </a:cubicBezTo>
                    <a:lnTo>
                      <a:pt x="5067" y="10648"/>
                    </a:lnTo>
                    <a:cubicBezTo>
                      <a:pt x="5067" y="10648"/>
                      <a:pt x="5067" y="10648"/>
                      <a:pt x="5067" y="9645"/>
                    </a:cubicBezTo>
                    <a:close/>
                    <a:moveTo>
                      <a:pt x="8615" y="8155"/>
                    </a:moveTo>
                    <a:cubicBezTo>
                      <a:pt x="8480" y="8155"/>
                      <a:pt x="8399" y="8264"/>
                      <a:pt x="8399" y="8372"/>
                    </a:cubicBezTo>
                    <a:cubicBezTo>
                      <a:pt x="8399" y="8480"/>
                      <a:pt x="8480" y="8589"/>
                      <a:pt x="8615" y="8589"/>
                    </a:cubicBezTo>
                    <a:lnTo>
                      <a:pt x="8995" y="8589"/>
                    </a:lnTo>
                    <a:cubicBezTo>
                      <a:pt x="8995" y="8589"/>
                      <a:pt x="8995" y="8589"/>
                      <a:pt x="9374" y="10079"/>
                    </a:cubicBezTo>
                    <a:cubicBezTo>
                      <a:pt x="9211" y="10187"/>
                      <a:pt x="9103" y="10350"/>
                      <a:pt x="9103" y="10539"/>
                    </a:cubicBezTo>
                    <a:cubicBezTo>
                      <a:pt x="9103" y="10837"/>
                      <a:pt x="9347" y="11054"/>
                      <a:pt x="9645" y="11054"/>
                    </a:cubicBezTo>
                    <a:lnTo>
                      <a:pt x="11352" y="11054"/>
                    </a:lnTo>
                    <a:cubicBezTo>
                      <a:pt x="11487" y="11054"/>
                      <a:pt x="11568" y="10973"/>
                      <a:pt x="11568" y="10837"/>
                    </a:cubicBezTo>
                    <a:cubicBezTo>
                      <a:pt x="11568" y="10729"/>
                      <a:pt x="11487" y="10621"/>
                      <a:pt x="11352" y="10621"/>
                    </a:cubicBezTo>
                    <a:lnTo>
                      <a:pt x="9645" y="10621"/>
                    </a:lnTo>
                    <a:cubicBezTo>
                      <a:pt x="9591" y="10621"/>
                      <a:pt x="9537" y="10593"/>
                      <a:pt x="9537" y="10539"/>
                    </a:cubicBezTo>
                    <a:cubicBezTo>
                      <a:pt x="9537" y="10485"/>
                      <a:pt x="9591" y="10458"/>
                      <a:pt x="9645" y="10458"/>
                    </a:cubicBezTo>
                    <a:lnTo>
                      <a:pt x="11189" y="10458"/>
                    </a:lnTo>
                    <a:cubicBezTo>
                      <a:pt x="11433" y="10458"/>
                      <a:pt x="11623" y="10295"/>
                      <a:pt x="11677" y="10079"/>
                    </a:cubicBezTo>
                    <a:cubicBezTo>
                      <a:pt x="11677" y="10079"/>
                      <a:pt x="11677" y="10079"/>
                      <a:pt x="12002" y="8833"/>
                    </a:cubicBezTo>
                    <a:cubicBezTo>
                      <a:pt x="12002" y="8778"/>
                      <a:pt x="12002" y="8697"/>
                      <a:pt x="11948" y="8643"/>
                    </a:cubicBezTo>
                    <a:cubicBezTo>
                      <a:pt x="11921" y="8589"/>
                      <a:pt x="11866" y="8562"/>
                      <a:pt x="11785" y="8562"/>
                    </a:cubicBezTo>
                    <a:lnTo>
                      <a:pt x="9428" y="8562"/>
                    </a:lnTo>
                    <a:cubicBezTo>
                      <a:pt x="9428" y="8562"/>
                      <a:pt x="9428" y="8562"/>
                      <a:pt x="9401" y="8426"/>
                    </a:cubicBezTo>
                    <a:cubicBezTo>
                      <a:pt x="9347" y="8264"/>
                      <a:pt x="9211" y="8155"/>
                      <a:pt x="9049" y="8155"/>
                    </a:cubicBezTo>
                    <a:close/>
                    <a:moveTo>
                      <a:pt x="10051" y="11217"/>
                    </a:moveTo>
                    <a:cubicBezTo>
                      <a:pt x="9916" y="11217"/>
                      <a:pt x="9835" y="11325"/>
                      <a:pt x="9835" y="11433"/>
                    </a:cubicBezTo>
                    <a:cubicBezTo>
                      <a:pt x="9835" y="11569"/>
                      <a:pt x="9916" y="11650"/>
                      <a:pt x="10051" y="11650"/>
                    </a:cubicBezTo>
                    <a:cubicBezTo>
                      <a:pt x="10160" y="11650"/>
                      <a:pt x="10268" y="11569"/>
                      <a:pt x="10268" y="11433"/>
                    </a:cubicBezTo>
                    <a:cubicBezTo>
                      <a:pt x="10268" y="11325"/>
                      <a:pt x="10160" y="11217"/>
                      <a:pt x="10051" y="11217"/>
                    </a:cubicBezTo>
                    <a:close/>
                    <a:moveTo>
                      <a:pt x="11027" y="11217"/>
                    </a:moveTo>
                    <a:cubicBezTo>
                      <a:pt x="10891" y="11217"/>
                      <a:pt x="10810" y="11325"/>
                      <a:pt x="10810" y="11433"/>
                    </a:cubicBezTo>
                    <a:cubicBezTo>
                      <a:pt x="10810" y="11569"/>
                      <a:pt x="10891" y="11650"/>
                      <a:pt x="11027" y="11650"/>
                    </a:cubicBezTo>
                    <a:cubicBezTo>
                      <a:pt x="11135" y="11650"/>
                      <a:pt x="11243" y="11569"/>
                      <a:pt x="11243" y="11433"/>
                    </a:cubicBezTo>
                    <a:cubicBezTo>
                      <a:pt x="11243" y="11325"/>
                      <a:pt x="11135" y="11217"/>
                      <a:pt x="11027" y="11217"/>
                    </a:cubicBezTo>
                    <a:close/>
                    <a:moveTo>
                      <a:pt x="10187" y="7261"/>
                    </a:moveTo>
                    <a:cubicBezTo>
                      <a:pt x="11541" y="7261"/>
                      <a:pt x="12652" y="8345"/>
                      <a:pt x="12652" y="9699"/>
                    </a:cubicBezTo>
                    <a:cubicBezTo>
                      <a:pt x="12652" y="11054"/>
                      <a:pt x="11541" y="12138"/>
                      <a:pt x="10187" y="12138"/>
                    </a:cubicBezTo>
                    <a:cubicBezTo>
                      <a:pt x="8859" y="12138"/>
                      <a:pt x="7749" y="11054"/>
                      <a:pt x="7749" y="9699"/>
                    </a:cubicBezTo>
                    <a:cubicBezTo>
                      <a:pt x="7749" y="8345"/>
                      <a:pt x="8859" y="7261"/>
                      <a:pt x="10187" y="7261"/>
                    </a:cubicBezTo>
                    <a:close/>
                    <a:moveTo>
                      <a:pt x="1761" y="1"/>
                    </a:moveTo>
                    <a:cubicBezTo>
                      <a:pt x="1382" y="1"/>
                      <a:pt x="1084" y="218"/>
                      <a:pt x="922" y="570"/>
                    </a:cubicBezTo>
                    <a:cubicBezTo>
                      <a:pt x="922" y="570"/>
                      <a:pt x="922" y="570"/>
                      <a:pt x="28" y="2683"/>
                    </a:cubicBezTo>
                    <a:cubicBezTo>
                      <a:pt x="0" y="2710"/>
                      <a:pt x="0" y="2737"/>
                      <a:pt x="0" y="2791"/>
                    </a:cubicBezTo>
                    <a:cubicBezTo>
                      <a:pt x="0" y="2791"/>
                      <a:pt x="0" y="2791"/>
                      <a:pt x="0" y="3441"/>
                    </a:cubicBezTo>
                    <a:cubicBezTo>
                      <a:pt x="0" y="4037"/>
                      <a:pt x="380" y="4525"/>
                      <a:pt x="922" y="4715"/>
                    </a:cubicBezTo>
                    <a:cubicBezTo>
                      <a:pt x="922" y="4715"/>
                      <a:pt x="922" y="4715"/>
                      <a:pt x="922" y="10241"/>
                    </a:cubicBezTo>
                    <a:cubicBezTo>
                      <a:pt x="922" y="10702"/>
                      <a:pt x="1274" y="11081"/>
                      <a:pt x="1734" y="11081"/>
                    </a:cubicBezTo>
                    <a:lnTo>
                      <a:pt x="7694" y="11081"/>
                    </a:lnTo>
                    <a:cubicBezTo>
                      <a:pt x="8182" y="11975"/>
                      <a:pt x="9130" y="12571"/>
                      <a:pt x="10187" y="12571"/>
                    </a:cubicBezTo>
                    <a:cubicBezTo>
                      <a:pt x="11785" y="12571"/>
                      <a:pt x="13058" y="11271"/>
                      <a:pt x="13058" y="9699"/>
                    </a:cubicBezTo>
                    <a:cubicBezTo>
                      <a:pt x="13058" y="8264"/>
                      <a:pt x="12029" y="7072"/>
                      <a:pt x="10647" y="6855"/>
                    </a:cubicBezTo>
                    <a:cubicBezTo>
                      <a:pt x="10647" y="6855"/>
                      <a:pt x="10647" y="6855"/>
                      <a:pt x="10647" y="4715"/>
                    </a:cubicBezTo>
                    <a:cubicBezTo>
                      <a:pt x="11189" y="4552"/>
                      <a:pt x="11595" y="4037"/>
                      <a:pt x="11595" y="3441"/>
                    </a:cubicBezTo>
                    <a:cubicBezTo>
                      <a:pt x="11595" y="3441"/>
                      <a:pt x="11595" y="3441"/>
                      <a:pt x="11595" y="2791"/>
                    </a:cubicBezTo>
                    <a:cubicBezTo>
                      <a:pt x="11595" y="2737"/>
                      <a:pt x="11595" y="2710"/>
                      <a:pt x="11568" y="2683"/>
                    </a:cubicBezTo>
                    <a:cubicBezTo>
                      <a:pt x="11568" y="2683"/>
                      <a:pt x="11568" y="2683"/>
                      <a:pt x="10620" y="570"/>
                    </a:cubicBezTo>
                    <a:cubicBezTo>
                      <a:pt x="10458" y="218"/>
                      <a:pt x="10160" y="1"/>
                      <a:pt x="9807"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75" name="Google Shape;775;p50"/>
            <p:cNvSpPr txBox="1"/>
            <p:nvPr/>
          </p:nvSpPr>
          <p:spPr>
            <a:xfrm>
              <a:off x="5186750" y="1710113"/>
              <a:ext cx="14433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Retail</a:t>
              </a:r>
              <a:endParaRPr b="1" sz="800">
                <a:solidFill>
                  <a:srgbClr val="3C3C3A"/>
                </a:solidFill>
                <a:latin typeface="Montserrat"/>
                <a:ea typeface="Montserrat"/>
                <a:cs typeface="Montserrat"/>
                <a:sym typeface="Montserrat"/>
              </a:endParaRPr>
            </a:p>
          </p:txBody>
        </p:sp>
      </p:grpSp>
      <p:grpSp>
        <p:nvGrpSpPr>
          <p:cNvPr id="776" name="Google Shape;776;p50"/>
          <p:cNvGrpSpPr/>
          <p:nvPr/>
        </p:nvGrpSpPr>
        <p:grpSpPr>
          <a:xfrm>
            <a:off x="6569573" y="2203418"/>
            <a:ext cx="1524752" cy="415986"/>
            <a:chOff x="4681798" y="2240431"/>
            <a:chExt cx="1524752" cy="415986"/>
          </a:xfrm>
        </p:grpSpPr>
        <p:grpSp>
          <p:nvGrpSpPr>
            <p:cNvPr id="777" name="Google Shape;777;p50"/>
            <p:cNvGrpSpPr/>
            <p:nvPr/>
          </p:nvGrpSpPr>
          <p:grpSpPr>
            <a:xfrm>
              <a:off x="4681798" y="2240431"/>
              <a:ext cx="404846" cy="404822"/>
              <a:chOff x="4081550" y="4551025"/>
              <a:chExt cx="433500" cy="433475"/>
            </a:xfrm>
          </p:grpSpPr>
          <p:sp>
            <p:nvSpPr>
              <p:cNvPr id="778" name="Google Shape;778;p50"/>
              <p:cNvSpPr/>
              <p:nvPr/>
            </p:nvSpPr>
            <p:spPr>
              <a:xfrm>
                <a:off x="4081550" y="4551025"/>
                <a:ext cx="433500" cy="433475"/>
              </a:xfrm>
              <a:custGeom>
                <a:rect b="b" l="l" r="r" t="t"/>
                <a:pathLst>
                  <a:path extrusionOk="0" fill="none" h="17339" w="17340">
                    <a:moveTo>
                      <a:pt x="17339" y="8670"/>
                    </a:moveTo>
                    <a:cubicBezTo>
                      <a:pt x="17339" y="13465"/>
                      <a:pt x="13465" y="17339"/>
                      <a:pt x="8670" y="17339"/>
                    </a:cubicBezTo>
                    <a:cubicBezTo>
                      <a:pt x="3875" y="17339"/>
                      <a:pt x="1" y="13465"/>
                      <a:pt x="1" y="8670"/>
                    </a:cubicBezTo>
                    <a:cubicBezTo>
                      <a:pt x="1" y="3902"/>
                      <a:pt x="3875" y="0"/>
                      <a:pt x="8670" y="0"/>
                    </a:cubicBezTo>
                    <a:cubicBezTo>
                      <a:pt x="13465" y="0"/>
                      <a:pt x="17339" y="3902"/>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79" name="Google Shape;779;p50"/>
              <p:cNvSpPr/>
              <p:nvPr/>
            </p:nvSpPr>
            <p:spPr>
              <a:xfrm>
                <a:off x="4152675" y="4599775"/>
                <a:ext cx="291250" cy="336475"/>
              </a:xfrm>
              <a:custGeom>
                <a:rect b="b" l="l" r="r" t="t"/>
                <a:pathLst>
                  <a:path extrusionOk="0" fill="none" h="13459" w="11650">
                    <a:moveTo>
                      <a:pt x="11650" y="4742"/>
                    </a:moveTo>
                    <a:cubicBezTo>
                      <a:pt x="11650" y="3442"/>
                      <a:pt x="11650" y="3442"/>
                      <a:pt x="11650" y="3442"/>
                    </a:cubicBezTo>
                    <a:cubicBezTo>
                      <a:pt x="11650" y="3414"/>
                      <a:pt x="11623" y="3360"/>
                      <a:pt x="11595" y="3333"/>
                    </a:cubicBezTo>
                    <a:cubicBezTo>
                      <a:pt x="5825" y="1"/>
                      <a:pt x="5825" y="1"/>
                      <a:pt x="5825" y="1"/>
                    </a:cubicBezTo>
                    <a:cubicBezTo>
                      <a:pt x="1" y="3360"/>
                      <a:pt x="1" y="3360"/>
                      <a:pt x="1" y="3360"/>
                    </a:cubicBezTo>
                    <a:cubicBezTo>
                      <a:pt x="1" y="10106"/>
                      <a:pt x="1" y="10106"/>
                      <a:pt x="1" y="10106"/>
                    </a:cubicBezTo>
                    <a:cubicBezTo>
                      <a:pt x="5744" y="13438"/>
                      <a:pt x="5744" y="13438"/>
                      <a:pt x="5744" y="13438"/>
                    </a:cubicBezTo>
                    <a:cubicBezTo>
                      <a:pt x="5798" y="13465"/>
                      <a:pt x="5852" y="13465"/>
                      <a:pt x="5906" y="13438"/>
                    </a:cubicBezTo>
                    <a:cubicBezTo>
                      <a:pt x="11595" y="10133"/>
                      <a:pt x="11595" y="10133"/>
                      <a:pt x="11595" y="10133"/>
                    </a:cubicBezTo>
                    <a:cubicBezTo>
                      <a:pt x="11623" y="10133"/>
                      <a:pt x="11650" y="10079"/>
                      <a:pt x="11650" y="10025"/>
                    </a:cubicBezTo>
                    <a:cubicBezTo>
                      <a:pt x="11650" y="7234"/>
                      <a:pt x="11650" y="7234"/>
                      <a:pt x="11650" y="7234"/>
                    </a:cubicBez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0" name="Google Shape;780;p50"/>
              <p:cNvSpPr/>
              <p:nvPr/>
            </p:nvSpPr>
            <p:spPr>
              <a:xfrm>
                <a:off x="4297600" y="4760300"/>
                <a:ext cx="25" cy="173400"/>
              </a:xfrm>
              <a:custGeom>
                <a:rect b="b" l="l" r="r" t="t"/>
                <a:pathLst>
                  <a:path extrusionOk="0" fill="none" h="6936" w="1">
                    <a:moveTo>
                      <a:pt x="1" y="6936"/>
                    </a:moveTo>
                    <a:lnTo>
                      <a:pt x="1" y="1"/>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1" name="Google Shape;781;p50"/>
              <p:cNvSpPr/>
              <p:nvPr/>
            </p:nvSpPr>
            <p:spPr>
              <a:xfrm>
                <a:off x="4154025" y="4685125"/>
                <a:ext cx="143600" cy="75200"/>
              </a:xfrm>
              <a:custGeom>
                <a:rect b="b" l="l" r="r" t="t"/>
                <a:pathLst>
                  <a:path extrusionOk="0" fill="none" h="3008" w="5744">
                    <a:moveTo>
                      <a:pt x="5744" y="3008"/>
                    </a:moveTo>
                    <a:lnTo>
                      <a:pt x="1" y="0"/>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2" name="Google Shape;782;p50"/>
              <p:cNvSpPr/>
              <p:nvPr/>
            </p:nvSpPr>
            <p:spPr>
              <a:xfrm>
                <a:off x="4202125" y="4658025"/>
                <a:ext cx="33875" cy="17650"/>
              </a:xfrm>
              <a:custGeom>
                <a:rect b="b" l="l" r="r" t="t"/>
                <a:pathLst>
                  <a:path extrusionOk="0" fill="none" h="706" w="1355">
                    <a:moveTo>
                      <a:pt x="1355" y="705"/>
                    </a:moveTo>
                    <a:lnTo>
                      <a:pt x="0" y="1"/>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3" name="Google Shape;783;p50"/>
              <p:cNvSpPr/>
              <p:nvPr/>
            </p:nvSpPr>
            <p:spPr>
              <a:xfrm>
                <a:off x="4154025" y="4808400"/>
                <a:ext cx="77250" cy="39975"/>
              </a:xfrm>
              <a:custGeom>
                <a:rect b="b" l="l" r="r" t="t"/>
                <a:pathLst>
                  <a:path extrusionOk="0" fill="none" h="1599" w="3090">
                    <a:moveTo>
                      <a:pt x="3089" y="1598"/>
                    </a:moveTo>
                    <a:lnTo>
                      <a:pt x="1" y="0"/>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4" name="Google Shape;784;p50"/>
              <p:cNvSpPr/>
              <p:nvPr/>
            </p:nvSpPr>
            <p:spPr>
              <a:xfrm>
                <a:off x="4213625" y="4774525"/>
                <a:ext cx="84000" cy="44050"/>
              </a:xfrm>
              <a:custGeom>
                <a:rect b="b" l="l" r="r" t="t"/>
                <a:pathLst>
                  <a:path extrusionOk="0" fill="none" h="1762" w="3360">
                    <a:moveTo>
                      <a:pt x="3360" y="1761"/>
                    </a:moveTo>
                    <a:lnTo>
                      <a:pt x="1" y="0"/>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5" name="Google Shape;785;p50"/>
              <p:cNvSpPr/>
              <p:nvPr/>
            </p:nvSpPr>
            <p:spPr>
              <a:xfrm>
                <a:off x="4297600" y="4685800"/>
                <a:ext cx="142950" cy="74525"/>
              </a:xfrm>
              <a:custGeom>
                <a:rect b="b" l="l" r="r" t="t"/>
                <a:pathLst>
                  <a:path extrusionOk="0" fill="none" h="2981" w="5718">
                    <a:moveTo>
                      <a:pt x="5717" y="1"/>
                    </a:moveTo>
                    <a:lnTo>
                      <a:pt x="1" y="2981"/>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6" name="Google Shape;786;p50"/>
              <p:cNvSpPr/>
              <p:nvPr/>
            </p:nvSpPr>
            <p:spPr>
              <a:xfrm>
                <a:off x="4377525" y="4805675"/>
                <a:ext cx="65050" cy="35925"/>
              </a:xfrm>
              <a:custGeom>
                <a:rect b="b" l="l" r="r" t="t"/>
                <a:pathLst>
                  <a:path extrusionOk="0" fill="none" h="1437" w="2602">
                    <a:moveTo>
                      <a:pt x="2601" y="1"/>
                    </a:moveTo>
                    <a:lnTo>
                      <a:pt x="1" y="1437"/>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7" name="Google Shape;787;p50"/>
              <p:cNvSpPr/>
              <p:nvPr/>
            </p:nvSpPr>
            <p:spPr>
              <a:xfrm>
                <a:off x="4297600" y="4764375"/>
                <a:ext cx="82675" cy="71125"/>
              </a:xfrm>
              <a:custGeom>
                <a:rect b="b" l="l" r="r" t="t"/>
                <a:pathLst>
                  <a:path extrusionOk="0" fill="none" h="2845" w="3307">
                    <a:moveTo>
                      <a:pt x="3306" y="0"/>
                    </a:moveTo>
                    <a:cubicBezTo>
                      <a:pt x="2520" y="406"/>
                      <a:pt x="2520" y="406"/>
                      <a:pt x="2520" y="406"/>
                    </a:cubicBezTo>
                    <a:cubicBezTo>
                      <a:pt x="2439" y="434"/>
                      <a:pt x="2385" y="542"/>
                      <a:pt x="2385" y="650"/>
                    </a:cubicBezTo>
                    <a:cubicBezTo>
                      <a:pt x="2385" y="1436"/>
                      <a:pt x="2385" y="1436"/>
                      <a:pt x="2385" y="1436"/>
                    </a:cubicBezTo>
                    <a:cubicBezTo>
                      <a:pt x="2385" y="1544"/>
                      <a:pt x="2331" y="1653"/>
                      <a:pt x="2250" y="1680"/>
                    </a:cubicBezTo>
                    <a:cubicBezTo>
                      <a:pt x="1" y="2845"/>
                      <a:pt x="1" y="2845"/>
                      <a:pt x="1" y="2845"/>
                    </a:cubicBez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8" name="Google Shape;788;p50"/>
              <p:cNvSpPr/>
              <p:nvPr/>
            </p:nvSpPr>
            <p:spPr>
              <a:xfrm>
                <a:off x="4380250" y="4743375"/>
                <a:ext cx="27100" cy="27100"/>
              </a:xfrm>
              <a:custGeom>
                <a:rect b="b" l="l" r="r" t="t"/>
                <a:pathLst>
                  <a:path extrusionOk="0" fill="none" h="1084" w="1084">
                    <a:moveTo>
                      <a:pt x="542" y="0"/>
                    </a:moveTo>
                    <a:cubicBezTo>
                      <a:pt x="840" y="0"/>
                      <a:pt x="1084" y="244"/>
                      <a:pt x="1084" y="542"/>
                    </a:cubicBezTo>
                    <a:cubicBezTo>
                      <a:pt x="1084" y="840"/>
                      <a:pt x="840" y="1084"/>
                      <a:pt x="542" y="1084"/>
                    </a:cubicBezTo>
                    <a:cubicBezTo>
                      <a:pt x="244" y="1084"/>
                      <a:pt x="0" y="840"/>
                      <a:pt x="0" y="542"/>
                    </a:cubicBezTo>
                    <a:cubicBezTo>
                      <a:pt x="0" y="244"/>
                      <a:pt x="244" y="0"/>
                      <a:pt x="542" y="0"/>
                    </a:cubicBezTo>
                    <a:close/>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89" name="Google Shape;789;p50"/>
              <p:cNvSpPr/>
              <p:nvPr/>
            </p:nvSpPr>
            <p:spPr>
              <a:xfrm>
                <a:off x="4350450" y="4834800"/>
                <a:ext cx="27100" cy="27125"/>
              </a:xfrm>
              <a:custGeom>
                <a:rect b="b" l="l" r="r" t="t"/>
                <a:pathLst>
                  <a:path extrusionOk="0" fill="none" h="1085" w="1084">
                    <a:moveTo>
                      <a:pt x="542" y="1"/>
                    </a:moveTo>
                    <a:cubicBezTo>
                      <a:pt x="840" y="1"/>
                      <a:pt x="1084" y="244"/>
                      <a:pt x="1084" y="542"/>
                    </a:cubicBezTo>
                    <a:cubicBezTo>
                      <a:pt x="1084" y="840"/>
                      <a:pt x="840" y="1084"/>
                      <a:pt x="542" y="1084"/>
                    </a:cubicBezTo>
                    <a:cubicBezTo>
                      <a:pt x="244" y="1084"/>
                      <a:pt x="0" y="840"/>
                      <a:pt x="0" y="542"/>
                    </a:cubicBezTo>
                    <a:cubicBezTo>
                      <a:pt x="0" y="244"/>
                      <a:pt x="244" y="1"/>
                      <a:pt x="542" y="1"/>
                    </a:cubicBezTo>
                    <a:close/>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90" name="Google Shape;790;p50"/>
              <p:cNvSpPr/>
              <p:nvPr/>
            </p:nvSpPr>
            <p:spPr>
              <a:xfrm>
                <a:off x="4185175" y="4753525"/>
                <a:ext cx="27125" cy="27125"/>
              </a:xfrm>
              <a:custGeom>
                <a:rect b="b" l="l" r="r" t="t"/>
                <a:pathLst>
                  <a:path extrusionOk="0" fill="none" h="1085" w="1085">
                    <a:moveTo>
                      <a:pt x="543" y="1"/>
                    </a:moveTo>
                    <a:cubicBezTo>
                      <a:pt x="841" y="1"/>
                      <a:pt x="1085" y="244"/>
                      <a:pt x="1085" y="542"/>
                    </a:cubicBezTo>
                    <a:cubicBezTo>
                      <a:pt x="1085" y="840"/>
                      <a:pt x="841" y="1084"/>
                      <a:pt x="543" y="1084"/>
                    </a:cubicBezTo>
                    <a:cubicBezTo>
                      <a:pt x="245" y="1084"/>
                      <a:pt x="1" y="840"/>
                      <a:pt x="1" y="542"/>
                    </a:cubicBezTo>
                    <a:cubicBezTo>
                      <a:pt x="1" y="244"/>
                      <a:pt x="245" y="1"/>
                      <a:pt x="543" y="1"/>
                    </a:cubicBezTo>
                    <a:close/>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91" name="Google Shape;791;p50"/>
              <p:cNvSpPr/>
              <p:nvPr/>
            </p:nvSpPr>
            <p:spPr>
              <a:xfrm>
                <a:off x="4303700" y="4658025"/>
                <a:ext cx="27800" cy="27800"/>
              </a:xfrm>
              <a:custGeom>
                <a:rect b="b" l="l" r="r" t="t"/>
                <a:pathLst>
                  <a:path extrusionOk="0" fill="none" h="1112" w="1112">
                    <a:moveTo>
                      <a:pt x="570" y="1"/>
                    </a:moveTo>
                    <a:cubicBezTo>
                      <a:pt x="868" y="1"/>
                      <a:pt x="1112" y="245"/>
                      <a:pt x="1112" y="570"/>
                    </a:cubicBezTo>
                    <a:cubicBezTo>
                      <a:pt x="1112" y="868"/>
                      <a:pt x="868" y="1112"/>
                      <a:pt x="570" y="1112"/>
                    </a:cubicBezTo>
                    <a:cubicBezTo>
                      <a:pt x="245" y="1112"/>
                      <a:pt x="1" y="868"/>
                      <a:pt x="1" y="570"/>
                    </a:cubicBezTo>
                    <a:cubicBezTo>
                      <a:pt x="1" y="245"/>
                      <a:pt x="245" y="1"/>
                      <a:pt x="570" y="1"/>
                    </a:cubicBezTo>
                    <a:close/>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92" name="Google Shape;792;p50"/>
              <p:cNvSpPr/>
              <p:nvPr/>
            </p:nvSpPr>
            <p:spPr>
              <a:xfrm>
                <a:off x="4235975" y="4668200"/>
                <a:ext cx="27125" cy="27100"/>
              </a:xfrm>
              <a:custGeom>
                <a:rect b="b" l="l" r="r" t="t"/>
                <a:pathLst>
                  <a:path extrusionOk="0" fill="none" h="1084" w="1085">
                    <a:moveTo>
                      <a:pt x="543" y="0"/>
                    </a:moveTo>
                    <a:cubicBezTo>
                      <a:pt x="841" y="0"/>
                      <a:pt x="1084" y="244"/>
                      <a:pt x="1084" y="542"/>
                    </a:cubicBezTo>
                    <a:cubicBezTo>
                      <a:pt x="1084" y="840"/>
                      <a:pt x="841" y="1084"/>
                      <a:pt x="543" y="1084"/>
                    </a:cubicBezTo>
                    <a:cubicBezTo>
                      <a:pt x="245" y="1084"/>
                      <a:pt x="1" y="840"/>
                      <a:pt x="1" y="542"/>
                    </a:cubicBezTo>
                    <a:cubicBezTo>
                      <a:pt x="1" y="244"/>
                      <a:pt x="245" y="0"/>
                      <a:pt x="543" y="0"/>
                    </a:cubicBezTo>
                    <a:close/>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93" name="Google Shape;793;p50"/>
              <p:cNvSpPr/>
              <p:nvPr/>
            </p:nvSpPr>
            <p:spPr>
              <a:xfrm>
                <a:off x="4231250" y="4841575"/>
                <a:ext cx="27100" cy="27125"/>
              </a:xfrm>
              <a:custGeom>
                <a:rect b="b" l="l" r="r" t="t"/>
                <a:pathLst>
                  <a:path extrusionOk="0" fill="none" h="1085" w="1084">
                    <a:moveTo>
                      <a:pt x="542" y="1"/>
                    </a:moveTo>
                    <a:cubicBezTo>
                      <a:pt x="840" y="1"/>
                      <a:pt x="1084" y="244"/>
                      <a:pt x="1084" y="542"/>
                    </a:cubicBezTo>
                    <a:cubicBezTo>
                      <a:pt x="1084" y="840"/>
                      <a:pt x="840" y="1084"/>
                      <a:pt x="542" y="1084"/>
                    </a:cubicBezTo>
                    <a:cubicBezTo>
                      <a:pt x="244" y="1084"/>
                      <a:pt x="0" y="840"/>
                      <a:pt x="0" y="542"/>
                    </a:cubicBezTo>
                    <a:cubicBezTo>
                      <a:pt x="0" y="244"/>
                      <a:pt x="244" y="1"/>
                      <a:pt x="542" y="1"/>
                    </a:cubicBezTo>
                    <a:close/>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94" name="Google Shape;794;p50"/>
              <p:cNvSpPr/>
              <p:nvPr/>
            </p:nvSpPr>
            <p:spPr>
              <a:xfrm>
                <a:off x="4332825" y="4680375"/>
                <a:ext cx="51500" cy="29825"/>
              </a:xfrm>
              <a:custGeom>
                <a:rect b="b" l="l" r="r" t="t"/>
                <a:pathLst>
                  <a:path extrusionOk="0" fill="none" h="1193" w="2060">
                    <a:moveTo>
                      <a:pt x="1" y="1"/>
                    </a:moveTo>
                    <a:lnTo>
                      <a:pt x="2060" y="1193"/>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795" name="Google Shape;795;p50"/>
              <p:cNvSpPr/>
              <p:nvPr/>
            </p:nvSpPr>
            <p:spPr>
              <a:xfrm>
                <a:off x="4443900" y="4749475"/>
                <a:ext cx="25" cy="25"/>
              </a:xfrm>
              <a:custGeom>
                <a:rect b="b" l="l" r="r" t="t"/>
                <a:pathLst>
                  <a:path extrusionOk="0" fill="none" h="1" w="1">
                    <a:moveTo>
                      <a:pt x="1" y="0"/>
                    </a:moveTo>
                    <a:lnTo>
                      <a:pt x="1" y="0"/>
                    </a:lnTo>
                  </a:path>
                </a:pathLst>
              </a:custGeom>
              <a:solidFill>
                <a:srgbClr val="3C3C3A"/>
              </a:solidFill>
              <a:ln cap="rnd" cmpd="sng" w="13550">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796" name="Google Shape;796;p50"/>
            <p:cNvSpPr txBox="1"/>
            <p:nvPr/>
          </p:nvSpPr>
          <p:spPr>
            <a:xfrm>
              <a:off x="5176350" y="2246017"/>
              <a:ext cx="10302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Technology</a:t>
              </a:r>
              <a:endParaRPr b="1" sz="800">
                <a:solidFill>
                  <a:srgbClr val="3C3C3A"/>
                </a:solidFill>
                <a:latin typeface="Montserrat"/>
                <a:ea typeface="Montserrat"/>
                <a:cs typeface="Montserrat"/>
                <a:sym typeface="Montserrat"/>
              </a:endParaRPr>
            </a:p>
          </p:txBody>
        </p:sp>
      </p:grpSp>
      <p:grpSp>
        <p:nvGrpSpPr>
          <p:cNvPr id="797" name="Google Shape;797;p50"/>
          <p:cNvGrpSpPr/>
          <p:nvPr/>
        </p:nvGrpSpPr>
        <p:grpSpPr>
          <a:xfrm>
            <a:off x="6569573" y="2724695"/>
            <a:ext cx="1966552" cy="413230"/>
            <a:chOff x="4681798" y="2761708"/>
            <a:chExt cx="1966552" cy="413230"/>
          </a:xfrm>
        </p:grpSpPr>
        <p:grpSp>
          <p:nvGrpSpPr>
            <p:cNvPr id="798" name="Google Shape;798;p50"/>
            <p:cNvGrpSpPr/>
            <p:nvPr/>
          </p:nvGrpSpPr>
          <p:grpSpPr>
            <a:xfrm>
              <a:off x="4681798" y="2761708"/>
              <a:ext cx="404866" cy="404889"/>
              <a:chOff x="3109675" y="5037300"/>
              <a:chExt cx="433475" cy="433500"/>
            </a:xfrm>
          </p:grpSpPr>
          <p:sp>
            <p:nvSpPr>
              <p:cNvPr id="799" name="Google Shape;799;p50"/>
              <p:cNvSpPr/>
              <p:nvPr/>
            </p:nvSpPr>
            <p:spPr>
              <a:xfrm>
                <a:off x="3109675" y="5037300"/>
                <a:ext cx="433475" cy="433500"/>
              </a:xfrm>
              <a:custGeom>
                <a:rect b="b" l="l" r="r" t="t"/>
                <a:pathLst>
                  <a:path extrusionOk="0" fill="none" h="17340" w="17339">
                    <a:moveTo>
                      <a:pt x="17339" y="8670"/>
                    </a:moveTo>
                    <a:cubicBezTo>
                      <a:pt x="17339" y="13438"/>
                      <a:pt x="13465" y="17339"/>
                      <a:pt x="8670" y="17339"/>
                    </a:cubicBezTo>
                    <a:cubicBezTo>
                      <a:pt x="3902" y="17339"/>
                      <a:pt x="0" y="13438"/>
                      <a:pt x="0" y="8670"/>
                    </a:cubicBezTo>
                    <a:cubicBezTo>
                      <a:pt x="0" y="3875"/>
                      <a:pt x="3902" y="1"/>
                      <a:pt x="8670" y="1"/>
                    </a:cubicBezTo>
                    <a:cubicBezTo>
                      <a:pt x="13465"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00" name="Google Shape;800;p50"/>
              <p:cNvSpPr/>
              <p:nvPr/>
            </p:nvSpPr>
            <p:spPr>
              <a:xfrm>
                <a:off x="3184850" y="5105550"/>
                <a:ext cx="314450" cy="317150"/>
              </a:xfrm>
              <a:custGeom>
                <a:rect b="b" l="l" r="r" t="t"/>
                <a:pathLst>
                  <a:path extrusionOk="0" h="12686" w="12578">
                    <a:moveTo>
                      <a:pt x="3103" y="1251"/>
                    </a:moveTo>
                    <a:cubicBezTo>
                      <a:pt x="3382" y="1251"/>
                      <a:pt x="3604" y="1511"/>
                      <a:pt x="3604" y="1795"/>
                    </a:cubicBezTo>
                    <a:cubicBezTo>
                      <a:pt x="3604" y="2093"/>
                      <a:pt x="3360" y="2337"/>
                      <a:pt x="3062" y="2337"/>
                    </a:cubicBezTo>
                    <a:lnTo>
                      <a:pt x="2926" y="2337"/>
                    </a:lnTo>
                    <a:cubicBezTo>
                      <a:pt x="2683" y="2283"/>
                      <a:pt x="2520" y="2039"/>
                      <a:pt x="2520" y="1795"/>
                    </a:cubicBezTo>
                    <a:cubicBezTo>
                      <a:pt x="2520" y="1497"/>
                      <a:pt x="2764" y="1253"/>
                      <a:pt x="3062" y="1253"/>
                    </a:cubicBezTo>
                    <a:cubicBezTo>
                      <a:pt x="3076" y="1252"/>
                      <a:pt x="3089" y="1251"/>
                      <a:pt x="3103" y="1251"/>
                    </a:cubicBezTo>
                    <a:close/>
                    <a:moveTo>
                      <a:pt x="1785" y="481"/>
                    </a:moveTo>
                    <a:cubicBezTo>
                      <a:pt x="1741" y="481"/>
                      <a:pt x="1694" y="495"/>
                      <a:pt x="1653" y="522"/>
                    </a:cubicBezTo>
                    <a:cubicBezTo>
                      <a:pt x="1355" y="874"/>
                      <a:pt x="1165" y="1335"/>
                      <a:pt x="1165" y="1795"/>
                    </a:cubicBezTo>
                    <a:cubicBezTo>
                      <a:pt x="1165" y="2256"/>
                      <a:pt x="1355" y="2716"/>
                      <a:pt x="1653" y="3041"/>
                    </a:cubicBezTo>
                    <a:cubicBezTo>
                      <a:pt x="1698" y="3086"/>
                      <a:pt x="1751" y="3106"/>
                      <a:pt x="1798" y="3106"/>
                    </a:cubicBezTo>
                    <a:cubicBezTo>
                      <a:pt x="1837" y="3106"/>
                      <a:pt x="1873" y="3093"/>
                      <a:pt x="1897" y="3068"/>
                    </a:cubicBezTo>
                    <a:cubicBezTo>
                      <a:pt x="1978" y="2987"/>
                      <a:pt x="1978" y="2879"/>
                      <a:pt x="1924" y="2825"/>
                    </a:cubicBezTo>
                    <a:cubicBezTo>
                      <a:pt x="1382" y="2229"/>
                      <a:pt x="1382" y="1335"/>
                      <a:pt x="1924" y="766"/>
                    </a:cubicBezTo>
                    <a:cubicBezTo>
                      <a:pt x="1978" y="684"/>
                      <a:pt x="1978" y="576"/>
                      <a:pt x="1897" y="522"/>
                    </a:cubicBezTo>
                    <a:cubicBezTo>
                      <a:pt x="1870" y="495"/>
                      <a:pt x="1829" y="481"/>
                      <a:pt x="1785" y="481"/>
                    </a:cubicBezTo>
                    <a:close/>
                    <a:moveTo>
                      <a:pt x="4335" y="481"/>
                    </a:moveTo>
                    <a:cubicBezTo>
                      <a:pt x="4288" y="481"/>
                      <a:pt x="4240" y="495"/>
                      <a:pt x="4200" y="522"/>
                    </a:cubicBezTo>
                    <a:cubicBezTo>
                      <a:pt x="4145" y="576"/>
                      <a:pt x="4145" y="684"/>
                      <a:pt x="4200" y="766"/>
                    </a:cubicBezTo>
                    <a:cubicBezTo>
                      <a:pt x="4714" y="1335"/>
                      <a:pt x="4714" y="2229"/>
                      <a:pt x="4200" y="2825"/>
                    </a:cubicBezTo>
                    <a:cubicBezTo>
                      <a:pt x="4145" y="2879"/>
                      <a:pt x="4145" y="2987"/>
                      <a:pt x="4200" y="3068"/>
                    </a:cubicBezTo>
                    <a:cubicBezTo>
                      <a:pt x="4236" y="3093"/>
                      <a:pt x="4278" y="3106"/>
                      <a:pt x="4321" y="3106"/>
                    </a:cubicBezTo>
                    <a:cubicBezTo>
                      <a:pt x="4373" y="3106"/>
                      <a:pt x="4426" y="3086"/>
                      <a:pt x="4471" y="3041"/>
                    </a:cubicBezTo>
                    <a:cubicBezTo>
                      <a:pt x="5094" y="2337"/>
                      <a:pt x="5094" y="1253"/>
                      <a:pt x="4471" y="522"/>
                    </a:cubicBezTo>
                    <a:cubicBezTo>
                      <a:pt x="4430" y="495"/>
                      <a:pt x="4383" y="481"/>
                      <a:pt x="4335" y="481"/>
                    </a:cubicBezTo>
                    <a:close/>
                    <a:moveTo>
                      <a:pt x="1260" y="0"/>
                    </a:moveTo>
                    <a:cubicBezTo>
                      <a:pt x="1213" y="0"/>
                      <a:pt x="1165" y="21"/>
                      <a:pt x="1138" y="61"/>
                    </a:cubicBezTo>
                    <a:cubicBezTo>
                      <a:pt x="271" y="1037"/>
                      <a:pt x="271" y="2527"/>
                      <a:pt x="1138" y="3529"/>
                    </a:cubicBezTo>
                    <a:cubicBezTo>
                      <a:pt x="1165" y="3556"/>
                      <a:pt x="1213" y="3570"/>
                      <a:pt x="1260" y="3570"/>
                    </a:cubicBezTo>
                    <a:cubicBezTo>
                      <a:pt x="1308" y="3570"/>
                      <a:pt x="1355" y="3556"/>
                      <a:pt x="1382" y="3529"/>
                    </a:cubicBezTo>
                    <a:cubicBezTo>
                      <a:pt x="1463" y="3475"/>
                      <a:pt x="1463" y="3366"/>
                      <a:pt x="1409" y="3285"/>
                    </a:cubicBezTo>
                    <a:cubicBezTo>
                      <a:pt x="624" y="2445"/>
                      <a:pt x="624" y="1145"/>
                      <a:pt x="1409" y="305"/>
                    </a:cubicBezTo>
                    <a:cubicBezTo>
                      <a:pt x="1463" y="224"/>
                      <a:pt x="1463" y="115"/>
                      <a:pt x="1382" y="61"/>
                    </a:cubicBezTo>
                    <a:cubicBezTo>
                      <a:pt x="1355" y="21"/>
                      <a:pt x="1308" y="0"/>
                      <a:pt x="1260" y="0"/>
                    </a:cubicBezTo>
                    <a:close/>
                    <a:moveTo>
                      <a:pt x="4853" y="0"/>
                    </a:moveTo>
                    <a:cubicBezTo>
                      <a:pt x="4809" y="0"/>
                      <a:pt x="4769" y="21"/>
                      <a:pt x="4741" y="61"/>
                    </a:cubicBezTo>
                    <a:cubicBezTo>
                      <a:pt x="4660" y="115"/>
                      <a:pt x="4660" y="224"/>
                      <a:pt x="4714" y="305"/>
                    </a:cubicBezTo>
                    <a:cubicBezTo>
                      <a:pt x="5473" y="1145"/>
                      <a:pt x="5473" y="2445"/>
                      <a:pt x="4714" y="3285"/>
                    </a:cubicBezTo>
                    <a:cubicBezTo>
                      <a:pt x="4660" y="3366"/>
                      <a:pt x="4660" y="3475"/>
                      <a:pt x="4741" y="3529"/>
                    </a:cubicBezTo>
                    <a:cubicBezTo>
                      <a:pt x="4769" y="3556"/>
                      <a:pt x="4809" y="3570"/>
                      <a:pt x="4853" y="3570"/>
                    </a:cubicBezTo>
                    <a:cubicBezTo>
                      <a:pt x="4897" y="3570"/>
                      <a:pt x="4945" y="3556"/>
                      <a:pt x="4985" y="3529"/>
                    </a:cubicBezTo>
                    <a:cubicBezTo>
                      <a:pt x="5852" y="2527"/>
                      <a:pt x="5852" y="1037"/>
                      <a:pt x="4985" y="61"/>
                    </a:cubicBezTo>
                    <a:cubicBezTo>
                      <a:pt x="4945" y="21"/>
                      <a:pt x="4897" y="0"/>
                      <a:pt x="4853" y="0"/>
                    </a:cubicBezTo>
                    <a:close/>
                    <a:moveTo>
                      <a:pt x="3062" y="2689"/>
                    </a:moveTo>
                    <a:cubicBezTo>
                      <a:pt x="3522" y="4965"/>
                      <a:pt x="3522" y="4965"/>
                      <a:pt x="3522" y="4965"/>
                    </a:cubicBezTo>
                    <a:cubicBezTo>
                      <a:pt x="3062" y="5344"/>
                      <a:pt x="3062" y="5344"/>
                      <a:pt x="3062" y="5344"/>
                    </a:cubicBezTo>
                    <a:cubicBezTo>
                      <a:pt x="2574" y="4965"/>
                      <a:pt x="2574" y="4965"/>
                      <a:pt x="2574" y="4965"/>
                    </a:cubicBezTo>
                    <a:cubicBezTo>
                      <a:pt x="3035" y="2689"/>
                      <a:pt x="3035" y="2689"/>
                      <a:pt x="3035" y="2689"/>
                    </a:cubicBezTo>
                    <a:close/>
                    <a:moveTo>
                      <a:pt x="10674" y="4755"/>
                    </a:moveTo>
                    <a:cubicBezTo>
                      <a:pt x="10762" y="4755"/>
                      <a:pt x="10850" y="4789"/>
                      <a:pt x="10918" y="4856"/>
                    </a:cubicBezTo>
                    <a:cubicBezTo>
                      <a:pt x="11027" y="4992"/>
                      <a:pt x="11027" y="5209"/>
                      <a:pt x="10918" y="5344"/>
                    </a:cubicBezTo>
                    <a:cubicBezTo>
                      <a:pt x="10850" y="5412"/>
                      <a:pt x="10762" y="5446"/>
                      <a:pt x="10674" y="5446"/>
                    </a:cubicBezTo>
                    <a:cubicBezTo>
                      <a:pt x="10586" y="5446"/>
                      <a:pt x="10498" y="5412"/>
                      <a:pt x="10431" y="5344"/>
                    </a:cubicBezTo>
                    <a:cubicBezTo>
                      <a:pt x="10376" y="5317"/>
                      <a:pt x="10349" y="5263"/>
                      <a:pt x="10349" y="5209"/>
                    </a:cubicBezTo>
                    <a:cubicBezTo>
                      <a:pt x="10295" y="5100"/>
                      <a:pt x="10322" y="4965"/>
                      <a:pt x="10431" y="4856"/>
                    </a:cubicBezTo>
                    <a:cubicBezTo>
                      <a:pt x="10498" y="4789"/>
                      <a:pt x="10586" y="4755"/>
                      <a:pt x="10674" y="4755"/>
                    </a:cubicBezTo>
                    <a:close/>
                    <a:moveTo>
                      <a:pt x="2493" y="5344"/>
                    </a:moveTo>
                    <a:cubicBezTo>
                      <a:pt x="2764" y="5561"/>
                      <a:pt x="2764" y="5561"/>
                      <a:pt x="2764" y="5561"/>
                    </a:cubicBezTo>
                    <a:cubicBezTo>
                      <a:pt x="2412" y="5832"/>
                      <a:pt x="2412" y="5832"/>
                      <a:pt x="2412" y="5832"/>
                    </a:cubicBezTo>
                    <a:lnTo>
                      <a:pt x="2493" y="5344"/>
                    </a:lnTo>
                    <a:close/>
                    <a:moveTo>
                      <a:pt x="3604" y="5344"/>
                    </a:moveTo>
                    <a:lnTo>
                      <a:pt x="3712" y="5832"/>
                    </a:lnTo>
                    <a:cubicBezTo>
                      <a:pt x="3333" y="5561"/>
                      <a:pt x="3333" y="5561"/>
                      <a:pt x="3333" y="5561"/>
                    </a:cubicBezTo>
                    <a:cubicBezTo>
                      <a:pt x="3604" y="5344"/>
                      <a:pt x="3604" y="5344"/>
                      <a:pt x="3604" y="5344"/>
                    </a:cubicBezTo>
                    <a:close/>
                    <a:moveTo>
                      <a:pt x="10664" y="3793"/>
                    </a:moveTo>
                    <a:cubicBezTo>
                      <a:pt x="10329" y="3793"/>
                      <a:pt x="9997" y="3922"/>
                      <a:pt x="9753" y="4179"/>
                    </a:cubicBezTo>
                    <a:cubicBezTo>
                      <a:pt x="9672" y="4260"/>
                      <a:pt x="9672" y="4369"/>
                      <a:pt x="9753" y="4423"/>
                    </a:cubicBezTo>
                    <a:cubicBezTo>
                      <a:pt x="9780" y="4464"/>
                      <a:pt x="9821" y="4484"/>
                      <a:pt x="9865" y="4484"/>
                    </a:cubicBezTo>
                    <a:cubicBezTo>
                      <a:pt x="9909" y="4484"/>
                      <a:pt x="9956" y="4464"/>
                      <a:pt x="9997" y="4423"/>
                    </a:cubicBezTo>
                    <a:cubicBezTo>
                      <a:pt x="10187" y="4233"/>
                      <a:pt x="10431" y="4138"/>
                      <a:pt x="10674" y="4138"/>
                    </a:cubicBezTo>
                    <a:cubicBezTo>
                      <a:pt x="10918" y="4138"/>
                      <a:pt x="11162" y="4233"/>
                      <a:pt x="11352" y="4423"/>
                    </a:cubicBezTo>
                    <a:cubicBezTo>
                      <a:pt x="11704" y="4802"/>
                      <a:pt x="11704" y="5398"/>
                      <a:pt x="11352" y="5777"/>
                    </a:cubicBezTo>
                    <a:cubicBezTo>
                      <a:pt x="11270" y="5832"/>
                      <a:pt x="11270" y="5940"/>
                      <a:pt x="11352" y="6021"/>
                    </a:cubicBezTo>
                    <a:cubicBezTo>
                      <a:pt x="11379" y="6048"/>
                      <a:pt x="11419" y="6062"/>
                      <a:pt x="11463" y="6062"/>
                    </a:cubicBezTo>
                    <a:cubicBezTo>
                      <a:pt x="11507" y="6062"/>
                      <a:pt x="11555" y="6048"/>
                      <a:pt x="11595" y="6021"/>
                    </a:cubicBezTo>
                    <a:cubicBezTo>
                      <a:pt x="12083" y="5507"/>
                      <a:pt x="12083" y="4694"/>
                      <a:pt x="11595" y="4179"/>
                    </a:cubicBezTo>
                    <a:cubicBezTo>
                      <a:pt x="11338" y="3922"/>
                      <a:pt x="10999" y="3793"/>
                      <a:pt x="10664" y="3793"/>
                    </a:cubicBezTo>
                    <a:close/>
                    <a:moveTo>
                      <a:pt x="10105" y="5479"/>
                    </a:moveTo>
                    <a:cubicBezTo>
                      <a:pt x="10133" y="5561"/>
                      <a:pt x="10214" y="5615"/>
                      <a:pt x="10268" y="5669"/>
                    </a:cubicBezTo>
                    <a:cubicBezTo>
                      <a:pt x="10105" y="6184"/>
                      <a:pt x="10105" y="6184"/>
                      <a:pt x="10105" y="6184"/>
                    </a:cubicBezTo>
                    <a:cubicBezTo>
                      <a:pt x="10024" y="6103"/>
                      <a:pt x="9943" y="6021"/>
                      <a:pt x="9835" y="5913"/>
                    </a:cubicBezTo>
                    <a:cubicBezTo>
                      <a:pt x="9753" y="5832"/>
                      <a:pt x="9672" y="5750"/>
                      <a:pt x="9591" y="5669"/>
                    </a:cubicBezTo>
                    <a:lnTo>
                      <a:pt x="10105" y="5479"/>
                    </a:lnTo>
                    <a:close/>
                    <a:moveTo>
                      <a:pt x="10664" y="3197"/>
                    </a:moveTo>
                    <a:cubicBezTo>
                      <a:pt x="10173" y="3197"/>
                      <a:pt x="9686" y="3380"/>
                      <a:pt x="9320" y="3746"/>
                    </a:cubicBezTo>
                    <a:cubicBezTo>
                      <a:pt x="9239" y="3827"/>
                      <a:pt x="9239" y="3935"/>
                      <a:pt x="9320" y="3989"/>
                    </a:cubicBezTo>
                    <a:cubicBezTo>
                      <a:pt x="9347" y="4030"/>
                      <a:pt x="9388" y="4050"/>
                      <a:pt x="9432" y="4050"/>
                    </a:cubicBezTo>
                    <a:cubicBezTo>
                      <a:pt x="9476" y="4050"/>
                      <a:pt x="9523" y="4030"/>
                      <a:pt x="9564" y="3989"/>
                    </a:cubicBezTo>
                    <a:cubicBezTo>
                      <a:pt x="9872" y="3681"/>
                      <a:pt x="10266" y="3532"/>
                      <a:pt x="10661" y="3532"/>
                    </a:cubicBezTo>
                    <a:cubicBezTo>
                      <a:pt x="11065" y="3532"/>
                      <a:pt x="11470" y="3688"/>
                      <a:pt x="11785" y="3989"/>
                    </a:cubicBezTo>
                    <a:cubicBezTo>
                      <a:pt x="12381" y="4613"/>
                      <a:pt x="12381" y="5588"/>
                      <a:pt x="11785" y="6211"/>
                    </a:cubicBezTo>
                    <a:cubicBezTo>
                      <a:pt x="11704" y="6265"/>
                      <a:pt x="11704" y="6373"/>
                      <a:pt x="11785" y="6455"/>
                    </a:cubicBezTo>
                    <a:cubicBezTo>
                      <a:pt x="11812" y="6482"/>
                      <a:pt x="11853" y="6495"/>
                      <a:pt x="11897" y="6495"/>
                    </a:cubicBezTo>
                    <a:cubicBezTo>
                      <a:pt x="11941" y="6495"/>
                      <a:pt x="11988" y="6482"/>
                      <a:pt x="12029" y="6455"/>
                    </a:cubicBezTo>
                    <a:cubicBezTo>
                      <a:pt x="12760" y="5696"/>
                      <a:pt x="12760" y="4504"/>
                      <a:pt x="12029" y="3746"/>
                    </a:cubicBezTo>
                    <a:cubicBezTo>
                      <a:pt x="11650" y="3380"/>
                      <a:pt x="11155" y="3197"/>
                      <a:pt x="10664" y="3197"/>
                    </a:cubicBezTo>
                    <a:close/>
                    <a:moveTo>
                      <a:pt x="6746" y="5019"/>
                    </a:moveTo>
                    <a:cubicBezTo>
                      <a:pt x="6800" y="5209"/>
                      <a:pt x="6909" y="5398"/>
                      <a:pt x="6990" y="5561"/>
                    </a:cubicBezTo>
                    <a:cubicBezTo>
                      <a:pt x="7098" y="5723"/>
                      <a:pt x="7180" y="5859"/>
                      <a:pt x="7315" y="6021"/>
                    </a:cubicBezTo>
                    <a:cubicBezTo>
                      <a:pt x="7153" y="6238"/>
                      <a:pt x="7017" y="6455"/>
                      <a:pt x="6882" y="6699"/>
                    </a:cubicBezTo>
                    <a:cubicBezTo>
                      <a:pt x="6800" y="6509"/>
                      <a:pt x="6719" y="6292"/>
                      <a:pt x="6692" y="6075"/>
                    </a:cubicBezTo>
                    <a:cubicBezTo>
                      <a:pt x="6611" y="5669"/>
                      <a:pt x="6638" y="5317"/>
                      <a:pt x="6746" y="5019"/>
                    </a:cubicBezTo>
                    <a:close/>
                    <a:moveTo>
                      <a:pt x="3062" y="5777"/>
                    </a:moveTo>
                    <a:lnTo>
                      <a:pt x="3820" y="6346"/>
                    </a:lnTo>
                    <a:cubicBezTo>
                      <a:pt x="3902" y="6861"/>
                      <a:pt x="3902" y="6861"/>
                      <a:pt x="3902" y="6861"/>
                    </a:cubicBezTo>
                    <a:cubicBezTo>
                      <a:pt x="3062" y="7538"/>
                      <a:pt x="3062" y="7538"/>
                      <a:pt x="3062" y="7538"/>
                    </a:cubicBezTo>
                    <a:cubicBezTo>
                      <a:pt x="2195" y="6861"/>
                      <a:pt x="2195" y="6861"/>
                      <a:pt x="2195" y="6861"/>
                    </a:cubicBezTo>
                    <a:cubicBezTo>
                      <a:pt x="2303" y="6346"/>
                      <a:pt x="2303" y="6346"/>
                      <a:pt x="2303" y="6346"/>
                    </a:cubicBezTo>
                    <a:cubicBezTo>
                      <a:pt x="3062" y="5777"/>
                      <a:pt x="3062" y="5777"/>
                      <a:pt x="3062" y="5777"/>
                    </a:cubicBezTo>
                    <a:close/>
                    <a:moveTo>
                      <a:pt x="6286" y="5777"/>
                    </a:moveTo>
                    <a:lnTo>
                      <a:pt x="6286" y="5777"/>
                    </a:lnTo>
                    <a:cubicBezTo>
                      <a:pt x="6313" y="5913"/>
                      <a:pt x="6313" y="6021"/>
                      <a:pt x="6340" y="6157"/>
                    </a:cubicBezTo>
                    <a:cubicBezTo>
                      <a:pt x="6421" y="6482"/>
                      <a:pt x="6529" y="6807"/>
                      <a:pt x="6692" y="7105"/>
                    </a:cubicBezTo>
                    <a:cubicBezTo>
                      <a:pt x="6557" y="7403"/>
                      <a:pt x="6502" y="7674"/>
                      <a:pt x="6475" y="7945"/>
                    </a:cubicBezTo>
                    <a:cubicBezTo>
                      <a:pt x="6150" y="7267"/>
                      <a:pt x="6069" y="6509"/>
                      <a:pt x="6286" y="5777"/>
                    </a:cubicBezTo>
                    <a:close/>
                    <a:moveTo>
                      <a:pt x="2114" y="7240"/>
                    </a:moveTo>
                    <a:cubicBezTo>
                      <a:pt x="2764" y="7755"/>
                      <a:pt x="2764" y="7755"/>
                      <a:pt x="2764" y="7755"/>
                    </a:cubicBezTo>
                    <a:cubicBezTo>
                      <a:pt x="1870" y="8432"/>
                      <a:pt x="1870" y="8432"/>
                      <a:pt x="1870" y="8432"/>
                    </a:cubicBezTo>
                    <a:lnTo>
                      <a:pt x="2114" y="7240"/>
                    </a:lnTo>
                    <a:close/>
                    <a:moveTo>
                      <a:pt x="3983" y="7240"/>
                    </a:moveTo>
                    <a:lnTo>
                      <a:pt x="4227" y="8432"/>
                    </a:lnTo>
                    <a:cubicBezTo>
                      <a:pt x="3333" y="7755"/>
                      <a:pt x="3333" y="7755"/>
                      <a:pt x="3333" y="7755"/>
                    </a:cubicBezTo>
                    <a:cubicBezTo>
                      <a:pt x="3983" y="7240"/>
                      <a:pt x="3983" y="7240"/>
                      <a:pt x="3983" y="7240"/>
                    </a:cubicBezTo>
                    <a:close/>
                    <a:moveTo>
                      <a:pt x="7532" y="6319"/>
                    </a:moveTo>
                    <a:cubicBezTo>
                      <a:pt x="7803" y="6671"/>
                      <a:pt x="8101" y="7024"/>
                      <a:pt x="8426" y="7349"/>
                    </a:cubicBezTo>
                    <a:cubicBezTo>
                      <a:pt x="8751" y="7647"/>
                      <a:pt x="9076" y="7972"/>
                      <a:pt x="9455" y="8243"/>
                    </a:cubicBezTo>
                    <a:cubicBezTo>
                      <a:pt x="9211" y="8405"/>
                      <a:pt x="8941" y="8568"/>
                      <a:pt x="8670" y="8703"/>
                    </a:cubicBezTo>
                    <a:cubicBezTo>
                      <a:pt x="8345" y="8487"/>
                      <a:pt x="8047" y="8270"/>
                      <a:pt x="7776" y="7999"/>
                    </a:cubicBezTo>
                    <a:cubicBezTo>
                      <a:pt x="7505" y="7728"/>
                      <a:pt x="7261" y="7430"/>
                      <a:pt x="7071" y="7078"/>
                    </a:cubicBezTo>
                    <a:cubicBezTo>
                      <a:pt x="7207" y="6807"/>
                      <a:pt x="7342" y="6563"/>
                      <a:pt x="7532" y="6319"/>
                    </a:cubicBezTo>
                    <a:close/>
                    <a:moveTo>
                      <a:pt x="7137" y="4504"/>
                    </a:moveTo>
                    <a:cubicBezTo>
                      <a:pt x="7254" y="4504"/>
                      <a:pt x="7480" y="4571"/>
                      <a:pt x="7884" y="4802"/>
                    </a:cubicBezTo>
                    <a:cubicBezTo>
                      <a:pt x="8209" y="4992"/>
                      <a:pt x="8561" y="5236"/>
                      <a:pt x="8913" y="5534"/>
                    </a:cubicBezTo>
                    <a:cubicBezTo>
                      <a:pt x="8263" y="5777"/>
                      <a:pt x="8263" y="5777"/>
                      <a:pt x="8263" y="5777"/>
                    </a:cubicBezTo>
                    <a:cubicBezTo>
                      <a:pt x="8155" y="5805"/>
                      <a:pt x="8128" y="5886"/>
                      <a:pt x="8155" y="5994"/>
                    </a:cubicBezTo>
                    <a:cubicBezTo>
                      <a:pt x="8177" y="6061"/>
                      <a:pt x="8255" y="6110"/>
                      <a:pt x="8327" y="6110"/>
                    </a:cubicBezTo>
                    <a:cubicBezTo>
                      <a:pt x="8342" y="6110"/>
                      <a:pt x="8357" y="6107"/>
                      <a:pt x="8372" y="6103"/>
                    </a:cubicBezTo>
                    <a:cubicBezTo>
                      <a:pt x="9211" y="5805"/>
                      <a:pt x="9211" y="5805"/>
                      <a:pt x="9211" y="5805"/>
                    </a:cubicBezTo>
                    <a:cubicBezTo>
                      <a:pt x="9347" y="5913"/>
                      <a:pt x="9482" y="6048"/>
                      <a:pt x="9591" y="6157"/>
                    </a:cubicBezTo>
                    <a:cubicBezTo>
                      <a:pt x="9726" y="6292"/>
                      <a:pt x="9862" y="6428"/>
                      <a:pt x="9970" y="6563"/>
                    </a:cubicBezTo>
                    <a:cubicBezTo>
                      <a:pt x="9672" y="7403"/>
                      <a:pt x="9672" y="7403"/>
                      <a:pt x="9672" y="7403"/>
                    </a:cubicBezTo>
                    <a:cubicBezTo>
                      <a:pt x="9645" y="7484"/>
                      <a:pt x="9699" y="7593"/>
                      <a:pt x="9780" y="7620"/>
                    </a:cubicBezTo>
                    <a:cubicBezTo>
                      <a:pt x="9795" y="7624"/>
                      <a:pt x="9810" y="7627"/>
                      <a:pt x="9826" y="7627"/>
                    </a:cubicBezTo>
                    <a:cubicBezTo>
                      <a:pt x="9898" y="7627"/>
                      <a:pt x="9975" y="7578"/>
                      <a:pt x="9997" y="7511"/>
                    </a:cubicBezTo>
                    <a:cubicBezTo>
                      <a:pt x="10241" y="6861"/>
                      <a:pt x="10241" y="6861"/>
                      <a:pt x="10241" y="6861"/>
                    </a:cubicBezTo>
                    <a:cubicBezTo>
                      <a:pt x="10539" y="7213"/>
                      <a:pt x="10783" y="7565"/>
                      <a:pt x="10972" y="7863"/>
                    </a:cubicBezTo>
                    <a:cubicBezTo>
                      <a:pt x="11297" y="8459"/>
                      <a:pt x="11270" y="8676"/>
                      <a:pt x="11243" y="8730"/>
                    </a:cubicBezTo>
                    <a:cubicBezTo>
                      <a:pt x="11226" y="8739"/>
                      <a:pt x="11189" y="8751"/>
                      <a:pt x="11128" y="8751"/>
                    </a:cubicBezTo>
                    <a:cubicBezTo>
                      <a:pt x="11000" y="8751"/>
                      <a:pt x="10763" y="8699"/>
                      <a:pt x="10376" y="8459"/>
                    </a:cubicBezTo>
                    <a:cubicBezTo>
                      <a:pt x="9862" y="8161"/>
                      <a:pt x="9266" y="7674"/>
                      <a:pt x="8670" y="7105"/>
                    </a:cubicBezTo>
                    <a:cubicBezTo>
                      <a:pt x="8317" y="6726"/>
                      <a:pt x="7965" y="6346"/>
                      <a:pt x="7667" y="5940"/>
                    </a:cubicBezTo>
                    <a:cubicBezTo>
                      <a:pt x="7667" y="5940"/>
                      <a:pt x="7667" y="5913"/>
                      <a:pt x="7667" y="5913"/>
                    </a:cubicBezTo>
                    <a:cubicBezTo>
                      <a:pt x="7532" y="5750"/>
                      <a:pt x="7423" y="5561"/>
                      <a:pt x="7315" y="5398"/>
                    </a:cubicBezTo>
                    <a:cubicBezTo>
                      <a:pt x="6990" y="4829"/>
                      <a:pt x="6990" y="4585"/>
                      <a:pt x="7044" y="4531"/>
                    </a:cubicBezTo>
                    <a:cubicBezTo>
                      <a:pt x="7060" y="4516"/>
                      <a:pt x="7089" y="4504"/>
                      <a:pt x="7137" y="4504"/>
                    </a:cubicBezTo>
                    <a:close/>
                    <a:moveTo>
                      <a:pt x="6909" y="7484"/>
                    </a:moveTo>
                    <a:lnTo>
                      <a:pt x="6909" y="7484"/>
                    </a:lnTo>
                    <a:cubicBezTo>
                      <a:pt x="7261" y="8026"/>
                      <a:pt x="7749" y="8487"/>
                      <a:pt x="8263" y="8839"/>
                    </a:cubicBezTo>
                    <a:cubicBezTo>
                      <a:pt x="8074" y="8920"/>
                      <a:pt x="7884" y="8947"/>
                      <a:pt x="7667" y="8947"/>
                    </a:cubicBezTo>
                    <a:cubicBezTo>
                      <a:pt x="7423" y="8947"/>
                      <a:pt x="7180" y="8866"/>
                      <a:pt x="7044" y="8730"/>
                    </a:cubicBezTo>
                    <a:cubicBezTo>
                      <a:pt x="6773" y="8459"/>
                      <a:pt x="6746" y="8026"/>
                      <a:pt x="6909" y="7484"/>
                    </a:cubicBezTo>
                    <a:close/>
                    <a:moveTo>
                      <a:pt x="9726" y="8459"/>
                    </a:moveTo>
                    <a:cubicBezTo>
                      <a:pt x="9889" y="8568"/>
                      <a:pt x="10051" y="8676"/>
                      <a:pt x="10214" y="8758"/>
                    </a:cubicBezTo>
                    <a:cubicBezTo>
                      <a:pt x="10376" y="8866"/>
                      <a:pt x="10566" y="8947"/>
                      <a:pt x="10756" y="9028"/>
                    </a:cubicBezTo>
                    <a:cubicBezTo>
                      <a:pt x="10575" y="9094"/>
                      <a:pt x="10365" y="9130"/>
                      <a:pt x="10143" y="9130"/>
                    </a:cubicBezTo>
                    <a:cubicBezTo>
                      <a:pt x="9998" y="9130"/>
                      <a:pt x="9849" y="9115"/>
                      <a:pt x="9699" y="9083"/>
                    </a:cubicBezTo>
                    <a:cubicBezTo>
                      <a:pt x="9482" y="9028"/>
                      <a:pt x="9266" y="8974"/>
                      <a:pt x="9076" y="8893"/>
                    </a:cubicBezTo>
                    <a:cubicBezTo>
                      <a:pt x="9293" y="8758"/>
                      <a:pt x="9537" y="8622"/>
                      <a:pt x="9726" y="8459"/>
                    </a:cubicBezTo>
                    <a:close/>
                    <a:moveTo>
                      <a:pt x="8670" y="9083"/>
                    </a:moveTo>
                    <a:cubicBezTo>
                      <a:pt x="8968" y="9245"/>
                      <a:pt x="9293" y="9354"/>
                      <a:pt x="9618" y="9408"/>
                    </a:cubicBezTo>
                    <a:cubicBezTo>
                      <a:pt x="9753" y="9435"/>
                      <a:pt x="9862" y="9462"/>
                      <a:pt x="9997" y="9462"/>
                    </a:cubicBezTo>
                    <a:cubicBezTo>
                      <a:pt x="9710" y="9550"/>
                      <a:pt x="9417" y="9594"/>
                      <a:pt x="9126" y="9594"/>
                    </a:cubicBezTo>
                    <a:cubicBezTo>
                      <a:pt x="8704" y="9594"/>
                      <a:pt x="8285" y="9503"/>
                      <a:pt x="7884" y="9326"/>
                    </a:cubicBezTo>
                    <a:cubicBezTo>
                      <a:pt x="7884" y="9326"/>
                      <a:pt x="7884" y="9326"/>
                      <a:pt x="7857" y="9299"/>
                    </a:cubicBezTo>
                    <a:lnTo>
                      <a:pt x="7830" y="9299"/>
                    </a:lnTo>
                    <a:cubicBezTo>
                      <a:pt x="7938" y="9272"/>
                      <a:pt x="8047" y="9272"/>
                      <a:pt x="8155" y="9245"/>
                    </a:cubicBezTo>
                    <a:cubicBezTo>
                      <a:pt x="8317" y="9191"/>
                      <a:pt x="8507" y="9137"/>
                      <a:pt x="8670" y="9083"/>
                    </a:cubicBezTo>
                    <a:close/>
                    <a:moveTo>
                      <a:pt x="3062" y="7972"/>
                    </a:moveTo>
                    <a:cubicBezTo>
                      <a:pt x="4335" y="8947"/>
                      <a:pt x="4335" y="8947"/>
                      <a:pt x="4335" y="8947"/>
                    </a:cubicBezTo>
                    <a:cubicBezTo>
                      <a:pt x="4443" y="9489"/>
                      <a:pt x="4443" y="9489"/>
                      <a:pt x="4443" y="9489"/>
                    </a:cubicBezTo>
                    <a:cubicBezTo>
                      <a:pt x="3062" y="10139"/>
                      <a:pt x="3062" y="10139"/>
                      <a:pt x="3062" y="10139"/>
                    </a:cubicBezTo>
                    <a:lnTo>
                      <a:pt x="1653" y="9489"/>
                    </a:lnTo>
                    <a:cubicBezTo>
                      <a:pt x="1761" y="8947"/>
                      <a:pt x="1761" y="8947"/>
                      <a:pt x="1761" y="8947"/>
                    </a:cubicBezTo>
                    <a:cubicBezTo>
                      <a:pt x="3062" y="7972"/>
                      <a:pt x="3062" y="7972"/>
                      <a:pt x="3062" y="7972"/>
                    </a:cubicBezTo>
                    <a:close/>
                    <a:moveTo>
                      <a:pt x="1599" y="9841"/>
                    </a:moveTo>
                    <a:cubicBezTo>
                      <a:pt x="2655" y="10356"/>
                      <a:pt x="2655" y="10356"/>
                      <a:pt x="2655" y="10356"/>
                    </a:cubicBezTo>
                    <a:cubicBezTo>
                      <a:pt x="1355" y="10952"/>
                      <a:pt x="1355" y="10952"/>
                      <a:pt x="1355" y="10952"/>
                    </a:cubicBezTo>
                    <a:lnTo>
                      <a:pt x="1599" y="9841"/>
                    </a:lnTo>
                    <a:close/>
                    <a:moveTo>
                      <a:pt x="4525" y="9841"/>
                    </a:moveTo>
                    <a:cubicBezTo>
                      <a:pt x="4769" y="10952"/>
                      <a:pt x="4769" y="10952"/>
                      <a:pt x="4769" y="10952"/>
                    </a:cubicBezTo>
                    <a:cubicBezTo>
                      <a:pt x="3468" y="10356"/>
                      <a:pt x="3468" y="10356"/>
                      <a:pt x="3468" y="10356"/>
                    </a:cubicBezTo>
                    <a:lnTo>
                      <a:pt x="4525" y="9841"/>
                    </a:lnTo>
                    <a:close/>
                    <a:moveTo>
                      <a:pt x="3062" y="10546"/>
                    </a:moveTo>
                    <a:cubicBezTo>
                      <a:pt x="4850" y="11385"/>
                      <a:pt x="4850" y="11385"/>
                      <a:pt x="4850" y="11385"/>
                    </a:cubicBezTo>
                    <a:cubicBezTo>
                      <a:pt x="5039" y="12361"/>
                      <a:pt x="5039" y="12361"/>
                      <a:pt x="5039" y="12361"/>
                    </a:cubicBezTo>
                    <a:lnTo>
                      <a:pt x="1084" y="12361"/>
                    </a:lnTo>
                    <a:lnTo>
                      <a:pt x="1274" y="11385"/>
                    </a:lnTo>
                    <a:cubicBezTo>
                      <a:pt x="3062" y="10546"/>
                      <a:pt x="3062" y="10546"/>
                      <a:pt x="3062" y="10546"/>
                    </a:cubicBezTo>
                    <a:close/>
                    <a:moveTo>
                      <a:pt x="7017" y="9164"/>
                    </a:moveTo>
                    <a:cubicBezTo>
                      <a:pt x="7207" y="9326"/>
                      <a:pt x="7423" y="9489"/>
                      <a:pt x="7667" y="9597"/>
                    </a:cubicBezTo>
                    <a:lnTo>
                      <a:pt x="8426" y="12361"/>
                    </a:lnTo>
                    <a:lnTo>
                      <a:pt x="6123" y="12361"/>
                    </a:lnTo>
                    <a:cubicBezTo>
                      <a:pt x="7017" y="9164"/>
                      <a:pt x="7017" y="9164"/>
                      <a:pt x="7017" y="9164"/>
                    </a:cubicBezTo>
                    <a:close/>
                    <a:moveTo>
                      <a:pt x="3057" y="887"/>
                    </a:moveTo>
                    <a:cubicBezTo>
                      <a:pt x="2941" y="887"/>
                      <a:pt x="2823" y="909"/>
                      <a:pt x="2710" y="955"/>
                    </a:cubicBezTo>
                    <a:cubicBezTo>
                      <a:pt x="2276" y="1145"/>
                      <a:pt x="2032" y="1660"/>
                      <a:pt x="2222" y="2120"/>
                    </a:cubicBezTo>
                    <a:cubicBezTo>
                      <a:pt x="2330" y="2337"/>
                      <a:pt x="2493" y="2527"/>
                      <a:pt x="2710" y="2608"/>
                    </a:cubicBezTo>
                    <a:cubicBezTo>
                      <a:pt x="2222" y="5019"/>
                      <a:pt x="2222" y="5019"/>
                      <a:pt x="2222" y="5019"/>
                    </a:cubicBezTo>
                    <a:cubicBezTo>
                      <a:pt x="1978" y="6184"/>
                      <a:pt x="1978" y="6184"/>
                      <a:pt x="1978" y="6184"/>
                    </a:cubicBezTo>
                    <a:cubicBezTo>
                      <a:pt x="1978" y="6211"/>
                      <a:pt x="1978" y="6211"/>
                      <a:pt x="1978" y="6211"/>
                    </a:cubicBezTo>
                    <a:cubicBezTo>
                      <a:pt x="1843" y="6888"/>
                      <a:pt x="1843" y="6888"/>
                      <a:pt x="1843" y="6888"/>
                    </a:cubicBezTo>
                    <a:cubicBezTo>
                      <a:pt x="1843" y="6888"/>
                      <a:pt x="1843" y="6915"/>
                      <a:pt x="1816" y="6915"/>
                    </a:cubicBezTo>
                    <a:cubicBezTo>
                      <a:pt x="1436" y="8812"/>
                      <a:pt x="1436" y="8812"/>
                      <a:pt x="1436" y="8812"/>
                    </a:cubicBezTo>
                    <a:cubicBezTo>
                      <a:pt x="732" y="12361"/>
                      <a:pt x="732" y="12361"/>
                      <a:pt x="732" y="12361"/>
                    </a:cubicBezTo>
                    <a:lnTo>
                      <a:pt x="190" y="12361"/>
                    </a:lnTo>
                    <a:cubicBezTo>
                      <a:pt x="82" y="12361"/>
                      <a:pt x="1" y="12415"/>
                      <a:pt x="1" y="12523"/>
                    </a:cubicBezTo>
                    <a:cubicBezTo>
                      <a:pt x="1" y="12604"/>
                      <a:pt x="82" y="12686"/>
                      <a:pt x="190" y="12686"/>
                    </a:cubicBezTo>
                    <a:lnTo>
                      <a:pt x="9862" y="12686"/>
                    </a:lnTo>
                    <a:cubicBezTo>
                      <a:pt x="9943" y="12686"/>
                      <a:pt x="10024" y="12604"/>
                      <a:pt x="10024" y="12523"/>
                    </a:cubicBezTo>
                    <a:cubicBezTo>
                      <a:pt x="10024" y="12415"/>
                      <a:pt x="9943" y="12361"/>
                      <a:pt x="9862" y="12361"/>
                    </a:cubicBezTo>
                    <a:lnTo>
                      <a:pt x="8778" y="12361"/>
                    </a:lnTo>
                    <a:cubicBezTo>
                      <a:pt x="8075" y="9763"/>
                      <a:pt x="8074" y="9760"/>
                      <a:pt x="8074" y="9760"/>
                    </a:cubicBezTo>
                    <a:lnTo>
                      <a:pt x="8074" y="9760"/>
                    </a:lnTo>
                    <a:cubicBezTo>
                      <a:pt x="8425" y="9880"/>
                      <a:pt x="8789" y="9938"/>
                      <a:pt x="9150" y="9938"/>
                    </a:cubicBezTo>
                    <a:cubicBezTo>
                      <a:pt x="10012" y="9938"/>
                      <a:pt x="10857" y="9604"/>
                      <a:pt x="11487" y="8974"/>
                    </a:cubicBezTo>
                    <a:cubicBezTo>
                      <a:pt x="11704" y="8758"/>
                      <a:pt x="11623" y="8324"/>
                      <a:pt x="11270" y="7701"/>
                    </a:cubicBezTo>
                    <a:cubicBezTo>
                      <a:pt x="11054" y="7322"/>
                      <a:pt x="10729" y="6888"/>
                      <a:pt x="10376" y="6482"/>
                    </a:cubicBezTo>
                    <a:cubicBezTo>
                      <a:pt x="10620" y="5777"/>
                      <a:pt x="10620" y="5777"/>
                      <a:pt x="10620" y="5777"/>
                    </a:cubicBezTo>
                    <a:lnTo>
                      <a:pt x="10674" y="5777"/>
                    </a:lnTo>
                    <a:cubicBezTo>
                      <a:pt x="11054" y="5777"/>
                      <a:pt x="11352" y="5479"/>
                      <a:pt x="11352" y="5100"/>
                    </a:cubicBezTo>
                    <a:cubicBezTo>
                      <a:pt x="11352" y="4911"/>
                      <a:pt x="11270" y="4748"/>
                      <a:pt x="11162" y="4613"/>
                    </a:cubicBezTo>
                    <a:cubicBezTo>
                      <a:pt x="11027" y="4477"/>
                      <a:pt x="10850" y="4409"/>
                      <a:pt x="10674" y="4409"/>
                    </a:cubicBezTo>
                    <a:cubicBezTo>
                      <a:pt x="10498" y="4409"/>
                      <a:pt x="10322" y="4477"/>
                      <a:pt x="10187" y="4613"/>
                    </a:cubicBezTo>
                    <a:cubicBezTo>
                      <a:pt x="10051" y="4748"/>
                      <a:pt x="9970" y="4911"/>
                      <a:pt x="9970" y="5100"/>
                    </a:cubicBezTo>
                    <a:cubicBezTo>
                      <a:pt x="9970" y="5127"/>
                      <a:pt x="9970" y="5127"/>
                      <a:pt x="9970" y="5154"/>
                    </a:cubicBezTo>
                    <a:cubicBezTo>
                      <a:pt x="9293" y="5398"/>
                      <a:pt x="9293" y="5398"/>
                      <a:pt x="9293" y="5398"/>
                    </a:cubicBezTo>
                    <a:cubicBezTo>
                      <a:pt x="8859" y="5019"/>
                      <a:pt x="8453" y="4721"/>
                      <a:pt x="8074" y="4504"/>
                    </a:cubicBezTo>
                    <a:cubicBezTo>
                      <a:pt x="7691" y="4271"/>
                      <a:pt x="7379" y="4161"/>
                      <a:pt x="7146" y="4161"/>
                    </a:cubicBezTo>
                    <a:cubicBezTo>
                      <a:pt x="6999" y="4161"/>
                      <a:pt x="6884" y="4204"/>
                      <a:pt x="6800" y="4287"/>
                    </a:cubicBezTo>
                    <a:cubicBezTo>
                      <a:pt x="5527" y="5561"/>
                      <a:pt x="5500" y="7593"/>
                      <a:pt x="6719" y="8893"/>
                    </a:cubicBezTo>
                    <a:cubicBezTo>
                      <a:pt x="5771" y="12361"/>
                      <a:pt x="5771" y="12361"/>
                      <a:pt x="5771" y="12361"/>
                    </a:cubicBezTo>
                    <a:lnTo>
                      <a:pt x="5392" y="12361"/>
                    </a:lnTo>
                    <a:cubicBezTo>
                      <a:pt x="4823" y="9570"/>
                      <a:pt x="4823" y="9570"/>
                      <a:pt x="4823" y="9570"/>
                    </a:cubicBezTo>
                    <a:cubicBezTo>
                      <a:pt x="4823" y="9570"/>
                      <a:pt x="4823" y="9543"/>
                      <a:pt x="4823" y="9543"/>
                    </a:cubicBezTo>
                    <a:cubicBezTo>
                      <a:pt x="4660" y="8839"/>
                      <a:pt x="4660" y="8839"/>
                      <a:pt x="4660" y="8839"/>
                    </a:cubicBezTo>
                    <a:cubicBezTo>
                      <a:pt x="4660" y="8812"/>
                      <a:pt x="4660" y="8812"/>
                      <a:pt x="4660" y="8812"/>
                    </a:cubicBezTo>
                    <a:cubicBezTo>
                      <a:pt x="3902" y="5019"/>
                      <a:pt x="3902" y="5019"/>
                      <a:pt x="3902" y="5019"/>
                    </a:cubicBezTo>
                    <a:lnTo>
                      <a:pt x="3875" y="5019"/>
                    </a:lnTo>
                    <a:cubicBezTo>
                      <a:pt x="3387" y="2608"/>
                      <a:pt x="3387" y="2608"/>
                      <a:pt x="3387" y="2608"/>
                    </a:cubicBezTo>
                    <a:cubicBezTo>
                      <a:pt x="3847" y="2445"/>
                      <a:pt x="4064" y="1903"/>
                      <a:pt x="3902" y="1443"/>
                    </a:cubicBezTo>
                    <a:cubicBezTo>
                      <a:pt x="3759" y="1095"/>
                      <a:pt x="3415" y="887"/>
                      <a:pt x="3057" y="887"/>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801" name="Google Shape;801;p50"/>
            <p:cNvSpPr txBox="1"/>
            <p:nvPr/>
          </p:nvSpPr>
          <p:spPr>
            <a:xfrm>
              <a:off x="5168450" y="2764538"/>
              <a:ext cx="14799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Telecommunications</a:t>
              </a:r>
              <a:endParaRPr b="1" sz="800">
                <a:solidFill>
                  <a:srgbClr val="3C3C3A"/>
                </a:solidFill>
                <a:latin typeface="Montserrat"/>
                <a:ea typeface="Montserrat"/>
                <a:cs typeface="Montserrat"/>
                <a:sym typeface="Montserrat"/>
              </a:endParaRPr>
            </a:p>
          </p:txBody>
        </p:sp>
      </p:grpSp>
      <p:grpSp>
        <p:nvGrpSpPr>
          <p:cNvPr id="802" name="Google Shape;802;p50"/>
          <p:cNvGrpSpPr/>
          <p:nvPr/>
        </p:nvGrpSpPr>
        <p:grpSpPr>
          <a:xfrm>
            <a:off x="6569573" y="3246039"/>
            <a:ext cx="1637752" cy="428694"/>
            <a:chOff x="4681798" y="3283052"/>
            <a:chExt cx="1637752" cy="428694"/>
          </a:xfrm>
        </p:grpSpPr>
        <p:grpSp>
          <p:nvGrpSpPr>
            <p:cNvPr id="803" name="Google Shape;803;p50"/>
            <p:cNvGrpSpPr/>
            <p:nvPr/>
          </p:nvGrpSpPr>
          <p:grpSpPr>
            <a:xfrm>
              <a:off x="4681798" y="3283052"/>
              <a:ext cx="404866" cy="404889"/>
              <a:chOff x="3608150" y="5037300"/>
              <a:chExt cx="433475" cy="433500"/>
            </a:xfrm>
          </p:grpSpPr>
          <p:sp>
            <p:nvSpPr>
              <p:cNvPr id="804" name="Google Shape;804;p50"/>
              <p:cNvSpPr/>
              <p:nvPr/>
            </p:nvSpPr>
            <p:spPr>
              <a:xfrm>
                <a:off x="3933350" y="5156250"/>
                <a:ext cx="12500" cy="10275"/>
              </a:xfrm>
              <a:custGeom>
                <a:rect b="b" l="l" r="r" t="t"/>
                <a:pathLst>
                  <a:path extrusionOk="0" h="411" w="500">
                    <a:moveTo>
                      <a:pt x="153" y="1"/>
                    </a:moveTo>
                    <a:cubicBezTo>
                      <a:pt x="94" y="1"/>
                      <a:pt x="43" y="31"/>
                      <a:pt x="23" y="92"/>
                    </a:cubicBezTo>
                    <a:cubicBezTo>
                      <a:pt x="-31" y="173"/>
                      <a:pt x="23" y="255"/>
                      <a:pt x="77" y="282"/>
                    </a:cubicBezTo>
                    <a:cubicBezTo>
                      <a:pt x="132" y="309"/>
                      <a:pt x="159" y="309"/>
                      <a:pt x="186" y="336"/>
                    </a:cubicBezTo>
                    <a:cubicBezTo>
                      <a:pt x="213" y="336"/>
                      <a:pt x="240" y="363"/>
                      <a:pt x="294" y="390"/>
                    </a:cubicBezTo>
                    <a:cubicBezTo>
                      <a:pt x="321" y="404"/>
                      <a:pt x="348" y="410"/>
                      <a:pt x="372" y="410"/>
                    </a:cubicBezTo>
                    <a:cubicBezTo>
                      <a:pt x="396" y="410"/>
                      <a:pt x="416" y="404"/>
                      <a:pt x="430" y="390"/>
                    </a:cubicBezTo>
                    <a:cubicBezTo>
                      <a:pt x="457" y="363"/>
                      <a:pt x="484" y="336"/>
                      <a:pt x="484" y="336"/>
                    </a:cubicBezTo>
                    <a:cubicBezTo>
                      <a:pt x="511" y="255"/>
                      <a:pt x="511" y="173"/>
                      <a:pt x="430" y="146"/>
                    </a:cubicBezTo>
                    <a:cubicBezTo>
                      <a:pt x="375" y="119"/>
                      <a:pt x="348" y="92"/>
                      <a:pt x="321" y="65"/>
                    </a:cubicBezTo>
                    <a:cubicBezTo>
                      <a:pt x="294" y="65"/>
                      <a:pt x="240" y="38"/>
                      <a:pt x="213" y="11"/>
                    </a:cubicBezTo>
                    <a:cubicBezTo>
                      <a:pt x="192" y="4"/>
                      <a:pt x="172" y="1"/>
                      <a:pt x="153"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05" name="Google Shape;805;p50"/>
              <p:cNvSpPr/>
              <p:nvPr/>
            </p:nvSpPr>
            <p:spPr>
              <a:xfrm>
                <a:off x="3705675" y="5252000"/>
                <a:ext cx="244525" cy="170025"/>
              </a:xfrm>
              <a:custGeom>
                <a:rect b="b" l="l" r="r" t="t"/>
                <a:pathLst>
                  <a:path extrusionOk="0" h="6801" w="9781">
                    <a:moveTo>
                      <a:pt x="1165" y="4742"/>
                    </a:moveTo>
                    <a:cubicBezTo>
                      <a:pt x="1057" y="4877"/>
                      <a:pt x="976" y="5067"/>
                      <a:pt x="922" y="5256"/>
                    </a:cubicBezTo>
                    <a:lnTo>
                      <a:pt x="380" y="5256"/>
                    </a:lnTo>
                    <a:lnTo>
                      <a:pt x="380" y="4742"/>
                    </a:lnTo>
                    <a:close/>
                    <a:moveTo>
                      <a:pt x="5365" y="4742"/>
                    </a:moveTo>
                    <a:lnTo>
                      <a:pt x="5365" y="5256"/>
                    </a:lnTo>
                    <a:lnTo>
                      <a:pt x="3441" y="5256"/>
                    </a:lnTo>
                    <a:cubicBezTo>
                      <a:pt x="3387" y="5067"/>
                      <a:pt x="3306" y="4877"/>
                      <a:pt x="3197" y="4742"/>
                    </a:cubicBezTo>
                    <a:close/>
                    <a:moveTo>
                      <a:pt x="6231" y="1680"/>
                    </a:moveTo>
                    <a:cubicBezTo>
                      <a:pt x="6231" y="2791"/>
                      <a:pt x="6231" y="2791"/>
                      <a:pt x="6231" y="2791"/>
                    </a:cubicBezTo>
                    <a:cubicBezTo>
                      <a:pt x="6231" y="3089"/>
                      <a:pt x="6448" y="3306"/>
                      <a:pt x="6746" y="3306"/>
                    </a:cubicBezTo>
                    <a:lnTo>
                      <a:pt x="6936" y="3306"/>
                    </a:lnTo>
                    <a:cubicBezTo>
                      <a:pt x="6990" y="3306"/>
                      <a:pt x="7017" y="3333"/>
                      <a:pt x="7044" y="3387"/>
                    </a:cubicBezTo>
                    <a:cubicBezTo>
                      <a:pt x="7315" y="3794"/>
                      <a:pt x="7315" y="3794"/>
                      <a:pt x="7315" y="3794"/>
                    </a:cubicBezTo>
                    <a:cubicBezTo>
                      <a:pt x="7423" y="3929"/>
                      <a:pt x="7586" y="4037"/>
                      <a:pt x="7749" y="4037"/>
                    </a:cubicBezTo>
                    <a:lnTo>
                      <a:pt x="9401" y="4037"/>
                    </a:lnTo>
                    <a:cubicBezTo>
                      <a:pt x="9401" y="5175"/>
                      <a:pt x="9401" y="5175"/>
                      <a:pt x="9401" y="5175"/>
                    </a:cubicBezTo>
                    <a:cubicBezTo>
                      <a:pt x="9401" y="5202"/>
                      <a:pt x="9374" y="5256"/>
                      <a:pt x="9320" y="5256"/>
                    </a:cubicBezTo>
                    <a:lnTo>
                      <a:pt x="8859" y="5256"/>
                    </a:lnTo>
                    <a:cubicBezTo>
                      <a:pt x="8724" y="4660"/>
                      <a:pt x="8209" y="4227"/>
                      <a:pt x="7613" y="4227"/>
                    </a:cubicBezTo>
                    <a:cubicBezTo>
                      <a:pt x="6990" y="4227"/>
                      <a:pt x="6475" y="4660"/>
                      <a:pt x="6367" y="5256"/>
                    </a:cubicBezTo>
                    <a:lnTo>
                      <a:pt x="5744" y="5256"/>
                    </a:lnTo>
                    <a:cubicBezTo>
                      <a:pt x="5744" y="4552"/>
                      <a:pt x="5744" y="4552"/>
                      <a:pt x="5744" y="4552"/>
                    </a:cubicBezTo>
                    <a:cubicBezTo>
                      <a:pt x="5744" y="1762"/>
                      <a:pt x="5744" y="1762"/>
                      <a:pt x="5744" y="1762"/>
                    </a:cubicBezTo>
                    <a:cubicBezTo>
                      <a:pt x="5744" y="1707"/>
                      <a:pt x="5771" y="1680"/>
                      <a:pt x="5825" y="1680"/>
                    </a:cubicBezTo>
                    <a:close/>
                    <a:moveTo>
                      <a:pt x="2168" y="4606"/>
                    </a:moveTo>
                    <a:cubicBezTo>
                      <a:pt x="2655" y="4606"/>
                      <a:pt x="3035" y="4986"/>
                      <a:pt x="3062" y="5446"/>
                    </a:cubicBezTo>
                    <a:cubicBezTo>
                      <a:pt x="3062" y="5473"/>
                      <a:pt x="3062" y="5500"/>
                      <a:pt x="3062" y="5527"/>
                    </a:cubicBezTo>
                    <a:cubicBezTo>
                      <a:pt x="3062" y="6015"/>
                      <a:pt x="2683" y="6421"/>
                      <a:pt x="2168" y="6421"/>
                    </a:cubicBezTo>
                    <a:cubicBezTo>
                      <a:pt x="1680" y="6421"/>
                      <a:pt x="1274" y="6015"/>
                      <a:pt x="1274" y="5527"/>
                    </a:cubicBezTo>
                    <a:cubicBezTo>
                      <a:pt x="1274" y="5013"/>
                      <a:pt x="1680" y="4606"/>
                      <a:pt x="2168" y="4606"/>
                    </a:cubicBezTo>
                    <a:close/>
                    <a:moveTo>
                      <a:pt x="7613" y="4606"/>
                    </a:moveTo>
                    <a:cubicBezTo>
                      <a:pt x="8101" y="4606"/>
                      <a:pt x="8507" y="5013"/>
                      <a:pt x="8507" y="5527"/>
                    </a:cubicBezTo>
                    <a:cubicBezTo>
                      <a:pt x="8507" y="6015"/>
                      <a:pt x="8101" y="6421"/>
                      <a:pt x="7613" y="6421"/>
                    </a:cubicBezTo>
                    <a:cubicBezTo>
                      <a:pt x="7098" y="6421"/>
                      <a:pt x="6719" y="6015"/>
                      <a:pt x="6719" y="5527"/>
                    </a:cubicBezTo>
                    <a:cubicBezTo>
                      <a:pt x="6719" y="5013"/>
                      <a:pt x="7098" y="4606"/>
                      <a:pt x="7613" y="4606"/>
                    </a:cubicBezTo>
                    <a:close/>
                    <a:moveTo>
                      <a:pt x="2087" y="1"/>
                    </a:moveTo>
                    <a:cubicBezTo>
                      <a:pt x="1978" y="1"/>
                      <a:pt x="1897" y="82"/>
                      <a:pt x="1897" y="190"/>
                    </a:cubicBezTo>
                    <a:cubicBezTo>
                      <a:pt x="1897" y="299"/>
                      <a:pt x="1978" y="380"/>
                      <a:pt x="2087" y="380"/>
                    </a:cubicBezTo>
                    <a:lnTo>
                      <a:pt x="5229" y="380"/>
                    </a:lnTo>
                    <a:cubicBezTo>
                      <a:pt x="5310" y="380"/>
                      <a:pt x="5365" y="461"/>
                      <a:pt x="5365" y="515"/>
                    </a:cubicBezTo>
                    <a:cubicBezTo>
                      <a:pt x="5365" y="1735"/>
                      <a:pt x="5365" y="1735"/>
                      <a:pt x="5365" y="1735"/>
                    </a:cubicBezTo>
                    <a:cubicBezTo>
                      <a:pt x="5365" y="1735"/>
                      <a:pt x="5365" y="1762"/>
                      <a:pt x="5365" y="1762"/>
                    </a:cubicBezTo>
                    <a:cubicBezTo>
                      <a:pt x="5365" y="4362"/>
                      <a:pt x="5365" y="4362"/>
                      <a:pt x="5365" y="4362"/>
                    </a:cubicBezTo>
                    <a:lnTo>
                      <a:pt x="2710" y="4362"/>
                    </a:lnTo>
                    <a:cubicBezTo>
                      <a:pt x="2547" y="4281"/>
                      <a:pt x="2357" y="4227"/>
                      <a:pt x="2168" y="4227"/>
                    </a:cubicBezTo>
                    <a:cubicBezTo>
                      <a:pt x="1978" y="4227"/>
                      <a:pt x="1816" y="4281"/>
                      <a:pt x="1653" y="4362"/>
                    </a:cubicBezTo>
                    <a:lnTo>
                      <a:pt x="380" y="4362"/>
                    </a:lnTo>
                    <a:cubicBezTo>
                      <a:pt x="380" y="3279"/>
                      <a:pt x="380" y="3279"/>
                      <a:pt x="380" y="3279"/>
                    </a:cubicBezTo>
                    <a:lnTo>
                      <a:pt x="1" y="3279"/>
                    </a:lnTo>
                    <a:cubicBezTo>
                      <a:pt x="1" y="4447"/>
                      <a:pt x="1" y="5072"/>
                      <a:pt x="1" y="5365"/>
                    </a:cubicBezTo>
                    <a:cubicBezTo>
                      <a:pt x="1" y="5500"/>
                      <a:pt x="109" y="5636"/>
                      <a:pt x="271" y="5636"/>
                    </a:cubicBezTo>
                    <a:lnTo>
                      <a:pt x="922" y="5636"/>
                    </a:lnTo>
                    <a:cubicBezTo>
                      <a:pt x="976" y="6286"/>
                      <a:pt x="1518" y="6801"/>
                      <a:pt x="2168" y="6801"/>
                    </a:cubicBezTo>
                    <a:cubicBezTo>
                      <a:pt x="2845" y="6801"/>
                      <a:pt x="3387" y="6286"/>
                      <a:pt x="3441" y="5636"/>
                    </a:cubicBezTo>
                    <a:lnTo>
                      <a:pt x="6340" y="5636"/>
                    </a:lnTo>
                    <a:cubicBezTo>
                      <a:pt x="6394" y="6286"/>
                      <a:pt x="6936" y="6801"/>
                      <a:pt x="7613" y="6801"/>
                    </a:cubicBezTo>
                    <a:cubicBezTo>
                      <a:pt x="8263" y="6801"/>
                      <a:pt x="8805" y="6286"/>
                      <a:pt x="8886" y="5636"/>
                    </a:cubicBezTo>
                    <a:lnTo>
                      <a:pt x="9320" y="5636"/>
                    </a:lnTo>
                    <a:cubicBezTo>
                      <a:pt x="9591" y="5636"/>
                      <a:pt x="9780" y="5419"/>
                      <a:pt x="9780" y="5175"/>
                    </a:cubicBezTo>
                    <a:cubicBezTo>
                      <a:pt x="9780" y="3441"/>
                      <a:pt x="9780" y="3441"/>
                      <a:pt x="9780" y="3441"/>
                    </a:cubicBezTo>
                    <a:cubicBezTo>
                      <a:pt x="9780" y="3062"/>
                      <a:pt x="9672" y="2683"/>
                      <a:pt x="9482" y="2358"/>
                    </a:cubicBezTo>
                    <a:cubicBezTo>
                      <a:pt x="9443" y="2299"/>
                      <a:pt x="9376" y="2255"/>
                      <a:pt x="9301" y="2255"/>
                    </a:cubicBezTo>
                    <a:cubicBezTo>
                      <a:pt x="9272" y="2255"/>
                      <a:pt x="9242" y="2261"/>
                      <a:pt x="9211" y="2276"/>
                    </a:cubicBezTo>
                    <a:cubicBezTo>
                      <a:pt x="9130" y="2331"/>
                      <a:pt x="9103" y="2466"/>
                      <a:pt x="9157" y="2547"/>
                    </a:cubicBezTo>
                    <a:cubicBezTo>
                      <a:pt x="9320" y="2818"/>
                      <a:pt x="9401" y="3143"/>
                      <a:pt x="9401" y="3441"/>
                    </a:cubicBezTo>
                    <a:cubicBezTo>
                      <a:pt x="9401" y="3631"/>
                      <a:pt x="9401" y="3631"/>
                      <a:pt x="9401" y="3631"/>
                    </a:cubicBezTo>
                    <a:lnTo>
                      <a:pt x="7749" y="3631"/>
                    </a:lnTo>
                    <a:cubicBezTo>
                      <a:pt x="7694" y="3631"/>
                      <a:pt x="7667" y="3631"/>
                      <a:pt x="7640" y="3577"/>
                    </a:cubicBezTo>
                    <a:cubicBezTo>
                      <a:pt x="7369" y="3170"/>
                      <a:pt x="7369" y="3170"/>
                      <a:pt x="7369" y="3170"/>
                    </a:cubicBezTo>
                    <a:cubicBezTo>
                      <a:pt x="7261" y="3008"/>
                      <a:pt x="7098" y="2927"/>
                      <a:pt x="6936" y="2927"/>
                    </a:cubicBezTo>
                    <a:lnTo>
                      <a:pt x="6746" y="2927"/>
                    </a:lnTo>
                    <a:cubicBezTo>
                      <a:pt x="6665" y="2927"/>
                      <a:pt x="6611" y="2872"/>
                      <a:pt x="6611" y="2791"/>
                    </a:cubicBezTo>
                    <a:cubicBezTo>
                      <a:pt x="6611" y="1680"/>
                      <a:pt x="6611" y="1680"/>
                      <a:pt x="6611" y="1680"/>
                    </a:cubicBezTo>
                    <a:lnTo>
                      <a:pt x="7640" y="1680"/>
                    </a:lnTo>
                    <a:cubicBezTo>
                      <a:pt x="8019" y="1680"/>
                      <a:pt x="8399" y="1816"/>
                      <a:pt x="8697" y="2033"/>
                    </a:cubicBezTo>
                    <a:cubicBezTo>
                      <a:pt x="8733" y="2057"/>
                      <a:pt x="8775" y="2070"/>
                      <a:pt x="8818" y="2070"/>
                    </a:cubicBezTo>
                    <a:cubicBezTo>
                      <a:pt x="8870" y="2070"/>
                      <a:pt x="8923" y="2050"/>
                      <a:pt x="8968" y="2005"/>
                    </a:cubicBezTo>
                    <a:cubicBezTo>
                      <a:pt x="9022" y="1897"/>
                      <a:pt x="8995" y="1789"/>
                      <a:pt x="8913" y="1735"/>
                    </a:cubicBezTo>
                    <a:cubicBezTo>
                      <a:pt x="8561" y="1437"/>
                      <a:pt x="8101" y="1301"/>
                      <a:pt x="7640" y="1301"/>
                    </a:cubicBezTo>
                    <a:lnTo>
                      <a:pt x="5744" y="1301"/>
                    </a:lnTo>
                    <a:cubicBezTo>
                      <a:pt x="5744" y="515"/>
                      <a:pt x="5744" y="515"/>
                      <a:pt x="5744" y="515"/>
                    </a:cubicBezTo>
                    <a:cubicBezTo>
                      <a:pt x="5744" y="245"/>
                      <a:pt x="5527" y="1"/>
                      <a:pt x="5229"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06" name="Google Shape;806;p50"/>
              <p:cNvSpPr/>
              <p:nvPr/>
            </p:nvSpPr>
            <p:spPr>
              <a:xfrm>
                <a:off x="3734800" y="5083375"/>
                <a:ext cx="188300" cy="169600"/>
              </a:xfrm>
              <a:custGeom>
                <a:rect b="b" l="l" r="r" t="t"/>
                <a:pathLst>
                  <a:path extrusionOk="0" h="6784" w="7532">
                    <a:moveTo>
                      <a:pt x="2574" y="1869"/>
                    </a:moveTo>
                    <a:cubicBezTo>
                      <a:pt x="2737" y="2032"/>
                      <a:pt x="2737" y="2032"/>
                      <a:pt x="2737" y="2032"/>
                    </a:cubicBezTo>
                    <a:lnTo>
                      <a:pt x="2493" y="2167"/>
                    </a:lnTo>
                    <a:cubicBezTo>
                      <a:pt x="2384" y="1978"/>
                      <a:pt x="2384" y="1978"/>
                      <a:pt x="2384" y="1978"/>
                    </a:cubicBezTo>
                    <a:cubicBezTo>
                      <a:pt x="2574" y="1869"/>
                      <a:pt x="2574" y="1869"/>
                      <a:pt x="2574" y="1869"/>
                    </a:cubicBezTo>
                    <a:close/>
                    <a:moveTo>
                      <a:pt x="482" y="3783"/>
                    </a:moveTo>
                    <a:cubicBezTo>
                      <a:pt x="502" y="3783"/>
                      <a:pt x="522" y="3786"/>
                      <a:pt x="542" y="3793"/>
                    </a:cubicBezTo>
                    <a:lnTo>
                      <a:pt x="569" y="3793"/>
                    </a:lnTo>
                    <a:cubicBezTo>
                      <a:pt x="1220" y="3901"/>
                      <a:pt x="1220" y="3901"/>
                      <a:pt x="1220" y="3901"/>
                    </a:cubicBezTo>
                    <a:cubicBezTo>
                      <a:pt x="894" y="4226"/>
                      <a:pt x="894" y="4226"/>
                      <a:pt x="894" y="4226"/>
                    </a:cubicBezTo>
                    <a:cubicBezTo>
                      <a:pt x="353" y="3874"/>
                      <a:pt x="353" y="3874"/>
                      <a:pt x="353" y="3874"/>
                    </a:cubicBezTo>
                    <a:cubicBezTo>
                      <a:pt x="373" y="3813"/>
                      <a:pt x="424" y="3783"/>
                      <a:pt x="482" y="3783"/>
                    </a:cubicBezTo>
                    <a:close/>
                    <a:moveTo>
                      <a:pt x="2191" y="359"/>
                    </a:moveTo>
                    <a:cubicBezTo>
                      <a:pt x="2222" y="359"/>
                      <a:pt x="2249" y="366"/>
                      <a:pt x="2276" y="379"/>
                    </a:cubicBezTo>
                    <a:cubicBezTo>
                      <a:pt x="4904" y="1598"/>
                      <a:pt x="4904" y="1598"/>
                      <a:pt x="4904" y="1598"/>
                    </a:cubicBezTo>
                    <a:cubicBezTo>
                      <a:pt x="4525" y="1815"/>
                      <a:pt x="4525" y="1815"/>
                      <a:pt x="4525" y="1815"/>
                    </a:cubicBezTo>
                    <a:cubicBezTo>
                      <a:pt x="4443" y="1869"/>
                      <a:pt x="4416" y="1978"/>
                      <a:pt x="4470" y="2059"/>
                    </a:cubicBezTo>
                    <a:cubicBezTo>
                      <a:pt x="4505" y="2111"/>
                      <a:pt x="4563" y="2141"/>
                      <a:pt x="4621" y="2141"/>
                    </a:cubicBezTo>
                    <a:cubicBezTo>
                      <a:pt x="4653" y="2141"/>
                      <a:pt x="4685" y="2132"/>
                      <a:pt x="4714" y="2113"/>
                    </a:cubicBezTo>
                    <a:cubicBezTo>
                      <a:pt x="5364" y="1734"/>
                      <a:pt x="5364" y="1734"/>
                      <a:pt x="5364" y="1734"/>
                    </a:cubicBezTo>
                    <a:lnTo>
                      <a:pt x="5392" y="1734"/>
                    </a:lnTo>
                    <a:cubicBezTo>
                      <a:pt x="5988" y="1382"/>
                      <a:pt x="5988" y="1382"/>
                      <a:pt x="5988" y="1382"/>
                    </a:cubicBezTo>
                    <a:cubicBezTo>
                      <a:pt x="6148" y="1286"/>
                      <a:pt x="6333" y="1244"/>
                      <a:pt x="6509" y="1244"/>
                    </a:cubicBezTo>
                    <a:cubicBezTo>
                      <a:pt x="6779" y="1244"/>
                      <a:pt x="7027" y="1342"/>
                      <a:pt x="7125" y="1490"/>
                    </a:cubicBezTo>
                    <a:cubicBezTo>
                      <a:pt x="7207" y="1598"/>
                      <a:pt x="7180" y="1761"/>
                      <a:pt x="7152" y="1869"/>
                    </a:cubicBezTo>
                    <a:cubicBezTo>
                      <a:pt x="7098" y="2140"/>
                      <a:pt x="6882" y="2411"/>
                      <a:pt x="6665" y="2547"/>
                    </a:cubicBezTo>
                    <a:cubicBezTo>
                      <a:pt x="6069" y="2899"/>
                      <a:pt x="6069" y="2899"/>
                      <a:pt x="6069" y="2899"/>
                    </a:cubicBezTo>
                    <a:lnTo>
                      <a:pt x="6042" y="2899"/>
                    </a:lnTo>
                    <a:cubicBezTo>
                      <a:pt x="4227" y="3928"/>
                      <a:pt x="4227" y="3928"/>
                      <a:pt x="4227" y="3928"/>
                    </a:cubicBezTo>
                    <a:cubicBezTo>
                      <a:pt x="4227" y="3955"/>
                      <a:pt x="4227" y="3955"/>
                      <a:pt x="4227" y="3955"/>
                    </a:cubicBezTo>
                    <a:cubicBezTo>
                      <a:pt x="2520" y="4931"/>
                      <a:pt x="2520" y="4931"/>
                      <a:pt x="2520" y="4931"/>
                    </a:cubicBezTo>
                    <a:cubicBezTo>
                      <a:pt x="2330" y="4985"/>
                      <a:pt x="2330" y="4985"/>
                      <a:pt x="2330" y="4985"/>
                    </a:cubicBezTo>
                    <a:cubicBezTo>
                      <a:pt x="1951" y="5093"/>
                      <a:pt x="1490" y="5202"/>
                      <a:pt x="1111" y="5310"/>
                    </a:cubicBezTo>
                    <a:cubicBezTo>
                      <a:pt x="1095" y="5318"/>
                      <a:pt x="1077" y="5321"/>
                      <a:pt x="1059" y="5321"/>
                    </a:cubicBezTo>
                    <a:cubicBezTo>
                      <a:pt x="1014" y="5321"/>
                      <a:pt x="968" y="5302"/>
                      <a:pt x="949" y="5283"/>
                    </a:cubicBezTo>
                    <a:cubicBezTo>
                      <a:pt x="1463" y="4958"/>
                      <a:pt x="1463" y="4958"/>
                      <a:pt x="1463" y="4958"/>
                    </a:cubicBezTo>
                    <a:cubicBezTo>
                      <a:pt x="1572" y="4904"/>
                      <a:pt x="1599" y="4795"/>
                      <a:pt x="1545" y="4714"/>
                    </a:cubicBezTo>
                    <a:cubicBezTo>
                      <a:pt x="1510" y="4661"/>
                      <a:pt x="1452" y="4632"/>
                      <a:pt x="1394" y="4632"/>
                    </a:cubicBezTo>
                    <a:cubicBezTo>
                      <a:pt x="1362" y="4632"/>
                      <a:pt x="1330" y="4641"/>
                      <a:pt x="1301" y="4660"/>
                    </a:cubicBezTo>
                    <a:cubicBezTo>
                      <a:pt x="759" y="4958"/>
                      <a:pt x="759" y="4958"/>
                      <a:pt x="759" y="4958"/>
                    </a:cubicBezTo>
                    <a:cubicBezTo>
                      <a:pt x="759" y="4904"/>
                      <a:pt x="759" y="4849"/>
                      <a:pt x="813" y="4795"/>
                    </a:cubicBezTo>
                    <a:cubicBezTo>
                      <a:pt x="1084" y="4551"/>
                      <a:pt x="1436" y="4172"/>
                      <a:pt x="1707" y="3901"/>
                    </a:cubicBezTo>
                    <a:cubicBezTo>
                      <a:pt x="1843" y="3766"/>
                      <a:pt x="1843" y="3766"/>
                      <a:pt x="1843" y="3766"/>
                    </a:cubicBezTo>
                    <a:lnTo>
                      <a:pt x="4091" y="2465"/>
                    </a:lnTo>
                    <a:cubicBezTo>
                      <a:pt x="4172" y="2438"/>
                      <a:pt x="4200" y="2303"/>
                      <a:pt x="4145" y="2222"/>
                    </a:cubicBezTo>
                    <a:cubicBezTo>
                      <a:pt x="4128" y="2169"/>
                      <a:pt x="4076" y="2139"/>
                      <a:pt x="4013" y="2139"/>
                    </a:cubicBezTo>
                    <a:cubicBezTo>
                      <a:pt x="3978" y="2139"/>
                      <a:pt x="3940" y="2148"/>
                      <a:pt x="3902" y="2167"/>
                    </a:cubicBezTo>
                    <a:cubicBezTo>
                      <a:pt x="3495" y="2411"/>
                      <a:pt x="3495" y="2411"/>
                      <a:pt x="3495" y="2411"/>
                    </a:cubicBezTo>
                    <a:cubicBezTo>
                      <a:pt x="3224" y="2059"/>
                      <a:pt x="2520" y="1246"/>
                      <a:pt x="2059" y="704"/>
                    </a:cubicBezTo>
                    <a:cubicBezTo>
                      <a:pt x="2005" y="650"/>
                      <a:pt x="1978" y="596"/>
                      <a:pt x="2005" y="515"/>
                    </a:cubicBezTo>
                    <a:cubicBezTo>
                      <a:pt x="2005" y="461"/>
                      <a:pt x="2059" y="406"/>
                      <a:pt x="2086" y="379"/>
                    </a:cubicBezTo>
                    <a:cubicBezTo>
                      <a:pt x="2127" y="366"/>
                      <a:pt x="2161" y="359"/>
                      <a:pt x="2191" y="359"/>
                    </a:cubicBezTo>
                    <a:close/>
                    <a:moveTo>
                      <a:pt x="4443" y="5039"/>
                    </a:moveTo>
                    <a:cubicBezTo>
                      <a:pt x="4525" y="5256"/>
                      <a:pt x="4525" y="5256"/>
                      <a:pt x="4525" y="5256"/>
                    </a:cubicBezTo>
                    <a:lnTo>
                      <a:pt x="4335" y="5364"/>
                    </a:lnTo>
                    <a:cubicBezTo>
                      <a:pt x="4227" y="5174"/>
                      <a:pt x="4227" y="5174"/>
                      <a:pt x="4227" y="5174"/>
                    </a:cubicBezTo>
                    <a:cubicBezTo>
                      <a:pt x="4443" y="5039"/>
                      <a:pt x="4443" y="5039"/>
                      <a:pt x="4443" y="5039"/>
                    </a:cubicBezTo>
                    <a:close/>
                    <a:moveTo>
                      <a:pt x="2086" y="5418"/>
                    </a:moveTo>
                    <a:lnTo>
                      <a:pt x="1870" y="6041"/>
                    </a:lnTo>
                    <a:cubicBezTo>
                      <a:pt x="1843" y="6041"/>
                      <a:pt x="1843" y="6041"/>
                      <a:pt x="1843" y="6068"/>
                    </a:cubicBezTo>
                    <a:cubicBezTo>
                      <a:pt x="1843" y="6123"/>
                      <a:pt x="1761" y="6177"/>
                      <a:pt x="1680" y="6177"/>
                    </a:cubicBezTo>
                    <a:cubicBezTo>
                      <a:pt x="1653" y="5527"/>
                      <a:pt x="1653" y="5527"/>
                      <a:pt x="1653" y="5527"/>
                    </a:cubicBezTo>
                    <a:cubicBezTo>
                      <a:pt x="2085" y="5419"/>
                      <a:pt x="2086" y="5418"/>
                      <a:pt x="2086" y="5418"/>
                    </a:cubicBezTo>
                    <a:close/>
                    <a:moveTo>
                      <a:pt x="5933" y="3386"/>
                    </a:moveTo>
                    <a:cubicBezTo>
                      <a:pt x="5662" y="6394"/>
                      <a:pt x="5690" y="6258"/>
                      <a:pt x="5635" y="6339"/>
                    </a:cubicBezTo>
                    <a:cubicBezTo>
                      <a:pt x="5600" y="6398"/>
                      <a:pt x="5540" y="6426"/>
                      <a:pt x="5478" y="6426"/>
                    </a:cubicBezTo>
                    <a:cubicBezTo>
                      <a:pt x="5397" y="6426"/>
                      <a:pt x="5314" y="6377"/>
                      <a:pt x="5283" y="6285"/>
                    </a:cubicBezTo>
                    <a:cubicBezTo>
                      <a:pt x="5175" y="6014"/>
                      <a:pt x="4985" y="5472"/>
                      <a:pt x="4525" y="4172"/>
                    </a:cubicBezTo>
                    <a:cubicBezTo>
                      <a:pt x="5930" y="3388"/>
                      <a:pt x="5933" y="3386"/>
                      <a:pt x="5933" y="3386"/>
                    </a:cubicBezTo>
                    <a:close/>
                    <a:moveTo>
                      <a:pt x="2195" y="0"/>
                    </a:moveTo>
                    <a:cubicBezTo>
                      <a:pt x="2114" y="0"/>
                      <a:pt x="2005" y="27"/>
                      <a:pt x="1924" y="81"/>
                    </a:cubicBezTo>
                    <a:cubicBezTo>
                      <a:pt x="1788" y="163"/>
                      <a:pt x="1680" y="298"/>
                      <a:pt x="1653" y="461"/>
                    </a:cubicBezTo>
                    <a:cubicBezTo>
                      <a:pt x="1626" y="623"/>
                      <a:pt x="1653" y="786"/>
                      <a:pt x="1761" y="921"/>
                    </a:cubicBezTo>
                    <a:cubicBezTo>
                      <a:pt x="2330" y="1571"/>
                      <a:pt x="2330" y="1571"/>
                      <a:pt x="2330" y="1571"/>
                    </a:cubicBezTo>
                    <a:cubicBezTo>
                      <a:pt x="2195" y="1653"/>
                      <a:pt x="2195" y="1653"/>
                      <a:pt x="2195" y="1653"/>
                    </a:cubicBezTo>
                    <a:cubicBezTo>
                      <a:pt x="2114" y="1707"/>
                      <a:pt x="2059" y="1788"/>
                      <a:pt x="2032" y="1869"/>
                    </a:cubicBezTo>
                    <a:cubicBezTo>
                      <a:pt x="2005" y="1978"/>
                      <a:pt x="2005" y="2059"/>
                      <a:pt x="2059" y="2167"/>
                    </a:cubicBezTo>
                    <a:cubicBezTo>
                      <a:pt x="2168" y="2357"/>
                      <a:pt x="2168" y="2357"/>
                      <a:pt x="2168" y="2357"/>
                    </a:cubicBezTo>
                    <a:cubicBezTo>
                      <a:pt x="2222" y="2438"/>
                      <a:pt x="2303" y="2492"/>
                      <a:pt x="2384" y="2520"/>
                    </a:cubicBezTo>
                    <a:lnTo>
                      <a:pt x="2493" y="2520"/>
                    </a:lnTo>
                    <a:cubicBezTo>
                      <a:pt x="2547" y="2520"/>
                      <a:pt x="2601" y="2520"/>
                      <a:pt x="2682" y="2492"/>
                    </a:cubicBezTo>
                    <a:cubicBezTo>
                      <a:pt x="2953" y="2303"/>
                      <a:pt x="2953" y="2303"/>
                      <a:pt x="2953" y="2303"/>
                    </a:cubicBezTo>
                    <a:cubicBezTo>
                      <a:pt x="3197" y="2574"/>
                      <a:pt x="3197" y="2574"/>
                      <a:pt x="3197" y="2574"/>
                    </a:cubicBezTo>
                    <a:cubicBezTo>
                      <a:pt x="1653" y="3468"/>
                      <a:pt x="1653" y="3468"/>
                      <a:pt x="1653" y="3468"/>
                    </a:cubicBezTo>
                    <a:cubicBezTo>
                      <a:pt x="1626" y="3495"/>
                      <a:pt x="1626" y="3495"/>
                      <a:pt x="1599" y="3495"/>
                    </a:cubicBezTo>
                    <a:cubicBezTo>
                      <a:pt x="1518" y="3603"/>
                      <a:pt x="1518" y="3603"/>
                      <a:pt x="1518" y="3603"/>
                    </a:cubicBezTo>
                    <a:cubicBezTo>
                      <a:pt x="624" y="3441"/>
                      <a:pt x="624" y="3441"/>
                      <a:pt x="624" y="3441"/>
                    </a:cubicBezTo>
                    <a:cubicBezTo>
                      <a:pt x="582" y="3431"/>
                      <a:pt x="540" y="3427"/>
                      <a:pt x="499" y="3427"/>
                    </a:cubicBezTo>
                    <a:cubicBezTo>
                      <a:pt x="294" y="3427"/>
                      <a:pt x="95" y="3536"/>
                      <a:pt x="28" y="3739"/>
                    </a:cubicBezTo>
                    <a:cubicBezTo>
                      <a:pt x="0" y="3793"/>
                      <a:pt x="0" y="3820"/>
                      <a:pt x="0" y="3874"/>
                    </a:cubicBezTo>
                    <a:cubicBezTo>
                      <a:pt x="0" y="3982"/>
                      <a:pt x="55" y="4118"/>
                      <a:pt x="136" y="4172"/>
                    </a:cubicBezTo>
                    <a:cubicBezTo>
                      <a:pt x="624" y="4470"/>
                      <a:pt x="624" y="4470"/>
                      <a:pt x="624" y="4470"/>
                    </a:cubicBezTo>
                    <a:cubicBezTo>
                      <a:pt x="569" y="4551"/>
                      <a:pt x="569" y="4551"/>
                      <a:pt x="569" y="4551"/>
                    </a:cubicBezTo>
                    <a:cubicBezTo>
                      <a:pt x="407" y="4714"/>
                      <a:pt x="353" y="4958"/>
                      <a:pt x="434" y="5147"/>
                    </a:cubicBezTo>
                    <a:cubicBezTo>
                      <a:pt x="217" y="5283"/>
                      <a:pt x="217" y="5283"/>
                      <a:pt x="217" y="5283"/>
                    </a:cubicBezTo>
                    <a:cubicBezTo>
                      <a:pt x="136" y="5337"/>
                      <a:pt x="109" y="5445"/>
                      <a:pt x="163" y="5527"/>
                    </a:cubicBezTo>
                    <a:cubicBezTo>
                      <a:pt x="190" y="5581"/>
                      <a:pt x="244" y="5608"/>
                      <a:pt x="298" y="5608"/>
                    </a:cubicBezTo>
                    <a:cubicBezTo>
                      <a:pt x="353" y="5608"/>
                      <a:pt x="380" y="5608"/>
                      <a:pt x="407" y="5581"/>
                    </a:cubicBezTo>
                    <a:cubicBezTo>
                      <a:pt x="624" y="5445"/>
                      <a:pt x="624" y="5445"/>
                      <a:pt x="624" y="5445"/>
                    </a:cubicBezTo>
                    <a:cubicBezTo>
                      <a:pt x="732" y="5608"/>
                      <a:pt x="894" y="5689"/>
                      <a:pt x="1057" y="5689"/>
                    </a:cubicBezTo>
                    <a:cubicBezTo>
                      <a:pt x="1111" y="5689"/>
                      <a:pt x="1165" y="5662"/>
                      <a:pt x="1192" y="5662"/>
                    </a:cubicBezTo>
                    <a:cubicBezTo>
                      <a:pt x="1301" y="5635"/>
                      <a:pt x="1301" y="5635"/>
                      <a:pt x="1301" y="5635"/>
                    </a:cubicBezTo>
                    <a:cubicBezTo>
                      <a:pt x="1328" y="6204"/>
                      <a:pt x="1328" y="6204"/>
                      <a:pt x="1328" y="6204"/>
                    </a:cubicBezTo>
                    <a:cubicBezTo>
                      <a:pt x="1328" y="6366"/>
                      <a:pt x="1463" y="6502"/>
                      <a:pt x="1626" y="6529"/>
                    </a:cubicBezTo>
                    <a:lnTo>
                      <a:pt x="1680" y="6529"/>
                    </a:lnTo>
                    <a:cubicBezTo>
                      <a:pt x="1924" y="6529"/>
                      <a:pt x="2141" y="6394"/>
                      <a:pt x="2195" y="6150"/>
                    </a:cubicBezTo>
                    <a:cubicBezTo>
                      <a:pt x="2520" y="5310"/>
                      <a:pt x="2520" y="5310"/>
                      <a:pt x="2520" y="5310"/>
                    </a:cubicBezTo>
                    <a:cubicBezTo>
                      <a:pt x="2628" y="5283"/>
                      <a:pt x="2628" y="5283"/>
                      <a:pt x="2628" y="5283"/>
                    </a:cubicBezTo>
                    <a:cubicBezTo>
                      <a:pt x="2682" y="5256"/>
                      <a:pt x="2574" y="5310"/>
                      <a:pt x="4227" y="4362"/>
                    </a:cubicBezTo>
                    <a:cubicBezTo>
                      <a:pt x="4335" y="4687"/>
                      <a:pt x="4335" y="4687"/>
                      <a:pt x="4335" y="4687"/>
                    </a:cubicBezTo>
                    <a:cubicBezTo>
                      <a:pt x="4037" y="4849"/>
                      <a:pt x="4037" y="4849"/>
                      <a:pt x="4037" y="4849"/>
                    </a:cubicBezTo>
                    <a:cubicBezTo>
                      <a:pt x="3874" y="4958"/>
                      <a:pt x="3820" y="5174"/>
                      <a:pt x="3902" y="5337"/>
                    </a:cubicBezTo>
                    <a:cubicBezTo>
                      <a:pt x="4037" y="5554"/>
                      <a:pt x="4037" y="5554"/>
                      <a:pt x="4037" y="5554"/>
                    </a:cubicBezTo>
                    <a:cubicBezTo>
                      <a:pt x="4064" y="5635"/>
                      <a:pt x="4145" y="5689"/>
                      <a:pt x="4254" y="5716"/>
                    </a:cubicBezTo>
                    <a:cubicBezTo>
                      <a:pt x="4281" y="5716"/>
                      <a:pt x="4308" y="5743"/>
                      <a:pt x="4335" y="5743"/>
                    </a:cubicBezTo>
                    <a:cubicBezTo>
                      <a:pt x="4389" y="5743"/>
                      <a:pt x="4470" y="5716"/>
                      <a:pt x="4525" y="5689"/>
                    </a:cubicBezTo>
                    <a:cubicBezTo>
                      <a:pt x="4660" y="5608"/>
                      <a:pt x="4660" y="5608"/>
                      <a:pt x="4660" y="5608"/>
                    </a:cubicBezTo>
                    <a:cubicBezTo>
                      <a:pt x="4958" y="6421"/>
                      <a:pt x="4958" y="6421"/>
                      <a:pt x="4958" y="6421"/>
                    </a:cubicBezTo>
                    <a:cubicBezTo>
                      <a:pt x="5012" y="6583"/>
                      <a:pt x="5121" y="6692"/>
                      <a:pt x="5283" y="6746"/>
                    </a:cubicBezTo>
                    <a:cubicBezTo>
                      <a:pt x="5351" y="6772"/>
                      <a:pt x="5418" y="6784"/>
                      <a:pt x="5484" y="6784"/>
                    </a:cubicBezTo>
                    <a:cubicBezTo>
                      <a:pt x="5759" y="6784"/>
                      <a:pt x="5998" y="6570"/>
                      <a:pt x="6042" y="6285"/>
                    </a:cubicBezTo>
                    <a:cubicBezTo>
                      <a:pt x="6313" y="3143"/>
                      <a:pt x="6313" y="3143"/>
                      <a:pt x="6313" y="3143"/>
                    </a:cubicBezTo>
                    <a:cubicBezTo>
                      <a:pt x="6854" y="2845"/>
                      <a:pt x="6854" y="2845"/>
                      <a:pt x="6854" y="2845"/>
                    </a:cubicBezTo>
                    <a:cubicBezTo>
                      <a:pt x="7152" y="2682"/>
                      <a:pt x="7423" y="2303"/>
                      <a:pt x="7505" y="1951"/>
                    </a:cubicBezTo>
                    <a:cubicBezTo>
                      <a:pt x="7559" y="1707"/>
                      <a:pt x="7532" y="1490"/>
                      <a:pt x="7423" y="1300"/>
                    </a:cubicBezTo>
                    <a:cubicBezTo>
                      <a:pt x="7288" y="1057"/>
                      <a:pt x="7017" y="921"/>
                      <a:pt x="6665" y="894"/>
                    </a:cubicBezTo>
                    <a:cubicBezTo>
                      <a:pt x="6626" y="891"/>
                      <a:pt x="6587" y="889"/>
                      <a:pt x="6548" y="889"/>
                    </a:cubicBezTo>
                    <a:cubicBezTo>
                      <a:pt x="6284" y="889"/>
                      <a:pt x="6010" y="966"/>
                      <a:pt x="5798" y="1084"/>
                    </a:cubicBezTo>
                    <a:cubicBezTo>
                      <a:pt x="5283" y="1382"/>
                      <a:pt x="5283" y="1382"/>
                      <a:pt x="5283" y="1382"/>
                    </a:cubicBezTo>
                    <a:cubicBezTo>
                      <a:pt x="2439" y="54"/>
                      <a:pt x="2439" y="54"/>
                      <a:pt x="2439" y="54"/>
                    </a:cubicBezTo>
                    <a:cubicBezTo>
                      <a:pt x="2357" y="27"/>
                      <a:pt x="2276" y="0"/>
                      <a:pt x="219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07" name="Google Shape;807;p50"/>
              <p:cNvSpPr/>
              <p:nvPr/>
            </p:nvSpPr>
            <p:spPr>
              <a:xfrm>
                <a:off x="3953500" y="5169100"/>
                <a:ext cx="11925" cy="11475"/>
              </a:xfrm>
              <a:custGeom>
                <a:rect b="b" l="l" r="r" t="t"/>
                <a:pathLst>
                  <a:path extrusionOk="0" h="459" w="477">
                    <a:moveTo>
                      <a:pt x="139" y="1"/>
                    </a:moveTo>
                    <a:cubicBezTo>
                      <a:pt x="98" y="1"/>
                      <a:pt x="60" y="21"/>
                      <a:pt x="30" y="66"/>
                    </a:cubicBezTo>
                    <a:cubicBezTo>
                      <a:pt x="-24" y="120"/>
                      <a:pt x="3" y="201"/>
                      <a:pt x="57" y="255"/>
                    </a:cubicBezTo>
                    <a:cubicBezTo>
                      <a:pt x="84" y="283"/>
                      <a:pt x="111" y="310"/>
                      <a:pt x="138" y="337"/>
                    </a:cubicBezTo>
                    <a:cubicBezTo>
                      <a:pt x="165" y="364"/>
                      <a:pt x="192" y="391"/>
                      <a:pt x="220" y="418"/>
                    </a:cubicBezTo>
                    <a:cubicBezTo>
                      <a:pt x="247" y="445"/>
                      <a:pt x="280" y="459"/>
                      <a:pt x="314" y="459"/>
                    </a:cubicBezTo>
                    <a:cubicBezTo>
                      <a:pt x="348" y="459"/>
                      <a:pt x="382" y="445"/>
                      <a:pt x="409" y="418"/>
                    </a:cubicBezTo>
                    <a:lnTo>
                      <a:pt x="436" y="418"/>
                    </a:lnTo>
                    <a:cubicBezTo>
                      <a:pt x="490" y="364"/>
                      <a:pt x="490" y="255"/>
                      <a:pt x="436" y="201"/>
                    </a:cubicBezTo>
                    <a:cubicBezTo>
                      <a:pt x="382" y="174"/>
                      <a:pt x="355" y="147"/>
                      <a:pt x="328" y="120"/>
                    </a:cubicBezTo>
                    <a:cubicBezTo>
                      <a:pt x="301" y="93"/>
                      <a:pt x="274" y="66"/>
                      <a:pt x="247" y="39"/>
                    </a:cubicBezTo>
                    <a:cubicBezTo>
                      <a:pt x="210" y="14"/>
                      <a:pt x="174" y="1"/>
                      <a:pt x="139"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08" name="Google Shape;808;p50"/>
              <p:cNvSpPr/>
              <p:nvPr/>
            </p:nvSpPr>
            <p:spPr>
              <a:xfrm>
                <a:off x="3969750" y="5186925"/>
                <a:ext cx="10500" cy="12300"/>
              </a:xfrm>
              <a:custGeom>
                <a:rect b="b" l="l" r="r" t="t"/>
                <a:pathLst>
                  <a:path extrusionOk="0" h="492" w="420">
                    <a:moveTo>
                      <a:pt x="135" y="1"/>
                    </a:moveTo>
                    <a:cubicBezTo>
                      <a:pt x="106" y="1"/>
                      <a:pt x="78" y="9"/>
                      <a:pt x="57" y="30"/>
                    </a:cubicBezTo>
                    <a:cubicBezTo>
                      <a:pt x="3" y="57"/>
                      <a:pt x="-24" y="166"/>
                      <a:pt x="30" y="220"/>
                    </a:cubicBezTo>
                    <a:cubicBezTo>
                      <a:pt x="57" y="247"/>
                      <a:pt x="57" y="301"/>
                      <a:pt x="84" y="328"/>
                    </a:cubicBezTo>
                    <a:cubicBezTo>
                      <a:pt x="111" y="355"/>
                      <a:pt x="138" y="382"/>
                      <a:pt x="138" y="409"/>
                    </a:cubicBezTo>
                    <a:cubicBezTo>
                      <a:pt x="173" y="462"/>
                      <a:pt x="220" y="492"/>
                      <a:pt x="270" y="492"/>
                    </a:cubicBezTo>
                    <a:cubicBezTo>
                      <a:pt x="298" y="492"/>
                      <a:pt x="326" y="483"/>
                      <a:pt x="355" y="464"/>
                    </a:cubicBezTo>
                    <a:cubicBezTo>
                      <a:pt x="409" y="409"/>
                      <a:pt x="436" y="328"/>
                      <a:pt x="409" y="274"/>
                    </a:cubicBezTo>
                    <a:cubicBezTo>
                      <a:pt x="382" y="220"/>
                      <a:pt x="355" y="193"/>
                      <a:pt x="328" y="166"/>
                    </a:cubicBezTo>
                    <a:cubicBezTo>
                      <a:pt x="301" y="138"/>
                      <a:pt x="274" y="84"/>
                      <a:pt x="247" y="57"/>
                    </a:cubicBezTo>
                    <a:cubicBezTo>
                      <a:pt x="230" y="24"/>
                      <a:pt x="182" y="1"/>
                      <a:pt x="135"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09" name="Google Shape;809;p50"/>
              <p:cNvSpPr/>
              <p:nvPr/>
            </p:nvSpPr>
            <p:spPr>
              <a:xfrm>
                <a:off x="3980475" y="5207800"/>
                <a:ext cx="9275" cy="13250"/>
              </a:xfrm>
              <a:custGeom>
                <a:rect b="b" l="l" r="r" t="t"/>
                <a:pathLst>
                  <a:path extrusionOk="0" h="530" w="371">
                    <a:moveTo>
                      <a:pt x="148" y="1"/>
                    </a:moveTo>
                    <a:cubicBezTo>
                      <a:pt x="137" y="1"/>
                      <a:pt x="126" y="3"/>
                      <a:pt x="116" y="8"/>
                    </a:cubicBezTo>
                    <a:cubicBezTo>
                      <a:pt x="35" y="35"/>
                      <a:pt x="-20" y="116"/>
                      <a:pt x="7" y="197"/>
                    </a:cubicBezTo>
                    <a:cubicBezTo>
                      <a:pt x="35" y="252"/>
                      <a:pt x="35" y="279"/>
                      <a:pt x="62" y="306"/>
                    </a:cubicBezTo>
                    <a:cubicBezTo>
                      <a:pt x="62" y="333"/>
                      <a:pt x="89" y="387"/>
                      <a:pt x="89" y="414"/>
                    </a:cubicBezTo>
                    <a:cubicBezTo>
                      <a:pt x="111" y="481"/>
                      <a:pt x="170" y="530"/>
                      <a:pt x="235" y="530"/>
                    </a:cubicBezTo>
                    <a:cubicBezTo>
                      <a:pt x="250" y="530"/>
                      <a:pt x="264" y="527"/>
                      <a:pt x="278" y="523"/>
                    </a:cubicBezTo>
                    <a:cubicBezTo>
                      <a:pt x="278" y="523"/>
                      <a:pt x="305" y="495"/>
                      <a:pt x="305" y="495"/>
                    </a:cubicBezTo>
                    <a:cubicBezTo>
                      <a:pt x="360" y="468"/>
                      <a:pt x="387" y="414"/>
                      <a:pt x="360" y="333"/>
                    </a:cubicBezTo>
                    <a:cubicBezTo>
                      <a:pt x="360" y="306"/>
                      <a:pt x="333" y="252"/>
                      <a:pt x="333" y="225"/>
                    </a:cubicBezTo>
                    <a:cubicBezTo>
                      <a:pt x="333" y="170"/>
                      <a:pt x="305" y="143"/>
                      <a:pt x="278" y="89"/>
                    </a:cubicBezTo>
                    <a:cubicBezTo>
                      <a:pt x="256" y="45"/>
                      <a:pt x="198" y="1"/>
                      <a:pt x="148"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0" name="Google Shape;810;p50"/>
              <p:cNvSpPr/>
              <p:nvPr/>
            </p:nvSpPr>
            <p:spPr>
              <a:xfrm>
                <a:off x="3974975" y="5278150"/>
                <a:ext cx="10025" cy="12325"/>
              </a:xfrm>
              <a:custGeom>
                <a:rect b="b" l="l" r="r" t="t"/>
                <a:pathLst>
                  <a:path extrusionOk="0" h="493" w="401">
                    <a:moveTo>
                      <a:pt x="260" y="1"/>
                    </a:moveTo>
                    <a:cubicBezTo>
                      <a:pt x="213" y="1"/>
                      <a:pt x="159" y="26"/>
                      <a:pt x="119" y="65"/>
                    </a:cubicBezTo>
                    <a:cubicBezTo>
                      <a:pt x="119" y="120"/>
                      <a:pt x="92" y="147"/>
                      <a:pt x="65" y="174"/>
                    </a:cubicBezTo>
                    <a:cubicBezTo>
                      <a:pt x="65" y="201"/>
                      <a:pt x="38" y="255"/>
                      <a:pt x="11" y="282"/>
                    </a:cubicBezTo>
                    <a:cubicBezTo>
                      <a:pt x="-16" y="363"/>
                      <a:pt x="11" y="445"/>
                      <a:pt x="92" y="472"/>
                    </a:cubicBezTo>
                    <a:cubicBezTo>
                      <a:pt x="106" y="485"/>
                      <a:pt x="133" y="492"/>
                      <a:pt x="160" y="492"/>
                    </a:cubicBezTo>
                    <a:cubicBezTo>
                      <a:pt x="187" y="492"/>
                      <a:pt x="214" y="485"/>
                      <a:pt x="227" y="472"/>
                    </a:cubicBezTo>
                    <a:cubicBezTo>
                      <a:pt x="255" y="445"/>
                      <a:pt x="255" y="445"/>
                      <a:pt x="282" y="418"/>
                    </a:cubicBezTo>
                    <a:cubicBezTo>
                      <a:pt x="309" y="391"/>
                      <a:pt x="309" y="336"/>
                      <a:pt x="336" y="309"/>
                    </a:cubicBezTo>
                    <a:cubicBezTo>
                      <a:pt x="363" y="282"/>
                      <a:pt x="363" y="228"/>
                      <a:pt x="390" y="201"/>
                    </a:cubicBezTo>
                    <a:cubicBezTo>
                      <a:pt x="417" y="120"/>
                      <a:pt x="390" y="38"/>
                      <a:pt x="309" y="11"/>
                    </a:cubicBezTo>
                    <a:cubicBezTo>
                      <a:pt x="294" y="4"/>
                      <a:pt x="278" y="1"/>
                      <a:pt x="260"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1" name="Google Shape;811;p50"/>
              <p:cNvSpPr/>
              <p:nvPr/>
            </p:nvSpPr>
            <p:spPr>
              <a:xfrm>
                <a:off x="3960950" y="5298000"/>
                <a:ext cx="11250" cy="11950"/>
              </a:xfrm>
              <a:custGeom>
                <a:rect b="b" l="l" r="r" t="t"/>
                <a:pathLst>
                  <a:path extrusionOk="0" h="478" w="450">
                    <a:moveTo>
                      <a:pt x="318" y="1"/>
                    </a:moveTo>
                    <a:cubicBezTo>
                      <a:pt x="270" y="1"/>
                      <a:pt x="226" y="24"/>
                      <a:pt x="192" y="57"/>
                    </a:cubicBezTo>
                    <a:cubicBezTo>
                      <a:pt x="165" y="84"/>
                      <a:pt x="138" y="111"/>
                      <a:pt x="111" y="138"/>
                    </a:cubicBezTo>
                    <a:cubicBezTo>
                      <a:pt x="111" y="165"/>
                      <a:pt x="84" y="193"/>
                      <a:pt x="30" y="220"/>
                    </a:cubicBezTo>
                    <a:cubicBezTo>
                      <a:pt x="-24" y="274"/>
                      <a:pt x="3" y="382"/>
                      <a:pt x="57" y="436"/>
                    </a:cubicBezTo>
                    <a:cubicBezTo>
                      <a:pt x="71" y="463"/>
                      <a:pt x="98" y="477"/>
                      <a:pt x="128" y="477"/>
                    </a:cubicBezTo>
                    <a:cubicBezTo>
                      <a:pt x="159" y="477"/>
                      <a:pt x="192" y="463"/>
                      <a:pt x="220" y="436"/>
                    </a:cubicBezTo>
                    <a:lnTo>
                      <a:pt x="247" y="436"/>
                    </a:lnTo>
                    <a:cubicBezTo>
                      <a:pt x="274" y="382"/>
                      <a:pt x="301" y="355"/>
                      <a:pt x="328" y="328"/>
                    </a:cubicBezTo>
                    <a:cubicBezTo>
                      <a:pt x="355" y="301"/>
                      <a:pt x="382" y="274"/>
                      <a:pt x="409" y="247"/>
                    </a:cubicBezTo>
                    <a:cubicBezTo>
                      <a:pt x="463" y="193"/>
                      <a:pt x="463" y="84"/>
                      <a:pt x="409" y="30"/>
                    </a:cubicBezTo>
                    <a:cubicBezTo>
                      <a:pt x="378" y="9"/>
                      <a:pt x="347" y="1"/>
                      <a:pt x="318"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2" name="Google Shape;812;p50"/>
              <p:cNvSpPr/>
              <p:nvPr/>
            </p:nvSpPr>
            <p:spPr>
              <a:xfrm>
                <a:off x="3986075" y="5231000"/>
                <a:ext cx="7475" cy="13575"/>
              </a:xfrm>
              <a:custGeom>
                <a:rect b="b" l="l" r="r" t="t"/>
                <a:pathLst>
                  <a:path extrusionOk="0" h="543" w="299">
                    <a:moveTo>
                      <a:pt x="136" y="1"/>
                    </a:moveTo>
                    <a:cubicBezTo>
                      <a:pt x="54" y="28"/>
                      <a:pt x="0" y="82"/>
                      <a:pt x="0" y="163"/>
                    </a:cubicBezTo>
                    <a:cubicBezTo>
                      <a:pt x="0" y="218"/>
                      <a:pt x="0" y="245"/>
                      <a:pt x="0" y="272"/>
                    </a:cubicBezTo>
                    <a:cubicBezTo>
                      <a:pt x="0" y="326"/>
                      <a:pt x="0" y="353"/>
                      <a:pt x="0" y="407"/>
                    </a:cubicBezTo>
                    <a:cubicBezTo>
                      <a:pt x="0" y="489"/>
                      <a:pt x="81" y="543"/>
                      <a:pt x="163" y="543"/>
                    </a:cubicBezTo>
                    <a:cubicBezTo>
                      <a:pt x="190" y="543"/>
                      <a:pt x="217" y="543"/>
                      <a:pt x="244" y="516"/>
                    </a:cubicBezTo>
                    <a:cubicBezTo>
                      <a:pt x="271" y="489"/>
                      <a:pt x="298" y="434"/>
                      <a:pt x="298" y="380"/>
                    </a:cubicBezTo>
                    <a:cubicBezTo>
                      <a:pt x="298" y="353"/>
                      <a:pt x="298" y="299"/>
                      <a:pt x="298" y="272"/>
                    </a:cubicBezTo>
                    <a:cubicBezTo>
                      <a:pt x="298" y="218"/>
                      <a:pt x="298" y="191"/>
                      <a:pt x="271" y="136"/>
                    </a:cubicBezTo>
                    <a:cubicBezTo>
                      <a:pt x="271" y="55"/>
                      <a:pt x="217" y="1"/>
                      <a:pt x="136"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3" name="Google Shape;813;p50"/>
              <p:cNvSpPr/>
              <p:nvPr/>
            </p:nvSpPr>
            <p:spPr>
              <a:xfrm>
                <a:off x="3608150" y="5037300"/>
                <a:ext cx="433475" cy="433500"/>
              </a:xfrm>
              <a:custGeom>
                <a:rect b="b" l="l" r="r" t="t"/>
                <a:pathLst>
                  <a:path extrusionOk="0" fill="none" h="17340" w="17339">
                    <a:moveTo>
                      <a:pt x="17339" y="8670"/>
                    </a:moveTo>
                    <a:cubicBezTo>
                      <a:pt x="17339" y="13438"/>
                      <a:pt x="13465" y="17339"/>
                      <a:pt x="8670" y="17339"/>
                    </a:cubicBezTo>
                    <a:cubicBezTo>
                      <a:pt x="3902" y="17339"/>
                      <a:pt x="0" y="13438"/>
                      <a:pt x="0" y="8670"/>
                    </a:cubicBezTo>
                    <a:cubicBezTo>
                      <a:pt x="0" y="3875"/>
                      <a:pt x="3902" y="1"/>
                      <a:pt x="8670" y="1"/>
                    </a:cubicBezTo>
                    <a:cubicBezTo>
                      <a:pt x="13465"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4" name="Google Shape;814;p50"/>
              <p:cNvSpPr/>
              <p:nvPr/>
            </p:nvSpPr>
            <p:spPr>
              <a:xfrm>
                <a:off x="3983850" y="5255225"/>
                <a:ext cx="8325" cy="13050"/>
              </a:xfrm>
              <a:custGeom>
                <a:rect b="b" l="l" r="r" t="t"/>
                <a:pathLst>
                  <a:path extrusionOk="0" h="522" w="333">
                    <a:moveTo>
                      <a:pt x="182" y="0"/>
                    </a:moveTo>
                    <a:cubicBezTo>
                      <a:pt x="116" y="0"/>
                      <a:pt x="57" y="49"/>
                      <a:pt x="35" y="116"/>
                    </a:cubicBezTo>
                    <a:cubicBezTo>
                      <a:pt x="35" y="170"/>
                      <a:pt x="35" y="197"/>
                      <a:pt x="35" y="224"/>
                    </a:cubicBezTo>
                    <a:cubicBezTo>
                      <a:pt x="8" y="251"/>
                      <a:pt x="8" y="305"/>
                      <a:pt x="8" y="332"/>
                    </a:cubicBezTo>
                    <a:cubicBezTo>
                      <a:pt x="-19" y="414"/>
                      <a:pt x="35" y="495"/>
                      <a:pt x="116" y="522"/>
                    </a:cubicBezTo>
                    <a:cubicBezTo>
                      <a:pt x="143" y="522"/>
                      <a:pt x="198" y="522"/>
                      <a:pt x="225" y="495"/>
                    </a:cubicBezTo>
                    <a:cubicBezTo>
                      <a:pt x="252" y="468"/>
                      <a:pt x="279" y="441"/>
                      <a:pt x="279" y="414"/>
                    </a:cubicBezTo>
                    <a:cubicBezTo>
                      <a:pt x="279" y="359"/>
                      <a:pt x="306" y="332"/>
                      <a:pt x="306" y="278"/>
                    </a:cubicBezTo>
                    <a:cubicBezTo>
                      <a:pt x="306" y="251"/>
                      <a:pt x="333" y="224"/>
                      <a:pt x="333" y="170"/>
                    </a:cubicBezTo>
                    <a:cubicBezTo>
                      <a:pt x="333" y="88"/>
                      <a:pt x="279" y="7"/>
                      <a:pt x="225" y="7"/>
                    </a:cubicBezTo>
                    <a:cubicBezTo>
                      <a:pt x="210" y="2"/>
                      <a:pt x="196" y="0"/>
                      <a:pt x="182"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5" name="Google Shape;815;p50"/>
              <p:cNvSpPr/>
              <p:nvPr/>
            </p:nvSpPr>
            <p:spPr>
              <a:xfrm>
                <a:off x="3639975" y="5230500"/>
                <a:ext cx="102300" cy="117700"/>
              </a:xfrm>
              <a:custGeom>
                <a:rect b="b" l="l" r="r" t="t"/>
                <a:pathLst>
                  <a:path extrusionOk="0" h="4708" w="4092">
                    <a:moveTo>
                      <a:pt x="2060" y="292"/>
                    </a:moveTo>
                    <a:cubicBezTo>
                      <a:pt x="3685" y="1240"/>
                      <a:pt x="3685" y="1240"/>
                      <a:pt x="3685" y="1240"/>
                    </a:cubicBezTo>
                    <a:cubicBezTo>
                      <a:pt x="3577" y="1294"/>
                      <a:pt x="3360" y="1430"/>
                      <a:pt x="3252" y="1484"/>
                    </a:cubicBezTo>
                    <a:cubicBezTo>
                      <a:pt x="1626" y="563"/>
                      <a:pt x="1626" y="563"/>
                      <a:pt x="1626" y="563"/>
                    </a:cubicBezTo>
                    <a:lnTo>
                      <a:pt x="2060" y="292"/>
                    </a:lnTo>
                    <a:close/>
                    <a:moveTo>
                      <a:pt x="1355" y="698"/>
                    </a:moveTo>
                    <a:cubicBezTo>
                      <a:pt x="2981" y="1646"/>
                      <a:pt x="2981" y="1646"/>
                      <a:pt x="2981" y="1646"/>
                    </a:cubicBezTo>
                    <a:cubicBezTo>
                      <a:pt x="2737" y="1782"/>
                      <a:pt x="2737" y="1782"/>
                      <a:pt x="2737" y="1782"/>
                    </a:cubicBezTo>
                    <a:cubicBezTo>
                      <a:pt x="1111" y="861"/>
                      <a:pt x="1111" y="861"/>
                      <a:pt x="1111" y="861"/>
                    </a:cubicBezTo>
                    <a:lnTo>
                      <a:pt x="1355" y="698"/>
                    </a:lnTo>
                    <a:close/>
                    <a:moveTo>
                      <a:pt x="840" y="1023"/>
                    </a:moveTo>
                    <a:cubicBezTo>
                      <a:pt x="2466" y="1944"/>
                      <a:pt x="2466" y="1944"/>
                      <a:pt x="2466" y="1944"/>
                    </a:cubicBezTo>
                    <a:lnTo>
                      <a:pt x="2033" y="2188"/>
                    </a:lnTo>
                    <a:cubicBezTo>
                      <a:pt x="407" y="1240"/>
                      <a:pt x="407" y="1240"/>
                      <a:pt x="407" y="1240"/>
                    </a:cubicBezTo>
                    <a:cubicBezTo>
                      <a:pt x="840" y="1023"/>
                      <a:pt x="840" y="1023"/>
                      <a:pt x="840" y="1023"/>
                    </a:cubicBezTo>
                    <a:close/>
                    <a:moveTo>
                      <a:pt x="3116" y="1890"/>
                    </a:moveTo>
                    <a:cubicBezTo>
                      <a:pt x="3116" y="2242"/>
                      <a:pt x="3116" y="2242"/>
                      <a:pt x="3116" y="2242"/>
                    </a:cubicBezTo>
                    <a:cubicBezTo>
                      <a:pt x="2872" y="2378"/>
                      <a:pt x="2872" y="2378"/>
                      <a:pt x="2872" y="2378"/>
                    </a:cubicBezTo>
                    <a:cubicBezTo>
                      <a:pt x="2872" y="2026"/>
                      <a:pt x="2872" y="2026"/>
                      <a:pt x="2872" y="2026"/>
                    </a:cubicBezTo>
                    <a:lnTo>
                      <a:pt x="3116" y="1890"/>
                    </a:lnTo>
                    <a:close/>
                    <a:moveTo>
                      <a:pt x="272" y="1484"/>
                    </a:moveTo>
                    <a:cubicBezTo>
                      <a:pt x="1897" y="2405"/>
                      <a:pt x="1897" y="2405"/>
                      <a:pt x="1897" y="2405"/>
                    </a:cubicBezTo>
                    <a:lnTo>
                      <a:pt x="1897" y="4301"/>
                    </a:lnTo>
                    <a:cubicBezTo>
                      <a:pt x="272" y="3380"/>
                      <a:pt x="272" y="3380"/>
                      <a:pt x="272" y="3380"/>
                    </a:cubicBezTo>
                    <a:cubicBezTo>
                      <a:pt x="272" y="1484"/>
                      <a:pt x="272" y="1484"/>
                      <a:pt x="272" y="1484"/>
                    </a:cubicBezTo>
                    <a:close/>
                    <a:moveTo>
                      <a:pt x="3821" y="1484"/>
                    </a:moveTo>
                    <a:cubicBezTo>
                      <a:pt x="3821" y="3380"/>
                      <a:pt x="3821" y="3380"/>
                      <a:pt x="3821" y="3380"/>
                    </a:cubicBezTo>
                    <a:cubicBezTo>
                      <a:pt x="2168" y="4328"/>
                      <a:pt x="2168" y="4328"/>
                      <a:pt x="2168" y="4328"/>
                    </a:cubicBezTo>
                    <a:cubicBezTo>
                      <a:pt x="2168" y="2405"/>
                      <a:pt x="2168" y="2405"/>
                      <a:pt x="2168" y="2405"/>
                    </a:cubicBezTo>
                    <a:cubicBezTo>
                      <a:pt x="2601" y="2188"/>
                      <a:pt x="2601" y="2188"/>
                      <a:pt x="2601" y="2188"/>
                    </a:cubicBezTo>
                    <a:cubicBezTo>
                      <a:pt x="2601" y="2622"/>
                      <a:pt x="2601" y="2622"/>
                      <a:pt x="2601" y="2622"/>
                    </a:cubicBezTo>
                    <a:cubicBezTo>
                      <a:pt x="2601" y="2685"/>
                      <a:pt x="2666" y="2748"/>
                      <a:pt x="2746" y="2748"/>
                    </a:cubicBezTo>
                    <a:cubicBezTo>
                      <a:pt x="2769" y="2748"/>
                      <a:pt x="2794" y="2742"/>
                      <a:pt x="2818" y="2730"/>
                    </a:cubicBezTo>
                    <a:cubicBezTo>
                      <a:pt x="3333" y="2432"/>
                      <a:pt x="3333" y="2432"/>
                      <a:pt x="3333" y="2432"/>
                    </a:cubicBezTo>
                    <a:cubicBezTo>
                      <a:pt x="3360" y="2405"/>
                      <a:pt x="3387" y="2378"/>
                      <a:pt x="3387" y="2324"/>
                    </a:cubicBezTo>
                    <a:cubicBezTo>
                      <a:pt x="3387" y="1728"/>
                      <a:pt x="3387" y="1728"/>
                      <a:pt x="3387" y="1728"/>
                    </a:cubicBezTo>
                    <a:cubicBezTo>
                      <a:pt x="3821" y="1484"/>
                      <a:pt x="3821" y="1484"/>
                      <a:pt x="3821" y="1484"/>
                    </a:cubicBezTo>
                    <a:close/>
                    <a:moveTo>
                      <a:pt x="2056" y="1"/>
                    </a:moveTo>
                    <a:cubicBezTo>
                      <a:pt x="2033" y="1"/>
                      <a:pt x="2005" y="7"/>
                      <a:pt x="1978" y="21"/>
                    </a:cubicBezTo>
                    <a:cubicBezTo>
                      <a:pt x="1789" y="129"/>
                      <a:pt x="922" y="644"/>
                      <a:pt x="759" y="725"/>
                    </a:cubicBezTo>
                    <a:cubicBezTo>
                      <a:pt x="82" y="1132"/>
                      <a:pt x="82" y="1132"/>
                      <a:pt x="82" y="1132"/>
                    </a:cubicBezTo>
                    <a:cubicBezTo>
                      <a:pt x="28" y="1159"/>
                      <a:pt x="1" y="1213"/>
                      <a:pt x="1" y="1267"/>
                    </a:cubicBezTo>
                    <a:cubicBezTo>
                      <a:pt x="1" y="3461"/>
                      <a:pt x="1" y="3461"/>
                      <a:pt x="1" y="3461"/>
                    </a:cubicBezTo>
                    <a:cubicBezTo>
                      <a:pt x="1" y="3516"/>
                      <a:pt x="28" y="3543"/>
                      <a:pt x="82" y="3570"/>
                    </a:cubicBezTo>
                    <a:cubicBezTo>
                      <a:pt x="1978" y="4681"/>
                      <a:pt x="1978" y="4681"/>
                      <a:pt x="1978" y="4681"/>
                    </a:cubicBezTo>
                    <a:cubicBezTo>
                      <a:pt x="2005" y="4681"/>
                      <a:pt x="2033" y="4708"/>
                      <a:pt x="2060" y="4708"/>
                    </a:cubicBezTo>
                    <a:cubicBezTo>
                      <a:pt x="2087" y="4708"/>
                      <a:pt x="2114" y="4708"/>
                      <a:pt x="2114" y="4681"/>
                    </a:cubicBezTo>
                    <a:cubicBezTo>
                      <a:pt x="4037" y="3570"/>
                      <a:pt x="4037" y="3570"/>
                      <a:pt x="4037" y="3570"/>
                    </a:cubicBezTo>
                    <a:cubicBezTo>
                      <a:pt x="4064" y="3543"/>
                      <a:pt x="4091" y="3516"/>
                      <a:pt x="4091" y="3461"/>
                    </a:cubicBezTo>
                    <a:cubicBezTo>
                      <a:pt x="4091" y="1267"/>
                      <a:pt x="4091" y="1267"/>
                      <a:pt x="4091" y="1267"/>
                    </a:cubicBezTo>
                    <a:cubicBezTo>
                      <a:pt x="4091" y="1213"/>
                      <a:pt x="4064" y="1159"/>
                      <a:pt x="4037" y="1132"/>
                    </a:cubicBezTo>
                    <a:cubicBezTo>
                      <a:pt x="2114" y="21"/>
                      <a:pt x="2114" y="21"/>
                      <a:pt x="2114" y="21"/>
                    </a:cubicBezTo>
                    <a:cubicBezTo>
                      <a:pt x="2100" y="7"/>
                      <a:pt x="2080" y="1"/>
                      <a:pt x="2056"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6" name="Google Shape;816;p50"/>
              <p:cNvSpPr/>
              <p:nvPr/>
            </p:nvSpPr>
            <p:spPr>
              <a:xfrm>
                <a:off x="3745625" y="5375275"/>
                <a:ext cx="29150" cy="29150"/>
              </a:xfrm>
              <a:custGeom>
                <a:rect b="b" l="l" r="r" t="t"/>
                <a:pathLst>
                  <a:path extrusionOk="0" h="1166" w="1166">
                    <a:moveTo>
                      <a:pt x="570" y="380"/>
                    </a:moveTo>
                    <a:cubicBezTo>
                      <a:pt x="678" y="380"/>
                      <a:pt x="787" y="488"/>
                      <a:pt x="787" y="596"/>
                    </a:cubicBezTo>
                    <a:cubicBezTo>
                      <a:pt x="787" y="678"/>
                      <a:pt x="678" y="786"/>
                      <a:pt x="570" y="786"/>
                    </a:cubicBezTo>
                    <a:cubicBezTo>
                      <a:pt x="489" y="786"/>
                      <a:pt x="380" y="678"/>
                      <a:pt x="380" y="596"/>
                    </a:cubicBezTo>
                    <a:cubicBezTo>
                      <a:pt x="380" y="488"/>
                      <a:pt x="489" y="380"/>
                      <a:pt x="570" y="380"/>
                    </a:cubicBezTo>
                    <a:close/>
                    <a:moveTo>
                      <a:pt x="570" y="0"/>
                    </a:moveTo>
                    <a:cubicBezTo>
                      <a:pt x="272" y="0"/>
                      <a:pt x="1" y="271"/>
                      <a:pt x="1" y="596"/>
                    </a:cubicBezTo>
                    <a:cubicBezTo>
                      <a:pt x="1" y="894"/>
                      <a:pt x="272" y="1165"/>
                      <a:pt x="570" y="1165"/>
                    </a:cubicBezTo>
                    <a:cubicBezTo>
                      <a:pt x="895" y="1165"/>
                      <a:pt x="1166" y="894"/>
                      <a:pt x="1166" y="596"/>
                    </a:cubicBezTo>
                    <a:cubicBezTo>
                      <a:pt x="1166" y="271"/>
                      <a:pt x="895" y="0"/>
                      <a:pt x="57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17" name="Google Shape;817;p50"/>
              <p:cNvSpPr/>
              <p:nvPr/>
            </p:nvSpPr>
            <p:spPr>
              <a:xfrm>
                <a:off x="3881100" y="5375275"/>
                <a:ext cx="29125" cy="29150"/>
              </a:xfrm>
              <a:custGeom>
                <a:rect b="b" l="l" r="r" t="t"/>
                <a:pathLst>
                  <a:path extrusionOk="0" h="1166" w="1165">
                    <a:moveTo>
                      <a:pt x="596" y="380"/>
                    </a:moveTo>
                    <a:cubicBezTo>
                      <a:pt x="677" y="380"/>
                      <a:pt x="786" y="488"/>
                      <a:pt x="786" y="596"/>
                    </a:cubicBezTo>
                    <a:cubicBezTo>
                      <a:pt x="786" y="678"/>
                      <a:pt x="677" y="786"/>
                      <a:pt x="596" y="786"/>
                    </a:cubicBezTo>
                    <a:cubicBezTo>
                      <a:pt x="488" y="786"/>
                      <a:pt x="406" y="678"/>
                      <a:pt x="406" y="596"/>
                    </a:cubicBezTo>
                    <a:cubicBezTo>
                      <a:pt x="406" y="488"/>
                      <a:pt x="488" y="380"/>
                      <a:pt x="596" y="380"/>
                    </a:cubicBezTo>
                    <a:close/>
                    <a:moveTo>
                      <a:pt x="596" y="0"/>
                    </a:moveTo>
                    <a:cubicBezTo>
                      <a:pt x="271" y="0"/>
                      <a:pt x="0" y="271"/>
                      <a:pt x="0" y="596"/>
                    </a:cubicBezTo>
                    <a:cubicBezTo>
                      <a:pt x="0" y="894"/>
                      <a:pt x="271" y="1165"/>
                      <a:pt x="596" y="1165"/>
                    </a:cubicBezTo>
                    <a:cubicBezTo>
                      <a:pt x="894" y="1165"/>
                      <a:pt x="1165" y="894"/>
                      <a:pt x="1165" y="596"/>
                    </a:cubicBezTo>
                    <a:cubicBezTo>
                      <a:pt x="1165" y="271"/>
                      <a:pt x="894" y="0"/>
                      <a:pt x="596"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sp>
          <p:nvSpPr>
            <p:cNvPr id="818" name="Google Shape;818;p50"/>
            <p:cNvSpPr txBox="1"/>
            <p:nvPr/>
          </p:nvSpPr>
          <p:spPr>
            <a:xfrm>
              <a:off x="5162750" y="3301346"/>
              <a:ext cx="1156800" cy="4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Transportation </a:t>
              </a:r>
              <a:endParaRPr b="1" sz="800">
                <a:solidFill>
                  <a:srgbClr val="3C3C3A"/>
                </a:solidFill>
                <a:latin typeface="Montserrat"/>
                <a:ea typeface="Montserrat"/>
                <a:cs typeface="Montserrat"/>
                <a:sym typeface="Montserrat"/>
              </a:endParaRPr>
            </a:p>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&amp; Logistics</a:t>
              </a:r>
              <a:endParaRPr b="1" sz="800">
                <a:solidFill>
                  <a:srgbClr val="3C3C3A"/>
                </a:solidFill>
                <a:latin typeface="Montserrat"/>
                <a:ea typeface="Montserrat"/>
                <a:cs typeface="Montserrat"/>
                <a:sym typeface="Montserrat"/>
              </a:endParaRPr>
            </a:p>
          </p:txBody>
        </p:sp>
      </p:grpSp>
      <p:grpSp>
        <p:nvGrpSpPr>
          <p:cNvPr id="819" name="Google Shape;819;p50"/>
          <p:cNvGrpSpPr/>
          <p:nvPr/>
        </p:nvGrpSpPr>
        <p:grpSpPr>
          <a:xfrm>
            <a:off x="3590239" y="2665525"/>
            <a:ext cx="1548324" cy="412260"/>
            <a:chOff x="6993401" y="3348550"/>
            <a:chExt cx="1548324" cy="412260"/>
          </a:xfrm>
        </p:grpSpPr>
        <p:sp>
          <p:nvSpPr>
            <p:cNvPr id="820" name="Google Shape;820;p50"/>
            <p:cNvSpPr txBox="1"/>
            <p:nvPr/>
          </p:nvSpPr>
          <p:spPr>
            <a:xfrm>
              <a:off x="7451225" y="3348550"/>
              <a:ext cx="1090500" cy="41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GB" sz="800">
                  <a:solidFill>
                    <a:srgbClr val="3C3C3A"/>
                  </a:solidFill>
                  <a:latin typeface="Montserrat"/>
                  <a:ea typeface="Montserrat"/>
                  <a:cs typeface="Montserrat"/>
                  <a:sym typeface="Montserrat"/>
                </a:rPr>
                <a:t>Healthcare</a:t>
              </a:r>
              <a:endParaRPr b="1" sz="800">
                <a:solidFill>
                  <a:srgbClr val="3C3C3A"/>
                </a:solidFill>
                <a:latin typeface="Montserrat"/>
                <a:ea typeface="Montserrat"/>
                <a:cs typeface="Montserrat"/>
                <a:sym typeface="Montserrat"/>
              </a:endParaRPr>
            </a:p>
          </p:txBody>
        </p:sp>
        <p:grpSp>
          <p:nvGrpSpPr>
            <p:cNvPr id="821" name="Google Shape;821;p50"/>
            <p:cNvGrpSpPr/>
            <p:nvPr/>
          </p:nvGrpSpPr>
          <p:grpSpPr>
            <a:xfrm>
              <a:off x="6993401" y="3350385"/>
              <a:ext cx="410414" cy="410425"/>
              <a:chOff x="2247925" y="3413625"/>
              <a:chExt cx="1005425" cy="1005450"/>
            </a:xfrm>
          </p:grpSpPr>
          <p:sp>
            <p:nvSpPr>
              <p:cNvPr id="822" name="Google Shape;822;p50"/>
              <p:cNvSpPr/>
              <p:nvPr/>
            </p:nvSpPr>
            <p:spPr>
              <a:xfrm>
                <a:off x="2247925" y="3413625"/>
                <a:ext cx="1005425" cy="1005450"/>
              </a:xfrm>
              <a:custGeom>
                <a:rect b="b" l="l" r="r" t="t"/>
                <a:pathLst>
                  <a:path extrusionOk="0" h="40218" w="40217">
                    <a:moveTo>
                      <a:pt x="20109" y="1140"/>
                    </a:moveTo>
                    <a:cubicBezTo>
                      <a:pt x="30570" y="1140"/>
                      <a:pt x="39077" y="9647"/>
                      <a:pt x="39077" y="20109"/>
                    </a:cubicBezTo>
                    <a:cubicBezTo>
                      <a:pt x="39077" y="30570"/>
                      <a:pt x="30570" y="39077"/>
                      <a:pt x="20109" y="39077"/>
                    </a:cubicBezTo>
                    <a:cubicBezTo>
                      <a:pt x="9648" y="39077"/>
                      <a:pt x="1140" y="30570"/>
                      <a:pt x="1140" y="20109"/>
                    </a:cubicBezTo>
                    <a:cubicBezTo>
                      <a:pt x="1140" y="9647"/>
                      <a:pt x="9648" y="1140"/>
                      <a:pt x="20109" y="1140"/>
                    </a:cubicBezTo>
                    <a:close/>
                    <a:moveTo>
                      <a:pt x="20109" y="0"/>
                    </a:moveTo>
                    <a:cubicBezTo>
                      <a:pt x="14736" y="0"/>
                      <a:pt x="9688" y="2097"/>
                      <a:pt x="5882" y="5882"/>
                    </a:cubicBezTo>
                    <a:cubicBezTo>
                      <a:pt x="2097" y="9688"/>
                      <a:pt x="1" y="14736"/>
                      <a:pt x="1" y="20109"/>
                    </a:cubicBezTo>
                    <a:cubicBezTo>
                      <a:pt x="1" y="25482"/>
                      <a:pt x="2097" y="30529"/>
                      <a:pt x="5882" y="34335"/>
                    </a:cubicBezTo>
                    <a:cubicBezTo>
                      <a:pt x="9688" y="38121"/>
                      <a:pt x="14736" y="40217"/>
                      <a:pt x="20109" y="40217"/>
                    </a:cubicBezTo>
                    <a:cubicBezTo>
                      <a:pt x="25482" y="40217"/>
                      <a:pt x="30529" y="38121"/>
                      <a:pt x="34335" y="34335"/>
                    </a:cubicBezTo>
                    <a:cubicBezTo>
                      <a:pt x="38121" y="30529"/>
                      <a:pt x="40217" y="25482"/>
                      <a:pt x="40217" y="20109"/>
                    </a:cubicBezTo>
                    <a:cubicBezTo>
                      <a:pt x="40217" y="14736"/>
                      <a:pt x="38121" y="9688"/>
                      <a:pt x="34335" y="5882"/>
                    </a:cubicBezTo>
                    <a:cubicBezTo>
                      <a:pt x="30529" y="2097"/>
                      <a:pt x="25482" y="0"/>
                      <a:pt x="2010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23" name="Google Shape;823;p50"/>
              <p:cNvSpPr/>
              <p:nvPr/>
            </p:nvSpPr>
            <p:spPr>
              <a:xfrm>
                <a:off x="2446350" y="3592725"/>
                <a:ext cx="608575" cy="692000"/>
              </a:xfrm>
              <a:custGeom>
                <a:rect b="b" l="l" r="r" t="t"/>
                <a:pathLst>
                  <a:path extrusionOk="0" h="27680" w="24343">
                    <a:moveTo>
                      <a:pt x="12945" y="1140"/>
                    </a:moveTo>
                    <a:cubicBezTo>
                      <a:pt x="13230" y="1140"/>
                      <a:pt x="13474" y="1364"/>
                      <a:pt x="13474" y="1649"/>
                    </a:cubicBezTo>
                    <a:cubicBezTo>
                      <a:pt x="13474" y="1649"/>
                      <a:pt x="13474" y="1669"/>
                      <a:pt x="13474" y="1669"/>
                    </a:cubicBezTo>
                    <a:cubicBezTo>
                      <a:pt x="13474" y="1690"/>
                      <a:pt x="13474" y="1710"/>
                      <a:pt x="13474" y="1751"/>
                    </a:cubicBezTo>
                    <a:cubicBezTo>
                      <a:pt x="13434" y="1995"/>
                      <a:pt x="13210" y="2199"/>
                      <a:pt x="12945" y="2199"/>
                    </a:cubicBezTo>
                    <a:cubicBezTo>
                      <a:pt x="12640" y="2199"/>
                      <a:pt x="12416" y="1954"/>
                      <a:pt x="12416" y="1669"/>
                    </a:cubicBezTo>
                    <a:cubicBezTo>
                      <a:pt x="12416" y="1384"/>
                      <a:pt x="12640" y="1140"/>
                      <a:pt x="12945" y="1140"/>
                    </a:cubicBezTo>
                    <a:close/>
                    <a:moveTo>
                      <a:pt x="3868" y="1181"/>
                    </a:moveTo>
                    <a:cubicBezTo>
                      <a:pt x="4153" y="1181"/>
                      <a:pt x="4397" y="1405"/>
                      <a:pt x="4397" y="1710"/>
                    </a:cubicBezTo>
                    <a:cubicBezTo>
                      <a:pt x="4397" y="1995"/>
                      <a:pt x="4153" y="2239"/>
                      <a:pt x="3868" y="2239"/>
                    </a:cubicBezTo>
                    <a:cubicBezTo>
                      <a:pt x="3583" y="2239"/>
                      <a:pt x="3339" y="1995"/>
                      <a:pt x="3339" y="1710"/>
                    </a:cubicBezTo>
                    <a:cubicBezTo>
                      <a:pt x="3339" y="1405"/>
                      <a:pt x="3583" y="1181"/>
                      <a:pt x="3868" y="1181"/>
                    </a:cubicBezTo>
                    <a:close/>
                    <a:moveTo>
                      <a:pt x="21086" y="7348"/>
                    </a:moveTo>
                    <a:cubicBezTo>
                      <a:pt x="22267" y="7348"/>
                      <a:pt x="23203" y="8304"/>
                      <a:pt x="23203" y="9464"/>
                    </a:cubicBezTo>
                    <a:cubicBezTo>
                      <a:pt x="23203" y="10645"/>
                      <a:pt x="22267" y="11581"/>
                      <a:pt x="21086" y="11581"/>
                    </a:cubicBezTo>
                    <a:cubicBezTo>
                      <a:pt x="19926" y="11581"/>
                      <a:pt x="18969" y="10645"/>
                      <a:pt x="18969" y="9464"/>
                    </a:cubicBezTo>
                    <a:cubicBezTo>
                      <a:pt x="18969" y="8304"/>
                      <a:pt x="19926" y="7348"/>
                      <a:pt x="21086" y="7348"/>
                    </a:cubicBezTo>
                    <a:close/>
                    <a:moveTo>
                      <a:pt x="12945" y="0"/>
                    </a:moveTo>
                    <a:cubicBezTo>
                      <a:pt x="12009" y="0"/>
                      <a:pt x="11276" y="754"/>
                      <a:pt x="11276" y="1669"/>
                    </a:cubicBezTo>
                    <a:cubicBezTo>
                      <a:pt x="11276" y="2585"/>
                      <a:pt x="12009" y="3338"/>
                      <a:pt x="12945" y="3338"/>
                    </a:cubicBezTo>
                    <a:cubicBezTo>
                      <a:pt x="13576" y="3338"/>
                      <a:pt x="14146" y="2972"/>
                      <a:pt x="14431" y="2443"/>
                    </a:cubicBezTo>
                    <a:cubicBezTo>
                      <a:pt x="14695" y="2565"/>
                      <a:pt x="15021" y="2768"/>
                      <a:pt x="15265" y="3135"/>
                    </a:cubicBezTo>
                    <a:cubicBezTo>
                      <a:pt x="15693" y="3766"/>
                      <a:pt x="15774" y="4682"/>
                      <a:pt x="15510" y="5882"/>
                    </a:cubicBezTo>
                    <a:cubicBezTo>
                      <a:pt x="14716" y="9322"/>
                      <a:pt x="13922" y="13291"/>
                      <a:pt x="13759" y="14186"/>
                    </a:cubicBezTo>
                    <a:cubicBezTo>
                      <a:pt x="13291" y="16018"/>
                      <a:pt x="11459" y="17931"/>
                      <a:pt x="8427" y="17931"/>
                    </a:cubicBezTo>
                    <a:cubicBezTo>
                      <a:pt x="5455" y="17931"/>
                      <a:pt x="3603" y="15977"/>
                      <a:pt x="3074" y="14044"/>
                    </a:cubicBezTo>
                    <a:cubicBezTo>
                      <a:pt x="3054" y="13983"/>
                      <a:pt x="3034" y="13922"/>
                      <a:pt x="2993" y="13861"/>
                    </a:cubicBezTo>
                    <a:cubicBezTo>
                      <a:pt x="2749" y="12619"/>
                      <a:pt x="2016" y="8996"/>
                      <a:pt x="1283" y="5842"/>
                    </a:cubicBezTo>
                    <a:cubicBezTo>
                      <a:pt x="1019" y="4661"/>
                      <a:pt x="1100" y="3725"/>
                      <a:pt x="1548" y="3094"/>
                    </a:cubicBezTo>
                    <a:cubicBezTo>
                      <a:pt x="1772" y="2748"/>
                      <a:pt x="2097" y="2545"/>
                      <a:pt x="2362" y="2422"/>
                    </a:cubicBezTo>
                    <a:cubicBezTo>
                      <a:pt x="2626" y="2992"/>
                      <a:pt x="3196" y="3379"/>
                      <a:pt x="3868" y="3379"/>
                    </a:cubicBezTo>
                    <a:cubicBezTo>
                      <a:pt x="4784" y="3379"/>
                      <a:pt x="5537" y="2626"/>
                      <a:pt x="5537" y="1710"/>
                    </a:cubicBezTo>
                    <a:cubicBezTo>
                      <a:pt x="5537" y="774"/>
                      <a:pt x="4784" y="41"/>
                      <a:pt x="3868" y="41"/>
                    </a:cubicBezTo>
                    <a:cubicBezTo>
                      <a:pt x="3115" y="41"/>
                      <a:pt x="2464" y="550"/>
                      <a:pt x="2260" y="1242"/>
                    </a:cubicBezTo>
                    <a:cubicBezTo>
                      <a:pt x="1812" y="1384"/>
                      <a:pt x="1120" y="1710"/>
                      <a:pt x="612" y="2422"/>
                    </a:cubicBezTo>
                    <a:cubicBezTo>
                      <a:pt x="-19" y="3338"/>
                      <a:pt x="-162" y="4580"/>
                      <a:pt x="184" y="6106"/>
                    </a:cubicBezTo>
                    <a:cubicBezTo>
                      <a:pt x="1059" y="9953"/>
                      <a:pt x="1955" y="14491"/>
                      <a:pt x="1975" y="14553"/>
                    </a:cubicBezTo>
                    <a:cubicBezTo>
                      <a:pt x="1996" y="14675"/>
                      <a:pt x="2057" y="14776"/>
                      <a:pt x="2138" y="14858"/>
                    </a:cubicBezTo>
                    <a:cubicBezTo>
                      <a:pt x="2525" y="15896"/>
                      <a:pt x="3217" y="16852"/>
                      <a:pt x="4112" y="17585"/>
                    </a:cubicBezTo>
                    <a:cubicBezTo>
                      <a:pt x="5171" y="18460"/>
                      <a:pt x="6473" y="18949"/>
                      <a:pt x="7898" y="19050"/>
                    </a:cubicBezTo>
                    <a:cubicBezTo>
                      <a:pt x="7837" y="19905"/>
                      <a:pt x="7674" y="23345"/>
                      <a:pt x="9668" y="25624"/>
                    </a:cubicBezTo>
                    <a:cubicBezTo>
                      <a:pt x="10808" y="26947"/>
                      <a:pt x="12416" y="27639"/>
                      <a:pt x="14472" y="27680"/>
                    </a:cubicBezTo>
                    <a:lnTo>
                      <a:pt x="14675" y="27680"/>
                    </a:lnTo>
                    <a:cubicBezTo>
                      <a:pt x="16588" y="27680"/>
                      <a:pt x="18176" y="27069"/>
                      <a:pt x="19356" y="25869"/>
                    </a:cubicBezTo>
                    <a:cubicBezTo>
                      <a:pt x="21778" y="23386"/>
                      <a:pt x="21676" y="19254"/>
                      <a:pt x="21656" y="18928"/>
                    </a:cubicBezTo>
                    <a:cubicBezTo>
                      <a:pt x="21656" y="12680"/>
                      <a:pt x="21656" y="12680"/>
                      <a:pt x="21656" y="12680"/>
                    </a:cubicBezTo>
                    <a:cubicBezTo>
                      <a:pt x="23182" y="12416"/>
                      <a:pt x="24343" y="11072"/>
                      <a:pt x="24343" y="9464"/>
                    </a:cubicBezTo>
                    <a:cubicBezTo>
                      <a:pt x="24343" y="7673"/>
                      <a:pt x="22877" y="6208"/>
                      <a:pt x="21086" y="6208"/>
                    </a:cubicBezTo>
                    <a:cubicBezTo>
                      <a:pt x="19295" y="6208"/>
                      <a:pt x="17830" y="7673"/>
                      <a:pt x="17830" y="9464"/>
                    </a:cubicBezTo>
                    <a:cubicBezTo>
                      <a:pt x="17830" y="11072"/>
                      <a:pt x="18990" y="12416"/>
                      <a:pt x="20516" y="12680"/>
                    </a:cubicBezTo>
                    <a:cubicBezTo>
                      <a:pt x="20516" y="18949"/>
                      <a:pt x="20516" y="18949"/>
                      <a:pt x="20516" y="18949"/>
                    </a:cubicBezTo>
                    <a:cubicBezTo>
                      <a:pt x="20516" y="18949"/>
                      <a:pt x="20516" y="18969"/>
                      <a:pt x="20516" y="18969"/>
                    </a:cubicBezTo>
                    <a:cubicBezTo>
                      <a:pt x="20516" y="19010"/>
                      <a:pt x="20659" y="22897"/>
                      <a:pt x="18522" y="25075"/>
                    </a:cubicBezTo>
                    <a:cubicBezTo>
                      <a:pt x="17582" y="26053"/>
                      <a:pt x="16286" y="26543"/>
                      <a:pt x="14685" y="26543"/>
                    </a:cubicBezTo>
                    <a:cubicBezTo>
                      <a:pt x="14621" y="26543"/>
                      <a:pt x="14557" y="26542"/>
                      <a:pt x="14492" y="26540"/>
                    </a:cubicBezTo>
                    <a:cubicBezTo>
                      <a:pt x="12782" y="26500"/>
                      <a:pt x="11459" y="25950"/>
                      <a:pt x="10544" y="24892"/>
                    </a:cubicBezTo>
                    <a:cubicBezTo>
                      <a:pt x="8753" y="22836"/>
                      <a:pt x="8997" y="19478"/>
                      <a:pt x="9038" y="19050"/>
                    </a:cubicBezTo>
                    <a:cubicBezTo>
                      <a:pt x="12192" y="18806"/>
                      <a:pt x="14166" y="16751"/>
                      <a:pt x="14777" y="14715"/>
                    </a:cubicBezTo>
                    <a:cubicBezTo>
                      <a:pt x="14797" y="14675"/>
                      <a:pt x="14818" y="14634"/>
                      <a:pt x="14838" y="14573"/>
                    </a:cubicBezTo>
                    <a:cubicBezTo>
                      <a:pt x="14838" y="14573"/>
                      <a:pt x="14838" y="14512"/>
                      <a:pt x="14858" y="14410"/>
                    </a:cubicBezTo>
                    <a:cubicBezTo>
                      <a:pt x="14879" y="14390"/>
                      <a:pt x="14879" y="14349"/>
                      <a:pt x="14899" y="14308"/>
                    </a:cubicBezTo>
                    <a:cubicBezTo>
                      <a:pt x="14899" y="14288"/>
                      <a:pt x="14899" y="14268"/>
                      <a:pt x="14899" y="14247"/>
                    </a:cubicBezTo>
                    <a:cubicBezTo>
                      <a:pt x="15123" y="13108"/>
                      <a:pt x="15876" y="9363"/>
                      <a:pt x="16629" y="6127"/>
                    </a:cubicBezTo>
                    <a:cubicBezTo>
                      <a:pt x="16975" y="4600"/>
                      <a:pt x="16832" y="3359"/>
                      <a:pt x="16181" y="2463"/>
                    </a:cubicBezTo>
                    <a:cubicBezTo>
                      <a:pt x="15693" y="1751"/>
                      <a:pt x="15021" y="1425"/>
                      <a:pt x="14573" y="1283"/>
                    </a:cubicBezTo>
                    <a:cubicBezTo>
                      <a:pt x="14390" y="550"/>
                      <a:pt x="13719" y="0"/>
                      <a:pt x="1294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sp>
            <p:nvSpPr>
              <p:cNvPr id="824" name="Google Shape;824;p50"/>
              <p:cNvSpPr/>
              <p:nvPr/>
            </p:nvSpPr>
            <p:spPr>
              <a:xfrm>
                <a:off x="2537950" y="3715850"/>
                <a:ext cx="225925" cy="231550"/>
              </a:xfrm>
              <a:custGeom>
                <a:rect b="b" l="l" r="r" t="t"/>
                <a:pathLst>
                  <a:path extrusionOk="0" h="9262" w="9037">
                    <a:moveTo>
                      <a:pt x="5455" y="1141"/>
                    </a:moveTo>
                    <a:cubicBezTo>
                      <a:pt x="5455" y="3155"/>
                      <a:pt x="5455" y="3155"/>
                      <a:pt x="5455" y="3155"/>
                    </a:cubicBezTo>
                    <a:cubicBezTo>
                      <a:pt x="5455" y="3461"/>
                      <a:pt x="5719" y="3725"/>
                      <a:pt x="6025" y="3725"/>
                    </a:cubicBezTo>
                    <a:lnTo>
                      <a:pt x="7897" y="3725"/>
                    </a:lnTo>
                    <a:cubicBezTo>
                      <a:pt x="7897" y="5537"/>
                      <a:pt x="7897" y="5537"/>
                      <a:pt x="7897" y="5537"/>
                    </a:cubicBezTo>
                    <a:lnTo>
                      <a:pt x="6025" y="5537"/>
                    </a:lnTo>
                    <a:cubicBezTo>
                      <a:pt x="5719" y="5537"/>
                      <a:pt x="5455" y="5801"/>
                      <a:pt x="5455" y="6107"/>
                    </a:cubicBezTo>
                    <a:cubicBezTo>
                      <a:pt x="5455" y="8121"/>
                      <a:pt x="5455" y="8121"/>
                      <a:pt x="5455" y="8121"/>
                    </a:cubicBezTo>
                    <a:lnTo>
                      <a:pt x="3420" y="8121"/>
                    </a:lnTo>
                    <a:cubicBezTo>
                      <a:pt x="3420" y="6107"/>
                      <a:pt x="3420" y="6107"/>
                      <a:pt x="3420" y="6107"/>
                    </a:cubicBezTo>
                    <a:cubicBezTo>
                      <a:pt x="3420" y="5801"/>
                      <a:pt x="3175" y="5537"/>
                      <a:pt x="2850" y="5537"/>
                    </a:cubicBezTo>
                    <a:lnTo>
                      <a:pt x="1140" y="5537"/>
                    </a:lnTo>
                    <a:lnTo>
                      <a:pt x="1140" y="3725"/>
                    </a:lnTo>
                    <a:lnTo>
                      <a:pt x="2850" y="3725"/>
                    </a:lnTo>
                    <a:cubicBezTo>
                      <a:pt x="3175" y="3725"/>
                      <a:pt x="3420" y="3461"/>
                      <a:pt x="3420" y="3155"/>
                    </a:cubicBezTo>
                    <a:cubicBezTo>
                      <a:pt x="3420" y="1141"/>
                      <a:pt x="3420" y="1141"/>
                      <a:pt x="3420" y="1141"/>
                    </a:cubicBezTo>
                    <a:close/>
                    <a:moveTo>
                      <a:pt x="2850" y="1"/>
                    </a:moveTo>
                    <a:cubicBezTo>
                      <a:pt x="2545" y="1"/>
                      <a:pt x="2280" y="265"/>
                      <a:pt x="2280" y="571"/>
                    </a:cubicBezTo>
                    <a:cubicBezTo>
                      <a:pt x="2280" y="2586"/>
                      <a:pt x="2280" y="2586"/>
                      <a:pt x="2280" y="2586"/>
                    </a:cubicBezTo>
                    <a:lnTo>
                      <a:pt x="570" y="2586"/>
                    </a:lnTo>
                    <a:cubicBezTo>
                      <a:pt x="245" y="2586"/>
                      <a:pt x="0" y="2830"/>
                      <a:pt x="0" y="3155"/>
                    </a:cubicBezTo>
                    <a:cubicBezTo>
                      <a:pt x="0" y="6107"/>
                      <a:pt x="0" y="6107"/>
                      <a:pt x="0" y="6107"/>
                    </a:cubicBezTo>
                    <a:cubicBezTo>
                      <a:pt x="0" y="6432"/>
                      <a:pt x="245" y="6676"/>
                      <a:pt x="570" y="6676"/>
                    </a:cubicBezTo>
                    <a:lnTo>
                      <a:pt x="2280" y="6676"/>
                    </a:lnTo>
                    <a:cubicBezTo>
                      <a:pt x="2280" y="8691"/>
                      <a:pt x="2280" y="8691"/>
                      <a:pt x="2280" y="8691"/>
                    </a:cubicBezTo>
                    <a:cubicBezTo>
                      <a:pt x="2280" y="8997"/>
                      <a:pt x="2545" y="9261"/>
                      <a:pt x="2850" y="9261"/>
                    </a:cubicBezTo>
                    <a:lnTo>
                      <a:pt x="6025" y="9261"/>
                    </a:lnTo>
                    <a:cubicBezTo>
                      <a:pt x="6350" y="9261"/>
                      <a:pt x="6595" y="8997"/>
                      <a:pt x="6595" y="8691"/>
                    </a:cubicBezTo>
                    <a:cubicBezTo>
                      <a:pt x="6595" y="6676"/>
                      <a:pt x="6595" y="6676"/>
                      <a:pt x="6595" y="6676"/>
                    </a:cubicBezTo>
                    <a:lnTo>
                      <a:pt x="8467" y="6676"/>
                    </a:lnTo>
                    <a:cubicBezTo>
                      <a:pt x="8793" y="6676"/>
                      <a:pt x="9037" y="6432"/>
                      <a:pt x="9037" y="6107"/>
                    </a:cubicBezTo>
                    <a:cubicBezTo>
                      <a:pt x="9037" y="3155"/>
                      <a:pt x="9037" y="3155"/>
                      <a:pt x="9037" y="3155"/>
                    </a:cubicBezTo>
                    <a:cubicBezTo>
                      <a:pt x="9037" y="2830"/>
                      <a:pt x="8793" y="2586"/>
                      <a:pt x="8467" y="2586"/>
                    </a:cubicBezTo>
                    <a:lnTo>
                      <a:pt x="6595" y="2586"/>
                    </a:lnTo>
                    <a:cubicBezTo>
                      <a:pt x="6595" y="571"/>
                      <a:pt x="6595" y="571"/>
                      <a:pt x="6595" y="571"/>
                    </a:cubicBezTo>
                    <a:cubicBezTo>
                      <a:pt x="6595" y="265"/>
                      <a:pt x="6350" y="1"/>
                      <a:pt x="6025"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endParaRPr>
              </a:p>
            </p:txBody>
          </p:sp>
        </p:grpSp>
      </p:grpSp>
      <p:sp>
        <p:nvSpPr>
          <p:cNvPr id="825" name="Google Shape;825;p50"/>
          <p:cNvSpPr txBox="1"/>
          <p:nvPr>
            <p:ph idx="4294967295"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Industries</a:t>
            </a:r>
            <a:endParaRPr/>
          </a:p>
        </p:txBody>
      </p:sp>
      <p:sp>
        <p:nvSpPr>
          <p:cNvPr id="826" name="Google Shape;826;p50"/>
          <p:cNvSpPr txBox="1"/>
          <p:nvPr/>
        </p:nvSpPr>
        <p:spPr>
          <a:xfrm>
            <a:off x="5604850" y="429900"/>
            <a:ext cx="2999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a:solidFill>
                  <a:srgbClr val="F8485E"/>
                </a:solidFill>
                <a:latin typeface="Montserrat"/>
                <a:ea typeface="Montserrat"/>
                <a:cs typeface="Montserrat"/>
                <a:sym typeface="Montserrat"/>
              </a:rPr>
              <a:t>Please don’t resize them!</a:t>
            </a:r>
            <a:endParaRPr b="1">
              <a:solidFill>
                <a:srgbClr val="F8485E"/>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grpSp>
        <p:nvGrpSpPr>
          <p:cNvPr id="831" name="Google Shape;831;p51"/>
          <p:cNvGrpSpPr/>
          <p:nvPr/>
        </p:nvGrpSpPr>
        <p:grpSpPr>
          <a:xfrm>
            <a:off x="580731" y="1720570"/>
            <a:ext cx="348784" cy="395983"/>
            <a:chOff x="2224500" y="3248125"/>
            <a:chExt cx="787500" cy="900575"/>
          </a:xfrm>
        </p:grpSpPr>
        <p:sp>
          <p:nvSpPr>
            <p:cNvPr id="832" name="Google Shape;832;p51"/>
            <p:cNvSpPr/>
            <p:nvPr/>
          </p:nvSpPr>
          <p:spPr>
            <a:xfrm>
              <a:off x="2608100" y="3953825"/>
              <a:ext cx="27050" cy="194875"/>
            </a:xfrm>
            <a:custGeom>
              <a:rect b="b" l="l" r="r" t="t"/>
              <a:pathLst>
                <a:path extrusionOk="0" h="7795" w="1082">
                  <a:moveTo>
                    <a:pt x="505" y="0"/>
                  </a:moveTo>
                  <a:cubicBezTo>
                    <a:pt x="235" y="0"/>
                    <a:pt x="1" y="216"/>
                    <a:pt x="1" y="504"/>
                  </a:cubicBezTo>
                  <a:cubicBezTo>
                    <a:pt x="73" y="7291"/>
                    <a:pt x="73" y="7291"/>
                    <a:pt x="73" y="7291"/>
                  </a:cubicBezTo>
                  <a:cubicBezTo>
                    <a:pt x="73" y="7579"/>
                    <a:pt x="307" y="7795"/>
                    <a:pt x="577" y="7795"/>
                  </a:cubicBezTo>
                  <a:cubicBezTo>
                    <a:pt x="865" y="7795"/>
                    <a:pt x="1081" y="7561"/>
                    <a:pt x="1081" y="7291"/>
                  </a:cubicBezTo>
                  <a:cubicBezTo>
                    <a:pt x="1009" y="486"/>
                    <a:pt x="1009" y="486"/>
                    <a:pt x="1009" y="486"/>
                  </a:cubicBezTo>
                  <a:cubicBezTo>
                    <a:pt x="1009" y="216"/>
                    <a:pt x="793" y="0"/>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1"/>
            <p:cNvSpPr/>
            <p:nvPr/>
          </p:nvSpPr>
          <p:spPr>
            <a:xfrm>
              <a:off x="2228675" y="3821900"/>
              <a:ext cx="171575" cy="111675"/>
            </a:xfrm>
            <a:custGeom>
              <a:rect b="b" l="l" r="r" t="t"/>
              <a:pathLst>
                <a:path extrusionOk="0" h="4467" w="6863">
                  <a:moveTo>
                    <a:pt x="6362" y="1"/>
                  </a:moveTo>
                  <a:cubicBezTo>
                    <a:pt x="6274" y="1"/>
                    <a:pt x="6185" y="25"/>
                    <a:pt x="6105" y="74"/>
                  </a:cubicBezTo>
                  <a:cubicBezTo>
                    <a:pt x="254" y="3531"/>
                    <a:pt x="254" y="3531"/>
                    <a:pt x="254" y="3531"/>
                  </a:cubicBezTo>
                  <a:cubicBezTo>
                    <a:pt x="2" y="3675"/>
                    <a:pt x="-70" y="3981"/>
                    <a:pt x="74" y="4215"/>
                  </a:cubicBezTo>
                  <a:cubicBezTo>
                    <a:pt x="164" y="4377"/>
                    <a:pt x="326" y="4467"/>
                    <a:pt x="506" y="4467"/>
                  </a:cubicBezTo>
                  <a:cubicBezTo>
                    <a:pt x="596" y="4467"/>
                    <a:pt x="686" y="4449"/>
                    <a:pt x="758" y="4395"/>
                  </a:cubicBezTo>
                  <a:cubicBezTo>
                    <a:pt x="6609" y="938"/>
                    <a:pt x="6609" y="938"/>
                    <a:pt x="6609" y="938"/>
                  </a:cubicBezTo>
                  <a:cubicBezTo>
                    <a:pt x="6861" y="794"/>
                    <a:pt x="6933" y="488"/>
                    <a:pt x="6789" y="254"/>
                  </a:cubicBezTo>
                  <a:cubicBezTo>
                    <a:pt x="6694" y="89"/>
                    <a:pt x="6530" y="1"/>
                    <a:pt x="63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51"/>
            <p:cNvSpPr/>
            <p:nvPr/>
          </p:nvSpPr>
          <p:spPr>
            <a:xfrm>
              <a:off x="2224500" y="3470525"/>
              <a:ext cx="173175" cy="108875"/>
            </a:xfrm>
            <a:custGeom>
              <a:rect b="b" l="l" r="r" t="t"/>
              <a:pathLst>
                <a:path extrusionOk="0" h="4355" w="6927">
                  <a:moveTo>
                    <a:pt x="500" y="0"/>
                  </a:moveTo>
                  <a:cubicBezTo>
                    <a:pt x="328" y="0"/>
                    <a:pt x="158" y="92"/>
                    <a:pt x="61" y="250"/>
                  </a:cubicBezTo>
                  <a:cubicBezTo>
                    <a:pt x="-65" y="502"/>
                    <a:pt x="7" y="808"/>
                    <a:pt x="259" y="952"/>
                  </a:cubicBezTo>
                  <a:lnTo>
                    <a:pt x="6182" y="4282"/>
                  </a:lnTo>
                  <a:cubicBezTo>
                    <a:pt x="6254" y="4336"/>
                    <a:pt x="6344" y="4354"/>
                    <a:pt x="6416" y="4354"/>
                  </a:cubicBezTo>
                  <a:cubicBezTo>
                    <a:pt x="6596" y="4354"/>
                    <a:pt x="6776" y="4264"/>
                    <a:pt x="6866" y="4102"/>
                  </a:cubicBezTo>
                  <a:cubicBezTo>
                    <a:pt x="6992" y="3850"/>
                    <a:pt x="6920" y="3544"/>
                    <a:pt x="6668" y="3400"/>
                  </a:cubicBezTo>
                  <a:cubicBezTo>
                    <a:pt x="745" y="70"/>
                    <a:pt x="745" y="70"/>
                    <a:pt x="745" y="70"/>
                  </a:cubicBezTo>
                  <a:cubicBezTo>
                    <a:pt x="668" y="22"/>
                    <a:pt x="584" y="0"/>
                    <a:pt x="5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1"/>
            <p:cNvSpPr/>
            <p:nvPr/>
          </p:nvSpPr>
          <p:spPr>
            <a:xfrm>
              <a:off x="2601350" y="3248125"/>
              <a:ext cx="27050" cy="194900"/>
            </a:xfrm>
            <a:custGeom>
              <a:rect b="b" l="l" r="r" t="t"/>
              <a:pathLst>
                <a:path extrusionOk="0" h="7796" w="1082">
                  <a:moveTo>
                    <a:pt x="505" y="0"/>
                  </a:moveTo>
                  <a:cubicBezTo>
                    <a:pt x="235" y="0"/>
                    <a:pt x="1" y="235"/>
                    <a:pt x="1" y="505"/>
                  </a:cubicBezTo>
                  <a:cubicBezTo>
                    <a:pt x="73" y="7309"/>
                    <a:pt x="73" y="7309"/>
                    <a:pt x="73" y="7309"/>
                  </a:cubicBezTo>
                  <a:cubicBezTo>
                    <a:pt x="73" y="7579"/>
                    <a:pt x="307" y="7795"/>
                    <a:pt x="577" y="7795"/>
                  </a:cubicBezTo>
                  <a:cubicBezTo>
                    <a:pt x="865" y="7795"/>
                    <a:pt x="1081" y="7579"/>
                    <a:pt x="1081" y="7291"/>
                  </a:cubicBezTo>
                  <a:cubicBezTo>
                    <a:pt x="1009" y="505"/>
                    <a:pt x="1009" y="505"/>
                    <a:pt x="1009" y="505"/>
                  </a:cubicBezTo>
                  <a:cubicBezTo>
                    <a:pt x="1009" y="216"/>
                    <a:pt x="793" y="0"/>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1"/>
            <p:cNvSpPr/>
            <p:nvPr/>
          </p:nvSpPr>
          <p:spPr>
            <a:xfrm>
              <a:off x="2836350" y="3463325"/>
              <a:ext cx="171475" cy="111575"/>
            </a:xfrm>
            <a:custGeom>
              <a:rect b="b" l="l" r="r" t="t"/>
              <a:pathLst>
                <a:path extrusionOk="0" h="4463" w="6859">
                  <a:moveTo>
                    <a:pt x="6346" y="0"/>
                  </a:moveTo>
                  <a:cubicBezTo>
                    <a:pt x="6262" y="0"/>
                    <a:pt x="6178" y="22"/>
                    <a:pt x="6101" y="70"/>
                  </a:cubicBezTo>
                  <a:cubicBezTo>
                    <a:pt x="250" y="3526"/>
                    <a:pt x="250" y="3526"/>
                    <a:pt x="250" y="3526"/>
                  </a:cubicBezTo>
                  <a:cubicBezTo>
                    <a:pt x="16" y="3670"/>
                    <a:pt x="-74" y="3976"/>
                    <a:pt x="70" y="4210"/>
                  </a:cubicBezTo>
                  <a:cubicBezTo>
                    <a:pt x="160" y="4372"/>
                    <a:pt x="340" y="4462"/>
                    <a:pt x="502" y="4462"/>
                  </a:cubicBezTo>
                  <a:cubicBezTo>
                    <a:pt x="592" y="4462"/>
                    <a:pt x="682" y="4444"/>
                    <a:pt x="754" y="4390"/>
                  </a:cubicBezTo>
                  <a:cubicBezTo>
                    <a:pt x="6605" y="934"/>
                    <a:pt x="6605" y="934"/>
                    <a:pt x="6605" y="934"/>
                  </a:cubicBezTo>
                  <a:cubicBezTo>
                    <a:pt x="6857" y="790"/>
                    <a:pt x="6929" y="484"/>
                    <a:pt x="6785" y="250"/>
                  </a:cubicBezTo>
                  <a:cubicBezTo>
                    <a:pt x="6688" y="92"/>
                    <a:pt x="6518" y="0"/>
                    <a:pt x="6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1"/>
            <p:cNvSpPr/>
            <p:nvPr/>
          </p:nvSpPr>
          <p:spPr>
            <a:xfrm>
              <a:off x="2838925" y="3817500"/>
              <a:ext cx="173075" cy="108875"/>
            </a:xfrm>
            <a:custGeom>
              <a:rect b="b" l="l" r="r" t="t"/>
              <a:pathLst>
                <a:path extrusionOk="0" h="4355" w="6923">
                  <a:moveTo>
                    <a:pt x="501" y="1"/>
                  </a:moveTo>
                  <a:cubicBezTo>
                    <a:pt x="324" y="1"/>
                    <a:pt x="154" y="93"/>
                    <a:pt x="57" y="250"/>
                  </a:cubicBezTo>
                  <a:cubicBezTo>
                    <a:pt x="-69" y="502"/>
                    <a:pt x="21" y="808"/>
                    <a:pt x="255" y="934"/>
                  </a:cubicBezTo>
                  <a:cubicBezTo>
                    <a:pt x="6178" y="4283"/>
                    <a:pt x="6178" y="4283"/>
                    <a:pt x="6178" y="4283"/>
                  </a:cubicBezTo>
                  <a:cubicBezTo>
                    <a:pt x="6250" y="4319"/>
                    <a:pt x="6340" y="4355"/>
                    <a:pt x="6412" y="4355"/>
                  </a:cubicBezTo>
                  <a:cubicBezTo>
                    <a:pt x="6592" y="4355"/>
                    <a:pt x="6772" y="4265"/>
                    <a:pt x="6862" y="4085"/>
                  </a:cubicBezTo>
                  <a:cubicBezTo>
                    <a:pt x="6988" y="3851"/>
                    <a:pt x="6916" y="3545"/>
                    <a:pt x="6664" y="3401"/>
                  </a:cubicBezTo>
                  <a:cubicBezTo>
                    <a:pt x="759" y="70"/>
                    <a:pt x="759" y="70"/>
                    <a:pt x="759" y="70"/>
                  </a:cubicBezTo>
                  <a:cubicBezTo>
                    <a:pt x="676" y="23"/>
                    <a:pt x="588" y="1"/>
                    <a:pt x="5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1"/>
            <p:cNvSpPr/>
            <p:nvPr/>
          </p:nvSpPr>
          <p:spPr>
            <a:xfrm>
              <a:off x="2229175" y="3687825"/>
              <a:ext cx="140875" cy="26125"/>
            </a:xfrm>
            <a:custGeom>
              <a:rect b="b" l="l" r="r" t="t"/>
              <a:pathLst>
                <a:path extrusionOk="0" h="1045" w="5635">
                  <a:moveTo>
                    <a:pt x="5131" y="1"/>
                  </a:moveTo>
                  <a:cubicBezTo>
                    <a:pt x="504" y="37"/>
                    <a:pt x="504" y="37"/>
                    <a:pt x="504" y="37"/>
                  </a:cubicBezTo>
                  <a:cubicBezTo>
                    <a:pt x="216" y="37"/>
                    <a:pt x="0" y="271"/>
                    <a:pt x="0" y="541"/>
                  </a:cubicBezTo>
                  <a:cubicBezTo>
                    <a:pt x="0" y="829"/>
                    <a:pt x="234" y="1045"/>
                    <a:pt x="504" y="1045"/>
                  </a:cubicBezTo>
                  <a:cubicBezTo>
                    <a:pt x="5149" y="1009"/>
                    <a:pt x="5149" y="1009"/>
                    <a:pt x="5149" y="1009"/>
                  </a:cubicBezTo>
                  <a:cubicBezTo>
                    <a:pt x="5419" y="1009"/>
                    <a:pt x="5635" y="775"/>
                    <a:pt x="5635" y="505"/>
                  </a:cubicBezTo>
                  <a:cubicBezTo>
                    <a:pt x="5635" y="235"/>
                    <a:pt x="5419" y="1"/>
                    <a:pt x="5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1"/>
            <p:cNvSpPr/>
            <p:nvPr/>
          </p:nvSpPr>
          <p:spPr>
            <a:xfrm>
              <a:off x="2414650" y="3361150"/>
              <a:ext cx="84050" cy="125075"/>
            </a:xfrm>
            <a:custGeom>
              <a:rect b="b" l="l" r="r" t="t"/>
              <a:pathLst>
                <a:path extrusionOk="0" h="5003" w="3362">
                  <a:moveTo>
                    <a:pt x="500" y="1"/>
                  </a:moveTo>
                  <a:cubicBezTo>
                    <a:pt x="413" y="1"/>
                    <a:pt x="327" y="23"/>
                    <a:pt x="250" y="70"/>
                  </a:cubicBezTo>
                  <a:cubicBezTo>
                    <a:pt x="16" y="214"/>
                    <a:pt x="-74" y="520"/>
                    <a:pt x="70" y="754"/>
                  </a:cubicBezTo>
                  <a:lnTo>
                    <a:pt x="2428" y="4751"/>
                  </a:lnTo>
                  <a:cubicBezTo>
                    <a:pt x="2518" y="4913"/>
                    <a:pt x="2680" y="5003"/>
                    <a:pt x="2860" y="5003"/>
                  </a:cubicBezTo>
                  <a:cubicBezTo>
                    <a:pt x="2950" y="5003"/>
                    <a:pt x="3040" y="4985"/>
                    <a:pt x="3112" y="4931"/>
                  </a:cubicBezTo>
                  <a:cubicBezTo>
                    <a:pt x="3346" y="4787"/>
                    <a:pt x="3436" y="4481"/>
                    <a:pt x="3292" y="4247"/>
                  </a:cubicBezTo>
                  <a:cubicBezTo>
                    <a:pt x="952" y="250"/>
                    <a:pt x="952" y="250"/>
                    <a:pt x="952" y="250"/>
                  </a:cubicBezTo>
                  <a:cubicBezTo>
                    <a:pt x="855" y="93"/>
                    <a:pt x="677" y="1"/>
                    <a:pt x="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1"/>
            <p:cNvSpPr/>
            <p:nvPr/>
          </p:nvSpPr>
          <p:spPr>
            <a:xfrm>
              <a:off x="2734200" y="3358225"/>
              <a:ext cx="82250" cy="125750"/>
            </a:xfrm>
            <a:custGeom>
              <a:rect b="b" l="l" r="r" t="t"/>
              <a:pathLst>
                <a:path extrusionOk="0" h="5030" w="3290">
                  <a:moveTo>
                    <a:pt x="2787" y="0"/>
                  </a:moveTo>
                  <a:cubicBezTo>
                    <a:pt x="2609" y="0"/>
                    <a:pt x="2441" y="88"/>
                    <a:pt x="2356" y="259"/>
                  </a:cubicBezTo>
                  <a:cubicBezTo>
                    <a:pt x="70" y="4292"/>
                    <a:pt x="70" y="4292"/>
                    <a:pt x="70" y="4292"/>
                  </a:cubicBezTo>
                  <a:cubicBezTo>
                    <a:pt x="-74" y="4526"/>
                    <a:pt x="16" y="4832"/>
                    <a:pt x="250" y="4976"/>
                  </a:cubicBezTo>
                  <a:cubicBezTo>
                    <a:pt x="340" y="5012"/>
                    <a:pt x="412" y="5030"/>
                    <a:pt x="502" y="5030"/>
                  </a:cubicBezTo>
                  <a:cubicBezTo>
                    <a:pt x="682" y="5030"/>
                    <a:pt x="844" y="4940"/>
                    <a:pt x="934" y="4778"/>
                  </a:cubicBezTo>
                  <a:cubicBezTo>
                    <a:pt x="3220" y="745"/>
                    <a:pt x="3220" y="745"/>
                    <a:pt x="3220" y="745"/>
                  </a:cubicBezTo>
                  <a:cubicBezTo>
                    <a:pt x="3364" y="511"/>
                    <a:pt x="3274" y="205"/>
                    <a:pt x="3040" y="61"/>
                  </a:cubicBezTo>
                  <a:cubicBezTo>
                    <a:pt x="2959" y="20"/>
                    <a:pt x="2872" y="0"/>
                    <a:pt x="27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1"/>
            <p:cNvSpPr/>
            <p:nvPr/>
          </p:nvSpPr>
          <p:spPr>
            <a:xfrm>
              <a:off x="2866450" y="3682875"/>
              <a:ext cx="140875" cy="26125"/>
            </a:xfrm>
            <a:custGeom>
              <a:rect b="b" l="l" r="r" t="t"/>
              <a:pathLst>
                <a:path extrusionOk="0" h="1045" w="5635">
                  <a:moveTo>
                    <a:pt x="5131" y="1"/>
                  </a:moveTo>
                  <a:cubicBezTo>
                    <a:pt x="504" y="37"/>
                    <a:pt x="504" y="37"/>
                    <a:pt x="504" y="37"/>
                  </a:cubicBezTo>
                  <a:cubicBezTo>
                    <a:pt x="216" y="37"/>
                    <a:pt x="0" y="271"/>
                    <a:pt x="0" y="541"/>
                  </a:cubicBezTo>
                  <a:cubicBezTo>
                    <a:pt x="0" y="811"/>
                    <a:pt x="216" y="1045"/>
                    <a:pt x="504" y="1045"/>
                  </a:cubicBezTo>
                  <a:cubicBezTo>
                    <a:pt x="5131" y="1009"/>
                    <a:pt x="5131" y="1009"/>
                    <a:pt x="5131" y="1009"/>
                  </a:cubicBezTo>
                  <a:cubicBezTo>
                    <a:pt x="5419" y="1009"/>
                    <a:pt x="5635" y="775"/>
                    <a:pt x="5635" y="487"/>
                  </a:cubicBezTo>
                  <a:cubicBezTo>
                    <a:pt x="5635" y="217"/>
                    <a:pt x="5419" y="1"/>
                    <a:pt x="5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1"/>
            <p:cNvSpPr/>
            <p:nvPr/>
          </p:nvSpPr>
          <p:spPr>
            <a:xfrm>
              <a:off x="2737800" y="3910575"/>
              <a:ext cx="84050" cy="125175"/>
            </a:xfrm>
            <a:custGeom>
              <a:rect b="b" l="l" r="r" t="t"/>
              <a:pathLst>
                <a:path extrusionOk="0" h="5007" w="3362">
                  <a:moveTo>
                    <a:pt x="511" y="0"/>
                  </a:moveTo>
                  <a:cubicBezTo>
                    <a:pt x="421" y="0"/>
                    <a:pt x="330" y="24"/>
                    <a:pt x="250" y="74"/>
                  </a:cubicBezTo>
                  <a:cubicBezTo>
                    <a:pt x="16" y="200"/>
                    <a:pt x="-74" y="524"/>
                    <a:pt x="70" y="758"/>
                  </a:cubicBezTo>
                  <a:cubicBezTo>
                    <a:pt x="2428" y="4754"/>
                    <a:pt x="2428" y="4754"/>
                    <a:pt x="2428" y="4754"/>
                  </a:cubicBezTo>
                  <a:cubicBezTo>
                    <a:pt x="2518" y="4916"/>
                    <a:pt x="2680" y="5006"/>
                    <a:pt x="2860" y="5006"/>
                  </a:cubicBezTo>
                  <a:cubicBezTo>
                    <a:pt x="2950" y="5006"/>
                    <a:pt x="3022" y="4970"/>
                    <a:pt x="3112" y="4934"/>
                  </a:cubicBezTo>
                  <a:cubicBezTo>
                    <a:pt x="3346" y="4790"/>
                    <a:pt x="3436" y="4484"/>
                    <a:pt x="3292" y="4232"/>
                  </a:cubicBezTo>
                  <a:lnTo>
                    <a:pt x="934" y="254"/>
                  </a:lnTo>
                  <a:cubicBezTo>
                    <a:pt x="851" y="88"/>
                    <a:pt x="683" y="0"/>
                    <a:pt x="5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1"/>
            <p:cNvSpPr/>
            <p:nvPr/>
          </p:nvSpPr>
          <p:spPr>
            <a:xfrm>
              <a:off x="2420050" y="3912500"/>
              <a:ext cx="82250" cy="125950"/>
            </a:xfrm>
            <a:custGeom>
              <a:rect b="b" l="l" r="r" t="t"/>
              <a:pathLst>
                <a:path extrusionOk="0" h="5038" w="3290">
                  <a:moveTo>
                    <a:pt x="2786" y="0"/>
                  </a:moveTo>
                  <a:cubicBezTo>
                    <a:pt x="2609" y="0"/>
                    <a:pt x="2442" y="96"/>
                    <a:pt x="2356" y="267"/>
                  </a:cubicBezTo>
                  <a:cubicBezTo>
                    <a:pt x="70" y="4299"/>
                    <a:pt x="70" y="4299"/>
                    <a:pt x="70" y="4299"/>
                  </a:cubicBezTo>
                  <a:cubicBezTo>
                    <a:pt x="-74" y="4533"/>
                    <a:pt x="16" y="4839"/>
                    <a:pt x="250" y="4983"/>
                  </a:cubicBezTo>
                  <a:cubicBezTo>
                    <a:pt x="340" y="5019"/>
                    <a:pt x="412" y="5037"/>
                    <a:pt x="502" y="5037"/>
                  </a:cubicBezTo>
                  <a:cubicBezTo>
                    <a:pt x="682" y="5037"/>
                    <a:pt x="844" y="4947"/>
                    <a:pt x="934" y="4785"/>
                  </a:cubicBezTo>
                  <a:cubicBezTo>
                    <a:pt x="3220" y="753"/>
                    <a:pt x="3220" y="753"/>
                    <a:pt x="3220" y="753"/>
                  </a:cubicBezTo>
                  <a:cubicBezTo>
                    <a:pt x="3364" y="519"/>
                    <a:pt x="3274" y="213"/>
                    <a:pt x="3040" y="69"/>
                  </a:cubicBezTo>
                  <a:cubicBezTo>
                    <a:pt x="2959" y="22"/>
                    <a:pt x="2871" y="0"/>
                    <a:pt x="2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1"/>
            <p:cNvSpPr/>
            <p:nvPr/>
          </p:nvSpPr>
          <p:spPr>
            <a:xfrm>
              <a:off x="2406475" y="3486650"/>
              <a:ext cx="423550" cy="423525"/>
            </a:xfrm>
            <a:custGeom>
              <a:rect b="b" l="l" r="r" t="t"/>
              <a:pathLst>
                <a:path extrusionOk="0" h="16941" w="16942">
                  <a:moveTo>
                    <a:pt x="8462" y="1"/>
                  </a:moveTo>
                  <a:cubicBezTo>
                    <a:pt x="3799" y="1"/>
                    <a:pt x="1" y="3799"/>
                    <a:pt x="1" y="8462"/>
                  </a:cubicBezTo>
                  <a:cubicBezTo>
                    <a:pt x="1" y="13142"/>
                    <a:pt x="3799" y="16941"/>
                    <a:pt x="8462" y="16941"/>
                  </a:cubicBezTo>
                  <a:cubicBezTo>
                    <a:pt x="13143" y="16941"/>
                    <a:pt x="16941" y="13142"/>
                    <a:pt x="16941" y="8462"/>
                  </a:cubicBezTo>
                  <a:cubicBezTo>
                    <a:pt x="16941" y="7022"/>
                    <a:pt x="16581" y="5617"/>
                    <a:pt x="15879" y="4375"/>
                  </a:cubicBezTo>
                  <a:cubicBezTo>
                    <a:pt x="15794" y="4205"/>
                    <a:pt x="15626" y="4108"/>
                    <a:pt x="15449" y="4108"/>
                  </a:cubicBezTo>
                  <a:cubicBezTo>
                    <a:pt x="15364" y="4108"/>
                    <a:pt x="15276" y="4131"/>
                    <a:pt x="15195" y="4177"/>
                  </a:cubicBezTo>
                  <a:cubicBezTo>
                    <a:pt x="14961" y="4303"/>
                    <a:pt x="14871" y="4609"/>
                    <a:pt x="14997" y="4861"/>
                  </a:cubicBezTo>
                  <a:cubicBezTo>
                    <a:pt x="15609" y="5959"/>
                    <a:pt x="15933" y="7202"/>
                    <a:pt x="15933" y="8462"/>
                  </a:cubicBezTo>
                  <a:cubicBezTo>
                    <a:pt x="15933" y="12584"/>
                    <a:pt x="12585" y="15933"/>
                    <a:pt x="8462" y="15933"/>
                  </a:cubicBezTo>
                  <a:cubicBezTo>
                    <a:pt x="4357" y="15933"/>
                    <a:pt x="1009" y="12584"/>
                    <a:pt x="1009" y="8462"/>
                  </a:cubicBezTo>
                  <a:cubicBezTo>
                    <a:pt x="1009" y="4357"/>
                    <a:pt x="4357" y="1009"/>
                    <a:pt x="8462" y="1009"/>
                  </a:cubicBezTo>
                  <a:cubicBezTo>
                    <a:pt x="9704" y="1009"/>
                    <a:pt x="10874" y="1297"/>
                    <a:pt x="11936" y="1855"/>
                  </a:cubicBezTo>
                  <a:cubicBezTo>
                    <a:pt x="12014" y="1900"/>
                    <a:pt x="12098" y="1920"/>
                    <a:pt x="12179" y="1920"/>
                  </a:cubicBezTo>
                  <a:cubicBezTo>
                    <a:pt x="12361" y="1920"/>
                    <a:pt x="12534" y="1818"/>
                    <a:pt x="12621" y="1657"/>
                  </a:cubicBezTo>
                  <a:cubicBezTo>
                    <a:pt x="12765" y="1405"/>
                    <a:pt x="12657" y="1099"/>
                    <a:pt x="12422" y="973"/>
                  </a:cubicBezTo>
                  <a:cubicBezTo>
                    <a:pt x="11198" y="343"/>
                    <a:pt x="9848" y="1"/>
                    <a:pt x="84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1"/>
            <p:cNvSpPr/>
            <p:nvPr/>
          </p:nvSpPr>
          <p:spPr>
            <a:xfrm>
              <a:off x="2744025" y="3542450"/>
              <a:ext cx="28825" cy="28850"/>
            </a:xfrm>
            <a:custGeom>
              <a:rect b="b" l="l" r="r" t="t"/>
              <a:pathLst>
                <a:path extrusionOk="0" h="1154" w="1153">
                  <a:moveTo>
                    <a:pt x="577" y="1"/>
                  </a:moveTo>
                  <a:cubicBezTo>
                    <a:pt x="253" y="1"/>
                    <a:pt x="1" y="253"/>
                    <a:pt x="1" y="577"/>
                  </a:cubicBezTo>
                  <a:cubicBezTo>
                    <a:pt x="1" y="901"/>
                    <a:pt x="253" y="1153"/>
                    <a:pt x="577" y="1153"/>
                  </a:cubicBezTo>
                  <a:cubicBezTo>
                    <a:pt x="883" y="1153"/>
                    <a:pt x="1153" y="901"/>
                    <a:pt x="1153" y="577"/>
                  </a:cubicBezTo>
                  <a:cubicBezTo>
                    <a:pt x="1153" y="253"/>
                    <a:pt x="883"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 name="Google Shape;846;p51"/>
          <p:cNvGrpSpPr/>
          <p:nvPr/>
        </p:nvGrpSpPr>
        <p:grpSpPr>
          <a:xfrm>
            <a:off x="540007" y="2338921"/>
            <a:ext cx="494274" cy="395978"/>
            <a:chOff x="3260700" y="3329600"/>
            <a:chExt cx="897700" cy="711550"/>
          </a:xfrm>
        </p:grpSpPr>
        <p:sp>
          <p:nvSpPr>
            <p:cNvPr id="847" name="Google Shape;847;p51"/>
            <p:cNvSpPr/>
            <p:nvPr/>
          </p:nvSpPr>
          <p:spPr>
            <a:xfrm>
              <a:off x="3836150" y="3329600"/>
              <a:ext cx="64975" cy="163375"/>
            </a:xfrm>
            <a:custGeom>
              <a:rect b="b" l="l" r="r" t="t"/>
              <a:pathLst>
                <a:path extrusionOk="0" h="6535" w="2599">
                  <a:moveTo>
                    <a:pt x="2097" y="1"/>
                  </a:moveTo>
                  <a:cubicBezTo>
                    <a:pt x="1882" y="1"/>
                    <a:pt x="1670" y="149"/>
                    <a:pt x="1609" y="360"/>
                  </a:cubicBezTo>
                  <a:cubicBezTo>
                    <a:pt x="25" y="5887"/>
                    <a:pt x="25" y="5887"/>
                    <a:pt x="25" y="5887"/>
                  </a:cubicBezTo>
                  <a:cubicBezTo>
                    <a:pt x="-65" y="6157"/>
                    <a:pt x="97" y="6445"/>
                    <a:pt x="367" y="6517"/>
                  </a:cubicBezTo>
                  <a:cubicBezTo>
                    <a:pt x="403" y="6535"/>
                    <a:pt x="457" y="6535"/>
                    <a:pt x="511" y="6535"/>
                  </a:cubicBezTo>
                  <a:cubicBezTo>
                    <a:pt x="727" y="6535"/>
                    <a:pt x="925" y="6391"/>
                    <a:pt x="979" y="6175"/>
                  </a:cubicBezTo>
                  <a:cubicBezTo>
                    <a:pt x="2581" y="648"/>
                    <a:pt x="2581" y="648"/>
                    <a:pt x="2581" y="648"/>
                  </a:cubicBezTo>
                  <a:cubicBezTo>
                    <a:pt x="2653" y="378"/>
                    <a:pt x="2491" y="90"/>
                    <a:pt x="2221" y="18"/>
                  </a:cubicBezTo>
                  <a:cubicBezTo>
                    <a:pt x="2181" y="6"/>
                    <a:pt x="2139" y="1"/>
                    <a:pt x="20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1"/>
            <p:cNvSpPr/>
            <p:nvPr/>
          </p:nvSpPr>
          <p:spPr>
            <a:xfrm>
              <a:off x="3993425" y="3596500"/>
              <a:ext cx="164975" cy="59850"/>
            </a:xfrm>
            <a:custGeom>
              <a:rect b="b" l="l" r="r" t="t"/>
              <a:pathLst>
                <a:path extrusionOk="0" h="2394" w="6599">
                  <a:moveTo>
                    <a:pt x="6105" y="0"/>
                  </a:moveTo>
                  <a:cubicBezTo>
                    <a:pt x="6063" y="0"/>
                    <a:pt x="6019" y="6"/>
                    <a:pt x="5976" y="17"/>
                  </a:cubicBezTo>
                  <a:cubicBezTo>
                    <a:pt x="395" y="1403"/>
                    <a:pt x="395" y="1403"/>
                    <a:pt x="395" y="1403"/>
                  </a:cubicBezTo>
                  <a:cubicBezTo>
                    <a:pt x="125" y="1457"/>
                    <a:pt x="-55" y="1745"/>
                    <a:pt x="17" y="2015"/>
                  </a:cubicBezTo>
                  <a:cubicBezTo>
                    <a:pt x="71" y="2232"/>
                    <a:pt x="287" y="2394"/>
                    <a:pt x="503" y="2394"/>
                  </a:cubicBezTo>
                  <a:cubicBezTo>
                    <a:pt x="557" y="2394"/>
                    <a:pt x="593" y="2394"/>
                    <a:pt x="629" y="2376"/>
                  </a:cubicBezTo>
                  <a:cubicBezTo>
                    <a:pt x="6210" y="989"/>
                    <a:pt x="6210" y="989"/>
                    <a:pt x="6210" y="989"/>
                  </a:cubicBezTo>
                  <a:cubicBezTo>
                    <a:pt x="6480" y="917"/>
                    <a:pt x="6642" y="647"/>
                    <a:pt x="6588" y="377"/>
                  </a:cubicBezTo>
                  <a:cubicBezTo>
                    <a:pt x="6527" y="151"/>
                    <a:pt x="6327" y="0"/>
                    <a:pt x="61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1"/>
            <p:cNvSpPr/>
            <p:nvPr/>
          </p:nvSpPr>
          <p:spPr>
            <a:xfrm>
              <a:off x="3696850" y="3376425"/>
              <a:ext cx="48975" cy="120150"/>
            </a:xfrm>
            <a:custGeom>
              <a:rect b="b" l="l" r="r" t="t"/>
              <a:pathLst>
                <a:path extrusionOk="0" h="4806" w="1959">
                  <a:moveTo>
                    <a:pt x="524" y="0"/>
                  </a:moveTo>
                  <a:cubicBezTo>
                    <a:pt x="481" y="0"/>
                    <a:pt x="438" y="6"/>
                    <a:pt x="394" y="17"/>
                  </a:cubicBezTo>
                  <a:cubicBezTo>
                    <a:pt x="124" y="71"/>
                    <a:pt x="-56" y="359"/>
                    <a:pt x="16" y="629"/>
                  </a:cubicBezTo>
                  <a:lnTo>
                    <a:pt x="953" y="4428"/>
                  </a:lnTo>
                  <a:cubicBezTo>
                    <a:pt x="1025" y="4662"/>
                    <a:pt x="1223" y="4806"/>
                    <a:pt x="1457" y="4806"/>
                  </a:cubicBezTo>
                  <a:lnTo>
                    <a:pt x="1565" y="4806"/>
                  </a:lnTo>
                  <a:cubicBezTo>
                    <a:pt x="1835" y="4734"/>
                    <a:pt x="2015" y="4464"/>
                    <a:pt x="1943" y="4194"/>
                  </a:cubicBezTo>
                  <a:cubicBezTo>
                    <a:pt x="1007" y="377"/>
                    <a:pt x="1007" y="377"/>
                    <a:pt x="1007" y="377"/>
                  </a:cubicBezTo>
                  <a:cubicBezTo>
                    <a:pt x="946" y="151"/>
                    <a:pt x="746"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1"/>
            <p:cNvSpPr/>
            <p:nvPr/>
          </p:nvSpPr>
          <p:spPr>
            <a:xfrm>
              <a:off x="3932525" y="3464875"/>
              <a:ext cx="95875" cy="92925"/>
            </a:xfrm>
            <a:custGeom>
              <a:rect b="b" l="l" r="r" t="t"/>
              <a:pathLst>
                <a:path extrusionOk="0" h="3717" w="3835">
                  <a:moveTo>
                    <a:pt x="3333" y="1"/>
                  </a:moveTo>
                  <a:cubicBezTo>
                    <a:pt x="3207" y="1"/>
                    <a:pt x="3080" y="46"/>
                    <a:pt x="2975" y="134"/>
                  </a:cubicBezTo>
                  <a:cubicBezTo>
                    <a:pt x="149" y="2852"/>
                    <a:pt x="149" y="2852"/>
                    <a:pt x="149" y="2852"/>
                  </a:cubicBezTo>
                  <a:cubicBezTo>
                    <a:pt x="-49" y="3050"/>
                    <a:pt x="-49" y="3374"/>
                    <a:pt x="149" y="3572"/>
                  </a:cubicBezTo>
                  <a:cubicBezTo>
                    <a:pt x="239" y="3680"/>
                    <a:pt x="365" y="3716"/>
                    <a:pt x="509" y="3716"/>
                  </a:cubicBezTo>
                  <a:cubicBezTo>
                    <a:pt x="635" y="3716"/>
                    <a:pt x="761" y="3680"/>
                    <a:pt x="851" y="3590"/>
                  </a:cubicBezTo>
                  <a:cubicBezTo>
                    <a:pt x="3677" y="872"/>
                    <a:pt x="3677" y="872"/>
                    <a:pt x="3677" y="872"/>
                  </a:cubicBezTo>
                  <a:cubicBezTo>
                    <a:pt x="3875" y="674"/>
                    <a:pt x="3893" y="350"/>
                    <a:pt x="3695" y="152"/>
                  </a:cubicBezTo>
                  <a:cubicBezTo>
                    <a:pt x="3594" y="50"/>
                    <a:pt x="3464" y="1"/>
                    <a:pt x="33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51"/>
            <p:cNvSpPr/>
            <p:nvPr/>
          </p:nvSpPr>
          <p:spPr>
            <a:xfrm>
              <a:off x="3985550" y="3747050"/>
              <a:ext cx="119450" cy="52425"/>
            </a:xfrm>
            <a:custGeom>
              <a:rect b="b" l="l" r="r" t="t"/>
              <a:pathLst>
                <a:path extrusionOk="0" h="2097" w="4778">
                  <a:moveTo>
                    <a:pt x="486" y="1"/>
                  </a:moveTo>
                  <a:cubicBezTo>
                    <a:pt x="273" y="1"/>
                    <a:pt x="84" y="149"/>
                    <a:pt x="26" y="368"/>
                  </a:cubicBezTo>
                  <a:cubicBezTo>
                    <a:pt x="-64" y="638"/>
                    <a:pt x="98" y="908"/>
                    <a:pt x="368" y="980"/>
                  </a:cubicBezTo>
                  <a:cubicBezTo>
                    <a:pt x="4130" y="2078"/>
                    <a:pt x="4130" y="2078"/>
                    <a:pt x="4130" y="2078"/>
                  </a:cubicBezTo>
                  <a:cubicBezTo>
                    <a:pt x="4184" y="2096"/>
                    <a:pt x="4220" y="2096"/>
                    <a:pt x="4274" y="2096"/>
                  </a:cubicBezTo>
                  <a:cubicBezTo>
                    <a:pt x="4490" y="2096"/>
                    <a:pt x="4688" y="1952"/>
                    <a:pt x="4760" y="1736"/>
                  </a:cubicBezTo>
                  <a:cubicBezTo>
                    <a:pt x="4833" y="1466"/>
                    <a:pt x="4670" y="1178"/>
                    <a:pt x="4418" y="1106"/>
                  </a:cubicBezTo>
                  <a:cubicBezTo>
                    <a:pt x="638" y="26"/>
                    <a:pt x="638" y="26"/>
                    <a:pt x="638" y="26"/>
                  </a:cubicBezTo>
                  <a:cubicBezTo>
                    <a:pt x="587" y="9"/>
                    <a:pt x="53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1"/>
            <p:cNvSpPr/>
            <p:nvPr/>
          </p:nvSpPr>
          <p:spPr>
            <a:xfrm>
              <a:off x="3260700" y="3517000"/>
              <a:ext cx="726400" cy="523250"/>
            </a:xfrm>
            <a:custGeom>
              <a:rect b="b" l="l" r="r" t="t"/>
              <a:pathLst>
                <a:path extrusionOk="0" h="20930" w="29056">
                  <a:moveTo>
                    <a:pt x="21031" y="1013"/>
                  </a:moveTo>
                  <a:cubicBezTo>
                    <a:pt x="21622" y="1013"/>
                    <a:pt x="22215" y="1098"/>
                    <a:pt x="22791" y="1271"/>
                  </a:cubicBezTo>
                  <a:cubicBezTo>
                    <a:pt x="26104" y="2261"/>
                    <a:pt x="27976" y="5736"/>
                    <a:pt x="27004" y="9030"/>
                  </a:cubicBezTo>
                  <a:cubicBezTo>
                    <a:pt x="26644" y="10218"/>
                    <a:pt x="25960" y="11262"/>
                    <a:pt x="25005" y="12054"/>
                  </a:cubicBezTo>
                  <a:cubicBezTo>
                    <a:pt x="25005" y="12018"/>
                    <a:pt x="25005" y="11982"/>
                    <a:pt x="25005" y="11946"/>
                  </a:cubicBezTo>
                  <a:cubicBezTo>
                    <a:pt x="25005" y="11928"/>
                    <a:pt x="25005" y="11892"/>
                    <a:pt x="24987" y="11856"/>
                  </a:cubicBezTo>
                  <a:cubicBezTo>
                    <a:pt x="24987" y="11820"/>
                    <a:pt x="24987" y="11766"/>
                    <a:pt x="24969" y="11730"/>
                  </a:cubicBezTo>
                  <a:cubicBezTo>
                    <a:pt x="24969" y="11694"/>
                    <a:pt x="24969" y="11676"/>
                    <a:pt x="24969" y="11640"/>
                  </a:cubicBezTo>
                  <a:cubicBezTo>
                    <a:pt x="24951" y="11604"/>
                    <a:pt x="24951" y="11550"/>
                    <a:pt x="24951" y="11496"/>
                  </a:cubicBezTo>
                  <a:cubicBezTo>
                    <a:pt x="24933" y="11478"/>
                    <a:pt x="24933" y="11460"/>
                    <a:pt x="24933" y="11442"/>
                  </a:cubicBezTo>
                  <a:cubicBezTo>
                    <a:pt x="24915" y="11388"/>
                    <a:pt x="24915" y="11334"/>
                    <a:pt x="24897" y="11280"/>
                  </a:cubicBezTo>
                  <a:cubicBezTo>
                    <a:pt x="24897" y="11262"/>
                    <a:pt x="24897" y="11244"/>
                    <a:pt x="24879" y="11226"/>
                  </a:cubicBezTo>
                  <a:cubicBezTo>
                    <a:pt x="24861" y="11154"/>
                    <a:pt x="24861" y="11100"/>
                    <a:pt x="24843" y="11028"/>
                  </a:cubicBezTo>
                  <a:cubicBezTo>
                    <a:pt x="24825" y="11028"/>
                    <a:pt x="24825" y="11028"/>
                    <a:pt x="24825" y="11010"/>
                  </a:cubicBezTo>
                  <a:cubicBezTo>
                    <a:pt x="24717" y="10596"/>
                    <a:pt x="24537" y="10200"/>
                    <a:pt x="24303" y="9840"/>
                  </a:cubicBezTo>
                  <a:cubicBezTo>
                    <a:pt x="24267" y="9786"/>
                    <a:pt x="24231" y="9732"/>
                    <a:pt x="24195" y="9678"/>
                  </a:cubicBezTo>
                  <a:cubicBezTo>
                    <a:pt x="24177" y="9660"/>
                    <a:pt x="24177" y="9660"/>
                    <a:pt x="24177" y="9660"/>
                  </a:cubicBezTo>
                  <a:cubicBezTo>
                    <a:pt x="24141" y="9606"/>
                    <a:pt x="24105" y="9552"/>
                    <a:pt x="24069" y="9498"/>
                  </a:cubicBezTo>
                  <a:cubicBezTo>
                    <a:pt x="24069" y="9498"/>
                    <a:pt x="24051" y="9480"/>
                    <a:pt x="24051" y="9480"/>
                  </a:cubicBezTo>
                  <a:cubicBezTo>
                    <a:pt x="24015" y="9426"/>
                    <a:pt x="23979" y="9390"/>
                    <a:pt x="23943" y="9336"/>
                  </a:cubicBezTo>
                  <a:cubicBezTo>
                    <a:pt x="23925" y="9336"/>
                    <a:pt x="23925" y="9318"/>
                    <a:pt x="23907" y="9318"/>
                  </a:cubicBezTo>
                  <a:cubicBezTo>
                    <a:pt x="23871" y="9264"/>
                    <a:pt x="23835" y="9228"/>
                    <a:pt x="23799" y="9174"/>
                  </a:cubicBezTo>
                  <a:cubicBezTo>
                    <a:pt x="23799" y="9174"/>
                    <a:pt x="23781" y="9156"/>
                    <a:pt x="23781" y="9156"/>
                  </a:cubicBezTo>
                  <a:cubicBezTo>
                    <a:pt x="23727" y="9102"/>
                    <a:pt x="23691" y="9066"/>
                    <a:pt x="23655" y="9030"/>
                  </a:cubicBezTo>
                  <a:cubicBezTo>
                    <a:pt x="23637" y="9012"/>
                    <a:pt x="23637" y="9012"/>
                    <a:pt x="23637" y="8994"/>
                  </a:cubicBezTo>
                  <a:cubicBezTo>
                    <a:pt x="23583" y="8958"/>
                    <a:pt x="23547" y="8922"/>
                    <a:pt x="23511" y="8868"/>
                  </a:cubicBezTo>
                  <a:cubicBezTo>
                    <a:pt x="23493" y="8868"/>
                    <a:pt x="23493" y="8868"/>
                    <a:pt x="23475" y="8850"/>
                  </a:cubicBezTo>
                  <a:cubicBezTo>
                    <a:pt x="23439" y="8814"/>
                    <a:pt x="23385" y="8778"/>
                    <a:pt x="23349" y="8742"/>
                  </a:cubicBezTo>
                  <a:cubicBezTo>
                    <a:pt x="23331" y="8724"/>
                    <a:pt x="23331" y="8724"/>
                    <a:pt x="23313" y="8706"/>
                  </a:cubicBezTo>
                  <a:cubicBezTo>
                    <a:pt x="23277" y="8670"/>
                    <a:pt x="23223" y="8634"/>
                    <a:pt x="23187" y="8598"/>
                  </a:cubicBezTo>
                  <a:cubicBezTo>
                    <a:pt x="23169" y="8598"/>
                    <a:pt x="23169" y="8598"/>
                    <a:pt x="23151" y="8580"/>
                  </a:cubicBezTo>
                  <a:cubicBezTo>
                    <a:pt x="23097" y="8544"/>
                    <a:pt x="23061" y="8508"/>
                    <a:pt x="23007" y="8472"/>
                  </a:cubicBezTo>
                  <a:cubicBezTo>
                    <a:pt x="23007" y="8472"/>
                    <a:pt x="22989" y="8472"/>
                    <a:pt x="22989" y="8454"/>
                  </a:cubicBezTo>
                  <a:cubicBezTo>
                    <a:pt x="22935" y="8418"/>
                    <a:pt x="22881" y="8382"/>
                    <a:pt x="22827" y="8364"/>
                  </a:cubicBezTo>
                  <a:cubicBezTo>
                    <a:pt x="22827" y="8346"/>
                    <a:pt x="22809" y="8346"/>
                    <a:pt x="22809" y="8346"/>
                  </a:cubicBezTo>
                  <a:cubicBezTo>
                    <a:pt x="22755" y="8310"/>
                    <a:pt x="22701" y="8274"/>
                    <a:pt x="22647" y="8238"/>
                  </a:cubicBezTo>
                  <a:lnTo>
                    <a:pt x="22629" y="8238"/>
                  </a:lnTo>
                  <a:cubicBezTo>
                    <a:pt x="22575" y="8202"/>
                    <a:pt x="22521" y="8166"/>
                    <a:pt x="22449" y="8148"/>
                  </a:cubicBezTo>
                  <a:cubicBezTo>
                    <a:pt x="22449" y="8148"/>
                    <a:pt x="22449" y="8130"/>
                    <a:pt x="22431" y="8130"/>
                  </a:cubicBezTo>
                  <a:cubicBezTo>
                    <a:pt x="22377" y="8112"/>
                    <a:pt x="22323" y="8076"/>
                    <a:pt x="22251" y="8040"/>
                  </a:cubicBezTo>
                  <a:cubicBezTo>
                    <a:pt x="22179" y="8004"/>
                    <a:pt x="22125" y="7986"/>
                    <a:pt x="22053" y="7950"/>
                  </a:cubicBezTo>
                  <a:cubicBezTo>
                    <a:pt x="21657" y="7788"/>
                    <a:pt x="21225" y="7680"/>
                    <a:pt x="20775" y="7644"/>
                  </a:cubicBezTo>
                  <a:cubicBezTo>
                    <a:pt x="20775" y="7536"/>
                    <a:pt x="20757" y="7428"/>
                    <a:pt x="20757" y="7338"/>
                  </a:cubicBezTo>
                  <a:cubicBezTo>
                    <a:pt x="20757" y="7320"/>
                    <a:pt x="20757" y="7320"/>
                    <a:pt x="20739" y="7302"/>
                  </a:cubicBezTo>
                  <a:cubicBezTo>
                    <a:pt x="20487" y="5159"/>
                    <a:pt x="19227" y="3269"/>
                    <a:pt x="17336" y="2225"/>
                  </a:cubicBezTo>
                  <a:cubicBezTo>
                    <a:pt x="18416" y="1431"/>
                    <a:pt x="19719" y="1013"/>
                    <a:pt x="21031" y="1013"/>
                  </a:cubicBezTo>
                  <a:close/>
                  <a:moveTo>
                    <a:pt x="21039" y="1"/>
                  </a:moveTo>
                  <a:cubicBezTo>
                    <a:pt x="19327" y="1"/>
                    <a:pt x="17635" y="612"/>
                    <a:pt x="16310" y="1757"/>
                  </a:cubicBezTo>
                  <a:cubicBezTo>
                    <a:pt x="15590" y="1505"/>
                    <a:pt x="14834" y="1361"/>
                    <a:pt x="14042" y="1361"/>
                  </a:cubicBezTo>
                  <a:cubicBezTo>
                    <a:pt x="10478" y="1361"/>
                    <a:pt x="7543" y="4133"/>
                    <a:pt x="7291" y="7644"/>
                  </a:cubicBezTo>
                  <a:cubicBezTo>
                    <a:pt x="7093" y="7626"/>
                    <a:pt x="6877" y="7626"/>
                    <a:pt x="6661" y="7626"/>
                  </a:cubicBezTo>
                  <a:cubicBezTo>
                    <a:pt x="2989" y="7626"/>
                    <a:pt x="0" y="10596"/>
                    <a:pt x="0" y="14269"/>
                  </a:cubicBezTo>
                  <a:cubicBezTo>
                    <a:pt x="0" y="17941"/>
                    <a:pt x="2989" y="20929"/>
                    <a:pt x="6661" y="20929"/>
                  </a:cubicBezTo>
                  <a:lnTo>
                    <a:pt x="10064" y="20929"/>
                  </a:lnTo>
                  <a:cubicBezTo>
                    <a:pt x="10352" y="20929"/>
                    <a:pt x="10568" y="20695"/>
                    <a:pt x="10568" y="20425"/>
                  </a:cubicBezTo>
                  <a:cubicBezTo>
                    <a:pt x="10568" y="20137"/>
                    <a:pt x="10352" y="19921"/>
                    <a:pt x="10064" y="19921"/>
                  </a:cubicBezTo>
                  <a:lnTo>
                    <a:pt x="6661" y="19921"/>
                  </a:lnTo>
                  <a:cubicBezTo>
                    <a:pt x="3547" y="19921"/>
                    <a:pt x="1008" y="17383"/>
                    <a:pt x="1008" y="14269"/>
                  </a:cubicBezTo>
                  <a:cubicBezTo>
                    <a:pt x="1008" y="11154"/>
                    <a:pt x="3547" y="8634"/>
                    <a:pt x="6661" y="8634"/>
                  </a:cubicBezTo>
                  <a:cubicBezTo>
                    <a:pt x="7021" y="8634"/>
                    <a:pt x="7363" y="8652"/>
                    <a:pt x="7687" y="8724"/>
                  </a:cubicBezTo>
                  <a:cubicBezTo>
                    <a:pt x="7714" y="8727"/>
                    <a:pt x="7740" y="8728"/>
                    <a:pt x="7766" y="8728"/>
                  </a:cubicBezTo>
                  <a:cubicBezTo>
                    <a:pt x="7901" y="8728"/>
                    <a:pt x="8032" y="8688"/>
                    <a:pt x="8137" y="8598"/>
                  </a:cubicBezTo>
                  <a:cubicBezTo>
                    <a:pt x="8245" y="8490"/>
                    <a:pt x="8317" y="8328"/>
                    <a:pt x="8281" y="8166"/>
                  </a:cubicBezTo>
                  <a:cubicBezTo>
                    <a:pt x="8281" y="8148"/>
                    <a:pt x="8281" y="8130"/>
                    <a:pt x="8281" y="8130"/>
                  </a:cubicBezTo>
                  <a:cubicBezTo>
                    <a:pt x="8281" y="4943"/>
                    <a:pt x="10874" y="2369"/>
                    <a:pt x="14042" y="2369"/>
                  </a:cubicBezTo>
                  <a:cubicBezTo>
                    <a:pt x="14816" y="2369"/>
                    <a:pt x="15572" y="2531"/>
                    <a:pt x="16256" y="2819"/>
                  </a:cubicBezTo>
                  <a:cubicBezTo>
                    <a:pt x="16274" y="2819"/>
                    <a:pt x="16292" y="2819"/>
                    <a:pt x="16310" y="2837"/>
                  </a:cubicBezTo>
                  <a:cubicBezTo>
                    <a:pt x="16382" y="2873"/>
                    <a:pt x="16454" y="2891"/>
                    <a:pt x="16526" y="2927"/>
                  </a:cubicBezTo>
                  <a:cubicBezTo>
                    <a:pt x="16526" y="2927"/>
                    <a:pt x="16526" y="2927"/>
                    <a:pt x="16544" y="2945"/>
                  </a:cubicBezTo>
                  <a:cubicBezTo>
                    <a:pt x="18291" y="3791"/>
                    <a:pt x="19551" y="5502"/>
                    <a:pt x="19749" y="7518"/>
                  </a:cubicBezTo>
                  <a:cubicBezTo>
                    <a:pt x="19767" y="7536"/>
                    <a:pt x="19767" y="7554"/>
                    <a:pt x="19767" y="7572"/>
                  </a:cubicBezTo>
                  <a:cubicBezTo>
                    <a:pt x="19767" y="7644"/>
                    <a:pt x="19767" y="7716"/>
                    <a:pt x="19785" y="7788"/>
                  </a:cubicBezTo>
                  <a:cubicBezTo>
                    <a:pt x="19785" y="7806"/>
                    <a:pt x="19785" y="7824"/>
                    <a:pt x="19785" y="7860"/>
                  </a:cubicBezTo>
                  <a:cubicBezTo>
                    <a:pt x="19785" y="7950"/>
                    <a:pt x="19785" y="8040"/>
                    <a:pt x="19785" y="8130"/>
                  </a:cubicBezTo>
                  <a:cubicBezTo>
                    <a:pt x="19785" y="8400"/>
                    <a:pt x="20019" y="8634"/>
                    <a:pt x="20289" y="8634"/>
                  </a:cubicBezTo>
                  <a:cubicBezTo>
                    <a:pt x="22341" y="8634"/>
                    <a:pt x="24015" y="10290"/>
                    <a:pt x="24015" y="12342"/>
                  </a:cubicBezTo>
                  <a:cubicBezTo>
                    <a:pt x="24015" y="12396"/>
                    <a:pt x="24015" y="12450"/>
                    <a:pt x="23997" y="12486"/>
                  </a:cubicBezTo>
                  <a:cubicBezTo>
                    <a:pt x="23997" y="12648"/>
                    <a:pt x="23979" y="12792"/>
                    <a:pt x="23943" y="12972"/>
                  </a:cubicBezTo>
                  <a:cubicBezTo>
                    <a:pt x="23943" y="12990"/>
                    <a:pt x="23943" y="13026"/>
                    <a:pt x="23943" y="13044"/>
                  </a:cubicBezTo>
                  <a:cubicBezTo>
                    <a:pt x="23925" y="13098"/>
                    <a:pt x="23925" y="13152"/>
                    <a:pt x="23907" y="13188"/>
                  </a:cubicBezTo>
                  <a:cubicBezTo>
                    <a:pt x="23871" y="13351"/>
                    <a:pt x="23907" y="13531"/>
                    <a:pt x="24033" y="13657"/>
                  </a:cubicBezTo>
                  <a:cubicBezTo>
                    <a:pt x="24128" y="13767"/>
                    <a:pt x="24277" y="13822"/>
                    <a:pt x="24422" y="13822"/>
                  </a:cubicBezTo>
                  <a:cubicBezTo>
                    <a:pt x="24443" y="13822"/>
                    <a:pt x="24463" y="13821"/>
                    <a:pt x="24483" y="13819"/>
                  </a:cubicBezTo>
                  <a:cubicBezTo>
                    <a:pt x="24645" y="13783"/>
                    <a:pt x="24789" y="13765"/>
                    <a:pt x="24969" y="13765"/>
                  </a:cubicBezTo>
                  <a:cubicBezTo>
                    <a:pt x="26662" y="13765"/>
                    <a:pt x="28048" y="15151"/>
                    <a:pt x="28048" y="16843"/>
                  </a:cubicBezTo>
                  <a:cubicBezTo>
                    <a:pt x="28048" y="18535"/>
                    <a:pt x="26662" y="19921"/>
                    <a:pt x="24969" y="19921"/>
                  </a:cubicBezTo>
                  <a:lnTo>
                    <a:pt x="14258" y="19921"/>
                  </a:lnTo>
                  <a:cubicBezTo>
                    <a:pt x="13970" y="19921"/>
                    <a:pt x="13754" y="20137"/>
                    <a:pt x="13754" y="20425"/>
                  </a:cubicBezTo>
                  <a:cubicBezTo>
                    <a:pt x="13754" y="20695"/>
                    <a:pt x="13970" y="20929"/>
                    <a:pt x="14258" y="20929"/>
                  </a:cubicBezTo>
                  <a:lnTo>
                    <a:pt x="24969" y="20929"/>
                  </a:lnTo>
                  <a:cubicBezTo>
                    <a:pt x="27220" y="20929"/>
                    <a:pt x="29056" y="19093"/>
                    <a:pt x="29056" y="16843"/>
                  </a:cubicBezTo>
                  <a:cubicBezTo>
                    <a:pt x="29056" y="14827"/>
                    <a:pt x="27580" y="13152"/>
                    <a:pt x="25653" y="12828"/>
                  </a:cubicBezTo>
                  <a:cubicBezTo>
                    <a:pt x="26752" y="11910"/>
                    <a:pt x="27562" y="10704"/>
                    <a:pt x="27958" y="9318"/>
                  </a:cubicBezTo>
                  <a:cubicBezTo>
                    <a:pt x="29110" y="5484"/>
                    <a:pt x="26914" y="1451"/>
                    <a:pt x="23079" y="299"/>
                  </a:cubicBezTo>
                  <a:cubicBezTo>
                    <a:pt x="22411" y="98"/>
                    <a:pt x="21723" y="1"/>
                    <a:pt x="2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51"/>
            <p:cNvSpPr/>
            <p:nvPr/>
          </p:nvSpPr>
          <p:spPr>
            <a:xfrm>
              <a:off x="3551425" y="4013675"/>
              <a:ext cx="27925" cy="27475"/>
            </a:xfrm>
            <a:custGeom>
              <a:rect b="b" l="l" r="r" t="t"/>
              <a:pathLst>
                <a:path extrusionOk="0" h="1099" w="1117">
                  <a:moveTo>
                    <a:pt x="559" y="0"/>
                  </a:moveTo>
                  <a:cubicBezTo>
                    <a:pt x="253" y="0"/>
                    <a:pt x="1" y="234"/>
                    <a:pt x="1" y="558"/>
                  </a:cubicBezTo>
                  <a:cubicBezTo>
                    <a:pt x="1" y="864"/>
                    <a:pt x="253" y="1098"/>
                    <a:pt x="559" y="1098"/>
                  </a:cubicBezTo>
                  <a:cubicBezTo>
                    <a:pt x="865" y="1098"/>
                    <a:pt x="1117" y="864"/>
                    <a:pt x="1117" y="558"/>
                  </a:cubicBezTo>
                  <a:cubicBezTo>
                    <a:pt x="1117" y="234"/>
                    <a:pt x="865" y="0"/>
                    <a:pt x="5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4" name="Google Shape;854;p51"/>
          <p:cNvGrpSpPr/>
          <p:nvPr/>
        </p:nvGrpSpPr>
        <p:grpSpPr>
          <a:xfrm>
            <a:off x="540012" y="2957243"/>
            <a:ext cx="430237" cy="396029"/>
            <a:chOff x="4348025" y="3286375"/>
            <a:chExt cx="899700" cy="823175"/>
          </a:xfrm>
        </p:grpSpPr>
        <p:sp>
          <p:nvSpPr>
            <p:cNvPr id="855" name="Google Shape;855;p51"/>
            <p:cNvSpPr/>
            <p:nvPr/>
          </p:nvSpPr>
          <p:spPr>
            <a:xfrm>
              <a:off x="4348025" y="3286375"/>
              <a:ext cx="899700" cy="823175"/>
            </a:xfrm>
            <a:custGeom>
              <a:rect b="b" l="l" r="r" t="t"/>
              <a:pathLst>
                <a:path extrusionOk="0" h="32927" w="35988">
                  <a:moveTo>
                    <a:pt x="16707" y="1"/>
                  </a:moveTo>
                  <a:cubicBezTo>
                    <a:pt x="15717" y="1"/>
                    <a:pt x="14745" y="181"/>
                    <a:pt x="13808" y="541"/>
                  </a:cubicBezTo>
                  <a:cubicBezTo>
                    <a:pt x="13556" y="649"/>
                    <a:pt x="13430" y="937"/>
                    <a:pt x="13538" y="1207"/>
                  </a:cubicBezTo>
                  <a:cubicBezTo>
                    <a:pt x="13606" y="1397"/>
                    <a:pt x="13798" y="1516"/>
                    <a:pt x="13996" y="1516"/>
                  </a:cubicBezTo>
                  <a:cubicBezTo>
                    <a:pt x="14060" y="1516"/>
                    <a:pt x="14125" y="1503"/>
                    <a:pt x="14187" y="1477"/>
                  </a:cubicBezTo>
                  <a:cubicBezTo>
                    <a:pt x="14997" y="1171"/>
                    <a:pt x="15843" y="1009"/>
                    <a:pt x="16707" y="1009"/>
                  </a:cubicBezTo>
                  <a:cubicBezTo>
                    <a:pt x="20379" y="1009"/>
                    <a:pt x="23386" y="3889"/>
                    <a:pt x="23728" y="7724"/>
                  </a:cubicBezTo>
                  <a:cubicBezTo>
                    <a:pt x="23746" y="7958"/>
                    <a:pt x="23944" y="8156"/>
                    <a:pt x="24178" y="8174"/>
                  </a:cubicBezTo>
                  <a:cubicBezTo>
                    <a:pt x="27868" y="8480"/>
                    <a:pt x="28768" y="11468"/>
                    <a:pt x="28894" y="13916"/>
                  </a:cubicBezTo>
                  <a:cubicBezTo>
                    <a:pt x="28912" y="14186"/>
                    <a:pt x="29128" y="14402"/>
                    <a:pt x="29398" y="14402"/>
                  </a:cubicBezTo>
                  <a:lnTo>
                    <a:pt x="29650" y="14402"/>
                  </a:lnTo>
                  <a:cubicBezTo>
                    <a:pt x="31649" y="14402"/>
                    <a:pt x="33269" y="16059"/>
                    <a:pt x="33269" y="18093"/>
                  </a:cubicBezTo>
                  <a:cubicBezTo>
                    <a:pt x="33269" y="19767"/>
                    <a:pt x="32207" y="21189"/>
                    <a:pt x="30677" y="21639"/>
                  </a:cubicBezTo>
                  <a:cubicBezTo>
                    <a:pt x="30677" y="21639"/>
                    <a:pt x="30659" y="21621"/>
                    <a:pt x="30659" y="21621"/>
                  </a:cubicBezTo>
                  <a:cubicBezTo>
                    <a:pt x="30623" y="21603"/>
                    <a:pt x="30605" y="21585"/>
                    <a:pt x="30587" y="21567"/>
                  </a:cubicBezTo>
                  <a:cubicBezTo>
                    <a:pt x="30569" y="21549"/>
                    <a:pt x="30551" y="21531"/>
                    <a:pt x="30515" y="21513"/>
                  </a:cubicBezTo>
                  <a:cubicBezTo>
                    <a:pt x="30497" y="21495"/>
                    <a:pt x="30479" y="21477"/>
                    <a:pt x="30461" y="21477"/>
                  </a:cubicBezTo>
                  <a:cubicBezTo>
                    <a:pt x="30425" y="21459"/>
                    <a:pt x="30407" y="21441"/>
                    <a:pt x="30371" y="21423"/>
                  </a:cubicBezTo>
                  <a:cubicBezTo>
                    <a:pt x="30353" y="21405"/>
                    <a:pt x="30335" y="21387"/>
                    <a:pt x="30317" y="21369"/>
                  </a:cubicBezTo>
                  <a:cubicBezTo>
                    <a:pt x="30299" y="21351"/>
                    <a:pt x="30263" y="21333"/>
                    <a:pt x="30227" y="21315"/>
                  </a:cubicBezTo>
                  <a:cubicBezTo>
                    <a:pt x="30209" y="21315"/>
                    <a:pt x="30191" y="21297"/>
                    <a:pt x="30173" y="21279"/>
                  </a:cubicBezTo>
                  <a:cubicBezTo>
                    <a:pt x="30155" y="21261"/>
                    <a:pt x="30119" y="21243"/>
                    <a:pt x="30083" y="21225"/>
                  </a:cubicBezTo>
                  <a:cubicBezTo>
                    <a:pt x="30065" y="21225"/>
                    <a:pt x="30047" y="21207"/>
                    <a:pt x="30029" y="21207"/>
                  </a:cubicBezTo>
                  <a:cubicBezTo>
                    <a:pt x="29992" y="21171"/>
                    <a:pt x="29938" y="21153"/>
                    <a:pt x="29884" y="21117"/>
                  </a:cubicBezTo>
                  <a:cubicBezTo>
                    <a:pt x="29830" y="21099"/>
                    <a:pt x="29776" y="21063"/>
                    <a:pt x="29740" y="21045"/>
                  </a:cubicBezTo>
                  <a:cubicBezTo>
                    <a:pt x="29722" y="21045"/>
                    <a:pt x="29704" y="21027"/>
                    <a:pt x="29686" y="21027"/>
                  </a:cubicBezTo>
                  <a:cubicBezTo>
                    <a:pt x="29650" y="21009"/>
                    <a:pt x="29614" y="20991"/>
                    <a:pt x="29578" y="20973"/>
                  </a:cubicBezTo>
                  <a:cubicBezTo>
                    <a:pt x="29560" y="20973"/>
                    <a:pt x="29542" y="20973"/>
                    <a:pt x="29524" y="20955"/>
                  </a:cubicBezTo>
                  <a:cubicBezTo>
                    <a:pt x="29488" y="20937"/>
                    <a:pt x="29470" y="20937"/>
                    <a:pt x="29434" y="20919"/>
                  </a:cubicBezTo>
                  <a:cubicBezTo>
                    <a:pt x="29416" y="20919"/>
                    <a:pt x="29380" y="20901"/>
                    <a:pt x="29362" y="20901"/>
                  </a:cubicBezTo>
                  <a:cubicBezTo>
                    <a:pt x="29326" y="20883"/>
                    <a:pt x="29308" y="20865"/>
                    <a:pt x="29272" y="20865"/>
                  </a:cubicBezTo>
                  <a:cubicBezTo>
                    <a:pt x="29254" y="20865"/>
                    <a:pt x="29236" y="20847"/>
                    <a:pt x="29200" y="20847"/>
                  </a:cubicBezTo>
                  <a:cubicBezTo>
                    <a:pt x="29182" y="20829"/>
                    <a:pt x="29146" y="20829"/>
                    <a:pt x="29110" y="20811"/>
                  </a:cubicBezTo>
                  <a:cubicBezTo>
                    <a:pt x="29092" y="20811"/>
                    <a:pt x="29074" y="20793"/>
                    <a:pt x="29038" y="20793"/>
                  </a:cubicBezTo>
                  <a:cubicBezTo>
                    <a:pt x="29020" y="20793"/>
                    <a:pt x="28984" y="20775"/>
                    <a:pt x="28948" y="20775"/>
                  </a:cubicBezTo>
                  <a:cubicBezTo>
                    <a:pt x="28930" y="20757"/>
                    <a:pt x="28912" y="20757"/>
                    <a:pt x="28876" y="20757"/>
                  </a:cubicBezTo>
                  <a:cubicBezTo>
                    <a:pt x="28858" y="20739"/>
                    <a:pt x="28822" y="20739"/>
                    <a:pt x="28786" y="20739"/>
                  </a:cubicBezTo>
                  <a:cubicBezTo>
                    <a:pt x="28768" y="20721"/>
                    <a:pt x="28732" y="20721"/>
                    <a:pt x="28714" y="20721"/>
                  </a:cubicBezTo>
                  <a:cubicBezTo>
                    <a:pt x="28678" y="20721"/>
                    <a:pt x="28642" y="20703"/>
                    <a:pt x="28606" y="20703"/>
                  </a:cubicBezTo>
                  <a:cubicBezTo>
                    <a:pt x="28588" y="20703"/>
                    <a:pt x="28570" y="20703"/>
                    <a:pt x="28552" y="20685"/>
                  </a:cubicBezTo>
                  <a:cubicBezTo>
                    <a:pt x="28498" y="20685"/>
                    <a:pt x="28444" y="20667"/>
                    <a:pt x="28390" y="20667"/>
                  </a:cubicBezTo>
                  <a:cubicBezTo>
                    <a:pt x="28138" y="17445"/>
                    <a:pt x="25438" y="14907"/>
                    <a:pt x="22162" y="14907"/>
                  </a:cubicBezTo>
                  <a:cubicBezTo>
                    <a:pt x="21927" y="14907"/>
                    <a:pt x="21693" y="14925"/>
                    <a:pt x="21459" y="14943"/>
                  </a:cubicBezTo>
                  <a:cubicBezTo>
                    <a:pt x="21297" y="14961"/>
                    <a:pt x="21135" y="14979"/>
                    <a:pt x="20991" y="15015"/>
                  </a:cubicBezTo>
                  <a:cubicBezTo>
                    <a:pt x="18255" y="15537"/>
                    <a:pt x="16167" y="17841"/>
                    <a:pt x="15951" y="20667"/>
                  </a:cubicBezTo>
                  <a:cubicBezTo>
                    <a:pt x="15771" y="20649"/>
                    <a:pt x="15591" y="20649"/>
                    <a:pt x="15393" y="20649"/>
                  </a:cubicBezTo>
                  <a:lnTo>
                    <a:pt x="15069" y="20649"/>
                  </a:lnTo>
                  <a:cubicBezTo>
                    <a:pt x="15015" y="20649"/>
                    <a:pt x="14961" y="20667"/>
                    <a:pt x="14907" y="20667"/>
                  </a:cubicBezTo>
                  <a:lnTo>
                    <a:pt x="14799" y="20667"/>
                  </a:lnTo>
                  <a:cubicBezTo>
                    <a:pt x="14763" y="20685"/>
                    <a:pt x="14709" y="20685"/>
                    <a:pt x="14655" y="20685"/>
                  </a:cubicBezTo>
                  <a:cubicBezTo>
                    <a:pt x="14619" y="20685"/>
                    <a:pt x="14583" y="20703"/>
                    <a:pt x="14565" y="20703"/>
                  </a:cubicBezTo>
                  <a:cubicBezTo>
                    <a:pt x="14511" y="20703"/>
                    <a:pt x="14457" y="20721"/>
                    <a:pt x="14421" y="20721"/>
                  </a:cubicBezTo>
                  <a:cubicBezTo>
                    <a:pt x="14385" y="20721"/>
                    <a:pt x="14349" y="20739"/>
                    <a:pt x="14313" y="20739"/>
                  </a:cubicBezTo>
                  <a:cubicBezTo>
                    <a:pt x="14259" y="20739"/>
                    <a:pt x="14223" y="20757"/>
                    <a:pt x="14187" y="20757"/>
                  </a:cubicBezTo>
                  <a:cubicBezTo>
                    <a:pt x="14151" y="20775"/>
                    <a:pt x="14114" y="20775"/>
                    <a:pt x="14060" y="20793"/>
                  </a:cubicBezTo>
                  <a:cubicBezTo>
                    <a:pt x="14024" y="20793"/>
                    <a:pt x="13988" y="20811"/>
                    <a:pt x="13934" y="20811"/>
                  </a:cubicBezTo>
                  <a:cubicBezTo>
                    <a:pt x="13898" y="20829"/>
                    <a:pt x="13862" y="20829"/>
                    <a:pt x="13826" y="20847"/>
                  </a:cubicBezTo>
                  <a:cubicBezTo>
                    <a:pt x="13790" y="20847"/>
                    <a:pt x="13754" y="20865"/>
                    <a:pt x="13700" y="20883"/>
                  </a:cubicBezTo>
                  <a:cubicBezTo>
                    <a:pt x="13664" y="20883"/>
                    <a:pt x="13628" y="20901"/>
                    <a:pt x="13592" y="20919"/>
                  </a:cubicBezTo>
                  <a:cubicBezTo>
                    <a:pt x="13556" y="20919"/>
                    <a:pt x="13520" y="20937"/>
                    <a:pt x="13484" y="20955"/>
                  </a:cubicBezTo>
                  <a:cubicBezTo>
                    <a:pt x="13448" y="20955"/>
                    <a:pt x="13394" y="20973"/>
                    <a:pt x="13358" y="20991"/>
                  </a:cubicBezTo>
                  <a:cubicBezTo>
                    <a:pt x="13322" y="21009"/>
                    <a:pt x="13286" y="21009"/>
                    <a:pt x="13250" y="21027"/>
                  </a:cubicBezTo>
                  <a:cubicBezTo>
                    <a:pt x="13214" y="21045"/>
                    <a:pt x="13178" y="21063"/>
                    <a:pt x="13142" y="21063"/>
                  </a:cubicBezTo>
                  <a:cubicBezTo>
                    <a:pt x="13106" y="21081"/>
                    <a:pt x="13070" y="21099"/>
                    <a:pt x="13016" y="21117"/>
                  </a:cubicBezTo>
                  <a:cubicBezTo>
                    <a:pt x="12980" y="21135"/>
                    <a:pt x="12944" y="21153"/>
                    <a:pt x="12908" y="21171"/>
                  </a:cubicBezTo>
                  <a:cubicBezTo>
                    <a:pt x="12872" y="21189"/>
                    <a:pt x="12836" y="21207"/>
                    <a:pt x="12800" y="21207"/>
                  </a:cubicBezTo>
                  <a:cubicBezTo>
                    <a:pt x="12764" y="21225"/>
                    <a:pt x="12728" y="21243"/>
                    <a:pt x="12692" y="21261"/>
                  </a:cubicBezTo>
                  <a:cubicBezTo>
                    <a:pt x="12656" y="21279"/>
                    <a:pt x="12620" y="21297"/>
                    <a:pt x="12584" y="21315"/>
                  </a:cubicBezTo>
                  <a:cubicBezTo>
                    <a:pt x="12548" y="21333"/>
                    <a:pt x="12512" y="21369"/>
                    <a:pt x="12476" y="21387"/>
                  </a:cubicBezTo>
                  <a:cubicBezTo>
                    <a:pt x="12440" y="21405"/>
                    <a:pt x="12404" y="21423"/>
                    <a:pt x="12368" y="21441"/>
                  </a:cubicBezTo>
                  <a:cubicBezTo>
                    <a:pt x="12332" y="21459"/>
                    <a:pt x="12296" y="21477"/>
                    <a:pt x="12260" y="21495"/>
                  </a:cubicBezTo>
                  <a:cubicBezTo>
                    <a:pt x="12224" y="21513"/>
                    <a:pt x="12188" y="21549"/>
                    <a:pt x="12170" y="21567"/>
                  </a:cubicBezTo>
                  <a:cubicBezTo>
                    <a:pt x="12134" y="21585"/>
                    <a:pt x="12098" y="21603"/>
                    <a:pt x="12062" y="21621"/>
                  </a:cubicBezTo>
                  <a:cubicBezTo>
                    <a:pt x="12026" y="21657"/>
                    <a:pt x="11990" y="21675"/>
                    <a:pt x="11954" y="21693"/>
                  </a:cubicBezTo>
                  <a:cubicBezTo>
                    <a:pt x="11918" y="21729"/>
                    <a:pt x="11882" y="21747"/>
                    <a:pt x="11864" y="21765"/>
                  </a:cubicBezTo>
                  <a:cubicBezTo>
                    <a:pt x="11846" y="21765"/>
                    <a:pt x="11828" y="21783"/>
                    <a:pt x="11828" y="21783"/>
                  </a:cubicBezTo>
                  <a:lnTo>
                    <a:pt x="5491" y="21783"/>
                  </a:lnTo>
                  <a:cubicBezTo>
                    <a:pt x="2989" y="21783"/>
                    <a:pt x="1009" y="19785"/>
                    <a:pt x="1009" y="17211"/>
                  </a:cubicBezTo>
                  <a:cubicBezTo>
                    <a:pt x="1009" y="14799"/>
                    <a:pt x="2665" y="12872"/>
                    <a:pt x="4933" y="12638"/>
                  </a:cubicBezTo>
                  <a:cubicBezTo>
                    <a:pt x="5167" y="12620"/>
                    <a:pt x="5365" y="12440"/>
                    <a:pt x="5383" y="12206"/>
                  </a:cubicBezTo>
                  <a:cubicBezTo>
                    <a:pt x="5617" y="10064"/>
                    <a:pt x="7202" y="8408"/>
                    <a:pt x="9236" y="8174"/>
                  </a:cubicBezTo>
                  <a:cubicBezTo>
                    <a:pt x="9470" y="8138"/>
                    <a:pt x="9668" y="7958"/>
                    <a:pt x="9686" y="7724"/>
                  </a:cubicBezTo>
                  <a:cubicBezTo>
                    <a:pt x="9794" y="6301"/>
                    <a:pt x="10298" y="4969"/>
                    <a:pt x="11144" y="3853"/>
                  </a:cubicBezTo>
                  <a:cubicBezTo>
                    <a:pt x="11306" y="3637"/>
                    <a:pt x="11270" y="3313"/>
                    <a:pt x="11036" y="3151"/>
                  </a:cubicBezTo>
                  <a:cubicBezTo>
                    <a:pt x="10947" y="3077"/>
                    <a:pt x="10841" y="3043"/>
                    <a:pt x="10734" y="3043"/>
                  </a:cubicBezTo>
                  <a:cubicBezTo>
                    <a:pt x="10581" y="3043"/>
                    <a:pt x="10430" y="3114"/>
                    <a:pt x="10334" y="3241"/>
                  </a:cubicBezTo>
                  <a:cubicBezTo>
                    <a:pt x="9470" y="4411"/>
                    <a:pt x="8912" y="5779"/>
                    <a:pt x="8714" y="7238"/>
                  </a:cubicBezTo>
                  <a:cubicBezTo>
                    <a:pt x="6536" y="7670"/>
                    <a:pt x="4843" y="9416"/>
                    <a:pt x="4447" y="11702"/>
                  </a:cubicBezTo>
                  <a:cubicBezTo>
                    <a:pt x="3241" y="11900"/>
                    <a:pt x="2161" y="12530"/>
                    <a:pt x="1369" y="13466"/>
                  </a:cubicBezTo>
                  <a:cubicBezTo>
                    <a:pt x="487" y="14492"/>
                    <a:pt x="1" y="15825"/>
                    <a:pt x="1" y="17211"/>
                  </a:cubicBezTo>
                  <a:cubicBezTo>
                    <a:pt x="1" y="18705"/>
                    <a:pt x="577" y="20109"/>
                    <a:pt x="1585" y="21153"/>
                  </a:cubicBezTo>
                  <a:cubicBezTo>
                    <a:pt x="2629" y="22215"/>
                    <a:pt x="4015" y="22792"/>
                    <a:pt x="5491" y="22792"/>
                  </a:cubicBezTo>
                  <a:lnTo>
                    <a:pt x="10730" y="22792"/>
                  </a:lnTo>
                  <a:cubicBezTo>
                    <a:pt x="9776" y="23890"/>
                    <a:pt x="9254" y="25294"/>
                    <a:pt x="9254" y="26788"/>
                  </a:cubicBezTo>
                  <a:cubicBezTo>
                    <a:pt x="9254" y="30172"/>
                    <a:pt x="12008" y="32927"/>
                    <a:pt x="15393" y="32927"/>
                  </a:cubicBezTo>
                  <a:lnTo>
                    <a:pt x="25636" y="32927"/>
                  </a:lnTo>
                  <a:cubicBezTo>
                    <a:pt x="25924" y="32927"/>
                    <a:pt x="26140" y="32711"/>
                    <a:pt x="26140" y="32423"/>
                  </a:cubicBezTo>
                  <a:cubicBezTo>
                    <a:pt x="26140" y="32153"/>
                    <a:pt x="25924" y="31919"/>
                    <a:pt x="25636" y="31919"/>
                  </a:cubicBezTo>
                  <a:lnTo>
                    <a:pt x="15393" y="31919"/>
                  </a:lnTo>
                  <a:cubicBezTo>
                    <a:pt x="12566" y="31919"/>
                    <a:pt x="10262" y="29614"/>
                    <a:pt x="10262" y="26788"/>
                  </a:cubicBezTo>
                  <a:cubicBezTo>
                    <a:pt x="10262" y="25168"/>
                    <a:pt x="11000" y="23674"/>
                    <a:pt x="12296" y="22702"/>
                  </a:cubicBezTo>
                  <a:cubicBezTo>
                    <a:pt x="13196" y="22017"/>
                    <a:pt x="14259" y="21657"/>
                    <a:pt x="15393" y="21657"/>
                  </a:cubicBezTo>
                  <a:cubicBezTo>
                    <a:pt x="15699" y="21657"/>
                    <a:pt x="15969" y="21675"/>
                    <a:pt x="16239" y="21729"/>
                  </a:cubicBezTo>
                  <a:cubicBezTo>
                    <a:pt x="16275" y="21729"/>
                    <a:pt x="16311" y="21729"/>
                    <a:pt x="16329" y="21747"/>
                  </a:cubicBezTo>
                  <a:lnTo>
                    <a:pt x="16401" y="21747"/>
                  </a:lnTo>
                  <a:cubicBezTo>
                    <a:pt x="16417" y="21750"/>
                    <a:pt x="16433" y="21751"/>
                    <a:pt x="16450" y="21751"/>
                  </a:cubicBezTo>
                  <a:cubicBezTo>
                    <a:pt x="16563" y="21751"/>
                    <a:pt x="16685" y="21698"/>
                    <a:pt x="16779" y="21603"/>
                  </a:cubicBezTo>
                  <a:cubicBezTo>
                    <a:pt x="16887" y="21495"/>
                    <a:pt x="16959" y="21351"/>
                    <a:pt x="16941" y="21189"/>
                  </a:cubicBezTo>
                  <a:cubicBezTo>
                    <a:pt x="16941" y="21189"/>
                    <a:pt x="16941" y="21189"/>
                    <a:pt x="16941" y="21171"/>
                  </a:cubicBezTo>
                  <a:cubicBezTo>
                    <a:pt x="16941" y="21171"/>
                    <a:pt x="16941" y="21153"/>
                    <a:pt x="16941" y="21153"/>
                  </a:cubicBezTo>
                  <a:cubicBezTo>
                    <a:pt x="16941" y="18255"/>
                    <a:pt x="19281" y="15915"/>
                    <a:pt x="22162" y="15915"/>
                  </a:cubicBezTo>
                  <a:cubicBezTo>
                    <a:pt x="25042" y="15915"/>
                    <a:pt x="27400" y="18255"/>
                    <a:pt x="27400" y="21153"/>
                  </a:cubicBezTo>
                  <a:cubicBezTo>
                    <a:pt x="27400" y="21423"/>
                    <a:pt x="27616" y="21657"/>
                    <a:pt x="27904" y="21657"/>
                  </a:cubicBezTo>
                  <a:lnTo>
                    <a:pt x="28066" y="21657"/>
                  </a:lnTo>
                  <a:cubicBezTo>
                    <a:pt x="28120" y="21657"/>
                    <a:pt x="28174" y="21657"/>
                    <a:pt x="28228" y="21675"/>
                  </a:cubicBezTo>
                  <a:cubicBezTo>
                    <a:pt x="28966" y="21747"/>
                    <a:pt x="29650" y="22053"/>
                    <a:pt x="30209" y="22558"/>
                  </a:cubicBezTo>
                  <a:cubicBezTo>
                    <a:pt x="30875" y="23188"/>
                    <a:pt x="31271" y="24088"/>
                    <a:pt x="31271" y="25006"/>
                  </a:cubicBezTo>
                  <a:cubicBezTo>
                    <a:pt x="31271" y="25276"/>
                    <a:pt x="31235" y="25528"/>
                    <a:pt x="31181" y="25798"/>
                  </a:cubicBezTo>
                  <a:cubicBezTo>
                    <a:pt x="31145" y="25960"/>
                    <a:pt x="31181" y="26140"/>
                    <a:pt x="31307" y="26248"/>
                  </a:cubicBezTo>
                  <a:cubicBezTo>
                    <a:pt x="31396" y="26352"/>
                    <a:pt x="31534" y="26419"/>
                    <a:pt x="31671" y="26419"/>
                  </a:cubicBezTo>
                  <a:cubicBezTo>
                    <a:pt x="31700" y="26419"/>
                    <a:pt x="31728" y="26416"/>
                    <a:pt x="31757" y="26410"/>
                  </a:cubicBezTo>
                  <a:cubicBezTo>
                    <a:pt x="31901" y="26374"/>
                    <a:pt x="32045" y="26374"/>
                    <a:pt x="32189" y="26374"/>
                  </a:cubicBezTo>
                  <a:cubicBezTo>
                    <a:pt x="33719" y="26374"/>
                    <a:pt x="34979" y="27616"/>
                    <a:pt x="34979" y="29146"/>
                  </a:cubicBezTo>
                  <a:cubicBezTo>
                    <a:pt x="34979" y="30677"/>
                    <a:pt x="33719" y="31919"/>
                    <a:pt x="32189" y="31919"/>
                  </a:cubicBezTo>
                  <a:lnTo>
                    <a:pt x="30083" y="31919"/>
                  </a:lnTo>
                  <a:cubicBezTo>
                    <a:pt x="29794" y="31919"/>
                    <a:pt x="29578" y="32153"/>
                    <a:pt x="29578" y="32423"/>
                  </a:cubicBezTo>
                  <a:cubicBezTo>
                    <a:pt x="29578" y="32711"/>
                    <a:pt x="29794" y="32927"/>
                    <a:pt x="30083" y="32927"/>
                  </a:cubicBezTo>
                  <a:lnTo>
                    <a:pt x="32189" y="32927"/>
                  </a:lnTo>
                  <a:cubicBezTo>
                    <a:pt x="34277" y="32927"/>
                    <a:pt x="35987" y="31235"/>
                    <a:pt x="35987" y="29146"/>
                  </a:cubicBezTo>
                  <a:cubicBezTo>
                    <a:pt x="35987" y="27076"/>
                    <a:pt x="34313" y="25402"/>
                    <a:pt x="32261" y="25366"/>
                  </a:cubicBezTo>
                  <a:cubicBezTo>
                    <a:pt x="32279" y="25240"/>
                    <a:pt x="32279" y="25132"/>
                    <a:pt x="32279" y="25006"/>
                  </a:cubicBezTo>
                  <a:cubicBezTo>
                    <a:pt x="32279" y="24088"/>
                    <a:pt x="31973" y="23188"/>
                    <a:pt x="31433" y="22449"/>
                  </a:cubicBezTo>
                  <a:cubicBezTo>
                    <a:pt x="33143" y="21729"/>
                    <a:pt x="34277" y="20055"/>
                    <a:pt x="34277" y="18093"/>
                  </a:cubicBezTo>
                  <a:cubicBezTo>
                    <a:pt x="34277" y="16851"/>
                    <a:pt x="33791" y="15681"/>
                    <a:pt x="32927" y="14781"/>
                  </a:cubicBezTo>
                  <a:cubicBezTo>
                    <a:pt x="32099" y="13934"/>
                    <a:pt x="31019" y="13448"/>
                    <a:pt x="29866" y="13394"/>
                  </a:cubicBezTo>
                  <a:cubicBezTo>
                    <a:pt x="29722" y="11630"/>
                    <a:pt x="29200" y="10208"/>
                    <a:pt x="28318" y="9146"/>
                  </a:cubicBezTo>
                  <a:cubicBezTo>
                    <a:pt x="27418" y="8084"/>
                    <a:pt x="26194" y="7436"/>
                    <a:pt x="24682" y="7220"/>
                  </a:cubicBezTo>
                  <a:cubicBezTo>
                    <a:pt x="24430" y="5293"/>
                    <a:pt x="23548" y="3529"/>
                    <a:pt x="22162" y="2215"/>
                  </a:cubicBezTo>
                  <a:cubicBezTo>
                    <a:pt x="20667" y="775"/>
                    <a:pt x="18723" y="1"/>
                    <a:pt x="167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1"/>
            <p:cNvSpPr/>
            <p:nvPr/>
          </p:nvSpPr>
          <p:spPr>
            <a:xfrm>
              <a:off x="4640125" y="3326425"/>
              <a:ext cx="26575" cy="27025"/>
            </a:xfrm>
            <a:custGeom>
              <a:rect b="b" l="l" r="r" t="t"/>
              <a:pathLst>
                <a:path extrusionOk="0" h="1081" w="1063">
                  <a:moveTo>
                    <a:pt x="540" y="1"/>
                  </a:moveTo>
                  <a:cubicBezTo>
                    <a:pt x="234" y="1"/>
                    <a:pt x="0" y="253"/>
                    <a:pt x="0" y="541"/>
                  </a:cubicBezTo>
                  <a:cubicBezTo>
                    <a:pt x="0" y="847"/>
                    <a:pt x="234" y="1081"/>
                    <a:pt x="540" y="1081"/>
                  </a:cubicBezTo>
                  <a:cubicBezTo>
                    <a:pt x="828" y="1081"/>
                    <a:pt x="1062" y="847"/>
                    <a:pt x="1062" y="541"/>
                  </a:cubicBezTo>
                  <a:cubicBezTo>
                    <a:pt x="1062" y="253"/>
                    <a:pt x="828" y="1"/>
                    <a:pt x="5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51"/>
            <p:cNvSpPr/>
            <p:nvPr/>
          </p:nvSpPr>
          <p:spPr>
            <a:xfrm>
              <a:off x="5031225" y="4084775"/>
              <a:ext cx="24775" cy="24325"/>
            </a:xfrm>
            <a:custGeom>
              <a:rect b="b" l="l" r="r" t="t"/>
              <a:pathLst>
                <a:path extrusionOk="0" h="973" w="991">
                  <a:moveTo>
                    <a:pt x="504" y="1"/>
                  </a:moveTo>
                  <a:cubicBezTo>
                    <a:pt x="234" y="1"/>
                    <a:pt x="0" y="217"/>
                    <a:pt x="0" y="487"/>
                  </a:cubicBezTo>
                  <a:cubicBezTo>
                    <a:pt x="0" y="757"/>
                    <a:pt x="234" y="973"/>
                    <a:pt x="504" y="973"/>
                  </a:cubicBezTo>
                  <a:cubicBezTo>
                    <a:pt x="774" y="973"/>
                    <a:pt x="990" y="757"/>
                    <a:pt x="990" y="487"/>
                  </a:cubicBezTo>
                  <a:cubicBezTo>
                    <a:pt x="990" y="217"/>
                    <a:pt x="774" y="1"/>
                    <a:pt x="5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 name="Google Shape;858;p51"/>
          <p:cNvGrpSpPr/>
          <p:nvPr/>
        </p:nvGrpSpPr>
        <p:grpSpPr>
          <a:xfrm>
            <a:off x="564992" y="3575617"/>
            <a:ext cx="380276" cy="396037"/>
            <a:chOff x="5422775" y="3248575"/>
            <a:chExt cx="863675" cy="899675"/>
          </a:xfrm>
        </p:grpSpPr>
        <p:sp>
          <p:nvSpPr>
            <p:cNvPr id="859" name="Google Shape;859;p51"/>
            <p:cNvSpPr/>
            <p:nvPr/>
          </p:nvSpPr>
          <p:spPr>
            <a:xfrm>
              <a:off x="5476200" y="3882150"/>
              <a:ext cx="107825" cy="107700"/>
            </a:xfrm>
            <a:custGeom>
              <a:rect b="b" l="l" r="r" t="t"/>
              <a:pathLst>
                <a:path extrusionOk="0" h="4308" w="4313">
                  <a:moveTo>
                    <a:pt x="3804" y="0"/>
                  </a:moveTo>
                  <a:cubicBezTo>
                    <a:pt x="3673" y="0"/>
                    <a:pt x="3543" y="50"/>
                    <a:pt x="3444" y="149"/>
                  </a:cubicBezTo>
                  <a:cubicBezTo>
                    <a:pt x="149" y="3461"/>
                    <a:pt x="149" y="3461"/>
                    <a:pt x="149" y="3461"/>
                  </a:cubicBezTo>
                  <a:cubicBezTo>
                    <a:pt x="-49" y="3659"/>
                    <a:pt x="-49" y="3965"/>
                    <a:pt x="149" y="4163"/>
                  </a:cubicBezTo>
                  <a:cubicBezTo>
                    <a:pt x="239" y="4271"/>
                    <a:pt x="365" y="4307"/>
                    <a:pt x="491" y="4307"/>
                  </a:cubicBezTo>
                  <a:cubicBezTo>
                    <a:pt x="617" y="4307"/>
                    <a:pt x="762" y="4271"/>
                    <a:pt x="852" y="4163"/>
                  </a:cubicBezTo>
                  <a:cubicBezTo>
                    <a:pt x="4164" y="851"/>
                    <a:pt x="4164" y="851"/>
                    <a:pt x="4164" y="851"/>
                  </a:cubicBezTo>
                  <a:cubicBezTo>
                    <a:pt x="4362" y="671"/>
                    <a:pt x="4362" y="347"/>
                    <a:pt x="4164" y="149"/>
                  </a:cubicBezTo>
                  <a:cubicBezTo>
                    <a:pt x="4065" y="50"/>
                    <a:pt x="3934" y="0"/>
                    <a:pt x="38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51"/>
            <p:cNvSpPr/>
            <p:nvPr/>
          </p:nvSpPr>
          <p:spPr>
            <a:xfrm>
              <a:off x="5682775" y="3882150"/>
              <a:ext cx="108275" cy="107700"/>
            </a:xfrm>
            <a:custGeom>
              <a:rect b="b" l="l" r="r" t="t"/>
              <a:pathLst>
                <a:path extrusionOk="0" h="4308" w="4331">
                  <a:moveTo>
                    <a:pt x="3822" y="0"/>
                  </a:moveTo>
                  <a:cubicBezTo>
                    <a:pt x="3691" y="0"/>
                    <a:pt x="3561" y="50"/>
                    <a:pt x="3462" y="149"/>
                  </a:cubicBezTo>
                  <a:cubicBezTo>
                    <a:pt x="149" y="3461"/>
                    <a:pt x="149" y="3461"/>
                    <a:pt x="149" y="3461"/>
                  </a:cubicBezTo>
                  <a:cubicBezTo>
                    <a:pt x="-49" y="3659"/>
                    <a:pt x="-49" y="3965"/>
                    <a:pt x="149" y="4163"/>
                  </a:cubicBezTo>
                  <a:cubicBezTo>
                    <a:pt x="257" y="4271"/>
                    <a:pt x="383" y="4307"/>
                    <a:pt x="510" y="4307"/>
                  </a:cubicBezTo>
                  <a:cubicBezTo>
                    <a:pt x="636" y="4307"/>
                    <a:pt x="780" y="4271"/>
                    <a:pt x="870" y="4163"/>
                  </a:cubicBezTo>
                  <a:cubicBezTo>
                    <a:pt x="4182" y="851"/>
                    <a:pt x="4182" y="851"/>
                    <a:pt x="4182" y="851"/>
                  </a:cubicBezTo>
                  <a:cubicBezTo>
                    <a:pt x="4380" y="671"/>
                    <a:pt x="4380" y="347"/>
                    <a:pt x="4182" y="149"/>
                  </a:cubicBezTo>
                  <a:cubicBezTo>
                    <a:pt x="4083" y="50"/>
                    <a:pt x="3952" y="0"/>
                    <a:pt x="38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1"/>
            <p:cNvSpPr/>
            <p:nvPr/>
          </p:nvSpPr>
          <p:spPr>
            <a:xfrm>
              <a:off x="5889800" y="3882150"/>
              <a:ext cx="107950" cy="107700"/>
            </a:xfrm>
            <a:custGeom>
              <a:rect b="b" l="l" r="r" t="t"/>
              <a:pathLst>
                <a:path extrusionOk="0" h="4308" w="4318">
                  <a:moveTo>
                    <a:pt x="3822" y="0"/>
                  </a:moveTo>
                  <a:cubicBezTo>
                    <a:pt x="3691" y="0"/>
                    <a:pt x="3561" y="50"/>
                    <a:pt x="3462" y="149"/>
                  </a:cubicBezTo>
                  <a:cubicBezTo>
                    <a:pt x="150" y="3461"/>
                    <a:pt x="150" y="3461"/>
                    <a:pt x="150" y="3461"/>
                  </a:cubicBezTo>
                  <a:cubicBezTo>
                    <a:pt x="-49" y="3659"/>
                    <a:pt x="-49" y="3965"/>
                    <a:pt x="150" y="4163"/>
                  </a:cubicBezTo>
                  <a:cubicBezTo>
                    <a:pt x="258" y="4271"/>
                    <a:pt x="384" y="4307"/>
                    <a:pt x="510" y="4307"/>
                  </a:cubicBezTo>
                  <a:cubicBezTo>
                    <a:pt x="636" y="4307"/>
                    <a:pt x="762" y="4271"/>
                    <a:pt x="870" y="4163"/>
                  </a:cubicBezTo>
                  <a:cubicBezTo>
                    <a:pt x="4182" y="851"/>
                    <a:pt x="4182" y="851"/>
                    <a:pt x="4182" y="851"/>
                  </a:cubicBezTo>
                  <a:cubicBezTo>
                    <a:pt x="4362" y="671"/>
                    <a:pt x="4362" y="347"/>
                    <a:pt x="4182" y="149"/>
                  </a:cubicBezTo>
                  <a:cubicBezTo>
                    <a:pt x="4083" y="50"/>
                    <a:pt x="3952" y="0"/>
                    <a:pt x="38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51"/>
            <p:cNvSpPr/>
            <p:nvPr/>
          </p:nvSpPr>
          <p:spPr>
            <a:xfrm>
              <a:off x="6096850" y="3882150"/>
              <a:ext cx="107800" cy="107700"/>
            </a:xfrm>
            <a:custGeom>
              <a:rect b="b" l="l" r="r" t="t"/>
              <a:pathLst>
                <a:path extrusionOk="0" h="4308" w="4312">
                  <a:moveTo>
                    <a:pt x="3812" y="0"/>
                  </a:moveTo>
                  <a:cubicBezTo>
                    <a:pt x="3686" y="0"/>
                    <a:pt x="3560" y="50"/>
                    <a:pt x="3461" y="149"/>
                  </a:cubicBezTo>
                  <a:cubicBezTo>
                    <a:pt x="149" y="3461"/>
                    <a:pt x="149" y="3461"/>
                    <a:pt x="149" y="3461"/>
                  </a:cubicBezTo>
                  <a:cubicBezTo>
                    <a:pt x="-49" y="3659"/>
                    <a:pt x="-49" y="3965"/>
                    <a:pt x="149" y="4163"/>
                  </a:cubicBezTo>
                  <a:cubicBezTo>
                    <a:pt x="257" y="4271"/>
                    <a:pt x="383" y="4307"/>
                    <a:pt x="509" y="4307"/>
                  </a:cubicBezTo>
                  <a:cubicBezTo>
                    <a:pt x="635" y="4307"/>
                    <a:pt x="761" y="4271"/>
                    <a:pt x="869" y="4163"/>
                  </a:cubicBezTo>
                  <a:cubicBezTo>
                    <a:pt x="4163" y="851"/>
                    <a:pt x="4163" y="851"/>
                    <a:pt x="4163" y="851"/>
                  </a:cubicBezTo>
                  <a:cubicBezTo>
                    <a:pt x="4361" y="671"/>
                    <a:pt x="4361" y="347"/>
                    <a:pt x="4163" y="149"/>
                  </a:cubicBezTo>
                  <a:cubicBezTo>
                    <a:pt x="4064" y="50"/>
                    <a:pt x="3938" y="0"/>
                    <a:pt x="38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51"/>
            <p:cNvSpPr/>
            <p:nvPr/>
          </p:nvSpPr>
          <p:spPr>
            <a:xfrm>
              <a:off x="5507275" y="4040550"/>
              <a:ext cx="107800" cy="107700"/>
            </a:xfrm>
            <a:custGeom>
              <a:rect b="b" l="l" r="r" t="t"/>
              <a:pathLst>
                <a:path extrusionOk="0" h="4308" w="4312">
                  <a:moveTo>
                    <a:pt x="3803" y="1"/>
                  </a:moveTo>
                  <a:cubicBezTo>
                    <a:pt x="3673" y="1"/>
                    <a:pt x="3542" y="50"/>
                    <a:pt x="3443" y="149"/>
                  </a:cubicBezTo>
                  <a:cubicBezTo>
                    <a:pt x="149" y="3444"/>
                    <a:pt x="149" y="3444"/>
                    <a:pt x="149" y="3444"/>
                  </a:cubicBezTo>
                  <a:cubicBezTo>
                    <a:pt x="-49" y="3642"/>
                    <a:pt x="-49" y="3966"/>
                    <a:pt x="149" y="4164"/>
                  </a:cubicBezTo>
                  <a:cubicBezTo>
                    <a:pt x="239" y="4254"/>
                    <a:pt x="365" y="4308"/>
                    <a:pt x="491" y="4308"/>
                  </a:cubicBezTo>
                  <a:cubicBezTo>
                    <a:pt x="635" y="4308"/>
                    <a:pt x="761" y="4254"/>
                    <a:pt x="851" y="4164"/>
                  </a:cubicBezTo>
                  <a:cubicBezTo>
                    <a:pt x="4163" y="852"/>
                    <a:pt x="4163" y="852"/>
                    <a:pt x="4163" y="852"/>
                  </a:cubicBezTo>
                  <a:cubicBezTo>
                    <a:pt x="4361" y="654"/>
                    <a:pt x="4361" y="348"/>
                    <a:pt x="4163" y="149"/>
                  </a:cubicBezTo>
                  <a:cubicBezTo>
                    <a:pt x="4064" y="50"/>
                    <a:pt x="3934" y="1"/>
                    <a:pt x="38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1"/>
            <p:cNvSpPr/>
            <p:nvPr/>
          </p:nvSpPr>
          <p:spPr>
            <a:xfrm>
              <a:off x="5740850" y="4040550"/>
              <a:ext cx="107800" cy="107700"/>
            </a:xfrm>
            <a:custGeom>
              <a:rect b="b" l="l" r="r" t="t"/>
              <a:pathLst>
                <a:path extrusionOk="0" h="4308" w="4312">
                  <a:moveTo>
                    <a:pt x="3805" y="1"/>
                  </a:moveTo>
                  <a:cubicBezTo>
                    <a:pt x="3677" y="1"/>
                    <a:pt x="3551" y="50"/>
                    <a:pt x="3461" y="149"/>
                  </a:cubicBezTo>
                  <a:cubicBezTo>
                    <a:pt x="149" y="3444"/>
                    <a:pt x="149" y="3444"/>
                    <a:pt x="149" y="3444"/>
                  </a:cubicBezTo>
                  <a:cubicBezTo>
                    <a:pt x="-49" y="3642"/>
                    <a:pt x="-49" y="3966"/>
                    <a:pt x="149" y="4164"/>
                  </a:cubicBezTo>
                  <a:cubicBezTo>
                    <a:pt x="239" y="4254"/>
                    <a:pt x="365" y="4308"/>
                    <a:pt x="509" y="4308"/>
                  </a:cubicBezTo>
                  <a:cubicBezTo>
                    <a:pt x="635" y="4308"/>
                    <a:pt x="761" y="4254"/>
                    <a:pt x="851" y="4164"/>
                  </a:cubicBezTo>
                  <a:cubicBezTo>
                    <a:pt x="4163" y="852"/>
                    <a:pt x="4163" y="852"/>
                    <a:pt x="4163" y="852"/>
                  </a:cubicBezTo>
                  <a:cubicBezTo>
                    <a:pt x="4361" y="654"/>
                    <a:pt x="4361" y="348"/>
                    <a:pt x="4163" y="149"/>
                  </a:cubicBezTo>
                  <a:cubicBezTo>
                    <a:pt x="4064" y="50"/>
                    <a:pt x="3934" y="1"/>
                    <a:pt x="38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51"/>
            <p:cNvSpPr/>
            <p:nvPr/>
          </p:nvSpPr>
          <p:spPr>
            <a:xfrm>
              <a:off x="5974425" y="4040550"/>
              <a:ext cx="107800" cy="107700"/>
            </a:xfrm>
            <a:custGeom>
              <a:rect b="b" l="l" r="r" t="t"/>
              <a:pathLst>
                <a:path extrusionOk="0" h="4308" w="4312">
                  <a:moveTo>
                    <a:pt x="3812" y="1"/>
                  </a:moveTo>
                  <a:cubicBezTo>
                    <a:pt x="3686" y="1"/>
                    <a:pt x="3560" y="50"/>
                    <a:pt x="3461" y="149"/>
                  </a:cubicBezTo>
                  <a:cubicBezTo>
                    <a:pt x="149" y="3444"/>
                    <a:pt x="149" y="3444"/>
                    <a:pt x="149" y="3444"/>
                  </a:cubicBezTo>
                  <a:cubicBezTo>
                    <a:pt x="-49" y="3642"/>
                    <a:pt x="-49" y="3966"/>
                    <a:pt x="149" y="4164"/>
                  </a:cubicBezTo>
                  <a:cubicBezTo>
                    <a:pt x="257" y="4254"/>
                    <a:pt x="383" y="4308"/>
                    <a:pt x="509" y="4308"/>
                  </a:cubicBezTo>
                  <a:cubicBezTo>
                    <a:pt x="635" y="4308"/>
                    <a:pt x="761" y="4254"/>
                    <a:pt x="869" y="4164"/>
                  </a:cubicBezTo>
                  <a:cubicBezTo>
                    <a:pt x="4163" y="852"/>
                    <a:pt x="4163" y="852"/>
                    <a:pt x="4163" y="852"/>
                  </a:cubicBezTo>
                  <a:cubicBezTo>
                    <a:pt x="4361" y="654"/>
                    <a:pt x="4361" y="348"/>
                    <a:pt x="4163" y="149"/>
                  </a:cubicBezTo>
                  <a:cubicBezTo>
                    <a:pt x="4064" y="50"/>
                    <a:pt x="3938" y="1"/>
                    <a:pt x="38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51"/>
            <p:cNvSpPr/>
            <p:nvPr/>
          </p:nvSpPr>
          <p:spPr>
            <a:xfrm>
              <a:off x="5422775" y="3248575"/>
              <a:ext cx="863675" cy="574750"/>
            </a:xfrm>
            <a:custGeom>
              <a:rect b="b" l="l" r="r" t="t"/>
              <a:pathLst>
                <a:path extrusionOk="0" h="22990" w="34547">
                  <a:moveTo>
                    <a:pt x="16832" y="0"/>
                  </a:moveTo>
                  <a:cubicBezTo>
                    <a:pt x="15842" y="0"/>
                    <a:pt x="14852" y="180"/>
                    <a:pt x="13916" y="559"/>
                  </a:cubicBezTo>
                  <a:cubicBezTo>
                    <a:pt x="13664" y="649"/>
                    <a:pt x="13538" y="955"/>
                    <a:pt x="13646" y="1207"/>
                  </a:cubicBezTo>
                  <a:cubicBezTo>
                    <a:pt x="13716" y="1404"/>
                    <a:pt x="13919" y="1524"/>
                    <a:pt x="14124" y="1524"/>
                  </a:cubicBezTo>
                  <a:cubicBezTo>
                    <a:pt x="14181" y="1524"/>
                    <a:pt x="14239" y="1514"/>
                    <a:pt x="14294" y="1495"/>
                  </a:cubicBezTo>
                  <a:cubicBezTo>
                    <a:pt x="15104" y="1171"/>
                    <a:pt x="15968" y="1009"/>
                    <a:pt x="16832" y="1009"/>
                  </a:cubicBezTo>
                  <a:cubicBezTo>
                    <a:pt x="20541" y="1009"/>
                    <a:pt x="23583" y="3925"/>
                    <a:pt x="23907" y="7777"/>
                  </a:cubicBezTo>
                  <a:cubicBezTo>
                    <a:pt x="23943" y="8029"/>
                    <a:pt x="24123" y="8210"/>
                    <a:pt x="24375" y="8246"/>
                  </a:cubicBezTo>
                  <a:cubicBezTo>
                    <a:pt x="28084" y="8552"/>
                    <a:pt x="29002" y="11558"/>
                    <a:pt x="29128" y="14024"/>
                  </a:cubicBezTo>
                  <a:cubicBezTo>
                    <a:pt x="29146" y="14294"/>
                    <a:pt x="29362" y="14510"/>
                    <a:pt x="29632" y="14510"/>
                  </a:cubicBezTo>
                  <a:lnTo>
                    <a:pt x="29902" y="14510"/>
                  </a:lnTo>
                  <a:cubicBezTo>
                    <a:pt x="31900" y="14510"/>
                    <a:pt x="33538" y="16185"/>
                    <a:pt x="33538" y="18237"/>
                  </a:cubicBezTo>
                  <a:cubicBezTo>
                    <a:pt x="33538" y="20019"/>
                    <a:pt x="32368" y="21513"/>
                    <a:pt x="30676" y="21891"/>
                  </a:cubicBezTo>
                  <a:cubicBezTo>
                    <a:pt x="30442" y="21945"/>
                    <a:pt x="30172" y="21981"/>
                    <a:pt x="29902" y="21981"/>
                  </a:cubicBezTo>
                  <a:lnTo>
                    <a:pt x="5527" y="21981"/>
                  </a:lnTo>
                  <a:cubicBezTo>
                    <a:pt x="2989" y="21981"/>
                    <a:pt x="1008" y="19947"/>
                    <a:pt x="1008" y="17355"/>
                  </a:cubicBezTo>
                  <a:cubicBezTo>
                    <a:pt x="1008" y="14924"/>
                    <a:pt x="2664" y="12980"/>
                    <a:pt x="4969" y="12746"/>
                  </a:cubicBezTo>
                  <a:cubicBezTo>
                    <a:pt x="5203" y="12710"/>
                    <a:pt x="5383" y="12530"/>
                    <a:pt x="5419" y="12296"/>
                  </a:cubicBezTo>
                  <a:cubicBezTo>
                    <a:pt x="5653" y="10154"/>
                    <a:pt x="7255" y="8480"/>
                    <a:pt x="9307" y="8246"/>
                  </a:cubicBezTo>
                  <a:cubicBezTo>
                    <a:pt x="9541" y="8210"/>
                    <a:pt x="9721" y="8011"/>
                    <a:pt x="9739" y="7777"/>
                  </a:cubicBezTo>
                  <a:cubicBezTo>
                    <a:pt x="9865" y="6355"/>
                    <a:pt x="10369" y="5005"/>
                    <a:pt x="11216" y="3871"/>
                  </a:cubicBezTo>
                  <a:cubicBezTo>
                    <a:pt x="11378" y="3655"/>
                    <a:pt x="11342" y="3349"/>
                    <a:pt x="11126" y="3169"/>
                  </a:cubicBezTo>
                  <a:cubicBezTo>
                    <a:pt x="11033" y="3105"/>
                    <a:pt x="10930" y="3075"/>
                    <a:pt x="10827" y="3075"/>
                  </a:cubicBezTo>
                  <a:cubicBezTo>
                    <a:pt x="10670" y="3075"/>
                    <a:pt x="10514" y="3146"/>
                    <a:pt x="10405" y="3277"/>
                  </a:cubicBezTo>
                  <a:cubicBezTo>
                    <a:pt x="9541" y="4447"/>
                    <a:pt x="8983" y="5833"/>
                    <a:pt x="8785" y="7291"/>
                  </a:cubicBezTo>
                  <a:cubicBezTo>
                    <a:pt x="6589" y="7723"/>
                    <a:pt x="4879" y="9506"/>
                    <a:pt x="4465" y="11792"/>
                  </a:cubicBezTo>
                  <a:cubicBezTo>
                    <a:pt x="3259" y="12008"/>
                    <a:pt x="2178" y="12638"/>
                    <a:pt x="1368" y="13574"/>
                  </a:cubicBezTo>
                  <a:cubicBezTo>
                    <a:pt x="486" y="14600"/>
                    <a:pt x="0" y="15950"/>
                    <a:pt x="0" y="17355"/>
                  </a:cubicBezTo>
                  <a:cubicBezTo>
                    <a:pt x="0" y="18867"/>
                    <a:pt x="558" y="20271"/>
                    <a:pt x="1602" y="21333"/>
                  </a:cubicBezTo>
                  <a:cubicBezTo>
                    <a:pt x="2646" y="22395"/>
                    <a:pt x="4033" y="22989"/>
                    <a:pt x="5527" y="22989"/>
                  </a:cubicBezTo>
                  <a:lnTo>
                    <a:pt x="29902" y="22989"/>
                  </a:lnTo>
                  <a:cubicBezTo>
                    <a:pt x="30244" y="22989"/>
                    <a:pt x="30586" y="22953"/>
                    <a:pt x="30892" y="22881"/>
                  </a:cubicBezTo>
                  <a:cubicBezTo>
                    <a:pt x="33052" y="22395"/>
                    <a:pt x="34546" y="20505"/>
                    <a:pt x="34546" y="18237"/>
                  </a:cubicBezTo>
                  <a:cubicBezTo>
                    <a:pt x="34546" y="16995"/>
                    <a:pt x="34060" y="15806"/>
                    <a:pt x="33196" y="14906"/>
                  </a:cubicBezTo>
                  <a:cubicBezTo>
                    <a:pt x="32350" y="14060"/>
                    <a:pt x="31270" y="13556"/>
                    <a:pt x="30100" y="13502"/>
                  </a:cubicBezTo>
                  <a:cubicBezTo>
                    <a:pt x="29956" y="11720"/>
                    <a:pt x="29416" y="10298"/>
                    <a:pt x="28534" y="9218"/>
                  </a:cubicBezTo>
                  <a:cubicBezTo>
                    <a:pt x="27634" y="8138"/>
                    <a:pt x="26409" y="7489"/>
                    <a:pt x="24879" y="7273"/>
                  </a:cubicBezTo>
                  <a:cubicBezTo>
                    <a:pt x="24609" y="5347"/>
                    <a:pt x="23727" y="3565"/>
                    <a:pt x="22323" y="2233"/>
                  </a:cubicBezTo>
                  <a:cubicBezTo>
                    <a:pt x="20829" y="793"/>
                    <a:pt x="18885" y="0"/>
                    <a:pt x="168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1"/>
            <p:cNvSpPr/>
            <p:nvPr/>
          </p:nvSpPr>
          <p:spPr>
            <a:xfrm>
              <a:off x="5718450" y="3288625"/>
              <a:ext cx="26125" cy="25675"/>
            </a:xfrm>
            <a:custGeom>
              <a:rect b="b" l="l" r="r" t="t"/>
              <a:pathLst>
                <a:path extrusionOk="0" h="1027" w="1045">
                  <a:moveTo>
                    <a:pt x="523" y="1"/>
                  </a:moveTo>
                  <a:cubicBezTo>
                    <a:pt x="235" y="1"/>
                    <a:pt x="1" y="235"/>
                    <a:pt x="1" y="523"/>
                  </a:cubicBezTo>
                  <a:cubicBezTo>
                    <a:pt x="1" y="793"/>
                    <a:pt x="235" y="1027"/>
                    <a:pt x="523" y="1027"/>
                  </a:cubicBezTo>
                  <a:cubicBezTo>
                    <a:pt x="811" y="1027"/>
                    <a:pt x="1045" y="793"/>
                    <a:pt x="1045" y="523"/>
                  </a:cubicBezTo>
                  <a:cubicBezTo>
                    <a:pt x="1045" y="235"/>
                    <a:pt x="811" y="1"/>
                    <a:pt x="5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 name="Google Shape;868;p51"/>
          <p:cNvGrpSpPr/>
          <p:nvPr/>
        </p:nvGrpSpPr>
        <p:grpSpPr>
          <a:xfrm>
            <a:off x="565055" y="4193991"/>
            <a:ext cx="380139" cy="396000"/>
            <a:chOff x="6519550" y="3249025"/>
            <a:chExt cx="862775" cy="898775"/>
          </a:xfrm>
        </p:grpSpPr>
        <p:sp>
          <p:nvSpPr>
            <p:cNvPr id="869" name="Google Shape;869;p51"/>
            <p:cNvSpPr/>
            <p:nvPr/>
          </p:nvSpPr>
          <p:spPr>
            <a:xfrm>
              <a:off x="6616200" y="3882025"/>
              <a:ext cx="107925" cy="107825"/>
            </a:xfrm>
            <a:custGeom>
              <a:rect b="b" l="l" r="r" t="t"/>
              <a:pathLst>
                <a:path extrusionOk="0" h="4313" w="4317">
                  <a:moveTo>
                    <a:pt x="3822" y="1"/>
                  </a:moveTo>
                  <a:cubicBezTo>
                    <a:pt x="3691" y="1"/>
                    <a:pt x="3561" y="46"/>
                    <a:pt x="3462" y="136"/>
                  </a:cubicBezTo>
                  <a:cubicBezTo>
                    <a:pt x="149" y="3448"/>
                    <a:pt x="149" y="3448"/>
                    <a:pt x="149" y="3448"/>
                  </a:cubicBezTo>
                  <a:cubicBezTo>
                    <a:pt x="-49" y="3646"/>
                    <a:pt x="-49" y="3970"/>
                    <a:pt x="149" y="4168"/>
                  </a:cubicBezTo>
                  <a:cubicBezTo>
                    <a:pt x="257" y="4258"/>
                    <a:pt x="383" y="4312"/>
                    <a:pt x="509" y="4312"/>
                  </a:cubicBezTo>
                  <a:cubicBezTo>
                    <a:pt x="635" y="4312"/>
                    <a:pt x="779" y="4258"/>
                    <a:pt x="869" y="4168"/>
                  </a:cubicBezTo>
                  <a:cubicBezTo>
                    <a:pt x="4182" y="856"/>
                    <a:pt x="4182" y="856"/>
                    <a:pt x="4182" y="856"/>
                  </a:cubicBezTo>
                  <a:cubicBezTo>
                    <a:pt x="4362" y="658"/>
                    <a:pt x="4362" y="334"/>
                    <a:pt x="4182" y="136"/>
                  </a:cubicBezTo>
                  <a:cubicBezTo>
                    <a:pt x="4083" y="46"/>
                    <a:pt x="3952"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1"/>
            <p:cNvSpPr/>
            <p:nvPr/>
          </p:nvSpPr>
          <p:spPr>
            <a:xfrm>
              <a:off x="7090575" y="3882025"/>
              <a:ext cx="107800" cy="107825"/>
            </a:xfrm>
            <a:custGeom>
              <a:rect b="b" l="l" r="r" t="t"/>
              <a:pathLst>
                <a:path extrusionOk="0" h="4313" w="4312">
                  <a:moveTo>
                    <a:pt x="3803" y="1"/>
                  </a:moveTo>
                  <a:cubicBezTo>
                    <a:pt x="3673" y="1"/>
                    <a:pt x="3542" y="46"/>
                    <a:pt x="3443" y="136"/>
                  </a:cubicBezTo>
                  <a:cubicBezTo>
                    <a:pt x="149" y="3448"/>
                    <a:pt x="149" y="3448"/>
                    <a:pt x="149" y="3448"/>
                  </a:cubicBezTo>
                  <a:cubicBezTo>
                    <a:pt x="-49" y="3646"/>
                    <a:pt x="-49" y="3970"/>
                    <a:pt x="149" y="4168"/>
                  </a:cubicBezTo>
                  <a:cubicBezTo>
                    <a:pt x="239" y="4258"/>
                    <a:pt x="365" y="4312"/>
                    <a:pt x="509" y="4312"/>
                  </a:cubicBezTo>
                  <a:cubicBezTo>
                    <a:pt x="635" y="4312"/>
                    <a:pt x="761" y="4258"/>
                    <a:pt x="851" y="4168"/>
                  </a:cubicBezTo>
                  <a:cubicBezTo>
                    <a:pt x="4163" y="856"/>
                    <a:pt x="4163" y="856"/>
                    <a:pt x="4163" y="856"/>
                  </a:cubicBezTo>
                  <a:cubicBezTo>
                    <a:pt x="4361" y="658"/>
                    <a:pt x="4361" y="334"/>
                    <a:pt x="4163" y="136"/>
                  </a:cubicBezTo>
                  <a:cubicBezTo>
                    <a:pt x="4064" y="46"/>
                    <a:pt x="3934" y="1"/>
                    <a:pt x="38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51"/>
            <p:cNvSpPr/>
            <p:nvPr/>
          </p:nvSpPr>
          <p:spPr>
            <a:xfrm>
              <a:off x="6647600" y="4040100"/>
              <a:ext cx="107925" cy="107700"/>
            </a:xfrm>
            <a:custGeom>
              <a:rect b="b" l="l" r="r" t="t"/>
              <a:pathLst>
                <a:path extrusionOk="0" h="4308" w="4317">
                  <a:moveTo>
                    <a:pt x="3808" y="1"/>
                  </a:moveTo>
                  <a:cubicBezTo>
                    <a:pt x="3677" y="1"/>
                    <a:pt x="3547" y="50"/>
                    <a:pt x="3448" y="149"/>
                  </a:cubicBezTo>
                  <a:cubicBezTo>
                    <a:pt x="135" y="3444"/>
                    <a:pt x="135" y="3444"/>
                    <a:pt x="135" y="3444"/>
                  </a:cubicBezTo>
                  <a:cubicBezTo>
                    <a:pt x="-45" y="3642"/>
                    <a:pt x="-45" y="3966"/>
                    <a:pt x="135" y="4164"/>
                  </a:cubicBezTo>
                  <a:cubicBezTo>
                    <a:pt x="243" y="4254"/>
                    <a:pt x="369" y="4308"/>
                    <a:pt x="495" y="4308"/>
                  </a:cubicBezTo>
                  <a:cubicBezTo>
                    <a:pt x="621" y="4308"/>
                    <a:pt x="765" y="4254"/>
                    <a:pt x="855" y="4164"/>
                  </a:cubicBezTo>
                  <a:cubicBezTo>
                    <a:pt x="4168" y="852"/>
                    <a:pt x="4168" y="852"/>
                    <a:pt x="4168" y="852"/>
                  </a:cubicBezTo>
                  <a:cubicBezTo>
                    <a:pt x="4366" y="654"/>
                    <a:pt x="4366" y="348"/>
                    <a:pt x="4168" y="149"/>
                  </a:cubicBezTo>
                  <a:cubicBezTo>
                    <a:pt x="4069" y="50"/>
                    <a:pt x="3938" y="1"/>
                    <a:pt x="3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51"/>
            <p:cNvSpPr/>
            <p:nvPr/>
          </p:nvSpPr>
          <p:spPr>
            <a:xfrm>
              <a:off x="7090575" y="4040100"/>
              <a:ext cx="107800" cy="107700"/>
            </a:xfrm>
            <a:custGeom>
              <a:rect b="b" l="l" r="r" t="t"/>
              <a:pathLst>
                <a:path extrusionOk="0" h="4308" w="4312">
                  <a:moveTo>
                    <a:pt x="3803" y="1"/>
                  </a:moveTo>
                  <a:cubicBezTo>
                    <a:pt x="3673" y="1"/>
                    <a:pt x="3542" y="50"/>
                    <a:pt x="3443" y="149"/>
                  </a:cubicBezTo>
                  <a:cubicBezTo>
                    <a:pt x="149" y="3444"/>
                    <a:pt x="149" y="3444"/>
                    <a:pt x="149" y="3444"/>
                  </a:cubicBezTo>
                  <a:cubicBezTo>
                    <a:pt x="-49" y="3642"/>
                    <a:pt x="-49" y="3966"/>
                    <a:pt x="149" y="4164"/>
                  </a:cubicBezTo>
                  <a:cubicBezTo>
                    <a:pt x="239" y="4254"/>
                    <a:pt x="365" y="4308"/>
                    <a:pt x="509" y="4308"/>
                  </a:cubicBezTo>
                  <a:cubicBezTo>
                    <a:pt x="635" y="4308"/>
                    <a:pt x="761" y="4254"/>
                    <a:pt x="851" y="4164"/>
                  </a:cubicBezTo>
                  <a:cubicBezTo>
                    <a:pt x="4163" y="852"/>
                    <a:pt x="4163" y="852"/>
                    <a:pt x="4163" y="852"/>
                  </a:cubicBezTo>
                  <a:cubicBezTo>
                    <a:pt x="4361" y="654"/>
                    <a:pt x="4361" y="348"/>
                    <a:pt x="4163" y="149"/>
                  </a:cubicBezTo>
                  <a:cubicBezTo>
                    <a:pt x="4064" y="50"/>
                    <a:pt x="3934" y="1"/>
                    <a:pt x="38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51"/>
            <p:cNvSpPr/>
            <p:nvPr/>
          </p:nvSpPr>
          <p:spPr>
            <a:xfrm>
              <a:off x="6814350" y="3288175"/>
              <a:ext cx="27025" cy="27025"/>
            </a:xfrm>
            <a:custGeom>
              <a:rect b="b" l="l" r="r" t="t"/>
              <a:pathLst>
                <a:path extrusionOk="0" h="1081" w="1081">
                  <a:moveTo>
                    <a:pt x="540" y="1"/>
                  </a:moveTo>
                  <a:cubicBezTo>
                    <a:pt x="252" y="1"/>
                    <a:pt x="0" y="253"/>
                    <a:pt x="0" y="541"/>
                  </a:cubicBezTo>
                  <a:cubicBezTo>
                    <a:pt x="0" y="847"/>
                    <a:pt x="252" y="1081"/>
                    <a:pt x="540" y="1081"/>
                  </a:cubicBezTo>
                  <a:cubicBezTo>
                    <a:pt x="846" y="1081"/>
                    <a:pt x="1080" y="847"/>
                    <a:pt x="1080" y="541"/>
                  </a:cubicBezTo>
                  <a:cubicBezTo>
                    <a:pt x="1080" y="253"/>
                    <a:pt x="846" y="1"/>
                    <a:pt x="5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1"/>
            <p:cNvSpPr/>
            <p:nvPr/>
          </p:nvSpPr>
          <p:spPr>
            <a:xfrm>
              <a:off x="6519550" y="3249025"/>
              <a:ext cx="862775" cy="867725"/>
            </a:xfrm>
            <a:custGeom>
              <a:rect b="b" l="l" r="r" t="t"/>
              <a:pathLst>
                <a:path extrusionOk="0" h="34709" w="34511">
                  <a:moveTo>
                    <a:pt x="22756" y="16923"/>
                  </a:moveTo>
                  <a:cubicBezTo>
                    <a:pt x="18669" y="22143"/>
                    <a:pt x="18669" y="22143"/>
                    <a:pt x="18669" y="22143"/>
                  </a:cubicBezTo>
                  <a:cubicBezTo>
                    <a:pt x="18651" y="22161"/>
                    <a:pt x="18651" y="22161"/>
                    <a:pt x="18651" y="22161"/>
                  </a:cubicBezTo>
                  <a:cubicBezTo>
                    <a:pt x="18525" y="22323"/>
                    <a:pt x="18507" y="22521"/>
                    <a:pt x="18597" y="22701"/>
                  </a:cubicBezTo>
                  <a:cubicBezTo>
                    <a:pt x="18687" y="22881"/>
                    <a:pt x="18849" y="22989"/>
                    <a:pt x="19047" y="22989"/>
                  </a:cubicBezTo>
                  <a:lnTo>
                    <a:pt x="21873" y="22989"/>
                  </a:lnTo>
                  <a:lnTo>
                    <a:pt x="14817" y="31414"/>
                  </a:lnTo>
                  <a:cubicBezTo>
                    <a:pt x="17121" y="25726"/>
                    <a:pt x="17121" y="25726"/>
                    <a:pt x="17121" y="25726"/>
                  </a:cubicBezTo>
                  <a:cubicBezTo>
                    <a:pt x="17193" y="25564"/>
                    <a:pt x="17175" y="25402"/>
                    <a:pt x="17067" y="25258"/>
                  </a:cubicBezTo>
                  <a:cubicBezTo>
                    <a:pt x="16977" y="25114"/>
                    <a:pt x="16815" y="25024"/>
                    <a:pt x="16653" y="25024"/>
                  </a:cubicBezTo>
                  <a:lnTo>
                    <a:pt x="12314" y="25024"/>
                  </a:lnTo>
                  <a:cubicBezTo>
                    <a:pt x="18255" y="16923"/>
                    <a:pt x="18255" y="16923"/>
                    <a:pt x="18255" y="16923"/>
                  </a:cubicBezTo>
                  <a:close/>
                  <a:moveTo>
                    <a:pt x="16815" y="0"/>
                  </a:moveTo>
                  <a:cubicBezTo>
                    <a:pt x="15825" y="0"/>
                    <a:pt x="14835" y="180"/>
                    <a:pt x="13916" y="559"/>
                  </a:cubicBezTo>
                  <a:cubicBezTo>
                    <a:pt x="13646" y="649"/>
                    <a:pt x="13520" y="955"/>
                    <a:pt x="13628" y="1207"/>
                  </a:cubicBezTo>
                  <a:cubicBezTo>
                    <a:pt x="13713" y="1404"/>
                    <a:pt x="13907" y="1524"/>
                    <a:pt x="14109" y="1524"/>
                  </a:cubicBezTo>
                  <a:cubicBezTo>
                    <a:pt x="14165" y="1524"/>
                    <a:pt x="14221" y="1514"/>
                    <a:pt x="14276" y="1495"/>
                  </a:cubicBezTo>
                  <a:cubicBezTo>
                    <a:pt x="15087" y="1171"/>
                    <a:pt x="15951" y="1009"/>
                    <a:pt x="16815" y="1009"/>
                  </a:cubicBezTo>
                  <a:cubicBezTo>
                    <a:pt x="20523" y="1009"/>
                    <a:pt x="23566" y="3907"/>
                    <a:pt x="23890" y="7777"/>
                  </a:cubicBezTo>
                  <a:cubicBezTo>
                    <a:pt x="23908" y="8011"/>
                    <a:pt x="24106" y="8210"/>
                    <a:pt x="24358" y="8228"/>
                  </a:cubicBezTo>
                  <a:cubicBezTo>
                    <a:pt x="28066" y="8552"/>
                    <a:pt x="28984" y="11558"/>
                    <a:pt x="29092" y="14024"/>
                  </a:cubicBezTo>
                  <a:cubicBezTo>
                    <a:pt x="29110" y="14276"/>
                    <a:pt x="29326" y="14492"/>
                    <a:pt x="29596" y="14492"/>
                  </a:cubicBezTo>
                  <a:lnTo>
                    <a:pt x="29866" y="14492"/>
                  </a:lnTo>
                  <a:cubicBezTo>
                    <a:pt x="31865" y="14492"/>
                    <a:pt x="33503" y="16167"/>
                    <a:pt x="33503" y="18219"/>
                  </a:cubicBezTo>
                  <a:cubicBezTo>
                    <a:pt x="33503" y="20001"/>
                    <a:pt x="32333" y="21495"/>
                    <a:pt x="30641" y="21873"/>
                  </a:cubicBezTo>
                  <a:cubicBezTo>
                    <a:pt x="30407" y="21927"/>
                    <a:pt x="30136" y="21945"/>
                    <a:pt x="29866" y="21945"/>
                  </a:cubicBezTo>
                  <a:lnTo>
                    <a:pt x="20091" y="21945"/>
                  </a:lnTo>
                  <a:cubicBezTo>
                    <a:pt x="24178" y="16743"/>
                    <a:pt x="24178" y="16743"/>
                    <a:pt x="24178" y="16743"/>
                  </a:cubicBezTo>
                  <a:cubicBezTo>
                    <a:pt x="24304" y="16581"/>
                    <a:pt x="24322" y="16383"/>
                    <a:pt x="24232" y="16203"/>
                  </a:cubicBezTo>
                  <a:cubicBezTo>
                    <a:pt x="24160" y="16022"/>
                    <a:pt x="23980" y="15914"/>
                    <a:pt x="23782" y="15914"/>
                  </a:cubicBezTo>
                  <a:lnTo>
                    <a:pt x="18003" y="15914"/>
                  </a:lnTo>
                  <a:cubicBezTo>
                    <a:pt x="17841" y="15914"/>
                    <a:pt x="17697" y="16004"/>
                    <a:pt x="17607" y="16131"/>
                  </a:cubicBezTo>
                  <a:cubicBezTo>
                    <a:pt x="13322" y="21945"/>
                    <a:pt x="13322" y="21945"/>
                    <a:pt x="13322" y="21945"/>
                  </a:cubicBezTo>
                  <a:lnTo>
                    <a:pt x="5527" y="21945"/>
                  </a:lnTo>
                  <a:cubicBezTo>
                    <a:pt x="2989" y="21945"/>
                    <a:pt x="1009" y="19929"/>
                    <a:pt x="1009" y="17337"/>
                  </a:cubicBezTo>
                  <a:cubicBezTo>
                    <a:pt x="1009" y="14906"/>
                    <a:pt x="2665" y="12962"/>
                    <a:pt x="4951" y="12728"/>
                  </a:cubicBezTo>
                  <a:cubicBezTo>
                    <a:pt x="5203" y="12710"/>
                    <a:pt x="5383" y="12512"/>
                    <a:pt x="5401" y="12278"/>
                  </a:cubicBezTo>
                  <a:cubicBezTo>
                    <a:pt x="5653" y="10136"/>
                    <a:pt x="7256" y="8462"/>
                    <a:pt x="9290" y="8228"/>
                  </a:cubicBezTo>
                  <a:cubicBezTo>
                    <a:pt x="9524" y="8210"/>
                    <a:pt x="9722" y="8011"/>
                    <a:pt x="9740" y="7777"/>
                  </a:cubicBezTo>
                  <a:cubicBezTo>
                    <a:pt x="9866" y="6355"/>
                    <a:pt x="10370" y="5005"/>
                    <a:pt x="11216" y="3871"/>
                  </a:cubicBezTo>
                  <a:cubicBezTo>
                    <a:pt x="11378" y="3655"/>
                    <a:pt x="11324" y="3331"/>
                    <a:pt x="11108" y="3169"/>
                  </a:cubicBezTo>
                  <a:cubicBezTo>
                    <a:pt x="11020" y="3103"/>
                    <a:pt x="10913" y="3069"/>
                    <a:pt x="10807" y="3069"/>
                  </a:cubicBezTo>
                  <a:cubicBezTo>
                    <a:pt x="10654" y="3069"/>
                    <a:pt x="10502" y="3139"/>
                    <a:pt x="10406" y="3277"/>
                  </a:cubicBezTo>
                  <a:cubicBezTo>
                    <a:pt x="9524" y="4447"/>
                    <a:pt x="8966" y="5833"/>
                    <a:pt x="8768" y="7291"/>
                  </a:cubicBezTo>
                  <a:cubicBezTo>
                    <a:pt x="6571" y="7723"/>
                    <a:pt x="4879" y="9488"/>
                    <a:pt x="4465" y="11774"/>
                  </a:cubicBezTo>
                  <a:cubicBezTo>
                    <a:pt x="3259" y="11990"/>
                    <a:pt x="2161" y="12620"/>
                    <a:pt x="1369" y="13556"/>
                  </a:cubicBezTo>
                  <a:cubicBezTo>
                    <a:pt x="487" y="14600"/>
                    <a:pt x="1" y="15932"/>
                    <a:pt x="1" y="17337"/>
                  </a:cubicBezTo>
                  <a:cubicBezTo>
                    <a:pt x="1" y="18849"/>
                    <a:pt x="559" y="20253"/>
                    <a:pt x="1603" y="21315"/>
                  </a:cubicBezTo>
                  <a:cubicBezTo>
                    <a:pt x="2629" y="22377"/>
                    <a:pt x="4033" y="22953"/>
                    <a:pt x="5527" y="22953"/>
                  </a:cubicBezTo>
                  <a:lnTo>
                    <a:pt x="12584" y="22953"/>
                  </a:lnTo>
                  <a:cubicBezTo>
                    <a:pt x="10910" y="25240"/>
                    <a:pt x="10910" y="25240"/>
                    <a:pt x="10910" y="25240"/>
                  </a:cubicBezTo>
                  <a:cubicBezTo>
                    <a:pt x="10784" y="25384"/>
                    <a:pt x="10766" y="25600"/>
                    <a:pt x="10856" y="25762"/>
                  </a:cubicBezTo>
                  <a:cubicBezTo>
                    <a:pt x="10946" y="25924"/>
                    <a:pt x="11126" y="26032"/>
                    <a:pt x="11306" y="26032"/>
                  </a:cubicBezTo>
                  <a:lnTo>
                    <a:pt x="15915" y="26032"/>
                  </a:lnTo>
                  <a:cubicBezTo>
                    <a:pt x="12674" y="34007"/>
                    <a:pt x="12674" y="34007"/>
                    <a:pt x="12674" y="34007"/>
                  </a:cubicBezTo>
                  <a:cubicBezTo>
                    <a:pt x="12584" y="34241"/>
                    <a:pt x="12656" y="34511"/>
                    <a:pt x="12872" y="34637"/>
                  </a:cubicBezTo>
                  <a:cubicBezTo>
                    <a:pt x="12962" y="34691"/>
                    <a:pt x="13052" y="34709"/>
                    <a:pt x="13142" y="34709"/>
                  </a:cubicBezTo>
                  <a:cubicBezTo>
                    <a:pt x="13286" y="34709"/>
                    <a:pt x="13430" y="34637"/>
                    <a:pt x="13520" y="34529"/>
                  </a:cubicBezTo>
                  <a:cubicBezTo>
                    <a:pt x="23206" y="22953"/>
                    <a:pt x="23206" y="22953"/>
                    <a:pt x="23206" y="22953"/>
                  </a:cubicBezTo>
                  <a:lnTo>
                    <a:pt x="29866" y="22953"/>
                  </a:lnTo>
                  <a:cubicBezTo>
                    <a:pt x="30226" y="22953"/>
                    <a:pt x="30551" y="22917"/>
                    <a:pt x="30875" y="22845"/>
                  </a:cubicBezTo>
                  <a:cubicBezTo>
                    <a:pt x="33017" y="22377"/>
                    <a:pt x="34511" y="20487"/>
                    <a:pt x="34511" y="18219"/>
                  </a:cubicBezTo>
                  <a:cubicBezTo>
                    <a:pt x="34511" y="16977"/>
                    <a:pt x="34025" y="15788"/>
                    <a:pt x="33161" y="14888"/>
                  </a:cubicBezTo>
                  <a:cubicBezTo>
                    <a:pt x="32333" y="14042"/>
                    <a:pt x="31235" y="13538"/>
                    <a:pt x="30082" y="13484"/>
                  </a:cubicBezTo>
                  <a:cubicBezTo>
                    <a:pt x="29920" y="11720"/>
                    <a:pt x="29398" y="10280"/>
                    <a:pt x="28516" y="9218"/>
                  </a:cubicBezTo>
                  <a:cubicBezTo>
                    <a:pt x="27616" y="8138"/>
                    <a:pt x="26374" y="7489"/>
                    <a:pt x="24844" y="7273"/>
                  </a:cubicBezTo>
                  <a:cubicBezTo>
                    <a:pt x="24592" y="5347"/>
                    <a:pt x="23692" y="3565"/>
                    <a:pt x="22305" y="2233"/>
                  </a:cubicBezTo>
                  <a:cubicBezTo>
                    <a:pt x="20811" y="793"/>
                    <a:pt x="18867" y="0"/>
                    <a:pt x="168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5" name="Google Shape;875;p51"/>
          <p:cNvSpPr txBox="1"/>
          <p:nvPr>
            <p:ph idx="1" type="body"/>
          </p:nvPr>
        </p:nvSpPr>
        <p:spPr>
          <a:xfrm>
            <a:off x="539975" y="1080000"/>
            <a:ext cx="8064000" cy="396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Use one of the following icons for the </a:t>
            </a:r>
            <a:r>
              <a:rPr lang="en-GB" u="sng">
                <a:solidFill>
                  <a:schemeClr val="hlink"/>
                </a:solidFill>
                <a:latin typeface="Montserrat Medium"/>
                <a:ea typeface="Montserrat Medium"/>
                <a:cs typeface="Montserrat Medium"/>
                <a:sym typeface="Montserrat Medium"/>
                <a:hlinkClick action="ppaction://hlinksldjump" r:id="rId3"/>
              </a:rPr>
              <a:t>status report slide</a:t>
            </a:r>
            <a:r>
              <a:rPr lang="en-GB"/>
              <a:t>. </a:t>
            </a:r>
            <a:br>
              <a:rPr lang="en-GB"/>
            </a:br>
            <a:r>
              <a:rPr lang="en-GB"/>
              <a:t>Remember that you can find more icons in our icon library.</a:t>
            </a:r>
            <a:r>
              <a:rPr lang="en-GB"/>
              <a:t> </a:t>
            </a:r>
            <a:endParaRPr/>
          </a:p>
        </p:txBody>
      </p:sp>
      <p:sp>
        <p:nvSpPr>
          <p:cNvPr id="876" name="Google Shape;876;p51"/>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Project status</a:t>
            </a:r>
            <a:endParaRPr/>
          </a:p>
        </p:txBody>
      </p:sp>
      <p:sp>
        <p:nvSpPr>
          <p:cNvPr id="877" name="Google Shape;877;p51"/>
          <p:cNvSpPr/>
          <p:nvPr/>
        </p:nvSpPr>
        <p:spPr>
          <a:xfrm>
            <a:off x="1401350" y="1720575"/>
            <a:ext cx="1446600" cy="3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Project on track</a:t>
            </a:r>
            <a:endParaRPr sz="800">
              <a:solidFill>
                <a:schemeClr val="dk1"/>
              </a:solidFill>
              <a:latin typeface="Montserrat"/>
              <a:ea typeface="Montserrat"/>
              <a:cs typeface="Montserrat"/>
              <a:sym typeface="Montserrat"/>
            </a:endParaRPr>
          </a:p>
        </p:txBody>
      </p:sp>
      <p:sp>
        <p:nvSpPr>
          <p:cNvPr id="878" name="Google Shape;878;p51"/>
          <p:cNvSpPr/>
          <p:nvPr/>
        </p:nvSpPr>
        <p:spPr>
          <a:xfrm>
            <a:off x="1401350" y="2338913"/>
            <a:ext cx="1446600" cy="3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Project at risk</a:t>
            </a:r>
            <a:endParaRPr sz="800">
              <a:solidFill>
                <a:schemeClr val="dk1"/>
              </a:solidFill>
              <a:latin typeface="Montserrat"/>
              <a:ea typeface="Montserrat"/>
              <a:cs typeface="Montserrat"/>
              <a:sym typeface="Montserrat"/>
            </a:endParaRPr>
          </a:p>
        </p:txBody>
      </p:sp>
      <p:sp>
        <p:nvSpPr>
          <p:cNvPr id="879" name="Google Shape;879;p51"/>
          <p:cNvSpPr/>
          <p:nvPr/>
        </p:nvSpPr>
        <p:spPr>
          <a:xfrm>
            <a:off x="1401350" y="2957263"/>
            <a:ext cx="1446600" cy="3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Behind schedule</a:t>
            </a:r>
            <a:endParaRPr sz="800">
              <a:solidFill>
                <a:schemeClr val="dk1"/>
              </a:solidFill>
              <a:latin typeface="Montserrat"/>
              <a:ea typeface="Montserrat"/>
              <a:cs typeface="Montserrat"/>
              <a:sym typeface="Montserrat"/>
            </a:endParaRPr>
          </a:p>
        </p:txBody>
      </p:sp>
      <p:sp>
        <p:nvSpPr>
          <p:cNvPr id="880" name="Google Shape;880;p51"/>
          <p:cNvSpPr/>
          <p:nvPr/>
        </p:nvSpPr>
        <p:spPr>
          <a:xfrm>
            <a:off x="1401350" y="3575613"/>
            <a:ext cx="1446600" cy="3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Project in jeopardy</a:t>
            </a:r>
            <a:endParaRPr sz="800">
              <a:solidFill>
                <a:schemeClr val="dk1"/>
              </a:solidFill>
              <a:latin typeface="Montserrat"/>
              <a:ea typeface="Montserrat"/>
              <a:cs typeface="Montserrat"/>
              <a:sym typeface="Montserrat"/>
            </a:endParaRPr>
          </a:p>
        </p:txBody>
      </p:sp>
      <p:sp>
        <p:nvSpPr>
          <p:cNvPr id="881" name="Google Shape;881;p51"/>
          <p:cNvSpPr/>
          <p:nvPr/>
        </p:nvSpPr>
        <p:spPr>
          <a:xfrm>
            <a:off x="1401350" y="4193963"/>
            <a:ext cx="1446600" cy="3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Critical</a:t>
            </a:r>
            <a:r>
              <a:rPr lang="en-GB" sz="800">
                <a:solidFill>
                  <a:schemeClr val="dk1"/>
                </a:solidFill>
                <a:latin typeface="Montserrat"/>
                <a:ea typeface="Montserrat"/>
                <a:cs typeface="Montserrat"/>
                <a:sym typeface="Montserrat"/>
              </a:rPr>
              <a:t> status</a:t>
            </a:r>
            <a:endParaRPr sz="80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52"/>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CV template</a:t>
            </a:r>
            <a:endParaRPr/>
          </a:p>
        </p:txBody>
      </p:sp>
      <p:sp>
        <p:nvSpPr>
          <p:cNvPr id="887" name="Google Shape;887;p52"/>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solidFill>
                  <a:schemeClr val="dk1"/>
                </a:solidFill>
              </a:rPr>
              <a:t>Two versions of the template are provided:</a:t>
            </a:r>
            <a:endParaRPr sz="1100">
              <a:solidFill>
                <a:schemeClr val="dk1"/>
              </a:solidFill>
            </a:endParaRPr>
          </a:p>
          <a:p>
            <a:pPr indent="-159850" lvl="0" marL="180000" rtl="0" algn="l">
              <a:spcBef>
                <a:spcPts val="300"/>
              </a:spcBef>
              <a:spcAft>
                <a:spcPts val="0"/>
              </a:spcAft>
              <a:buSzPts val="1100"/>
              <a:buFont typeface="Montserrat Medium"/>
              <a:buAutoNum type="arabicPeriod"/>
            </a:pPr>
            <a:r>
              <a:rPr lang="en-GB" sz="1100">
                <a:solidFill>
                  <a:schemeClr val="dk1"/>
                </a:solidFill>
                <a:latin typeface="Montserrat Medium"/>
                <a:ea typeface="Montserrat Medium"/>
                <a:cs typeface="Montserrat Medium"/>
                <a:sym typeface="Montserrat Medium"/>
              </a:rPr>
              <a:t>With Devoteam logo: </a:t>
            </a:r>
            <a:r>
              <a:rPr lang="en-GB" sz="1100">
                <a:solidFill>
                  <a:schemeClr val="dk1"/>
                </a:solidFill>
              </a:rPr>
              <a:t>Use this version primarily when the CV is shared independently.</a:t>
            </a:r>
            <a:endParaRPr sz="1100">
              <a:solidFill>
                <a:schemeClr val="dk1"/>
              </a:solidFill>
            </a:endParaRPr>
          </a:p>
          <a:p>
            <a:pPr indent="-159850" lvl="0" marL="180000" rtl="0" algn="l">
              <a:spcBef>
                <a:spcPts val="300"/>
              </a:spcBef>
              <a:spcAft>
                <a:spcPts val="0"/>
              </a:spcAft>
              <a:buSzPts val="1100"/>
              <a:buFont typeface="Montserrat Medium"/>
              <a:buAutoNum type="arabicPeriod"/>
            </a:pPr>
            <a:r>
              <a:rPr lang="en-GB" sz="1100">
                <a:solidFill>
                  <a:schemeClr val="dk1"/>
                </a:solidFill>
                <a:latin typeface="Montserrat Medium"/>
                <a:ea typeface="Montserrat Medium"/>
                <a:cs typeface="Montserrat Medium"/>
                <a:sym typeface="Montserrat Medium"/>
              </a:rPr>
              <a:t>Without Devoteam logo: </a:t>
            </a:r>
            <a:r>
              <a:rPr lang="en-GB" sz="1100">
                <a:solidFill>
                  <a:schemeClr val="dk1"/>
                </a:solidFill>
              </a:rPr>
              <a:t>Use this version when including the CV within a presentation.</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53"/>
          <p:cNvSpPr txBox="1"/>
          <p:nvPr>
            <p:ph idx="1" type="subTitle"/>
          </p:nvPr>
        </p:nvSpPr>
        <p:spPr>
          <a:xfrm>
            <a:off x="3010029" y="360000"/>
            <a:ext cx="5593800" cy="17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Key achievements</a:t>
            </a:r>
            <a:endParaRPr/>
          </a:p>
        </p:txBody>
      </p:sp>
      <p:sp>
        <p:nvSpPr>
          <p:cNvPr id="893" name="Google Shape;893;p53"/>
          <p:cNvSpPr txBox="1"/>
          <p:nvPr>
            <p:ph idx="2" type="body"/>
          </p:nvPr>
        </p:nvSpPr>
        <p:spPr>
          <a:xfrm>
            <a:off x="3008040" y="617650"/>
            <a:ext cx="5593800" cy="1022400"/>
          </a:xfrm>
          <a:prstGeom prst="rect">
            <a:avLst/>
          </a:prstGeom>
        </p:spPr>
        <p:txBody>
          <a:bodyPr anchorCtr="0" anchor="t" bIns="0" lIns="0" spcFirstLastPara="1" rIns="0" wrap="square" tIns="0">
            <a:noAutofit/>
          </a:bodyPr>
          <a:lstStyle/>
          <a:p>
            <a:pPr indent="-147150" lvl="0" marL="135000" rtl="0" algn="l">
              <a:spcBef>
                <a:spcPts val="0"/>
              </a:spcBef>
              <a:spcAft>
                <a:spcPts val="0"/>
              </a:spcAft>
              <a:buSzPts val="900"/>
              <a:buChar char="●"/>
            </a:pPr>
            <a:r>
              <a:rPr lang="en-GB"/>
              <a:t>Item 1</a:t>
            </a:r>
            <a:endParaRPr/>
          </a:p>
          <a:p>
            <a:pPr indent="-147150" lvl="0" marL="135000" rtl="0" algn="l">
              <a:spcBef>
                <a:spcPts val="0"/>
              </a:spcBef>
              <a:spcAft>
                <a:spcPts val="0"/>
              </a:spcAft>
              <a:buSzPts val="900"/>
              <a:buChar char="●"/>
            </a:pPr>
            <a:r>
              <a:rPr lang="en-GB"/>
              <a:t>Item 2</a:t>
            </a:r>
            <a:endParaRPr/>
          </a:p>
          <a:p>
            <a:pPr indent="-147150" lvl="0" marL="135000" rtl="0" algn="l">
              <a:spcBef>
                <a:spcPts val="0"/>
              </a:spcBef>
              <a:spcAft>
                <a:spcPts val="0"/>
              </a:spcAft>
              <a:buSzPts val="900"/>
              <a:buChar char="●"/>
            </a:pPr>
            <a:r>
              <a:rPr lang="en-GB"/>
              <a:t>Item 3</a:t>
            </a:r>
            <a:endParaRPr/>
          </a:p>
          <a:p>
            <a:pPr indent="-147150" lvl="0" marL="135000" rtl="0" algn="l">
              <a:spcBef>
                <a:spcPts val="0"/>
              </a:spcBef>
              <a:spcAft>
                <a:spcPts val="0"/>
              </a:spcAft>
              <a:buSzPts val="900"/>
              <a:buChar char="●"/>
            </a:pPr>
            <a:r>
              <a:rPr lang="en-GB"/>
              <a:t>Item 4</a:t>
            </a:r>
            <a:endParaRPr/>
          </a:p>
          <a:p>
            <a:pPr indent="-147150" lvl="0" marL="135000" rtl="0" algn="l">
              <a:spcBef>
                <a:spcPts val="0"/>
              </a:spcBef>
              <a:spcAft>
                <a:spcPts val="0"/>
              </a:spcAft>
              <a:buSzPts val="900"/>
              <a:buChar char="●"/>
            </a:pPr>
            <a:r>
              <a:rPr lang="en-GB"/>
              <a:t>Item 5</a:t>
            </a:r>
            <a:endParaRPr/>
          </a:p>
          <a:p>
            <a:pPr indent="-147150" lvl="0" marL="135000" rtl="0" algn="l">
              <a:spcBef>
                <a:spcPts val="0"/>
              </a:spcBef>
              <a:spcAft>
                <a:spcPts val="0"/>
              </a:spcAft>
              <a:buSzPts val="900"/>
              <a:buChar char="●"/>
            </a:pPr>
            <a:r>
              <a:rPr lang="en-GB"/>
              <a:t>Item 6</a:t>
            </a:r>
            <a:endParaRPr/>
          </a:p>
        </p:txBody>
      </p:sp>
      <p:sp>
        <p:nvSpPr>
          <p:cNvPr id="894" name="Google Shape;894;p53"/>
          <p:cNvSpPr txBox="1"/>
          <p:nvPr>
            <p:ph idx="3" type="subTitle"/>
          </p:nvPr>
        </p:nvSpPr>
        <p:spPr>
          <a:xfrm>
            <a:off x="540000" y="1751775"/>
            <a:ext cx="1890000" cy="402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Name </a:t>
            </a:r>
            <a:br>
              <a:rPr lang="en-GB"/>
            </a:br>
            <a:r>
              <a:rPr lang="en-GB"/>
              <a:t>Surname</a:t>
            </a:r>
            <a:endParaRPr/>
          </a:p>
        </p:txBody>
      </p:sp>
      <p:sp>
        <p:nvSpPr>
          <p:cNvPr id="895" name="Google Shape;895;p53"/>
          <p:cNvSpPr/>
          <p:nvPr>
            <p:ph idx="4" type="pic"/>
          </p:nvPr>
        </p:nvSpPr>
        <p:spPr>
          <a:xfrm>
            <a:off x="540000" y="369350"/>
            <a:ext cx="1213200" cy="1213200"/>
          </a:xfrm>
          <a:prstGeom prst="rect">
            <a:avLst/>
          </a:prstGeom>
        </p:spPr>
      </p:sp>
      <p:sp>
        <p:nvSpPr>
          <p:cNvPr id="896" name="Google Shape;896;p53"/>
          <p:cNvSpPr txBox="1"/>
          <p:nvPr>
            <p:ph idx="5" type="subTitle"/>
          </p:nvPr>
        </p:nvSpPr>
        <p:spPr>
          <a:xfrm>
            <a:off x="540000" y="2228925"/>
            <a:ext cx="1890000" cy="12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Job title</a:t>
            </a:r>
            <a:endParaRPr/>
          </a:p>
        </p:txBody>
      </p:sp>
      <p:sp>
        <p:nvSpPr>
          <p:cNvPr id="897" name="Google Shape;897;p53"/>
          <p:cNvSpPr txBox="1"/>
          <p:nvPr>
            <p:ph idx="6" type="body"/>
          </p:nvPr>
        </p:nvSpPr>
        <p:spPr>
          <a:xfrm>
            <a:off x="540000" y="2502475"/>
            <a:ext cx="1890000" cy="169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98" name="Google Shape;898;p53"/>
          <p:cNvSpPr txBox="1"/>
          <p:nvPr>
            <p:ph idx="7" type="subTitle"/>
          </p:nvPr>
        </p:nvSpPr>
        <p:spPr>
          <a:xfrm>
            <a:off x="3009034" y="3267225"/>
            <a:ext cx="5593800" cy="17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Main skills</a:t>
            </a:r>
            <a:endParaRPr/>
          </a:p>
        </p:txBody>
      </p:sp>
      <p:sp>
        <p:nvSpPr>
          <p:cNvPr id="899" name="Google Shape;899;p53"/>
          <p:cNvSpPr txBox="1"/>
          <p:nvPr>
            <p:ph idx="8" type="body"/>
          </p:nvPr>
        </p:nvSpPr>
        <p:spPr>
          <a:xfrm>
            <a:off x="3007045" y="3524875"/>
            <a:ext cx="5593800" cy="1022400"/>
          </a:xfrm>
          <a:prstGeom prst="rect">
            <a:avLst/>
          </a:prstGeom>
        </p:spPr>
        <p:txBody>
          <a:bodyPr anchorCtr="0" anchor="t" bIns="0" lIns="0" spcFirstLastPara="1" rIns="0" wrap="square" tIns="0">
            <a:noAutofit/>
          </a:bodyPr>
          <a:lstStyle/>
          <a:p>
            <a:pPr indent="-147150" lvl="0" marL="135000" rtl="0" algn="l">
              <a:spcBef>
                <a:spcPts val="0"/>
              </a:spcBef>
              <a:spcAft>
                <a:spcPts val="0"/>
              </a:spcAft>
              <a:buSzPts val="900"/>
              <a:buChar char="●"/>
            </a:pPr>
            <a:r>
              <a:rPr lang="en-GB"/>
              <a:t>Item 1</a:t>
            </a:r>
            <a:endParaRPr/>
          </a:p>
          <a:p>
            <a:pPr indent="-147150" lvl="0" marL="135000" rtl="0" algn="l">
              <a:spcBef>
                <a:spcPts val="0"/>
              </a:spcBef>
              <a:spcAft>
                <a:spcPts val="0"/>
              </a:spcAft>
              <a:buSzPts val="900"/>
              <a:buChar char="●"/>
            </a:pPr>
            <a:r>
              <a:rPr lang="en-GB"/>
              <a:t>Item 2</a:t>
            </a:r>
            <a:endParaRPr/>
          </a:p>
          <a:p>
            <a:pPr indent="-147150" lvl="0" marL="135000" rtl="0" algn="l">
              <a:spcBef>
                <a:spcPts val="0"/>
              </a:spcBef>
              <a:spcAft>
                <a:spcPts val="0"/>
              </a:spcAft>
              <a:buSzPts val="900"/>
              <a:buChar char="●"/>
            </a:pPr>
            <a:r>
              <a:rPr lang="en-GB"/>
              <a:t>Item 3</a:t>
            </a:r>
            <a:endParaRPr/>
          </a:p>
          <a:p>
            <a:pPr indent="-147150" lvl="0" marL="135000" rtl="0" algn="l">
              <a:spcBef>
                <a:spcPts val="0"/>
              </a:spcBef>
              <a:spcAft>
                <a:spcPts val="0"/>
              </a:spcAft>
              <a:buSzPts val="900"/>
              <a:buChar char="●"/>
            </a:pPr>
            <a:r>
              <a:rPr lang="en-GB"/>
              <a:t>Item 4</a:t>
            </a:r>
            <a:endParaRPr/>
          </a:p>
          <a:p>
            <a:pPr indent="-147150" lvl="0" marL="135000" rtl="0" algn="l">
              <a:spcBef>
                <a:spcPts val="0"/>
              </a:spcBef>
              <a:spcAft>
                <a:spcPts val="0"/>
              </a:spcAft>
              <a:buSzPts val="900"/>
              <a:buChar char="●"/>
            </a:pPr>
            <a:r>
              <a:rPr lang="en-GB"/>
              <a:t>Item 5</a:t>
            </a:r>
            <a:endParaRPr/>
          </a:p>
          <a:p>
            <a:pPr indent="-147150" lvl="0" marL="135000" rtl="0" algn="l">
              <a:spcBef>
                <a:spcPts val="0"/>
              </a:spcBef>
              <a:spcAft>
                <a:spcPts val="0"/>
              </a:spcAft>
              <a:buSzPts val="900"/>
              <a:buChar char="●"/>
            </a:pPr>
            <a:r>
              <a:rPr lang="en-GB"/>
              <a:t>Item 6</a:t>
            </a:r>
            <a:endParaRPr/>
          </a:p>
        </p:txBody>
      </p:sp>
      <p:sp>
        <p:nvSpPr>
          <p:cNvPr id="900" name="Google Shape;900;p53"/>
          <p:cNvSpPr txBox="1"/>
          <p:nvPr>
            <p:ph idx="9" type="subTitle"/>
          </p:nvPr>
        </p:nvSpPr>
        <p:spPr>
          <a:xfrm>
            <a:off x="3008040" y="1820625"/>
            <a:ext cx="5593800" cy="17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Courses</a:t>
            </a:r>
            <a:endParaRPr/>
          </a:p>
        </p:txBody>
      </p:sp>
      <p:sp>
        <p:nvSpPr>
          <p:cNvPr id="901" name="Google Shape;901;p53"/>
          <p:cNvSpPr txBox="1"/>
          <p:nvPr>
            <p:ph idx="13" type="body"/>
          </p:nvPr>
        </p:nvSpPr>
        <p:spPr>
          <a:xfrm>
            <a:off x="3006050" y="2078275"/>
            <a:ext cx="5593800" cy="1022400"/>
          </a:xfrm>
          <a:prstGeom prst="rect">
            <a:avLst/>
          </a:prstGeom>
        </p:spPr>
        <p:txBody>
          <a:bodyPr anchorCtr="0" anchor="t" bIns="0" lIns="0" spcFirstLastPara="1" rIns="0" wrap="square" tIns="0">
            <a:noAutofit/>
          </a:bodyPr>
          <a:lstStyle/>
          <a:p>
            <a:pPr indent="-147150" lvl="0" marL="135000" rtl="0" algn="l">
              <a:spcBef>
                <a:spcPts val="0"/>
              </a:spcBef>
              <a:spcAft>
                <a:spcPts val="0"/>
              </a:spcAft>
              <a:buSzPts val="900"/>
              <a:buChar char="●"/>
            </a:pPr>
            <a:r>
              <a:rPr lang="en-GB"/>
              <a:t>Item 1</a:t>
            </a:r>
            <a:endParaRPr/>
          </a:p>
          <a:p>
            <a:pPr indent="-147150" lvl="0" marL="135000" rtl="0" algn="l">
              <a:spcBef>
                <a:spcPts val="0"/>
              </a:spcBef>
              <a:spcAft>
                <a:spcPts val="0"/>
              </a:spcAft>
              <a:buSzPts val="900"/>
              <a:buChar char="●"/>
            </a:pPr>
            <a:r>
              <a:rPr lang="en-GB"/>
              <a:t>Item 2</a:t>
            </a:r>
            <a:endParaRPr/>
          </a:p>
          <a:p>
            <a:pPr indent="-147150" lvl="0" marL="135000" rtl="0" algn="l">
              <a:spcBef>
                <a:spcPts val="0"/>
              </a:spcBef>
              <a:spcAft>
                <a:spcPts val="0"/>
              </a:spcAft>
              <a:buSzPts val="900"/>
              <a:buChar char="●"/>
            </a:pPr>
            <a:r>
              <a:rPr lang="en-GB"/>
              <a:t>Item 3</a:t>
            </a:r>
            <a:endParaRPr/>
          </a:p>
          <a:p>
            <a:pPr indent="-147150" lvl="0" marL="135000" rtl="0" algn="l">
              <a:spcBef>
                <a:spcPts val="0"/>
              </a:spcBef>
              <a:spcAft>
                <a:spcPts val="0"/>
              </a:spcAft>
              <a:buSzPts val="900"/>
              <a:buChar char="●"/>
            </a:pPr>
            <a:r>
              <a:rPr lang="en-GB"/>
              <a:t>Item 4</a:t>
            </a:r>
            <a:endParaRPr/>
          </a:p>
          <a:p>
            <a:pPr indent="-147150" lvl="0" marL="135000" rtl="0" algn="l">
              <a:spcBef>
                <a:spcPts val="0"/>
              </a:spcBef>
              <a:spcAft>
                <a:spcPts val="0"/>
              </a:spcAft>
              <a:buSzPts val="900"/>
              <a:buChar char="●"/>
            </a:pPr>
            <a:r>
              <a:rPr lang="en-GB"/>
              <a:t>Item 5</a:t>
            </a:r>
            <a:endParaRPr/>
          </a:p>
          <a:p>
            <a:pPr indent="-147150" lvl="0" marL="135000" rtl="0" algn="l">
              <a:spcBef>
                <a:spcPts val="0"/>
              </a:spcBef>
              <a:spcAft>
                <a:spcPts val="0"/>
              </a:spcAft>
              <a:buSzPts val="900"/>
              <a:buChar char="●"/>
            </a:pPr>
            <a:r>
              <a:rPr lang="en-GB"/>
              <a:t>Item 6</a:t>
            </a:r>
            <a:endParaRPr/>
          </a:p>
        </p:txBody>
      </p:sp>
      <p:sp>
        <p:nvSpPr>
          <p:cNvPr id="902" name="Google Shape;902;p53"/>
          <p:cNvSpPr txBox="1"/>
          <p:nvPr>
            <p:ph idx="14" type="subTitle"/>
          </p:nvPr>
        </p:nvSpPr>
        <p:spPr>
          <a:xfrm>
            <a:off x="540000" y="4334175"/>
            <a:ext cx="1890000" cy="213000"/>
          </a:xfrm>
          <a:prstGeom prst="rect">
            <a:avLst/>
          </a:prstGeom>
        </p:spPr>
        <p:txBody>
          <a:bodyPr anchorCtr="0" anchor="ctr" bIns="91425" lIns="91425" spcFirstLastPara="1" rIns="91425" wrap="square" tIns="90000">
            <a:noAutofit/>
          </a:bodyPr>
          <a:lstStyle/>
          <a:p>
            <a:pPr indent="0" lvl="0" marL="0" rtl="0" algn="l">
              <a:spcBef>
                <a:spcPts val="0"/>
              </a:spcBef>
              <a:spcAft>
                <a:spcPts val="0"/>
              </a:spcAft>
              <a:buNone/>
            </a:pPr>
            <a:r>
              <a:rPr lang="en-GB"/>
              <a:t>Experience in years: XX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54"/>
          <p:cNvSpPr txBox="1"/>
          <p:nvPr>
            <p:ph idx="1" type="subTitle"/>
          </p:nvPr>
        </p:nvSpPr>
        <p:spPr>
          <a:xfrm>
            <a:off x="540000" y="1751775"/>
            <a:ext cx="1890000" cy="402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Name </a:t>
            </a:r>
            <a:br>
              <a:rPr lang="en-GB"/>
            </a:br>
            <a:r>
              <a:rPr lang="en-GB"/>
              <a:t>Surname</a:t>
            </a:r>
            <a:endParaRPr/>
          </a:p>
        </p:txBody>
      </p:sp>
      <p:sp>
        <p:nvSpPr>
          <p:cNvPr id="908" name="Google Shape;908;p54"/>
          <p:cNvSpPr/>
          <p:nvPr>
            <p:ph idx="2" type="pic"/>
          </p:nvPr>
        </p:nvSpPr>
        <p:spPr>
          <a:xfrm>
            <a:off x="540000" y="369350"/>
            <a:ext cx="1213200" cy="1213200"/>
          </a:xfrm>
          <a:prstGeom prst="rect">
            <a:avLst/>
          </a:prstGeom>
        </p:spPr>
      </p:sp>
      <p:sp>
        <p:nvSpPr>
          <p:cNvPr id="909" name="Google Shape;909;p54"/>
          <p:cNvSpPr txBox="1"/>
          <p:nvPr>
            <p:ph idx="3" type="subTitle"/>
          </p:nvPr>
        </p:nvSpPr>
        <p:spPr>
          <a:xfrm>
            <a:off x="540000" y="2228925"/>
            <a:ext cx="1890000" cy="12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Job title</a:t>
            </a:r>
            <a:endParaRPr/>
          </a:p>
        </p:txBody>
      </p:sp>
      <p:sp>
        <p:nvSpPr>
          <p:cNvPr id="910" name="Google Shape;910;p54"/>
          <p:cNvSpPr txBox="1"/>
          <p:nvPr>
            <p:ph idx="4" type="body"/>
          </p:nvPr>
        </p:nvSpPr>
        <p:spPr>
          <a:xfrm>
            <a:off x="540000" y="2502475"/>
            <a:ext cx="1890000" cy="169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1" name="Google Shape;911;p54"/>
          <p:cNvSpPr txBox="1"/>
          <p:nvPr>
            <p:ph idx="5" type="subTitle"/>
          </p:nvPr>
        </p:nvSpPr>
        <p:spPr>
          <a:xfrm>
            <a:off x="540000" y="4334175"/>
            <a:ext cx="1890000" cy="213000"/>
          </a:xfrm>
          <a:prstGeom prst="rect">
            <a:avLst/>
          </a:prstGeom>
        </p:spPr>
        <p:txBody>
          <a:bodyPr anchorCtr="0" anchor="ctr" bIns="91425" lIns="91425" spcFirstLastPara="1" rIns="91425" wrap="square" tIns="90000">
            <a:noAutofit/>
          </a:bodyPr>
          <a:lstStyle/>
          <a:p>
            <a:pPr indent="0" lvl="0" marL="0" rtl="0" algn="l">
              <a:spcBef>
                <a:spcPts val="0"/>
              </a:spcBef>
              <a:spcAft>
                <a:spcPts val="0"/>
              </a:spcAft>
              <a:buNone/>
            </a:pPr>
            <a:r>
              <a:rPr lang="en-GB"/>
              <a:t>Experience in years: XX</a:t>
            </a:r>
            <a:endParaRPr/>
          </a:p>
        </p:txBody>
      </p:sp>
      <p:sp>
        <p:nvSpPr>
          <p:cNvPr id="912" name="Google Shape;912;p54"/>
          <p:cNvSpPr txBox="1"/>
          <p:nvPr>
            <p:ph idx="6" type="subTitle"/>
          </p:nvPr>
        </p:nvSpPr>
        <p:spPr>
          <a:xfrm>
            <a:off x="3010029" y="360000"/>
            <a:ext cx="5593800" cy="17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Key achievements</a:t>
            </a:r>
            <a:endParaRPr/>
          </a:p>
          <a:p>
            <a:pPr indent="0" lvl="0" marL="0" rtl="0" algn="l">
              <a:spcBef>
                <a:spcPts val="0"/>
              </a:spcBef>
              <a:spcAft>
                <a:spcPts val="0"/>
              </a:spcAft>
              <a:buNone/>
            </a:pPr>
            <a:r>
              <a:t/>
            </a:r>
            <a:endParaRPr/>
          </a:p>
        </p:txBody>
      </p:sp>
      <p:sp>
        <p:nvSpPr>
          <p:cNvPr id="913" name="Google Shape;913;p54"/>
          <p:cNvSpPr txBox="1"/>
          <p:nvPr>
            <p:ph idx="7" type="body"/>
          </p:nvPr>
        </p:nvSpPr>
        <p:spPr>
          <a:xfrm>
            <a:off x="3008040" y="617650"/>
            <a:ext cx="5593800" cy="1022400"/>
          </a:xfrm>
          <a:prstGeom prst="rect">
            <a:avLst/>
          </a:prstGeom>
        </p:spPr>
        <p:txBody>
          <a:bodyPr anchorCtr="0" anchor="t" bIns="0" lIns="0" spcFirstLastPara="1" rIns="0" wrap="square" tIns="0">
            <a:noAutofit/>
          </a:bodyPr>
          <a:lstStyle/>
          <a:p>
            <a:pPr indent="-147150" lvl="0" marL="135000" rtl="0" algn="l">
              <a:spcBef>
                <a:spcPts val="0"/>
              </a:spcBef>
              <a:spcAft>
                <a:spcPts val="0"/>
              </a:spcAft>
              <a:buSzPts val="900"/>
              <a:buChar char="●"/>
            </a:pPr>
            <a:r>
              <a:rPr lang="en-GB"/>
              <a:t>Item 1</a:t>
            </a:r>
            <a:endParaRPr/>
          </a:p>
          <a:p>
            <a:pPr indent="-147150" lvl="0" marL="135000" rtl="0" algn="l">
              <a:spcBef>
                <a:spcPts val="0"/>
              </a:spcBef>
              <a:spcAft>
                <a:spcPts val="0"/>
              </a:spcAft>
              <a:buSzPts val="900"/>
              <a:buChar char="●"/>
            </a:pPr>
            <a:r>
              <a:rPr lang="en-GB"/>
              <a:t>Item 2</a:t>
            </a:r>
            <a:endParaRPr/>
          </a:p>
          <a:p>
            <a:pPr indent="-147150" lvl="0" marL="135000" rtl="0" algn="l">
              <a:spcBef>
                <a:spcPts val="0"/>
              </a:spcBef>
              <a:spcAft>
                <a:spcPts val="0"/>
              </a:spcAft>
              <a:buSzPts val="900"/>
              <a:buChar char="●"/>
            </a:pPr>
            <a:r>
              <a:rPr lang="en-GB"/>
              <a:t>Item 3</a:t>
            </a:r>
            <a:endParaRPr/>
          </a:p>
          <a:p>
            <a:pPr indent="-147150" lvl="0" marL="135000" rtl="0" algn="l">
              <a:spcBef>
                <a:spcPts val="0"/>
              </a:spcBef>
              <a:spcAft>
                <a:spcPts val="0"/>
              </a:spcAft>
              <a:buSzPts val="900"/>
              <a:buChar char="●"/>
            </a:pPr>
            <a:r>
              <a:rPr lang="en-GB"/>
              <a:t>Item 4</a:t>
            </a:r>
            <a:endParaRPr/>
          </a:p>
          <a:p>
            <a:pPr indent="-147150" lvl="0" marL="135000" rtl="0" algn="l">
              <a:spcBef>
                <a:spcPts val="0"/>
              </a:spcBef>
              <a:spcAft>
                <a:spcPts val="0"/>
              </a:spcAft>
              <a:buSzPts val="900"/>
              <a:buChar char="●"/>
            </a:pPr>
            <a:r>
              <a:rPr lang="en-GB"/>
              <a:t>Item 5</a:t>
            </a:r>
            <a:endParaRPr/>
          </a:p>
          <a:p>
            <a:pPr indent="-147150" lvl="0" marL="135000" rtl="0" algn="l">
              <a:spcBef>
                <a:spcPts val="0"/>
              </a:spcBef>
              <a:spcAft>
                <a:spcPts val="0"/>
              </a:spcAft>
              <a:buSzPts val="900"/>
              <a:buChar char="●"/>
            </a:pPr>
            <a:r>
              <a:rPr lang="en-GB"/>
              <a:t>Item 6</a:t>
            </a:r>
            <a:endParaRPr/>
          </a:p>
        </p:txBody>
      </p:sp>
      <p:sp>
        <p:nvSpPr>
          <p:cNvPr id="914" name="Google Shape;914;p54"/>
          <p:cNvSpPr txBox="1"/>
          <p:nvPr>
            <p:ph idx="8" type="subTitle"/>
          </p:nvPr>
        </p:nvSpPr>
        <p:spPr>
          <a:xfrm>
            <a:off x="3009034" y="3267225"/>
            <a:ext cx="5593800" cy="17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Main skills</a:t>
            </a:r>
            <a:endParaRPr/>
          </a:p>
        </p:txBody>
      </p:sp>
      <p:sp>
        <p:nvSpPr>
          <p:cNvPr id="915" name="Google Shape;915;p54"/>
          <p:cNvSpPr txBox="1"/>
          <p:nvPr>
            <p:ph idx="9" type="body"/>
          </p:nvPr>
        </p:nvSpPr>
        <p:spPr>
          <a:xfrm>
            <a:off x="3007045" y="3524875"/>
            <a:ext cx="5593800" cy="1022400"/>
          </a:xfrm>
          <a:prstGeom prst="rect">
            <a:avLst/>
          </a:prstGeom>
        </p:spPr>
        <p:txBody>
          <a:bodyPr anchorCtr="0" anchor="t" bIns="0" lIns="0" spcFirstLastPara="1" rIns="0" wrap="square" tIns="0">
            <a:noAutofit/>
          </a:bodyPr>
          <a:lstStyle/>
          <a:p>
            <a:pPr indent="-147150" lvl="0" marL="135000" rtl="0" algn="l">
              <a:spcBef>
                <a:spcPts val="0"/>
              </a:spcBef>
              <a:spcAft>
                <a:spcPts val="0"/>
              </a:spcAft>
              <a:buSzPts val="900"/>
              <a:buChar char="●"/>
            </a:pPr>
            <a:r>
              <a:rPr lang="en-GB"/>
              <a:t>Item 1</a:t>
            </a:r>
            <a:endParaRPr/>
          </a:p>
          <a:p>
            <a:pPr indent="-147150" lvl="0" marL="135000" rtl="0" algn="l">
              <a:spcBef>
                <a:spcPts val="0"/>
              </a:spcBef>
              <a:spcAft>
                <a:spcPts val="0"/>
              </a:spcAft>
              <a:buSzPts val="900"/>
              <a:buChar char="●"/>
            </a:pPr>
            <a:r>
              <a:rPr lang="en-GB"/>
              <a:t>Item 2</a:t>
            </a:r>
            <a:endParaRPr/>
          </a:p>
          <a:p>
            <a:pPr indent="-147150" lvl="0" marL="135000" rtl="0" algn="l">
              <a:spcBef>
                <a:spcPts val="0"/>
              </a:spcBef>
              <a:spcAft>
                <a:spcPts val="0"/>
              </a:spcAft>
              <a:buSzPts val="900"/>
              <a:buChar char="●"/>
            </a:pPr>
            <a:r>
              <a:rPr lang="en-GB"/>
              <a:t>Item 3</a:t>
            </a:r>
            <a:endParaRPr/>
          </a:p>
          <a:p>
            <a:pPr indent="-147150" lvl="0" marL="135000" rtl="0" algn="l">
              <a:spcBef>
                <a:spcPts val="0"/>
              </a:spcBef>
              <a:spcAft>
                <a:spcPts val="0"/>
              </a:spcAft>
              <a:buSzPts val="900"/>
              <a:buChar char="●"/>
            </a:pPr>
            <a:r>
              <a:rPr lang="en-GB"/>
              <a:t>Item 4</a:t>
            </a:r>
            <a:endParaRPr/>
          </a:p>
          <a:p>
            <a:pPr indent="-147150" lvl="0" marL="135000" rtl="0" algn="l">
              <a:spcBef>
                <a:spcPts val="0"/>
              </a:spcBef>
              <a:spcAft>
                <a:spcPts val="0"/>
              </a:spcAft>
              <a:buSzPts val="900"/>
              <a:buChar char="●"/>
            </a:pPr>
            <a:r>
              <a:rPr lang="en-GB"/>
              <a:t>Item 5</a:t>
            </a:r>
            <a:endParaRPr/>
          </a:p>
          <a:p>
            <a:pPr indent="-147150" lvl="0" marL="135000" rtl="0" algn="l">
              <a:spcBef>
                <a:spcPts val="0"/>
              </a:spcBef>
              <a:spcAft>
                <a:spcPts val="0"/>
              </a:spcAft>
              <a:buSzPts val="900"/>
              <a:buChar char="●"/>
            </a:pPr>
            <a:r>
              <a:rPr lang="en-GB"/>
              <a:t>Item 6</a:t>
            </a:r>
            <a:endParaRPr/>
          </a:p>
        </p:txBody>
      </p:sp>
      <p:sp>
        <p:nvSpPr>
          <p:cNvPr id="916" name="Google Shape;916;p54"/>
          <p:cNvSpPr txBox="1"/>
          <p:nvPr>
            <p:ph idx="13" type="subTitle"/>
          </p:nvPr>
        </p:nvSpPr>
        <p:spPr>
          <a:xfrm>
            <a:off x="3008040" y="1820625"/>
            <a:ext cx="5593800" cy="17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Courses</a:t>
            </a:r>
            <a:endParaRPr/>
          </a:p>
          <a:p>
            <a:pPr indent="0" lvl="0" marL="0" rtl="0" algn="l">
              <a:spcBef>
                <a:spcPts val="0"/>
              </a:spcBef>
              <a:spcAft>
                <a:spcPts val="0"/>
              </a:spcAft>
              <a:buNone/>
            </a:pPr>
            <a:r>
              <a:t/>
            </a:r>
            <a:endParaRPr/>
          </a:p>
        </p:txBody>
      </p:sp>
      <p:sp>
        <p:nvSpPr>
          <p:cNvPr id="917" name="Google Shape;917;p54"/>
          <p:cNvSpPr txBox="1"/>
          <p:nvPr>
            <p:ph idx="14" type="body"/>
          </p:nvPr>
        </p:nvSpPr>
        <p:spPr>
          <a:xfrm>
            <a:off x="3006050" y="2078275"/>
            <a:ext cx="5593800" cy="1022400"/>
          </a:xfrm>
          <a:prstGeom prst="rect">
            <a:avLst/>
          </a:prstGeom>
        </p:spPr>
        <p:txBody>
          <a:bodyPr anchorCtr="0" anchor="t" bIns="0" lIns="0" spcFirstLastPara="1" rIns="0" wrap="square" tIns="0">
            <a:noAutofit/>
          </a:bodyPr>
          <a:lstStyle/>
          <a:p>
            <a:pPr indent="-147150" lvl="0" marL="135000" rtl="0" algn="l">
              <a:spcBef>
                <a:spcPts val="0"/>
              </a:spcBef>
              <a:spcAft>
                <a:spcPts val="0"/>
              </a:spcAft>
              <a:buSzPts val="900"/>
              <a:buChar char="●"/>
            </a:pPr>
            <a:r>
              <a:rPr lang="en-GB"/>
              <a:t>Item 1</a:t>
            </a:r>
            <a:endParaRPr/>
          </a:p>
          <a:p>
            <a:pPr indent="-147150" lvl="0" marL="135000" rtl="0" algn="l">
              <a:spcBef>
                <a:spcPts val="0"/>
              </a:spcBef>
              <a:spcAft>
                <a:spcPts val="0"/>
              </a:spcAft>
              <a:buSzPts val="900"/>
              <a:buChar char="●"/>
            </a:pPr>
            <a:r>
              <a:rPr lang="en-GB"/>
              <a:t>Item 2</a:t>
            </a:r>
            <a:endParaRPr/>
          </a:p>
          <a:p>
            <a:pPr indent="-147150" lvl="0" marL="135000" rtl="0" algn="l">
              <a:spcBef>
                <a:spcPts val="0"/>
              </a:spcBef>
              <a:spcAft>
                <a:spcPts val="0"/>
              </a:spcAft>
              <a:buSzPts val="900"/>
              <a:buChar char="●"/>
            </a:pPr>
            <a:r>
              <a:rPr lang="en-GB"/>
              <a:t>Item 3</a:t>
            </a:r>
            <a:endParaRPr/>
          </a:p>
          <a:p>
            <a:pPr indent="-147150" lvl="0" marL="135000" rtl="0" algn="l">
              <a:spcBef>
                <a:spcPts val="0"/>
              </a:spcBef>
              <a:spcAft>
                <a:spcPts val="0"/>
              </a:spcAft>
              <a:buSzPts val="900"/>
              <a:buChar char="●"/>
            </a:pPr>
            <a:r>
              <a:rPr lang="en-GB"/>
              <a:t>Item 4</a:t>
            </a:r>
            <a:endParaRPr/>
          </a:p>
          <a:p>
            <a:pPr indent="-147150" lvl="0" marL="135000" rtl="0" algn="l">
              <a:spcBef>
                <a:spcPts val="0"/>
              </a:spcBef>
              <a:spcAft>
                <a:spcPts val="0"/>
              </a:spcAft>
              <a:buSzPts val="900"/>
              <a:buChar char="●"/>
            </a:pPr>
            <a:r>
              <a:rPr lang="en-GB"/>
              <a:t>Item 5</a:t>
            </a:r>
            <a:endParaRPr/>
          </a:p>
          <a:p>
            <a:pPr indent="-147150" lvl="0" marL="135000" rtl="0" algn="l">
              <a:spcBef>
                <a:spcPts val="0"/>
              </a:spcBef>
              <a:spcAft>
                <a:spcPts val="0"/>
              </a:spcAft>
              <a:buSzPts val="900"/>
              <a:buChar char="●"/>
            </a:pPr>
            <a:r>
              <a:rPr lang="en-GB"/>
              <a:t>Item 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55"/>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Success stories</a:t>
            </a:r>
            <a:endParaRPr/>
          </a:p>
        </p:txBody>
      </p:sp>
      <p:sp>
        <p:nvSpPr>
          <p:cNvPr id="923" name="Google Shape;923;p55"/>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Use the following slides for success stories. </a:t>
            </a:r>
            <a:endParaRPr/>
          </a:p>
          <a:p>
            <a:pPr indent="0" lvl="0" marL="0" rtl="0" algn="l">
              <a:spcBef>
                <a:spcPts val="0"/>
              </a:spcBef>
              <a:spcAft>
                <a:spcPts val="0"/>
              </a:spcAft>
              <a:buNone/>
            </a:pPr>
            <a:r>
              <a:rPr lang="en-GB"/>
              <a:t>Find a selection of assets to complete them (flags, sector icons, partner logos)</a:t>
            </a:r>
            <a:r>
              <a:rPr lang="en-GB"/>
              <a:t> </a:t>
            </a:r>
            <a:r>
              <a:rPr lang="en-GB" u="sng">
                <a:solidFill>
                  <a:schemeClr val="hlink"/>
                </a:solidFill>
                <a:hlinkClick action="ppaction://hlinksldjump" r:id="rId3"/>
              </a:rPr>
              <a:t>here</a:t>
            </a:r>
            <a:r>
              <a:rPr lang="en-GB"/>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56"/>
          <p:cNvSpPr/>
          <p:nvPr/>
        </p:nvSpPr>
        <p:spPr>
          <a:xfrm flipH="1" rot="10800000">
            <a:off x="1" y="0"/>
            <a:ext cx="9144000" cy="1628700"/>
          </a:xfrm>
          <a:prstGeom prst="round1Rect">
            <a:avLst>
              <a:gd fmla="val 26462" name="adj"/>
            </a:avLst>
          </a:prstGeom>
          <a:solidFill>
            <a:srgbClr val="D7EBE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29" name="Google Shape;929;p56"/>
          <p:cNvSpPr/>
          <p:nvPr>
            <p:ph idx="2" type="pic"/>
          </p:nvPr>
        </p:nvSpPr>
        <p:spPr>
          <a:xfrm>
            <a:off x="6321825" y="-1554825"/>
            <a:ext cx="3556800" cy="3556800"/>
          </a:xfrm>
          <a:prstGeom prst="ellipse">
            <a:avLst/>
          </a:prstGeom>
          <a:noFill/>
          <a:ln>
            <a:noFill/>
          </a:ln>
        </p:spPr>
      </p:sp>
      <p:sp>
        <p:nvSpPr>
          <p:cNvPr id="930" name="Google Shape;930;p56"/>
          <p:cNvSpPr txBox="1"/>
          <p:nvPr/>
        </p:nvSpPr>
        <p:spPr>
          <a:xfrm>
            <a:off x="488123" y="346450"/>
            <a:ext cx="51891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2100"/>
              <a:buFont typeface="Arial"/>
              <a:buNone/>
            </a:pPr>
            <a:r>
              <a:rPr lang="en-GB" sz="1900">
                <a:solidFill>
                  <a:srgbClr val="3C3C3A"/>
                </a:solidFill>
                <a:latin typeface="Montserrat Medium"/>
                <a:ea typeface="Montserrat Medium"/>
                <a:cs typeface="Montserrat Medium"/>
                <a:sym typeface="Montserrat Medium"/>
              </a:rPr>
              <a:t>Customer Reference Title</a:t>
            </a:r>
            <a:endParaRPr sz="1900">
              <a:solidFill>
                <a:srgbClr val="3C3C3A"/>
              </a:solidFill>
              <a:latin typeface="Montserrat Light"/>
              <a:ea typeface="Montserrat Light"/>
              <a:cs typeface="Montserrat Light"/>
              <a:sym typeface="Montserrat Light"/>
            </a:endParaRPr>
          </a:p>
        </p:txBody>
      </p:sp>
      <p:sp>
        <p:nvSpPr>
          <p:cNvPr id="931" name="Google Shape;931;p56"/>
          <p:cNvSpPr txBox="1"/>
          <p:nvPr/>
        </p:nvSpPr>
        <p:spPr>
          <a:xfrm>
            <a:off x="848588" y="4328250"/>
            <a:ext cx="16149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3C3C3A"/>
                </a:solidFill>
                <a:latin typeface="Montserrat"/>
                <a:ea typeface="Montserrat"/>
                <a:cs typeface="Montserrat"/>
                <a:sym typeface="Montserrat"/>
              </a:rPr>
              <a:t>Customer logo</a:t>
            </a:r>
            <a:endParaRPr b="1">
              <a:solidFill>
                <a:srgbClr val="3C3C3A"/>
              </a:solidFill>
              <a:latin typeface="Montserrat"/>
              <a:ea typeface="Montserrat"/>
              <a:cs typeface="Montserrat"/>
              <a:sym typeface="Montserrat"/>
            </a:endParaRPr>
          </a:p>
        </p:txBody>
      </p:sp>
      <p:grpSp>
        <p:nvGrpSpPr>
          <p:cNvPr id="932" name="Google Shape;932;p56"/>
          <p:cNvGrpSpPr/>
          <p:nvPr/>
        </p:nvGrpSpPr>
        <p:grpSpPr>
          <a:xfrm>
            <a:off x="3250838" y="1057725"/>
            <a:ext cx="2557413" cy="3063150"/>
            <a:chOff x="3250838" y="1057725"/>
            <a:chExt cx="2557413" cy="3063150"/>
          </a:xfrm>
        </p:grpSpPr>
        <p:grpSp>
          <p:nvGrpSpPr>
            <p:cNvPr id="933" name="Google Shape;933;p56"/>
            <p:cNvGrpSpPr/>
            <p:nvPr/>
          </p:nvGrpSpPr>
          <p:grpSpPr>
            <a:xfrm>
              <a:off x="3250838" y="1057725"/>
              <a:ext cx="2557413" cy="3063150"/>
              <a:chOff x="3250838" y="1057725"/>
              <a:chExt cx="2557413" cy="3063150"/>
            </a:xfrm>
          </p:grpSpPr>
          <p:sp>
            <p:nvSpPr>
              <p:cNvPr id="934" name="Google Shape;934;p56"/>
              <p:cNvSpPr/>
              <p:nvPr/>
            </p:nvSpPr>
            <p:spPr>
              <a:xfrm>
                <a:off x="3255550" y="1068975"/>
                <a:ext cx="2552700" cy="3051900"/>
              </a:xfrm>
              <a:prstGeom prst="roundRect">
                <a:avLst>
                  <a:gd fmla="val 4282" name="adj"/>
                </a:avLst>
              </a:prstGeom>
              <a:solidFill>
                <a:srgbClr val="FFFFFF"/>
              </a:solidFill>
              <a:ln cap="flat" cmpd="sng" w="9525">
                <a:solidFill>
                  <a:srgbClr val="D8D8D8"/>
                </a:solidFill>
                <a:prstDash val="solid"/>
                <a:round/>
                <a:headEnd len="sm" w="sm" type="none"/>
                <a:tailEnd len="sm" w="sm" type="none"/>
              </a:ln>
            </p:spPr>
            <p:txBody>
              <a:bodyPr anchorCtr="0" anchor="ctr" bIns="34275" lIns="68575" spcFirstLastPara="1" rIns="68575" wrap="square" tIns="34275">
                <a:noAutofit/>
              </a:bodyPr>
              <a:lstStyle/>
              <a:p>
                <a:pPr indent="0" lvl="0" marL="457200" rtl="0" algn="just">
                  <a:lnSpc>
                    <a:spcPct val="115000"/>
                  </a:lnSpc>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935" name="Google Shape;935;p56"/>
              <p:cNvSpPr/>
              <p:nvPr/>
            </p:nvSpPr>
            <p:spPr>
              <a:xfrm>
                <a:off x="3250838" y="1057725"/>
                <a:ext cx="2552700" cy="471900"/>
              </a:xfrm>
              <a:prstGeom prst="round2SameRect">
                <a:avLst>
                  <a:gd fmla="val 16667" name="adj1"/>
                  <a:gd fmla="val 0" name="adj2"/>
                </a:avLst>
              </a:prstGeom>
              <a:solidFill>
                <a:srgbClr val="F848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pSp>
        <p:sp>
          <p:nvSpPr>
            <p:cNvPr id="936" name="Google Shape;936;p56"/>
            <p:cNvSpPr txBox="1"/>
            <p:nvPr/>
          </p:nvSpPr>
          <p:spPr>
            <a:xfrm>
              <a:off x="3881288" y="1115275"/>
              <a:ext cx="11808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SOLUTION</a:t>
              </a:r>
              <a:endParaRPr b="1" sz="1100">
                <a:solidFill>
                  <a:srgbClr val="FFFFFF"/>
                </a:solidFill>
                <a:latin typeface="Montserrat"/>
                <a:ea typeface="Montserrat"/>
                <a:cs typeface="Montserrat"/>
                <a:sym typeface="Montserrat"/>
              </a:endParaRPr>
            </a:p>
          </p:txBody>
        </p:sp>
      </p:grpSp>
      <p:grpSp>
        <p:nvGrpSpPr>
          <p:cNvPr id="937" name="Google Shape;937;p56"/>
          <p:cNvGrpSpPr/>
          <p:nvPr/>
        </p:nvGrpSpPr>
        <p:grpSpPr>
          <a:xfrm>
            <a:off x="488123" y="1069066"/>
            <a:ext cx="2610337" cy="3063192"/>
            <a:chOff x="488100" y="1057600"/>
            <a:chExt cx="2610337" cy="3051900"/>
          </a:xfrm>
        </p:grpSpPr>
        <p:sp>
          <p:nvSpPr>
            <p:cNvPr id="938" name="Google Shape;938;p56"/>
            <p:cNvSpPr txBox="1"/>
            <p:nvPr/>
          </p:nvSpPr>
          <p:spPr>
            <a:xfrm>
              <a:off x="1041925" y="2407600"/>
              <a:ext cx="11808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SOLUTION</a:t>
              </a:r>
              <a:endParaRPr b="1" sz="1100">
                <a:solidFill>
                  <a:srgbClr val="FFFFFF"/>
                </a:solidFill>
                <a:latin typeface="Montserrat"/>
                <a:ea typeface="Montserrat"/>
                <a:cs typeface="Montserrat"/>
                <a:sym typeface="Montserrat"/>
              </a:endParaRPr>
            </a:p>
          </p:txBody>
        </p:sp>
        <p:sp>
          <p:nvSpPr>
            <p:cNvPr id="939" name="Google Shape;939;p56"/>
            <p:cNvSpPr/>
            <p:nvPr/>
          </p:nvSpPr>
          <p:spPr>
            <a:xfrm>
              <a:off x="488350" y="1057600"/>
              <a:ext cx="2552700" cy="3051900"/>
            </a:xfrm>
            <a:prstGeom prst="roundRect">
              <a:avLst>
                <a:gd fmla="val 4282" name="adj"/>
              </a:avLst>
            </a:prstGeom>
            <a:solidFill>
              <a:srgbClr val="FFFFFF"/>
            </a:solidFill>
            <a:ln cap="flat" cmpd="sng" w="9525">
              <a:solidFill>
                <a:srgbClr val="D8D8D8"/>
              </a:solidFill>
              <a:prstDash val="solid"/>
              <a:round/>
              <a:headEnd len="sm" w="sm" type="none"/>
              <a:tailEnd len="sm" w="sm" type="none"/>
            </a:ln>
          </p:spPr>
          <p:txBody>
            <a:bodyPr anchorCtr="0" anchor="ctr" bIns="34275" lIns="68575" spcFirstLastPara="1" rIns="68575" wrap="square" tIns="34275">
              <a:noAutofit/>
            </a:bodyPr>
            <a:lstStyle/>
            <a:p>
              <a:pPr indent="0" lvl="0" marL="0" rtl="0" algn="just">
                <a:lnSpc>
                  <a:spcPct val="115000"/>
                </a:lnSpc>
                <a:spcBef>
                  <a:spcPts val="0"/>
                </a:spcBef>
                <a:spcAft>
                  <a:spcPts val="0"/>
                </a:spcAft>
                <a:buNone/>
              </a:pPr>
              <a:r>
                <a:t/>
              </a:r>
              <a:endParaRPr>
                <a:solidFill>
                  <a:srgbClr val="FFFFFF"/>
                </a:solidFill>
              </a:endParaRPr>
            </a:p>
          </p:txBody>
        </p:sp>
        <p:sp>
          <p:nvSpPr>
            <p:cNvPr id="940" name="Google Shape;940;p56"/>
            <p:cNvSpPr txBox="1"/>
            <p:nvPr/>
          </p:nvSpPr>
          <p:spPr>
            <a:xfrm>
              <a:off x="608437" y="1637600"/>
              <a:ext cx="2490000" cy="138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sz="900">
                <a:latin typeface="Montserrat Light"/>
                <a:ea typeface="Montserrat Light"/>
                <a:cs typeface="Montserrat Light"/>
                <a:sym typeface="Montserrat Light"/>
              </a:endParaRPr>
            </a:p>
          </p:txBody>
        </p:sp>
        <p:sp>
          <p:nvSpPr>
            <p:cNvPr id="941" name="Google Shape;941;p56"/>
            <p:cNvSpPr/>
            <p:nvPr/>
          </p:nvSpPr>
          <p:spPr>
            <a:xfrm>
              <a:off x="488100" y="1057725"/>
              <a:ext cx="2552700" cy="471900"/>
            </a:xfrm>
            <a:prstGeom prst="round2SameRect">
              <a:avLst>
                <a:gd fmla="val 16667" name="adj1"/>
                <a:gd fmla="val 0" name="adj2"/>
              </a:avLst>
            </a:prstGeom>
            <a:solidFill>
              <a:srgbClr val="F848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42" name="Google Shape;942;p56"/>
            <p:cNvSpPr txBox="1"/>
            <p:nvPr/>
          </p:nvSpPr>
          <p:spPr>
            <a:xfrm>
              <a:off x="1118550" y="1115275"/>
              <a:ext cx="11808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CHALLENGE</a:t>
              </a:r>
              <a:endParaRPr b="1" sz="1100">
                <a:solidFill>
                  <a:srgbClr val="FFFFFF"/>
                </a:solidFill>
                <a:latin typeface="Montserrat"/>
                <a:ea typeface="Montserrat"/>
                <a:cs typeface="Montserrat"/>
                <a:sym typeface="Montserrat"/>
              </a:endParaRPr>
            </a:p>
          </p:txBody>
        </p:sp>
      </p:grpSp>
      <p:grpSp>
        <p:nvGrpSpPr>
          <p:cNvPr id="943" name="Google Shape;943;p56"/>
          <p:cNvGrpSpPr/>
          <p:nvPr/>
        </p:nvGrpSpPr>
        <p:grpSpPr>
          <a:xfrm>
            <a:off x="6013575" y="1057600"/>
            <a:ext cx="2552950" cy="3051900"/>
            <a:chOff x="6013575" y="1057600"/>
            <a:chExt cx="2552950" cy="3051900"/>
          </a:xfrm>
        </p:grpSpPr>
        <p:sp>
          <p:nvSpPr>
            <p:cNvPr id="944" name="Google Shape;944;p56"/>
            <p:cNvSpPr txBox="1"/>
            <p:nvPr/>
          </p:nvSpPr>
          <p:spPr>
            <a:xfrm>
              <a:off x="6567400" y="2407600"/>
              <a:ext cx="11808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SOLUTION</a:t>
              </a:r>
              <a:endParaRPr b="1" sz="1100">
                <a:solidFill>
                  <a:srgbClr val="FFFFFF"/>
                </a:solidFill>
                <a:latin typeface="Montserrat"/>
                <a:ea typeface="Montserrat"/>
                <a:cs typeface="Montserrat"/>
                <a:sym typeface="Montserrat"/>
              </a:endParaRPr>
            </a:p>
          </p:txBody>
        </p:sp>
        <p:sp>
          <p:nvSpPr>
            <p:cNvPr id="945" name="Google Shape;945;p56"/>
            <p:cNvSpPr/>
            <p:nvPr/>
          </p:nvSpPr>
          <p:spPr>
            <a:xfrm>
              <a:off x="6013825" y="1057600"/>
              <a:ext cx="2552700" cy="3051900"/>
            </a:xfrm>
            <a:prstGeom prst="roundRect">
              <a:avLst>
                <a:gd fmla="val 4282" name="adj"/>
              </a:avLst>
            </a:prstGeom>
            <a:solidFill>
              <a:srgbClr val="FFFFFF"/>
            </a:solidFill>
            <a:ln cap="flat" cmpd="sng" w="9525">
              <a:solidFill>
                <a:srgbClr val="D8D8D8"/>
              </a:solidFill>
              <a:prstDash val="solid"/>
              <a:round/>
              <a:headEnd len="sm" w="sm" type="none"/>
              <a:tailEnd len="sm" w="sm" type="none"/>
            </a:ln>
          </p:spPr>
          <p:txBody>
            <a:bodyPr anchorCtr="0" anchor="ctr" bIns="34275" lIns="68575" spcFirstLastPara="1" rIns="68575" wrap="square" tIns="34275">
              <a:noAutofit/>
            </a:bodyPr>
            <a:lstStyle/>
            <a:p>
              <a:pPr indent="0" lvl="0" marL="0" rtl="0" algn="just">
                <a:lnSpc>
                  <a:spcPct val="115000"/>
                </a:lnSpc>
                <a:spcBef>
                  <a:spcPts val="0"/>
                </a:spcBef>
                <a:spcAft>
                  <a:spcPts val="0"/>
                </a:spcAft>
                <a:buNone/>
              </a:pPr>
              <a:r>
                <a:t/>
              </a:r>
              <a:endParaRPr>
                <a:solidFill>
                  <a:srgbClr val="FFFFFF"/>
                </a:solidFill>
              </a:endParaRPr>
            </a:p>
          </p:txBody>
        </p:sp>
        <p:sp>
          <p:nvSpPr>
            <p:cNvPr id="946" name="Google Shape;946;p56"/>
            <p:cNvSpPr/>
            <p:nvPr/>
          </p:nvSpPr>
          <p:spPr>
            <a:xfrm>
              <a:off x="6013575" y="1057725"/>
              <a:ext cx="2552700" cy="471900"/>
            </a:xfrm>
            <a:prstGeom prst="round2SameRect">
              <a:avLst>
                <a:gd fmla="val 16667" name="adj1"/>
                <a:gd fmla="val 0" name="adj2"/>
              </a:avLst>
            </a:prstGeom>
            <a:solidFill>
              <a:srgbClr val="F848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47" name="Google Shape;947;p56"/>
            <p:cNvSpPr txBox="1"/>
            <p:nvPr/>
          </p:nvSpPr>
          <p:spPr>
            <a:xfrm>
              <a:off x="6644025" y="1115275"/>
              <a:ext cx="11808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RESULT</a:t>
              </a:r>
              <a:endParaRPr b="1" sz="1100">
                <a:solidFill>
                  <a:srgbClr val="FFFFFF"/>
                </a:solidFill>
                <a:latin typeface="Montserrat"/>
                <a:ea typeface="Montserrat"/>
                <a:cs typeface="Montserrat"/>
                <a:sym typeface="Montserrat"/>
              </a:endParaRPr>
            </a:p>
          </p:txBody>
        </p:sp>
      </p:grpSp>
      <p:pic>
        <p:nvPicPr>
          <p:cNvPr id="948" name="Google Shape;948;p56"/>
          <p:cNvPicPr preferRelativeResize="0"/>
          <p:nvPr/>
        </p:nvPicPr>
        <p:blipFill>
          <a:blip r:embed="rId3">
            <a:alphaModFix/>
          </a:blip>
          <a:stretch>
            <a:fillRect/>
          </a:stretch>
        </p:blipFill>
        <p:spPr>
          <a:xfrm>
            <a:off x="3791111" y="4300359"/>
            <a:ext cx="440444" cy="442766"/>
          </a:xfrm>
          <a:prstGeom prst="rect">
            <a:avLst/>
          </a:prstGeom>
          <a:noFill/>
          <a:ln>
            <a:noFill/>
          </a:ln>
        </p:spPr>
      </p:pic>
      <p:sp>
        <p:nvSpPr>
          <p:cNvPr id="949" name="Google Shape;949;p56"/>
          <p:cNvSpPr txBox="1"/>
          <p:nvPr/>
        </p:nvSpPr>
        <p:spPr>
          <a:xfrm>
            <a:off x="755725" y="1707025"/>
            <a:ext cx="2124900" cy="1597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i="1" lang="en-GB" sz="900">
                <a:solidFill>
                  <a:schemeClr val="dk1"/>
                </a:solidFill>
                <a:latin typeface="Montserrat"/>
                <a:ea typeface="Montserrat"/>
                <a:cs typeface="Montserrat"/>
                <a:sym typeface="Montserrat"/>
              </a:rPr>
              <a:t>Description of the</a:t>
            </a:r>
            <a:r>
              <a:rPr i="1" lang="en-GB" sz="900">
                <a:solidFill>
                  <a:schemeClr val="dk1"/>
                </a:solidFill>
                <a:latin typeface="Montserrat"/>
                <a:ea typeface="Montserrat"/>
                <a:cs typeface="Montserrat"/>
                <a:sym typeface="Montserrat"/>
              </a:rPr>
              <a:t> </a:t>
            </a:r>
            <a:r>
              <a:rPr b="1" i="1" lang="en-GB" sz="900">
                <a:solidFill>
                  <a:schemeClr val="dk1"/>
                </a:solidFill>
                <a:latin typeface="Montserrat"/>
                <a:ea typeface="Montserrat"/>
                <a:cs typeface="Montserrat"/>
                <a:sym typeface="Montserrat"/>
              </a:rPr>
              <a:t>initial issue</a:t>
            </a:r>
            <a:r>
              <a:rPr i="1" lang="en-GB" sz="900">
                <a:solidFill>
                  <a:schemeClr val="dk1"/>
                </a:solidFill>
                <a:latin typeface="Montserrat"/>
                <a:ea typeface="Montserrat"/>
                <a:cs typeface="Montserrat"/>
                <a:sym typeface="Montserrat"/>
              </a:rPr>
              <a:t>, or </a:t>
            </a:r>
            <a:r>
              <a:rPr b="1" i="1" lang="en-GB" sz="900">
                <a:solidFill>
                  <a:schemeClr val="dk1"/>
                </a:solidFill>
                <a:latin typeface="Montserrat"/>
                <a:ea typeface="Montserrat"/>
                <a:cs typeface="Montserrat"/>
                <a:sym typeface="Montserrat"/>
              </a:rPr>
              <a:t>problem</a:t>
            </a:r>
            <a:r>
              <a:rPr i="1" lang="en-GB" sz="900">
                <a:solidFill>
                  <a:schemeClr val="dk1"/>
                </a:solidFill>
                <a:latin typeface="Montserrat"/>
                <a:ea typeface="Montserrat"/>
                <a:cs typeface="Montserrat"/>
                <a:sym typeface="Montserrat"/>
              </a:rPr>
              <a:t> that the customer wanted to address. Please </a:t>
            </a:r>
            <a:r>
              <a:rPr b="1" i="1" lang="en-GB" sz="900">
                <a:solidFill>
                  <a:schemeClr val="dk1"/>
                </a:solidFill>
                <a:latin typeface="Montserrat"/>
                <a:ea typeface="Montserrat"/>
                <a:cs typeface="Montserrat"/>
                <a:sym typeface="Montserrat"/>
              </a:rPr>
              <a:t>mention any ‘old’ solutions</a:t>
            </a:r>
            <a:r>
              <a:rPr i="1" lang="en-GB" sz="900">
                <a:solidFill>
                  <a:schemeClr val="dk1"/>
                </a:solidFill>
                <a:latin typeface="Montserrat"/>
                <a:ea typeface="Montserrat"/>
                <a:cs typeface="Montserrat"/>
                <a:sym typeface="Montserrat"/>
              </a:rPr>
              <a:t> where possible. </a:t>
            </a:r>
            <a:endParaRPr i="1" sz="9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i="1" sz="9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i="1" lang="en-GB" sz="900">
                <a:solidFill>
                  <a:srgbClr val="F8485E"/>
                </a:solidFill>
                <a:latin typeface="Montserrat"/>
                <a:ea typeface="Montserrat"/>
                <a:cs typeface="Montserrat"/>
                <a:sym typeface="Montserrat"/>
              </a:rPr>
              <a:t>Objective: </a:t>
            </a:r>
            <a:r>
              <a:rPr i="1" lang="en-GB" sz="900">
                <a:solidFill>
                  <a:schemeClr val="dk1"/>
                </a:solidFill>
                <a:latin typeface="Montserrat"/>
                <a:ea typeface="Montserrat"/>
                <a:cs typeface="Montserrat"/>
                <a:sym typeface="Montserrat"/>
              </a:rPr>
              <a:t>What was the </a:t>
            </a:r>
            <a:r>
              <a:rPr b="1" i="1" lang="en-GB" sz="900">
                <a:solidFill>
                  <a:schemeClr val="dk1"/>
                </a:solidFill>
                <a:latin typeface="Montserrat"/>
                <a:ea typeface="Montserrat"/>
                <a:cs typeface="Montserrat"/>
                <a:sym typeface="Montserrat"/>
              </a:rPr>
              <a:t>goal, the desired situation</a:t>
            </a:r>
            <a:r>
              <a:rPr i="1" lang="en-GB" sz="900">
                <a:solidFill>
                  <a:schemeClr val="dk1"/>
                </a:solidFill>
                <a:latin typeface="Montserrat"/>
                <a:ea typeface="Montserrat"/>
                <a:cs typeface="Montserrat"/>
                <a:sym typeface="Montserrat"/>
              </a:rPr>
              <a:t> for the customer? </a:t>
            </a:r>
            <a:endParaRPr i="1" sz="900">
              <a:solidFill>
                <a:schemeClr val="dk1"/>
              </a:solidFill>
              <a:latin typeface="Montserrat Light"/>
              <a:ea typeface="Montserrat Light"/>
              <a:cs typeface="Montserrat Light"/>
              <a:sym typeface="Montserrat Light"/>
            </a:endParaRPr>
          </a:p>
        </p:txBody>
      </p:sp>
      <p:sp>
        <p:nvSpPr>
          <p:cNvPr id="950" name="Google Shape;950;p56"/>
          <p:cNvSpPr txBox="1"/>
          <p:nvPr/>
        </p:nvSpPr>
        <p:spPr>
          <a:xfrm>
            <a:off x="3318650" y="1769075"/>
            <a:ext cx="2301000" cy="2075700"/>
          </a:xfrm>
          <a:prstGeom prst="rect">
            <a:avLst/>
          </a:prstGeom>
          <a:noFill/>
          <a:ln>
            <a:noFill/>
          </a:ln>
        </p:spPr>
        <p:txBody>
          <a:bodyPr anchorCtr="0" anchor="t" bIns="91425" lIns="91425" spcFirstLastPara="1" rIns="91425" wrap="square" tIns="91425">
            <a:spAutoFit/>
          </a:bodyPr>
          <a:lstStyle/>
          <a:p>
            <a:pPr indent="-193951" lvl="0" marL="367200" rtl="0" algn="just">
              <a:lnSpc>
                <a:spcPct val="115000"/>
              </a:lnSpc>
              <a:spcBef>
                <a:spcPts val="0"/>
              </a:spcBef>
              <a:spcAft>
                <a:spcPts val="0"/>
              </a:spcAft>
              <a:buClr>
                <a:schemeClr val="dk1"/>
              </a:buClr>
              <a:buSzPts val="900"/>
              <a:buFont typeface="Montserrat"/>
              <a:buChar char="●"/>
            </a:pPr>
            <a:r>
              <a:rPr b="1" lang="en-GB" sz="900">
                <a:solidFill>
                  <a:schemeClr val="dk1"/>
                </a:solidFill>
                <a:latin typeface="Montserrat"/>
                <a:ea typeface="Montserrat"/>
                <a:cs typeface="Montserrat"/>
                <a:sym typeface="Montserrat"/>
              </a:rPr>
              <a:t>“Why”</a:t>
            </a:r>
            <a:r>
              <a:rPr lang="en-GB" sz="900">
                <a:solidFill>
                  <a:schemeClr val="dk1"/>
                </a:solidFill>
                <a:latin typeface="Montserrat"/>
                <a:ea typeface="Montserrat"/>
                <a:cs typeface="Montserrat"/>
                <a:sym typeface="Montserrat"/>
              </a:rPr>
              <a:t> (what set these events in motion) in the story?</a:t>
            </a:r>
            <a:endParaRPr sz="900">
              <a:solidFill>
                <a:schemeClr val="dk1"/>
              </a:solidFill>
              <a:latin typeface="Montserrat"/>
              <a:ea typeface="Montserrat"/>
              <a:cs typeface="Montserrat"/>
              <a:sym typeface="Montserrat"/>
            </a:endParaRPr>
          </a:p>
          <a:p>
            <a:pPr indent="-193951" lvl="0" marL="367200" rtl="0" algn="just">
              <a:lnSpc>
                <a:spcPct val="11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What </a:t>
            </a:r>
            <a:r>
              <a:rPr b="1" lang="en-GB" sz="900">
                <a:solidFill>
                  <a:schemeClr val="dk1"/>
                </a:solidFill>
                <a:latin typeface="Montserrat"/>
                <a:ea typeface="Montserrat"/>
                <a:cs typeface="Montserrat"/>
                <a:sym typeface="Montserrat"/>
              </a:rPr>
              <a:t>specific tools or solutions</a:t>
            </a:r>
            <a:r>
              <a:rPr lang="en-GB" sz="900">
                <a:solidFill>
                  <a:schemeClr val="dk1"/>
                </a:solidFill>
                <a:latin typeface="Montserrat"/>
                <a:ea typeface="Montserrat"/>
                <a:cs typeface="Montserrat"/>
                <a:sym typeface="Montserrat"/>
              </a:rPr>
              <a:t> were used?</a:t>
            </a:r>
            <a:endParaRPr sz="900">
              <a:solidFill>
                <a:schemeClr val="dk1"/>
              </a:solidFill>
              <a:latin typeface="Montserrat"/>
              <a:ea typeface="Montserrat"/>
              <a:cs typeface="Montserrat"/>
              <a:sym typeface="Montserrat"/>
            </a:endParaRPr>
          </a:p>
          <a:p>
            <a:pPr indent="-193951" lvl="0" marL="367200" rtl="0" algn="just">
              <a:lnSpc>
                <a:spcPct val="11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What </a:t>
            </a:r>
            <a:r>
              <a:rPr b="1" lang="en-GB" sz="900">
                <a:solidFill>
                  <a:schemeClr val="dk1"/>
                </a:solidFill>
                <a:latin typeface="Montserrat"/>
                <a:ea typeface="Montserrat"/>
                <a:cs typeface="Montserrat"/>
                <a:sym typeface="Montserrat"/>
              </a:rPr>
              <a:t>didn’t have to change</a:t>
            </a:r>
            <a:r>
              <a:rPr lang="en-GB" sz="900">
                <a:solidFill>
                  <a:schemeClr val="dk1"/>
                </a:solidFill>
                <a:latin typeface="Montserrat"/>
                <a:ea typeface="Montserrat"/>
                <a:cs typeface="Montserrat"/>
                <a:sym typeface="Montserrat"/>
              </a:rPr>
              <a:t>?</a:t>
            </a:r>
            <a:endParaRPr sz="900">
              <a:solidFill>
                <a:schemeClr val="dk1"/>
              </a:solidFill>
              <a:latin typeface="Montserrat"/>
              <a:ea typeface="Montserrat"/>
              <a:cs typeface="Montserrat"/>
              <a:sym typeface="Montserrat"/>
            </a:endParaRPr>
          </a:p>
          <a:p>
            <a:pPr indent="-193951" lvl="0" marL="367200" rtl="0" algn="just">
              <a:lnSpc>
                <a:spcPct val="11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How did the </a:t>
            </a:r>
            <a:r>
              <a:rPr b="1" lang="en-GB" sz="900">
                <a:solidFill>
                  <a:schemeClr val="dk1"/>
                </a:solidFill>
                <a:latin typeface="Montserrat"/>
                <a:ea typeface="Montserrat"/>
                <a:cs typeface="Montserrat"/>
                <a:sym typeface="Montserrat"/>
              </a:rPr>
              <a:t>Partner Product/Partner Solution</a:t>
            </a:r>
            <a:r>
              <a:rPr lang="en-GB" sz="900">
                <a:solidFill>
                  <a:schemeClr val="dk1"/>
                </a:solidFill>
                <a:latin typeface="Montserrat"/>
                <a:ea typeface="Montserrat"/>
                <a:cs typeface="Montserrat"/>
                <a:sym typeface="Montserrat"/>
              </a:rPr>
              <a:t> team help the total solution remain flexible and appropriate for the customer?</a:t>
            </a:r>
            <a:endParaRPr sz="900">
              <a:solidFill>
                <a:schemeClr val="dk1"/>
              </a:solidFill>
              <a:latin typeface="Montserrat"/>
              <a:ea typeface="Montserrat"/>
              <a:cs typeface="Montserrat"/>
              <a:sym typeface="Montserrat"/>
            </a:endParaRPr>
          </a:p>
          <a:p>
            <a:pPr indent="-193951" lvl="0" marL="367200" rtl="0" algn="just">
              <a:lnSpc>
                <a:spcPct val="115000"/>
              </a:lnSpc>
              <a:spcBef>
                <a:spcPts val="0"/>
              </a:spcBef>
              <a:spcAft>
                <a:spcPts val="0"/>
              </a:spcAft>
              <a:buClr>
                <a:schemeClr val="dk1"/>
              </a:buClr>
              <a:buSzPts val="900"/>
              <a:buFont typeface="Montserrat"/>
              <a:buChar char="●"/>
            </a:pPr>
            <a:r>
              <a:rPr lang="en-GB" sz="900">
                <a:solidFill>
                  <a:schemeClr val="dk1"/>
                </a:solidFill>
                <a:latin typeface="Montserrat"/>
                <a:ea typeface="Montserrat"/>
                <a:cs typeface="Montserrat"/>
                <a:sym typeface="Montserrat"/>
              </a:rPr>
              <a:t>What were some of the </a:t>
            </a:r>
            <a:r>
              <a:rPr b="1" lang="en-GB" sz="900">
                <a:solidFill>
                  <a:schemeClr val="dk1"/>
                </a:solidFill>
                <a:latin typeface="Montserrat"/>
                <a:ea typeface="Montserrat"/>
                <a:cs typeface="Montserrat"/>
                <a:sym typeface="Montserrat"/>
              </a:rPr>
              <a:t>early indicators of success</a:t>
            </a:r>
            <a:r>
              <a:rPr lang="en-GB" sz="900">
                <a:solidFill>
                  <a:schemeClr val="dk1"/>
                </a:solidFill>
                <a:latin typeface="Montserrat"/>
                <a:ea typeface="Montserrat"/>
                <a:cs typeface="Montserrat"/>
                <a:sym typeface="Montserrat"/>
              </a:rPr>
              <a:t>?</a:t>
            </a:r>
            <a:endParaRPr sz="900">
              <a:solidFill>
                <a:schemeClr val="dk1"/>
              </a:solidFill>
              <a:latin typeface="Montserrat"/>
              <a:ea typeface="Montserrat"/>
              <a:cs typeface="Montserrat"/>
              <a:sym typeface="Montserrat"/>
            </a:endParaRPr>
          </a:p>
        </p:txBody>
      </p:sp>
      <p:sp>
        <p:nvSpPr>
          <p:cNvPr id="951" name="Google Shape;951;p56"/>
          <p:cNvSpPr txBox="1"/>
          <p:nvPr/>
        </p:nvSpPr>
        <p:spPr>
          <a:xfrm>
            <a:off x="6588775" y="3304825"/>
            <a:ext cx="1953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800">
                <a:solidFill>
                  <a:schemeClr val="dk1"/>
                </a:solidFill>
                <a:latin typeface="Montserrat"/>
                <a:ea typeface="Montserrat"/>
                <a:cs typeface="Montserrat"/>
                <a:sym typeface="Montserrat"/>
              </a:rPr>
              <a:t>Provide </a:t>
            </a:r>
            <a:r>
              <a:rPr b="1" lang="en-GB" sz="800">
                <a:solidFill>
                  <a:schemeClr val="dk1"/>
                </a:solidFill>
                <a:latin typeface="Montserrat"/>
                <a:ea typeface="Montserrat"/>
                <a:cs typeface="Montserrat"/>
                <a:sym typeface="Montserrat"/>
              </a:rPr>
              <a:t>quantifiable results</a:t>
            </a:r>
            <a:r>
              <a:rPr lang="en-GB" sz="800">
                <a:solidFill>
                  <a:schemeClr val="dk1"/>
                </a:solidFill>
                <a:latin typeface="Montserrat"/>
                <a:ea typeface="Montserrat"/>
                <a:cs typeface="Montserrat"/>
                <a:sym typeface="Montserrat"/>
              </a:rPr>
              <a:t>. </a:t>
            </a:r>
            <a:r>
              <a:rPr b="1" lang="en-GB" sz="800">
                <a:solidFill>
                  <a:schemeClr val="dk1"/>
                </a:solidFill>
                <a:latin typeface="Montserrat"/>
                <a:ea typeface="Montserrat"/>
                <a:cs typeface="Montserrat"/>
                <a:sym typeface="Montserrat"/>
              </a:rPr>
              <a:t>Include numbers </a:t>
            </a:r>
            <a:r>
              <a:rPr lang="en-GB" sz="800">
                <a:solidFill>
                  <a:schemeClr val="dk1"/>
                </a:solidFill>
                <a:latin typeface="Montserrat"/>
                <a:ea typeface="Montserrat"/>
                <a:cs typeface="Montserrat"/>
                <a:sym typeface="Montserrat"/>
              </a:rPr>
              <a:t>where possible, this is very important.</a:t>
            </a:r>
            <a:endParaRPr sz="800">
              <a:solidFill>
                <a:schemeClr val="dk1"/>
              </a:solidFill>
              <a:latin typeface="Montserrat"/>
              <a:ea typeface="Montserrat"/>
              <a:cs typeface="Montserrat"/>
              <a:sym typeface="Montserrat"/>
            </a:endParaRPr>
          </a:p>
        </p:txBody>
      </p:sp>
      <p:sp>
        <p:nvSpPr>
          <p:cNvPr id="952" name="Google Shape;952;p56"/>
          <p:cNvSpPr txBox="1"/>
          <p:nvPr/>
        </p:nvSpPr>
        <p:spPr>
          <a:xfrm>
            <a:off x="6588775" y="1675525"/>
            <a:ext cx="2001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800">
                <a:solidFill>
                  <a:schemeClr val="dk1"/>
                </a:solidFill>
                <a:latin typeface="Montserrat"/>
                <a:ea typeface="Montserrat"/>
                <a:cs typeface="Montserrat"/>
                <a:sym typeface="Montserrat"/>
              </a:rPr>
              <a:t>What was the</a:t>
            </a:r>
            <a:r>
              <a:rPr b="1" lang="en-GB" sz="800">
                <a:solidFill>
                  <a:schemeClr val="dk1"/>
                </a:solidFill>
                <a:latin typeface="Montserrat"/>
                <a:ea typeface="Montserrat"/>
                <a:cs typeface="Montserrat"/>
                <a:sym typeface="Montserrat"/>
              </a:rPr>
              <a:t> result of the implementation of the solution</a:t>
            </a:r>
            <a:r>
              <a:rPr lang="en-GB" sz="800">
                <a:solidFill>
                  <a:schemeClr val="dk1"/>
                </a:solidFill>
                <a:latin typeface="Montserrat"/>
                <a:ea typeface="Montserrat"/>
                <a:cs typeface="Montserrat"/>
                <a:sym typeface="Montserrat"/>
              </a:rPr>
              <a:t>?</a:t>
            </a:r>
            <a:endParaRPr sz="800">
              <a:solidFill>
                <a:schemeClr val="dk1"/>
              </a:solidFill>
              <a:latin typeface="Montserrat"/>
              <a:ea typeface="Montserrat"/>
              <a:cs typeface="Montserrat"/>
              <a:sym typeface="Montserrat"/>
            </a:endParaRPr>
          </a:p>
        </p:txBody>
      </p:sp>
      <p:sp>
        <p:nvSpPr>
          <p:cNvPr id="953" name="Google Shape;953;p56"/>
          <p:cNvSpPr txBox="1"/>
          <p:nvPr/>
        </p:nvSpPr>
        <p:spPr>
          <a:xfrm>
            <a:off x="6588775" y="2720725"/>
            <a:ext cx="200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Did they </a:t>
            </a:r>
            <a:r>
              <a:rPr b="1" lang="en-GB" sz="800">
                <a:solidFill>
                  <a:schemeClr val="dk1"/>
                </a:solidFill>
                <a:latin typeface="Montserrat"/>
                <a:ea typeface="Montserrat"/>
                <a:cs typeface="Montserrat"/>
                <a:sym typeface="Montserrat"/>
              </a:rPr>
              <a:t>increase speed</a:t>
            </a:r>
            <a:r>
              <a:rPr lang="en-GB" sz="800">
                <a:solidFill>
                  <a:schemeClr val="dk1"/>
                </a:solidFill>
                <a:latin typeface="Montserrat"/>
                <a:ea typeface="Montserrat"/>
                <a:cs typeface="Montserrat"/>
                <a:sym typeface="Montserrat"/>
              </a:rPr>
              <a:t>? </a:t>
            </a:r>
            <a:endParaRPr sz="8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GB" sz="800">
                <a:solidFill>
                  <a:schemeClr val="dk1"/>
                </a:solidFill>
                <a:latin typeface="Montserrat"/>
                <a:ea typeface="Montserrat"/>
                <a:cs typeface="Montserrat"/>
                <a:sym typeface="Montserrat"/>
              </a:rPr>
              <a:t>Enhance efficiency</a:t>
            </a:r>
            <a:r>
              <a:rPr lang="en-GB" sz="800">
                <a:solidFill>
                  <a:schemeClr val="dk1"/>
                </a:solidFill>
                <a:latin typeface="Montserrat"/>
                <a:ea typeface="Montserrat"/>
                <a:cs typeface="Montserrat"/>
                <a:sym typeface="Montserrat"/>
              </a:rPr>
              <a:t>? </a:t>
            </a:r>
            <a:r>
              <a:rPr b="1" lang="en-GB" sz="800">
                <a:solidFill>
                  <a:schemeClr val="dk1"/>
                </a:solidFill>
                <a:latin typeface="Montserrat"/>
                <a:ea typeface="Montserrat"/>
                <a:cs typeface="Montserrat"/>
                <a:sym typeface="Montserrat"/>
              </a:rPr>
              <a:t>Saved costs</a:t>
            </a:r>
            <a:r>
              <a:rPr lang="en-GB" sz="800">
                <a:solidFill>
                  <a:schemeClr val="dk1"/>
                </a:solidFill>
                <a:latin typeface="Montserrat"/>
                <a:ea typeface="Montserrat"/>
                <a:cs typeface="Montserrat"/>
                <a:sym typeface="Montserrat"/>
              </a:rPr>
              <a:t>? </a:t>
            </a:r>
            <a:r>
              <a:rPr b="1" lang="en-GB" sz="800">
                <a:solidFill>
                  <a:schemeClr val="dk1"/>
                </a:solidFill>
                <a:latin typeface="Montserrat"/>
                <a:ea typeface="Montserrat"/>
                <a:cs typeface="Montserrat"/>
                <a:sym typeface="Montserrat"/>
              </a:rPr>
              <a:t>Reduced downtime</a:t>
            </a:r>
            <a:r>
              <a:rPr lang="en-GB" sz="800">
                <a:solidFill>
                  <a:schemeClr val="dk1"/>
                </a:solidFill>
                <a:latin typeface="Montserrat"/>
                <a:ea typeface="Montserrat"/>
                <a:cs typeface="Montserrat"/>
                <a:sym typeface="Montserrat"/>
              </a:rPr>
              <a:t>?</a:t>
            </a:r>
            <a:endParaRPr sz="800">
              <a:solidFill>
                <a:schemeClr val="dk1"/>
              </a:solidFill>
              <a:latin typeface="Montserrat"/>
              <a:ea typeface="Montserrat"/>
              <a:cs typeface="Montserrat"/>
              <a:sym typeface="Montserrat"/>
            </a:endParaRPr>
          </a:p>
        </p:txBody>
      </p:sp>
      <p:sp>
        <p:nvSpPr>
          <p:cNvPr id="954" name="Google Shape;954;p56"/>
          <p:cNvSpPr txBox="1"/>
          <p:nvPr/>
        </p:nvSpPr>
        <p:spPr>
          <a:xfrm>
            <a:off x="6588775" y="2136625"/>
            <a:ext cx="200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800">
                <a:solidFill>
                  <a:schemeClr val="dk1"/>
                </a:solidFill>
                <a:latin typeface="Montserrat"/>
                <a:ea typeface="Montserrat"/>
                <a:cs typeface="Montserrat"/>
                <a:sym typeface="Montserrat"/>
              </a:rPr>
              <a:t>What were the</a:t>
            </a:r>
            <a:r>
              <a:rPr b="1" lang="en-GB" sz="800">
                <a:solidFill>
                  <a:schemeClr val="dk1"/>
                </a:solidFill>
                <a:latin typeface="Montserrat"/>
                <a:ea typeface="Montserrat"/>
                <a:cs typeface="Montserrat"/>
                <a:sym typeface="Montserrat"/>
              </a:rPr>
              <a:t> visible consequences</a:t>
            </a:r>
            <a:r>
              <a:rPr lang="en-GB" sz="800">
                <a:solidFill>
                  <a:schemeClr val="dk1"/>
                </a:solidFill>
                <a:latin typeface="Montserrat"/>
                <a:ea typeface="Montserrat"/>
                <a:cs typeface="Montserrat"/>
                <a:sym typeface="Montserrat"/>
              </a:rPr>
              <a:t> </a:t>
            </a:r>
            <a:r>
              <a:rPr b="1" lang="en-GB" sz="800">
                <a:solidFill>
                  <a:schemeClr val="dk1"/>
                </a:solidFill>
                <a:latin typeface="Montserrat"/>
                <a:ea typeface="Montserrat"/>
                <a:cs typeface="Montserrat"/>
                <a:sym typeface="Montserrat"/>
              </a:rPr>
              <a:t>after the solution implementation</a:t>
            </a:r>
            <a:r>
              <a:rPr lang="en-GB" sz="800">
                <a:solidFill>
                  <a:schemeClr val="dk1"/>
                </a:solidFill>
                <a:latin typeface="Montserrat"/>
                <a:ea typeface="Montserrat"/>
                <a:cs typeface="Montserrat"/>
                <a:sym typeface="Montserrat"/>
              </a:rPr>
              <a:t>?</a:t>
            </a:r>
            <a:endParaRPr sz="800">
              <a:solidFill>
                <a:schemeClr val="dk1"/>
              </a:solidFill>
              <a:latin typeface="Montserrat Light"/>
              <a:ea typeface="Montserrat Light"/>
              <a:cs typeface="Montserrat Light"/>
              <a:sym typeface="Montserrat Light"/>
            </a:endParaRPr>
          </a:p>
        </p:txBody>
      </p:sp>
      <p:grpSp>
        <p:nvGrpSpPr>
          <p:cNvPr id="955" name="Google Shape;955;p56"/>
          <p:cNvGrpSpPr/>
          <p:nvPr/>
        </p:nvGrpSpPr>
        <p:grpSpPr>
          <a:xfrm>
            <a:off x="6178493" y="1675537"/>
            <a:ext cx="410418" cy="410400"/>
            <a:chOff x="5041600" y="2286725"/>
            <a:chExt cx="1141000" cy="1140950"/>
          </a:xfrm>
        </p:grpSpPr>
        <p:sp>
          <p:nvSpPr>
            <p:cNvPr id="956" name="Google Shape;956;p56"/>
            <p:cNvSpPr/>
            <p:nvPr/>
          </p:nvSpPr>
          <p:spPr>
            <a:xfrm>
              <a:off x="5412875" y="2565600"/>
              <a:ext cx="398450" cy="526625"/>
            </a:xfrm>
            <a:custGeom>
              <a:rect b="b" l="l" r="r" t="t"/>
              <a:pathLst>
                <a:path extrusionOk="0" h="21065" w="15938">
                  <a:moveTo>
                    <a:pt x="7969" y="3465"/>
                  </a:moveTo>
                  <a:cubicBezTo>
                    <a:pt x="9932" y="3465"/>
                    <a:pt x="11526" y="5058"/>
                    <a:pt x="11526" y="7045"/>
                  </a:cubicBezTo>
                  <a:cubicBezTo>
                    <a:pt x="11526" y="8523"/>
                    <a:pt x="11526" y="8523"/>
                    <a:pt x="11526" y="8523"/>
                  </a:cubicBezTo>
                  <a:lnTo>
                    <a:pt x="4412" y="8523"/>
                  </a:lnTo>
                  <a:cubicBezTo>
                    <a:pt x="4412" y="7045"/>
                    <a:pt x="4412" y="7045"/>
                    <a:pt x="4412" y="7045"/>
                  </a:cubicBezTo>
                  <a:cubicBezTo>
                    <a:pt x="4412" y="5058"/>
                    <a:pt x="6006" y="3465"/>
                    <a:pt x="7969" y="3465"/>
                  </a:cubicBezTo>
                  <a:close/>
                  <a:moveTo>
                    <a:pt x="7969" y="1201"/>
                  </a:moveTo>
                  <a:cubicBezTo>
                    <a:pt x="11087" y="1201"/>
                    <a:pt x="13628" y="3742"/>
                    <a:pt x="13628" y="6837"/>
                  </a:cubicBezTo>
                  <a:cubicBezTo>
                    <a:pt x="13628" y="8523"/>
                    <a:pt x="13628" y="8523"/>
                    <a:pt x="13628" y="8523"/>
                  </a:cubicBezTo>
                  <a:lnTo>
                    <a:pt x="12727" y="8523"/>
                  </a:lnTo>
                  <a:cubicBezTo>
                    <a:pt x="12727" y="7045"/>
                    <a:pt x="12727" y="7045"/>
                    <a:pt x="12727" y="7045"/>
                  </a:cubicBezTo>
                  <a:cubicBezTo>
                    <a:pt x="12727" y="4412"/>
                    <a:pt x="10602" y="2287"/>
                    <a:pt x="7969" y="2287"/>
                  </a:cubicBezTo>
                  <a:cubicBezTo>
                    <a:pt x="5336" y="2287"/>
                    <a:pt x="3211" y="4412"/>
                    <a:pt x="3211" y="7045"/>
                  </a:cubicBezTo>
                  <a:cubicBezTo>
                    <a:pt x="3211" y="8523"/>
                    <a:pt x="3211" y="8523"/>
                    <a:pt x="3211" y="8523"/>
                  </a:cubicBezTo>
                  <a:lnTo>
                    <a:pt x="2311" y="8523"/>
                  </a:lnTo>
                  <a:cubicBezTo>
                    <a:pt x="2311" y="6837"/>
                    <a:pt x="2311" y="6837"/>
                    <a:pt x="2311" y="6837"/>
                  </a:cubicBezTo>
                  <a:cubicBezTo>
                    <a:pt x="2311" y="3742"/>
                    <a:pt x="4851" y="1201"/>
                    <a:pt x="7969" y="1201"/>
                  </a:cubicBezTo>
                  <a:close/>
                  <a:moveTo>
                    <a:pt x="14321" y="9701"/>
                  </a:moveTo>
                  <a:cubicBezTo>
                    <a:pt x="14552" y="9701"/>
                    <a:pt x="14760" y="9909"/>
                    <a:pt x="14760" y="10140"/>
                  </a:cubicBezTo>
                  <a:lnTo>
                    <a:pt x="14760" y="19447"/>
                  </a:lnTo>
                  <a:cubicBezTo>
                    <a:pt x="14760" y="19678"/>
                    <a:pt x="14552" y="19863"/>
                    <a:pt x="14321" y="19863"/>
                  </a:cubicBezTo>
                  <a:lnTo>
                    <a:pt x="1618" y="19863"/>
                  </a:lnTo>
                  <a:cubicBezTo>
                    <a:pt x="1387" y="19863"/>
                    <a:pt x="1179" y="19678"/>
                    <a:pt x="1179" y="19447"/>
                  </a:cubicBezTo>
                  <a:cubicBezTo>
                    <a:pt x="1179" y="10140"/>
                    <a:pt x="1179" y="10140"/>
                    <a:pt x="1179" y="10140"/>
                  </a:cubicBezTo>
                  <a:cubicBezTo>
                    <a:pt x="1179" y="9909"/>
                    <a:pt x="1387" y="9701"/>
                    <a:pt x="1618" y="9701"/>
                  </a:cubicBezTo>
                  <a:close/>
                  <a:moveTo>
                    <a:pt x="7969" y="0"/>
                  </a:moveTo>
                  <a:cubicBezTo>
                    <a:pt x="4204" y="0"/>
                    <a:pt x="1133" y="3072"/>
                    <a:pt x="1133" y="6837"/>
                  </a:cubicBezTo>
                  <a:cubicBezTo>
                    <a:pt x="1133" y="8592"/>
                    <a:pt x="1133" y="8592"/>
                    <a:pt x="1133" y="8592"/>
                  </a:cubicBezTo>
                  <a:cubicBezTo>
                    <a:pt x="463" y="8800"/>
                    <a:pt x="1" y="9401"/>
                    <a:pt x="1" y="10140"/>
                  </a:cubicBezTo>
                  <a:cubicBezTo>
                    <a:pt x="1" y="19447"/>
                    <a:pt x="1" y="19447"/>
                    <a:pt x="1" y="19447"/>
                  </a:cubicBezTo>
                  <a:cubicBezTo>
                    <a:pt x="1" y="20348"/>
                    <a:pt x="717" y="21064"/>
                    <a:pt x="1618" y="21064"/>
                  </a:cubicBezTo>
                  <a:lnTo>
                    <a:pt x="14321" y="21064"/>
                  </a:lnTo>
                  <a:cubicBezTo>
                    <a:pt x="15222" y="21064"/>
                    <a:pt x="15938" y="20348"/>
                    <a:pt x="15938" y="19447"/>
                  </a:cubicBezTo>
                  <a:cubicBezTo>
                    <a:pt x="15938" y="10140"/>
                    <a:pt x="15938" y="10140"/>
                    <a:pt x="15938" y="10140"/>
                  </a:cubicBezTo>
                  <a:cubicBezTo>
                    <a:pt x="15938" y="9401"/>
                    <a:pt x="15476" y="8800"/>
                    <a:pt x="14806" y="8592"/>
                  </a:cubicBezTo>
                  <a:cubicBezTo>
                    <a:pt x="14806" y="6837"/>
                    <a:pt x="14806" y="6837"/>
                    <a:pt x="14806" y="6837"/>
                  </a:cubicBezTo>
                  <a:cubicBezTo>
                    <a:pt x="14806" y="3072"/>
                    <a:pt x="11734" y="0"/>
                    <a:pt x="796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6"/>
            <p:cNvSpPr/>
            <p:nvPr/>
          </p:nvSpPr>
          <p:spPr>
            <a:xfrm>
              <a:off x="5554350" y="2849675"/>
              <a:ext cx="115500" cy="185950"/>
            </a:xfrm>
            <a:custGeom>
              <a:rect b="b" l="l" r="r" t="t"/>
              <a:pathLst>
                <a:path extrusionOk="0" h="7438" w="4620">
                  <a:moveTo>
                    <a:pt x="2310" y="1179"/>
                  </a:moveTo>
                  <a:cubicBezTo>
                    <a:pt x="2911" y="1179"/>
                    <a:pt x="3419" y="1687"/>
                    <a:pt x="3419" y="2287"/>
                  </a:cubicBezTo>
                  <a:cubicBezTo>
                    <a:pt x="3419" y="2611"/>
                    <a:pt x="3280" y="2888"/>
                    <a:pt x="3072" y="3096"/>
                  </a:cubicBezTo>
                  <a:cubicBezTo>
                    <a:pt x="2911" y="3234"/>
                    <a:pt x="2841" y="3442"/>
                    <a:pt x="2865" y="3650"/>
                  </a:cubicBezTo>
                  <a:cubicBezTo>
                    <a:pt x="3303" y="6237"/>
                    <a:pt x="3303" y="6237"/>
                    <a:pt x="3303" y="6237"/>
                  </a:cubicBezTo>
                  <a:lnTo>
                    <a:pt x="1317" y="6237"/>
                  </a:lnTo>
                  <a:cubicBezTo>
                    <a:pt x="1756" y="3650"/>
                    <a:pt x="1756" y="3650"/>
                    <a:pt x="1756" y="3650"/>
                  </a:cubicBezTo>
                  <a:cubicBezTo>
                    <a:pt x="1779" y="3442"/>
                    <a:pt x="1710" y="3234"/>
                    <a:pt x="1548" y="3096"/>
                  </a:cubicBezTo>
                  <a:cubicBezTo>
                    <a:pt x="1340" y="2888"/>
                    <a:pt x="1202" y="2611"/>
                    <a:pt x="1202" y="2287"/>
                  </a:cubicBezTo>
                  <a:cubicBezTo>
                    <a:pt x="1202" y="1687"/>
                    <a:pt x="1710" y="1179"/>
                    <a:pt x="2310" y="1179"/>
                  </a:cubicBezTo>
                  <a:close/>
                  <a:moveTo>
                    <a:pt x="2310" y="1"/>
                  </a:moveTo>
                  <a:cubicBezTo>
                    <a:pt x="1040" y="1"/>
                    <a:pt x="1" y="1017"/>
                    <a:pt x="1" y="2287"/>
                  </a:cubicBezTo>
                  <a:cubicBezTo>
                    <a:pt x="1" y="2818"/>
                    <a:pt x="185" y="3327"/>
                    <a:pt x="532" y="3742"/>
                  </a:cubicBezTo>
                  <a:cubicBezTo>
                    <a:pt x="24" y="6745"/>
                    <a:pt x="24" y="6745"/>
                    <a:pt x="24" y="6745"/>
                  </a:cubicBezTo>
                  <a:cubicBezTo>
                    <a:pt x="1" y="6906"/>
                    <a:pt x="47" y="7091"/>
                    <a:pt x="162" y="7230"/>
                  </a:cubicBezTo>
                  <a:cubicBezTo>
                    <a:pt x="255" y="7345"/>
                    <a:pt x="439" y="7438"/>
                    <a:pt x="601" y="7438"/>
                  </a:cubicBezTo>
                  <a:lnTo>
                    <a:pt x="4019" y="7438"/>
                  </a:lnTo>
                  <a:cubicBezTo>
                    <a:pt x="4181" y="7438"/>
                    <a:pt x="4366" y="7345"/>
                    <a:pt x="4458" y="7230"/>
                  </a:cubicBezTo>
                  <a:cubicBezTo>
                    <a:pt x="4574" y="7091"/>
                    <a:pt x="4620" y="6906"/>
                    <a:pt x="4597" y="6745"/>
                  </a:cubicBezTo>
                  <a:cubicBezTo>
                    <a:pt x="4089" y="3742"/>
                    <a:pt x="4089" y="3742"/>
                    <a:pt x="4089" y="3742"/>
                  </a:cubicBezTo>
                  <a:cubicBezTo>
                    <a:pt x="4435" y="3327"/>
                    <a:pt x="4620" y="2818"/>
                    <a:pt x="4620" y="2287"/>
                  </a:cubicBezTo>
                  <a:cubicBezTo>
                    <a:pt x="4620" y="1017"/>
                    <a:pt x="3581" y="1"/>
                    <a:pt x="2310"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6"/>
            <p:cNvSpPr/>
            <p:nvPr/>
          </p:nvSpPr>
          <p:spPr>
            <a:xfrm>
              <a:off x="5188650" y="2441450"/>
              <a:ext cx="846900" cy="903675"/>
            </a:xfrm>
            <a:custGeom>
              <a:rect b="b" l="l" r="r" t="t"/>
              <a:pathLst>
                <a:path extrusionOk="0" h="36147" w="33876">
                  <a:moveTo>
                    <a:pt x="24167" y="1271"/>
                  </a:moveTo>
                  <a:cubicBezTo>
                    <a:pt x="24375" y="1271"/>
                    <a:pt x="24537" y="1410"/>
                    <a:pt x="24560" y="1594"/>
                  </a:cubicBezTo>
                  <a:cubicBezTo>
                    <a:pt x="24560" y="1594"/>
                    <a:pt x="24560" y="1594"/>
                    <a:pt x="24560" y="1617"/>
                  </a:cubicBezTo>
                  <a:cubicBezTo>
                    <a:pt x="24606" y="1733"/>
                    <a:pt x="24883" y="2888"/>
                    <a:pt x="25946" y="4505"/>
                  </a:cubicBezTo>
                  <a:cubicBezTo>
                    <a:pt x="26962" y="6006"/>
                    <a:pt x="28902" y="8246"/>
                    <a:pt x="32413" y="10348"/>
                  </a:cubicBezTo>
                  <a:cubicBezTo>
                    <a:pt x="32551" y="10440"/>
                    <a:pt x="32644" y="10625"/>
                    <a:pt x="32598" y="10810"/>
                  </a:cubicBezTo>
                  <a:cubicBezTo>
                    <a:pt x="32505" y="11156"/>
                    <a:pt x="30334" y="19609"/>
                    <a:pt x="27193" y="24829"/>
                  </a:cubicBezTo>
                  <a:cubicBezTo>
                    <a:pt x="25253" y="28039"/>
                    <a:pt x="22782" y="30580"/>
                    <a:pt x="21488" y="31804"/>
                  </a:cubicBezTo>
                  <a:cubicBezTo>
                    <a:pt x="20541" y="32682"/>
                    <a:pt x="19641" y="33444"/>
                    <a:pt x="18832" y="33998"/>
                  </a:cubicBezTo>
                  <a:cubicBezTo>
                    <a:pt x="18001" y="34576"/>
                    <a:pt x="17354" y="34853"/>
                    <a:pt x="16938" y="34853"/>
                  </a:cubicBezTo>
                  <a:cubicBezTo>
                    <a:pt x="16522" y="34853"/>
                    <a:pt x="15876" y="34576"/>
                    <a:pt x="15044" y="33998"/>
                  </a:cubicBezTo>
                  <a:cubicBezTo>
                    <a:pt x="14236" y="33444"/>
                    <a:pt x="13335" y="32682"/>
                    <a:pt x="12388" y="31804"/>
                  </a:cubicBezTo>
                  <a:cubicBezTo>
                    <a:pt x="11095" y="30580"/>
                    <a:pt x="8623" y="28039"/>
                    <a:pt x="6683" y="24829"/>
                  </a:cubicBezTo>
                  <a:cubicBezTo>
                    <a:pt x="3519" y="19586"/>
                    <a:pt x="1371" y="11156"/>
                    <a:pt x="1279" y="10810"/>
                  </a:cubicBezTo>
                  <a:cubicBezTo>
                    <a:pt x="1233" y="10625"/>
                    <a:pt x="1325" y="10440"/>
                    <a:pt x="1464" y="10348"/>
                  </a:cubicBezTo>
                  <a:cubicBezTo>
                    <a:pt x="8300" y="6260"/>
                    <a:pt x="9293" y="1641"/>
                    <a:pt x="9316" y="1594"/>
                  </a:cubicBezTo>
                  <a:cubicBezTo>
                    <a:pt x="9339" y="1410"/>
                    <a:pt x="9524" y="1271"/>
                    <a:pt x="9709" y="1271"/>
                  </a:cubicBezTo>
                  <a:close/>
                  <a:moveTo>
                    <a:pt x="9709" y="1"/>
                  </a:moveTo>
                  <a:cubicBezTo>
                    <a:pt x="8924" y="1"/>
                    <a:pt x="8231" y="555"/>
                    <a:pt x="8069" y="1340"/>
                  </a:cubicBezTo>
                  <a:cubicBezTo>
                    <a:pt x="8046" y="1387"/>
                    <a:pt x="7076" y="5521"/>
                    <a:pt x="817" y="9262"/>
                  </a:cubicBezTo>
                  <a:cubicBezTo>
                    <a:pt x="170" y="9655"/>
                    <a:pt x="-130" y="10394"/>
                    <a:pt x="55" y="11110"/>
                  </a:cubicBezTo>
                  <a:cubicBezTo>
                    <a:pt x="147" y="11480"/>
                    <a:pt x="2341" y="20094"/>
                    <a:pt x="5598" y="25476"/>
                  </a:cubicBezTo>
                  <a:cubicBezTo>
                    <a:pt x="7607" y="28825"/>
                    <a:pt x="10171" y="31458"/>
                    <a:pt x="11511" y="32728"/>
                  </a:cubicBezTo>
                  <a:cubicBezTo>
                    <a:pt x="12504" y="33652"/>
                    <a:pt x="13474" y="34460"/>
                    <a:pt x="14305" y="35038"/>
                  </a:cubicBezTo>
                  <a:cubicBezTo>
                    <a:pt x="15714" y="36008"/>
                    <a:pt x="16453" y="36146"/>
                    <a:pt x="16938" y="36146"/>
                  </a:cubicBezTo>
                  <a:cubicBezTo>
                    <a:pt x="17423" y="36146"/>
                    <a:pt x="18162" y="36008"/>
                    <a:pt x="19571" y="35038"/>
                  </a:cubicBezTo>
                  <a:cubicBezTo>
                    <a:pt x="20403" y="34460"/>
                    <a:pt x="21373" y="33652"/>
                    <a:pt x="22366" y="32728"/>
                  </a:cubicBezTo>
                  <a:cubicBezTo>
                    <a:pt x="23705" y="31458"/>
                    <a:pt x="26269" y="28825"/>
                    <a:pt x="28279" y="25476"/>
                  </a:cubicBezTo>
                  <a:cubicBezTo>
                    <a:pt x="31535" y="20094"/>
                    <a:pt x="33729" y="11480"/>
                    <a:pt x="33822" y="11110"/>
                  </a:cubicBezTo>
                  <a:cubicBezTo>
                    <a:pt x="34007" y="10394"/>
                    <a:pt x="33706" y="9655"/>
                    <a:pt x="33060" y="9262"/>
                  </a:cubicBezTo>
                  <a:cubicBezTo>
                    <a:pt x="29757" y="7276"/>
                    <a:pt x="27955" y="5197"/>
                    <a:pt x="27008" y="3789"/>
                  </a:cubicBezTo>
                  <a:cubicBezTo>
                    <a:pt x="26108" y="2426"/>
                    <a:pt x="25830" y="1433"/>
                    <a:pt x="25807" y="1340"/>
                  </a:cubicBezTo>
                  <a:cubicBezTo>
                    <a:pt x="25646" y="555"/>
                    <a:pt x="24976" y="1"/>
                    <a:pt x="24167"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6"/>
            <p:cNvSpPr/>
            <p:nvPr/>
          </p:nvSpPr>
          <p:spPr>
            <a:xfrm>
              <a:off x="5041600" y="2286725"/>
              <a:ext cx="1141000" cy="1140950"/>
            </a:xfrm>
            <a:custGeom>
              <a:rect b="b" l="l" r="r" t="t"/>
              <a:pathLst>
                <a:path extrusionOk="0" h="45638" w="45640">
                  <a:moveTo>
                    <a:pt x="22820" y="1293"/>
                  </a:moveTo>
                  <a:cubicBezTo>
                    <a:pt x="34692" y="1293"/>
                    <a:pt x="44346" y="10948"/>
                    <a:pt x="44346" y="22819"/>
                  </a:cubicBezTo>
                  <a:cubicBezTo>
                    <a:pt x="44346" y="34690"/>
                    <a:pt x="34692" y="44345"/>
                    <a:pt x="22820" y="44345"/>
                  </a:cubicBezTo>
                  <a:cubicBezTo>
                    <a:pt x="10949" y="44345"/>
                    <a:pt x="1294" y="34690"/>
                    <a:pt x="1294" y="22819"/>
                  </a:cubicBezTo>
                  <a:cubicBezTo>
                    <a:pt x="1294" y="10948"/>
                    <a:pt x="10949" y="1293"/>
                    <a:pt x="22820" y="1293"/>
                  </a:cubicBezTo>
                  <a:close/>
                  <a:moveTo>
                    <a:pt x="22820" y="0"/>
                  </a:moveTo>
                  <a:cubicBezTo>
                    <a:pt x="16723" y="0"/>
                    <a:pt x="10995" y="2379"/>
                    <a:pt x="6676" y="6675"/>
                  </a:cubicBezTo>
                  <a:cubicBezTo>
                    <a:pt x="2380" y="10994"/>
                    <a:pt x="1" y="16722"/>
                    <a:pt x="1" y="22819"/>
                  </a:cubicBezTo>
                  <a:cubicBezTo>
                    <a:pt x="1" y="28916"/>
                    <a:pt x="2380" y="34644"/>
                    <a:pt x="6676" y="38963"/>
                  </a:cubicBezTo>
                  <a:cubicBezTo>
                    <a:pt x="10995" y="43259"/>
                    <a:pt x="16723" y="45638"/>
                    <a:pt x="22820" y="45638"/>
                  </a:cubicBezTo>
                  <a:cubicBezTo>
                    <a:pt x="28918" y="45638"/>
                    <a:pt x="34646" y="43259"/>
                    <a:pt x="38965" y="38963"/>
                  </a:cubicBezTo>
                  <a:cubicBezTo>
                    <a:pt x="43261" y="34644"/>
                    <a:pt x="45640" y="28916"/>
                    <a:pt x="45640" y="22819"/>
                  </a:cubicBezTo>
                  <a:cubicBezTo>
                    <a:pt x="45640" y="16722"/>
                    <a:pt x="43261" y="10994"/>
                    <a:pt x="38965" y="6675"/>
                  </a:cubicBezTo>
                  <a:cubicBezTo>
                    <a:pt x="34646" y="2379"/>
                    <a:pt x="28918" y="0"/>
                    <a:pt x="2282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 name="Google Shape;960;p56"/>
          <p:cNvGrpSpPr/>
          <p:nvPr/>
        </p:nvGrpSpPr>
        <p:grpSpPr>
          <a:xfrm>
            <a:off x="6178493" y="2825363"/>
            <a:ext cx="410409" cy="410409"/>
            <a:chOff x="3826125" y="3532600"/>
            <a:chExt cx="626675" cy="626675"/>
          </a:xfrm>
        </p:grpSpPr>
        <p:sp>
          <p:nvSpPr>
            <p:cNvPr id="961" name="Google Shape;961;p56"/>
            <p:cNvSpPr/>
            <p:nvPr/>
          </p:nvSpPr>
          <p:spPr>
            <a:xfrm>
              <a:off x="3935750" y="3642125"/>
              <a:ext cx="419800" cy="431925"/>
            </a:xfrm>
            <a:custGeom>
              <a:rect b="b" l="l" r="r" t="t"/>
              <a:pathLst>
                <a:path extrusionOk="0" h="17277" w="16792">
                  <a:moveTo>
                    <a:pt x="1217" y="955"/>
                  </a:moveTo>
                  <a:cubicBezTo>
                    <a:pt x="2953" y="1829"/>
                    <a:pt x="2953" y="1829"/>
                    <a:pt x="2953" y="1829"/>
                  </a:cubicBezTo>
                  <a:lnTo>
                    <a:pt x="1217" y="2691"/>
                  </a:lnTo>
                  <a:cubicBezTo>
                    <a:pt x="1217" y="955"/>
                    <a:pt x="1217" y="955"/>
                    <a:pt x="1217" y="955"/>
                  </a:cubicBezTo>
                  <a:close/>
                  <a:moveTo>
                    <a:pt x="11672" y="727"/>
                  </a:moveTo>
                  <a:lnTo>
                    <a:pt x="11672" y="2919"/>
                  </a:lnTo>
                  <a:lnTo>
                    <a:pt x="9492" y="2919"/>
                  </a:lnTo>
                  <a:cubicBezTo>
                    <a:pt x="9492" y="727"/>
                    <a:pt x="9492" y="727"/>
                    <a:pt x="9492" y="727"/>
                  </a:cubicBezTo>
                  <a:close/>
                  <a:moveTo>
                    <a:pt x="8757" y="6797"/>
                  </a:moveTo>
                  <a:cubicBezTo>
                    <a:pt x="8757" y="8533"/>
                    <a:pt x="8757" y="8533"/>
                    <a:pt x="8757" y="8533"/>
                  </a:cubicBezTo>
                  <a:cubicBezTo>
                    <a:pt x="7021" y="7671"/>
                    <a:pt x="7021" y="7671"/>
                    <a:pt x="7021" y="7671"/>
                  </a:cubicBezTo>
                  <a:lnTo>
                    <a:pt x="8757" y="6797"/>
                  </a:lnTo>
                  <a:close/>
                  <a:moveTo>
                    <a:pt x="6324" y="12892"/>
                  </a:moveTo>
                  <a:lnTo>
                    <a:pt x="6324" y="15085"/>
                  </a:lnTo>
                  <a:lnTo>
                    <a:pt x="4132" y="15085"/>
                  </a:lnTo>
                  <a:cubicBezTo>
                    <a:pt x="4132" y="12892"/>
                    <a:pt x="4132" y="12892"/>
                    <a:pt x="4132" y="12892"/>
                  </a:cubicBezTo>
                  <a:close/>
                  <a:moveTo>
                    <a:pt x="13496" y="11435"/>
                  </a:moveTo>
                  <a:cubicBezTo>
                    <a:pt x="14916" y="11435"/>
                    <a:pt x="16056" y="12588"/>
                    <a:pt x="16056" y="13995"/>
                  </a:cubicBezTo>
                  <a:cubicBezTo>
                    <a:pt x="16056" y="15401"/>
                    <a:pt x="14916" y="16542"/>
                    <a:pt x="13496" y="16542"/>
                  </a:cubicBezTo>
                  <a:cubicBezTo>
                    <a:pt x="12090" y="16542"/>
                    <a:pt x="10949" y="15401"/>
                    <a:pt x="10949" y="13995"/>
                  </a:cubicBezTo>
                  <a:cubicBezTo>
                    <a:pt x="10949" y="12588"/>
                    <a:pt x="12090" y="11435"/>
                    <a:pt x="13496" y="11435"/>
                  </a:cubicBezTo>
                  <a:close/>
                  <a:moveTo>
                    <a:pt x="850" y="1"/>
                  </a:moveTo>
                  <a:cubicBezTo>
                    <a:pt x="782" y="1"/>
                    <a:pt x="715" y="20"/>
                    <a:pt x="659" y="55"/>
                  </a:cubicBezTo>
                  <a:cubicBezTo>
                    <a:pt x="545" y="118"/>
                    <a:pt x="482" y="245"/>
                    <a:pt x="482" y="372"/>
                  </a:cubicBezTo>
                  <a:cubicBezTo>
                    <a:pt x="482" y="3287"/>
                    <a:pt x="482" y="3287"/>
                    <a:pt x="482" y="3287"/>
                  </a:cubicBezTo>
                  <a:cubicBezTo>
                    <a:pt x="482" y="3413"/>
                    <a:pt x="545" y="3527"/>
                    <a:pt x="659" y="3603"/>
                  </a:cubicBezTo>
                  <a:cubicBezTo>
                    <a:pt x="710" y="3629"/>
                    <a:pt x="786" y="3654"/>
                    <a:pt x="849" y="3654"/>
                  </a:cubicBezTo>
                  <a:cubicBezTo>
                    <a:pt x="900" y="3654"/>
                    <a:pt x="964" y="3641"/>
                    <a:pt x="1014" y="3616"/>
                  </a:cubicBezTo>
                  <a:cubicBezTo>
                    <a:pt x="3853" y="2197"/>
                    <a:pt x="3853" y="2197"/>
                    <a:pt x="3853" y="2197"/>
                  </a:cubicBezTo>
                  <a:lnTo>
                    <a:pt x="8757" y="2197"/>
                  </a:lnTo>
                  <a:cubicBezTo>
                    <a:pt x="8757" y="3287"/>
                    <a:pt x="8757" y="3287"/>
                    <a:pt x="8757" y="3287"/>
                  </a:cubicBezTo>
                  <a:cubicBezTo>
                    <a:pt x="8757" y="3489"/>
                    <a:pt x="8922" y="3654"/>
                    <a:pt x="9124" y="3654"/>
                  </a:cubicBezTo>
                  <a:lnTo>
                    <a:pt x="12039" y="3654"/>
                  </a:lnTo>
                  <a:cubicBezTo>
                    <a:pt x="12242" y="3654"/>
                    <a:pt x="12407" y="3489"/>
                    <a:pt x="12407" y="3287"/>
                  </a:cubicBezTo>
                  <a:cubicBezTo>
                    <a:pt x="12407" y="2197"/>
                    <a:pt x="12407" y="2197"/>
                    <a:pt x="12407" y="2197"/>
                  </a:cubicBezTo>
                  <a:lnTo>
                    <a:pt x="13015" y="2197"/>
                  </a:lnTo>
                  <a:cubicBezTo>
                    <a:pt x="14422" y="2197"/>
                    <a:pt x="15575" y="3337"/>
                    <a:pt x="15575" y="4744"/>
                  </a:cubicBezTo>
                  <a:cubicBezTo>
                    <a:pt x="15575" y="6151"/>
                    <a:pt x="14422" y="7304"/>
                    <a:pt x="13015" y="7304"/>
                  </a:cubicBezTo>
                  <a:lnTo>
                    <a:pt x="9492" y="7304"/>
                  </a:lnTo>
                  <a:cubicBezTo>
                    <a:pt x="9492" y="6201"/>
                    <a:pt x="9492" y="6201"/>
                    <a:pt x="9492" y="6201"/>
                  </a:cubicBezTo>
                  <a:cubicBezTo>
                    <a:pt x="9492" y="6074"/>
                    <a:pt x="9416" y="5960"/>
                    <a:pt x="9315" y="5897"/>
                  </a:cubicBezTo>
                  <a:cubicBezTo>
                    <a:pt x="9252" y="5862"/>
                    <a:pt x="9185" y="5843"/>
                    <a:pt x="9119" y="5843"/>
                  </a:cubicBezTo>
                  <a:cubicBezTo>
                    <a:pt x="9065" y="5843"/>
                    <a:pt x="9011" y="5856"/>
                    <a:pt x="8960" y="5884"/>
                  </a:cubicBezTo>
                  <a:cubicBezTo>
                    <a:pt x="6121" y="7304"/>
                    <a:pt x="6121" y="7304"/>
                    <a:pt x="6121" y="7304"/>
                  </a:cubicBezTo>
                  <a:lnTo>
                    <a:pt x="3523" y="7304"/>
                  </a:lnTo>
                  <a:cubicBezTo>
                    <a:pt x="1584" y="7304"/>
                    <a:pt x="0" y="8888"/>
                    <a:pt x="0" y="10827"/>
                  </a:cubicBezTo>
                  <a:cubicBezTo>
                    <a:pt x="0" y="12727"/>
                    <a:pt x="1521" y="14286"/>
                    <a:pt x="3409" y="14350"/>
                  </a:cubicBezTo>
                  <a:cubicBezTo>
                    <a:pt x="3409" y="15452"/>
                    <a:pt x="3409" y="15452"/>
                    <a:pt x="3409" y="15452"/>
                  </a:cubicBezTo>
                  <a:cubicBezTo>
                    <a:pt x="3409" y="15655"/>
                    <a:pt x="3561" y="15820"/>
                    <a:pt x="3764" y="15820"/>
                  </a:cubicBezTo>
                  <a:lnTo>
                    <a:pt x="6691" y="15820"/>
                  </a:lnTo>
                  <a:cubicBezTo>
                    <a:pt x="6894" y="15820"/>
                    <a:pt x="7059" y="15655"/>
                    <a:pt x="7059" y="15452"/>
                  </a:cubicBezTo>
                  <a:cubicBezTo>
                    <a:pt x="7059" y="14362"/>
                    <a:pt x="7059" y="14362"/>
                    <a:pt x="7059" y="14362"/>
                  </a:cubicBezTo>
                  <a:lnTo>
                    <a:pt x="10240" y="14362"/>
                  </a:lnTo>
                  <a:cubicBezTo>
                    <a:pt x="10417" y="15997"/>
                    <a:pt x="11811" y="17277"/>
                    <a:pt x="13496" y="17277"/>
                  </a:cubicBezTo>
                  <a:cubicBezTo>
                    <a:pt x="15309" y="17277"/>
                    <a:pt x="16791" y="15807"/>
                    <a:pt x="16791" y="13995"/>
                  </a:cubicBezTo>
                  <a:cubicBezTo>
                    <a:pt x="16791" y="12183"/>
                    <a:pt x="15309" y="10713"/>
                    <a:pt x="13496" y="10713"/>
                  </a:cubicBezTo>
                  <a:cubicBezTo>
                    <a:pt x="11811" y="10713"/>
                    <a:pt x="10417" y="11992"/>
                    <a:pt x="10240" y="13627"/>
                  </a:cubicBezTo>
                  <a:lnTo>
                    <a:pt x="7059" y="13627"/>
                  </a:lnTo>
                  <a:cubicBezTo>
                    <a:pt x="7059" y="12537"/>
                    <a:pt x="7059" y="12537"/>
                    <a:pt x="7059" y="12537"/>
                  </a:cubicBezTo>
                  <a:cubicBezTo>
                    <a:pt x="7059" y="12335"/>
                    <a:pt x="6894" y="12170"/>
                    <a:pt x="6691" y="12170"/>
                  </a:cubicBezTo>
                  <a:lnTo>
                    <a:pt x="3764" y="12170"/>
                  </a:lnTo>
                  <a:cubicBezTo>
                    <a:pt x="3561" y="12170"/>
                    <a:pt x="3409" y="12335"/>
                    <a:pt x="3409" y="12537"/>
                  </a:cubicBezTo>
                  <a:cubicBezTo>
                    <a:pt x="3409" y="13627"/>
                    <a:pt x="3409" y="13627"/>
                    <a:pt x="3409" y="13627"/>
                  </a:cubicBezTo>
                  <a:cubicBezTo>
                    <a:pt x="1914" y="13564"/>
                    <a:pt x="723" y="12335"/>
                    <a:pt x="723" y="10827"/>
                  </a:cubicBezTo>
                  <a:cubicBezTo>
                    <a:pt x="723" y="9281"/>
                    <a:pt x="1977" y="8026"/>
                    <a:pt x="3523" y="8026"/>
                  </a:cubicBezTo>
                  <a:lnTo>
                    <a:pt x="6121" y="8026"/>
                  </a:lnTo>
                  <a:cubicBezTo>
                    <a:pt x="8960" y="9458"/>
                    <a:pt x="8960" y="9458"/>
                    <a:pt x="8960" y="9458"/>
                  </a:cubicBezTo>
                  <a:cubicBezTo>
                    <a:pt x="9010" y="9483"/>
                    <a:pt x="9061" y="9496"/>
                    <a:pt x="9124" y="9496"/>
                  </a:cubicBezTo>
                  <a:cubicBezTo>
                    <a:pt x="9188" y="9496"/>
                    <a:pt x="9251" y="9471"/>
                    <a:pt x="9315" y="9433"/>
                  </a:cubicBezTo>
                  <a:cubicBezTo>
                    <a:pt x="9416" y="9369"/>
                    <a:pt x="9492" y="9255"/>
                    <a:pt x="9492" y="9129"/>
                  </a:cubicBezTo>
                  <a:cubicBezTo>
                    <a:pt x="9492" y="8026"/>
                    <a:pt x="9492" y="8026"/>
                    <a:pt x="9492" y="8026"/>
                  </a:cubicBezTo>
                  <a:lnTo>
                    <a:pt x="13015" y="8026"/>
                  </a:lnTo>
                  <a:cubicBezTo>
                    <a:pt x="14827" y="8026"/>
                    <a:pt x="16297" y="6556"/>
                    <a:pt x="16297" y="4744"/>
                  </a:cubicBezTo>
                  <a:cubicBezTo>
                    <a:pt x="16297" y="2932"/>
                    <a:pt x="14827" y="1462"/>
                    <a:pt x="13015" y="1462"/>
                  </a:cubicBezTo>
                  <a:lnTo>
                    <a:pt x="12407" y="1462"/>
                  </a:lnTo>
                  <a:cubicBezTo>
                    <a:pt x="12407" y="372"/>
                    <a:pt x="12407" y="372"/>
                    <a:pt x="12407" y="372"/>
                  </a:cubicBezTo>
                  <a:cubicBezTo>
                    <a:pt x="12407" y="169"/>
                    <a:pt x="12242" y="4"/>
                    <a:pt x="12039" y="4"/>
                  </a:cubicBezTo>
                  <a:lnTo>
                    <a:pt x="9124" y="4"/>
                  </a:lnTo>
                  <a:cubicBezTo>
                    <a:pt x="8922" y="4"/>
                    <a:pt x="8757" y="169"/>
                    <a:pt x="8757" y="372"/>
                  </a:cubicBezTo>
                  <a:cubicBezTo>
                    <a:pt x="8757" y="1462"/>
                    <a:pt x="8757" y="1462"/>
                    <a:pt x="8757" y="1462"/>
                  </a:cubicBezTo>
                  <a:lnTo>
                    <a:pt x="3853" y="1462"/>
                  </a:lnTo>
                  <a:cubicBezTo>
                    <a:pt x="1014" y="42"/>
                    <a:pt x="1014" y="42"/>
                    <a:pt x="1014" y="42"/>
                  </a:cubicBezTo>
                  <a:cubicBezTo>
                    <a:pt x="963" y="14"/>
                    <a:pt x="906" y="1"/>
                    <a:pt x="850"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56"/>
            <p:cNvSpPr/>
            <p:nvPr/>
          </p:nvSpPr>
          <p:spPr>
            <a:xfrm>
              <a:off x="3826125" y="3532600"/>
              <a:ext cx="626675" cy="626675"/>
            </a:xfrm>
            <a:custGeom>
              <a:rect b="b" l="l" r="r" t="t"/>
              <a:pathLst>
                <a:path extrusionOk="0" h="25067" w="25067">
                  <a:moveTo>
                    <a:pt x="12774" y="736"/>
                  </a:moveTo>
                  <a:cubicBezTo>
                    <a:pt x="19149" y="736"/>
                    <a:pt x="24332" y="5919"/>
                    <a:pt x="24332" y="12293"/>
                  </a:cubicBezTo>
                  <a:lnTo>
                    <a:pt x="24332" y="12775"/>
                  </a:lnTo>
                  <a:cubicBezTo>
                    <a:pt x="24332" y="19149"/>
                    <a:pt x="19149" y="24332"/>
                    <a:pt x="12774" y="24332"/>
                  </a:cubicBezTo>
                  <a:lnTo>
                    <a:pt x="12293" y="24332"/>
                  </a:lnTo>
                  <a:cubicBezTo>
                    <a:pt x="5919" y="24332"/>
                    <a:pt x="736" y="19149"/>
                    <a:pt x="736" y="12775"/>
                  </a:cubicBezTo>
                  <a:cubicBezTo>
                    <a:pt x="736" y="12293"/>
                    <a:pt x="736" y="12293"/>
                    <a:pt x="736" y="12293"/>
                  </a:cubicBezTo>
                  <a:cubicBezTo>
                    <a:pt x="736" y="5919"/>
                    <a:pt x="5919" y="736"/>
                    <a:pt x="12293" y="736"/>
                  </a:cubicBezTo>
                  <a:close/>
                  <a:moveTo>
                    <a:pt x="12293" y="1"/>
                  </a:moveTo>
                  <a:cubicBezTo>
                    <a:pt x="9011" y="1"/>
                    <a:pt x="5919" y="1281"/>
                    <a:pt x="3600" y="3600"/>
                  </a:cubicBezTo>
                  <a:cubicBezTo>
                    <a:pt x="1281" y="5919"/>
                    <a:pt x="1" y="9011"/>
                    <a:pt x="1" y="12293"/>
                  </a:cubicBezTo>
                  <a:cubicBezTo>
                    <a:pt x="1" y="12775"/>
                    <a:pt x="1" y="12775"/>
                    <a:pt x="1" y="12775"/>
                  </a:cubicBezTo>
                  <a:cubicBezTo>
                    <a:pt x="1" y="16057"/>
                    <a:pt x="1281" y="19149"/>
                    <a:pt x="3600" y="21468"/>
                  </a:cubicBezTo>
                  <a:cubicBezTo>
                    <a:pt x="5919" y="23787"/>
                    <a:pt x="9011" y="25067"/>
                    <a:pt x="12293" y="25067"/>
                  </a:cubicBezTo>
                  <a:lnTo>
                    <a:pt x="12774" y="25067"/>
                  </a:lnTo>
                  <a:cubicBezTo>
                    <a:pt x="16057" y="25067"/>
                    <a:pt x="19149" y="23787"/>
                    <a:pt x="21468" y="21468"/>
                  </a:cubicBezTo>
                  <a:cubicBezTo>
                    <a:pt x="23787" y="19149"/>
                    <a:pt x="25067" y="16057"/>
                    <a:pt x="25067" y="12775"/>
                  </a:cubicBezTo>
                  <a:cubicBezTo>
                    <a:pt x="25067" y="12293"/>
                    <a:pt x="25067" y="12293"/>
                    <a:pt x="25067" y="12293"/>
                  </a:cubicBezTo>
                  <a:cubicBezTo>
                    <a:pt x="25067" y="9011"/>
                    <a:pt x="23787" y="5919"/>
                    <a:pt x="21468" y="3600"/>
                  </a:cubicBezTo>
                  <a:cubicBezTo>
                    <a:pt x="19149" y="1281"/>
                    <a:pt x="16057" y="1"/>
                    <a:pt x="12774"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6"/>
            <p:cNvSpPr/>
            <p:nvPr/>
          </p:nvSpPr>
          <p:spPr>
            <a:xfrm>
              <a:off x="4239800" y="3958450"/>
              <a:ext cx="66975" cy="66825"/>
            </a:xfrm>
            <a:custGeom>
              <a:rect b="b" l="l" r="r" t="t"/>
              <a:pathLst>
                <a:path extrusionOk="0" h="2673" w="2679">
                  <a:moveTo>
                    <a:pt x="2319" y="0"/>
                  </a:moveTo>
                  <a:cubicBezTo>
                    <a:pt x="2194" y="0"/>
                    <a:pt x="2074" y="65"/>
                    <a:pt x="2006" y="176"/>
                  </a:cubicBezTo>
                  <a:cubicBezTo>
                    <a:pt x="1068" y="1722"/>
                    <a:pt x="1068" y="1722"/>
                    <a:pt x="1068" y="1722"/>
                  </a:cubicBezTo>
                  <a:cubicBezTo>
                    <a:pt x="625" y="1278"/>
                    <a:pt x="625" y="1278"/>
                    <a:pt x="625" y="1278"/>
                  </a:cubicBezTo>
                  <a:cubicBezTo>
                    <a:pt x="555" y="1209"/>
                    <a:pt x="460" y="1174"/>
                    <a:pt x="365" y="1174"/>
                  </a:cubicBezTo>
                  <a:cubicBezTo>
                    <a:pt x="270" y="1174"/>
                    <a:pt x="175" y="1209"/>
                    <a:pt x="105" y="1278"/>
                  </a:cubicBezTo>
                  <a:cubicBezTo>
                    <a:pt x="-34" y="1418"/>
                    <a:pt x="-34" y="1646"/>
                    <a:pt x="105" y="1798"/>
                  </a:cubicBezTo>
                  <a:cubicBezTo>
                    <a:pt x="891" y="2571"/>
                    <a:pt x="891" y="2571"/>
                    <a:pt x="891" y="2571"/>
                  </a:cubicBezTo>
                  <a:cubicBezTo>
                    <a:pt x="954" y="2634"/>
                    <a:pt x="1043" y="2672"/>
                    <a:pt x="1144" y="2672"/>
                  </a:cubicBezTo>
                  <a:lnTo>
                    <a:pt x="1195" y="2672"/>
                  </a:lnTo>
                  <a:cubicBezTo>
                    <a:pt x="1296" y="2660"/>
                    <a:pt x="1398" y="2596"/>
                    <a:pt x="1461" y="2495"/>
                  </a:cubicBezTo>
                  <a:cubicBezTo>
                    <a:pt x="2627" y="556"/>
                    <a:pt x="2627" y="556"/>
                    <a:pt x="2627" y="556"/>
                  </a:cubicBezTo>
                  <a:cubicBezTo>
                    <a:pt x="2728" y="379"/>
                    <a:pt x="2678" y="150"/>
                    <a:pt x="2500" y="49"/>
                  </a:cubicBezTo>
                  <a:cubicBezTo>
                    <a:pt x="2442" y="16"/>
                    <a:pt x="2380" y="0"/>
                    <a:pt x="231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56"/>
          <p:cNvGrpSpPr/>
          <p:nvPr/>
        </p:nvGrpSpPr>
        <p:grpSpPr>
          <a:xfrm>
            <a:off x="6178468" y="3402551"/>
            <a:ext cx="410456" cy="410447"/>
            <a:chOff x="3833300" y="2280825"/>
            <a:chExt cx="1151025" cy="1151000"/>
          </a:xfrm>
        </p:grpSpPr>
        <p:sp>
          <p:nvSpPr>
            <p:cNvPr id="965" name="Google Shape;965;p56"/>
            <p:cNvSpPr/>
            <p:nvPr/>
          </p:nvSpPr>
          <p:spPr>
            <a:xfrm>
              <a:off x="4497325" y="2486425"/>
              <a:ext cx="297700" cy="357675"/>
            </a:xfrm>
            <a:custGeom>
              <a:rect b="b" l="l" r="r" t="t"/>
              <a:pathLst>
                <a:path extrusionOk="0" h="14307" w="11908">
                  <a:moveTo>
                    <a:pt x="11255" y="1"/>
                  </a:moveTo>
                  <a:cubicBezTo>
                    <a:pt x="10905" y="1"/>
                    <a:pt x="10602" y="304"/>
                    <a:pt x="10602" y="653"/>
                  </a:cubicBezTo>
                  <a:cubicBezTo>
                    <a:pt x="10602" y="2983"/>
                    <a:pt x="10020" y="6897"/>
                    <a:pt x="6012" y="6897"/>
                  </a:cubicBezTo>
                  <a:cubicBezTo>
                    <a:pt x="5639" y="6897"/>
                    <a:pt x="5360" y="7177"/>
                    <a:pt x="5360" y="7550"/>
                  </a:cubicBezTo>
                  <a:cubicBezTo>
                    <a:pt x="5360" y="10602"/>
                    <a:pt x="3286" y="13002"/>
                    <a:pt x="653" y="13002"/>
                  </a:cubicBezTo>
                  <a:cubicBezTo>
                    <a:pt x="304" y="13002"/>
                    <a:pt x="1" y="13281"/>
                    <a:pt x="1" y="13654"/>
                  </a:cubicBezTo>
                  <a:cubicBezTo>
                    <a:pt x="1" y="14004"/>
                    <a:pt x="304" y="14307"/>
                    <a:pt x="653" y="14307"/>
                  </a:cubicBezTo>
                  <a:cubicBezTo>
                    <a:pt x="3822" y="14307"/>
                    <a:pt x="6362" y="11650"/>
                    <a:pt x="6641" y="8156"/>
                  </a:cubicBezTo>
                  <a:cubicBezTo>
                    <a:pt x="9997" y="7876"/>
                    <a:pt x="11907" y="5173"/>
                    <a:pt x="11907" y="653"/>
                  </a:cubicBezTo>
                  <a:cubicBezTo>
                    <a:pt x="11907" y="304"/>
                    <a:pt x="11628" y="1"/>
                    <a:pt x="11255"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6"/>
            <p:cNvSpPr/>
            <p:nvPr/>
          </p:nvSpPr>
          <p:spPr>
            <a:xfrm>
              <a:off x="4022025" y="2486425"/>
              <a:ext cx="164275" cy="205075"/>
            </a:xfrm>
            <a:custGeom>
              <a:rect b="b" l="l" r="r" t="t"/>
              <a:pathLst>
                <a:path extrusionOk="0" h="8203" w="6571">
                  <a:moveTo>
                    <a:pt x="653" y="1"/>
                  </a:moveTo>
                  <a:cubicBezTo>
                    <a:pt x="303" y="1"/>
                    <a:pt x="0" y="304"/>
                    <a:pt x="0" y="653"/>
                  </a:cubicBezTo>
                  <a:cubicBezTo>
                    <a:pt x="0" y="5453"/>
                    <a:pt x="2167" y="8202"/>
                    <a:pt x="5918" y="8202"/>
                  </a:cubicBezTo>
                  <a:cubicBezTo>
                    <a:pt x="6268" y="8202"/>
                    <a:pt x="6571" y="7899"/>
                    <a:pt x="6571" y="7550"/>
                  </a:cubicBezTo>
                  <a:cubicBezTo>
                    <a:pt x="6571" y="7177"/>
                    <a:pt x="6268" y="6897"/>
                    <a:pt x="5918" y="6897"/>
                  </a:cubicBezTo>
                  <a:cubicBezTo>
                    <a:pt x="1911" y="6897"/>
                    <a:pt x="1305" y="2983"/>
                    <a:pt x="1305" y="653"/>
                  </a:cubicBezTo>
                  <a:cubicBezTo>
                    <a:pt x="1305" y="304"/>
                    <a:pt x="1025" y="1"/>
                    <a:pt x="653"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6"/>
            <p:cNvSpPr/>
            <p:nvPr/>
          </p:nvSpPr>
          <p:spPr>
            <a:xfrm>
              <a:off x="4284150" y="2467800"/>
              <a:ext cx="88550" cy="32625"/>
            </a:xfrm>
            <a:custGeom>
              <a:rect b="b" l="l" r="r" t="t"/>
              <a:pathLst>
                <a:path extrusionOk="0" h="1305" w="3542">
                  <a:moveTo>
                    <a:pt x="653" y="0"/>
                  </a:moveTo>
                  <a:cubicBezTo>
                    <a:pt x="280" y="0"/>
                    <a:pt x="0" y="280"/>
                    <a:pt x="0" y="653"/>
                  </a:cubicBezTo>
                  <a:cubicBezTo>
                    <a:pt x="0" y="1002"/>
                    <a:pt x="280" y="1305"/>
                    <a:pt x="653" y="1305"/>
                  </a:cubicBezTo>
                  <a:lnTo>
                    <a:pt x="2889" y="1305"/>
                  </a:lnTo>
                  <a:cubicBezTo>
                    <a:pt x="3239" y="1305"/>
                    <a:pt x="3542" y="1002"/>
                    <a:pt x="3542" y="653"/>
                  </a:cubicBezTo>
                  <a:cubicBezTo>
                    <a:pt x="3542" y="280"/>
                    <a:pt x="3239" y="0"/>
                    <a:pt x="288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6"/>
            <p:cNvSpPr/>
            <p:nvPr/>
          </p:nvSpPr>
          <p:spPr>
            <a:xfrm>
              <a:off x="4395400" y="2467800"/>
              <a:ext cx="88550" cy="32625"/>
            </a:xfrm>
            <a:custGeom>
              <a:rect b="b" l="l" r="r" t="t"/>
              <a:pathLst>
                <a:path extrusionOk="0" h="1305" w="3542">
                  <a:moveTo>
                    <a:pt x="653" y="0"/>
                  </a:moveTo>
                  <a:cubicBezTo>
                    <a:pt x="303" y="0"/>
                    <a:pt x="0" y="280"/>
                    <a:pt x="0" y="653"/>
                  </a:cubicBezTo>
                  <a:cubicBezTo>
                    <a:pt x="0" y="1002"/>
                    <a:pt x="303" y="1305"/>
                    <a:pt x="653" y="1305"/>
                  </a:cubicBezTo>
                  <a:lnTo>
                    <a:pt x="2890" y="1305"/>
                  </a:lnTo>
                  <a:cubicBezTo>
                    <a:pt x="3239" y="1305"/>
                    <a:pt x="3542" y="1002"/>
                    <a:pt x="3542" y="653"/>
                  </a:cubicBezTo>
                  <a:cubicBezTo>
                    <a:pt x="3542" y="280"/>
                    <a:pt x="3239" y="0"/>
                    <a:pt x="289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6"/>
            <p:cNvSpPr/>
            <p:nvPr/>
          </p:nvSpPr>
          <p:spPr>
            <a:xfrm>
              <a:off x="4172875" y="2467800"/>
              <a:ext cx="88000" cy="32625"/>
            </a:xfrm>
            <a:custGeom>
              <a:rect b="b" l="l" r="r" t="t"/>
              <a:pathLst>
                <a:path extrusionOk="0" h="1305" w="3520">
                  <a:moveTo>
                    <a:pt x="653" y="0"/>
                  </a:moveTo>
                  <a:cubicBezTo>
                    <a:pt x="280" y="0"/>
                    <a:pt x="1" y="280"/>
                    <a:pt x="1" y="653"/>
                  </a:cubicBezTo>
                  <a:cubicBezTo>
                    <a:pt x="1" y="1002"/>
                    <a:pt x="280" y="1305"/>
                    <a:pt x="653" y="1305"/>
                  </a:cubicBezTo>
                  <a:lnTo>
                    <a:pt x="2867" y="1305"/>
                  </a:lnTo>
                  <a:cubicBezTo>
                    <a:pt x="3240" y="1305"/>
                    <a:pt x="3519" y="1002"/>
                    <a:pt x="3519" y="653"/>
                  </a:cubicBezTo>
                  <a:cubicBezTo>
                    <a:pt x="3519" y="280"/>
                    <a:pt x="3240" y="0"/>
                    <a:pt x="2867"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56"/>
            <p:cNvSpPr/>
            <p:nvPr/>
          </p:nvSpPr>
          <p:spPr>
            <a:xfrm>
              <a:off x="4506650" y="2467800"/>
              <a:ext cx="88575" cy="32625"/>
            </a:xfrm>
            <a:custGeom>
              <a:rect b="b" l="l" r="r" t="t"/>
              <a:pathLst>
                <a:path extrusionOk="0" h="1305" w="3543">
                  <a:moveTo>
                    <a:pt x="653" y="0"/>
                  </a:moveTo>
                  <a:cubicBezTo>
                    <a:pt x="304" y="0"/>
                    <a:pt x="1" y="280"/>
                    <a:pt x="1" y="653"/>
                  </a:cubicBezTo>
                  <a:cubicBezTo>
                    <a:pt x="1" y="1002"/>
                    <a:pt x="304" y="1305"/>
                    <a:pt x="653" y="1305"/>
                  </a:cubicBezTo>
                  <a:lnTo>
                    <a:pt x="2890" y="1305"/>
                  </a:lnTo>
                  <a:cubicBezTo>
                    <a:pt x="3239" y="1305"/>
                    <a:pt x="3542" y="1002"/>
                    <a:pt x="3542" y="653"/>
                  </a:cubicBezTo>
                  <a:cubicBezTo>
                    <a:pt x="3542" y="280"/>
                    <a:pt x="3239" y="0"/>
                    <a:pt x="289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6"/>
            <p:cNvSpPr/>
            <p:nvPr/>
          </p:nvSpPr>
          <p:spPr>
            <a:xfrm>
              <a:off x="4617900" y="2467800"/>
              <a:ext cx="46050" cy="32625"/>
            </a:xfrm>
            <a:custGeom>
              <a:rect b="b" l="l" r="r" t="t"/>
              <a:pathLst>
                <a:path extrusionOk="0" h="1305" w="1842">
                  <a:moveTo>
                    <a:pt x="653" y="0"/>
                  </a:moveTo>
                  <a:cubicBezTo>
                    <a:pt x="304" y="0"/>
                    <a:pt x="1" y="280"/>
                    <a:pt x="1" y="653"/>
                  </a:cubicBezTo>
                  <a:cubicBezTo>
                    <a:pt x="1" y="1002"/>
                    <a:pt x="304" y="1305"/>
                    <a:pt x="653" y="1305"/>
                  </a:cubicBezTo>
                  <a:lnTo>
                    <a:pt x="1189" y="1305"/>
                  </a:lnTo>
                  <a:cubicBezTo>
                    <a:pt x="1539" y="1305"/>
                    <a:pt x="1842" y="1002"/>
                    <a:pt x="1842" y="653"/>
                  </a:cubicBezTo>
                  <a:cubicBezTo>
                    <a:pt x="1842" y="280"/>
                    <a:pt x="1539" y="0"/>
                    <a:pt x="118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56"/>
            <p:cNvSpPr/>
            <p:nvPr/>
          </p:nvSpPr>
          <p:spPr>
            <a:xfrm>
              <a:off x="4192100" y="2563325"/>
              <a:ext cx="88000" cy="32650"/>
            </a:xfrm>
            <a:custGeom>
              <a:rect b="b" l="l" r="r" t="t"/>
              <a:pathLst>
                <a:path extrusionOk="0" h="1306" w="3520">
                  <a:moveTo>
                    <a:pt x="653" y="0"/>
                  </a:moveTo>
                  <a:cubicBezTo>
                    <a:pt x="280" y="0"/>
                    <a:pt x="1" y="280"/>
                    <a:pt x="1" y="653"/>
                  </a:cubicBezTo>
                  <a:cubicBezTo>
                    <a:pt x="1" y="1002"/>
                    <a:pt x="280" y="1305"/>
                    <a:pt x="653" y="1305"/>
                  </a:cubicBezTo>
                  <a:lnTo>
                    <a:pt x="2867" y="1305"/>
                  </a:lnTo>
                  <a:cubicBezTo>
                    <a:pt x="3239" y="1305"/>
                    <a:pt x="3519" y="1002"/>
                    <a:pt x="3519" y="653"/>
                  </a:cubicBezTo>
                  <a:cubicBezTo>
                    <a:pt x="3519" y="280"/>
                    <a:pt x="3239" y="0"/>
                    <a:pt x="2867"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56"/>
            <p:cNvSpPr/>
            <p:nvPr/>
          </p:nvSpPr>
          <p:spPr>
            <a:xfrm>
              <a:off x="4525875" y="2563325"/>
              <a:ext cx="88575" cy="32650"/>
            </a:xfrm>
            <a:custGeom>
              <a:rect b="b" l="l" r="r" t="t"/>
              <a:pathLst>
                <a:path extrusionOk="0" h="1306" w="3543">
                  <a:moveTo>
                    <a:pt x="653" y="0"/>
                  </a:moveTo>
                  <a:cubicBezTo>
                    <a:pt x="303" y="0"/>
                    <a:pt x="1" y="280"/>
                    <a:pt x="1" y="653"/>
                  </a:cubicBezTo>
                  <a:cubicBezTo>
                    <a:pt x="1" y="1002"/>
                    <a:pt x="303" y="1305"/>
                    <a:pt x="653" y="1305"/>
                  </a:cubicBezTo>
                  <a:lnTo>
                    <a:pt x="2890" y="1305"/>
                  </a:lnTo>
                  <a:cubicBezTo>
                    <a:pt x="3239" y="1305"/>
                    <a:pt x="3542" y="1002"/>
                    <a:pt x="3542" y="653"/>
                  </a:cubicBezTo>
                  <a:cubicBezTo>
                    <a:pt x="3542" y="280"/>
                    <a:pt x="3239" y="0"/>
                    <a:pt x="289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56"/>
            <p:cNvSpPr/>
            <p:nvPr/>
          </p:nvSpPr>
          <p:spPr>
            <a:xfrm>
              <a:off x="4414625" y="2563325"/>
              <a:ext cx="87975" cy="32650"/>
            </a:xfrm>
            <a:custGeom>
              <a:rect b="b" l="l" r="r" t="t"/>
              <a:pathLst>
                <a:path extrusionOk="0" h="1306" w="3519">
                  <a:moveTo>
                    <a:pt x="653" y="0"/>
                  </a:moveTo>
                  <a:cubicBezTo>
                    <a:pt x="280" y="0"/>
                    <a:pt x="0" y="280"/>
                    <a:pt x="0" y="653"/>
                  </a:cubicBezTo>
                  <a:cubicBezTo>
                    <a:pt x="0" y="1002"/>
                    <a:pt x="280" y="1305"/>
                    <a:pt x="653" y="1305"/>
                  </a:cubicBezTo>
                  <a:lnTo>
                    <a:pt x="2866" y="1305"/>
                  </a:lnTo>
                  <a:cubicBezTo>
                    <a:pt x="3239" y="1305"/>
                    <a:pt x="3519" y="1002"/>
                    <a:pt x="3519" y="653"/>
                  </a:cubicBezTo>
                  <a:cubicBezTo>
                    <a:pt x="3519" y="280"/>
                    <a:pt x="3239" y="0"/>
                    <a:pt x="2866"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56"/>
            <p:cNvSpPr/>
            <p:nvPr/>
          </p:nvSpPr>
          <p:spPr>
            <a:xfrm>
              <a:off x="4303375" y="2563325"/>
              <a:ext cx="87975" cy="32650"/>
            </a:xfrm>
            <a:custGeom>
              <a:rect b="b" l="l" r="r" t="t"/>
              <a:pathLst>
                <a:path extrusionOk="0" h="1306" w="3519">
                  <a:moveTo>
                    <a:pt x="652" y="0"/>
                  </a:moveTo>
                  <a:cubicBezTo>
                    <a:pt x="280" y="0"/>
                    <a:pt x="0" y="280"/>
                    <a:pt x="0" y="653"/>
                  </a:cubicBezTo>
                  <a:cubicBezTo>
                    <a:pt x="0" y="1002"/>
                    <a:pt x="280" y="1305"/>
                    <a:pt x="652" y="1305"/>
                  </a:cubicBezTo>
                  <a:lnTo>
                    <a:pt x="2866" y="1305"/>
                  </a:lnTo>
                  <a:cubicBezTo>
                    <a:pt x="3239" y="1305"/>
                    <a:pt x="3518" y="1002"/>
                    <a:pt x="3518" y="653"/>
                  </a:cubicBezTo>
                  <a:cubicBezTo>
                    <a:pt x="3518" y="280"/>
                    <a:pt x="3239" y="0"/>
                    <a:pt x="2866"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6"/>
            <p:cNvSpPr/>
            <p:nvPr/>
          </p:nvSpPr>
          <p:spPr>
            <a:xfrm>
              <a:off x="4452475" y="2658850"/>
              <a:ext cx="58275" cy="32650"/>
            </a:xfrm>
            <a:custGeom>
              <a:rect b="b" l="l" r="r" t="t"/>
              <a:pathLst>
                <a:path extrusionOk="0" h="1306" w="2331">
                  <a:moveTo>
                    <a:pt x="653" y="0"/>
                  </a:moveTo>
                  <a:cubicBezTo>
                    <a:pt x="304" y="0"/>
                    <a:pt x="1" y="280"/>
                    <a:pt x="1" y="653"/>
                  </a:cubicBezTo>
                  <a:cubicBezTo>
                    <a:pt x="1" y="1002"/>
                    <a:pt x="304" y="1305"/>
                    <a:pt x="653" y="1305"/>
                  </a:cubicBezTo>
                  <a:lnTo>
                    <a:pt x="1678" y="1305"/>
                  </a:lnTo>
                  <a:cubicBezTo>
                    <a:pt x="2051" y="1305"/>
                    <a:pt x="2331" y="1002"/>
                    <a:pt x="2331" y="653"/>
                  </a:cubicBezTo>
                  <a:cubicBezTo>
                    <a:pt x="2331" y="280"/>
                    <a:pt x="2051" y="0"/>
                    <a:pt x="1678"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56"/>
            <p:cNvSpPr/>
            <p:nvPr/>
          </p:nvSpPr>
          <p:spPr>
            <a:xfrm>
              <a:off x="4341225" y="2658850"/>
              <a:ext cx="88575" cy="32650"/>
            </a:xfrm>
            <a:custGeom>
              <a:rect b="b" l="l" r="r" t="t"/>
              <a:pathLst>
                <a:path extrusionOk="0" h="1306" w="3543">
                  <a:moveTo>
                    <a:pt x="653" y="0"/>
                  </a:moveTo>
                  <a:cubicBezTo>
                    <a:pt x="303" y="0"/>
                    <a:pt x="1" y="280"/>
                    <a:pt x="1" y="653"/>
                  </a:cubicBezTo>
                  <a:cubicBezTo>
                    <a:pt x="1" y="1002"/>
                    <a:pt x="303" y="1305"/>
                    <a:pt x="653" y="1305"/>
                  </a:cubicBezTo>
                  <a:lnTo>
                    <a:pt x="2890" y="1305"/>
                  </a:lnTo>
                  <a:cubicBezTo>
                    <a:pt x="3239" y="1305"/>
                    <a:pt x="3542" y="1002"/>
                    <a:pt x="3542" y="653"/>
                  </a:cubicBezTo>
                  <a:cubicBezTo>
                    <a:pt x="3542" y="280"/>
                    <a:pt x="3239" y="0"/>
                    <a:pt x="2890"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56"/>
            <p:cNvSpPr/>
            <p:nvPr/>
          </p:nvSpPr>
          <p:spPr>
            <a:xfrm>
              <a:off x="4229975" y="2658850"/>
              <a:ext cx="88550" cy="32650"/>
            </a:xfrm>
            <a:custGeom>
              <a:rect b="b" l="l" r="r" t="t"/>
              <a:pathLst>
                <a:path extrusionOk="0" h="1306" w="3542">
                  <a:moveTo>
                    <a:pt x="653" y="0"/>
                  </a:moveTo>
                  <a:cubicBezTo>
                    <a:pt x="303" y="0"/>
                    <a:pt x="0" y="280"/>
                    <a:pt x="0" y="653"/>
                  </a:cubicBezTo>
                  <a:cubicBezTo>
                    <a:pt x="0" y="1002"/>
                    <a:pt x="303" y="1305"/>
                    <a:pt x="653" y="1305"/>
                  </a:cubicBezTo>
                  <a:lnTo>
                    <a:pt x="2889" y="1305"/>
                  </a:lnTo>
                  <a:cubicBezTo>
                    <a:pt x="3239" y="1305"/>
                    <a:pt x="3542" y="1002"/>
                    <a:pt x="3542" y="653"/>
                  </a:cubicBezTo>
                  <a:cubicBezTo>
                    <a:pt x="3542" y="280"/>
                    <a:pt x="3239" y="0"/>
                    <a:pt x="288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56"/>
            <p:cNvSpPr/>
            <p:nvPr/>
          </p:nvSpPr>
          <p:spPr>
            <a:xfrm>
              <a:off x="4264925" y="2735150"/>
              <a:ext cx="36125" cy="32650"/>
            </a:xfrm>
            <a:custGeom>
              <a:rect b="b" l="l" r="r" t="t"/>
              <a:pathLst>
                <a:path extrusionOk="0" h="1306" w="1445">
                  <a:moveTo>
                    <a:pt x="653" y="1"/>
                  </a:moveTo>
                  <a:cubicBezTo>
                    <a:pt x="303" y="1"/>
                    <a:pt x="0" y="280"/>
                    <a:pt x="0" y="653"/>
                  </a:cubicBezTo>
                  <a:cubicBezTo>
                    <a:pt x="0" y="1002"/>
                    <a:pt x="303" y="1305"/>
                    <a:pt x="653" y="1305"/>
                  </a:cubicBezTo>
                  <a:lnTo>
                    <a:pt x="792" y="1305"/>
                  </a:lnTo>
                  <a:cubicBezTo>
                    <a:pt x="1142" y="1305"/>
                    <a:pt x="1445" y="1002"/>
                    <a:pt x="1445" y="653"/>
                  </a:cubicBezTo>
                  <a:cubicBezTo>
                    <a:pt x="1445" y="280"/>
                    <a:pt x="1142" y="1"/>
                    <a:pt x="792"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6"/>
            <p:cNvSpPr/>
            <p:nvPr/>
          </p:nvSpPr>
          <p:spPr>
            <a:xfrm>
              <a:off x="4153650" y="2735150"/>
              <a:ext cx="88575" cy="32650"/>
            </a:xfrm>
            <a:custGeom>
              <a:rect b="b" l="l" r="r" t="t"/>
              <a:pathLst>
                <a:path extrusionOk="0" h="1306" w="3543">
                  <a:moveTo>
                    <a:pt x="653" y="1"/>
                  </a:moveTo>
                  <a:cubicBezTo>
                    <a:pt x="304" y="1"/>
                    <a:pt x="1" y="280"/>
                    <a:pt x="1" y="653"/>
                  </a:cubicBezTo>
                  <a:cubicBezTo>
                    <a:pt x="1" y="1002"/>
                    <a:pt x="304" y="1305"/>
                    <a:pt x="653" y="1305"/>
                  </a:cubicBezTo>
                  <a:lnTo>
                    <a:pt x="2890" y="1305"/>
                  </a:lnTo>
                  <a:cubicBezTo>
                    <a:pt x="3240" y="1305"/>
                    <a:pt x="3543" y="1002"/>
                    <a:pt x="3543" y="653"/>
                  </a:cubicBezTo>
                  <a:cubicBezTo>
                    <a:pt x="3543" y="280"/>
                    <a:pt x="3240" y="1"/>
                    <a:pt x="2890"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56"/>
            <p:cNvSpPr/>
            <p:nvPr/>
          </p:nvSpPr>
          <p:spPr>
            <a:xfrm>
              <a:off x="3833300" y="2280825"/>
              <a:ext cx="1151025" cy="1151000"/>
            </a:xfrm>
            <a:custGeom>
              <a:rect b="b" l="l" r="r" t="t"/>
              <a:pathLst>
                <a:path extrusionOk="0" h="46040" w="46041">
                  <a:moveTo>
                    <a:pt x="23020" y="20224"/>
                  </a:moveTo>
                  <a:cubicBezTo>
                    <a:pt x="23719" y="20224"/>
                    <a:pt x="24279" y="20806"/>
                    <a:pt x="24279" y="21482"/>
                  </a:cubicBezTo>
                  <a:cubicBezTo>
                    <a:pt x="24279" y="22181"/>
                    <a:pt x="23719" y="22740"/>
                    <a:pt x="23020" y="22740"/>
                  </a:cubicBezTo>
                  <a:cubicBezTo>
                    <a:pt x="22321" y="22740"/>
                    <a:pt x="21762" y="22181"/>
                    <a:pt x="21762" y="21482"/>
                  </a:cubicBezTo>
                  <a:cubicBezTo>
                    <a:pt x="21762" y="20806"/>
                    <a:pt x="22321" y="20224"/>
                    <a:pt x="23020" y="20224"/>
                  </a:cubicBezTo>
                  <a:close/>
                  <a:moveTo>
                    <a:pt x="12326" y="21762"/>
                  </a:moveTo>
                  <a:cubicBezTo>
                    <a:pt x="13025" y="21762"/>
                    <a:pt x="13584" y="22321"/>
                    <a:pt x="13584" y="23020"/>
                  </a:cubicBezTo>
                  <a:cubicBezTo>
                    <a:pt x="13584" y="23719"/>
                    <a:pt x="13025" y="24278"/>
                    <a:pt x="12326" y="24278"/>
                  </a:cubicBezTo>
                  <a:cubicBezTo>
                    <a:pt x="11627" y="24278"/>
                    <a:pt x="11067" y="23719"/>
                    <a:pt x="11067" y="23020"/>
                  </a:cubicBezTo>
                  <a:cubicBezTo>
                    <a:pt x="11067" y="22321"/>
                    <a:pt x="11627" y="21762"/>
                    <a:pt x="12326" y="21762"/>
                  </a:cubicBezTo>
                  <a:close/>
                  <a:moveTo>
                    <a:pt x="33715" y="21762"/>
                  </a:moveTo>
                  <a:cubicBezTo>
                    <a:pt x="34414" y="21762"/>
                    <a:pt x="34973" y="22321"/>
                    <a:pt x="34973" y="23020"/>
                  </a:cubicBezTo>
                  <a:cubicBezTo>
                    <a:pt x="34973" y="23719"/>
                    <a:pt x="34414" y="24278"/>
                    <a:pt x="33715" y="24278"/>
                  </a:cubicBezTo>
                  <a:cubicBezTo>
                    <a:pt x="33016" y="24278"/>
                    <a:pt x="32457" y="23719"/>
                    <a:pt x="32457" y="23020"/>
                  </a:cubicBezTo>
                  <a:cubicBezTo>
                    <a:pt x="32457" y="22321"/>
                    <a:pt x="33016" y="21762"/>
                    <a:pt x="33715" y="21762"/>
                  </a:cubicBezTo>
                  <a:close/>
                  <a:moveTo>
                    <a:pt x="23649" y="1305"/>
                  </a:moveTo>
                  <a:cubicBezTo>
                    <a:pt x="35276" y="1305"/>
                    <a:pt x="44736" y="10764"/>
                    <a:pt x="44736" y="22391"/>
                  </a:cubicBezTo>
                  <a:lnTo>
                    <a:pt x="44736" y="23649"/>
                  </a:lnTo>
                  <a:cubicBezTo>
                    <a:pt x="44736" y="31198"/>
                    <a:pt x="40728" y="37838"/>
                    <a:pt x="34740" y="41566"/>
                  </a:cubicBezTo>
                  <a:cubicBezTo>
                    <a:pt x="34740" y="36277"/>
                    <a:pt x="34740" y="36277"/>
                    <a:pt x="34740" y="36277"/>
                  </a:cubicBezTo>
                  <a:lnTo>
                    <a:pt x="34857" y="36277"/>
                  </a:lnTo>
                  <a:cubicBezTo>
                    <a:pt x="35090" y="36277"/>
                    <a:pt x="35299" y="36161"/>
                    <a:pt x="35416" y="35974"/>
                  </a:cubicBezTo>
                  <a:cubicBezTo>
                    <a:pt x="37513" y="32596"/>
                    <a:pt x="37187" y="29637"/>
                    <a:pt x="36511" y="27773"/>
                  </a:cubicBezTo>
                  <a:cubicBezTo>
                    <a:pt x="36115" y="26608"/>
                    <a:pt x="35556" y="25723"/>
                    <a:pt x="35136" y="25163"/>
                  </a:cubicBezTo>
                  <a:cubicBezTo>
                    <a:pt x="35812" y="24697"/>
                    <a:pt x="36278" y="23905"/>
                    <a:pt x="36278" y="23020"/>
                  </a:cubicBezTo>
                  <a:cubicBezTo>
                    <a:pt x="36278" y="21599"/>
                    <a:pt x="35113" y="20457"/>
                    <a:pt x="33715" y="20457"/>
                  </a:cubicBezTo>
                  <a:cubicBezTo>
                    <a:pt x="32294" y="20457"/>
                    <a:pt x="31152" y="21599"/>
                    <a:pt x="31152" y="23020"/>
                  </a:cubicBezTo>
                  <a:cubicBezTo>
                    <a:pt x="31152" y="24441"/>
                    <a:pt x="32294" y="25583"/>
                    <a:pt x="33715" y="25583"/>
                  </a:cubicBezTo>
                  <a:lnTo>
                    <a:pt x="33808" y="25583"/>
                  </a:lnTo>
                  <a:cubicBezTo>
                    <a:pt x="34111" y="25956"/>
                    <a:pt x="34833" y="26888"/>
                    <a:pt x="35299" y="28192"/>
                  </a:cubicBezTo>
                  <a:cubicBezTo>
                    <a:pt x="36022" y="30289"/>
                    <a:pt x="35835" y="32410"/>
                    <a:pt x="34740" y="34507"/>
                  </a:cubicBezTo>
                  <a:cubicBezTo>
                    <a:pt x="34740" y="32573"/>
                    <a:pt x="34740" y="32573"/>
                    <a:pt x="34740" y="32573"/>
                  </a:cubicBezTo>
                  <a:cubicBezTo>
                    <a:pt x="34740" y="32200"/>
                    <a:pt x="34461" y="31920"/>
                    <a:pt x="34088" y="31920"/>
                  </a:cubicBezTo>
                  <a:lnTo>
                    <a:pt x="31851" y="31920"/>
                  </a:lnTo>
                  <a:cubicBezTo>
                    <a:pt x="34554" y="29218"/>
                    <a:pt x="34554" y="29218"/>
                    <a:pt x="34554" y="29218"/>
                  </a:cubicBezTo>
                  <a:cubicBezTo>
                    <a:pt x="34810" y="28961"/>
                    <a:pt x="34810" y="28542"/>
                    <a:pt x="34554" y="28286"/>
                  </a:cubicBezTo>
                  <a:cubicBezTo>
                    <a:pt x="34426" y="28157"/>
                    <a:pt x="34257" y="28093"/>
                    <a:pt x="34088" y="28093"/>
                  </a:cubicBezTo>
                  <a:cubicBezTo>
                    <a:pt x="33919" y="28093"/>
                    <a:pt x="33750" y="28157"/>
                    <a:pt x="33622" y="28286"/>
                  </a:cubicBezTo>
                  <a:cubicBezTo>
                    <a:pt x="30756" y="31151"/>
                    <a:pt x="30756" y="31151"/>
                    <a:pt x="30756" y="31151"/>
                  </a:cubicBezTo>
                  <a:lnTo>
                    <a:pt x="27867" y="31151"/>
                  </a:lnTo>
                  <a:cubicBezTo>
                    <a:pt x="27867" y="28053"/>
                    <a:pt x="27867" y="28053"/>
                    <a:pt x="27867" y="28053"/>
                  </a:cubicBezTo>
                  <a:cubicBezTo>
                    <a:pt x="27867" y="25932"/>
                    <a:pt x="26539" y="24138"/>
                    <a:pt x="24675" y="23463"/>
                  </a:cubicBezTo>
                  <a:cubicBezTo>
                    <a:pt x="25234" y="22973"/>
                    <a:pt x="25583" y="22274"/>
                    <a:pt x="25583" y="21482"/>
                  </a:cubicBezTo>
                  <a:cubicBezTo>
                    <a:pt x="25583" y="20084"/>
                    <a:pt x="24418" y="18919"/>
                    <a:pt x="23020" y="18919"/>
                  </a:cubicBezTo>
                  <a:cubicBezTo>
                    <a:pt x="21599" y="18919"/>
                    <a:pt x="20457" y="20084"/>
                    <a:pt x="20457" y="21482"/>
                  </a:cubicBezTo>
                  <a:cubicBezTo>
                    <a:pt x="20457" y="22274"/>
                    <a:pt x="20807" y="22950"/>
                    <a:pt x="21343" y="23439"/>
                  </a:cubicBezTo>
                  <a:cubicBezTo>
                    <a:pt x="20038" y="23882"/>
                    <a:pt x="18989" y="24884"/>
                    <a:pt x="18454" y="26212"/>
                  </a:cubicBezTo>
                  <a:cubicBezTo>
                    <a:pt x="18314" y="26538"/>
                    <a:pt x="18477" y="26934"/>
                    <a:pt x="18803" y="27051"/>
                  </a:cubicBezTo>
                  <a:cubicBezTo>
                    <a:pt x="18883" y="27085"/>
                    <a:pt x="18967" y="27101"/>
                    <a:pt x="19050" y="27101"/>
                  </a:cubicBezTo>
                  <a:cubicBezTo>
                    <a:pt x="19306" y="27101"/>
                    <a:pt x="19554" y="26948"/>
                    <a:pt x="19642" y="26701"/>
                  </a:cubicBezTo>
                  <a:cubicBezTo>
                    <a:pt x="20201" y="25327"/>
                    <a:pt x="21506" y="24464"/>
                    <a:pt x="22974" y="24464"/>
                  </a:cubicBezTo>
                  <a:cubicBezTo>
                    <a:pt x="24954" y="24464"/>
                    <a:pt x="26562" y="26072"/>
                    <a:pt x="26562" y="28053"/>
                  </a:cubicBezTo>
                  <a:cubicBezTo>
                    <a:pt x="26562" y="31151"/>
                    <a:pt x="26562" y="31151"/>
                    <a:pt x="26562" y="31151"/>
                  </a:cubicBezTo>
                  <a:lnTo>
                    <a:pt x="24931" y="31151"/>
                  </a:lnTo>
                  <a:cubicBezTo>
                    <a:pt x="24558" y="31151"/>
                    <a:pt x="24279" y="31454"/>
                    <a:pt x="24279" y="31804"/>
                  </a:cubicBezTo>
                  <a:cubicBezTo>
                    <a:pt x="24279" y="31850"/>
                    <a:pt x="24279" y="31874"/>
                    <a:pt x="24279" y="31920"/>
                  </a:cubicBezTo>
                  <a:lnTo>
                    <a:pt x="19455" y="31920"/>
                  </a:lnTo>
                  <a:cubicBezTo>
                    <a:pt x="19455" y="31035"/>
                    <a:pt x="19455" y="31035"/>
                    <a:pt x="19455" y="31035"/>
                  </a:cubicBezTo>
                  <a:cubicBezTo>
                    <a:pt x="19455" y="30685"/>
                    <a:pt x="19176" y="30383"/>
                    <a:pt x="18803" y="30383"/>
                  </a:cubicBezTo>
                  <a:cubicBezTo>
                    <a:pt x="18454" y="30383"/>
                    <a:pt x="18151" y="30685"/>
                    <a:pt x="18151" y="31035"/>
                  </a:cubicBezTo>
                  <a:cubicBezTo>
                    <a:pt x="18151" y="31920"/>
                    <a:pt x="18151" y="31920"/>
                    <a:pt x="18151" y="31920"/>
                  </a:cubicBezTo>
                  <a:lnTo>
                    <a:pt x="15797" y="31920"/>
                  </a:lnTo>
                  <a:cubicBezTo>
                    <a:pt x="18314" y="29404"/>
                    <a:pt x="18314" y="29404"/>
                    <a:pt x="18314" y="29404"/>
                  </a:cubicBezTo>
                  <a:lnTo>
                    <a:pt x="19572" y="29404"/>
                  </a:lnTo>
                  <a:cubicBezTo>
                    <a:pt x="19945" y="29404"/>
                    <a:pt x="20224" y="29101"/>
                    <a:pt x="20224" y="28752"/>
                  </a:cubicBezTo>
                  <a:cubicBezTo>
                    <a:pt x="20224" y="28379"/>
                    <a:pt x="19945" y="28099"/>
                    <a:pt x="19572" y="28099"/>
                  </a:cubicBezTo>
                  <a:lnTo>
                    <a:pt x="18057" y="28099"/>
                  </a:lnTo>
                  <a:cubicBezTo>
                    <a:pt x="17871" y="28099"/>
                    <a:pt x="17708" y="28169"/>
                    <a:pt x="17591" y="28286"/>
                  </a:cubicBezTo>
                  <a:cubicBezTo>
                    <a:pt x="15005" y="30872"/>
                    <a:pt x="15005" y="30872"/>
                    <a:pt x="15005" y="30872"/>
                  </a:cubicBezTo>
                  <a:cubicBezTo>
                    <a:pt x="12396" y="28286"/>
                    <a:pt x="12396" y="28286"/>
                    <a:pt x="12396" y="28286"/>
                  </a:cubicBezTo>
                  <a:cubicBezTo>
                    <a:pt x="12267" y="28157"/>
                    <a:pt x="12104" y="28093"/>
                    <a:pt x="11941" y="28093"/>
                  </a:cubicBezTo>
                  <a:cubicBezTo>
                    <a:pt x="11778" y="28093"/>
                    <a:pt x="11615" y="28157"/>
                    <a:pt x="11487" y="28286"/>
                  </a:cubicBezTo>
                  <a:cubicBezTo>
                    <a:pt x="11231" y="28542"/>
                    <a:pt x="11231" y="28961"/>
                    <a:pt x="11487" y="29218"/>
                  </a:cubicBezTo>
                  <a:cubicBezTo>
                    <a:pt x="14190" y="31920"/>
                    <a:pt x="14190" y="31920"/>
                    <a:pt x="14190" y="31920"/>
                  </a:cubicBezTo>
                  <a:lnTo>
                    <a:pt x="11930" y="31920"/>
                  </a:lnTo>
                  <a:cubicBezTo>
                    <a:pt x="11580" y="31920"/>
                    <a:pt x="11277" y="32200"/>
                    <a:pt x="11277" y="32573"/>
                  </a:cubicBezTo>
                  <a:cubicBezTo>
                    <a:pt x="11277" y="34507"/>
                    <a:pt x="11277" y="34507"/>
                    <a:pt x="11277" y="34507"/>
                  </a:cubicBezTo>
                  <a:cubicBezTo>
                    <a:pt x="10205" y="32410"/>
                    <a:pt x="10019" y="30313"/>
                    <a:pt x="10718" y="28239"/>
                  </a:cubicBezTo>
                  <a:cubicBezTo>
                    <a:pt x="11184" y="26911"/>
                    <a:pt x="11906" y="25956"/>
                    <a:pt x="12232" y="25583"/>
                  </a:cubicBezTo>
                  <a:lnTo>
                    <a:pt x="12326" y="25583"/>
                  </a:lnTo>
                  <a:cubicBezTo>
                    <a:pt x="13724" y="25583"/>
                    <a:pt x="14889" y="24441"/>
                    <a:pt x="14889" y="23020"/>
                  </a:cubicBezTo>
                  <a:cubicBezTo>
                    <a:pt x="14889" y="21599"/>
                    <a:pt x="13724" y="20457"/>
                    <a:pt x="12326" y="20457"/>
                  </a:cubicBezTo>
                  <a:cubicBezTo>
                    <a:pt x="10904" y="20457"/>
                    <a:pt x="9763" y="21599"/>
                    <a:pt x="9763" y="23020"/>
                  </a:cubicBezTo>
                  <a:cubicBezTo>
                    <a:pt x="9763" y="23905"/>
                    <a:pt x="10205" y="24697"/>
                    <a:pt x="10904" y="25163"/>
                  </a:cubicBezTo>
                  <a:cubicBezTo>
                    <a:pt x="10485" y="25723"/>
                    <a:pt x="9902" y="26608"/>
                    <a:pt x="9506" y="27773"/>
                  </a:cubicBezTo>
                  <a:cubicBezTo>
                    <a:pt x="8854" y="29637"/>
                    <a:pt x="8504" y="32596"/>
                    <a:pt x="10625" y="35974"/>
                  </a:cubicBezTo>
                  <a:cubicBezTo>
                    <a:pt x="10741" y="36161"/>
                    <a:pt x="10951" y="36277"/>
                    <a:pt x="11184" y="36277"/>
                  </a:cubicBezTo>
                  <a:lnTo>
                    <a:pt x="11277" y="36277"/>
                  </a:lnTo>
                  <a:cubicBezTo>
                    <a:pt x="11277" y="41566"/>
                    <a:pt x="11277" y="41566"/>
                    <a:pt x="11277" y="41566"/>
                  </a:cubicBezTo>
                  <a:cubicBezTo>
                    <a:pt x="5289" y="37838"/>
                    <a:pt x="1305" y="31198"/>
                    <a:pt x="1305" y="23649"/>
                  </a:cubicBezTo>
                  <a:cubicBezTo>
                    <a:pt x="1305" y="22391"/>
                    <a:pt x="1305" y="22391"/>
                    <a:pt x="1305" y="22391"/>
                  </a:cubicBezTo>
                  <a:cubicBezTo>
                    <a:pt x="1305" y="10764"/>
                    <a:pt x="10765" y="1305"/>
                    <a:pt x="22391" y="1305"/>
                  </a:cubicBezTo>
                  <a:close/>
                  <a:moveTo>
                    <a:pt x="33435" y="33225"/>
                  </a:moveTo>
                  <a:cubicBezTo>
                    <a:pt x="33435" y="34973"/>
                    <a:pt x="33435" y="34973"/>
                    <a:pt x="33435" y="34973"/>
                  </a:cubicBezTo>
                  <a:lnTo>
                    <a:pt x="28752" y="34973"/>
                  </a:lnTo>
                  <a:cubicBezTo>
                    <a:pt x="28496" y="34973"/>
                    <a:pt x="28263" y="35112"/>
                    <a:pt x="28170" y="35322"/>
                  </a:cubicBezTo>
                  <a:cubicBezTo>
                    <a:pt x="26352" y="38980"/>
                    <a:pt x="26352" y="38980"/>
                    <a:pt x="26352" y="38980"/>
                  </a:cubicBezTo>
                  <a:cubicBezTo>
                    <a:pt x="26352" y="34087"/>
                    <a:pt x="26352" y="34087"/>
                    <a:pt x="26352" y="34087"/>
                  </a:cubicBezTo>
                  <a:cubicBezTo>
                    <a:pt x="26352" y="33738"/>
                    <a:pt x="26049" y="33435"/>
                    <a:pt x="25700" y="33435"/>
                  </a:cubicBezTo>
                  <a:cubicBezTo>
                    <a:pt x="25327" y="33435"/>
                    <a:pt x="25047" y="33738"/>
                    <a:pt x="25047" y="34087"/>
                  </a:cubicBezTo>
                  <a:cubicBezTo>
                    <a:pt x="25047" y="41729"/>
                    <a:pt x="25047" y="41729"/>
                    <a:pt x="25047" y="41729"/>
                  </a:cubicBezTo>
                  <a:cubicBezTo>
                    <a:pt x="25047" y="41729"/>
                    <a:pt x="25047" y="41729"/>
                    <a:pt x="25047" y="41753"/>
                  </a:cubicBezTo>
                  <a:cubicBezTo>
                    <a:pt x="25047" y="41753"/>
                    <a:pt x="25047" y="41776"/>
                    <a:pt x="25047" y="41776"/>
                  </a:cubicBezTo>
                  <a:cubicBezTo>
                    <a:pt x="25047" y="41799"/>
                    <a:pt x="25047" y="41799"/>
                    <a:pt x="25047" y="41799"/>
                  </a:cubicBezTo>
                  <a:cubicBezTo>
                    <a:pt x="25047" y="41823"/>
                    <a:pt x="25047" y="41823"/>
                    <a:pt x="25047" y="41846"/>
                  </a:cubicBezTo>
                  <a:cubicBezTo>
                    <a:pt x="25047" y="41846"/>
                    <a:pt x="25047" y="41869"/>
                    <a:pt x="25047" y="41869"/>
                  </a:cubicBezTo>
                  <a:cubicBezTo>
                    <a:pt x="25047" y="41892"/>
                    <a:pt x="25047" y="41892"/>
                    <a:pt x="25047" y="41892"/>
                  </a:cubicBezTo>
                  <a:cubicBezTo>
                    <a:pt x="25071" y="41916"/>
                    <a:pt x="25071" y="41916"/>
                    <a:pt x="25071" y="41939"/>
                  </a:cubicBezTo>
                  <a:cubicBezTo>
                    <a:pt x="25071" y="41939"/>
                    <a:pt x="25071" y="41962"/>
                    <a:pt x="25071" y="41962"/>
                  </a:cubicBezTo>
                  <a:cubicBezTo>
                    <a:pt x="25071" y="41962"/>
                    <a:pt x="25094" y="41986"/>
                    <a:pt x="25094" y="41986"/>
                  </a:cubicBezTo>
                  <a:cubicBezTo>
                    <a:pt x="25094" y="42009"/>
                    <a:pt x="25094" y="42009"/>
                    <a:pt x="25094" y="42009"/>
                  </a:cubicBezTo>
                  <a:cubicBezTo>
                    <a:pt x="25117" y="42032"/>
                    <a:pt x="25117" y="42032"/>
                    <a:pt x="25117" y="42056"/>
                  </a:cubicBezTo>
                  <a:cubicBezTo>
                    <a:pt x="25117" y="42056"/>
                    <a:pt x="25141" y="42079"/>
                    <a:pt x="25141" y="42079"/>
                  </a:cubicBezTo>
                  <a:cubicBezTo>
                    <a:pt x="25141" y="42079"/>
                    <a:pt x="25141" y="42102"/>
                    <a:pt x="25141" y="42102"/>
                  </a:cubicBezTo>
                  <a:cubicBezTo>
                    <a:pt x="25164" y="42125"/>
                    <a:pt x="25164" y="42125"/>
                    <a:pt x="25164" y="42125"/>
                  </a:cubicBezTo>
                  <a:cubicBezTo>
                    <a:pt x="25187" y="42149"/>
                    <a:pt x="25187" y="42149"/>
                    <a:pt x="25187" y="42149"/>
                  </a:cubicBezTo>
                  <a:cubicBezTo>
                    <a:pt x="25187" y="42172"/>
                    <a:pt x="25210" y="42172"/>
                    <a:pt x="25210" y="42172"/>
                  </a:cubicBezTo>
                  <a:cubicBezTo>
                    <a:pt x="25210" y="42195"/>
                    <a:pt x="25234" y="42195"/>
                    <a:pt x="25234" y="42195"/>
                  </a:cubicBezTo>
                  <a:cubicBezTo>
                    <a:pt x="25234" y="42219"/>
                    <a:pt x="25257" y="42219"/>
                    <a:pt x="25257" y="42219"/>
                  </a:cubicBezTo>
                  <a:cubicBezTo>
                    <a:pt x="25257" y="42242"/>
                    <a:pt x="25280" y="42242"/>
                    <a:pt x="25280" y="42242"/>
                  </a:cubicBezTo>
                  <a:cubicBezTo>
                    <a:pt x="25280" y="42242"/>
                    <a:pt x="25304" y="42265"/>
                    <a:pt x="25304" y="42265"/>
                  </a:cubicBezTo>
                  <a:cubicBezTo>
                    <a:pt x="25304" y="42265"/>
                    <a:pt x="25327" y="42265"/>
                    <a:pt x="25327" y="42289"/>
                  </a:cubicBezTo>
                  <a:lnTo>
                    <a:pt x="25350" y="42289"/>
                  </a:lnTo>
                  <a:cubicBezTo>
                    <a:pt x="25374" y="42312"/>
                    <a:pt x="25374" y="42312"/>
                    <a:pt x="25397" y="42312"/>
                  </a:cubicBezTo>
                  <a:cubicBezTo>
                    <a:pt x="25397" y="42312"/>
                    <a:pt x="25397" y="42312"/>
                    <a:pt x="25420" y="42335"/>
                  </a:cubicBezTo>
                  <a:lnTo>
                    <a:pt x="25467" y="42335"/>
                  </a:lnTo>
                  <a:cubicBezTo>
                    <a:pt x="25467" y="42358"/>
                    <a:pt x="25467" y="42358"/>
                    <a:pt x="25490" y="42358"/>
                  </a:cubicBezTo>
                  <a:lnTo>
                    <a:pt x="25513" y="42358"/>
                  </a:lnTo>
                  <a:cubicBezTo>
                    <a:pt x="25537" y="42358"/>
                    <a:pt x="25537" y="42382"/>
                    <a:pt x="25560" y="42382"/>
                  </a:cubicBezTo>
                  <a:lnTo>
                    <a:pt x="25793" y="42382"/>
                  </a:lnTo>
                  <a:cubicBezTo>
                    <a:pt x="25816" y="42382"/>
                    <a:pt x="25840" y="42382"/>
                    <a:pt x="25863" y="42358"/>
                  </a:cubicBezTo>
                  <a:cubicBezTo>
                    <a:pt x="25886" y="42358"/>
                    <a:pt x="25933" y="42335"/>
                    <a:pt x="25956" y="42335"/>
                  </a:cubicBezTo>
                  <a:cubicBezTo>
                    <a:pt x="25979" y="42312"/>
                    <a:pt x="26003" y="42312"/>
                    <a:pt x="26026" y="42289"/>
                  </a:cubicBezTo>
                  <a:cubicBezTo>
                    <a:pt x="26049" y="42265"/>
                    <a:pt x="26073" y="42265"/>
                    <a:pt x="26096" y="42242"/>
                  </a:cubicBezTo>
                  <a:cubicBezTo>
                    <a:pt x="26119" y="42219"/>
                    <a:pt x="26142" y="42195"/>
                    <a:pt x="26166" y="42195"/>
                  </a:cubicBezTo>
                  <a:cubicBezTo>
                    <a:pt x="26166" y="42172"/>
                    <a:pt x="26166" y="42172"/>
                    <a:pt x="26166" y="42172"/>
                  </a:cubicBezTo>
                  <a:cubicBezTo>
                    <a:pt x="26189" y="42149"/>
                    <a:pt x="26212" y="42125"/>
                    <a:pt x="26212" y="42125"/>
                  </a:cubicBezTo>
                  <a:cubicBezTo>
                    <a:pt x="26212" y="42102"/>
                    <a:pt x="26212" y="42102"/>
                    <a:pt x="26236" y="42102"/>
                  </a:cubicBezTo>
                  <a:cubicBezTo>
                    <a:pt x="26236" y="42079"/>
                    <a:pt x="26259" y="42056"/>
                    <a:pt x="26259" y="42032"/>
                  </a:cubicBezTo>
                  <a:lnTo>
                    <a:pt x="26282" y="42032"/>
                  </a:lnTo>
                  <a:cubicBezTo>
                    <a:pt x="29148" y="36277"/>
                    <a:pt x="29148" y="36277"/>
                    <a:pt x="29148" y="36277"/>
                  </a:cubicBezTo>
                  <a:lnTo>
                    <a:pt x="33435" y="36277"/>
                  </a:lnTo>
                  <a:cubicBezTo>
                    <a:pt x="33435" y="41729"/>
                    <a:pt x="33435" y="41729"/>
                    <a:pt x="33435" y="41729"/>
                  </a:cubicBezTo>
                  <a:cubicBezTo>
                    <a:pt x="33435" y="41916"/>
                    <a:pt x="33529" y="42102"/>
                    <a:pt x="33645" y="42219"/>
                  </a:cubicBezTo>
                  <a:cubicBezTo>
                    <a:pt x="30663" y="43826"/>
                    <a:pt x="27261" y="44735"/>
                    <a:pt x="23649" y="44735"/>
                  </a:cubicBezTo>
                  <a:lnTo>
                    <a:pt x="22391" y="44735"/>
                  </a:lnTo>
                  <a:cubicBezTo>
                    <a:pt x="18780" y="44735"/>
                    <a:pt x="15355" y="43826"/>
                    <a:pt x="12396" y="42219"/>
                  </a:cubicBezTo>
                  <a:cubicBezTo>
                    <a:pt x="12512" y="42102"/>
                    <a:pt x="12582" y="41916"/>
                    <a:pt x="12582" y="41729"/>
                  </a:cubicBezTo>
                  <a:cubicBezTo>
                    <a:pt x="12582" y="36277"/>
                    <a:pt x="12582" y="36277"/>
                    <a:pt x="12582" y="36277"/>
                  </a:cubicBezTo>
                  <a:lnTo>
                    <a:pt x="16892" y="36277"/>
                  </a:lnTo>
                  <a:cubicBezTo>
                    <a:pt x="19758" y="42032"/>
                    <a:pt x="19758" y="42032"/>
                    <a:pt x="19758" y="42032"/>
                  </a:cubicBezTo>
                  <a:cubicBezTo>
                    <a:pt x="19782" y="42056"/>
                    <a:pt x="19782" y="42079"/>
                    <a:pt x="19805" y="42102"/>
                  </a:cubicBezTo>
                  <a:cubicBezTo>
                    <a:pt x="19805" y="42102"/>
                    <a:pt x="19805" y="42102"/>
                    <a:pt x="19805" y="42125"/>
                  </a:cubicBezTo>
                  <a:cubicBezTo>
                    <a:pt x="19828" y="42125"/>
                    <a:pt x="19852" y="42149"/>
                    <a:pt x="19852" y="42172"/>
                  </a:cubicBezTo>
                  <a:cubicBezTo>
                    <a:pt x="19852" y="42172"/>
                    <a:pt x="19875" y="42172"/>
                    <a:pt x="19875" y="42195"/>
                  </a:cubicBezTo>
                  <a:cubicBezTo>
                    <a:pt x="19898" y="42195"/>
                    <a:pt x="19898" y="42219"/>
                    <a:pt x="19921" y="42242"/>
                  </a:cubicBezTo>
                  <a:lnTo>
                    <a:pt x="19945" y="42242"/>
                  </a:lnTo>
                  <a:cubicBezTo>
                    <a:pt x="19968" y="42265"/>
                    <a:pt x="19968" y="42265"/>
                    <a:pt x="19991" y="42289"/>
                  </a:cubicBezTo>
                  <a:lnTo>
                    <a:pt x="20015" y="42289"/>
                  </a:lnTo>
                  <a:cubicBezTo>
                    <a:pt x="20038" y="42312"/>
                    <a:pt x="20061" y="42312"/>
                    <a:pt x="20085" y="42335"/>
                  </a:cubicBezTo>
                  <a:cubicBezTo>
                    <a:pt x="20108" y="42335"/>
                    <a:pt x="20131" y="42358"/>
                    <a:pt x="20154" y="42358"/>
                  </a:cubicBezTo>
                  <a:lnTo>
                    <a:pt x="20178" y="42358"/>
                  </a:lnTo>
                  <a:cubicBezTo>
                    <a:pt x="20201" y="42382"/>
                    <a:pt x="20224" y="42382"/>
                    <a:pt x="20248" y="42382"/>
                  </a:cubicBezTo>
                  <a:lnTo>
                    <a:pt x="20481" y="42382"/>
                  </a:lnTo>
                  <a:cubicBezTo>
                    <a:pt x="20481" y="42382"/>
                    <a:pt x="20504" y="42358"/>
                    <a:pt x="20504" y="42358"/>
                  </a:cubicBezTo>
                  <a:lnTo>
                    <a:pt x="20551" y="42358"/>
                  </a:lnTo>
                  <a:cubicBezTo>
                    <a:pt x="20551" y="42358"/>
                    <a:pt x="20574" y="42358"/>
                    <a:pt x="20574" y="42335"/>
                  </a:cubicBezTo>
                  <a:lnTo>
                    <a:pt x="20620" y="42335"/>
                  </a:lnTo>
                  <a:cubicBezTo>
                    <a:pt x="20620" y="42312"/>
                    <a:pt x="20620" y="42312"/>
                    <a:pt x="20644" y="42312"/>
                  </a:cubicBezTo>
                  <a:cubicBezTo>
                    <a:pt x="20644" y="42312"/>
                    <a:pt x="20667" y="42312"/>
                    <a:pt x="20667" y="42289"/>
                  </a:cubicBezTo>
                  <a:lnTo>
                    <a:pt x="20690" y="42289"/>
                  </a:lnTo>
                  <a:cubicBezTo>
                    <a:pt x="20714" y="42265"/>
                    <a:pt x="20714" y="42265"/>
                    <a:pt x="20737" y="42265"/>
                  </a:cubicBezTo>
                  <a:cubicBezTo>
                    <a:pt x="20737" y="42265"/>
                    <a:pt x="20737" y="42242"/>
                    <a:pt x="20760" y="42242"/>
                  </a:cubicBezTo>
                  <a:cubicBezTo>
                    <a:pt x="20760" y="42242"/>
                    <a:pt x="20760" y="42242"/>
                    <a:pt x="20784" y="42219"/>
                  </a:cubicBezTo>
                  <a:cubicBezTo>
                    <a:pt x="20784" y="42219"/>
                    <a:pt x="20784" y="42219"/>
                    <a:pt x="20807" y="42195"/>
                  </a:cubicBezTo>
                  <a:cubicBezTo>
                    <a:pt x="20807" y="42195"/>
                    <a:pt x="20807" y="42195"/>
                    <a:pt x="20807" y="42172"/>
                  </a:cubicBezTo>
                  <a:cubicBezTo>
                    <a:pt x="20830" y="42172"/>
                    <a:pt x="20830" y="42172"/>
                    <a:pt x="20853" y="42149"/>
                  </a:cubicBezTo>
                  <a:cubicBezTo>
                    <a:pt x="20853" y="42149"/>
                    <a:pt x="20853" y="42149"/>
                    <a:pt x="20853" y="42125"/>
                  </a:cubicBezTo>
                  <a:cubicBezTo>
                    <a:pt x="20877" y="42125"/>
                    <a:pt x="20877" y="42125"/>
                    <a:pt x="20877" y="42102"/>
                  </a:cubicBezTo>
                  <a:cubicBezTo>
                    <a:pt x="20877" y="42102"/>
                    <a:pt x="20900" y="42079"/>
                    <a:pt x="20900" y="42079"/>
                  </a:cubicBezTo>
                  <a:cubicBezTo>
                    <a:pt x="20900" y="42079"/>
                    <a:pt x="20900" y="42056"/>
                    <a:pt x="20923" y="42056"/>
                  </a:cubicBezTo>
                  <a:cubicBezTo>
                    <a:pt x="20923" y="42032"/>
                    <a:pt x="20923" y="42032"/>
                    <a:pt x="20923" y="42009"/>
                  </a:cubicBezTo>
                  <a:cubicBezTo>
                    <a:pt x="20923" y="42009"/>
                    <a:pt x="20947" y="42009"/>
                    <a:pt x="20947" y="41986"/>
                  </a:cubicBezTo>
                  <a:cubicBezTo>
                    <a:pt x="20947" y="41986"/>
                    <a:pt x="20947" y="41962"/>
                    <a:pt x="20947" y="41962"/>
                  </a:cubicBezTo>
                  <a:cubicBezTo>
                    <a:pt x="20947" y="41962"/>
                    <a:pt x="20970" y="41939"/>
                    <a:pt x="20970" y="41939"/>
                  </a:cubicBezTo>
                  <a:cubicBezTo>
                    <a:pt x="20970" y="41916"/>
                    <a:pt x="20970" y="41916"/>
                    <a:pt x="20970" y="41892"/>
                  </a:cubicBezTo>
                  <a:cubicBezTo>
                    <a:pt x="20970" y="41892"/>
                    <a:pt x="20970" y="41892"/>
                    <a:pt x="20970" y="41869"/>
                  </a:cubicBezTo>
                  <a:cubicBezTo>
                    <a:pt x="20970" y="41869"/>
                    <a:pt x="20993" y="41846"/>
                    <a:pt x="20993" y="41846"/>
                  </a:cubicBezTo>
                  <a:cubicBezTo>
                    <a:pt x="20993" y="41823"/>
                    <a:pt x="20993" y="41823"/>
                    <a:pt x="20993" y="41799"/>
                  </a:cubicBezTo>
                  <a:cubicBezTo>
                    <a:pt x="20993" y="41799"/>
                    <a:pt x="20993" y="41799"/>
                    <a:pt x="20993" y="41776"/>
                  </a:cubicBezTo>
                  <a:cubicBezTo>
                    <a:pt x="20993" y="41776"/>
                    <a:pt x="20993" y="41753"/>
                    <a:pt x="20993" y="41753"/>
                  </a:cubicBezTo>
                  <a:cubicBezTo>
                    <a:pt x="20993" y="41729"/>
                    <a:pt x="20993" y="41729"/>
                    <a:pt x="20993" y="41729"/>
                  </a:cubicBezTo>
                  <a:cubicBezTo>
                    <a:pt x="20993" y="34087"/>
                    <a:pt x="20993" y="34087"/>
                    <a:pt x="20993" y="34087"/>
                  </a:cubicBezTo>
                  <a:cubicBezTo>
                    <a:pt x="20993" y="33738"/>
                    <a:pt x="20714" y="33435"/>
                    <a:pt x="20341" y="33435"/>
                  </a:cubicBezTo>
                  <a:cubicBezTo>
                    <a:pt x="19991" y="33435"/>
                    <a:pt x="19688" y="33738"/>
                    <a:pt x="19688" y="34087"/>
                  </a:cubicBezTo>
                  <a:cubicBezTo>
                    <a:pt x="19688" y="38980"/>
                    <a:pt x="19688" y="38980"/>
                    <a:pt x="19688" y="38980"/>
                  </a:cubicBezTo>
                  <a:cubicBezTo>
                    <a:pt x="17871" y="35322"/>
                    <a:pt x="17871" y="35322"/>
                    <a:pt x="17871" y="35322"/>
                  </a:cubicBezTo>
                  <a:cubicBezTo>
                    <a:pt x="17755" y="35112"/>
                    <a:pt x="17545" y="34973"/>
                    <a:pt x="17289" y="34973"/>
                  </a:cubicBezTo>
                  <a:lnTo>
                    <a:pt x="12582" y="34973"/>
                  </a:lnTo>
                  <a:cubicBezTo>
                    <a:pt x="12582" y="33225"/>
                    <a:pt x="12582" y="33225"/>
                    <a:pt x="12582" y="33225"/>
                  </a:cubicBezTo>
                  <a:close/>
                  <a:moveTo>
                    <a:pt x="22391" y="0"/>
                  </a:moveTo>
                  <a:cubicBezTo>
                    <a:pt x="16403" y="0"/>
                    <a:pt x="10788" y="2330"/>
                    <a:pt x="6547" y="6547"/>
                  </a:cubicBezTo>
                  <a:cubicBezTo>
                    <a:pt x="2330" y="10788"/>
                    <a:pt x="0" y="16403"/>
                    <a:pt x="0" y="22391"/>
                  </a:cubicBezTo>
                  <a:cubicBezTo>
                    <a:pt x="0" y="23649"/>
                    <a:pt x="0" y="23649"/>
                    <a:pt x="0" y="23649"/>
                  </a:cubicBezTo>
                  <a:cubicBezTo>
                    <a:pt x="0" y="29637"/>
                    <a:pt x="2330" y="35252"/>
                    <a:pt x="6547" y="39493"/>
                  </a:cubicBezTo>
                  <a:cubicBezTo>
                    <a:pt x="10788" y="43710"/>
                    <a:pt x="16403" y="46040"/>
                    <a:pt x="22391" y="46040"/>
                  </a:cubicBezTo>
                  <a:lnTo>
                    <a:pt x="23649" y="46040"/>
                  </a:lnTo>
                  <a:cubicBezTo>
                    <a:pt x="29637" y="46040"/>
                    <a:pt x="35253" y="43710"/>
                    <a:pt x="39470" y="39493"/>
                  </a:cubicBezTo>
                  <a:cubicBezTo>
                    <a:pt x="43711" y="35252"/>
                    <a:pt x="46041" y="29637"/>
                    <a:pt x="46041" y="23649"/>
                  </a:cubicBezTo>
                  <a:cubicBezTo>
                    <a:pt x="46041" y="22391"/>
                    <a:pt x="46041" y="22391"/>
                    <a:pt x="46041" y="22391"/>
                  </a:cubicBezTo>
                  <a:cubicBezTo>
                    <a:pt x="46041" y="16403"/>
                    <a:pt x="43711" y="10788"/>
                    <a:pt x="39470" y="6547"/>
                  </a:cubicBezTo>
                  <a:cubicBezTo>
                    <a:pt x="35253" y="2330"/>
                    <a:pt x="29637" y="0"/>
                    <a:pt x="2364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2" name="Google Shape;982;p56"/>
          <p:cNvSpPr/>
          <p:nvPr/>
        </p:nvSpPr>
        <p:spPr>
          <a:xfrm rot="5400000">
            <a:off x="2548288" y="3674863"/>
            <a:ext cx="141300" cy="1221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6"/>
          <p:cNvSpPr/>
          <p:nvPr/>
        </p:nvSpPr>
        <p:spPr>
          <a:xfrm>
            <a:off x="2359988" y="3576513"/>
            <a:ext cx="338400" cy="338400"/>
          </a:xfrm>
          <a:prstGeom prst="roundRect">
            <a:avLst>
              <a:gd fmla="val 50000"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4" name="Google Shape;984;p56"/>
          <p:cNvGrpSpPr/>
          <p:nvPr/>
        </p:nvGrpSpPr>
        <p:grpSpPr>
          <a:xfrm>
            <a:off x="806811" y="3566713"/>
            <a:ext cx="1378239" cy="338406"/>
            <a:chOff x="888186" y="3576513"/>
            <a:chExt cx="1378239" cy="338406"/>
          </a:xfrm>
        </p:grpSpPr>
        <p:sp>
          <p:nvSpPr>
            <p:cNvPr id="985" name="Google Shape;985;p56"/>
            <p:cNvSpPr/>
            <p:nvPr/>
          </p:nvSpPr>
          <p:spPr>
            <a:xfrm>
              <a:off x="888186" y="3576513"/>
              <a:ext cx="1378200" cy="338400"/>
            </a:xfrm>
            <a:prstGeom prst="roundRect">
              <a:avLst>
                <a:gd fmla="val 50000" name="adj"/>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6"/>
            <p:cNvSpPr txBox="1"/>
            <p:nvPr/>
          </p:nvSpPr>
          <p:spPr>
            <a:xfrm>
              <a:off x="888225" y="3576519"/>
              <a:ext cx="1378200" cy="33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900" u="sng">
                  <a:solidFill>
                    <a:srgbClr val="FFFFFF"/>
                  </a:solidFill>
                  <a:latin typeface="Montserrat"/>
                  <a:ea typeface="Montserrat"/>
                  <a:cs typeface="Montserrat"/>
                  <a:sym typeface="Montserrat"/>
                  <a:hlinkClick r:id="rId4">
                    <a:extLst>
                      <a:ext uri="{A12FA001-AC4F-418D-AE19-62706E023703}">
                        <ahyp:hlinkClr val="tx"/>
                      </a:ext>
                    </a:extLst>
                  </a:hlinkClick>
                </a:rPr>
                <a:t>Read more online</a:t>
              </a:r>
              <a:endParaRPr b="1" sz="900">
                <a:latin typeface="Montserrat"/>
                <a:ea typeface="Montserrat"/>
                <a:cs typeface="Montserrat"/>
                <a:sym typeface="Montserrat"/>
              </a:endParaRPr>
            </a:p>
          </p:txBody>
        </p:sp>
      </p:grpSp>
      <p:sp>
        <p:nvSpPr>
          <p:cNvPr id="987" name="Google Shape;987;p56"/>
          <p:cNvSpPr/>
          <p:nvPr/>
        </p:nvSpPr>
        <p:spPr>
          <a:xfrm rot="5400000">
            <a:off x="2475948" y="3682725"/>
            <a:ext cx="141600" cy="1236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8" name="Google Shape;988;p56"/>
          <p:cNvGrpSpPr/>
          <p:nvPr/>
        </p:nvGrpSpPr>
        <p:grpSpPr>
          <a:xfrm>
            <a:off x="4421911" y="4316375"/>
            <a:ext cx="1614964" cy="410700"/>
            <a:chOff x="463536" y="1269713"/>
            <a:chExt cx="1614964" cy="410700"/>
          </a:xfrm>
        </p:grpSpPr>
        <p:grpSp>
          <p:nvGrpSpPr>
            <p:cNvPr id="989" name="Google Shape;989;p56"/>
            <p:cNvGrpSpPr/>
            <p:nvPr/>
          </p:nvGrpSpPr>
          <p:grpSpPr>
            <a:xfrm>
              <a:off x="463536" y="1272636"/>
              <a:ext cx="404859" cy="404859"/>
              <a:chOff x="451773" y="1121879"/>
              <a:chExt cx="431481" cy="431481"/>
            </a:xfrm>
          </p:grpSpPr>
          <p:sp>
            <p:nvSpPr>
              <p:cNvPr id="990" name="Google Shape;990;p56"/>
              <p:cNvSpPr/>
              <p:nvPr/>
            </p:nvSpPr>
            <p:spPr>
              <a:xfrm>
                <a:off x="536706" y="1444812"/>
                <a:ext cx="10153" cy="20256"/>
              </a:xfrm>
              <a:custGeom>
                <a:rect b="b" l="l" r="r" t="t"/>
                <a:pathLst>
                  <a:path extrusionOk="0" h="814" w="408">
                    <a:moveTo>
                      <a:pt x="191" y="0"/>
                    </a:moveTo>
                    <a:cubicBezTo>
                      <a:pt x="82" y="0"/>
                      <a:pt x="1" y="82"/>
                      <a:pt x="1" y="217"/>
                    </a:cubicBezTo>
                    <a:cubicBezTo>
                      <a:pt x="1" y="623"/>
                      <a:pt x="1" y="623"/>
                      <a:pt x="1" y="623"/>
                    </a:cubicBezTo>
                    <a:cubicBezTo>
                      <a:pt x="1" y="732"/>
                      <a:pt x="82" y="813"/>
                      <a:pt x="191" y="813"/>
                    </a:cubicBezTo>
                    <a:cubicBezTo>
                      <a:pt x="326" y="813"/>
                      <a:pt x="407" y="732"/>
                      <a:pt x="407" y="623"/>
                    </a:cubicBezTo>
                    <a:cubicBezTo>
                      <a:pt x="407" y="217"/>
                      <a:pt x="407" y="217"/>
                      <a:pt x="407" y="217"/>
                    </a:cubicBezTo>
                    <a:cubicBezTo>
                      <a:pt x="407" y="82"/>
                      <a:pt x="326" y="0"/>
                      <a:pt x="191"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sp>
            <p:nvSpPr>
              <p:cNvPr id="991" name="Google Shape;991;p56"/>
              <p:cNvSpPr/>
              <p:nvPr/>
            </p:nvSpPr>
            <p:spPr>
              <a:xfrm>
                <a:off x="451773" y="1121879"/>
                <a:ext cx="431481" cy="431481"/>
              </a:xfrm>
              <a:custGeom>
                <a:rect b="b" l="l" r="r" t="t"/>
                <a:pathLst>
                  <a:path extrusionOk="0" fill="none" h="17339" w="17339">
                    <a:moveTo>
                      <a:pt x="17339" y="8670"/>
                    </a:moveTo>
                    <a:cubicBezTo>
                      <a:pt x="17339" y="13465"/>
                      <a:pt x="13438" y="17339"/>
                      <a:pt x="8670" y="17339"/>
                    </a:cubicBezTo>
                    <a:cubicBezTo>
                      <a:pt x="3875" y="17339"/>
                      <a:pt x="1" y="13465"/>
                      <a:pt x="1" y="8670"/>
                    </a:cubicBezTo>
                    <a:cubicBezTo>
                      <a:pt x="1" y="3875"/>
                      <a:pt x="3875" y="1"/>
                      <a:pt x="8670" y="1"/>
                    </a:cubicBezTo>
                    <a:cubicBezTo>
                      <a:pt x="13438" y="1"/>
                      <a:pt x="17339" y="3875"/>
                      <a:pt x="17339" y="8670"/>
                    </a:cubicBezTo>
                    <a:close/>
                  </a:path>
                </a:pathLst>
              </a:custGeom>
              <a:solidFill>
                <a:srgbClr val="3C3C3A"/>
              </a:solidFill>
              <a:ln cap="rnd" cmpd="sng" w="12875">
                <a:solidFill>
                  <a:srgbClr val="3C3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sp>
            <p:nvSpPr>
              <p:cNvPr id="992" name="Google Shape;992;p56"/>
              <p:cNvSpPr/>
              <p:nvPr/>
            </p:nvSpPr>
            <p:spPr>
              <a:xfrm>
                <a:off x="526602" y="1191333"/>
                <a:ext cx="304070" cy="314173"/>
              </a:xfrm>
              <a:custGeom>
                <a:rect b="b" l="l" r="r" t="t"/>
                <a:pathLst>
                  <a:path extrusionOk="0" h="12625" w="12219">
                    <a:moveTo>
                      <a:pt x="5717" y="1382"/>
                    </a:moveTo>
                    <a:cubicBezTo>
                      <a:pt x="5988" y="1815"/>
                      <a:pt x="6123" y="2330"/>
                      <a:pt x="6123" y="2845"/>
                    </a:cubicBezTo>
                    <a:cubicBezTo>
                      <a:pt x="6096" y="6014"/>
                      <a:pt x="6096" y="6014"/>
                      <a:pt x="6096" y="6014"/>
                    </a:cubicBezTo>
                    <a:cubicBezTo>
                      <a:pt x="5798" y="6366"/>
                      <a:pt x="5283" y="6583"/>
                      <a:pt x="5283" y="6583"/>
                    </a:cubicBezTo>
                    <a:lnTo>
                      <a:pt x="5283" y="2845"/>
                    </a:lnTo>
                    <a:cubicBezTo>
                      <a:pt x="5310" y="2357"/>
                      <a:pt x="5446" y="1842"/>
                      <a:pt x="5717" y="1382"/>
                    </a:cubicBezTo>
                    <a:close/>
                    <a:moveTo>
                      <a:pt x="4877" y="4037"/>
                    </a:moveTo>
                    <a:lnTo>
                      <a:pt x="4877" y="6637"/>
                    </a:lnTo>
                    <a:lnTo>
                      <a:pt x="4064" y="6637"/>
                    </a:lnTo>
                    <a:cubicBezTo>
                      <a:pt x="4064" y="4037"/>
                      <a:pt x="4064" y="4037"/>
                      <a:pt x="4064" y="4037"/>
                    </a:cubicBezTo>
                    <a:close/>
                    <a:moveTo>
                      <a:pt x="9374" y="5012"/>
                    </a:moveTo>
                    <a:cubicBezTo>
                      <a:pt x="9374" y="5012"/>
                      <a:pt x="9997" y="6285"/>
                      <a:pt x="11216" y="6962"/>
                    </a:cubicBezTo>
                    <a:cubicBezTo>
                      <a:pt x="11514" y="7125"/>
                      <a:pt x="11758" y="7423"/>
                      <a:pt x="11812" y="7748"/>
                    </a:cubicBezTo>
                    <a:lnTo>
                      <a:pt x="9753" y="7748"/>
                    </a:lnTo>
                    <a:lnTo>
                      <a:pt x="9753" y="7721"/>
                    </a:lnTo>
                    <a:cubicBezTo>
                      <a:pt x="9699" y="7558"/>
                      <a:pt x="9537" y="7423"/>
                      <a:pt x="9374" y="7369"/>
                    </a:cubicBezTo>
                    <a:cubicBezTo>
                      <a:pt x="9374" y="5012"/>
                      <a:pt x="9374" y="5012"/>
                      <a:pt x="9374" y="5012"/>
                    </a:cubicBezTo>
                    <a:close/>
                    <a:moveTo>
                      <a:pt x="8345" y="2032"/>
                    </a:moveTo>
                    <a:cubicBezTo>
                      <a:pt x="8643" y="2032"/>
                      <a:pt x="8968" y="2628"/>
                      <a:pt x="8968" y="3034"/>
                    </a:cubicBezTo>
                    <a:cubicBezTo>
                      <a:pt x="8968" y="7369"/>
                      <a:pt x="8968" y="7369"/>
                      <a:pt x="8968" y="7369"/>
                    </a:cubicBezTo>
                    <a:cubicBezTo>
                      <a:pt x="8724" y="7450"/>
                      <a:pt x="8561" y="7667"/>
                      <a:pt x="8561" y="7938"/>
                    </a:cubicBezTo>
                    <a:cubicBezTo>
                      <a:pt x="8561" y="8154"/>
                      <a:pt x="8561" y="8154"/>
                      <a:pt x="8561" y="8154"/>
                    </a:cubicBezTo>
                    <a:lnTo>
                      <a:pt x="8155" y="8154"/>
                    </a:lnTo>
                    <a:cubicBezTo>
                      <a:pt x="8155" y="7938"/>
                      <a:pt x="8155" y="7938"/>
                      <a:pt x="8155" y="7938"/>
                    </a:cubicBezTo>
                    <a:cubicBezTo>
                      <a:pt x="8155" y="7694"/>
                      <a:pt x="7965" y="7450"/>
                      <a:pt x="7749" y="7369"/>
                    </a:cubicBezTo>
                    <a:cubicBezTo>
                      <a:pt x="7749" y="6800"/>
                      <a:pt x="7749" y="6800"/>
                      <a:pt x="7749" y="6800"/>
                    </a:cubicBezTo>
                    <a:cubicBezTo>
                      <a:pt x="7749" y="6664"/>
                      <a:pt x="7667" y="6583"/>
                      <a:pt x="7532" y="6583"/>
                    </a:cubicBezTo>
                    <a:cubicBezTo>
                      <a:pt x="7424" y="6583"/>
                      <a:pt x="7342" y="6664"/>
                      <a:pt x="7342" y="6800"/>
                    </a:cubicBezTo>
                    <a:cubicBezTo>
                      <a:pt x="7342" y="7396"/>
                      <a:pt x="7342" y="7396"/>
                      <a:pt x="7342" y="7396"/>
                    </a:cubicBezTo>
                    <a:cubicBezTo>
                      <a:pt x="7180" y="7450"/>
                      <a:pt x="7044" y="7586"/>
                      <a:pt x="6990" y="7748"/>
                    </a:cubicBezTo>
                    <a:lnTo>
                      <a:pt x="4904" y="7748"/>
                    </a:lnTo>
                    <a:lnTo>
                      <a:pt x="4904" y="7721"/>
                    </a:lnTo>
                    <a:cubicBezTo>
                      <a:pt x="4958" y="7396"/>
                      <a:pt x="5202" y="7071"/>
                      <a:pt x="5500" y="6935"/>
                    </a:cubicBezTo>
                    <a:cubicBezTo>
                      <a:pt x="6692" y="6366"/>
                      <a:pt x="7342" y="4985"/>
                      <a:pt x="7342" y="4985"/>
                    </a:cubicBezTo>
                    <a:cubicBezTo>
                      <a:pt x="7342" y="5933"/>
                      <a:pt x="7342" y="5933"/>
                      <a:pt x="7342" y="5933"/>
                    </a:cubicBezTo>
                    <a:cubicBezTo>
                      <a:pt x="7342" y="6041"/>
                      <a:pt x="7424" y="6123"/>
                      <a:pt x="7532" y="6123"/>
                    </a:cubicBezTo>
                    <a:cubicBezTo>
                      <a:pt x="7667" y="6123"/>
                      <a:pt x="7749" y="6041"/>
                      <a:pt x="7749" y="5933"/>
                    </a:cubicBezTo>
                    <a:cubicBezTo>
                      <a:pt x="7749" y="3034"/>
                      <a:pt x="7749" y="3034"/>
                      <a:pt x="7749" y="3034"/>
                    </a:cubicBezTo>
                    <a:cubicBezTo>
                      <a:pt x="7749" y="2628"/>
                      <a:pt x="8074" y="2032"/>
                      <a:pt x="8345" y="2032"/>
                    </a:cubicBezTo>
                    <a:close/>
                    <a:moveTo>
                      <a:pt x="9184" y="7721"/>
                    </a:moveTo>
                    <a:cubicBezTo>
                      <a:pt x="9293" y="7721"/>
                      <a:pt x="9374" y="7802"/>
                      <a:pt x="9374" y="7938"/>
                    </a:cubicBezTo>
                    <a:cubicBezTo>
                      <a:pt x="9374" y="8669"/>
                      <a:pt x="9374" y="8669"/>
                      <a:pt x="9374" y="8669"/>
                    </a:cubicBezTo>
                    <a:cubicBezTo>
                      <a:pt x="9266" y="8913"/>
                      <a:pt x="9266" y="8913"/>
                      <a:pt x="9266" y="8913"/>
                    </a:cubicBezTo>
                    <a:lnTo>
                      <a:pt x="9130" y="8913"/>
                    </a:lnTo>
                    <a:cubicBezTo>
                      <a:pt x="8995" y="8669"/>
                      <a:pt x="8995" y="8669"/>
                      <a:pt x="8995" y="8669"/>
                    </a:cubicBezTo>
                    <a:cubicBezTo>
                      <a:pt x="8995" y="7938"/>
                      <a:pt x="8995" y="7938"/>
                      <a:pt x="8995" y="7938"/>
                    </a:cubicBezTo>
                    <a:lnTo>
                      <a:pt x="8968" y="7938"/>
                    </a:lnTo>
                    <a:cubicBezTo>
                      <a:pt x="8968" y="7802"/>
                      <a:pt x="9049" y="7721"/>
                      <a:pt x="9184" y="7721"/>
                    </a:cubicBezTo>
                    <a:close/>
                    <a:moveTo>
                      <a:pt x="6096" y="8127"/>
                    </a:moveTo>
                    <a:lnTo>
                      <a:pt x="6096" y="8669"/>
                    </a:lnTo>
                    <a:cubicBezTo>
                      <a:pt x="5825" y="8940"/>
                      <a:pt x="5825" y="8940"/>
                      <a:pt x="5825" y="8940"/>
                    </a:cubicBezTo>
                    <a:lnTo>
                      <a:pt x="5581" y="8940"/>
                    </a:lnTo>
                    <a:cubicBezTo>
                      <a:pt x="5283" y="8669"/>
                      <a:pt x="5283" y="8669"/>
                      <a:pt x="5283" y="8669"/>
                    </a:cubicBezTo>
                    <a:cubicBezTo>
                      <a:pt x="5283" y="8127"/>
                      <a:pt x="5283" y="8127"/>
                      <a:pt x="5283" y="8127"/>
                    </a:cubicBezTo>
                    <a:close/>
                    <a:moveTo>
                      <a:pt x="7559" y="7748"/>
                    </a:moveTo>
                    <a:cubicBezTo>
                      <a:pt x="7667" y="7748"/>
                      <a:pt x="7749" y="7829"/>
                      <a:pt x="7749" y="7938"/>
                    </a:cubicBezTo>
                    <a:cubicBezTo>
                      <a:pt x="7749" y="8696"/>
                      <a:pt x="7749" y="8696"/>
                      <a:pt x="7749" y="8696"/>
                    </a:cubicBezTo>
                    <a:cubicBezTo>
                      <a:pt x="7613" y="8940"/>
                      <a:pt x="7613" y="8940"/>
                      <a:pt x="7613" y="8940"/>
                    </a:cubicBezTo>
                    <a:lnTo>
                      <a:pt x="7478" y="8940"/>
                    </a:lnTo>
                    <a:cubicBezTo>
                      <a:pt x="7342" y="8696"/>
                      <a:pt x="7342" y="8696"/>
                      <a:pt x="7342" y="8696"/>
                    </a:cubicBezTo>
                    <a:cubicBezTo>
                      <a:pt x="7342" y="7938"/>
                      <a:pt x="7342" y="7938"/>
                      <a:pt x="7342" y="7938"/>
                    </a:cubicBezTo>
                    <a:cubicBezTo>
                      <a:pt x="7342" y="7829"/>
                      <a:pt x="7424" y="7748"/>
                      <a:pt x="7559" y="7748"/>
                    </a:cubicBezTo>
                    <a:close/>
                    <a:moveTo>
                      <a:pt x="11406" y="8127"/>
                    </a:moveTo>
                    <a:lnTo>
                      <a:pt x="11406" y="8669"/>
                    </a:lnTo>
                    <a:cubicBezTo>
                      <a:pt x="11108" y="8940"/>
                      <a:pt x="11108" y="8940"/>
                      <a:pt x="11108" y="8940"/>
                    </a:cubicBezTo>
                    <a:lnTo>
                      <a:pt x="10864" y="8940"/>
                    </a:lnTo>
                    <a:cubicBezTo>
                      <a:pt x="10593" y="8669"/>
                      <a:pt x="10593" y="8669"/>
                      <a:pt x="10593" y="8669"/>
                    </a:cubicBezTo>
                    <a:cubicBezTo>
                      <a:pt x="10593" y="8127"/>
                      <a:pt x="10593" y="8127"/>
                      <a:pt x="10593" y="8127"/>
                    </a:cubicBezTo>
                    <a:close/>
                    <a:moveTo>
                      <a:pt x="10241" y="8127"/>
                    </a:moveTo>
                    <a:cubicBezTo>
                      <a:pt x="10241" y="9590"/>
                      <a:pt x="10241" y="9590"/>
                      <a:pt x="10241" y="9590"/>
                    </a:cubicBezTo>
                    <a:lnTo>
                      <a:pt x="10214" y="9590"/>
                    </a:lnTo>
                    <a:cubicBezTo>
                      <a:pt x="10214" y="9726"/>
                      <a:pt x="10106" y="9780"/>
                      <a:pt x="10024" y="9780"/>
                    </a:cubicBezTo>
                    <a:cubicBezTo>
                      <a:pt x="9970" y="9780"/>
                      <a:pt x="6719" y="9753"/>
                      <a:pt x="6719" y="9753"/>
                    </a:cubicBezTo>
                    <a:cubicBezTo>
                      <a:pt x="6611" y="9753"/>
                      <a:pt x="6502" y="9699"/>
                      <a:pt x="6502" y="9563"/>
                    </a:cubicBezTo>
                    <a:cubicBezTo>
                      <a:pt x="6502" y="8127"/>
                      <a:pt x="6502" y="8127"/>
                      <a:pt x="6502" y="8127"/>
                    </a:cubicBezTo>
                    <a:lnTo>
                      <a:pt x="6936" y="8127"/>
                    </a:lnTo>
                    <a:cubicBezTo>
                      <a:pt x="6936" y="8805"/>
                      <a:pt x="6936" y="8805"/>
                      <a:pt x="6936" y="8805"/>
                    </a:cubicBezTo>
                    <a:cubicBezTo>
                      <a:pt x="7153" y="9211"/>
                      <a:pt x="7153" y="9211"/>
                      <a:pt x="7153" y="9211"/>
                    </a:cubicBezTo>
                    <a:cubicBezTo>
                      <a:pt x="7180" y="9319"/>
                      <a:pt x="7288" y="9374"/>
                      <a:pt x="7424" y="9374"/>
                    </a:cubicBezTo>
                    <a:lnTo>
                      <a:pt x="7722" y="9374"/>
                    </a:lnTo>
                    <a:cubicBezTo>
                      <a:pt x="7830" y="9374"/>
                      <a:pt x="7911" y="9319"/>
                      <a:pt x="7992" y="9211"/>
                    </a:cubicBezTo>
                    <a:cubicBezTo>
                      <a:pt x="8182" y="8805"/>
                      <a:pt x="8182" y="8805"/>
                      <a:pt x="8182" y="8805"/>
                    </a:cubicBezTo>
                    <a:cubicBezTo>
                      <a:pt x="8182" y="8561"/>
                      <a:pt x="8182" y="8561"/>
                      <a:pt x="8182" y="8561"/>
                    </a:cubicBezTo>
                    <a:lnTo>
                      <a:pt x="8588" y="8561"/>
                    </a:lnTo>
                    <a:cubicBezTo>
                      <a:pt x="8588" y="8778"/>
                      <a:pt x="8588" y="8778"/>
                      <a:pt x="8588" y="8778"/>
                    </a:cubicBezTo>
                    <a:cubicBezTo>
                      <a:pt x="8805" y="9184"/>
                      <a:pt x="8805" y="9184"/>
                      <a:pt x="8805" y="9184"/>
                    </a:cubicBezTo>
                    <a:cubicBezTo>
                      <a:pt x="8832" y="9292"/>
                      <a:pt x="8941" y="9346"/>
                      <a:pt x="9049" y="9346"/>
                    </a:cubicBezTo>
                    <a:lnTo>
                      <a:pt x="9374" y="9346"/>
                    </a:lnTo>
                    <a:cubicBezTo>
                      <a:pt x="9455" y="9346"/>
                      <a:pt x="9564" y="9292"/>
                      <a:pt x="9618" y="9184"/>
                    </a:cubicBezTo>
                    <a:cubicBezTo>
                      <a:pt x="9835" y="8778"/>
                      <a:pt x="9835" y="8778"/>
                      <a:pt x="9835" y="8778"/>
                    </a:cubicBezTo>
                    <a:cubicBezTo>
                      <a:pt x="9835" y="8127"/>
                      <a:pt x="9835" y="8127"/>
                      <a:pt x="9835" y="8127"/>
                    </a:cubicBezTo>
                    <a:close/>
                    <a:moveTo>
                      <a:pt x="9618" y="10159"/>
                    </a:moveTo>
                    <a:lnTo>
                      <a:pt x="9455" y="10566"/>
                    </a:lnTo>
                    <a:lnTo>
                      <a:pt x="8886" y="10566"/>
                    </a:lnTo>
                    <a:cubicBezTo>
                      <a:pt x="8670" y="10159"/>
                      <a:pt x="8670" y="10159"/>
                      <a:pt x="8670" y="10159"/>
                    </a:cubicBezTo>
                    <a:close/>
                    <a:moveTo>
                      <a:pt x="8020" y="10186"/>
                    </a:moveTo>
                    <a:lnTo>
                      <a:pt x="7830" y="10593"/>
                    </a:lnTo>
                    <a:lnTo>
                      <a:pt x="7261" y="10593"/>
                    </a:lnTo>
                    <a:cubicBezTo>
                      <a:pt x="7044" y="10186"/>
                      <a:pt x="7044" y="10186"/>
                      <a:pt x="7044" y="10186"/>
                    </a:cubicBezTo>
                    <a:close/>
                    <a:moveTo>
                      <a:pt x="597" y="0"/>
                    </a:moveTo>
                    <a:cubicBezTo>
                      <a:pt x="488" y="0"/>
                      <a:pt x="407" y="81"/>
                      <a:pt x="407" y="217"/>
                    </a:cubicBezTo>
                    <a:cubicBezTo>
                      <a:pt x="407" y="9536"/>
                      <a:pt x="407" y="9536"/>
                      <a:pt x="407" y="9536"/>
                    </a:cubicBezTo>
                    <a:cubicBezTo>
                      <a:pt x="407" y="9672"/>
                      <a:pt x="488" y="9753"/>
                      <a:pt x="597" y="9753"/>
                    </a:cubicBezTo>
                    <a:cubicBezTo>
                      <a:pt x="732" y="9753"/>
                      <a:pt x="813" y="9672"/>
                      <a:pt x="813" y="9536"/>
                    </a:cubicBezTo>
                    <a:cubicBezTo>
                      <a:pt x="813" y="406"/>
                      <a:pt x="813" y="406"/>
                      <a:pt x="813" y="406"/>
                    </a:cubicBezTo>
                    <a:lnTo>
                      <a:pt x="1220" y="406"/>
                    </a:lnTo>
                    <a:cubicBezTo>
                      <a:pt x="1220" y="12218"/>
                      <a:pt x="1220" y="12218"/>
                      <a:pt x="1220" y="12218"/>
                    </a:cubicBezTo>
                    <a:lnTo>
                      <a:pt x="813" y="12218"/>
                    </a:lnTo>
                    <a:cubicBezTo>
                      <a:pt x="813" y="11568"/>
                      <a:pt x="813" y="11568"/>
                      <a:pt x="813" y="11568"/>
                    </a:cubicBezTo>
                    <a:cubicBezTo>
                      <a:pt x="813" y="11460"/>
                      <a:pt x="732" y="11378"/>
                      <a:pt x="597" y="11378"/>
                    </a:cubicBezTo>
                    <a:cubicBezTo>
                      <a:pt x="488" y="11378"/>
                      <a:pt x="407" y="11460"/>
                      <a:pt x="407" y="11568"/>
                    </a:cubicBezTo>
                    <a:cubicBezTo>
                      <a:pt x="407" y="12218"/>
                      <a:pt x="407" y="12218"/>
                      <a:pt x="407" y="12218"/>
                    </a:cubicBezTo>
                    <a:lnTo>
                      <a:pt x="190" y="12218"/>
                    </a:lnTo>
                    <a:cubicBezTo>
                      <a:pt x="82" y="12218"/>
                      <a:pt x="1" y="12299"/>
                      <a:pt x="1" y="12435"/>
                    </a:cubicBezTo>
                    <a:cubicBezTo>
                      <a:pt x="1" y="12543"/>
                      <a:pt x="82" y="12625"/>
                      <a:pt x="190" y="12625"/>
                    </a:cubicBezTo>
                    <a:lnTo>
                      <a:pt x="5500" y="12625"/>
                    </a:lnTo>
                    <a:cubicBezTo>
                      <a:pt x="5608" y="12625"/>
                      <a:pt x="5690" y="12543"/>
                      <a:pt x="5690" y="12435"/>
                    </a:cubicBezTo>
                    <a:cubicBezTo>
                      <a:pt x="5690" y="12299"/>
                      <a:pt x="5608" y="12218"/>
                      <a:pt x="5500" y="12218"/>
                    </a:cubicBezTo>
                    <a:lnTo>
                      <a:pt x="4064" y="12218"/>
                    </a:lnTo>
                    <a:cubicBezTo>
                      <a:pt x="4064" y="8967"/>
                      <a:pt x="4064" y="8967"/>
                      <a:pt x="4064" y="8967"/>
                    </a:cubicBezTo>
                    <a:cubicBezTo>
                      <a:pt x="4064" y="8832"/>
                      <a:pt x="3983" y="8750"/>
                      <a:pt x="3875" y="8750"/>
                    </a:cubicBezTo>
                    <a:cubicBezTo>
                      <a:pt x="3739" y="8750"/>
                      <a:pt x="3658" y="8832"/>
                      <a:pt x="3658" y="8967"/>
                    </a:cubicBezTo>
                    <a:cubicBezTo>
                      <a:pt x="3658" y="12218"/>
                      <a:pt x="3658" y="12218"/>
                      <a:pt x="3658" y="12218"/>
                    </a:cubicBezTo>
                    <a:lnTo>
                      <a:pt x="1599" y="12218"/>
                    </a:lnTo>
                    <a:cubicBezTo>
                      <a:pt x="1599" y="406"/>
                      <a:pt x="1599" y="406"/>
                      <a:pt x="1599" y="406"/>
                    </a:cubicBezTo>
                    <a:lnTo>
                      <a:pt x="3658" y="406"/>
                    </a:lnTo>
                    <a:cubicBezTo>
                      <a:pt x="3658" y="8100"/>
                      <a:pt x="3658" y="8100"/>
                      <a:pt x="3658" y="8100"/>
                    </a:cubicBezTo>
                    <a:cubicBezTo>
                      <a:pt x="3658" y="8236"/>
                      <a:pt x="3739" y="8317"/>
                      <a:pt x="3875" y="8317"/>
                    </a:cubicBezTo>
                    <a:cubicBezTo>
                      <a:pt x="3983" y="8317"/>
                      <a:pt x="4064" y="8236"/>
                      <a:pt x="4064" y="8100"/>
                    </a:cubicBezTo>
                    <a:cubicBezTo>
                      <a:pt x="4064" y="7342"/>
                      <a:pt x="4064" y="7342"/>
                      <a:pt x="4064" y="7342"/>
                    </a:cubicBezTo>
                    <a:lnTo>
                      <a:pt x="4606" y="7342"/>
                    </a:lnTo>
                    <a:cubicBezTo>
                      <a:pt x="4525" y="7531"/>
                      <a:pt x="4471" y="7721"/>
                      <a:pt x="4471" y="7938"/>
                    </a:cubicBezTo>
                    <a:cubicBezTo>
                      <a:pt x="4471" y="8019"/>
                      <a:pt x="4579" y="8127"/>
                      <a:pt x="4687" y="8127"/>
                    </a:cubicBezTo>
                    <a:lnTo>
                      <a:pt x="4877" y="8127"/>
                    </a:lnTo>
                    <a:cubicBezTo>
                      <a:pt x="4877" y="8669"/>
                      <a:pt x="4877" y="8669"/>
                      <a:pt x="4877" y="8669"/>
                    </a:cubicBezTo>
                    <a:cubicBezTo>
                      <a:pt x="4877" y="8778"/>
                      <a:pt x="4931" y="8859"/>
                      <a:pt x="4985" y="8913"/>
                    </a:cubicBezTo>
                    <a:cubicBezTo>
                      <a:pt x="5283" y="9238"/>
                      <a:pt x="5283" y="9238"/>
                      <a:pt x="5283" y="9238"/>
                    </a:cubicBezTo>
                    <a:cubicBezTo>
                      <a:pt x="5365" y="9292"/>
                      <a:pt x="5446" y="9346"/>
                      <a:pt x="5527" y="9346"/>
                    </a:cubicBezTo>
                    <a:lnTo>
                      <a:pt x="5906" y="9346"/>
                    </a:lnTo>
                    <a:cubicBezTo>
                      <a:pt x="6015" y="9346"/>
                      <a:pt x="6096" y="9211"/>
                      <a:pt x="6096" y="9211"/>
                    </a:cubicBezTo>
                    <a:cubicBezTo>
                      <a:pt x="6096" y="9509"/>
                      <a:pt x="6096" y="9509"/>
                      <a:pt x="6096" y="9509"/>
                    </a:cubicBezTo>
                    <a:cubicBezTo>
                      <a:pt x="6096" y="9807"/>
                      <a:pt x="6286" y="10051"/>
                      <a:pt x="6584" y="10105"/>
                    </a:cubicBezTo>
                    <a:cubicBezTo>
                      <a:pt x="6936" y="10837"/>
                      <a:pt x="6936" y="10837"/>
                      <a:pt x="6936" y="10837"/>
                    </a:cubicBezTo>
                    <a:cubicBezTo>
                      <a:pt x="6990" y="10891"/>
                      <a:pt x="7044" y="10945"/>
                      <a:pt x="7126" y="10972"/>
                    </a:cubicBezTo>
                    <a:lnTo>
                      <a:pt x="7938" y="10972"/>
                    </a:lnTo>
                    <a:cubicBezTo>
                      <a:pt x="8020" y="10972"/>
                      <a:pt x="8074" y="10945"/>
                      <a:pt x="8128" y="10864"/>
                    </a:cubicBezTo>
                    <a:cubicBezTo>
                      <a:pt x="8345" y="10403"/>
                      <a:pt x="8345" y="10403"/>
                      <a:pt x="8345" y="10403"/>
                    </a:cubicBezTo>
                    <a:cubicBezTo>
                      <a:pt x="8561" y="10864"/>
                      <a:pt x="8561" y="10864"/>
                      <a:pt x="8561" y="10864"/>
                    </a:cubicBezTo>
                    <a:cubicBezTo>
                      <a:pt x="8616" y="10918"/>
                      <a:pt x="8670" y="10972"/>
                      <a:pt x="8751" y="10972"/>
                    </a:cubicBezTo>
                    <a:lnTo>
                      <a:pt x="9564" y="10972"/>
                    </a:lnTo>
                    <a:cubicBezTo>
                      <a:pt x="9645" y="10972"/>
                      <a:pt x="9699" y="10918"/>
                      <a:pt x="9753" y="10837"/>
                    </a:cubicBezTo>
                    <a:cubicBezTo>
                      <a:pt x="10106" y="10159"/>
                      <a:pt x="10106" y="10159"/>
                      <a:pt x="10106" y="10159"/>
                    </a:cubicBezTo>
                    <a:cubicBezTo>
                      <a:pt x="10376" y="10078"/>
                      <a:pt x="10593" y="9861"/>
                      <a:pt x="10593" y="9563"/>
                    </a:cubicBezTo>
                    <a:cubicBezTo>
                      <a:pt x="10593" y="9211"/>
                      <a:pt x="10593" y="9211"/>
                      <a:pt x="10593" y="9211"/>
                    </a:cubicBezTo>
                    <a:cubicBezTo>
                      <a:pt x="10593" y="9211"/>
                      <a:pt x="10702" y="9346"/>
                      <a:pt x="10783" y="9346"/>
                    </a:cubicBezTo>
                    <a:lnTo>
                      <a:pt x="11135" y="9346"/>
                    </a:lnTo>
                    <a:cubicBezTo>
                      <a:pt x="11216" y="9346"/>
                      <a:pt x="11325" y="9292"/>
                      <a:pt x="11379" y="9238"/>
                    </a:cubicBezTo>
                    <a:cubicBezTo>
                      <a:pt x="11704" y="8913"/>
                      <a:pt x="11704" y="8913"/>
                      <a:pt x="11704" y="8913"/>
                    </a:cubicBezTo>
                    <a:cubicBezTo>
                      <a:pt x="11758" y="8832"/>
                      <a:pt x="11812" y="8750"/>
                      <a:pt x="11812" y="8669"/>
                    </a:cubicBezTo>
                    <a:lnTo>
                      <a:pt x="11812" y="8127"/>
                    </a:lnTo>
                    <a:lnTo>
                      <a:pt x="12002" y="8127"/>
                    </a:lnTo>
                    <a:cubicBezTo>
                      <a:pt x="12110" y="8127"/>
                      <a:pt x="12219" y="8046"/>
                      <a:pt x="12219" y="7938"/>
                    </a:cubicBezTo>
                    <a:cubicBezTo>
                      <a:pt x="12219" y="7531"/>
                      <a:pt x="12056" y="7179"/>
                      <a:pt x="11812" y="6881"/>
                    </a:cubicBezTo>
                    <a:cubicBezTo>
                      <a:pt x="11839" y="3468"/>
                      <a:pt x="11839" y="3468"/>
                      <a:pt x="11839" y="3468"/>
                    </a:cubicBezTo>
                    <a:cubicBezTo>
                      <a:pt x="11839" y="3332"/>
                      <a:pt x="11758" y="3251"/>
                      <a:pt x="11623" y="3251"/>
                    </a:cubicBezTo>
                    <a:cubicBezTo>
                      <a:pt x="11514" y="3251"/>
                      <a:pt x="11433" y="3332"/>
                      <a:pt x="11433" y="3468"/>
                    </a:cubicBezTo>
                    <a:cubicBezTo>
                      <a:pt x="11406" y="6583"/>
                      <a:pt x="11406" y="6583"/>
                      <a:pt x="11406" y="6583"/>
                    </a:cubicBezTo>
                    <a:cubicBezTo>
                      <a:pt x="11406" y="6583"/>
                      <a:pt x="10891" y="6394"/>
                      <a:pt x="10593" y="6014"/>
                    </a:cubicBezTo>
                    <a:cubicBezTo>
                      <a:pt x="10593" y="2845"/>
                      <a:pt x="10593" y="2845"/>
                      <a:pt x="10593" y="2845"/>
                    </a:cubicBezTo>
                    <a:cubicBezTo>
                      <a:pt x="10593" y="2303"/>
                      <a:pt x="10729" y="1788"/>
                      <a:pt x="11000" y="1382"/>
                    </a:cubicBezTo>
                    <a:cubicBezTo>
                      <a:pt x="11270" y="1815"/>
                      <a:pt x="11406" y="2330"/>
                      <a:pt x="11433" y="2845"/>
                    </a:cubicBezTo>
                    <a:cubicBezTo>
                      <a:pt x="11433" y="2919"/>
                      <a:pt x="11501" y="3038"/>
                      <a:pt x="11595" y="3038"/>
                    </a:cubicBezTo>
                    <a:cubicBezTo>
                      <a:pt x="11604" y="3038"/>
                      <a:pt x="11613" y="3037"/>
                      <a:pt x="11623" y="3034"/>
                    </a:cubicBezTo>
                    <a:cubicBezTo>
                      <a:pt x="11731" y="3007"/>
                      <a:pt x="11839" y="2926"/>
                      <a:pt x="11839" y="2845"/>
                    </a:cubicBezTo>
                    <a:cubicBezTo>
                      <a:pt x="11812" y="2140"/>
                      <a:pt x="11596" y="1463"/>
                      <a:pt x="11189" y="894"/>
                    </a:cubicBezTo>
                    <a:cubicBezTo>
                      <a:pt x="11146" y="851"/>
                      <a:pt x="11079" y="823"/>
                      <a:pt x="11014" y="823"/>
                    </a:cubicBezTo>
                    <a:cubicBezTo>
                      <a:pt x="10957" y="823"/>
                      <a:pt x="10902" y="844"/>
                      <a:pt x="10864" y="894"/>
                    </a:cubicBezTo>
                    <a:cubicBezTo>
                      <a:pt x="10512" y="1355"/>
                      <a:pt x="10295" y="1896"/>
                      <a:pt x="10214" y="2438"/>
                    </a:cubicBezTo>
                    <a:cubicBezTo>
                      <a:pt x="9862" y="1544"/>
                      <a:pt x="9266" y="704"/>
                      <a:pt x="8480" y="54"/>
                    </a:cubicBezTo>
                    <a:cubicBezTo>
                      <a:pt x="8439" y="27"/>
                      <a:pt x="8399" y="14"/>
                      <a:pt x="8358" y="14"/>
                    </a:cubicBezTo>
                    <a:cubicBezTo>
                      <a:pt x="8318" y="14"/>
                      <a:pt x="8277" y="27"/>
                      <a:pt x="8236" y="54"/>
                    </a:cubicBezTo>
                    <a:cubicBezTo>
                      <a:pt x="8074" y="163"/>
                      <a:pt x="7938" y="298"/>
                      <a:pt x="7830" y="406"/>
                    </a:cubicBezTo>
                    <a:cubicBezTo>
                      <a:pt x="7749" y="488"/>
                      <a:pt x="7749" y="623"/>
                      <a:pt x="7830" y="704"/>
                    </a:cubicBezTo>
                    <a:cubicBezTo>
                      <a:pt x="7871" y="745"/>
                      <a:pt x="7918" y="765"/>
                      <a:pt x="7965" y="765"/>
                    </a:cubicBezTo>
                    <a:cubicBezTo>
                      <a:pt x="8013" y="765"/>
                      <a:pt x="8060" y="745"/>
                      <a:pt x="8101" y="704"/>
                    </a:cubicBezTo>
                    <a:cubicBezTo>
                      <a:pt x="8182" y="623"/>
                      <a:pt x="8263" y="542"/>
                      <a:pt x="8372" y="461"/>
                    </a:cubicBezTo>
                    <a:cubicBezTo>
                      <a:pt x="9537" y="1436"/>
                      <a:pt x="10214" y="2926"/>
                      <a:pt x="10214" y="4416"/>
                    </a:cubicBezTo>
                    <a:cubicBezTo>
                      <a:pt x="10214" y="5527"/>
                      <a:pt x="10214" y="5527"/>
                      <a:pt x="10214" y="5527"/>
                    </a:cubicBezTo>
                    <a:cubicBezTo>
                      <a:pt x="10160" y="5472"/>
                      <a:pt x="9374" y="4199"/>
                      <a:pt x="9374" y="4199"/>
                    </a:cubicBezTo>
                    <a:cubicBezTo>
                      <a:pt x="9374" y="3007"/>
                      <a:pt x="9374" y="3007"/>
                      <a:pt x="9374" y="3007"/>
                    </a:cubicBezTo>
                    <a:cubicBezTo>
                      <a:pt x="9374" y="2520"/>
                      <a:pt x="8995" y="1598"/>
                      <a:pt x="8372" y="1598"/>
                    </a:cubicBezTo>
                    <a:cubicBezTo>
                      <a:pt x="7749" y="1598"/>
                      <a:pt x="7342" y="2520"/>
                      <a:pt x="7342" y="3007"/>
                    </a:cubicBezTo>
                    <a:cubicBezTo>
                      <a:pt x="7342" y="4199"/>
                      <a:pt x="7342" y="4199"/>
                      <a:pt x="7342" y="4199"/>
                    </a:cubicBezTo>
                    <a:cubicBezTo>
                      <a:pt x="7342" y="4199"/>
                      <a:pt x="6584" y="5472"/>
                      <a:pt x="6530" y="5527"/>
                    </a:cubicBezTo>
                    <a:cubicBezTo>
                      <a:pt x="6530" y="4416"/>
                      <a:pt x="6530" y="4416"/>
                      <a:pt x="6530" y="4416"/>
                    </a:cubicBezTo>
                    <a:cubicBezTo>
                      <a:pt x="6530" y="3278"/>
                      <a:pt x="6909" y="2167"/>
                      <a:pt x="7586" y="1273"/>
                    </a:cubicBezTo>
                    <a:cubicBezTo>
                      <a:pt x="7667" y="1192"/>
                      <a:pt x="7667" y="1057"/>
                      <a:pt x="7559" y="975"/>
                    </a:cubicBezTo>
                    <a:cubicBezTo>
                      <a:pt x="7530" y="956"/>
                      <a:pt x="7495" y="947"/>
                      <a:pt x="7457" y="947"/>
                    </a:cubicBezTo>
                    <a:cubicBezTo>
                      <a:pt x="7389" y="947"/>
                      <a:pt x="7313" y="977"/>
                      <a:pt x="7261" y="1030"/>
                    </a:cubicBezTo>
                    <a:cubicBezTo>
                      <a:pt x="6936" y="1463"/>
                      <a:pt x="6692" y="1896"/>
                      <a:pt x="6502" y="2384"/>
                    </a:cubicBezTo>
                    <a:cubicBezTo>
                      <a:pt x="6421" y="1842"/>
                      <a:pt x="6232" y="1300"/>
                      <a:pt x="5879" y="867"/>
                    </a:cubicBezTo>
                    <a:cubicBezTo>
                      <a:pt x="5839" y="813"/>
                      <a:pt x="5778" y="786"/>
                      <a:pt x="5720" y="786"/>
                    </a:cubicBezTo>
                    <a:cubicBezTo>
                      <a:pt x="5663" y="786"/>
                      <a:pt x="5608" y="813"/>
                      <a:pt x="5581" y="867"/>
                    </a:cubicBezTo>
                    <a:cubicBezTo>
                      <a:pt x="5175" y="1436"/>
                      <a:pt x="4931" y="2113"/>
                      <a:pt x="4904" y="2818"/>
                    </a:cubicBezTo>
                    <a:cubicBezTo>
                      <a:pt x="4904" y="3684"/>
                      <a:pt x="4904" y="3684"/>
                      <a:pt x="4904" y="3684"/>
                    </a:cubicBezTo>
                    <a:lnTo>
                      <a:pt x="4091" y="3684"/>
                    </a:lnTo>
                    <a:cubicBezTo>
                      <a:pt x="4091" y="217"/>
                      <a:pt x="4091" y="217"/>
                      <a:pt x="4091" y="217"/>
                    </a:cubicBezTo>
                    <a:cubicBezTo>
                      <a:pt x="4091" y="81"/>
                      <a:pt x="4010" y="0"/>
                      <a:pt x="3875"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sp>
            <p:nvSpPr>
              <p:cNvPr id="993" name="Google Shape;993;p56"/>
              <p:cNvSpPr/>
              <p:nvPr/>
            </p:nvSpPr>
            <p:spPr>
              <a:xfrm>
                <a:off x="678301" y="1495378"/>
                <a:ext cx="132139" cy="10128"/>
              </a:xfrm>
              <a:custGeom>
                <a:rect b="b" l="l" r="r" t="t"/>
                <a:pathLst>
                  <a:path extrusionOk="0" h="407" w="5310">
                    <a:moveTo>
                      <a:pt x="217" y="0"/>
                    </a:moveTo>
                    <a:cubicBezTo>
                      <a:pt x="81" y="0"/>
                      <a:pt x="0" y="81"/>
                      <a:pt x="0" y="217"/>
                    </a:cubicBezTo>
                    <a:cubicBezTo>
                      <a:pt x="0" y="325"/>
                      <a:pt x="81" y="407"/>
                      <a:pt x="217" y="407"/>
                    </a:cubicBezTo>
                    <a:lnTo>
                      <a:pt x="5093" y="407"/>
                    </a:lnTo>
                    <a:cubicBezTo>
                      <a:pt x="5229" y="407"/>
                      <a:pt x="5310" y="325"/>
                      <a:pt x="5310" y="217"/>
                    </a:cubicBezTo>
                    <a:cubicBezTo>
                      <a:pt x="5310" y="81"/>
                      <a:pt x="5229" y="0"/>
                      <a:pt x="5093"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C3C3A"/>
                  </a:solidFill>
                  <a:highlight>
                    <a:srgbClr val="1F1F1F"/>
                  </a:highlight>
                </a:endParaRPr>
              </a:p>
            </p:txBody>
          </p:sp>
        </p:grpSp>
        <p:sp>
          <p:nvSpPr>
            <p:cNvPr id="994" name="Google Shape;994;p56"/>
            <p:cNvSpPr txBox="1"/>
            <p:nvPr/>
          </p:nvSpPr>
          <p:spPr>
            <a:xfrm>
              <a:off x="921700" y="1269713"/>
              <a:ext cx="1156800" cy="41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3C3C3A"/>
                  </a:solidFill>
                  <a:latin typeface="Montserrat"/>
                  <a:ea typeface="Montserrat"/>
                  <a:cs typeface="Montserrat"/>
                  <a:sym typeface="Montserrat"/>
                </a:rPr>
                <a:t>Aerospace</a:t>
              </a:r>
              <a:endParaRPr b="1" sz="800">
                <a:solidFill>
                  <a:srgbClr val="3C3C3A"/>
                </a:solidFill>
                <a:latin typeface="Montserrat"/>
                <a:ea typeface="Montserrat"/>
                <a:cs typeface="Montserrat"/>
                <a:sym typeface="Montserrat"/>
              </a:endParaRPr>
            </a:p>
          </p:txBody>
        </p:sp>
      </p:grpSp>
      <p:grpSp>
        <p:nvGrpSpPr>
          <p:cNvPr id="995" name="Google Shape;995;p56"/>
          <p:cNvGrpSpPr/>
          <p:nvPr/>
        </p:nvGrpSpPr>
        <p:grpSpPr>
          <a:xfrm>
            <a:off x="6469600" y="4316513"/>
            <a:ext cx="1640898" cy="410400"/>
            <a:chOff x="539988" y="2398638"/>
            <a:chExt cx="1640898" cy="410400"/>
          </a:xfrm>
        </p:grpSpPr>
        <p:sp>
          <p:nvSpPr>
            <p:cNvPr id="996" name="Google Shape;996;p56"/>
            <p:cNvSpPr txBox="1"/>
            <p:nvPr/>
          </p:nvSpPr>
          <p:spPr>
            <a:xfrm>
              <a:off x="539988" y="2398638"/>
              <a:ext cx="1030200" cy="410400"/>
            </a:xfrm>
            <a:prstGeom prst="rect">
              <a:avLst/>
            </a:prstGeom>
            <a:noFill/>
            <a:ln>
              <a:noFill/>
            </a:ln>
          </p:spPr>
          <p:txBody>
            <a:bodyPr anchorCtr="0" anchor="ctr" bIns="91425" lIns="91425" spcFirstLastPara="1" rIns="91425" wrap="square" tIns="91425">
              <a:noAutofit/>
            </a:bodyPr>
            <a:lstStyle/>
            <a:p>
              <a:pPr indent="-90000" lvl="0" marL="0" rtl="0" algn="l">
                <a:spcBef>
                  <a:spcPts val="0"/>
                </a:spcBef>
                <a:spcAft>
                  <a:spcPts val="0"/>
                </a:spcAft>
                <a:buNone/>
              </a:pPr>
              <a:r>
                <a:rPr b="1" lang="en-GB" sz="800">
                  <a:solidFill>
                    <a:srgbClr val="3C3C3A"/>
                  </a:solidFill>
                  <a:latin typeface="Montserrat"/>
                  <a:ea typeface="Montserrat"/>
                  <a:cs typeface="Montserrat"/>
                  <a:sym typeface="Montserrat"/>
                </a:rPr>
                <a:t>Partner:</a:t>
              </a:r>
              <a:endParaRPr b="1" sz="800">
                <a:solidFill>
                  <a:srgbClr val="3C3C3A"/>
                </a:solidFill>
                <a:latin typeface="Montserrat"/>
                <a:ea typeface="Montserrat"/>
                <a:cs typeface="Montserrat"/>
                <a:sym typeface="Montserrat"/>
              </a:endParaRPr>
            </a:p>
          </p:txBody>
        </p:sp>
        <p:pic>
          <p:nvPicPr>
            <p:cNvPr id="997" name="Google Shape;997;p56"/>
            <p:cNvPicPr preferRelativeResize="0"/>
            <p:nvPr/>
          </p:nvPicPr>
          <p:blipFill rotWithShape="1">
            <a:blip r:embed="rId5">
              <a:alphaModFix/>
            </a:blip>
            <a:srcRect b="12133" l="7592" r="7583" t="12133"/>
            <a:stretch/>
          </p:blipFill>
          <p:spPr>
            <a:xfrm>
              <a:off x="1158488" y="2399375"/>
              <a:ext cx="1022398" cy="408960"/>
            </a:xfrm>
            <a:prstGeom prst="rect">
              <a:avLst/>
            </a:prstGeom>
            <a:noFill/>
            <a:ln>
              <a:noFill/>
            </a:ln>
          </p:spPr>
        </p:pic>
      </p:grpSp>
      <p:grpSp>
        <p:nvGrpSpPr>
          <p:cNvPr id="998" name="Google Shape;998;p56"/>
          <p:cNvGrpSpPr/>
          <p:nvPr/>
        </p:nvGrpSpPr>
        <p:grpSpPr>
          <a:xfrm>
            <a:off x="6178488" y="2252716"/>
            <a:ext cx="410453" cy="405868"/>
            <a:chOff x="3682525" y="2772575"/>
            <a:chExt cx="1348400" cy="1348400"/>
          </a:xfrm>
        </p:grpSpPr>
        <p:sp>
          <p:nvSpPr>
            <p:cNvPr id="999" name="Google Shape;999;p56"/>
            <p:cNvSpPr/>
            <p:nvPr/>
          </p:nvSpPr>
          <p:spPr>
            <a:xfrm>
              <a:off x="3682525" y="2772575"/>
              <a:ext cx="1348400" cy="1348400"/>
            </a:xfrm>
            <a:custGeom>
              <a:rect b="b" l="l" r="r" t="t"/>
              <a:pathLst>
                <a:path extrusionOk="0" h="53936" w="53936">
                  <a:moveTo>
                    <a:pt x="26968" y="1589"/>
                  </a:moveTo>
                  <a:cubicBezTo>
                    <a:pt x="33766" y="1589"/>
                    <a:pt x="40117" y="4235"/>
                    <a:pt x="44937" y="9027"/>
                  </a:cubicBezTo>
                  <a:cubicBezTo>
                    <a:pt x="49729" y="13819"/>
                    <a:pt x="52375" y="20199"/>
                    <a:pt x="52375" y="26968"/>
                  </a:cubicBezTo>
                  <a:cubicBezTo>
                    <a:pt x="52375" y="33766"/>
                    <a:pt x="49729" y="40145"/>
                    <a:pt x="44937" y="44937"/>
                  </a:cubicBezTo>
                  <a:cubicBezTo>
                    <a:pt x="40117" y="49729"/>
                    <a:pt x="33766" y="52375"/>
                    <a:pt x="26968" y="52375"/>
                  </a:cubicBezTo>
                  <a:cubicBezTo>
                    <a:pt x="20198" y="52375"/>
                    <a:pt x="13818" y="49729"/>
                    <a:pt x="8999" y="44937"/>
                  </a:cubicBezTo>
                  <a:cubicBezTo>
                    <a:pt x="4207" y="40145"/>
                    <a:pt x="1561" y="33766"/>
                    <a:pt x="1561" y="26968"/>
                  </a:cubicBezTo>
                  <a:cubicBezTo>
                    <a:pt x="1561" y="20199"/>
                    <a:pt x="4207" y="13819"/>
                    <a:pt x="8999" y="9027"/>
                  </a:cubicBezTo>
                  <a:cubicBezTo>
                    <a:pt x="13818" y="4235"/>
                    <a:pt x="20198" y="1589"/>
                    <a:pt x="26968" y="1589"/>
                  </a:cubicBezTo>
                  <a:close/>
                  <a:moveTo>
                    <a:pt x="26968" y="1"/>
                  </a:moveTo>
                  <a:cubicBezTo>
                    <a:pt x="19752" y="1"/>
                    <a:pt x="12983" y="2815"/>
                    <a:pt x="7912" y="7913"/>
                  </a:cubicBezTo>
                  <a:cubicBezTo>
                    <a:pt x="2814" y="13011"/>
                    <a:pt x="0" y="19781"/>
                    <a:pt x="0" y="26968"/>
                  </a:cubicBezTo>
                  <a:cubicBezTo>
                    <a:pt x="0" y="34184"/>
                    <a:pt x="2814" y="40953"/>
                    <a:pt x="7912" y="46052"/>
                  </a:cubicBezTo>
                  <a:cubicBezTo>
                    <a:pt x="12983" y="51150"/>
                    <a:pt x="19752" y="53936"/>
                    <a:pt x="26968" y="53936"/>
                  </a:cubicBezTo>
                  <a:cubicBezTo>
                    <a:pt x="34183" y="53936"/>
                    <a:pt x="40953" y="51150"/>
                    <a:pt x="46024" y="46052"/>
                  </a:cubicBezTo>
                  <a:cubicBezTo>
                    <a:pt x="51122" y="40953"/>
                    <a:pt x="53935" y="34184"/>
                    <a:pt x="53935" y="26968"/>
                  </a:cubicBezTo>
                  <a:cubicBezTo>
                    <a:pt x="53935" y="19781"/>
                    <a:pt x="51122" y="13011"/>
                    <a:pt x="46024" y="7913"/>
                  </a:cubicBezTo>
                  <a:cubicBezTo>
                    <a:pt x="40953" y="2815"/>
                    <a:pt x="34183" y="1"/>
                    <a:pt x="26968" y="1"/>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56"/>
            <p:cNvSpPr/>
            <p:nvPr/>
          </p:nvSpPr>
          <p:spPr>
            <a:xfrm>
              <a:off x="4251550" y="3160475"/>
              <a:ext cx="210350" cy="189500"/>
            </a:xfrm>
            <a:custGeom>
              <a:rect b="b" l="l" r="r" t="t"/>
              <a:pathLst>
                <a:path extrusionOk="0" h="7580" w="8414">
                  <a:moveTo>
                    <a:pt x="4207" y="1534"/>
                  </a:moveTo>
                  <a:cubicBezTo>
                    <a:pt x="4597" y="1534"/>
                    <a:pt x="4959" y="1618"/>
                    <a:pt x="5321" y="1813"/>
                  </a:cubicBezTo>
                  <a:cubicBezTo>
                    <a:pt x="5851" y="2120"/>
                    <a:pt x="6213" y="2593"/>
                    <a:pt x="6380" y="3178"/>
                  </a:cubicBezTo>
                  <a:cubicBezTo>
                    <a:pt x="6714" y="4376"/>
                    <a:pt x="6018" y="5630"/>
                    <a:pt x="4820" y="5964"/>
                  </a:cubicBezTo>
                  <a:cubicBezTo>
                    <a:pt x="4617" y="6021"/>
                    <a:pt x="4412" y="6048"/>
                    <a:pt x="4210" y="6048"/>
                  </a:cubicBezTo>
                  <a:cubicBezTo>
                    <a:pt x="3223" y="6048"/>
                    <a:pt x="2312" y="5399"/>
                    <a:pt x="2034" y="4404"/>
                  </a:cubicBezTo>
                  <a:cubicBezTo>
                    <a:pt x="1700" y="3206"/>
                    <a:pt x="2396" y="1952"/>
                    <a:pt x="3594" y="1618"/>
                  </a:cubicBezTo>
                  <a:cubicBezTo>
                    <a:pt x="3789" y="1562"/>
                    <a:pt x="4012" y="1534"/>
                    <a:pt x="4207" y="1534"/>
                  </a:cubicBezTo>
                  <a:close/>
                  <a:moveTo>
                    <a:pt x="4186" y="0"/>
                  </a:moveTo>
                  <a:cubicBezTo>
                    <a:pt x="3848" y="0"/>
                    <a:pt x="3509" y="47"/>
                    <a:pt x="3176" y="142"/>
                  </a:cubicBezTo>
                  <a:cubicBezTo>
                    <a:pt x="1170" y="699"/>
                    <a:pt x="0" y="2816"/>
                    <a:pt x="557" y="4822"/>
                  </a:cubicBezTo>
                  <a:cubicBezTo>
                    <a:pt x="1031" y="6493"/>
                    <a:pt x="2563" y="7580"/>
                    <a:pt x="4207" y="7580"/>
                  </a:cubicBezTo>
                  <a:cubicBezTo>
                    <a:pt x="4541" y="7580"/>
                    <a:pt x="4903" y="7524"/>
                    <a:pt x="5238" y="7441"/>
                  </a:cubicBezTo>
                  <a:cubicBezTo>
                    <a:pt x="7244" y="6883"/>
                    <a:pt x="8414" y="4766"/>
                    <a:pt x="7856" y="2760"/>
                  </a:cubicBezTo>
                  <a:cubicBezTo>
                    <a:pt x="7578" y="1785"/>
                    <a:pt x="6937" y="977"/>
                    <a:pt x="6073" y="504"/>
                  </a:cubicBezTo>
                  <a:cubicBezTo>
                    <a:pt x="5486" y="173"/>
                    <a:pt x="4838" y="0"/>
                    <a:pt x="4186"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56"/>
            <p:cNvSpPr/>
            <p:nvPr/>
          </p:nvSpPr>
          <p:spPr>
            <a:xfrm>
              <a:off x="4089950" y="2969075"/>
              <a:ext cx="533525" cy="789725"/>
            </a:xfrm>
            <a:custGeom>
              <a:rect b="b" l="l" r="r" t="t"/>
              <a:pathLst>
                <a:path extrusionOk="0" h="31589" w="21341">
                  <a:moveTo>
                    <a:pt x="10476" y="1669"/>
                  </a:moveTo>
                  <a:cubicBezTo>
                    <a:pt x="11061" y="2059"/>
                    <a:pt x="12231" y="2978"/>
                    <a:pt x="13429" y="4649"/>
                  </a:cubicBezTo>
                  <a:cubicBezTo>
                    <a:pt x="14906" y="6739"/>
                    <a:pt x="16688" y="10472"/>
                    <a:pt x="16800" y="16406"/>
                  </a:cubicBezTo>
                  <a:cubicBezTo>
                    <a:pt x="16772" y="16545"/>
                    <a:pt x="16772" y="16684"/>
                    <a:pt x="16800" y="16796"/>
                  </a:cubicBezTo>
                  <a:cubicBezTo>
                    <a:pt x="16688" y="17715"/>
                    <a:pt x="15741" y="23036"/>
                    <a:pt x="15045" y="26909"/>
                  </a:cubicBezTo>
                  <a:lnTo>
                    <a:pt x="6353" y="26909"/>
                  </a:lnTo>
                  <a:cubicBezTo>
                    <a:pt x="5601" y="23036"/>
                    <a:pt x="4486" y="17297"/>
                    <a:pt x="4431" y="16712"/>
                  </a:cubicBezTo>
                  <a:cubicBezTo>
                    <a:pt x="4486" y="10667"/>
                    <a:pt x="6213" y="6850"/>
                    <a:pt x="7662" y="4677"/>
                  </a:cubicBezTo>
                  <a:cubicBezTo>
                    <a:pt x="8804" y="3034"/>
                    <a:pt x="9919" y="2086"/>
                    <a:pt x="10476" y="1669"/>
                  </a:cubicBezTo>
                  <a:close/>
                  <a:moveTo>
                    <a:pt x="18026" y="18746"/>
                  </a:moveTo>
                  <a:cubicBezTo>
                    <a:pt x="19224" y="21504"/>
                    <a:pt x="19669" y="26268"/>
                    <a:pt x="19781" y="29165"/>
                  </a:cubicBezTo>
                  <a:lnTo>
                    <a:pt x="16521" y="27187"/>
                  </a:lnTo>
                  <a:cubicBezTo>
                    <a:pt x="16911" y="25126"/>
                    <a:pt x="17608" y="21170"/>
                    <a:pt x="18026" y="18746"/>
                  </a:cubicBezTo>
                  <a:close/>
                  <a:moveTo>
                    <a:pt x="3260" y="18802"/>
                  </a:moveTo>
                  <a:cubicBezTo>
                    <a:pt x="3650" y="20919"/>
                    <a:pt x="4291" y="24290"/>
                    <a:pt x="4876" y="27327"/>
                  </a:cubicBezTo>
                  <a:cubicBezTo>
                    <a:pt x="1561" y="29444"/>
                    <a:pt x="1561" y="29444"/>
                    <a:pt x="1561" y="29444"/>
                  </a:cubicBezTo>
                  <a:cubicBezTo>
                    <a:pt x="1645" y="26491"/>
                    <a:pt x="2062" y="21616"/>
                    <a:pt x="3260" y="18802"/>
                  </a:cubicBezTo>
                  <a:close/>
                  <a:moveTo>
                    <a:pt x="10469" y="0"/>
                  </a:moveTo>
                  <a:cubicBezTo>
                    <a:pt x="10337" y="0"/>
                    <a:pt x="10204" y="35"/>
                    <a:pt x="10086" y="108"/>
                  </a:cubicBezTo>
                  <a:cubicBezTo>
                    <a:pt x="10002" y="136"/>
                    <a:pt x="8247" y="1167"/>
                    <a:pt x="6464" y="3758"/>
                  </a:cubicBezTo>
                  <a:cubicBezTo>
                    <a:pt x="4904" y="6042"/>
                    <a:pt x="3038" y="10110"/>
                    <a:pt x="2926" y="16406"/>
                  </a:cubicBezTo>
                  <a:cubicBezTo>
                    <a:pt x="1700" y="17882"/>
                    <a:pt x="837" y="20696"/>
                    <a:pt x="363" y="24819"/>
                  </a:cubicBezTo>
                  <a:cubicBezTo>
                    <a:pt x="1" y="27967"/>
                    <a:pt x="1" y="30725"/>
                    <a:pt x="1" y="30837"/>
                  </a:cubicBezTo>
                  <a:cubicBezTo>
                    <a:pt x="1" y="31115"/>
                    <a:pt x="168" y="31366"/>
                    <a:pt x="419" y="31505"/>
                  </a:cubicBezTo>
                  <a:cubicBezTo>
                    <a:pt x="530" y="31561"/>
                    <a:pt x="642" y="31589"/>
                    <a:pt x="781" y="31589"/>
                  </a:cubicBezTo>
                  <a:cubicBezTo>
                    <a:pt x="920" y="31589"/>
                    <a:pt x="1060" y="31561"/>
                    <a:pt x="1171" y="31478"/>
                  </a:cubicBezTo>
                  <a:cubicBezTo>
                    <a:pt x="5963" y="28441"/>
                    <a:pt x="5963" y="28441"/>
                    <a:pt x="5963" y="28441"/>
                  </a:cubicBezTo>
                  <a:lnTo>
                    <a:pt x="15658" y="28441"/>
                  </a:lnTo>
                  <a:cubicBezTo>
                    <a:pt x="20171" y="31171"/>
                    <a:pt x="20171" y="31171"/>
                    <a:pt x="20171" y="31171"/>
                  </a:cubicBezTo>
                  <a:cubicBezTo>
                    <a:pt x="20310" y="31255"/>
                    <a:pt x="20422" y="31283"/>
                    <a:pt x="20561" y="31283"/>
                  </a:cubicBezTo>
                  <a:cubicBezTo>
                    <a:pt x="20700" y="31283"/>
                    <a:pt x="20839" y="31255"/>
                    <a:pt x="20951" y="31199"/>
                  </a:cubicBezTo>
                  <a:cubicBezTo>
                    <a:pt x="21174" y="31060"/>
                    <a:pt x="21341" y="30809"/>
                    <a:pt x="21341" y="30530"/>
                  </a:cubicBezTo>
                  <a:cubicBezTo>
                    <a:pt x="21341" y="30419"/>
                    <a:pt x="21313" y="27717"/>
                    <a:pt x="20951" y="24596"/>
                  </a:cubicBezTo>
                  <a:cubicBezTo>
                    <a:pt x="20449" y="20557"/>
                    <a:pt x="19586" y="17799"/>
                    <a:pt x="18332" y="16350"/>
                  </a:cubicBezTo>
                  <a:cubicBezTo>
                    <a:pt x="18193" y="9971"/>
                    <a:pt x="16243" y="5931"/>
                    <a:pt x="14599" y="3674"/>
                  </a:cubicBezTo>
                  <a:cubicBezTo>
                    <a:pt x="12733" y="1111"/>
                    <a:pt x="10894" y="136"/>
                    <a:pt x="10810" y="81"/>
                  </a:cubicBezTo>
                  <a:cubicBezTo>
                    <a:pt x="10705" y="28"/>
                    <a:pt x="10587" y="0"/>
                    <a:pt x="10469"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56"/>
            <p:cNvSpPr/>
            <p:nvPr/>
          </p:nvSpPr>
          <p:spPr>
            <a:xfrm>
              <a:off x="4226475" y="3737200"/>
              <a:ext cx="39725" cy="187375"/>
            </a:xfrm>
            <a:custGeom>
              <a:rect b="b" l="l" r="r" t="t"/>
              <a:pathLst>
                <a:path extrusionOk="0" h="7495" w="1589">
                  <a:moveTo>
                    <a:pt x="752" y="0"/>
                  </a:moveTo>
                  <a:cubicBezTo>
                    <a:pt x="335" y="28"/>
                    <a:pt x="0" y="363"/>
                    <a:pt x="0" y="780"/>
                  </a:cubicBezTo>
                  <a:cubicBezTo>
                    <a:pt x="56" y="6742"/>
                    <a:pt x="56" y="6742"/>
                    <a:pt x="56" y="6742"/>
                  </a:cubicBezTo>
                  <a:cubicBezTo>
                    <a:pt x="84" y="7160"/>
                    <a:pt x="418" y="7494"/>
                    <a:pt x="836" y="7494"/>
                  </a:cubicBezTo>
                  <a:cubicBezTo>
                    <a:pt x="1254" y="7494"/>
                    <a:pt x="1588" y="7160"/>
                    <a:pt x="1588" y="6742"/>
                  </a:cubicBezTo>
                  <a:cubicBezTo>
                    <a:pt x="1533" y="753"/>
                    <a:pt x="1533" y="753"/>
                    <a:pt x="1533" y="753"/>
                  </a:cubicBezTo>
                  <a:cubicBezTo>
                    <a:pt x="1505" y="335"/>
                    <a:pt x="1170" y="0"/>
                    <a:pt x="752"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6"/>
            <p:cNvSpPr/>
            <p:nvPr/>
          </p:nvSpPr>
          <p:spPr>
            <a:xfrm>
              <a:off x="4449350" y="3737200"/>
              <a:ext cx="39725" cy="187375"/>
            </a:xfrm>
            <a:custGeom>
              <a:rect b="b" l="l" r="r" t="t"/>
              <a:pathLst>
                <a:path extrusionOk="0" h="7495" w="1589">
                  <a:moveTo>
                    <a:pt x="752" y="0"/>
                  </a:moveTo>
                  <a:cubicBezTo>
                    <a:pt x="334" y="0"/>
                    <a:pt x="0" y="335"/>
                    <a:pt x="0" y="753"/>
                  </a:cubicBezTo>
                  <a:cubicBezTo>
                    <a:pt x="56" y="6742"/>
                    <a:pt x="56" y="6742"/>
                    <a:pt x="56" y="6742"/>
                  </a:cubicBezTo>
                  <a:cubicBezTo>
                    <a:pt x="84" y="7160"/>
                    <a:pt x="418" y="7494"/>
                    <a:pt x="836" y="7494"/>
                  </a:cubicBezTo>
                  <a:cubicBezTo>
                    <a:pt x="1254" y="7494"/>
                    <a:pt x="1588" y="7132"/>
                    <a:pt x="1588" y="6714"/>
                  </a:cubicBezTo>
                  <a:cubicBezTo>
                    <a:pt x="1505" y="753"/>
                    <a:pt x="1505" y="753"/>
                    <a:pt x="1505" y="753"/>
                  </a:cubicBezTo>
                  <a:cubicBezTo>
                    <a:pt x="1505" y="335"/>
                    <a:pt x="1170" y="0"/>
                    <a:pt x="752" y="0"/>
                  </a:cubicBezTo>
                  <a:close/>
                </a:path>
              </a:pathLst>
            </a:cu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57"/>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Maps</a:t>
            </a:r>
            <a:endParaRPr/>
          </a:p>
        </p:txBody>
      </p:sp>
      <p:sp>
        <p:nvSpPr>
          <p:cNvPr id="1009" name="Google Shape;1009;p57"/>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p>
            <a:pPr indent="0" lvl="0" marL="0" rtl="0" algn="l">
              <a:lnSpc>
                <a:spcPct val="100000"/>
              </a:lnSpc>
              <a:spcBef>
                <a:spcPts val="1200"/>
              </a:spcBef>
              <a:spcAft>
                <a:spcPts val="1200"/>
              </a:spcAft>
              <a:buNone/>
            </a:pPr>
            <a:r>
              <a:rPr lang="en-GB"/>
              <a:t>Feel free to select and change the colors of the countries you would like to highlight.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58"/>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Our presence</a:t>
            </a:r>
            <a:endParaRPr/>
          </a:p>
        </p:txBody>
      </p:sp>
      <p:sp>
        <p:nvSpPr>
          <p:cNvPr id="1015" name="Google Shape;1015;p58"/>
          <p:cNvSpPr txBox="1"/>
          <p:nvPr>
            <p:ph idx="4294967295" type="subTitle"/>
          </p:nvPr>
        </p:nvSpPr>
        <p:spPr>
          <a:xfrm>
            <a:off x="540000" y="126000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016" name="Google Shape;1016;p58"/>
          <p:cNvSpPr txBox="1"/>
          <p:nvPr/>
        </p:nvSpPr>
        <p:spPr>
          <a:xfrm>
            <a:off x="810800" y="4046200"/>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1</a:t>
            </a:r>
            <a:endParaRPr sz="800">
              <a:solidFill>
                <a:schemeClr val="dk1"/>
              </a:solidFill>
              <a:latin typeface="Montserrat"/>
              <a:ea typeface="Montserrat"/>
              <a:cs typeface="Montserrat"/>
              <a:sym typeface="Montserrat"/>
            </a:endParaRPr>
          </a:p>
        </p:txBody>
      </p:sp>
      <p:sp>
        <p:nvSpPr>
          <p:cNvPr id="1017" name="Google Shape;1017;p58"/>
          <p:cNvSpPr/>
          <p:nvPr/>
        </p:nvSpPr>
        <p:spPr>
          <a:xfrm>
            <a:off x="540084" y="4046197"/>
            <a:ext cx="170100" cy="170400"/>
          </a:xfrm>
          <a:prstGeom prst="ellipse">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8" name="Google Shape;1018;p58"/>
          <p:cNvGrpSpPr/>
          <p:nvPr/>
        </p:nvGrpSpPr>
        <p:grpSpPr>
          <a:xfrm>
            <a:off x="2382236" y="-41124"/>
            <a:ext cx="6904760" cy="5184848"/>
            <a:chOff x="3141840" y="-8508"/>
            <a:chExt cx="7167075" cy="5175016"/>
          </a:xfrm>
        </p:grpSpPr>
        <p:sp>
          <p:nvSpPr>
            <p:cNvPr id="1019" name="Google Shape;1019;p58"/>
            <p:cNvSpPr/>
            <p:nvPr/>
          </p:nvSpPr>
          <p:spPr>
            <a:xfrm>
              <a:off x="6456391" y="2808920"/>
              <a:ext cx="510300" cy="324600"/>
            </a:xfrm>
            <a:custGeom>
              <a:rect b="b" l="l" r="r" t="t"/>
              <a:pathLst>
                <a:path extrusionOk="0" h="120000" w="120000">
                  <a:moveTo>
                    <a:pt x="97183" y="9741"/>
                  </a:moveTo>
                  <a:lnTo>
                    <a:pt x="94366" y="1328"/>
                  </a:lnTo>
                  <a:lnTo>
                    <a:pt x="87887" y="3542"/>
                  </a:lnTo>
                  <a:lnTo>
                    <a:pt x="80000" y="0"/>
                  </a:lnTo>
                  <a:lnTo>
                    <a:pt x="77464" y="9298"/>
                  </a:lnTo>
                  <a:lnTo>
                    <a:pt x="70140" y="15940"/>
                  </a:lnTo>
                  <a:lnTo>
                    <a:pt x="60845" y="22583"/>
                  </a:lnTo>
                  <a:lnTo>
                    <a:pt x="51830" y="22583"/>
                  </a:lnTo>
                  <a:lnTo>
                    <a:pt x="46760" y="36752"/>
                  </a:lnTo>
                  <a:lnTo>
                    <a:pt x="35774" y="36752"/>
                  </a:lnTo>
                  <a:lnTo>
                    <a:pt x="24225" y="36752"/>
                  </a:lnTo>
                  <a:lnTo>
                    <a:pt x="17183" y="26568"/>
                  </a:lnTo>
                  <a:lnTo>
                    <a:pt x="16901" y="27453"/>
                  </a:lnTo>
                  <a:lnTo>
                    <a:pt x="14084" y="36752"/>
                  </a:lnTo>
                  <a:lnTo>
                    <a:pt x="4225" y="40295"/>
                  </a:lnTo>
                  <a:lnTo>
                    <a:pt x="7323" y="50922"/>
                  </a:lnTo>
                  <a:lnTo>
                    <a:pt x="2535" y="63321"/>
                  </a:lnTo>
                  <a:lnTo>
                    <a:pt x="0" y="72177"/>
                  </a:lnTo>
                  <a:lnTo>
                    <a:pt x="0" y="72619"/>
                  </a:lnTo>
                  <a:lnTo>
                    <a:pt x="3098" y="87675"/>
                  </a:lnTo>
                  <a:lnTo>
                    <a:pt x="4788" y="89889"/>
                  </a:lnTo>
                  <a:lnTo>
                    <a:pt x="10422" y="96088"/>
                  </a:lnTo>
                  <a:lnTo>
                    <a:pt x="16056" y="107158"/>
                  </a:lnTo>
                  <a:lnTo>
                    <a:pt x="22253" y="112472"/>
                  </a:lnTo>
                  <a:lnTo>
                    <a:pt x="31830" y="120000"/>
                  </a:lnTo>
                  <a:lnTo>
                    <a:pt x="43943" y="120000"/>
                  </a:lnTo>
                  <a:lnTo>
                    <a:pt x="47323" y="111143"/>
                  </a:lnTo>
                  <a:lnTo>
                    <a:pt x="48169" y="110701"/>
                  </a:lnTo>
                  <a:lnTo>
                    <a:pt x="54647" y="108929"/>
                  </a:lnTo>
                  <a:lnTo>
                    <a:pt x="68450" y="100959"/>
                  </a:lnTo>
                  <a:lnTo>
                    <a:pt x="74647" y="103616"/>
                  </a:lnTo>
                  <a:lnTo>
                    <a:pt x="73802" y="100959"/>
                  </a:lnTo>
                  <a:lnTo>
                    <a:pt x="81971" y="96974"/>
                  </a:lnTo>
                  <a:lnTo>
                    <a:pt x="90140" y="96974"/>
                  </a:lnTo>
                  <a:lnTo>
                    <a:pt x="94366" y="87675"/>
                  </a:lnTo>
                  <a:lnTo>
                    <a:pt x="98028" y="68634"/>
                  </a:lnTo>
                  <a:lnTo>
                    <a:pt x="102535" y="55793"/>
                  </a:lnTo>
                  <a:lnTo>
                    <a:pt x="109295" y="38081"/>
                  </a:lnTo>
                  <a:lnTo>
                    <a:pt x="118873" y="32324"/>
                  </a:lnTo>
                  <a:lnTo>
                    <a:pt x="119999" y="25682"/>
                  </a:lnTo>
                  <a:lnTo>
                    <a:pt x="116619" y="23468"/>
                  </a:lnTo>
                  <a:lnTo>
                    <a:pt x="112676" y="9298"/>
                  </a:lnTo>
                  <a:lnTo>
                    <a:pt x="105915" y="5756"/>
                  </a:lnTo>
                  <a:lnTo>
                    <a:pt x="97183" y="974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0" name="Google Shape;1020;p58"/>
            <p:cNvSpPr/>
            <p:nvPr/>
          </p:nvSpPr>
          <p:spPr>
            <a:xfrm>
              <a:off x="3975569" y="4045139"/>
              <a:ext cx="1845900" cy="1121100"/>
            </a:xfrm>
            <a:custGeom>
              <a:rect b="b" l="l" r="r" t="t"/>
              <a:pathLst>
                <a:path extrusionOk="0" h="120000" w="120000">
                  <a:moveTo>
                    <a:pt x="119610" y="120000"/>
                  </a:moveTo>
                  <a:lnTo>
                    <a:pt x="118364" y="117179"/>
                  </a:lnTo>
                  <a:lnTo>
                    <a:pt x="120000" y="109102"/>
                  </a:lnTo>
                  <a:lnTo>
                    <a:pt x="118053" y="102820"/>
                  </a:lnTo>
                  <a:lnTo>
                    <a:pt x="118208" y="85128"/>
                  </a:lnTo>
                  <a:lnTo>
                    <a:pt x="118208" y="83974"/>
                  </a:lnTo>
                  <a:lnTo>
                    <a:pt x="116651" y="63333"/>
                  </a:lnTo>
                  <a:lnTo>
                    <a:pt x="111979" y="55512"/>
                  </a:lnTo>
                  <a:lnTo>
                    <a:pt x="111667" y="51153"/>
                  </a:lnTo>
                  <a:lnTo>
                    <a:pt x="108475" y="46025"/>
                  </a:lnTo>
                  <a:lnTo>
                    <a:pt x="108319" y="41794"/>
                  </a:lnTo>
                  <a:lnTo>
                    <a:pt x="108942" y="36666"/>
                  </a:lnTo>
                  <a:lnTo>
                    <a:pt x="111667" y="31153"/>
                  </a:lnTo>
                  <a:lnTo>
                    <a:pt x="114626" y="25384"/>
                  </a:lnTo>
                  <a:lnTo>
                    <a:pt x="112991" y="19743"/>
                  </a:lnTo>
                  <a:lnTo>
                    <a:pt x="114471" y="15000"/>
                  </a:lnTo>
                  <a:lnTo>
                    <a:pt x="114003" y="8461"/>
                  </a:lnTo>
                  <a:lnTo>
                    <a:pt x="115016" y="4230"/>
                  </a:lnTo>
                  <a:lnTo>
                    <a:pt x="111901" y="4487"/>
                  </a:lnTo>
                  <a:lnTo>
                    <a:pt x="109097" y="1282"/>
                  </a:lnTo>
                  <a:lnTo>
                    <a:pt x="106683" y="4358"/>
                  </a:lnTo>
                  <a:lnTo>
                    <a:pt x="102556" y="2564"/>
                  </a:lnTo>
                  <a:lnTo>
                    <a:pt x="98585" y="4102"/>
                  </a:lnTo>
                  <a:lnTo>
                    <a:pt x="95937" y="3846"/>
                  </a:lnTo>
                  <a:lnTo>
                    <a:pt x="92900" y="1025"/>
                  </a:lnTo>
                  <a:lnTo>
                    <a:pt x="89162" y="0"/>
                  </a:lnTo>
                  <a:lnTo>
                    <a:pt x="86515" y="1282"/>
                  </a:lnTo>
                  <a:lnTo>
                    <a:pt x="84568" y="256"/>
                  </a:lnTo>
                  <a:lnTo>
                    <a:pt x="81920" y="1794"/>
                  </a:lnTo>
                  <a:lnTo>
                    <a:pt x="77637" y="1538"/>
                  </a:lnTo>
                  <a:lnTo>
                    <a:pt x="73822" y="1794"/>
                  </a:lnTo>
                  <a:lnTo>
                    <a:pt x="69461" y="2820"/>
                  </a:lnTo>
                  <a:lnTo>
                    <a:pt x="65801" y="6410"/>
                  </a:lnTo>
                  <a:lnTo>
                    <a:pt x="62063" y="7948"/>
                  </a:lnTo>
                  <a:lnTo>
                    <a:pt x="59338" y="7435"/>
                  </a:lnTo>
                  <a:lnTo>
                    <a:pt x="55989" y="10769"/>
                  </a:lnTo>
                  <a:lnTo>
                    <a:pt x="52563" y="13205"/>
                  </a:lnTo>
                  <a:lnTo>
                    <a:pt x="52407" y="13076"/>
                  </a:lnTo>
                  <a:lnTo>
                    <a:pt x="52407" y="20512"/>
                  </a:lnTo>
                  <a:lnTo>
                    <a:pt x="52096" y="29102"/>
                  </a:lnTo>
                  <a:lnTo>
                    <a:pt x="52563" y="34230"/>
                  </a:lnTo>
                  <a:lnTo>
                    <a:pt x="51473" y="37692"/>
                  </a:lnTo>
                  <a:lnTo>
                    <a:pt x="54977" y="44230"/>
                  </a:lnTo>
                  <a:lnTo>
                    <a:pt x="53419" y="50897"/>
                  </a:lnTo>
                  <a:lnTo>
                    <a:pt x="48591" y="49358"/>
                  </a:lnTo>
                  <a:lnTo>
                    <a:pt x="42985" y="49871"/>
                  </a:lnTo>
                  <a:lnTo>
                    <a:pt x="41427" y="51410"/>
                  </a:lnTo>
                  <a:lnTo>
                    <a:pt x="38702" y="53205"/>
                  </a:lnTo>
                  <a:lnTo>
                    <a:pt x="39169" y="58205"/>
                  </a:lnTo>
                  <a:lnTo>
                    <a:pt x="20558" y="70641"/>
                  </a:lnTo>
                  <a:lnTo>
                    <a:pt x="17131" y="69615"/>
                  </a:lnTo>
                  <a:lnTo>
                    <a:pt x="16508" y="71666"/>
                  </a:lnTo>
                  <a:lnTo>
                    <a:pt x="12537" y="70128"/>
                  </a:lnTo>
                  <a:lnTo>
                    <a:pt x="7709" y="72435"/>
                  </a:lnTo>
                  <a:lnTo>
                    <a:pt x="2180" y="76923"/>
                  </a:lnTo>
                  <a:lnTo>
                    <a:pt x="545" y="88461"/>
                  </a:lnTo>
                  <a:lnTo>
                    <a:pt x="311" y="90000"/>
                  </a:lnTo>
                  <a:lnTo>
                    <a:pt x="0" y="92820"/>
                  </a:lnTo>
                  <a:lnTo>
                    <a:pt x="17131" y="120000"/>
                  </a:lnTo>
                  <a:lnTo>
                    <a:pt x="11961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1" name="Google Shape;1021;p58"/>
            <p:cNvSpPr/>
            <p:nvPr/>
          </p:nvSpPr>
          <p:spPr>
            <a:xfrm>
              <a:off x="3568287" y="4912408"/>
              <a:ext cx="670800" cy="254100"/>
            </a:xfrm>
            <a:custGeom>
              <a:rect b="b" l="l" r="r" t="t"/>
              <a:pathLst>
                <a:path extrusionOk="0" h="120000" w="120000">
                  <a:moveTo>
                    <a:pt x="120000" y="120000"/>
                  </a:moveTo>
                  <a:lnTo>
                    <a:pt x="72857" y="0"/>
                  </a:lnTo>
                  <a:lnTo>
                    <a:pt x="66642" y="74150"/>
                  </a:lnTo>
                  <a:lnTo>
                    <a:pt x="6214" y="43018"/>
                  </a:lnTo>
                  <a:lnTo>
                    <a:pt x="0" y="120000"/>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2" name="Google Shape;1022;p58"/>
            <p:cNvSpPr/>
            <p:nvPr/>
          </p:nvSpPr>
          <p:spPr>
            <a:xfrm>
              <a:off x="3141840" y="4019983"/>
              <a:ext cx="1679400" cy="1146300"/>
            </a:xfrm>
            <a:custGeom>
              <a:rect b="b" l="l" r="r" t="t"/>
              <a:pathLst>
                <a:path extrusionOk="0" h="120000" w="120000">
                  <a:moveTo>
                    <a:pt x="30470" y="120000"/>
                  </a:moveTo>
                  <a:lnTo>
                    <a:pt x="32952" y="102946"/>
                  </a:lnTo>
                  <a:lnTo>
                    <a:pt x="57089" y="109843"/>
                  </a:lnTo>
                  <a:lnTo>
                    <a:pt x="59572" y="93416"/>
                  </a:lnTo>
                  <a:lnTo>
                    <a:pt x="59914" y="90658"/>
                  </a:lnTo>
                  <a:lnTo>
                    <a:pt x="60171" y="89153"/>
                  </a:lnTo>
                  <a:lnTo>
                    <a:pt x="61968" y="77868"/>
                  </a:lnTo>
                  <a:lnTo>
                    <a:pt x="68045" y="73479"/>
                  </a:lnTo>
                  <a:lnTo>
                    <a:pt x="73352" y="71222"/>
                  </a:lnTo>
                  <a:lnTo>
                    <a:pt x="77717" y="72727"/>
                  </a:lnTo>
                  <a:lnTo>
                    <a:pt x="78402" y="70721"/>
                  </a:lnTo>
                  <a:lnTo>
                    <a:pt x="82168" y="71724"/>
                  </a:lnTo>
                  <a:lnTo>
                    <a:pt x="102624" y="59561"/>
                  </a:lnTo>
                  <a:lnTo>
                    <a:pt x="102111" y="54670"/>
                  </a:lnTo>
                  <a:lnTo>
                    <a:pt x="105106" y="52915"/>
                  </a:lnTo>
                  <a:lnTo>
                    <a:pt x="106818" y="51410"/>
                  </a:lnTo>
                  <a:lnTo>
                    <a:pt x="112981" y="50909"/>
                  </a:lnTo>
                  <a:lnTo>
                    <a:pt x="118288" y="52413"/>
                  </a:lnTo>
                  <a:lnTo>
                    <a:pt x="120000" y="45893"/>
                  </a:lnTo>
                  <a:lnTo>
                    <a:pt x="116148" y="39498"/>
                  </a:lnTo>
                  <a:lnTo>
                    <a:pt x="117346" y="36112"/>
                  </a:lnTo>
                  <a:lnTo>
                    <a:pt x="116833" y="31097"/>
                  </a:lnTo>
                  <a:lnTo>
                    <a:pt x="117175" y="22695"/>
                  </a:lnTo>
                  <a:lnTo>
                    <a:pt x="117175" y="15423"/>
                  </a:lnTo>
                  <a:lnTo>
                    <a:pt x="113409" y="13918"/>
                  </a:lnTo>
                  <a:lnTo>
                    <a:pt x="110413" y="10658"/>
                  </a:lnTo>
                  <a:lnTo>
                    <a:pt x="108359" y="11912"/>
                  </a:lnTo>
                  <a:lnTo>
                    <a:pt x="104850" y="9655"/>
                  </a:lnTo>
                  <a:lnTo>
                    <a:pt x="102111" y="10407"/>
                  </a:lnTo>
                  <a:lnTo>
                    <a:pt x="98430" y="8150"/>
                  </a:lnTo>
                  <a:lnTo>
                    <a:pt x="96547" y="4388"/>
                  </a:lnTo>
                  <a:lnTo>
                    <a:pt x="96718" y="376"/>
                  </a:lnTo>
                  <a:lnTo>
                    <a:pt x="94407" y="626"/>
                  </a:lnTo>
                  <a:lnTo>
                    <a:pt x="92182" y="0"/>
                  </a:lnTo>
                  <a:lnTo>
                    <a:pt x="90470" y="5642"/>
                  </a:lnTo>
                  <a:lnTo>
                    <a:pt x="87389" y="11912"/>
                  </a:lnTo>
                  <a:lnTo>
                    <a:pt x="85078" y="16300"/>
                  </a:lnTo>
                  <a:lnTo>
                    <a:pt x="81055" y="20815"/>
                  </a:lnTo>
                  <a:lnTo>
                    <a:pt x="75492" y="23448"/>
                  </a:lnTo>
                  <a:lnTo>
                    <a:pt x="70613" y="25454"/>
                  </a:lnTo>
                  <a:lnTo>
                    <a:pt x="67446" y="28213"/>
                  </a:lnTo>
                  <a:lnTo>
                    <a:pt x="64450" y="30344"/>
                  </a:lnTo>
                  <a:lnTo>
                    <a:pt x="64108" y="33855"/>
                  </a:lnTo>
                  <a:lnTo>
                    <a:pt x="61711" y="37617"/>
                  </a:lnTo>
                  <a:lnTo>
                    <a:pt x="58716" y="42507"/>
                  </a:lnTo>
                  <a:lnTo>
                    <a:pt x="57346" y="47899"/>
                  </a:lnTo>
                  <a:lnTo>
                    <a:pt x="56490" y="52915"/>
                  </a:lnTo>
                  <a:lnTo>
                    <a:pt x="57860" y="56175"/>
                  </a:lnTo>
                  <a:lnTo>
                    <a:pt x="56319" y="60564"/>
                  </a:lnTo>
                  <a:lnTo>
                    <a:pt x="53666" y="64326"/>
                  </a:lnTo>
                  <a:lnTo>
                    <a:pt x="50156" y="68714"/>
                  </a:lnTo>
                  <a:lnTo>
                    <a:pt x="47589" y="71222"/>
                  </a:lnTo>
                  <a:lnTo>
                    <a:pt x="43480" y="73730"/>
                  </a:lnTo>
                  <a:lnTo>
                    <a:pt x="40399" y="76865"/>
                  </a:lnTo>
                  <a:lnTo>
                    <a:pt x="37232" y="77366"/>
                  </a:lnTo>
                  <a:lnTo>
                    <a:pt x="33894" y="77617"/>
                  </a:lnTo>
                  <a:lnTo>
                    <a:pt x="30470" y="77617"/>
                  </a:lnTo>
                  <a:lnTo>
                    <a:pt x="28159" y="79874"/>
                  </a:lnTo>
                  <a:lnTo>
                    <a:pt x="27646" y="80376"/>
                  </a:lnTo>
                  <a:lnTo>
                    <a:pt x="25078" y="85266"/>
                  </a:lnTo>
                  <a:lnTo>
                    <a:pt x="23195" y="89529"/>
                  </a:lnTo>
                  <a:lnTo>
                    <a:pt x="20970" y="91410"/>
                  </a:lnTo>
                  <a:lnTo>
                    <a:pt x="17631" y="92664"/>
                  </a:lnTo>
                  <a:lnTo>
                    <a:pt x="14550" y="95924"/>
                  </a:lnTo>
                  <a:lnTo>
                    <a:pt x="11897" y="101191"/>
                  </a:lnTo>
                  <a:lnTo>
                    <a:pt x="10014" y="106583"/>
                  </a:lnTo>
                  <a:lnTo>
                    <a:pt x="8901" y="110595"/>
                  </a:lnTo>
                  <a:lnTo>
                    <a:pt x="6333" y="113981"/>
                  </a:lnTo>
                  <a:lnTo>
                    <a:pt x="2396" y="117492"/>
                  </a:lnTo>
                  <a:lnTo>
                    <a:pt x="0" y="120000"/>
                  </a:lnTo>
                  <a:lnTo>
                    <a:pt x="30470" y="120000"/>
                  </a:lnTo>
                  <a:close/>
                </a:path>
              </a:pathLst>
            </a:custGeom>
            <a:solidFill>
              <a:schemeClr val="lt2"/>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3" name="Google Shape;1023;p58"/>
            <p:cNvSpPr/>
            <p:nvPr/>
          </p:nvSpPr>
          <p:spPr>
            <a:xfrm>
              <a:off x="8199315" y="3839102"/>
              <a:ext cx="566700" cy="668400"/>
            </a:xfrm>
            <a:custGeom>
              <a:rect b="b" l="l" r="r" t="t"/>
              <a:pathLst>
                <a:path extrusionOk="0" h="120000" w="120000">
                  <a:moveTo>
                    <a:pt x="21818" y="80000"/>
                  </a:moveTo>
                  <a:lnTo>
                    <a:pt x="18773" y="83010"/>
                  </a:lnTo>
                  <a:lnTo>
                    <a:pt x="15221" y="88172"/>
                  </a:lnTo>
                  <a:lnTo>
                    <a:pt x="12431" y="92473"/>
                  </a:lnTo>
                  <a:lnTo>
                    <a:pt x="13192" y="97419"/>
                  </a:lnTo>
                  <a:lnTo>
                    <a:pt x="10147" y="101505"/>
                  </a:lnTo>
                  <a:lnTo>
                    <a:pt x="7357" y="105376"/>
                  </a:lnTo>
                  <a:lnTo>
                    <a:pt x="7357" y="114623"/>
                  </a:lnTo>
                  <a:lnTo>
                    <a:pt x="10401" y="112688"/>
                  </a:lnTo>
                  <a:lnTo>
                    <a:pt x="15729" y="115053"/>
                  </a:lnTo>
                  <a:lnTo>
                    <a:pt x="20042" y="117204"/>
                  </a:lnTo>
                  <a:lnTo>
                    <a:pt x="31712" y="120000"/>
                  </a:lnTo>
                  <a:lnTo>
                    <a:pt x="67991" y="92473"/>
                  </a:lnTo>
                  <a:lnTo>
                    <a:pt x="105031" y="64301"/>
                  </a:lnTo>
                  <a:lnTo>
                    <a:pt x="108329" y="54193"/>
                  </a:lnTo>
                  <a:lnTo>
                    <a:pt x="105285" y="46881"/>
                  </a:lnTo>
                  <a:lnTo>
                    <a:pt x="108076" y="38494"/>
                  </a:lnTo>
                  <a:lnTo>
                    <a:pt x="103763" y="30967"/>
                  </a:lnTo>
                  <a:lnTo>
                    <a:pt x="103509" y="21720"/>
                  </a:lnTo>
                  <a:lnTo>
                    <a:pt x="109852" y="16989"/>
                  </a:lnTo>
                  <a:lnTo>
                    <a:pt x="117463" y="9677"/>
                  </a:lnTo>
                  <a:lnTo>
                    <a:pt x="117970" y="8817"/>
                  </a:lnTo>
                  <a:lnTo>
                    <a:pt x="120000" y="4301"/>
                  </a:lnTo>
                  <a:lnTo>
                    <a:pt x="120000" y="4301"/>
                  </a:lnTo>
                  <a:lnTo>
                    <a:pt x="114672" y="0"/>
                  </a:lnTo>
                  <a:lnTo>
                    <a:pt x="110359" y="5806"/>
                  </a:lnTo>
                  <a:lnTo>
                    <a:pt x="94883" y="9677"/>
                  </a:lnTo>
                  <a:lnTo>
                    <a:pt x="89302" y="9892"/>
                  </a:lnTo>
                  <a:lnTo>
                    <a:pt x="75602" y="18494"/>
                  </a:lnTo>
                  <a:lnTo>
                    <a:pt x="64947" y="23655"/>
                  </a:lnTo>
                  <a:lnTo>
                    <a:pt x="53023" y="25806"/>
                  </a:lnTo>
                  <a:lnTo>
                    <a:pt x="44143" y="23225"/>
                  </a:lnTo>
                  <a:lnTo>
                    <a:pt x="37547" y="25161"/>
                  </a:lnTo>
                  <a:lnTo>
                    <a:pt x="29429" y="28602"/>
                  </a:lnTo>
                  <a:lnTo>
                    <a:pt x="19281" y="30322"/>
                  </a:lnTo>
                  <a:lnTo>
                    <a:pt x="17505" y="28602"/>
                  </a:lnTo>
                  <a:lnTo>
                    <a:pt x="11670" y="30107"/>
                  </a:lnTo>
                  <a:lnTo>
                    <a:pt x="13699" y="39569"/>
                  </a:lnTo>
                  <a:lnTo>
                    <a:pt x="9133" y="41505"/>
                  </a:lnTo>
                  <a:lnTo>
                    <a:pt x="9894" y="44946"/>
                  </a:lnTo>
                  <a:lnTo>
                    <a:pt x="6088" y="47741"/>
                  </a:lnTo>
                  <a:lnTo>
                    <a:pt x="1014" y="47956"/>
                  </a:lnTo>
                  <a:lnTo>
                    <a:pt x="0" y="53763"/>
                  </a:lnTo>
                  <a:lnTo>
                    <a:pt x="3551" y="59139"/>
                  </a:lnTo>
                  <a:lnTo>
                    <a:pt x="3044" y="69032"/>
                  </a:lnTo>
                  <a:lnTo>
                    <a:pt x="6342" y="74408"/>
                  </a:lnTo>
                  <a:lnTo>
                    <a:pt x="6088" y="74408"/>
                  </a:lnTo>
                  <a:lnTo>
                    <a:pt x="12431" y="73333"/>
                  </a:lnTo>
                  <a:lnTo>
                    <a:pt x="21818" y="8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4" name="Google Shape;1024;p58"/>
            <p:cNvSpPr/>
            <p:nvPr/>
          </p:nvSpPr>
          <p:spPr>
            <a:xfrm>
              <a:off x="8399362" y="3171880"/>
              <a:ext cx="618000" cy="222900"/>
            </a:xfrm>
            <a:custGeom>
              <a:rect b="b" l="l" r="r" t="t"/>
              <a:pathLst>
                <a:path extrusionOk="0" h="120000" w="120000">
                  <a:moveTo>
                    <a:pt x="53720" y="112258"/>
                  </a:moveTo>
                  <a:lnTo>
                    <a:pt x="54651" y="99354"/>
                  </a:lnTo>
                  <a:lnTo>
                    <a:pt x="61395" y="106451"/>
                  </a:lnTo>
                  <a:lnTo>
                    <a:pt x="63953" y="120000"/>
                  </a:lnTo>
                  <a:lnTo>
                    <a:pt x="78139" y="109677"/>
                  </a:lnTo>
                  <a:lnTo>
                    <a:pt x="91627" y="93548"/>
                  </a:lnTo>
                  <a:lnTo>
                    <a:pt x="92325" y="92258"/>
                  </a:lnTo>
                  <a:lnTo>
                    <a:pt x="97674" y="76774"/>
                  </a:lnTo>
                  <a:lnTo>
                    <a:pt x="105581" y="80645"/>
                  </a:lnTo>
                  <a:lnTo>
                    <a:pt x="113255" y="80645"/>
                  </a:lnTo>
                  <a:lnTo>
                    <a:pt x="118604" y="87096"/>
                  </a:lnTo>
                  <a:lnTo>
                    <a:pt x="120000" y="66451"/>
                  </a:lnTo>
                  <a:lnTo>
                    <a:pt x="113255" y="61290"/>
                  </a:lnTo>
                  <a:lnTo>
                    <a:pt x="109534" y="47741"/>
                  </a:lnTo>
                  <a:lnTo>
                    <a:pt x="113023" y="37419"/>
                  </a:lnTo>
                  <a:lnTo>
                    <a:pt x="96279" y="23225"/>
                  </a:lnTo>
                  <a:lnTo>
                    <a:pt x="94883" y="9032"/>
                  </a:lnTo>
                  <a:lnTo>
                    <a:pt x="86511" y="3870"/>
                  </a:lnTo>
                  <a:lnTo>
                    <a:pt x="76744" y="12903"/>
                  </a:lnTo>
                  <a:lnTo>
                    <a:pt x="67441" y="25806"/>
                  </a:lnTo>
                  <a:lnTo>
                    <a:pt x="62790" y="17419"/>
                  </a:lnTo>
                  <a:lnTo>
                    <a:pt x="49767" y="2580"/>
                  </a:lnTo>
                  <a:lnTo>
                    <a:pt x="34418" y="7741"/>
                  </a:lnTo>
                  <a:lnTo>
                    <a:pt x="20930" y="7741"/>
                  </a:lnTo>
                  <a:lnTo>
                    <a:pt x="6046" y="0"/>
                  </a:lnTo>
                  <a:lnTo>
                    <a:pt x="0" y="12903"/>
                  </a:lnTo>
                  <a:lnTo>
                    <a:pt x="8837" y="23870"/>
                  </a:lnTo>
                  <a:lnTo>
                    <a:pt x="17674" y="33548"/>
                  </a:lnTo>
                  <a:lnTo>
                    <a:pt x="27209" y="47096"/>
                  </a:lnTo>
                  <a:lnTo>
                    <a:pt x="33023" y="78709"/>
                  </a:lnTo>
                  <a:lnTo>
                    <a:pt x="33953" y="104516"/>
                  </a:lnTo>
                  <a:lnTo>
                    <a:pt x="32558" y="112903"/>
                  </a:lnTo>
                  <a:lnTo>
                    <a:pt x="40465" y="116129"/>
                  </a:lnTo>
                  <a:lnTo>
                    <a:pt x="53720" y="11225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5" name="Google Shape;1025;p58"/>
            <p:cNvSpPr/>
            <p:nvPr/>
          </p:nvSpPr>
          <p:spPr>
            <a:xfrm>
              <a:off x="8182545" y="4247581"/>
              <a:ext cx="119700" cy="190500"/>
            </a:xfrm>
            <a:custGeom>
              <a:rect b="b" l="l" r="r" t="t"/>
              <a:pathLst>
                <a:path extrusionOk="0" h="120000" w="120000">
                  <a:moveTo>
                    <a:pt x="39600" y="106415"/>
                  </a:moveTo>
                  <a:lnTo>
                    <a:pt x="51600" y="110943"/>
                  </a:lnTo>
                  <a:lnTo>
                    <a:pt x="51600" y="112452"/>
                  </a:lnTo>
                  <a:lnTo>
                    <a:pt x="64800" y="98867"/>
                  </a:lnTo>
                  <a:lnTo>
                    <a:pt x="79200" y="84528"/>
                  </a:lnTo>
                  <a:lnTo>
                    <a:pt x="75600" y="67169"/>
                  </a:lnTo>
                  <a:lnTo>
                    <a:pt x="88800" y="52075"/>
                  </a:lnTo>
                  <a:lnTo>
                    <a:pt x="105600" y="33962"/>
                  </a:lnTo>
                  <a:lnTo>
                    <a:pt x="120000" y="23396"/>
                  </a:lnTo>
                  <a:lnTo>
                    <a:pt x="75600" y="0"/>
                  </a:lnTo>
                  <a:lnTo>
                    <a:pt x="45600" y="3773"/>
                  </a:lnTo>
                  <a:lnTo>
                    <a:pt x="26400" y="30943"/>
                  </a:lnTo>
                  <a:lnTo>
                    <a:pt x="19200" y="70943"/>
                  </a:lnTo>
                  <a:lnTo>
                    <a:pt x="4800" y="107924"/>
                  </a:lnTo>
                  <a:lnTo>
                    <a:pt x="0" y="120000"/>
                  </a:lnTo>
                  <a:lnTo>
                    <a:pt x="28800" y="118490"/>
                  </a:lnTo>
                  <a:lnTo>
                    <a:pt x="39600" y="10641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6" name="Google Shape;1026;p58"/>
            <p:cNvSpPr/>
            <p:nvPr/>
          </p:nvSpPr>
          <p:spPr>
            <a:xfrm>
              <a:off x="8116661" y="4610541"/>
              <a:ext cx="45600" cy="62400"/>
            </a:xfrm>
            <a:custGeom>
              <a:rect b="b" l="l" r="r" t="t"/>
              <a:pathLst>
                <a:path extrusionOk="0" h="120000" w="120000">
                  <a:moveTo>
                    <a:pt x="60000" y="99230"/>
                  </a:moveTo>
                  <a:lnTo>
                    <a:pt x="120000" y="39230"/>
                  </a:lnTo>
                  <a:lnTo>
                    <a:pt x="78947" y="0"/>
                  </a:lnTo>
                  <a:lnTo>
                    <a:pt x="44210" y="60000"/>
                  </a:lnTo>
                  <a:lnTo>
                    <a:pt x="0" y="90000"/>
                  </a:lnTo>
                  <a:lnTo>
                    <a:pt x="18947" y="120000"/>
                  </a:lnTo>
                  <a:lnTo>
                    <a:pt x="60000" y="9923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7" name="Google Shape;1027;p58"/>
            <p:cNvSpPr/>
            <p:nvPr/>
          </p:nvSpPr>
          <p:spPr>
            <a:xfrm>
              <a:off x="8874923" y="3181463"/>
              <a:ext cx="491100" cy="394200"/>
            </a:xfrm>
            <a:custGeom>
              <a:rect b="b" l="l" r="r" t="t"/>
              <a:pathLst>
                <a:path extrusionOk="0" h="120000" w="120000">
                  <a:moveTo>
                    <a:pt x="26341" y="31732"/>
                  </a:moveTo>
                  <a:lnTo>
                    <a:pt x="34829" y="34650"/>
                  </a:lnTo>
                  <a:lnTo>
                    <a:pt x="33073" y="46322"/>
                  </a:lnTo>
                  <a:lnTo>
                    <a:pt x="26341" y="42674"/>
                  </a:lnTo>
                  <a:lnTo>
                    <a:pt x="16682" y="42674"/>
                  </a:lnTo>
                  <a:lnTo>
                    <a:pt x="6731" y="40486"/>
                  </a:lnTo>
                  <a:lnTo>
                    <a:pt x="0" y="49240"/>
                  </a:lnTo>
                  <a:lnTo>
                    <a:pt x="4975" y="55075"/>
                  </a:lnTo>
                  <a:lnTo>
                    <a:pt x="16097" y="60182"/>
                  </a:lnTo>
                  <a:lnTo>
                    <a:pt x="14048" y="67841"/>
                  </a:lnTo>
                  <a:lnTo>
                    <a:pt x="26926" y="77325"/>
                  </a:lnTo>
                  <a:lnTo>
                    <a:pt x="28097" y="86079"/>
                  </a:lnTo>
                  <a:lnTo>
                    <a:pt x="27219" y="91185"/>
                  </a:lnTo>
                  <a:lnTo>
                    <a:pt x="43902" y="96656"/>
                  </a:lnTo>
                  <a:lnTo>
                    <a:pt x="48292" y="109057"/>
                  </a:lnTo>
                  <a:lnTo>
                    <a:pt x="50341" y="115258"/>
                  </a:lnTo>
                  <a:lnTo>
                    <a:pt x="54439" y="109787"/>
                  </a:lnTo>
                  <a:lnTo>
                    <a:pt x="62634" y="96291"/>
                  </a:lnTo>
                  <a:lnTo>
                    <a:pt x="74634" y="77325"/>
                  </a:lnTo>
                  <a:lnTo>
                    <a:pt x="86926" y="84984"/>
                  </a:lnTo>
                  <a:lnTo>
                    <a:pt x="83707" y="95197"/>
                  </a:lnTo>
                  <a:lnTo>
                    <a:pt x="88975" y="95197"/>
                  </a:lnTo>
                  <a:lnTo>
                    <a:pt x="91024" y="101762"/>
                  </a:lnTo>
                  <a:lnTo>
                    <a:pt x="85170" y="106869"/>
                  </a:lnTo>
                  <a:lnTo>
                    <a:pt x="92780" y="114164"/>
                  </a:lnTo>
                  <a:lnTo>
                    <a:pt x="101560" y="120000"/>
                  </a:lnTo>
                  <a:lnTo>
                    <a:pt x="106243" y="118905"/>
                  </a:lnTo>
                  <a:lnTo>
                    <a:pt x="104487" y="113799"/>
                  </a:lnTo>
                  <a:lnTo>
                    <a:pt x="101853" y="99939"/>
                  </a:lnTo>
                  <a:lnTo>
                    <a:pt x="103024" y="86443"/>
                  </a:lnTo>
                  <a:lnTo>
                    <a:pt x="108000" y="92644"/>
                  </a:lnTo>
                  <a:lnTo>
                    <a:pt x="105951" y="73677"/>
                  </a:lnTo>
                  <a:lnTo>
                    <a:pt x="103609" y="62735"/>
                  </a:lnTo>
                  <a:lnTo>
                    <a:pt x="103609" y="47416"/>
                  </a:lnTo>
                  <a:lnTo>
                    <a:pt x="108000" y="40851"/>
                  </a:lnTo>
                  <a:lnTo>
                    <a:pt x="115317" y="39392"/>
                  </a:lnTo>
                  <a:lnTo>
                    <a:pt x="119121" y="42674"/>
                  </a:lnTo>
                  <a:lnTo>
                    <a:pt x="120000" y="33556"/>
                  </a:lnTo>
                  <a:lnTo>
                    <a:pt x="114439" y="31367"/>
                  </a:lnTo>
                  <a:lnTo>
                    <a:pt x="106829" y="30273"/>
                  </a:lnTo>
                  <a:lnTo>
                    <a:pt x="100975" y="33191"/>
                  </a:lnTo>
                  <a:lnTo>
                    <a:pt x="92487" y="25896"/>
                  </a:lnTo>
                  <a:lnTo>
                    <a:pt x="82536" y="11671"/>
                  </a:lnTo>
                  <a:lnTo>
                    <a:pt x="72292" y="1823"/>
                  </a:lnTo>
                  <a:lnTo>
                    <a:pt x="69365" y="0"/>
                  </a:lnTo>
                  <a:lnTo>
                    <a:pt x="67609" y="7659"/>
                  </a:lnTo>
                  <a:lnTo>
                    <a:pt x="61170" y="27355"/>
                  </a:lnTo>
                  <a:lnTo>
                    <a:pt x="47121" y="33556"/>
                  </a:lnTo>
                  <a:lnTo>
                    <a:pt x="42439" y="24437"/>
                  </a:lnTo>
                  <a:lnTo>
                    <a:pt x="27219" y="18601"/>
                  </a:lnTo>
                  <a:lnTo>
                    <a:pt x="26048" y="18237"/>
                  </a:lnTo>
                  <a:lnTo>
                    <a:pt x="21658" y="24072"/>
                  </a:lnTo>
                  <a:lnTo>
                    <a:pt x="26341" y="3173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8" name="Google Shape;1028;p58"/>
            <p:cNvSpPr/>
            <p:nvPr/>
          </p:nvSpPr>
          <p:spPr>
            <a:xfrm>
              <a:off x="5641828" y="4054722"/>
              <a:ext cx="366600" cy="785700"/>
            </a:xfrm>
            <a:custGeom>
              <a:rect b="b" l="l" r="r" t="t"/>
              <a:pathLst>
                <a:path extrusionOk="0" h="120000" w="120000">
                  <a:moveTo>
                    <a:pt x="30980" y="19939"/>
                  </a:moveTo>
                  <a:lnTo>
                    <a:pt x="23529" y="26707"/>
                  </a:lnTo>
                  <a:lnTo>
                    <a:pt x="31764" y="34756"/>
                  </a:lnTo>
                  <a:lnTo>
                    <a:pt x="16862" y="42987"/>
                  </a:lnTo>
                  <a:lnTo>
                    <a:pt x="3137" y="50853"/>
                  </a:lnTo>
                  <a:lnTo>
                    <a:pt x="0" y="58170"/>
                  </a:lnTo>
                  <a:lnTo>
                    <a:pt x="784" y="64207"/>
                  </a:lnTo>
                  <a:lnTo>
                    <a:pt x="16862" y="71524"/>
                  </a:lnTo>
                  <a:lnTo>
                    <a:pt x="18431" y="77743"/>
                  </a:lnTo>
                  <a:lnTo>
                    <a:pt x="41960" y="88902"/>
                  </a:lnTo>
                  <a:lnTo>
                    <a:pt x="49803" y="118353"/>
                  </a:lnTo>
                  <a:lnTo>
                    <a:pt x="49803" y="120000"/>
                  </a:lnTo>
                  <a:lnTo>
                    <a:pt x="64313" y="117987"/>
                  </a:lnTo>
                  <a:lnTo>
                    <a:pt x="74117" y="110121"/>
                  </a:lnTo>
                  <a:lnTo>
                    <a:pt x="73333" y="103719"/>
                  </a:lnTo>
                  <a:lnTo>
                    <a:pt x="72549" y="98414"/>
                  </a:lnTo>
                  <a:lnTo>
                    <a:pt x="82352" y="94939"/>
                  </a:lnTo>
                  <a:lnTo>
                    <a:pt x="92941" y="89268"/>
                  </a:lnTo>
                  <a:lnTo>
                    <a:pt x="116470" y="84695"/>
                  </a:lnTo>
                  <a:lnTo>
                    <a:pt x="115686" y="78658"/>
                  </a:lnTo>
                  <a:lnTo>
                    <a:pt x="120000" y="72439"/>
                  </a:lnTo>
                  <a:lnTo>
                    <a:pt x="115686" y="71341"/>
                  </a:lnTo>
                  <a:lnTo>
                    <a:pt x="104705" y="65670"/>
                  </a:lnTo>
                  <a:lnTo>
                    <a:pt x="99215" y="60731"/>
                  </a:lnTo>
                  <a:lnTo>
                    <a:pt x="91764" y="64207"/>
                  </a:lnTo>
                  <a:lnTo>
                    <a:pt x="80784" y="61646"/>
                  </a:lnTo>
                  <a:lnTo>
                    <a:pt x="74509" y="57073"/>
                  </a:lnTo>
                  <a:lnTo>
                    <a:pt x="76862" y="51585"/>
                  </a:lnTo>
                  <a:lnTo>
                    <a:pt x="83921" y="49207"/>
                  </a:lnTo>
                  <a:lnTo>
                    <a:pt x="96862" y="45182"/>
                  </a:lnTo>
                  <a:lnTo>
                    <a:pt x="105490" y="38414"/>
                  </a:lnTo>
                  <a:lnTo>
                    <a:pt x="108627" y="31463"/>
                  </a:lnTo>
                  <a:lnTo>
                    <a:pt x="99215" y="26158"/>
                  </a:lnTo>
                  <a:lnTo>
                    <a:pt x="93333" y="22134"/>
                  </a:lnTo>
                  <a:lnTo>
                    <a:pt x="94117" y="16829"/>
                  </a:lnTo>
                  <a:lnTo>
                    <a:pt x="105490" y="12804"/>
                  </a:lnTo>
                  <a:lnTo>
                    <a:pt x="113333" y="8780"/>
                  </a:lnTo>
                  <a:lnTo>
                    <a:pt x="109411" y="4390"/>
                  </a:lnTo>
                  <a:lnTo>
                    <a:pt x="90980" y="10609"/>
                  </a:lnTo>
                  <a:lnTo>
                    <a:pt x="84705" y="6951"/>
                  </a:lnTo>
                  <a:lnTo>
                    <a:pt x="83921" y="1463"/>
                  </a:lnTo>
                  <a:lnTo>
                    <a:pt x="70588" y="0"/>
                  </a:lnTo>
                  <a:lnTo>
                    <a:pt x="49803" y="1097"/>
                  </a:lnTo>
                  <a:lnTo>
                    <a:pt x="37647" y="4390"/>
                  </a:lnTo>
                  <a:lnTo>
                    <a:pt x="33725" y="4573"/>
                  </a:lnTo>
                  <a:lnTo>
                    <a:pt x="28627" y="10609"/>
                  </a:lnTo>
                  <a:lnTo>
                    <a:pt x="30980" y="19939"/>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29" name="Google Shape;1029;p58"/>
            <p:cNvSpPr/>
            <p:nvPr/>
          </p:nvSpPr>
          <p:spPr>
            <a:xfrm>
              <a:off x="4327747" y="3084434"/>
              <a:ext cx="1032600" cy="921300"/>
            </a:xfrm>
            <a:custGeom>
              <a:rect b="b" l="l" r="r" t="t"/>
              <a:pathLst>
                <a:path extrusionOk="0" h="120000" w="120000">
                  <a:moveTo>
                    <a:pt x="111368" y="42600"/>
                  </a:moveTo>
                  <a:lnTo>
                    <a:pt x="106078" y="41196"/>
                  </a:lnTo>
                  <a:lnTo>
                    <a:pt x="106078" y="41196"/>
                  </a:lnTo>
                  <a:lnTo>
                    <a:pt x="101624" y="36202"/>
                  </a:lnTo>
                  <a:lnTo>
                    <a:pt x="96334" y="32925"/>
                  </a:lnTo>
                  <a:lnTo>
                    <a:pt x="95916" y="37451"/>
                  </a:lnTo>
                  <a:lnTo>
                    <a:pt x="90208" y="35266"/>
                  </a:lnTo>
                  <a:lnTo>
                    <a:pt x="87842" y="31677"/>
                  </a:lnTo>
                  <a:lnTo>
                    <a:pt x="85058" y="32613"/>
                  </a:lnTo>
                  <a:lnTo>
                    <a:pt x="83248" y="30273"/>
                  </a:lnTo>
                  <a:lnTo>
                    <a:pt x="79071" y="27152"/>
                  </a:lnTo>
                  <a:lnTo>
                    <a:pt x="75452" y="24499"/>
                  </a:lnTo>
                  <a:lnTo>
                    <a:pt x="73781" y="20754"/>
                  </a:lnTo>
                  <a:lnTo>
                    <a:pt x="71693" y="21534"/>
                  </a:lnTo>
                  <a:lnTo>
                    <a:pt x="67378" y="20130"/>
                  </a:lnTo>
                  <a:lnTo>
                    <a:pt x="62366" y="17165"/>
                  </a:lnTo>
                  <a:lnTo>
                    <a:pt x="57215" y="16540"/>
                  </a:lnTo>
                  <a:lnTo>
                    <a:pt x="53874" y="14356"/>
                  </a:lnTo>
                  <a:lnTo>
                    <a:pt x="48306" y="14356"/>
                  </a:lnTo>
                  <a:lnTo>
                    <a:pt x="42320" y="11547"/>
                  </a:lnTo>
                  <a:lnTo>
                    <a:pt x="36751" y="8270"/>
                  </a:lnTo>
                  <a:lnTo>
                    <a:pt x="31600" y="6397"/>
                  </a:lnTo>
                  <a:lnTo>
                    <a:pt x="21995" y="3589"/>
                  </a:lnTo>
                  <a:lnTo>
                    <a:pt x="19767" y="312"/>
                  </a:lnTo>
                  <a:lnTo>
                    <a:pt x="13781" y="0"/>
                  </a:lnTo>
                  <a:lnTo>
                    <a:pt x="11136" y="4213"/>
                  </a:lnTo>
                  <a:lnTo>
                    <a:pt x="5707" y="2964"/>
                  </a:lnTo>
                  <a:lnTo>
                    <a:pt x="835" y="6397"/>
                  </a:lnTo>
                  <a:lnTo>
                    <a:pt x="1948" y="13420"/>
                  </a:lnTo>
                  <a:lnTo>
                    <a:pt x="3758" y="18413"/>
                  </a:lnTo>
                  <a:lnTo>
                    <a:pt x="0" y="22470"/>
                  </a:lnTo>
                  <a:lnTo>
                    <a:pt x="278" y="25591"/>
                  </a:lnTo>
                  <a:lnTo>
                    <a:pt x="8213" y="21690"/>
                  </a:lnTo>
                  <a:lnTo>
                    <a:pt x="9744" y="24967"/>
                  </a:lnTo>
                  <a:lnTo>
                    <a:pt x="7935" y="28868"/>
                  </a:lnTo>
                  <a:lnTo>
                    <a:pt x="13225" y="28868"/>
                  </a:lnTo>
                  <a:lnTo>
                    <a:pt x="18515" y="29804"/>
                  </a:lnTo>
                  <a:lnTo>
                    <a:pt x="22691" y="29960"/>
                  </a:lnTo>
                  <a:lnTo>
                    <a:pt x="22969" y="35266"/>
                  </a:lnTo>
                  <a:lnTo>
                    <a:pt x="25754" y="35422"/>
                  </a:lnTo>
                  <a:lnTo>
                    <a:pt x="23805" y="39947"/>
                  </a:lnTo>
                  <a:lnTo>
                    <a:pt x="18236" y="42444"/>
                  </a:lnTo>
                  <a:lnTo>
                    <a:pt x="16844" y="47126"/>
                  </a:lnTo>
                  <a:lnTo>
                    <a:pt x="15313" y="53368"/>
                  </a:lnTo>
                  <a:lnTo>
                    <a:pt x="13364" y="56176"/>
                  </a:lnTo>
                  <a:lnTo>
                    <a:pt x="12807" y="62574"/>
                  </a:lnTo>
                  <a:lnTo>
                    <a:pt x="6264" y="62886"/>
                  </a:lnTo>
                  <a:lnTo>
                    <a:pt x="8213" y="69596"/>
                  </a:lnTo>
                  <a:lnTo>
                    <a:pt x="11136" y="71937"/>
                  </a:lnTo>
                  <a:lnTo>
                    <a:pt x="6960" y="76931"/>
                  </a:lnTo>
                  <a:lnTo>
                    <a:pt x="5707" y="81924"/>
                  </a:lnTo>
                  <a:lnTo>
                    <a:pt x="7378" y="84889"/>
                  </a:lnTo>
                  <a:lnTo>
                    <a:pt x="5290" y="88010"/>
                  </a:lnTo>
                  <a:lnTo>
                    <a:pt x="2505" y="88166"/>
                  </a:lnTo>
                  <a:lnTo>
                    <a:pt x="835" y="93003"/>
                  </a:lnTo>
                  <a:lnTo>
                    <a:pt x="1392" y="100026"/>
                  </a:lnTo>
                  <a:lnTo>
                    <a:pt x="4315" y="100026"/>
                  </a:lnTo>
                  <a:lnTo>
                    <a:pt x="7378" y="102834"/>
                  </a:lnTo>
                  <a:lnTo>
                    <a:pt x="9883" y="107984"/>
                  </a:lnTo>
                  <a:lnTo>
                    <a:pt x="9327" y="112353"/>
                  </a:lnTo>
                  <a:lnTo>
                    <a:pt x="12389" y="117191"/>
                  </a:lnTo>
                  <a:lnTo>
                    <a:pt x="16844" y="120000"/>
                  </a:lnTo>
                  <a:lnTo>
                    <a:pt x="20881" y="115630"/>
                  </a:lnTo>
                  <a:lnTo>
                    <a:pt x="26728" y="115318"/>
                  </a:lnTo>
                  <a:lnTo>
                    <a:pt x="32714" y="113446"/>
                  </a:lnTo>
                  <a:lnTo>
                    <a:pt x="39814" y="114694"/>
                  </a:lnTo>
                  <a:lnTo>
                    <a:pt x="48027" y="117191"/>
                  </a:lnTo>
                  <a:lnTo>
                    <a:pt x="51508" y="117191"/>
                  </a:lnTo>
                  <a:lnTo>
                    <a:pt x="57215" y="115942"/>
                  </a:lnTo>
                  <a:lnTo>
                    <a:pt x="61252" y="110793"/>
                  </a:lnTo>
                  <a:lnTo>
                    <a:pt x="65429" y="107672"/>
                  </a:lnTo>
                  <a:lnTo>
                    <a:pt x="70858" y="108608"/>
                  </a:lnTo>
                  <a:lnTo>
                    <a:pt x="70580" y="104863"/>
                  </a:lnTo>
                  <a:lnTo>
                    <a:pt x="72807" y="99713"/>
                  </a:lnTo>
                  <a:lnTo>
                    <a:pt x="77958" y="96280"/>
                  </a:lnTo>
                  <a:lnTo>
                    <a:pt x="83526" y="93315"/>
                  </a:lnTo>
                  <a:lnTo>
                    <a:pt x="79907" y="86449"/>
                  </a:lnTo>
                  <a:lnTo>
                    <a:pt x="79628" y="80364"/>
                  </a:lnTo>
                  <a:lnTo>
                    <a:pt x="83526" y="74434"/>
                  </a:lnTo>
                  <a:lnTo>
                    <a:pt x="89651" y="67880"/>
                  </a:lnTo>
                  <a:lnTo>
                    <a:pt x="93549" y="67256"/>
                  </a:lnTo>
                  <a:lnTo>
                    <a:pt x="92993" y="62730"/>
                  </a:lnTo>
                  <a:lnTo>
                    <a:pt x="98979" y="59609"/>
                  </a:lnTo>
                  <a:lnTo>
                    <a:pt x="107192" y="58673"/>
                  </a:lnTo>
                  <a:lnTo>
                    <a:pt x="111786" y="57113"/>
                  </a:lnTo>
                  <a:lnTo>
                    <a:pt x="118747" y="53211"/>
                  </a:lnTo>
                  <a:lnTo>
                    <a:pt x="120000" y="47906"/>
                  </a:lnTo>
                  <a:lnTo>
                    <a:pt x="119443" y="43693"/>
                  </a:lnTo>
                  <a:lnTo>
                    <a:pt x="116658" y="43537"/>
                  </a:lnTo>
                  <a:lnTo>
                    <a:pt x="111368" y="426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0" name="Google Shape;1030;p58"/>
            <p:cNvSpPr/>
            <p:nvPr/>
          </p:nvSpPr>
          <p:spPr>
            <a:xfrm>
              <a:off x="5684952" y="2061439"/>
              <a:ext cx="694800" cy="870900"/>
            </a:xfrm>
            <a:custGeom>
              <a:rect b="b" l="l" r="r" t="t"/>
              <a:pathLst>
                <a:path extrusionOk="0" h="120000" w="120000">
                  <a:moveTo>
                    <a:pt x="22551" y="32022"/>
                  </a:moveTo>
                  <a:lnTo>
                    <a:pt x="18206" y="33177"/>
                  </a:lnTo>
                  <a:lnTo>
                    <a:pt x="22344" y="36478"/>
                  </a:lnTo>
                  <a:lnTo>
                    <a:pt x="16965" y="40440"/>
                  </a:lnTo>
                  <a:lnTo>
                    <a:pt x="16344" y="43576"/>
                  </a:lnTo>
                  <a:lnTo>
                    <a:pt x="8482" y="45061"/>
                  </a:lnTo>
                  <a:lnTo>
                    <a:pt x="10965" y="49188"/>
                  </a:lnTo>
                  <a:lnTo>
                    <a:pt x="7862" y="55955"/>
                  </a:lnTo>
                  <a:lnTo>
                    <a:pt x="3931" y="56286"/>
                  </a:lnTo>
                  <a:lnTo>
                    <a:pt x="0" y="60247"/>
                  </a:lnTo>
                  <a:lnTo>
                    <a:pt x="6827" y="61072"/>
                  </a:lnTo>
                  <a:lnTo>
                    <a:pt x="7862" y="66850"/>
                  </a:lnTo>
                  <a:lnTo>
                    <a:pt x="2896" y="70811"/>
                  </a:lnTo>
                  <a:lnTo>
                    <a:pt x="2896" y="70976"/>
                  </a:lnTo>
                  <a:lnTo>
                    <a:pt x="5793" y="73617"/>
                  </a:lnTo>
                  <a:lnTo>
                    <a:pt x="8689" y="78074"/>
                  </a:lnTo>
                  <a:lnTo>
                    <a:pt x="6620" y="83191"/>
                  </a:lnTo>
                  <a:lnTo>
                    <a:pt x="6827" y="83191"/>
                  </a:lnTo>
                  <a:lnTo>
                    <a:pt x="11172" y="87977"/>
                  </a:lnTo>
                  <a:lnTo>
                    <a:pt x="21103" y="89628"/>
                  </a:lnTo>
                  <a:lnTo>
                    <a:pt x="27931" y="93259"/>
                  </a:lnTo>
                  <a:lnTo>
                    <a:pt x="21103" y="100192"/>
                  </a:lnTo>
                  <a:lnTo>
                    <a:pt x="16551" y="112737"/>
                  </a:lnTo>
                  <a:lnTo>
                    <a:pt x="15931" y="112902"/>
                  </a:lnTo>
                  <a:lnTo>
                    <a:pt x="19655" y="114387"/>
                  </a:lnTo>
                  <a:lnTo>
                    <a:pt x="28551" y="115048"/>
                  </a:lnTo>
                  <a:lnTo>
                    <a:pt x="31448" y="111416"/>
                  </a:lnTo>
                  <a:lnTo>
                    <a:pt x="38068" y="114718"/>
                  </a:lnTo>
                  <a:lnTo>
                    <a:pt x="44896" y="117524"/>
                  </a:lnTo>
                  <a:lnTo>
                    <a:pt x="50896" y="118514"/>
                  </a:lnTo>
                  <a:lnTo>
                    <a:pt x="56068" y="115708"/>
                  </a:lnTo>
                  <a:lnTo>
                    <a:pt x="62482" y="120000"/>
                  </a:lnTo>
                  <a:lnTo>
                    <a:pt x="69310" y="118184"/>
                  </a:lnTo>
                  <a:lnTo>
                    <a:pt x="78206" y="116203"/>
                  </a:lnTo>
                  <a:lnTo>
                    <a:pt x="86482" y="117028"/>
                  </a:lnTo>
                  <a:lnTo>
                    <a:pt x="92482" y="118679"/>
                  </a:lnTo>
                  <a:lnTo>
                    <a:pt x="88344" y="110426"/>
                  </a:lnTo>
                  <a:lnTo>
                    <a:pt x="93103" y="107125"/>
                  </a:lnTo>
                  <a:lnTo>
                    <a:pt x="96827" y="103328"/>
                  </a:lnTo>
                  <a:lnTo>
                    <a:pt x="102206" y="104319"/>
                  </a:lnTo>
                  <a:lnTo>
                    <a:pt x="103241" y="100027"/>
                  </a:lnTo>
                  <a:lnTo>
                    <a:pt x="98068" y="97056"/>
                  </a:lnTo>
                  <a:lnTo>
                    <a:pt x="90620" y="89463"/>
                  </a:lnTo>
                  <a:lnTo>
                    <a:pt x="86068" y="83191"/>
                  </a:lnTo>
                  <a:lnTo>
                    <a:pt x="86689" y="80880"/>
                  </a:lnTo>
                  <a:lnTo>
                    <a:pt x="82965" y="74277"/>
                  </a:lnTo>
                  <a:lnTo>
                    <a:pt x="90827" y="73122"/>
                  </a:lnTo>
                  <a:lnTo>
                    <a:pt x="100551" y="70316"/>
                  </a:lnTo>
                  <a:lnTo>
                    <a:pt x="108000" y="67675"/>
                  </a:lnTo>
                  <a:lnTo>
                    <a:pt x="112344" y="64209"/>
                  </a:lnTo>
                  <a:lnTo>
                    <a:pt x="115655" y="67015"/>
                  </a:lnTo>
                  <a:lnTo>
                    <a:pt x="120000" y="63548"/>
                  </a:lnTo>
                  <a:lnTo>
                    <a:pt x="119793" y="63218"/>
                  </a:lnTo>
                  <a:lnTo>
                    <a:pt x="119793" y="58762"/>
                  </a:lnTo>
                  <a:lnTo>
                    <a:pt x="115241" y="52654"/>
                  </a:lnTo>
                  <a:lnTo>
                    <a:pt x="119793" y="48198"/>
                  </a:lnTo>
                  <a:lnTo>
                    <a:pt x="115862" y="44896"/>
                  </a:lnTo>
                  <a:lnTo>
                    <a:pt x="115034" y="39944"/>
                  </a:lnTo>
                  <a:lnTo>
                    <a:pt x="110068" y="33672"/>
                  </a:lnTo>
                  <a:lnTo>
                    <a:pt x="113379" y="30206"/>
                  </a:lnTo>
                  <a:lnTo>
                    <a:pt x="112344" y="25089"/>
                  </a:lnTo>
                  <a:lnTo>
                    <a:pt x="116275" y="20137"/>
                  </a:lnTo>
                  <a:lnTo>
                    <a:pt x="116482" y="18321"/>
                  </a:lnTo>
                  <a:lnTo>
                    <a:pt x="109862" y="15515"/>
                  </a:lnTo>
                  <a:lnTo>
                    <a:pt x="106137" y="9738"/>
                  </a:lnTo>
                  <a:lnTo>
                    <a:pt x="101793" y="6107"/>
                  </a:lnTo>
                  <a:lnTo>
                    <a:pt x="93103" y="9078"/>
                  </a:lnTo>
                  <a:lnTo>
                    <a:pt x="84206" y="13370"/>
                  </a:lnTo>
                  <a:lnTo>
                    <a:pt x="76551" y="15515"/>
                  </a:lnTo>
                  <a:lnTo>
                    <a:pt x="69931" y="16506"/>
                  </a:lnTo>
                  <a:lnTo>
                    <a:pt x="72413" y="13039"/>
                  </a:lnTo>
                  <a:lnTo>
                    <a:pt x="75310" y="8418"/>
                  </a:lnTo>
                  <a:lnTo>
                    <a:pt x="69931" y="8088"/>
                  </a:lnTo>
                  <a:lnTo>
                    <a:pt x="62275" y="5116"/>
                  </a:lnTo>
                  <a:lnTo>
                    <a:pt x="63103" y="1650"/>
                  </a:lnTo>
                  <a:lnTo>
                    <a:pt x="62689" y="1155"/>
                  </a:lnTo>
                  <a:lnTo>
                    <a:pt x="53586" y="0"/>
                  </a:lnTo>
                  <a:lnTo>
                    <a:pt x="46965" y="660"/>
                  </a:lnTo>
                  <a:lnTo>
                    <a:pt x="47379" y="990"/>
                  </a:lnTo>
                  <a:lnTo>
                    <a:pt x="45724" y="5777"/>
                  </a:lnTo>
                  <a:lnTo>
                    <a:pt x="46965" y="10068"/>
                  </a:lnTo>
                  <a:lnTo>
                    <a:pt x="50275" y="15515"/>
                  </a:lnTo>
                  <a:lnTo>
                    <a:pt x="42827" y="15515"/>
                  </a:lnTo>
                  <a:lnTo>
                    <a:pt x="38068" y="21788"/>
                  </a:lnTo>
                  <a:lnTo>
                    <a:pt x="36827" y="16506"/>
                  </a:lnTo>
                  <a:lnTo>
                    <a:pt x="27103" y="15515"/>
                  </a:lnTo>
                  <a:lnTo>
                    <a:pt x="22758" y="20962"/>
                  </a:lnTo>
                  <a:lnTo>
                    <a:pt x="25448" y="25419"/>
                  </a:lnTo>
                  <a:lnTo>
                    <a:pt x="22551" y="32022"/>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1" name="Google Shape;1031;p58"/>
            <p:cNvSpPr/>
            <p:nvPr/>
          </p:nvSpPr>
          <p:spPr>
            <a:xfrm>
              <a:off x="4195980" y="3250940"/>
              <a:ext cx="353400" cy="608400"/>
            </a:xfrm>
            <a:custGeom>
              <a:rect b="b" l="l" r="r" t="t"/>
              <a:pathLst>
                <a:path extrusionOk="0" h="120000" w="120000">
                  <a:moveTo>
                    <a:pt x="52067" y="100629"/>
                  </a:moveTo>
                  <a:lnTo>
                    <a:pt x="60203" y="100393"/>
                  </a:lnTo>
                  <a:lnTo>
                    <a:pt x="66305" y="95669"/>
                  </a:lnTo>
                  <a:lnTo>
                    <a:pt x="61423" y="91181"/>
                  </a:lnTo>
                  <a:lnTo>
                    <a:pt x="65084" y="83622"/>
                  </a:lnTo>
                  <a:lnTo>
                    <a:pt x="77288" y="76062"/>
                  </a:lnTo>
                  <a:lnTo>
                    <a:pt x="68745" y="72519"/>
                  </a:lnTo>
                  <a:lnTo>
                    <a:pt x="63050" y="62362"/>
                  </a:lnTo>
                  <a:lnTo>
                    <a:pt x="82169" y="61889"/>
                  </a:lnTo>
                  <a:lnTo>
                    <a:pt x="83796" y="52204"/>
                  </a:lnTo>
                  <a:lnTo>
                    <a:pt x="89491" y="47952"/>
                  </a:lnTo>
                  <a:lnTo>
                    <a:pt x="93966" y="38503"/>
                  </a:lnTo>
                  <a:lnTo>
                    <a:pt x="98033" y="31417"/>
                  </a:lnTo>
                  <a:lnTo>
                    <a:pt x="114305" y="27637"/>
                  </a:lnTo>
                  <a:lnTo>
                    <a:pt x="120000" y="20787"/>
                  </a:lnTo>
                  <a:lnTo>
                    <a:pt x="111864" y="20551"/>
                  </a:lnTo>
                  <a:lnTo>
                    <a:pt x="111050" y="12519"/>
                  </a:lnTo>
                  <a:lnTo>
                    <a:pt x="98847" y="12283"/>
                  </a:lnTo>
                  <a:lnTo>
                    <a:pt x="83389" y="10866"/>
                  </a:lnTo>
                  <a:lnTo>
                    <a:pt x="67932" y="10866"/>
                  </a:lnTo>
                  <a:lnTo>
                    <a:pt x="73220" y="4960"/>
                  </a:lnTo>
                  <a:lnTo>
                    <a:pt x="68745" y="0"/>
                  </a:lnTo>
                  <a:lnTo>
                    <a:pt x="45559" y="5905"/>
                  </a:lnTo>
                  <a:lnTo>
                    <a:pt x="46372" y="15590"/>
                  </a:lnTo>
                  <a:lnTo>
                    <a:pt x="43932" y="28582"/>
                  </a:lnTo>
                  <a:lnTo>
                    <a:pt x="31728" y="41574"/>
                  </a:lnTo>
                  <a:lnTo>
                    <a:pt x="21559" y="52913"/>
                  </a:lnTo>
                  <a:lnTo>
                    <a:pt x="8542" y="59291"/>
                  </a:lnTo>
                  <a:lnTo>
                    <a:pt x="0" y="71338"/>
                  </a:lnTo>
                  <a:lnTo>
                    <a:pt x="3661" y="79370"/>
                  </a:lnTo>
                  <a:lnTo>
                    <a:pt x="15050" y="81496"/>
                  </a:lnTo>
                  <a:lnTo>
                    <a:pt x="12610" y="88818"/>
                  </a:lnTo>
                  <a:lnTo>
                    <a:pt x="7728" y="100866"/>
                  </a:lnTo>
                  <a:lnTo>
                    <a:pt x="0" y="111023"/>
                  </a:lnTo>
                  <a:lnTo>
                    <a:pt x="15864" y="112913"/>
                  </a:lnTo>
                  <a:lnTo>
                    <a:pt x="29288" y="120000"/>
                  </a:lnTo>
                  <a:lnTo>
                    <a:pt x="41491" y="118582"/>
                  </a:lnTo>
                  <a:lnTo>
                    <a:pt x="48813" y="118582"/>
                  </a:lnTo>
                  <a:lnTo>
                    <a:pt x="47186" y="107952"/>
                  </a:lnTo>
                  <a:lnTo>
                    <a:pt x="52067" y="100629"/>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2" name="Google Shape;1032;p58"/>
            <p:cNvSpPr/>
            <p:nvPr/>
          </p:nvSpPr>
          <p:spPr>
            <a:xfrm>
              <a:off x="5543602" y="2200394"/>
              <a:ext cx="288600" cy="269400"/>
            </a:xfrm>
            <a:custGeom>
              <a:rect b="b" l="l" r="r" t="t"/>
              <a:pathLst>
                <a:path extrusionOk="0" h="120000" w="120000">
                  <a:moveTo>
                    <a:pt x="29377" y="93866"/>
                  </a:moveTo>
                  <a:lnTo>
                    <a:pt x="52780" y="94400"/>
                  </a:lnTo>
                  <a:lnTo>
                    <a:pt x="60248" y="112533"/>
                  </a:lnTo>
                  <a:lnTo>
                    <a:pt x="69211" y="118933"/>
                  </a:lnTo>
                  <a:lnTo>
                    <a:pt x="68215" y="120000"/>
                  </a:lnTo>
                  <a:lnTo>
                    <a:pt x="77676" y="118933"/>
                  </a:lnTo>
                  <a:lnTo>
                    <a:pt x="85145" y="97066"/>
                  </a:lnTo>
                  <a:lnTo>
                    <a:pt x="79170" y="83733"/>
                  </a:lnTo>
                  <a:lnTo>
                    <a:pt x="98091" y="78933"/>
                  </a:lnTo>
                  <a:lnTo>
                    <a:pt x="99585" y="68800"/>
                  </a:lnTo>
                  <a:lnTo>
                    <a:pt x="112531" y="56000"/>
                  </a:lnTo>
                  <a:lnTo>
                    <a:pt x="102572" y="45333"/>
                  </a:lnTo>
                  <a:lnTo>
                    <a:pt x="113029" y="41600"/>
                  </a:lnTo>
                  <a:lnTo>
                    <a:pt x="120000" y="20266"/>
                  </a:lnTo>
                  <a:lnTo>
                    <a:pt x="113526" y="5866"/>
                  </a:lnTo>
                  <a:lnTo>
                    <a:pt x="113029" y="6400"/>
                  </a:lnTo>
                  <a:lnTo>
                    <a:pt x="95601" y="1066"/>
                  </a:lnTo>
                  <a:lnTo>
                    <a:pt x="75684" y="5333"/>
                  </a:lnTo>
                  <a:lnTo>
                    <a:pt x="65726" y="22933"/>
                  </a:lnTo>
                  <a:lnTo>
                    <a:pt x="74688" y="37866"/>
                  </a:lnTo>
                  <a:lnTo>
                    <a:pt x="58755" y="54400"/>
                  </a:lnTo>
                  <a:lnTo>
                    <a:pt x="51784" y="43200"/>
                  </a:lnTo>
                  <a:lnTo>
                    <a:pt x="55767" y="20800"/>
                  </a:lnTo>
                  <a:lnTo>
                    <a:pt x="58755" y="9600"/>
                  </a:lnTo>
                  <a:lnTo>
                    <a:pt x="72697" y="0"/>
                  </a:lnTo>
                  <a:lnTo>
                    <a:pt x="60746" y="3200"/>
                  </a:lnTo>
                  <a:lnTo>
                    <a:pt x="48796" y="9600"/>
                  </a:lnTo>
                  <a:lnTo>
                    <a:pt x="39336" y="35733"/>
                  </a:lnTo>
                  <a:lnTo>
                    <a:pt x="23402" y="61866"/>
                  </a:lnTo>
                  <a:lnTo>
                    <a:pt x="6970" y="81600"/>
                  </a:lnTo>
                  <a:lnTo>
                    <a:pt x="0" y="83733"/>
                  </a:lnTo>
                  <a:lnTo>
                    <a:pt x="9460" y="102933"/>
                  </a:lnTo>
                  <a:lnTo>
                    <a:pt x="29377" y="93866"/>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3" name="Google Shape;1033;p58"/>
            <p:cNvSpPr/>
            <p:nvPr/>
          </p:nvSpPr>
          <p:spPr>
            <a:xfrm>
              <a:off x="5464541" y="2388462"/>
              <a:ext cx="265800" cy="270600"/>
            </a:xfrm>
            <a:custGeom>
              <a:rect b="b" l="l" r="r" t="t"/>
              <a:pathLst>
                <a:path extrusionOk="0" h="120000" w="120000">
                  <a:moveTo>
                    <a:pt x="22162" y="44601"/>
                  </a:moveTo>
                  <a:lnTo>
                    <a:pt x="26486" y="55221"/>
                  </a:lnTo>
                  <a:lnTo>
                    <a:pt x="47567" y="64247"/>
                  </a:lnTo>
                  <a:lnTo>
                    <a:pt x="45945" y="81769"/>
                  </a:lnTo>
                  <a:lnTo>
                    <a:pt x="56756" y="87079"/>
                  </a:lnTo>
                  <a:lnTo>
                    <a:pt x="66486" y="74867"/>
                  </a:lnTo>
                  <a:lnTo>
                    <a:pt x="69189" y="97168"/>
                  </a:lnTo>
                  <a:lnTo>
                    <a:pt x="86486" y="108849"/>
                  </a:lnTo>
                  <a:lnTo>
                    <a:pt x="98378" y="120000"/>
                  </a:lnTo>
                  <a:lnTo>
                    <a:pt x="97297" y="103008"/>
                  </a:lnTo>
                  <a:lnTo>
                    <a:pt x="107027" y="83362"/>
                  </a:lnTo>
                  <a:lnTo>
                    <a:pt x="107027" y="82831"/>
                  </a:lnTo>
                  <a:lnTo>
                    <a:pt x="120000" y="70088"/>
                  </a:lnTo>
                  <a:lnTo>
                    <a:pt x="117297" y="51504"/>
                  </a:lnTo>
                  <a:lnTo>
                    <a:pt x="99459" y="48849"/>
                  </a:lnTo>
                  <a:lnTo>
                    <a:pt x="109729" y="36106"/>
                  </a:lnTo>
                  <a:lnTo>
                    <a:pt x="110810" y="35044"/>
                  </a:lnTo>
                  <a:lnTo>
                    <a:pt x="101081" y="28672"/>
                  </a:lnTo>
                  <a:lnTo>
                    <a:pt x="92972" y="10619"/>
                  </a:lnTo>
                  <a:lnTo>
                    <a:pt x="67567" y="10088"/>
                  </a:lnTo>
                  <a:lnTo>
                    <a:pt x="45945" y="19115"/>
                  </a:lnTo>
                  <a:lnTo>
                    <a:pt x="35675" y="0"/>
                  </a:lnTo>
                  <a:lnTo>
                    <a:pt x="25945" y="3716"/>
                  </a:lnTo>
                  <a:lnTo>
                    <a:pt x="0" y="14867"/>
                  </a:lnTo>
                  <a:lnTo>
                    <a:pt x="3243" y="39292"/>
                  </a:lnTo>
                  <a:lnTo>
                    <a:pt x="22162" y="44601"/>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4" name="Google Shape;1034;p58"/>
            <p:cNvSpPr/>
            <p:nvPr/>
          </p:nvSpPr>
          <p:spPr>
            <a:xfrm>
              <a:off x="6243167" y="3004176"/>
              <a:ext cx="233700" cy="166500"/>
            </a:xfrm>
            <a:custGeom>
              <a:rect b="b" l="l" r="r" t="t"/>
              <a:pathLst>
                <a:path extrusionOk="0" h="120000" w="120000">
                  <a:moveTo>
                    <a:pt x="40000" y="106187"/>
                  </a:moveTo>
                  <a:lnTo>
                    <a:pt x="62769" y="110503"/>
                  </a:lnTo>
                  <a:lnTo>
                    <a:pt x="78153" y="88920"/>
                  </a:lnTo>
                  <a:lnTo>
                    <a:pt x="89230" y="55251"/>
                  </a:lnTo>
                  <a:lnTo>
                    <a:pt x="115692" y="43165"/>
                  </a:lnTo>
                  <a:lnTo>
                    <a:pt x="120000" y="34532"/>
                  </a:lnTo>
                  <a:lnTo>
                    <a:pt x="116307" y="30215"/>
                  </a:lnTo>
                  <a:lnTo>
                    <a:pt x="109538" y="863"/>
                  </a:lnTo>
                  <a:lnTo>
                    <a:pt x="109538" y="0"/>
                  </a:lnTo>
                  <a:lnTo>
                    <a:pt x="102153" y="863"/>
                  </a:lnTo>
                  <a:lnTo>
                    <a:pt x="102153" y="21582"/>
                  </a:lnTo>
                  <a:lnTo>
                    <a:pt x="72000" y="10359"/>
                  </a:lnTo>
                  <a:lnTo>
                    <a:pt x="49846" y="35395"/>
                  </a:lnTo>
                  <a:lnTo>
                    <a:pt x="24000" y="32805"/>
                  </a:lnTo>
                  <a:lnTo>
                    <a:pt x="11076" y="26762"/>
                  </a:lnTo>
                  <a:lnTo>
                    <a:pt x="6153" y="40575"/>
                  </a:lnTo>
                  <a:lnTo>
                    <a:pt x="615" y="56115"/>
                  </a:lnTo>
                  <a:lnTo>
                    <a:pt x="8615" y="83741"/>
                  </a:lnTo>
                  <a:lnTo>
                    <a:pt x="0" y="102733"/>
                  </a:lnTo>
                  <a:lnTo>
                    <a:pt x="615" y="120000"/>
                  </a:lnTo>
                  <a:lnTo>
                    <a:pt x="14769" y="111366"/>
                  </a:lnTo>
                  <a:lnTo>
                    <a:pt x="40000" y="10618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5" name="Google Shape;1035;p58"/>
            <p:cNvSpPr/>
            <p:nvPr/>
          </p:nvSpPr>
          <p:spPr>
            <a:xfrm>
              <a:off x="5676567" y="2977822"/>
              <a:ext cx="961800" cy="1027800"/>
            </a:xfrm>
            <a:custGeom>
              <a:rect b="b" l="l" r="r" t="t"/>
              <a:pathLst>
                <a:path extrusionOk="0" h="120000" w="120000">
                  <a:moveTo>
                    <a:pt x="70834" y="12167"/>
                  </a:moveTo>
                  <a:lnTo>
                    <a:pt x="72179" y="9650"/>
                  </a:lnTo>
                  <a:lnTo>
                    <a:pt x="73374" y="7412"/>
                  </a:lnTo>
                  <a:lnTo>
                    <a:pt x="70535" y="6573"/>
                  </a:lnTo>
                  <a:lnTo>
                    <a:pt x="61270" y="4755"/>
                  </a:lnTo>
                  <a:lnTo>
                    <a:pt x="56488" y="0"/>
                  </a:lnTo>
                  <a:lnTo>
                    <a:pt x="47521" y="419"/>
                  </a:lnTo>
                  <a:lnTo>
                    <a:pt x="43935" y="2517"/>
                  </a:lnTo>
                  <a:lnTo>
                    <a:pt x="42141" y="559"/>
                  </a:lnTo>
                  <a:lnTo>
                    <a:pt x="40797" y="5034"/>
                  </a:lnTo>
                  <a:lnTo>
                    <a:pt x="37808" y="3916"/>
                  </a:lnTo>
                  <a:lnTo>
                    <a:pt x="34221" y="7132"/>
                  </a:lnTo>
                  <a:lnTo>
                    <a:pt x="29738" y="6153"/>
                  </a:lnTo>
                  <a:lnTo>
                    <a:pt x="24209" y="11608"/>
                  </a:lnTo>
                  <a:lnTo>
                    <a:pt x="18679" y="5734"/>
                  </a:lnTo>
                  <a:lnTo>
                    <a:pt x="14196" y="10209"/>
                  </a:lnTo>
                  <a:lnTo>
                    <a:pt x="9414" y="11188"/>
                  </a:lnTo>
                  <a:lnTo>
                    <a:pt x="5379" y="9790"/>
                  </a:lnTo>
                  <a:lnTo>
                    <a:pt x="5678" y="10209"/>
                  </a:lnTo>
                  <a:lnTo>
                    <a:pt x="3437" y="12867"/>
                  </a:lnTo>
                  <a:lnTo>
                    <a:pt x="5678" y="16223"/>
                  </a:lnTo>
                  <a:lnTo>
                    <a:pt x="3885" y="19160"/>
                  </a:lnTo>
                  <a:lnTo>
                    <a:pt x="1494" y="19160"/>
                  </a:lnTo>
                  <a:lnTo>
                    <a:pt x="0" y="21818"/>
                  </a:lnTo>
                  <a:lnTo>
                    <a:pt x="3735" y="24615"/>
                  </a:lnTo>
                  <a:lnTo>
                    <a:pt x="2092" y="30349"/>
                  </a:lnTo>
                  <a:lnTo>
                    <a:pt x="4632" y="33566"/>
                  </a:lnTo>
                  <a:lnTo>
                    <a:pt x="9115" y="33846"/>
                  </a:lnTo>
                  <a:lnTo>
                    <a:pt x="7920" y="39160"/>
                  </a:lnTo>
                  <a:lnTo>
                    <a:pt x="8816" y="38881"/>
                  </a:lnTo>
                  <a:lnTo>
                    <a:pt x="14645" y="35944"/>
                  </a:lnTo>
                  <a:lnTo>
                    <a:pt x="18829" y="32587"/>
                  </a:lnTo>
                  <a:lnTo>
                    <a:pt x="24358" y="32587"/>
                  </a:lnTo>
                  <a:lnTo>
                    <a:pt x="30037" y="35664"/>
                  </a:lnTo>
                  <a:lnTo>
                    <a:pt x="35267" y="40559"/>
                  </a:lnTo>
                  <a:lnTo>
                    <a:pt x="36762" y="46853"/>
                  </a:lnTo>
                  <a:lnTo>
                    <a:pt x="37658" y="53286"/>
                  </a:lnTo>
                  <a:lnTo>
                    <a:pt x="42291" y="56503"/>
                  </a:lnTo>
                  <a:lnTo>
                    <a:pt x="44234" y="60419"/>
                  </a:lnTo>
                  <a:lnTo>
                    <a:pt x="50361" y="63636"/>
                  </a:lnTo>
                  <a:lnTo>
                    <a:pt x="55442" y="70629"/>
                  </a:lnTo>
                  <a:lnTo>
                    <a:pt x="63063" y="76363"/>
                  </a:lnTo>
                  <a:lnTo>
                    <a:pt x="70386" y="79160"/>
                  </a:lnTo>
                  <a:lnTo>
                    <a:pt x="74271" y="82097"/>
                  </a:lnTo>
                  <a:lnTo>
                    <a:pt x="76363" y="85874"/>
                  </a:lnTo>
                  <a:lnTo>
                    <a:pt x="82191" y="85874"/>
                  </a:lnTo>
                  <a:lnTo>
                    <a:pt x="85031" y="93846"/>
                  </a:lnTo>
                  <a:lnTo>
                    <a:pt x="88169" y="92727"/>
                  </a:lnTo>
                  <a:lnTo>
                    <a:pt x="91457" y="97062"/>
                  </a:lnTo>
                  <a:lnTo>
                    <a:pt x="92951" y="103496"/>
                  </a:lnTo>
                  <a:lnTo>
                    <a:pt x="95491" y="108111"/>
                  </a:lnTo>
                  <a:lnTo>
                    <a:pt x="92652" y="109790"/>
                  </a:lnTo>
                  <a:lnTo>
                    <a:pt x="90560" y="114685"/>
                  </a:lnTo>
                  <a:lnTo>
                    <a:pt x="89066" y="119720"/>
                  </a:lnTo>
                  <a:lnTo>
                    <a:pt x="93848" y="120000"/>
                  </a:lnTo>
                  <a:lnTo>
                    <a:pt x="95641" y="116363"/>
                  </a:lnTo>
                  <a:lnTo>
                    <a:pt x="99377" y="114965"/>
                  </a:lnTo>
                  <a:lnTo>
                    <a:pt x="100273" y="109790"/>
                  </a:lnTo>
                  <a:lnTo>
                    <a:pt x="105205" y="108951"/>
                  </a:lnTo>
                  <a:lnTo>
                    <a:pt x="106400" y="104895"/>
                  </a:lnTo>
                  <a:lnTo>
                    <a:pt x="104906" y="100979"/>
                  </a:lnTo>
                  <a:lnTo>
                    <a:pt x="100572" y="97902"/>
                  </a:lnTo>
                  <a:lnTo>
                    <a:pt x="98929" y="95804"/>
                  </a:lnTo>
                  <a:lnTo>
                    <a:pt x="99975" y="90489"/>
                  </a:lnTo>
                  <a:lnTo>
                    <a:pt x="101618" y="89510"/>
                  </a:lnTo>
                  <a:lnTo>
                    <a:pt x="102515" y="88531"/>
                  </a:lnTo>
                  <a:lnTo>
                    <a:pt x="106550" y="87412"/>
                  </a:lnTo>
                  <a:lnTo>
                    <a:pt x="108792" y="89510"/>
                  </a:lnTo>
                  <a:lnTo>
                    <a:pt x="112826" y="89650"/>
                  </a:lnTo>
                  <a:lnTo>
                    <a:pt x="115815" y="94965"/>
                  </a:lnTo>
                  <a:lnTo>
                    <a:pt x="119103" y="95244"/>
                  </a:lnTo>
                  <a:lnTo>
                    <a:pt x="120000" y="89650"/>
                  </a:lnTo>
                  <a:lnTo>
                    <a:pt x="116413" y="86713"/>
                  </a:lnTo>
                  <a:lnTo>
                    <a:pt x="110585" y="82797"/>
                  </a:lnTo>
                  <a:lnTo>
                    <a:pt x="106699" y="79160"/>
                  </a:lnTo>
                  <a:lnTo>
                    <a:pt x="98032" y="76223"/>
                  </a:lnTo>
                  <a:lnTo>
                    <a:pt x="93250" y="73006"/>
                  </a:lnTo>
                  <a:lnTo>
                    <a:pt x="95491" y="71328"/>
                  </a:lnTo>
                  <a:lnTo>
                    <a:pt x="94744" y="67832"/>
                  </a:lnTo>
                  <a:lnTo>
                    <a:pt x="86973" y="69090"/>
                  </a:lnTo>
                  <a:lnTo>
                    <a:pt x="80697" y="65034"/>
                  </a:lnTo>
                  <a:lnTo>
                    <a:pt x="73374" y="57342"/>
                  </a:lnTo>
                  <a:lnTo>
                    <a:pt x="70684" y="50209"/>
                  </a:lnTo>
                  <a:lnTo>
                    <a:pt x="64856" y="44615"/>
                  </a:lnTo>
                  <a:lnTo>
                    <a:pt x="58879" y="39440"/>
                  </a:lnTo>
                  <a:lnTo>
                    <a:pt x="56936" y="32307"/>
                  </a:lnTo>
                  <a:lnTo>
                    <a:pt x="59178" y="27692"/>
                  </a:lnTo>
                  <a:lnTo>
                    <a:pt x="57833" y="21958"/>
                  </a:lnTo>
                  <a:lnTo>
                    <a:pt x="63063" y="18881"/>
                  </a:lnTo>
                  <a:lnTo>
                    <a:pt x="66650" y="17622"/>
                  </a:lnTo>
                  <a:lnTo>
                    <a:pt x="70684" y="19720"/>
                  </a:lnTo>
                  <a:lnTo>
                    <a:pt x="70684" y="19720"/>
                  </a:lnTo>
                  <a:lnTo>
                    <a:pt x="72777" y="16643"/>
                  </a:lnTo>
                  <a:lnTo>
                    <a:pt x="70834" y="1216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6" name="Google Shape;1036;p58"/>
            <p:cNvSpPr/>
            <p:nvPr/>
          </p:nvSpPr>
          <p:spPr>
            <a:xfrm>
              <a:off x="5929321" y="1751187"/>
              <a:ext cx="201300" cy="318600"/>
            </a:xfrm>
            <a:custGeom>
              <a:rect b="b" l="l" r="r" t="t"/>
              <a:pathLst>
                <a:path extrusionOk="0" h="120000" w="120000">
                  <a:moveTo>
                    <a:pt x="70714" y="120000"/>
                  </a:moveTo>
                  <a:lnTo>
                    <a:pt x="60714" y="110526"/>
                  </a:lnTo>
                  <a:lnTo>
                    <a:pt x="56428" y="95639"/>
                  </a:lnTo>
                  <a:lnTo>
                    <a:pt x="70714" y="83007"/>
                  </a:lnTo>
                  <a:lnTo>
                    <a:pt x="79285" y="75338"/>
                  </a:lnTo>
                  <a:lnTo>
                    <a:pt x="90000" y="65864"/>
                  </a:lnTo>
                  <a:lnTo>
                    <a:pt x="110000" y="64962"/>
                  </a:lnTo>
                  <a:lnTo>
                    <a:pt x="120000" y="54135"/>
                  </a:lnTo>
                  <a:lnTo>
                    <a:pt x="100000" y="49624"/>
                  </a:lnTo>
                  <a:lnTo>
                    <a:pt x="92857" y="41954"/>
                  </a:lnTo>
                  <a:lnTo>
                    <a:pt x="98571" y="34736"/>
                  </a:lnTo>
                  <a:lnTo>
                    <a:pt x="97142" y="23007"/>
                  </a:lnTo>
                  <a:lnTo>
                    <a:pt x="111428" y="12631"/>
                  </a:lnTo>
                  <a:lnTo>
                    <a:pt x="108571" y="0"/>
                  </a:lnTo>
                  <a:lnTo>
                    <a:pt x="88571" y="0"/>
                  </a:lnTo>
                  <a:lnTo>
                    <a:pt x="62142" y="15338"/>
                  </a:lnTo>
                  <a:lnTo>
                    <a:pt x="36428" y="17142"/>
                  </a:lnTo>
                  <a:lnTo>
                    <a:pt x="13571" y="28421"/>
                  </a:lnTo>
                  <a:lnTo>
                    <a:pt x="5000" y="52330"/>
                  </a:lnTo>
                  <a:lnTo>
                    <a:pt x="5000" y="80300"/>
                  </a:lnTo>
                  <a:lnTo>
                    <a:pt x="16428" y="94736"/>
                  </a:lnTo>
                  <a:lnTo>
                    <a:pt x="0" y="107819"/>
                  </a:lnTo>
                  <a:lnTo>
                    <a:pt x="16428" y="118646"/>
                  </a:lnTo>
                  <a:lnTo>
                    <a:pt x="39285" y="116842"/>
                  </a:lnTo>
                  <a:lnTo>
                    <a:pt x="70714" y="120000"/>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7" name="Google Shape;1037;p58"/>
            <p:cNvSpPr/>
            <p:nvPr/>
          </p:nvSpPr>
          <p:spPr>
            <a:xfrm>
              <a:off x="6965493" y="1894933"/>
              <a:ext cx="643200" cy="578700"/>
            </a:xfrm>
            <a:custGeom>
              <a:rect b="b" l="l" r="r" t="t"/>
              <a:pathLst>
                <a:path extrusionOk="0" h="120000" w="120000">
                  <a:moveTo>
                    <a:pt x="40223" y="6211"/>
                  </a:moveTo>
                  <a:lnTo>
                    <a:pt x="36648" y="14161"/>
                  </a:lnTo>
                  <a:lnTo>
                    <a:pt x="36201" y="15155"/>
                  </a:lnTo>
                  <a:lnTo>
                    <a:pt x="35754" y="23602"/>
                  </a:lnTo>
                  <a:lnTo>
                    <a:pt x="40000" y="26583"/>
                  </a:lnTo>
                  <a:lnTo>
                    <a:pt x="36648" y="30310"/>
                  </a:lnTo>
                  <a:lnTo>
                    <a:pt x="31731" y="30807"/>
                  </a:lnTo>
                  <a:lnTo>
                    <a:pt x="31508" y="35279"/>
                  </a:lnTo>
                  <a:lnTo>
                    <a:pt x="26592" y="35527"/>
                  </a:lnTo>
                  <a:lnTo>
                    <a:pt x="27932" y="48198"/>
                  </a:lnTo>
                  <a:lnTo>
                    <a:pt x="29050" y="55403"/>
                  </a:lnTo>
                  <a:lnTo>
                    <a:pt x="22122" y="52670"/>
                  </a:lnTo>
                  <a:lnTo>
                    <a:pt x="18100" y="56894"/>
                  </a:lnTo>
                  <a:lnTo>
                    <a:pt x="13407" y="61366"/>
                  </a:lnTo>
                  <a:lnTo>
                    <a:pt x="8268" y="62857"/>
                  </a:lnTo>
                  <a:lnTo>
                    <a:pt x="223" y="60869"/>
                  </a:lnTo>
                  <a:lnTo>
                    <a:pt x="1340" y="65838"/>
                  </a:lnTo>
                  <a:lnTo>
                    <a:pt x="4916" y="73540"/>
                  </a:lnTo>
                  <a:lnTo>
                    <a:pt x="8491" y="82732"/>
                  </a:lnTo>
                  <a:lnTo>
                    <a:pt x="7821" y="91428"/>
                  </a:lnTo>
                  <a:lnTo>
                    <a:pt x="2011" y="96397"/>
                  </a:lnTo>
                  <a:lnTo>
                    <a:pt x="0" y="102857"/>
                  </a:lnTo>
                  <a:lnTo>
                    <a:pt x="6256" y="106583"/>
                  </a:lnTo>
                  <a:lnTo>
                    <a:pt x="4916" y="116521"/>
                  </a:lnTo>
                  <a:lnTo>
                    <a:pt x="6256" y="120000"/>
                  </a:lnTo>
                  <a:lnTo>
                    <a:pt x="14301" y="117267"/>
                  </a:lnTo>
                  <a:lnTo>
                    <a:pt x="19217" y="113540"/>
                  </a:lnTo>
                  <a:lnTo>
                    <a:pt x="23687" y="109316"/>
                  </a:lnTo>
                  <a:lnTo>
                    <a:pt x="33072" y="108074"/>
                  </a:lnTo>
                  <a:lnTo>
                    <a:pt x="40000" y="108571"/>
                  </a:lnTo>
                  <a:lnTo>
                    <a:pt x="41564" y="111304"/>
                  </a:lnTo>
                  <a:lnTo>
                    <a:pt x="49608" y="109565"/>
                  </a:lnTo>
                  <a:lnTo>
                    <a:pt x="55195" y="112795"/>
                  </a:lnTo>
                  <a:lnTo>
                    <a:pt x="61452" y="114285"/>
                  </a:lnTo>
                  <a:lnTo>
                    <a:pt x="62569" y="118012"/>
                  </a:lnTo>
                  <a:lnTo>
                    <a:pt x="69497" y="111552"/>
                  </a:lnTo>
                  <a:lnTo>
                    <a:pt x="76201" y="112298"/>
                  </a:lnTo>
                  <a:lnTo>
                    <a:pt x="82681" y="112795"/>
                  </a:lnTo>
                  <a:lnTo>
                    <a:pt x="86480" y="114534"/>
                  </a:lnTo>
                  <a:lnTo>
                    <a:pt x="94525" y="111304"/>
                  </a:lnTo>
                  <a:lnTo>
                    <a:pt x="100335" y="111304"/>
                  </a:lnTo>
                  <a:lnTo>
                    <a:pt x="101005" y="101118"/>
                  </a:lnTo>
                  <a:lnTo>
                    <a:pt x="103463" y="94409"/>
                  </a:lnTo>
                  <a:lnTo>
                    <a:pt x="110391" y="93664"/>
                  </a:lnTo>
                  <a:lnTo>
                    <a:pt x="112849" y="90186"/>
                  </a:lnTo>
                  <a:lnTo>
                    <a:pt x="111284" y="89689"/>
                  </a:lnTo>
                  <a:lnTo>
                    <a:pt x="107709" y="79006"/>
                  </a:lnTo>
                  <a:lnTo>
                    <a:pt x="103240" y="68074"/>
                  </a:lnTo>
                  <a:lnTo>
                    <a:pt x="114860" y="65838"/>
                  </a:lnTo>
                  <a:lnTo>
                    <a:pt x="120000" y="57391"/>
                  </a:lnTo>
                  <a:lnTo>
                    <a:pt x="115307" y="53416"/>
                  </a:lnTo>
                  <a:lnTo>
                    <a:pt x="108156" y="52422"/>
                  </a:lnTo>
                  <a:lnTo>
                    <a:pt x="106368" y="45217"/>
                  </a:lnTo>
                  <a:lnTo>
                    <a:pt x="99441" y="41739"/>
                  </a:lnTo>
                  <a:lnTo>
                    <a:pt x="98100" y="34534"/>
                  </a:lnTo>
                  <a:lnTo>
                    <a:pt x="90502" y="27577"/>
                  </a:lnTo>
                  <a:lnTo>
                    <a:pt x="90502" y="19875"/>
                  </a:lnTo>
                  <a:lnTo>
                    <a:pt x="90055" y="8695"/>
                  </a:lnTo>
                  <a:lnTo>
                    <a:pt x="76424" y="2981"/>
                  </a:lnTo>
                  <a:lnTo>
                    <a:pt x="71284" y="9689"/>
                  </a:lnTo>
                  <a:lnTo>
                    <a:pt x="66368" y="993"/>
                  </a:lnTo>
                  <a:lnTo>
                    <a:pt x="60558" y="1490"/>
                  </a:lnTo>
                  <a:lnTo>
                    <a:pt x="52513" y="496"/>
                  </a:lnTo>
                  <a:lnTo>
                    <a:pt x="52513" y="0"/>
                  </a:lnTo>
                  <a:lnTo>
                    <a:pt x="47374" y="5217"/>
                  </a:lnTo>
                  <a:lnTo>
                    <a:pt x="40223" y="621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8" name="Google Shape;1038;p58"/>
            <p:cNvSpPr/>
            <p:nvPr/>
          </p:nvSpPr>
          <p:spPr>
            <a:xfrm>
              <a:off x="6816955" y="1690095"/>
              <a:ext cx="434700" cy="273000"/>
            </a:xfrm>
            <a:custGeom>
              <a:rect b="b" l="l" r="r" t="t"/>
              <a:pathLst>
                <a:path extrusionOk="0" h="120000" w="120000">
                  <a:moveTo>
                    <a:pt x="21818" y="92105"/>
                  </a:moveTo>
                  <a:lnTo>
                    <a:pt x="32396" y="96315"/>
                  </a:lnTo>
                  <a:lnTo>
                    <a:pt x="44628" y="95263"/>
                  </a:lnTo>
                  <a:lnTo>
                    <a:pt x="53553" y="95263"/>
                  </a:lnTo>
                  <a:lnTo>
                    <a:pt x="60165" y="86315"/>
                  </a:lnTo>
                  <a:lnTo>
                    <a:pt x="64793" y="101052"/>
                  </a:lnTo>
                  <a:lnTo>
                    <a:pt x="76363" y="101052"/>
                  </a:lnTo>
                  <a:lnTo>
                    <a:pt x="84628" y="113157"/>
                  </a:lnTo>
                  <a:lnTo>
                    <a:pt x="95206" y="119999"/>
                  </a:lnTo>
                  <a:lnTo>
                    <a:pt x="100495" y="103157"/>
                  </a:lnTo>
                  <a:lnTo>
                    <a:pt x="111074" y="101052"/>
                  </a:lnTo>
                  <a:lnTo>
                    <a:pt x="118677" y="89999"/>
                  </a:lnTo>
                  <a:lnTo>
                    <a:pt x="120000" y="80526"/>
                  </a:lnTo>
                  <a:lnTo>
                    <a:pt x="114049" y="63157"/>
                  </a:lnTo>
                  <a:lnTo>
                    <a:pt x="105785" y="49473"/>
                  </a:lnTo>
                  <a:lnTo>
                    <a:pt x="109752" y="35263"/>
                  </a:lnTo>
                  <a:lnTo>
                    <a:pt x="99173" y="19473"/>
                  </a:lnTo>
                  <a:lnTo>
                    <a:pt x="99504" y="17894"/>
                  </a:lnTo>
                  <a:lnTo>
                    <a:pt x="91900" y="17368"/>
                  </a:lnTo>
                  <a:lnTo>
                    <a:pt x="83305" y="22105"/>
                  </a:lnTo>
                  <a:lnTo>
                    <a:pt x="78016" y="12631"/>
                  </a:lnTo>
                  <a:lnTo>
                    <a:pt x="68429" y="9473"/>
                  </a:lnTo>
                  <a:lnTo>
                    <a:pt x="63140" y="0"/>
                  </a:lnTo>
                  <a:lnTo>
                    <a:pt x="49917" y="8421"/>
                  </a:lnTo>
                  <a:lnTo>
                    <a:pt x="50247" y="20526"/>
                  </a:lnTo>
                  <a:lnTo>
                    <a:pt x="51570" y="45789"/>
                  </a:lnTo>
                  <a:lnTo>
                    <a:pt x="41983" y="55789"/>
                  </a:lnTo>
                  <a:lnTo>
                    <a:pt x="31074" y="54736"/>
                  </a:lnTo>
                  <a:lnTo>
                    <a:pt x="25785" y="37368"/>
                  </a:lnTo>
                  <a:lnTo>
                    <a:pt x="18512" y="22631"/>
                  </a:lnTo>
                  <a:lnTo>
                    <a:pt x="10247" y="28947"/>
                  </a:lnTo>
                  <a:lnTo>
                    <a:pt x="5619" y="52631"/>
                  </a:lnTo>
                  <a:lnTo>
                    <a:pt x="330" y="91052"/>
                  </a:lnTo>
                  <a:lnTo>
                    <a:pt x="0" y="107368"/>
                  </a:lnTo>
                  <a:lnTo>
                    <a:pt x="9256" y="97894"/>
                  </a:lnTo>
                  <a:lnTo>
                    <a:pt x="21818" y="9210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39" name="Google Shape;1039;p58"/>
            <p:cNvSpPr/>
            <p:nvPr/>
          </p:nvSpPr>
          <p:spPr>
            <a:xfrm>
              <a:off x="6922369" y="1503224"/>
              <a:ext cx="275400" cy="237300"/>
            </a:xfrm>
            <a:custGeom>
              <a:rect b="b" l="l" r="r" t="t"/>
              <a:pathLst>
                <a:path extrusionOk="0" h="120000" w="120000">
                  <a:moveTo>
                    <a:pt x="62086" y="105454"/>
                  </a:moveTo>
                  <a:lnTo>
                    <a:pt x="77217" y="109090"/>
                  </a:lnTo>
                  <a:lnTo>
                    <a:pt x="85565" y="119999"/>
                  </a:lnTo>
                  <a:lnTo>
                    <a:pt x="99130" y="114545"/>
                  </a:lnTo>
                  <a:lnTo>
                    <a:pt x="111130" y="115151"/>
                  </a:lnTo>
                  <a:lnTo>
                    <a:pt x="120000" y="94545"/>
                  </a:lnTo>
                  <a:lnTo>
                    <a:pt x="115826" y="67272"/>
                  </a:lnTo>
                  <a:lnTo>
                    <a:pt x="109565" y="44242"/>
                  </a:lnTo>
                  <a:lnTo>
                    <a:pt x="111652" y="27878"/>
                  </a:lnTo>
                  <a:lnTo>
                    <a:pt x="118956" y="12121"/>
                  </a:lnTo>
                  <a:lnTo>
                    <a:pt x="115304" y="0"/>
                  </a:lnTo>
                  <a:lnTo>
                    <a:pt x="100695" y="5454"/>
                  </a:lnTo>
                  <a:lnTo>
                    <a:pt x="79304" y="3636"/>
                  </a:lnTo>
                  <a:lnTo>
                    <a:pt x="52695" y="1212"/>
                  </a:lnTo>
                  <a:lnTo>
                    <a:pt x="27130" y="14545"/>
                  </a:lnTo>
                  <a:lnTo>
                    <a:pt x="0" y="29090"/>
                  </a:lnTo>
                  <a:lnTo>
                    <a:pt x="4173" y="56363"/>
                  </a:lnTo>
                  <a:lnTo>
                    <a:pt x="15130" y="75757"/>
                  </a:lnTo>
                  <a:lnTo>
                    <a:pt x="31304" y="75757"/>
                  </a:lnTo>
                  <a:lnTo>
                    <a:pt x="32869" y="104242"/>
                  </a:lnTo>
                  <a:lnTo>
                    <a:pt x="53739" y="94545"/>
                  </a:lnTo>
                  <a:lnTo>
                    <a:pt x="62086" y="10545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0" name="Google Shape;1040;p58"/>
            <p:cNvSpPr/>
            <p:nvPr/>
          </p:nvSpPr>
          <p:spPr>
            <a:xfrm>
              <a:off x="6507900" y="2695121"/>
              <a:ext cx="449100" cy="213300"/>
            </a:xfrm>
            <a:custGeom>
              <a:rect b="b" l="l" r="r" t="t"/>
              <a:pathLst>
                <a:path extrusionOk="0" h="120000" w="120000">
                  <a:moveTo>
                    <a:pt x="91840" y="7415"/>
                  </a:moveTo>
                  <a:lnTo>
                    <a:pt x="81280" y="18202"/>
                  </a:lnTo>
                  <a:lnTo>
                    <a:pt x="73920" y="8764"/>
                  </a:lnTo>
                  <a:lnTo>
                    <a:pt x="62080" y="14831"/>
                  </a:lnTo>
                  <a:lnTo>
                    <a:pt x="53760" y="1348"/>
                  </a:lnTo>
                  <a:lnTo>
                    <a:pt x="46080" y="11460"/>
                  </a:lnTo>
                  <a:lnTo>
                    <a:pt x="40960" y="0"/>
                  </a:lnTo>
                  <a:lnTo>
                    <a:pt x="39360" y="6067"/>
                  </a:lnTo>
                  <a:lnTo>
                    <a:pt x="33920" y="8089"/>
                  </a:lnTo>
                  <a:lnTo>
                    <a:pt x="25920" y="20898"/>
                  </a:lnTo>
                  <a:lnTo>
                    <a:pt x="26240" y="35056"/>
                  </a:lnTo>
                  <a:lnTo>
                    <a:pt x="21760" y="37752"/>
                  </a:lnTo>
                  <a:lnTo>
                    <a:pt x="16960" y="47865"/>
                  </a:lnTo>
                  <a:lnTo>
                    <a:pt x="6720" y="46516"/>
                  </a:lnTo>
                  <a:lnTo>
                    <a:pt x="1280" y="61348"/>
                  </a:lnTo>
                  <a:lnTo>
                    <a:pt x="2240" y="62022"/>
                  </a:lnTo>
                  <a:lnTo>
                    <a:pt x="0" y="84269"/>
                  </a:lnTo>
                  <a:lnTo>
                    <a:pt x="5440" y="105842"/>
                  </a:lnTo>
                  <a:lnTo>
                    <a:pt x="5760" y="104494"/>
                  </a:lnTo>
                  <a:lnTo>
                    <a:pt x="13760" y="120000"/>
                  </a:lnTo>
                  <a:lnTo>
                    <a:pt x="26880" y="120000"/>
                  </a:lnTo>
                  <a:lnTo>
                    <a:pt x="39360" y="120000"/>
                  </a:lnTo>
                  <a:lnTo>
                    <a:pt x="45120" y="98426"/>
                  </a:lnTo>
                  <a:lnTo>
                    <a:pt x="55360" y="98426"/>
                  </a:lnTo>
                  <a:lnTo>
                    <a:pt x="65920" y="88314"/>
                  </a:lnTo>
                  <a:lnTo>
                    <a:pt x="74240" y="78202"/>
                  </a:lnTo>
                  <a:lnTo>
                    <a:pt x="77120" y="64044"/>
                  </a:lnTo>
                  <a:lnTo>
                    <a:pt x="86080" y="69438"/>
                  </a:lnTo>
                  <a:lnTo>
                    <a:pt x="93440" y="66067"/>
                  </a:lnTo>
                  <a:lnTo>
                    <a:pt x="96640" y="78876"/>
                  </a:lnTo>
                  <a:lnTo>
                    <a:pt x="106560" y="72808"/>
                  </a:lnTo>
                  <a:lnTo>
                    <a:pt x="114240" y="78202"/>
                  </a:lnTo>
                  <a:lnTo>
                    <a:pt x="113920" y="76853"/>
                  </a:lnTo>
                  <a:lnTo>
                    <a:pt x="115200" y="43820"/>
                  </a:lnTo>
                  <a:lnTo>
                    <a:pt x="120000" y="30337"/>
                  </a:lnTo>
                  <a:lnTo>
                    <a:pt x="103680" y="14831"/>
                  </a:lnTo>
                  <a:lnTo>
                    <a:pt x="91840" y="741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1" name="Google Shape;1041;p58"/>
            <p:cNvSpPr/>
            <p:nvPr/>
          </p:nvSpPr>
          <p:spPr>
            <a:xfrm>
              <a:off x="6711541" y="2027898"/>
              <a:ext cx="202500" cy="128100"/>
            </a:xfrm>
            <a:custGeom>
              <a:rect b="b" l="l" r="r" t="t"/>
              <a:pathLst>
                <a:path extrusionOk="0" h="120000" w="120000">
                  <a:moveTo>
                    <a:pt x="27692" y="120000"/>
                  </a:moveTo>
                  <a:lnTo>
                    <a:pt x="58224" y="118878"/>
                  </a:lnTo>
                  <a:lnTo>
                    <a:pt x="93017" y="116635"/>
                  </a:lnTo>
                  <a:lnTo>
                    <a:pt x="116449" y="109906"/>
                  </a:lnTo>
                  <a:lnTo>
                    <a:pt x="117159" y="99813"/>
                  </a:lnTo>
                  <a:lnTo>
                    <a:pt x="117869" y="89719"/>
                  </a:lnTo>
                  <a:lnTo>
                    <a:pt x="120000" y="57196"/>
                  </a:lnTo>
                  <a:lnTo>
                    <a:pt x="111479" y="32523"/>
                  </a:lnTo>
                  <a:lnTo>
                    <a:pt x="83076" y="21308"/>
                  </a:lnTo>
                  <a:lnTo>
                    <a:pt x="69585" y="0"/>
                  </a:lnTo>
                  <a:lnTo>
                    <a:pt x="63195" y="26915"/>
                  </a:lnTo>
                  <a:lnTo>
                    <a:pt x="45443" y="26915"/>
                  </a:lnTo>
                  <a:lnTo>
                    <a:pt x="15621" y="33644"/>
                  </a:lnTo>
                  <a:lnTo>
                    <a:pt x="19881" y="70654"/>
                  </a:lnTo>
                  <a:lnTo>
                    <a:pt x="0" y="96448"/>
                  </a:lnTo>
                  <a:lnTo>
                    <a:pt x="7100" y="112149"/>
                  </a:lnTo>
                  <a:lnTo>
                    <a:pt x="27692"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2" name="Google Shape;1042;p58"/>
            <p:cNvSpPr/>
            <p:nvPr/>
          </p:nvSpPr>
          <p:spPr>
            <a:xfrm>
              <a:off x="6322228" y="2088991"/>
              <a:ext cx="723600" cy="660000"/>
            </a:xfrm>
            <a:custGeom>
              <a:rect b="b" l="l" r="r" t="t"/>
              <a:pathLst>
                <a:path extrusionOk="0" h="120000" w="120000">
                  <a:moveTo>
                    <a:pt x="2185" y="28094"/>
                  </a:moveTo>
                  <a:lnTo>
                    <a:pt x="3178" y="34845"/>
                  </a:lnTo>
                  <a:lnTo>
                    <a:pt x="0" y="39419"/>
                  </a:lnTo>
                  <a:lnTo>
                    <a:pt x="4768" y="47695"/>
                  </a:lnTo>
                  <a:lnTo>
                    <a:pt x="5562" y="54228"/>
                  </a:lnTo>
                  <a:lnTo>
                    <a:pt x="9337" y="58584"/>
                  </a:lnTo>
                  <a:lnTo>
                    <a:pt x="4966" y="64464"/>
                  </a:lnTo>
                  <a:lnTo>
                    <a:pt x="9337" y="72522"/>
                  </a:lnTo>
                  <a:lnTo>
                    <a:pt x="9337" y="78402"/>
                  </a:lnTo>
                  <a:lnTo>
                    <a:pt x="9536" y="78838"/>
                  </a:lnTo>
                  <a:lnTo>
                    <a:pt x="13509" y="82540"/>
                  </a:lnTo>
                  <a:lnTo>
                    <a:pt x="19271" y="86460"/>
                  </a:lnTo>
                  <a:lnTo>
                    <a:pt x="27417" y="87985"/>
                  </a:lnTo>
                  <a:lnTo>
                    <a:pt x="24635" y="92776"/>
                  </a:lnTo>
                  <a:lnTo>
                    <a:pt x="29006" y="96479"/>
                  </a:lnTo>
                  <a:lnTo>
                    <a:pt x="33576" y="98003"/>
                  </a:lnTo>
                  <a:lnTo>
                    <a:pt x="32582" y="92776"/>
                  </a:lnTo>
                  <a:lnTo>
                    <a:pt x="37748" y="95390"/>
                  </a:lnTo>
                  <a:lnTo>
                    <a:pt x="40529" y="101270"/>
                  </a:lnTo>
                  <a:lnTo>
                    <a:pt x="52847" y="103448"/>
                  </a:lnTo>
                  <a:lnTo>
                    <a:pt x="56026" y="109981"/>
                  </a:lnTo>
                  <a:lnTo>
                    <a:pt x="56225" y="110199"/>
                  </a:lnTo>
                  <a:lnTo>
                    <a:pt x="59403" y="113901"/>
                  </a:lnTo>
                  <a:lnTo>
                    <a:pt x="64172" y="110635"/>
                  </a:lnTo>
                  <a:lnTo>
                    <a:pt x="69337" y="114990"/>
                  </a:lnTo>
                  <a:lnTo>
                    <a:pt x="76688" y="113030"/>
                  </a:lnTo>
                  <a:lnTo>
                    <a:pt x="81258" y="116079"/>
                  </a:lnTo>
                  <a:lnTo>
                    <a:pt x="87814" y="112595"/>
                  </a:lnTo>
                  <a:lnTo>
                    <a:pt x="95165" y="114990"/>
                  </a:lnTo>
                  <a:lnTo>
                    <a:pt x="105298" y="120000"/>
                  </a:lnTo>
                  <a:lnTo>
                    <a:pt x="105695" y="119346"/>
                  </a:lnTo>
                  <a:lnTo>
                    <a:pt x="105695" y="109764"/>
                  </a:lnTo>
                  <a:lnTo>
                    <a:pt x="108874" y="103448"/>
                  </a:lnTo>
                  <a:lnTo>
                    <a:pt x="114238" y="95390"/>
                  </a:lnTo>
                  <a:lnTo>
                    <a:pt x="118609" y="94301"/>
                  </a:lnTo>
                  <a:lnTo>
                    <a:pt x="120000" y="84065"/>
                  </a:lnTo>
                  <a:lnTo>
                    <a:pt x="115231" y="76442"/>
                  </a:lnTo>
                  <a:lnTo>
                    <a:pt x="112251" y="69909"/>
                  </a:lnTo>
                  <a:lnTo>
                    <a:pt x="111059" y="66860"/>
                  </a:lnTo>
                  <a:lnTo>
                    <a:pt x="112251" y="58148"/>
                  </a:lnTo>
                  <a:lnTo>
                    <a:pt x="106688" y="54882"/>
                  </a:lnTo>
                  <a:lnTo>
                    <a:pt x="108476" y="49219"/>
                  </a:lnTo>
                  <a:lnTo>
                    <a:pt x="113642" y="44863"/>
                  </a:lnTo>
                  <a:lnTo>
                    <a:pt x="114238" y="37241"/>
                  </a:lnTo>
                  <a:lnTo>
                    <a:pt x="111059" y="29183"/>
                  </a:lnTo>
                  <a:lnTo>
                    <a:pt x="107880" y="22431"/>
                  </a:lnTo>
                  <a:lnTo>
                    <a:pt x="106887" y="18076"/>
                  </a:lnTo>
                  <a:lnTo>
                    <a:pt x="105496" y="11978"/>
                  </a:lnTo>
                  <a:lnTo>
                    <a:pt x="102317" y="8929"/>
                  </a:lnTo>
                  <a:lnTo>
                    <a:pt x="97350" y="8275"/>
                  </a:lnTo>
                  <a:lnTo>
                    <a:pt x="97152" y="10235"/>
                  </a:lnTo>
                  <a:lnTo>
                    <a:pt x="90596" y="11542"/>
                  </a:lnTo>
                  <a:lnTo>
                    <a:pt x="80860" y="11978"/>
                  </a:lnTo>
                  <a:lnTo>
                    <a:pt x="72317" y="12196"/>
                  </a:lnTo>
                  <a:lnTo>
                    <a:pt x="66556" y="10671"/>
                  </a:lnTo>
                  <a:lnTo>
                    <a:pt x="64569" y="7622"/>
                  </a:lnTo>
                  <a:lnTo>
                    <a:pt x="62384" y="9582"/>
                  </a:lnTo>
                  <a:lnTo>
                    <a:pt x="53245" y="9582"/>
                  </a:lnTo>
                  <a:lnTo>
                    <a:pt x="50066" y="0"/>
                  </a:lnTo>
                  <a:lnTo>
                    <a:pt x="43311" y="435"/>
                  </a:lnTo>
                  <a:lnTo>
                    <a:pt x="34768" y="2177"/>
                  </a:lnTo>
                  <a:lnTo>
                    <a:pt x="26225" y="11760"/>
                  </a:lnTo>
                  <a:lnTo>
                    <a:pt x="14503" y="13720"/>
                  </a:lnTo>
                  <a:lnTo>
                    <a:pt x="6357" y="19382"/>
                  </a:lnTo>
                  <a:lnTo>
                    <a:pt x="6158" y="19165"/>
                  </a:lnTo>
                  <a:lnTo>
                    <a:pt x="5960" y="21560"/>
                  </a:lnTo>
                  <a:lnTo>
                    <a:pt x="2185" y="2809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3" name="Google Shape;1043;p58"/>
            <p:cNvSpPr/>
            <p:nvPr/>
          </p:nvSpPr>
          <p:spPr>
            <a:xfrm>
              <a:off x="6244365" y="3052091"/>
              <a:ext cx="447900" cy="382200"/>
            </a:xfrm>
            <a:custGeom>
              <a:rect b="b" l="l" r="r" t="t"/>
              <a:pathLst>
                <a:path extrusionOk="0" h="120000" w="120000">
                  <a:moveTo>
                    <a:pt x="78609" y="104576"/>
                  </a:moveTo>
                  <a:lnTo>
                    <a:pt x="60641" y="85391"/>
                  </a:lnTo>
                  <a:lnTo>
                    <a:pt x="55508" y="73730"/>
                  </a:lnTo>
                  <a:lnTo>
                    <a:pt x="48128" y="57554"/>
                  </a:lnTo>
                  <a:lnTo>
                    <a:pt x="49411" y="43260"/>
                  </a:lnTo>
                  <a:lnTo>
                    <a:pt x="56791" y="49655"/>
                  </a:lnTo>
                  <a:lnTo>
                    <a:pt x="60641" y="44764"/>
                  </a:lnTo>
                  <a:lnTo>
                    <a:pt x="80213" y="44012"/>
                  </a:lnTo>
                  <a:lnTo>
                    <a:pt x="87272" y="49278"/>
                  </a:lnTo>
                  <a:lnTo>
                    <a:pt x="106844" y="47774"/>
                  </a:lnTo>
                  <a:lnTo>
                    <a:pt x="112620" y="54921"/>
                  </a:lnTo>
                  <a:lnTo>
                    <a:pt x="114866" y="50783"/>
                  </a:lnTo>
                  <a:lnTo>
                    <a:pt x="120000" y="42884"/>
                  </a:lnTo>
                  <a:lnTo>
                    <a:pt x="115508" y="30846"/>
                  </a:lnTo>
                  <a:lnTo>
                    <a:pt x="111657" y="17680"/>
                  </a:lnTo>
                  <a:lnTo>
                    <a:pt x="110695" y="18056"/>
                  </a:lnTo>
                  <a:lnTo>
                    <a:pt x="106844" y="25579"/>
                  </a:lnTo>
                  <a:lnTo>
                    <a:pt x="93048" y="25579"/>
                  </a:lnTo>
                  <a:lnTo>
                    <a:pt x="82139" y="19184"/>
                  </a:lnTo>
                  <a:lnTo>
                    <a:pt x="75080" y="14670"/>
                  </a:lnTo>
                  <a:lnTo>
                    <a:pt x="68663" y="5266"/>
                  </a:lnTo>
                  <a:lnTo>
                    <a:pt x="62245" y="0"/>
                  </a:lnTo>
                  <a:lnTo>
                    <a:pt x="60000" y="3761"/>
                  </a:lnTo>
                  <a:lnTo>
                    <a:pt x="46203" y="9028"/>
                  </a:lnTo>
                  <a:lnTo>
                    <a:pt x="40427" y="23699"/>
                  </a:lnTo>
                  <a:lnTo>
                    <a:pt x="32406" y="33103"/>
                  </a:lnTo>
                  <a:lnTo>
                    <a:pt x="20534" y="31222"/>
                  </a:lnTo>
                  <a:lnTo>
                    <a:pt x="7379" y="33479"/>
                  </a:lnTo>
                  <a:lnTo>
                    <a:pt x="0" y="37241"/>
                  </a:lnTo>
                  <a:lnTo>
                    <a:pt x="320" y="49655"/>
                  </a:lnTo>
                  <a:lnTo>
                    <a:pt x="7379" y="52664"/>
                  </a:lnTo>
                  <a:lnTo>
                    <a:pt x="15401" y="43260"/>
                  </a:lnTo>
                  <a:lnTo>
                    <a:pt x="24385" y="54169"/>
                  </a:lnTo>
                  <a:lnTo>
                    <a:pt x="30481" y="69968"/>
                  </a:lnTo>
                  <a:lnTo>
                    <a:pt x="36577" y="85768"/>
                  </a:lnTo>
                  <a:lnTo>
                    <a:pt x="48128" y="101191"/>
                  </a:lnTo>
                  <a:lnTo>
                    <a:pt x="61283" y="107962"/>
                  </a:lnTo>
                  <a:lnTo>
                    <a:pt x="70588" y="105705"/>
                  </a:lnTo>
                  <a:lnTo>
                    <a:pt x="78288" y="111724"/>
                  </a:lnTo>
                  <a:lnTo>
                    <a:pt x="83101" y="120000"/>
                  </a:lnTo>
                  <a:lnTo>
                    <a:pt x="85026" y="114733"/>
                  </a:lnTo>
                  <a:lnTo>
                    <a:pt x="78609" y="10457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4" name="Google Shape;1044;p58"/>
            <p:cNvSpPr/>
            <p:nvPr/>
          </p:nvSpPr>
          <p:spPr>
            <a:xfrm>
              <a:off x="6815757" y="1886548"/>
              <a:ext cx="364200" cy="311400"/>
            </a:xfrm>
            <a:custGeom>
              <a:rect b="b" l="l" r="r" t="t"/>
              <a:pathLst>
                <a:path extrusionOk="0" h="120000" w="120000">
                  <a:moveTo>
                    <a:pt x="27631" y="67846"/>
                  </a:moveTo>
                  <a:lnTo>
                    <a:pt x="32368" y="78000"/>
                  </a:lnTo>
                  <a:lnTo>
                    <a:pt x="31184" y="91384"/>
                  </a:lnTo>
                  <a:lnTo>
                    <a:pt x="30789" y="95538"/>
                  </a:lnTo>
                  <a:lnTo>
                    <a:pt x="40657" y="96923"/>
                  </a:lnTo>
                  <a:lnTo>
                    <a:pt x="46973" y="103384"/>
                  </a:lnTo>
                  <a:lnTo>
                    <a:pt x="49736" y="116307"/>
                  </a:lnTo>
                  <a:lnTo>
                    <a:pt x="63947" y="120000"/>
                  </a:lnTo>
                  <a:lnTo>
                    <a:pt x="73026" y="117230"/>
                  </a:lnTo>
                  <a:lnTo>
                    <a:pt x="81315" y="108923"/>
                  </a:lnTo>
                  <a:lnTo>
                    <a:pt x="88421" y="101076"/>
                  </a:lnTo>
                  <a:lnTo>
                    <a:pt x="100657" y="106153"/>
                  </a:lnTo>
                  <a:lnTo>
                    <a:pt x="98684" y="92769"/>
                  </a:lnTo>
                  <a:lnTo>
                    <a:pt x="96315" y="69230"/>
                  </a:lnTo>
                  <a:lnTo>
                    <a:pt x="105000" y="68769"/>
                  </a:lnTo>
                  <a:lnTo>
                    <a:pt x="105394" y="60461"/>
                  </a:lnTo>
                  <a:lnTo>
                    <a:pt x="114078" y="59538"/>
                  </a:lnTo>
                  <a:lnTo>
                    <a:pt x="120000" y="52615"/>
                  </a:lnTo>
                  <a:lnTo>
                    <a:pt x="112500" y="47076"/>
                  </a:lnTo>
                  <a:lnTo>
                    <a:pt x="113289" y="31384"/>
                  </a:lnTo>
                  <a:lnTo>
                    <a:pt x="114078" y="29538"/>
                  </a:lnTo>
                  <a:lnTo>
                    <a:pt x="101447" y="23538"/>
                  </a:lnTo>
                  <a:lnTo>
                    <a:pt x="91578" y="12923"/>
                  </a:lnTo>
                  <a:lnTo>
                    <a:pt x="77763" y="12923"/>
                  </a:lnTo>
                  <a:lnTo>
                    <a:pt x="72236" y="0"/>
                  </a:lnTo>
                  <a:lnTo>
                    <a:pt x="64342" y="7846"/>
                  </a:lnTo>
                  <a:lnTo>
                    <a:pt x="53684" y="7846"/>
                  </a:lnTo>
                  <a:lnTo>
                    <a:pt x="39078" y="8769"/>
                  </a:lnTo>
                  <a:lnTo>
                    <a:pt x="26447" y="5076"/>
                  </a:lnTo>
                  <a:lnTo>
                    <a:pt x="11447" y="10153"/>
                  </a:lnTo>
                  <a:lnTo>
                    <a:pt x="394" y="18461"/>
                  </a:lnTo>
                  <a:lnTo>
                    <a:pt x="0" y="25846"/>
                  </a:lnTo>
                  <a:lnTo>
                    <a:pt x="6315" y="48461"/>
                  </a:lnTo>
                  <a:lnTo>
                    <a:pt x="4342" y="54461"/>
                  </a:lnTo>
                  <a:lnTo>
                    <a:pt x="11842" y="63230"/>
                  </a:lnTo>
                  <a:lnTo>
                    <a:pt x="27631" y="6784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5" name="Google Shape;1045;p58"/>
            <p:cNvSpPr/>
            <p:nvPr/>
          </p:nvSpPr>
          <p:spPr>
            <a:xfrm>
              <a:off x="4848828" y="2422003"/>
              <a:ext cx="997800" cy="997800"/>
            </a:xfrm>
            <a:custGeom>
              <a:rect b="b" l="l" r="r" t="t"/>
              <a:pathLst>
                <a:path extrusionOk="0" h="120000" w="120000">
                  <a:moveTo>
                    <a:pt x="104009" y="101416"/>
                  </a:moveTo>
                  <a:lnTo>
                    <a:pt x="101560" y="98103"/>
                  </a:lnTo>
                  <a:lnTo>
                    <a:pt x="103145" y="92196"/>
                  </a:lnTo>
                  <a:lnTo>
                    <a:pt x="99543" y="89315"/>
                  </a:lnTo>
                  <a:lnTo>
                    <a:pt x="100984" y="86578"/>
                  </a:lnTo>
                  <a:lnTo>
                    <a:pt x="103289" y="86578"/>
                  </a:lnTo>
                  <a:lnTo>
                    <a:pt x="105018" y="83553"/>
                  </a:lnTo>
                  <a:lnTo>
                    <a:pt x="102857" y="80096"/>
                  </a:lnTo>
                  <a:lnTo>
                    <a:pt x="105018" y="77358"/>
                  </a:lnTo>
                  <a:lnTo>
                    <a:pt x="104729" y="76926"/>
                  </a:lnTo>
                  <a:lnTo>
                    <a:pt x="103289" y="74765"/>
                  </a:lnTo>
                  <a:lnTo>
                    <a:pt x="102136" y="70444"/>
                  </a:lnTo>
                  <a:lnTo>
                    <a:pt x="98247" y="70444"/>
                  </a:lnTo>
                  <a:lnTo>
                    <a:pt x="98247" y="73037"/>
                  </a:lnTo>
                  <a:lnTo>
                    <a:pt x="94645" y="73469"/>
                  </a:lnTo>
                  <a:lnTo>
                    <a:pt x="94933" y="70012"/>
                  </a:lnTo>
                  <a:lnTo>
                    <a:pt x="99255" y="65834"/>
                  </a:lnTo>
                  <a:lnTo>
                    <a:pt x="102569" y="61800"/>
                  </a:lnTo>
                  <a:lnTo>
                    <a:pt x="106458" y="56470"/>
                  </a:lnTo>
                  <a:lnTo>
                    <a:pt x="111644" y="55174"/>
                  </a:lnTo>
                  <a:lnTo>
                    <a:pt x="112076" y="55030"/>
                  </a:lnTo>
                  <a:lnTo>
                    <a:pt x="115246" y="44081"/>
                  </a:lnTo>
                  <a:lnTo>
                    <a:pt x="120000" y="38031"/>
                  </a:lnTo>
                  <a:lnTo>
                    <a:pt x="115246" y="34861"/>
                  </a:lnTo>
                  <a:lnTo>
                    <a:pt x="108331" y="33421"/>
                  </a:lnTo>
                  <a:lnTo>
                    <a:pt x="105306" y="29243"/>
                  </a:lnTo>
                  <a:lnTo>
                    <a:pt x="105162" y="29243"/>
                  </a:lnTo>
                  <a:lnTo>
                    <a:pt x="100408" y="28523"/>
                  </a:lnTo>
                  <a:lnTo>
                    <a:pt x="100264" y="28523"/>
                  </a:lnTo>
                  <a:lnTo>
                    <a:pt x="97094" y="25498"/>
                  </a:lnTo>
                  <a:lnTo>
                    <a:pt x="92484" y="22328"/>
                  </a:lnTo>
                  <a:lnTo>
                    <a:pt x="91764" y="16278"/>
                  </a:lnTo>
                  <a:lnTo>
                    <a:pt x="89171" y="19591"/>
                  </a:lnTo>
                  <a:lnTo>
                    <a:pt x="86290" y="18151"/>
                  </a:lnTo>
                  <a:lnTo>
                    <a:pt x="86722" y="13397"/>
                  </a:lnTo>
                  <a:lnTo>
                    <a:pt x="81104" y="10948"/>
                  </a:lnTo>
                  <a:lnTo>
                    <a:pt x="79951" y="8067"/>
                  </a:lnTo>
                  <a:lnTo>
                    <a:pt x="74909" y="6626"/>
                  </a:lnTo>
                  <a:lnTo>
                    <a:pt x="74045" y="0"/>
                  </a:lnTo>
                  <a:lnTo>
                    <a:pt x="72460" y="720"/>
                  </a:lnTo>
                  <a:lnTo>
                    <a:pt x="65978" y="3457"/>
                  </a:lnTo>
                  <a:lnTo>
                    <a:pt x="63529" y="11524"/>
                  </a:lnTo>
                  <a:lnTo>
                    <a:pt x="58199" y="14261"/>
                  </a:lnTo>
                  <a:lnTo>
                    <a:pt x="53013" y="14549"/>
                  </a:lnTo>
                  <a:lnTo>
                    <a:pt x="48835" y="15990"/>
                  </a:lnTo>
                  <a:lnTo>
                    <a:pt x="49699" y="19447"/>
                  </a:lnTo>
                  <a:lnTo>
                    <a:pt x="41488" y="20024"/>
                  </a:lnTo>
                  <a:lnTo>
                    <a:pt x="35726" y="17430"/>
                  </a:lnTo>
                  <a:lnTo>
                    <a:pt x="35726" y="13685"/>
                  </a:lnTo>
                  <a:lnTo>
                    <a:pt x="30396" y="12533"/>
                  </a:lnTo>
                  <a:lnTo>
                    <a:pt x="31548" y="17142"/>
                  </a:lnTo>
                  <a:lnTo>
                    <a:pt x="31548" y="25642"/>
                  </a:lnTo>
                  <a:lnTo>
                    <a:pt x="29243" y="27370"/>
                  </a:lnTo>
                  <a:lnTo>
                    <a:pt x="25498" y="24777"/>
                  </a:lnTo>
                  <a:lnTo>
                    <a:pt x="20312" y="26794"/>
                  </a:lnTo>
                  <a:lnTo>
                    <a:pt x="18871" y="22184"/>
                  </a:lnTo>
                  <a:lnTo>
                    <a:pt x="14693" y="20312"/>
                  </a:lnTo>
                  <a:lnTo>
                    <a:pt x="12388" y="21896"/>
                  </a:lnTo>
                  <a:lnTo>
                    <a:pt x="8499" y="21896"/>
                  </a:lnTo>
                  <a:lnTo>
                    <a:pt x="4753" y="21320"/>
                  </a:lnTo>
                  <a:lnTo>
                    <a:pt x="0" y="23625"/>
                  </a:lnTo>
                  <a:lnTo>
                    <a:pt x="3025" y="26506"/>
                  </a:lnTo>
                  <a:lnTo>
                    <a:pt x="0" y="29243"/>
                  </a:lnTo>
                  <a:lnTo>
                    <a:pt x="2448" y="32701"/>
                  </a:lnTo>
                  <a:lnTo>
                    <a:pt x="6194" y="32124"/>
                  </a:lnTo>
                  <a:lnTo>
                    <a:pt x="9507" y="34717"/>
                  </a:lnTo>
                  <a:lnTo>
                    <a:pt x="13253" y="35870"/>
                  </a:lnTo>
                  <a:lnTo>
                    <a:pt x="17719" y="40624"/>
                  </a:lnTo>
                  <a:lnTo>
                    <a:pt x="17719" y="44081"/>
                  </a:lnTo>
                  <a:lnTo>
                    <a:pt x="21464" y="45234"/>
                  </a:lnTo>
                  <a:lnTo>
                    <a:pt x="20888" y="49555"/>
                  </a:lnTo>
                  <a:lnTo>
                    <a:pt x="21464" y="55750"/>
                  </a:lnTo>
                  <a:lnTo>
                    <a:pt x="27226" y="61224"/>
                  </a:lnTo>
                  <a:lnTo>
                    <a:pt x="25210" y="64249"/>
                  </a:lnTo>
                  <a:lnTo>
                    <a:pt x="26650" y="68571"/>
                  </a:lnTo>
                  <a:lnTo>
                    <a:pt x="29243" y="72749"/>
                  </a:lnTo>
                  <a:lnTo>
                    <a:pt x="28667" y="77358"/>
                  </a:lnTo>
                  <a:lnTo>
                    <a:pt x="28379" y="75054"/>
                  </a:lnTo>
                  <a:lnTo>
                    <a:pt x="25210" y="70588"/>
                  </a:lnTo>
                  <a:lnTo>
                    <a:pt x="23481" y="79087"/>
                  </a:lnTo>
                  <a:lnTo>
                    <a:pt x="20600" y="89747"/>
                  </a:lnTo>
                  <a:lnTo>
                    <a:pt x="18007" y="96950"/>
                  </a:lnTo>
                  <a:lnTo>
                    <a:pt x="13685" y="98823"/>
                  </a:lnTo>
                  <a:lnTo>
                    <a:pt x="15414" y="102280"/>
                  </a:lnTo>
                  <a:lnTo>
                    <a:pt x="19159" y="104729"/>
                  </a:lnTo>
                  <a:lnTo>
                    <a:pt x="23481" y="107611"/>
                  </a:lnTo>
                  <a:lnTo>
                    <a:pt x="25354" y="109771"/>
                  </a:lnTo>
                  <a:lnTo>
                    <a:pt x="28235" y="108907"/>
                  </a:lnTo>
                  <a:lnTo>
                    <a:pt x="30684" y="112220"/>
                  </a:lnTo>
                  <a:lnTo>
                    <a:pt x="36590" y="114237"/>
                  </a:lnTo>
                  <a:lnTo>
                    <a:pt x="37022" y="110060"/>
                  </a:lnTo>
                  <a:lnTo>
                    <a:pt x="42496" y="113085"/>
                  </a:lnTo>
                  <a:lnTo>
                    <a:pt x="47106" y="117695"/>
                  </a:lnTo>
                  <a:lnTo>
                    <a:pt x="47106" y="117695"/>
                  </a:lnTo>
                  <a:lnTo>
                    <a:pt x="52581" y="118991"/>
                  </a:lnTo>
                  <a:lnTo>
                    <a:pt x="58055" y="119855"/>
                  </a:lnTo>
                  <a:lnTo>
                    <a:pt x="60936" y="120000"/>
                  </a:lnTo>
                  <a:lnTo>
                    <a:pt x="60504" y="117695"/>
                  </a:lnTo>
                  <a:lnTo>
                    <a:pt x="61224" y="111212"/>
                  </a:lnTo>
                  <a:lnTo>
                    <a:pt x="65114" y="108331"/>
                  </a:lnTo>
                  <a:lnTo>
                    <a:pt x="70732" y="106026"/>
                  </a:lnTo>
                  <a:lnTo>
                    <a:pt x="76206" y="108331"/>
                  </a:lnTo>
                  <a:lnTo>
                    <a:pt x="82400" y="110060"/>
                  </a:lnTo>
                  <a:lnTo>
                    <a:pt x="86866" y="113229"/>
                  </a:lnTo>
                  <a:lnTo>
                    <a:pt x="93205" y="115390"/>
                  </a:lnTo>
                  <a:lnTo>
                    <a:pt x="98823" y="112364"/>
                  </a:lnTo>
                  <a:lnTo>
                    <a:pt x="104009" y="108907"/>
                  </a:lnTo>
                  <a:lnTo>
                    <a:pt x="107178" y="107178"/>
                  </a:lnTo>
                  <a:lnTo>
                    <a:pt x="108331" y="101704"/>
                  </a:lnTo>
                  <a:lnTo>
                    <a:pt x="104009" y="101416"/>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6" name="Google Shape;1046;p58"/>
            <p:cNvSpPr/>
            <p:nvPr/>
          </p:nvSpPr>
          <p:spPr>
            <a:xfrm>
              <a:off x="8181347" y="4507523"/>
              <a:ext cx="61200" cy="131700"/>
            </a:xfrm>
            <a:custGeom>
              <a:rect b="b" l="l" r="r" t="t"/>
              <a:pathLst>
                <a:path extrusionOk="0" h="120000" w="120000">
                  <a:moveTo>
                    <a:pt x="21176" y="7636"/>
                  </a:moveTo>
                  <a:lnTo>
                    <a:pt x="7058" y="28363"/>
                  </a:lnTo>
                  <a:lnTo>
                    <a:pt x="16470" y="53454"/>
                  </a:lnTo>
                  <a:lnTo>
                    <a:pt x="28235" y="65454"/>
                  </a:lnTo>
                  <a:lnTo>
                    <a:pt x="65882" y="70909"/>
                  </a:lnTo>
                  <a:lnTo>
                    <a:pt x="47058" y="85090"/>
                  </a:lnTo>
                  <a:lnTo>
                    <a:pt x="14117" y="94909"/>
                  </a:lnTo>
                  <a:lnTo>
                    <a:pt x="7058" y="109090"/>
                  </a:lnTo>
                  <a:lnTo>
                    <a:pt x="0" y="120000"/>
                  </a:lnTo>
                  <a:lnTo>
                    <a:pt x="47058" y="117818"/>
                  </a:lnTo>
                  <a:lnTo>
                    <a:pt x="89411" y="109090"/>
                  </a:lnTo>
                  <a:lnTo>
                    <a:pt x="120000" y="104727"/>
                  </a:lnTo>
                  <a:lnTo>
                    <a:pt x="115294" y="66545"/>
                  </a:lnTo>
                  <a:lnTo>
                    <a:pt x="108235" y="13090"/>
                  </a:lnTo>
                  <a:lnTo>
                    <a:pt x="61176" y="0"/>
                  </a:lnTo>
                  <a:lnTo>
                    <a:pt x="21176" y="763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7" name="Google Shape;1047;p58"/>
            <p:cNvSpPr/>
            <p:nvPr/>
          </p:nvSpPr>
          <p:spPr>
            <a:xfrm>
              <a:off x="6934348" y="2298621"/>
              <a:ext cx="1312800" cy="886500"/>
            </a:xfrm>
            <a:custGeom>
              <a:rect b="b" l="l" r="r" t="t"/>
              <a:pathLst>
                <a:path extrusionOk="0" h="120000" w="120000">
                  <a:moveTo>
                    <a:pt x="111897" y="61135"/>
                  </a:moveTo>
                  <a:lnTo>
                    <a:pt x="114854" y="55459"/>
                  </a:lnTo>
                  <a:lnTo>
                    <a:pt x="117481" y="51891"/>
                  </a:lnTo>
                  <a:lnTo>
                    <a:pt x="120000" y="46216"/>
                  </a:lnTo>
                  <a:lnTo>
                    <a:pt x="116605" y="38108"/>
                  </a:lnTo>
                  <a:lnTo>
                    <a:pt x="119781" y="34054"/>
                  </a:lnTo>
                  <a:lnTo>
                    <a:pt x="119014" y="28216"/>
                  </a:lnTo>
                  <a:lnTo>
                    <a:pt x="115291" y="29837"/>
                  </a:lnTo>
                  <a:lnTo>
                    <a:pt x="112883" y="26432"/>
                  </a:lnTo>
                  <a:lnTo>
                    <a:pt x="109051" y="28216"/>
                  </a:lnTo>
                  <a:lnTo>
                    <a:pt x="105875" y="25459"/>
                  </a:lnTo>
                  <a:lnTo>
                    <a:pt x="102372" y="28540"/>
                  </a:lnTo>
                  <a:lnTo>
                    <a:pt x="97664" y="21891"/>
                  </a:lnTo>
                  <a:lnTo>
                    <a:pt x="91423" y="26756"/>
                  </a:lnTo>
                  <a:lnTo>
                    <a:pt x="88029" y="23513"/>
                  </a:lnTo>
                  <a:lnTo>
                    <a:pt x="84197" y="24162"/>
                  </a:lnTo>
                  <a:lnTo>
                    <a:pt x="83321" y="16864"/>
                  </a:lnTo>
                  <a:lnTo>
                    <a:pt x="80255" y="13945"/>
                  </a:lnTo>
                  <a:lnTo>
                    <a:pt x="76204" y="15243"/>
                  </a:lnTo>
                  <a:lnTo>
                    <a:pt x="74452" y="11189"/>
                  </a:lnTo>
                  <a:lnTo>
                    <a:pt x="76423" y="7135"/>
                  </a:lnTo>
                  <a:lnTo>
                    <a:pt x="73357" y="2270"/>
                  </a:lnTo>
                  <a:lnTo>
                    <a:pt x="69963" y="0"/>
                  </a:lnTo>
                  <a:lnTo>
                    <a:pt x="65036" y="324"/>
                  </a:lnTo>
                  <a:lnTo>
                    <a:pt x="61423" y="5513"/>
                  </a:lnTo>
                  <a:lnTo>
                    <a:pt x="58138" y="4216"/>
                  </a:lnTo>
                  <a:lnTo>
                    <a:pt x="56934" y="6486"/>
                  </a:lnTo>
                  <a:lnTo>
                    <a:pt x="53540" y="6972"/>
                  </a:lnTo>
                  <a:lnTo>
                    <a:pt x="52335" y="11351"/>
                  </a:lnTo>
                  <a:lnTo>
                    <a:pt x="52007" y="18000"/>
                  </a:lnTo>
                  <a:lnTo>
                    <a:pt x="49160" y="18000"/>
                  </a:lnTo>
                  <a:lnTo>
                    <a:pt x="45218" y="20108"/>
                  </a:lnTo>
                  <a:lnTo>
                    <a:pt x="43357" y="18972"/>
                  </a:lnTo>
                  <a:lnTo>
                    <a:pt x="40182" y="18648"/>
                  </a:lnTo>
                  <a:lnTo>
                    <a:pt x="36897" y="18162"/>
                  </a:lnTo>
                  <a:lnTo>
                    <a:pt x="33503" y="22378"/>
                  </a:lnTo>
                  <a:lnTo>
                    <a:pt x="32956" y="19945"/>
                  </a:lnTo>
                  <a:lnTo>
                    <a:pt x="29890" y="18972"/>
                  </a:lnTo>
                  <a:lnTo>
                    <a:pt x="27153" y="16864"/>
                  </a:lnTo>
                  <a:lnTo>
                    <a:pt x="23211" y="18000"/>
                  </a:lnTo>
                  <a:lnTo>
                    <a:pt x="22445" y="16216"/>
                  </a:lnTo>
                  <a:lnTo>
                    <a:pt x="19051" y="15891"/>
                  </a:lnTo>
                  <a:lnTo>
                    <a:pt x="14452" y="16702"/>
                  </a:lnTo>
                  <a:lnTo>
                    <a:pt x="12262" y="19459"/>
                  </a:lnTo>
                  <a:lnTo>
                    <a:pt x="9854" y="21891"/>
                  </a:lnTo>
                  <a:lnTo>
                    <a:pt x="5912" y="23675"/>
                  </a:lnTo>
                  <a:lnTo>
                    <a:pt x="7554" y="28540"/>
                  </a:lnTo>
                  <a:lnTo>
                    <a:pt x="10182" y="34216"/>
                  </a:lnTo>
                  <a:lnTo>
                    <a:pt x="9416" y="41837"/>
                  </a:lnTo>
                  <a:lnTo>
                    <a:pt x="7007" y="42648"/>
                  </a:lnTo>
                  <a:lnTo>
                    <a:pt x="4051" y="48648"/>
                  </a:lnTo>
                  <a:lnTo>
                    <a:pt x="2299" y="53351"/>
                  </a:lnTo>
                  <a:lnTo>
                    <a:pt x="2299" y="60486"/>
                  </a:lnTo>
                  <a:lnTo>
                    <a:pt x="2080" y="60972"/>
                  </a:lnTo>
                  <a:lnTo>
                    <a:pt x="437" y="64216"/>
                  </a:lnTo>
                  <a:lnTo>
                    <a:pt x="0" y="72162"/>
                  </a:lnTo>
                  <a:lnTo>
                    <a:pt x="109" y="72486"/>
                  </a:lnTo>
                  <a:lnTo>
                    <a:pt x="1642" y="77675"/>
                  </a:lnTo>
                  <a:lnTo>
                    <a:pt x="2956" y="78486"/>
                  </a:lnTo>
                  <a:lnTo>
                    <a:pt x="4051" y="79297"/>
                  </a:lnTo>
                  <a:lnTo>
                    <a:pt x="8430" y="78324"/>
                  </a:lnTo>
                  <a:lnTo>
                    <a:pt x="12262" y="80108"/>
                  </a:lnTo>
                  <a:lnTo>
                    <a:pt x="15875" y="79297"/>
                  </a:lnTo>
                  <a:lnTo>
                    <a:pt x="18941" y="83351"/>
                  </a:lnTo>
                  <a:lnTo>
                    <a:pt x="21240" y="80594"/>
                  </a:lnTo>
                  <a:lnTo>
                    <a:pt x="25072" y="78324"/>
                  </a:lnTo>
                  <a:lnTo>
                    <a:pt x="28138" y="72648"/>
                  </a:lnTo>
                  <a:lnTo>
                    <a:pt x="28467" y="72486"/>
                  </a:lnTo>
                  <a:lnTo>
                    <a:pt x="31423" y="70378"/>
                  </a:lnTo>
                  <a:lnTo>
                    <a:pt x="36350" y="68108"/>
                  </a:lnTo>
                  <a:lnTo>
                    <a:pt x="39963" y="71513"/>
                  </a:lnTo>
                  <a:lnTo>
                    <a:pt x="41824" y="71837"/>
                  </a:lnTo>
                  <a:lnTo>
                    <a:pt x="41934" y="71837"/>
                  </a:lnTo>
                  <a:lnTo>
                    <a:pt x="43905" y="72162"/>
                  </a:lnTo>
                  <a:lnTo>
                    <a:pt x="46970" y="73945"/>
                  </a:lnTo>
                  <a:lnTo>
                    <a:pt x="49051" y="78810"/>
                  </a:lnTo>
                  <a:lnTo>
                    <a:pt x="47737" y="83027"/>
                  </a:lnTo>
                  <a:lnTo>
                    <a:pt x="50364" y="84810"/>
                  </a:lnTo>
                  <a:lnTo>
                    <a:pt x="52007" y="88702"/>
                  </a:lnTo>
                  <a:lnTo>
                    <a:pt x="54416" y="92918"/>
                  </a:lnTo>
                  <a:lnTo>
                    <a:pt x="55401" y="95351"/>
                  </a:lnTo>
                  <a:lnTo>
                    <a:pt x="56058" y="96972"/>
                  </a:lnTo>
                  <a:lnTo>
                    <a:pt x="53868" y="98432"/>
                  </a:lnTo>
                  <a:lnTo>
                    <a:pt x="51021" y="96486"/>
                  </a:lnTo>
                  <a:lnTo>
                    <a:pt x="49051" y="96000"/>
                  </a:lnTo>
                  <a:lnTo>
                    <a:pt x="48394" y="99081"/>
                  </a:lnTo>
                  <a:lnTo>
                    <a:pt x="48832" y="104918"/>
                  </a:lnTo>
                  <a:lnTo>
                    <a:pt x="46532" y="108810"/>
                  </a:lnTo>
                  <a:lnTo>
                    <a:pt x="44562" y="111891"/>
                  </a:lnTo>
                  <a:lnTo>
                    <a:pt x="44233" y="112540"/>
                  </a:lnTo>
                  <a:lnTo>
                    <a:pt x="44233" y="116270"/>
                  </a:lnTo>
                  <a:lnTo>
                    <a:pt x="48503" y="118216"/>
                  </a:lnTo>
                  <a:lnTo>
                    <a:pt x="51897" y="114000"/>
                  </a:lnTo>
                  <a:lnTo>
                    <a:pt x="54087" y="114162"/>
                  </a:lnTo>
                  <a:lnTo>
                    <a:pt x="54197" y="113675"/>
                  </a:lnTo>
                  <a:lnTo>
                    <a:pt x="54197" y="107189"/>
                  </a:lnTo>
                  <a:lnTo>
                    <a:pt x="57262" y="103135"/>
                  </a:lnTo>
                  <a:lnTo>
                    <a:pt x="58795" y="97297"/>
                  </a:lnTo>
                  <a:lnTo>
                    <a:pt x="60875" y="91297"/>
                  </a:lnTo>
                  <a:lnTo>
                    <a:pt x="67664" y="89675"/>
                  </a:lnTo>
                  <a:lnTo>
                    <a:pt x="68978" y="94864"/>
                  </a:lnTo>
                  <a:lnTo>
                    <a:pt x="75000" y="97297"/>
                  </a:lnTo>
                  <a:lnTo>
                    <a:pt x="79708" y="93891"/>
                  </a:lnTo>
                  <a:lnTo>
                    <a:pt x="81021" y="97621"/>
                  </a:lnTo>
                  <a:lnTo>
                    <a:pt x="76532" y="102162"/>
                  </a:lnTo>
                  <a:lnTo>
                    <a:pt x="74124" y="106702"/>
                  </a:lnTo>
                  <a:lnTo>
                    <a:pt x="75000" y="109783"/>
                  </a:lnTo>
                  <a:lnTo>
                    <a:pt x="79051" y="108162"/>
                  </a:lnTo>
                  <a:lnTo>
                    <a:pt x="81678" y="110108"/>
                  </a:lnTo>
                  <a:lnTo>
                    <a:pt x="81459" y="115945"/>
                  </a:lnTo>
                  <a:lnTo>
                    <a:pt x="83430" y="119675"/>
                  </a:lnTo>
                  <a:lnTo>
                    <a:pt x="85948" y="120000"/>
                  </a:lnTo>
                  <a:lnTo>
                    <a:pt x="89014" y="117081"/>
                  </a:lnTo>
                  <a:lnTo>
                    <a:pt x="92518" y="111405"/>
                  </a:lnTo>
                  <a:lnTo>
                    <a:pt x="96240" y="107189"/>
                  </a:lnTo>
                  <a:lnTo>
                    <a:pt x="99854" y="107189"/>
                  </a:lnTo>
                  <a:lnTo>
                    <a:pt x="104233" y="107513"/>
                  </a:lnTo>
                  <a:lnTo>
                    <a:pt x="103576" y="102486"/>
                  </a:lnTo>
                  <a:lnTo>
                    <a:pt x="105875" y="99243"/>
                  </a:lnTo>
                  <a:lnTo>
                    <a:pt x="102919" y="98918"/>
                  </a:lnTo>
                  <a:lnTo>
                    <a:pt x="98540" y="101189"/>
                  </a:lnTo>
                  <a:lnTo>
                    <a:pt x="94051" y="101837"/>
                  </a:lnTo>
                  <a:lnTo>
                    <a:pt x="91094" y="97297"/>
                  </a:lnTo>
                  <a:lnTo>
                    <a:pt x="90547" y="92270"/>
                  </a:lnTo>
                  <a:lnTo>
                    <a:pt x="92080" y="88702"/>
                  </a:lnTo>
                  <a:lnTo>
                    <a:pt x="94489" y="84324"/>
                  </a:lnTo>
                  <a:lnTo>
                    <a:pt x="97992" y="82054"/>
                  </a:lnTo>
                  <a:lnTo>
                    <a:pt x="101824" y="79459"/>
                  </a:lnTo>
                  <a:lnTo>
                    <a:pt x="105656" y="76054"/>
                  </a:lnTo>
                  <a:lnTo>
                    <a:pt x="107846" y="73135"/>
                  </a:lnTo>
                  <a:lnTo>
                    <a:pt x="111350" y="70864"/>
                  </a:lnTo>
                  <a:lnTo>
                    <a:pt x="113430" y="69729"/>
                  </a:lnTo>
                  <a:lnTo>
                    <a:pt x="112883" y="67135"/>
                  </a:lnTo>
                  <a:lnTo>
                    <a:pt x="111897" y="6113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8" name="Google Shape;1048;p58"/>
            <p:cNvSpPr/>
            <p:nvPr/>
          </p:nvSpPr>
          <p:spPr>
            <a:xfrm>
              <a:off x="9805681" y="2350130"/>
              <a:ext cx="54000" cy="84000"/>
            </a:xfrm>
            <a:custGeom>
              <a:rect b="b" l="l" r="r" t="t"/>
              <a:pathLst>
                <a:path extrusionOk="0" h="120000" w="120000">
                  <a:moveTo>
                    <a:pt x="82666" y="120000"/>
                  </a:moveTo>
                  <a:lnTo>
                    <a:pt x="120000" y="72000"/>
                  </a:lnTo>
                  <a:lnTo>
                    <a:pt x="56000" y="0"/>
                  </a:lnTo>
                  <a:lnTo>
                    <a:pt x="0" y="3428"/>
                  </a:lnTo>
                  <a:lnTo>
                    <a:pt x="2666" y="48000"/>
                  </a:lnTo>
                  <a:lnTo>
                    <a:pt x="82666"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49" name="Google Shape;1049;p58"/>
            <p:cNvSpPr/>
            <p:nvPr/>
          </p:nvSpPr>
          <p:spPr>
            <a:xfrm>
              <a:off x="9472668" y="2681944"/>
              <a:ext cx="836100" cy="862500"/>
            </a:xfrm>
            <a:custGeom>
              <a:rect b="b" l="l" r="r" t="t"/>
              <a:pathLst>
                <a:path extrusionOk="0" h="120000" w="120000">
                  <a:moveTo>
                    <a:pt x="120000" y="11333"/>
                  </a:moveTo>
                  <a:lnTo>
                    <a:pt x="119656" y="11166"/>
                  </a:lnTo>
                  <a:lnTo>
                    <a:pt x="114842" y="6500"/>
                  </a:lnTo>
                  <a:lnTo>
                    <a:pt x="110544" y="4666"/>
                  </a:lnTo>
                  <a:lnTo>
                    <a:pt x="108481" y="7500"/>
                  </a:lnTo>
                  <a:lnTo>
                    <a:pt x="103323" y="10833"/>
                  </a:lnTo>
                  <a:lnTo>
                    <a:pt x="95759" y="13166"/>
                  </a:lnTo>
                  <a:lnTo>
                    <a:pt x="89398" y="10500"/>
                  </a:lnTo>
                  <a:lnTo>
                    <a:pt x="88022" y="4333"/>
                  </a:lnTo>
                  <a:lnTo>
                    <a:pt x="83209" y="0"/>
                  </a:lnTo>
                  <a:lnTo>
                    <a:pt x="79942" y="3666"/>
                  </a:lnTo>
                  <a:lnTo>
                    <a:pt x="74441" y="3333"/>
                  </a:lnTo>
                  <a:lnTo>
                    <a:pt x="66704" y="1000"/>
                  </a:lnTo>
                  <a:lnTo>
                    <a:pt x="63610" y="2333"/>
                  </a:lnTo>
                  <a:lnTo>
                    <a:pt x="59828" y="6166"/>
                  </a:lnTo>
                  <a:lnTo>
                    <a:pt x="65329" y="8833"/>
                  </a:lnTo>
                  <a:lnTo>
                    <a:pt x="61547" y="10166"/>
                  </a:lnTo>
                  <a:lnTo>
                    <a:pt x="56905" y="17000"/>
                  </a:lnTo>
                  <a:lnTo>
                    <a:pt x="51232" y="20500"/>
                  </a:lnTo>
                  <a:lnTo>
                    <a:pt x="52435" y="29000"/>
                  </a:lnTo>
                  <a:lnTo>
                    <a:pt x="58624" y="34000"/>
                  </a:lnTo>
                  <a:lnTo>
                    <a:pt x="57249" y="37833"/>
                  </a:lnTo>
                  <a:lnTo>
                    <a:pt x="47621" y="42000"/>
                  </a:lnTo>
                  <a:lnTo>
                    <a:pt x="44183" y="43666"/>
                  </a:lnTo>
                  <a:lnTo>
                    <a:pt x="42979" y="42833"/>
                  </a:lnTo>
                  <a:lnTo>
                    <a:pt x="43151" y="43166"/>
                  </a:lnTo>
                  <a:lnTo>
                    <a:pt x="29570" y="39833"/>
                  </a:lnTo>
                  <a:lnTo>
                    <a:pt x="21833" y="34833"/>
                  </a:lnTo>
                  <a:lnTo>
                    <a:pt x="13409" y="39166"/>
                  </a:lnTo>
                  <a:lnTo>
                    <a:pt x="4813" y="45666"/>
                  </a:lnTo>
                  <a:lnTo>
                    <a:pt x="1719" y="49666"/>
                  </a:lnTo>
                  <a:lnTo>
                    <a:pt x="0" y="54333"/>
                  </a:lnTo>
                  <a:lnTo>
                    <a:pt x="1547" y="56833"/>
                  </a:lnTo>
                  <a:lnTo>
                    <a:pt x="7392" y="60666"/>
                  </a:lnTo>
                  <a:lnTo>
                    <a:pt x="9971" y="63666"/>
                  </a:lnTo>
                  <a:lnTo>
                    <a:pt x="6704" y="56666"/>
                  </a:lnTo>
                  <a:lnTo>
                    <a:pt x="7220" y="49166"/>
                  </a:lnTo>
                  <a:lnTo>
                    <a:pt x="13237" y="44166"/>
                  </a:lnTo>
                  <a:lnTo>
                    <a:pt x="17879" y="45333"/>
                  </a:lnTo>
                  <a:lnTo>
                    <a:pt x="19942" y="50500"/>
                  </a:lnTo>
                  <a:lnTo>
                    <a:pt x="25787" y="54000"/>
                  </a:lnTo>
                  <a:lnTo>
                    <a:pt x="31289" y="56333"/>
                  </a:lnTo>
                  <a:lnTo>
                    <a:pt x="30773" y="60666"/>
                  </a:lnTo>
                  <a:lnTo>
                    <a:pt x="26819" y="64000"/>
                  </a:lnTo>
                  <a:lnTo>
                    <a:pt x="18911" y="66166"/>
                  </a:lnTo>
                  <a:lnTo>
                    <a:pt x="15300" y="67000"/>
                  </a:lnTo>
                  <a:lnTo>
                    <a:pt x="11518" y="64000"/>
                  </a:lnTo>
                  <a:lnTo>
                    <a:pt x="11002" y="68500"/>
                  </a:lnTo>
                  <a:lnTo>
                    <a:pt x="11346" y="75166"/>
                  </a:lnTo>
                  <a:lnTo>
                    <a:pt x="13409" y="81166"/>
                  </a:lnTo>
                  <a:lnTo>
                    <a:pt x="21318" y="78000"/>
                  </a:lnTo>
                  <a:lnTo>
                    <a:pt x="22693" y="82166"/>
                  </a:lnTo>
                  <a:lnTo>
                    <a:pt x="26819" y="85666"/>
                  </a:lnTo>
                  <a:lnTo>
                    <a:pt x="20286" y="86166"/>
                  </a:lnTo>
                  <a:lnTo>
                    <a:pt x="22349" y="91833"/>
                  </a:lnTo>
                  <a:lnTo>
                    <a:pt x="24240" y="89166"/>
                  </a:lnTo>
                  <a:lnTo>
                    <a:pt x="28366" y="91500"/>
                  </a:lnTo>
                  <a:lnTo>
                    <a:pt x="33696" y="94833"/>
                  </a:lnTo>
                  <a:lnTo>
                    <a:pt x="32836" y="102166"/>
                  </a:lnTo>
                  <a:lnTo>
                    <a:pt x="35243" y="108833"/>
                  </a:lnTo>
                  <a:lnTo>
                    <a:pt x="36790" y="115666"/>
                  </a:lnTo>
                  <a:lnTo>
                    <a:pt x="39713" y="119166"/>
                  </a:lnTo>
                  <a:lnTo>
                    <a:pt x="39885" y="120000"/>
                  </a:lnTo>
                  <a:lnTo>
                    <a:pt x="43495" y="117666"/>
                  </a:lnTo>
                  <a:lnTo>
                    <a:pt x="48653" y="111500"/>
                  </a:lnTo>
                  <a:lnTo>
                    <a:pt x="53123" y="100000"/>
                  </a:lnTo>
                  <a:lnTo>
                    <a:pt x="61547" y="98000"/>
                  </a:lnTo>
                  <a:lnTo>
                    <a:pt x="69111" y="97333"/>
                  </a:lnTo>
                  <a:lnTo>
                    <a:pt x="72722" y="95333"/>
                  </a:lnTo>
                  <a:lnTo>
                    <a:pt x="73065" y="91166"/>
                  </a:lnTo>
                  <a:lnTo>
                    <a:pt x="77535" y="90833"/>
                  </a:lnTo>
                  <a:lnTo>
                    <a:pt x="80802" y="92500"/>
                  </a:lnTo>
                  <a:lnTo>
                    <a:pt x="85616" y="93833"/>
                  </a:lnTo>
                  <a:lnTo>
                    <a:pt x="90945" y="92166"/>
                  </a:lnTo>
                  <a:lnTo>
                    <a:pt x="97478" y="89833"/>
                  </a:lnTo>
                  <a:lnTo>
                    <a:pt x="104011" y="87166"/>
                  </a:lnTo>
                  <a:lnTo>
                    <a:pt x="109856" y="84000"/>
                  </a:lnTo>
                  <a:lnTo>
                    <a:pt x="116905" y="84833"/>
                  </a:lnTo>
                  <a:lnTo>
                    <a:pt x="119312" y="88166"/>
                  </a:lnTo>
                  <a:lnTo>
                    <a:pt x="120000" y="88000"/>
                  </a:lnTo>
                  <a:lnTo>
                    <a:pt x="120000" y="1133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0" name="Google Shape;1050;p58"/>
            <p:cNvSpPr/>
            <p:nvPr/>
          </p:nvSpPr>
          <p:spPr>
            <a:xfrm>
              <a:off x="8728781" y="3343177"/>
              <a:ext cx="352200" cy="238500"/>
            </a:xfrm>
            <a:custGeom>
              <a:rect b="b" l="l" r="r" t="t"/>
              <a:pathLst>
                <a:path extrusionOk="0" h="120000" w="120000">
                  <a:moveTo>
                    <a:pt x="111020" y="78391"/>
                  </a:moveTo>
                  <a:lnTo>
                    <a:pt x="87755" y="69346"/>
                  </a:lnTo>
                  <a:lnTo>
                    <a:pt x="88979" y="60904"/>
                  </a:lnTo>
                  <a:lnTo>
                    <a:pt x="87346" y="46432"/>
                  </a:lnTo>
                  <a:lnTo>
                    <a:pt x="69387" y="30753"/>
                  </a:lnTo>
                  <a:lnTo>
                    <a:pt x="72244" y="18090"/>
                  </a:lnTo>
                  <a:lnTo>
                    <a:pt x="56734" y="9648"/>
                  </a:lnTo>
                  <a:lnTo>
                    <a:pt x="49795" y="0"/>
                  </a:lnTo>
                  <a:lnTo>
                    <a:pt x="48571" y="1206"/>
                  </a:lnTo>
                  <a:lnTo>
                    <a:pt x="24897" y="16281"/>
                  </a:lnTo>
                  <a:lnTo>
                    <a:pt x="0" y="25929"/>
                  </a:lnTo>
                  <a:lnTo>
                    <a:pt x="408" y="28341"/>
                  </a:lnTo>
                  <a:lnTo>
                    <a:pt x="16734" y="39798"/>
                  </a:lnTo>
                  <a:lnTo>
                    <a:pt x="17551" y="67537"/>
                  </a:lnTo>
                  <a:lnTo>
                    <a:pt x="26530" y="78391"/>
                  </a:lnTo>
                  <a:lnTo>
                    <a:pt x="44897" y="77788"/>
                  </a:lnTo>
                  <a:lnTo>
                    <a:pt x="45306" y="81407"/>
                  </a:lnTo>
                  <a:lnTo>
                    <a:pt x="50204" y="78391"/>
                  </a:lnTo>
                  <a:lnTo>
                    <a:pt x="55510" y="82613"/>
                  </a:lnTo>
                  <a:lnTo>
                    <a:pt x="64489" y="91055"/>
                  </a:lnTo>
                  <a:lnTo>
                    <a:pt x="71020" y="83216"/>
                  </a:lnTo>
                  <a:lnTo>
                    <a:pt x="89795" y="92261"/>
                  </a:lnTo>
                  <a:lnTo>
                    <a:pt x="104897" y="109748"/>
                  </a:lnTo>
                  <a:lnTo>
                    <a:pt x="106938" y="120000"/>
                  </a:lnTo>
                  <a:lnTo>
                    <a:pt x="113469" y="119396"/>
                  </a:lnTo>
                  <a:lnTo>
                    <a:pt x="120000" y="109145"/>
                  </a:lnTo>
                  <a:lnTo>
                    <a:pt x="117142" y="98894"/>
                  </a:lnTo>
                  <a:lnTo>
                    <a:pt x="111020" y="7839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1" name="Google Shape;1051;p58"/>
            <p:cNvSpPr/>
            <p:nvPr/>
          </p:nvSpPr>
          <p:spPr>
            <a:xfrm>
              <a:off x="8918047" y="3508486"/>
              <a:ext cx="124500" cy="75600"/>
            </a:xfrm>
            <a:custGeom>
              <a:rect b="b" l="l" r="r" t="t"/>
              <a:pathLst>
                <a:path extrusionOk="0" h="120000" w="120000">
                  <a:moveTo>
                    <a:pt x="71538" y="28571"/>
                  </a:moveTo>
                  <a:lnTo>
                    <a:pt x="18461" y="0"/>
                  </a:lnTo>
                  <a:lnTo>
                    <a:pt x="0" y="24761"/>
                  </a:lnTo>
                  <a:lnTo>
                    <a:pt x="6923" y="32380"/>
                  </a:lnTo>
                  <a:lnTo>
                    <a:pt x="57692" y="100952"/>
                  </a:lnTo>
                  <a:lnTo>
                    <a:pt x="94615" y="120000"/>
                  </a:lnTo>
                  <a:lnTo>
                    <a:pt x="120000" y="116190"/>
                  </a:lnTo>
                  <a:lnTo>
                    <a:pt x="114230" y="83809"/>
                  </a:lnTo>
                  <a:lnTo>
                    <a:pt x="71538" y="2857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2" name="Google Shape;1052;p58"/>
            <p:cNvSpPr/>
            <p:nvPr/>
          </p:nvSpPr>
          <p:spPr>
            <a:xfrm>
              <a:off x="6625293" y="3376718"/>
              <a:ext cx="152100" cy="183300"/>
            </a:xfrm>
            <a:custGeom>
              <a:rect b="b" l="l" r="r" t="t"/>
              <a:pathLst>
                <a:path extrusionOk="0" h="120000" w="120000">
                  <a:moveTo>
                    <a:pt x="84094" y="72941"/>
                  </a:moveTo>
                  <a:lnTo>
                    <a:pt x="106771" y="74509"/>
                  </a:lnTo>
                  <a:lnTo>
                    <a:pt x="120000" y="50196"/>
                  </a:lnTo>
                  <a:lnTo>
                    <a:pt x="116220" y="47843"/>
                  </a:lnTo>
                  <a:lnTo>
                    <a:pt x="116220" y="47843"/>
                  </a:lnTo>
                  <a:lnTo>
                    <a:pt x="91653" y="36078"/>
                  </a:lnTo>
                  <a:lnTo>
                    <a:pt x="70866" y="12549"/>
                  </a:lnTo>
                  <a:lnTo>
                    <a:pt x="53858" y="0"/>
                  </a:lnTo>
                  <a:lnTo>
                    <a:pt x="29291" y="18823"/>
                  </a:lnTo>
                  <a:lnTo>
                    <a:pt x="4724" y="52549"/>
                  </a:lnTo>
                  <a:lnTo>
                    <a:pt x="2834" y="61176"/>
                  </a:lnTo>
                  <a:lnTo>
                    <a:pt x="0" y="74509"/>
                  </a:lnTo>
                  <a:lnTo>
                    <a:pt x="22677" y="90196"/>
                  </a:lnTo>
                  <a:lnTo>
                    <a:pt x="50078" y="112941"/>
                  </a:lnTo>
                  <a:lnTo>
                    <a:pt x="63307" y="120000"/>
                  </a:lnTo>
                  <a:lnTo>
                    <a:pt x="71811" y="100392"/>
                  </a:lnTo>
                  <a:lnTo>
                    <a:pt x="84094" y="7294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3" name="Google Shape;1053;p58"/>
            <p:cNvSpPr/>
            <p:nvPr/>
          </p:nvSpPr>
          <p:spPr>
            <a:xfrm>
              <a:off x="6424048" y="3189848"/>
              <a:ext cx="293400" cy="280200"/>
            </a:xfrm>
            <a:custGeom>
              <a:rect b="b" l="l" r="r" t="t"/>
              <a:pathLst>
                <a:path extrusionOk="0" h="120000" w="120000">
                  <a:moveTo>
                    <a:pt x="83755" y="120000"/>
                  </a:moveTo>
                  <a:lnTo>
                    <a:pt x="84734" y="114358"/>
                  </a:lnTo>
                  <a:lnTo>
                    <a:pt x="97469" y="92307"/>
                  </a:lnTo>
                  <a:lnTo>
                    <a:pt x="110204" y="80000"/>
                  </a:lnTo>
                  <a:lnTo>
                    <a:pt x="111183" y="78974"/>
                  </a:lnTo>
                  <a:lnTo>
                    <a:pt x="120000" y="57948"/>
                  </a:lnTo>
                  <a:lnTo>
                    <a:pt x="106775" y="39487"/>
                  </a:lnTo>
                  <a:lnTo>
                    <a:pt x="110204" y="20000"/>
                  </a:lnTo>
                  <a:lnTo>
                    <a:pt x="101877" y="10256"/>
                  </a:lnTo>
                  <a:lnTo>
                    <a:pt x="98448" y="15897"/>
                  </a:lnTo>
                  <a:lnTo>
                    <a:pt x="89632" y="6153"/>
                  </a:lnTo>
                  <a:lnTo>
                    <a:pt x="59755" y="8205"/>
                  </a:lnTo>
                  <a:lnTo>
                    <a:pt x="48979" y="1025"/>
                  </a:lnTo>
                  <a:lnTo>
                    <a:pt x="19102" y="2051"/>
                  </a:lnTo>
                  <a:lnTo>
                    <a:pt x="13224" y="8717"/>
                  </a:lnTo>
                  <a:lnTo>
                    <a:pt x="1959" y="0"/>
                  </a:lnTo>
                  <a:lnTo>
                    <a:pt x="0" y="19487"/>
                  </a:lnTo>
                  <a:lnTo>
                    <a:pt x="11265" y="41538"/>
                  </a:lnTo>
                  <a:lnTo>
                    <a:pt x="19102" y="57435"/>
                  </a:lnTo>
                  <a:lnTo>
                    <a:pt x="46530" y="83589"/>
                  </a:lnTo>
                  <a:lnTo>
                    <a:pt x="56326" y="97435"/>
                  </a:lnTo>
                  <a:lnTo>
                    <a:pt x="53387" y="104615"/>
                  </a:lnTo>
                  <a:lnTo>
                    <a:pt x="58775" y="113333"/>
                  </a:lnTo>
                  <a:lnTo>
                    <a:pt x="60244" y="113846"/>
                  </a:lnTo>
                  <a:lnTo>
                    <a:pt x="65632" y="107179"/>
                  </a:lnTo>
                  <a:lnTo>
                    <a:pt x="83755"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4" name="Google Shape;1054;p58"/>
            <p:cNvSpPr/>
            <p:nvPr/>
          </p:nvSpPr>
          <p:spPr>
            <a:xfrm>
              <a:off x="6705551" y="3488122"/>
              <a:ext cx="142500" cy="333000"/>
            </a:xfrm>
            <a:custGeom>
              <a:rect b="b" l="l" r="r" t="t"/>
              <a:pathLst>
                <a:path extrusionOk="0" h="120000" w="120000">
                  <a:moveTo>
                    <a:pt x="99831" y="97985"/>
                  </a:moveTo>
                  <a:lnTo>
                    <a:pt x="118991" y="78561"/>
                  </a:lnTo>
                  <a:lnTo>
                    <a:pt x="113949" y="69928"/>
                  </a:lnTo>
                  <a:lnTo>
                    <a:pt x="120000" y="69928"/>
                  </a:lnTo>
                  <a:lnTo>
                    <a:pt x="86722" y="60000"/>
                  </a:lnTo>
                  <a:lnTo>
                    <a:pt x="83697" y="44892"/>
                  </a:lnTo>
                  <a:lnTo>
                    <a:pt x="83697" y="31510"/>
                  </a:lnTo>
                  <a:lnTo>
                    <a:pt x="89747" y="20287"/>
                  </a:lnTo>
                  <a:lnTo>
                    <a:pt x="90756" y="17697"/>
                  </a:lnTo>
                  <a:lnTo>
                    <a:pt x="72605" y="11223"/>
                  </a:lnTo>
                  <a:lnTo>
                    <a:pt x="60504" y="1294"/>
                  </a:lnTo>
                  <a:lnTo>
                    <a:pt x="46386" y="863"/>
                  </a:lnTo>
                  <a:lnTo>
                    <a:pt x="22184" y="0"/>
                  </a:lnTo>
                  <a:lnTo>
                    <a:pt x="9075" y="15107"/>
                  </a:lnTo>
                  <a:lnTo>
                    <a:pt x="0" y="25899"/>
                  </a:lnTo>
                  <a:lnTo>
                    <a:pt x="13109" y="29784"/>
                  </a:lnTo>
                  <a:lnTo>
                    <a:pt x="4033" y="44892"/>
                  </a:lnTo>
                  <a:lnTo>
                    <a:pt x="2016" y="60431"/>
                  </a:lnTo>
                  <a:lnTo>
                    <a:pt x="6050" y="80287"/>
                  </a:lnTo>
                  <a:lnTo>
                    <a:pt x="8067" y="96258"/>
                  </a:lnTo>
                  <a:lnTo>
                    <a:pt x="41344" y="110935"/>
                  </a:lnTo>
                  <a:lnTo>
                    <a:pt x="60504" y="120000"/>
                  </a:lnTo>
                  <a:lnTo>
                    <a:pt x="76638" y="110935"/>
                  </a:lnTo>
                  <a:lnTo>
                    <a:pt x="99831" y="9798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5" name="Google Shape;1055;p58"/>
            <p:cNvSpPr/>
            <p:nvPr/>
          </p:nvSpPr>
          <p:spPr>
            <a:xfrm>
              <a:off x="6571388" y="3440206"/>
              <a:ext cx="57600" cy="50400"/>
            </a:xfrm>
            <a:custGeom>
              <a:rect b="b" l="l" r="r" t="t"/>
              <a:pathLst>
                <a:path extrusionOk="0" h="120000" w="120000">
                  <a:moveTo>
                    <a:pt x="27500" y="0"/>
                  </a:moveTo>
                  <a:lnTo>
                    <a:pt x="0" y="37142"/>
                  </a:lnTo>
                  <a:lnTo>
                    <a:pt x="75000" y="85714"/>
                  </a:lnTo>
                  <a:lnTo>
                    <a:pt x="112500" y="120000"/>
                  </a:lnTo>
                  <a:lnTo>
                    <a:pt x="120000" y="71428"/>
                  </a:lnTo>
                  <a:lnTo>
                    <a:pt x="275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6" name="Google Shape;1056;p58"/>
            <p:cNvSpPr/>
            <p:nvPr/>
          </p:nvSpPr>
          <p:spPr>
            <a:xfrm>
              <a:off x="6942733" y="3285679"/>
              <a:ext cx="523500" cy="340200"/>
            </a:xfrm>
            <a:custGeom>
              <a:rect b="b" l="l" r="r" t="t"/>
              <a:pathLst>
                <a:path extrusionOk="0" h="120000" w="120000">
                  <a:moveTo>
                    <a:pt x="104622" y="5915"/>
                  </a:moveTo>
                  <a:lnTo>
                    <a:pt x="98032" y="1267"/>
                  </a:lnTo>
                  <a:lnTo>
                    <a:pt x="84576" y="4647"/>
                  </a:lnTo>
                  <a:lnTo>
                    <a:pt x="72768" y="10140"/>
                  </a:lnTo>
                  <a:lnTo>
                    <a:pt x="61510" y="23661"/>
                  </a:lnTo>
                  <a:lnTo>
                    <a:pt x="43935" y="24929"/>
                  </a:lnTo>
                  <a:lnTo>
                    <a:pt x="30755" y="21126"/>
                  </a:lnTo>
                  <a:lnTo>
                    <a:pt x="20869" y="17323"/>
                  </a:lnTo>
                  <a:lnTo>
                    <a:pt x="12082" y="14788"/>
                  </a:lnTo>
                  <a:lnTo>
                    <a:pt x="12356" y="3802"/>
                  </a:lnTo>
                  <a:lnTo>
                    <a:pt x="8512" y="0"/>
                  </a:lnTo>
                  <a:lnTo>
                    <a:pt x="5217" y="5915"/>
                  </a:lnTo>
                  <a:lnTo>
                    <a:pt x="0" y="18591"/>
                  </a:lnTo>
                  <a:lnTo>
                    <a:pt x="3569" y="34647"/>
                  </a:lnTo>
                  <a:lnTo>
                    <a:pt x="11533" y="46901"/>
                  </a:lnTo>
                  <a:lnTo>
                    <a:pt x="7139" y="57887"/>
                  </a:lnTo>
                  <a:lnTo>
                    <a:pt x="3020" y="63802"/>
                  </a:lnTo>
                  <a:lnTo>
                    <a:pt x="3569" y="76478"/>
                  </a:lnTo>
                  <a:lnTo>
                    <a:pt x="3844" y="81126"/>
                  </a:lnTo>
                  <a:lnTo>
                    <a:pt x="13729" y="92112"/>
                  </a:lnTo>
                  <a:lnTo>
                    <a:pt x="14553" y="106901"/>
                  </a:lnTo>
                  <a:lnTo>
                    <a:pt x="15652" y="117042"/>
                  </a:lnTo>
                  <a:lnTo>
                    <a:pt x="20320" y="116619"/>
                  </a:lnTo>
                  <a:lnTo>
                    <a:pt x="33226" y="113239"/>
                  </a:lnTo>
                  <a:lnTo>
                    <a:pt x="46407" y="108169"/>
                  </a:lnTo>
                  <a:lnTo>
                    <a:pt x="51350" y="120000"/>
                  </a:lnTo>
                  <a:lnTo>
                    <a:pt x="60686" y="118732"/>
                  </a:lnTo>
                  <a:lnTo>
                    <a:pt x="69748" y="117887"/>
                  </a:lnTo>
                  <a:lnTo>
                    <a:pt x="79084" y="111971"/>
                  </a:lnTo>
                  <a:lnTo>
                    <a:pt x="77711" y="100563"/>
                  </a:lnTo>
                  <a:lnTo>
                    <a:pt x="85400" y="101830"/>
                  </a:lnTo>
                  <a:lnTo>
                    <a:pt x="88421" y="95915"/>
                  </a:lnTo>
                  <a:lnTo>
                    <a:pt x="98032" y="90845"/>
                  </a:lnTo>
                  <a:lnTo>
                    <a:pt x="101876" y="96760"/>
                  </a:lnTo>
                  <a:lnTo>
                    <a:pt x="110663" y="95492"/>
                  </a:lnTo>
                  <a:lnTo>
                    <a:pt x="113684" y="91267"/>
                  </a:lnTo>
                  <a:lnTo>
                    <a:pt x="112036" y="88732"/>
                  </a:lnTo>
                  <a:lnTo>
                    <a:pt x="105446" y="68028"/>
                  </a:lnTo>
                  <a:lnTo>
                    <a:pt x="105995" y="49014"/>
                  </a:lnTo>
                  <a:lnTo>
                    <a:pt x="108741" y="33802"/>
                  </a:lnTo>
                  <a:lnTo>
                    <a:pt x="117803" y="24929"/>
                  </a:lnTo>
                  <a:lnTo>
                    <a:pt x="120000" y="14788"/>
                  </a:lnTo>
                  <a:lnTo>
                    <a:pt x="120000" y="13943"/>
                  </a:lnTo>
                  <a:lnTo>
                    <a:pt x="109839" y="14788"/>
                  </a:lnTo>
                  <a:lnTo>
                    <a:pt x="104622" y="591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7" name="Google Shape;1057;p58"/>
            <p:cNvSpPr/>
            <p:nvPr/>
          </p:nvSpPr>
          <p:spPr>
            <a:xfrm>
              <a:off x="6770237" y="2834076"/>
              <a:ext cx="756000" cy="522300"/>
            </a:xfrm>
            <a:custGeom>
              <a:rect b="b" l="l" r="r" t="t"/>
              <a:pathLst>
                <a:path extrusionOk="0" h="120000" w="120000">
                  <a:moveTo>
                    <a:pt x="110301" y="77614"/>
                  </a:moveTo>
                  <a:lnTo>
                    <a:pt x="102884" y="74311"/>
                  </a:lnTo>
                  <a:lnTo>
                    <a:pt x="102884" y="67981"/>
                  </a:lnTo>
                  <a:lnTo>
                    <a:pt x="103454" y="66880"/>
                  </a:lnTo>
                  <a:lnTo>
                    <a:pt x="99270" y="61926"/>
                  </a:lnTo>
                  <a:lnTo>
                    <a:pt x="99651" y="53119"/>
                  </a:lnTo>
                  <a:lnTo>
                    <a:pt x="101362" y="44036"/>
                  </a:lnTo>
                  <a:lnTo>
                    <a:pt x="99270" y="32201"/>
                  </a:lnTo>
                  <a:lnTo>
                    <a:pt x="92995" y="23394"/>
                  </a:lnTo>
                  <a:lnTo>
                    <a:pt x="87099" y="15412"/>
                  </a:lnTo>
                  <a:lnTo>
                    <a:pt x="83866" y="4128"/>
                  </a:lnTo>
                  <a:lnTo>
                    <a:pt x="76069" y="1651"/>
                  </a:lnTo>
                  <a:lnTo>
                    <a:pt x="75499" y="0"/>
                  </a:lnTo>
                  <a:lnTo>
                    <a:pt x="74928" y="275"/>
                  </a:lnTo>
                  <a:lnTo>
                    <a:pt x="69603" y="9908"/>
                  </a:lnTo>
                  <a:lnTo>
                    <a:pt x="62947" y="13761"/>
                  </a:lnTo>
                  <a:lnTo>
                    <a:pt x="58954" y="18440"/>
                  </a:lnTo>
                  <a:lnTo>
                    <a:pt x="53629" y="11559"/>
                  </a:lnTo>
                  <a:lnTo>
                    <a:pt x="47353" y="12935"/>
                  </a:lnTo>
                  <a:lnTo>
                    <a:pt x="40697" y="9908"/>
                  </a:lnTo>
                  <a:lnTo>
                    <a:pt x="33090" y="11559"/>
                  </a:lnTo>
                  <a:lnTo>
                    <a:pt x="31188" y="10183"/>
                  </a:lnTo>
                  <a:lnTo>
                    <a:pt x="30427" y="14311"/>
                  </a:lnTo>
                  <a:lnTo>
                    <a:pt x="23961" y="17889"/>
                  </a:lnTo>
                  <a:lnTo>
                    <a:pt x="19397" y="28899"/>
                  </a:lnTo>
                  <a:lnTo>
                    <a:pt x="16354" y="36880"/>
                  </a:lnTo>
                  <a:lnTo>
                    <a:pt x="13882" y="48715"/>
                  </a:lnTo>
                  <a:lnTo>
                    <a:pt x="11030" y="54495"/>
                  </a:lnTo>
                  <a:lnTo>
                    <a:pt x="5515" y="54495"/>
                  </a:lnTo>
                  <a:lnTo>
                    <a:pt x="0" y="56972"/>
                  </a:lnTo>
                  <a:lnTo>
                    <a:pt x="570" y="58623"/>
                  </a:lnTo>
                  <a:lnTo>
                    <a:pt x="3613" y="65779"/>
                  </a:lnTo>
                  <a:lnTo>
                    <a:pt x="7797" y="75137"/>
                  </a:lnTo>
                  <a:lnTo>
                    <a:pt x="17305" y="85596"/>
                  </a:lnTo>
                  <a:lnTo>
                    <a:pt x="16354" y="92752"/>
                  </a:lnTo>
                  <a:lnTo>
                    <a:pt x="22820" y="98807"/>
                  </a:lnTo>
                  <a:lnTo>
                    <a:pt x="29286" y="93027"/>
                  </a:lnTo>
                  <a:lnTo>
                    <a:pt x="32329" y="96330"/>
                  </a:lnTo>
                  <a:lnTo>
                    <a:pt x="30998" y="101559"/>
                  </a:lnTo>
                  <a:lnTo>
                    <a:pt x="33280" y="103761"/>
                  </a:lnTo>
                  <a:lnTo>
                    <a:pt x="35942" y="106238"/>
                  </a:lnTo>
                  <a:lnTo>
                    <a:pt x="35752" y="113394"/>
                  </a:lnTo>
                  <a:lnTo>
                    <a:pt x="41838" y="115045"/>
                  </a:lnTo>
                  <a:lnTo>
                    <a:pt x="48684" y="117522"/>
                  </a:lnTo>
                  <a:lnTo>
                    <a:pt x="57812" y="120000"/>
                  </a:lnTo>
                  <a:lnTo>
                    <a:pt x="69984" y="119174"/>
                  </a:lnTo>
                  <a:lnTo>
                    <a:pt x="77781" y="110366"/>
                  </a:lnTo>
                  <a:lnTo>
                    <a:pt x="85958" y="106788"/>
                  </a:lnTo>
                  <a:lnTo>
                    <a:pt x="95277" y="104587"/>
                  </a:lnTo>
                  <a:lnTo>
                    <a:pt x="99841" y="107614"/>
                  </a:lnTo>
                  <a:lnTo>
                    <a:pt x="103454" y="113394"/>
                  </a:lnTo>
                  <a:lnTo>
                    <a:pt x="110491" y="112844"/>
                  </a:lnTo>
                  <a:lnTo>
                    <a:pt x="109730" y="96055"/>
                  </a:lnTo>
                  <a:lnTo>
                    <a:pt x="112393" y="87247"/>
                  </a:lnTo>
                  <a:lnTo>
                    <a:pt x="119049" y="83394"/>
                  </a:lnTo>
                  <a:lnTo>
                    <a:pt x="120000" y="70733"/>
                  </a:lnTo>
                  <a:lnTo>
                    <a:pt x="116196" y="70458"/>
                  </a:lnTo>
                  <a:lnTo>
                    <a:pt x="110301" y="7761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8" name="Google Shape;1058;p58"/>
            <p:cNvSpPr/>
            <p:nvPr/>
          </p:nvSpPr>
          <p:spPr>
            <a:xfrm>
              <a:off x="6777425" y="3570776"/>
              <a:ext cx="548700" cy="604800"/>
            </a:xfrm>
            <a:custGeom>
              <a:rect b="b" l="l" r="r" t="t"/>
              <a:pathLst>
                <a:path extrusionOk="0" h="120000" w="120000">
                  <a:moveTo>
                    <a:pt x="119999" y="10930"/>
                  </a:moveTo>
                  <a:lnTo>
                    <a:pt x="116855" y="1900"/>
                  </a:lnTo>
                  <a:lnTo>
                    <a:pt x="117641" y="712"/>
                  </a:lnTo>
                  <a:lnTo>
                    <a:pt x="110305" y="0"/>
                  </a:lnTo>
                  <a:lnTo>
                    <a:pt x="111615" y="6415"/>
                  </a:lnTo>
                  <a:lnTo>
                    <a:pt x="102707" y="9742"/>
                  </a:lnTo>
                  <a:lnTo>
                    <a:pt x="94061" y="10217"/>
                  </a:lnTo>
                  <a:lnTo>
                    <a:pt x="85152" y="10930"/>
                  </a:lnTo>
                  <a:lnTo>
                    <a:pt x="80436" y="4277"/>
                  </a:lnTo>
                  <a:lnTo>
                    <a:pt x="67860" y="7128"/>
                  </a:lnTo>
                  <a:lnTo>
                    <a:pt x="55545" y="9029"/>
                  </a:lnTo>
                  <a:lnTo>
                    <a:pt x="51091" y="9267"/>
                  </a:lnTo>
                  <a:lnTo>
                    <a:pt x="47685" y="9504"/>
                  </a:lnTo>
                  <a:lnTo>
                    <a:pt x="42969" y="15920"/>
                  </a:lnTo>
                  <a:lnTo>
                    <a:pt x="35895" y="13306"/>
                  </a:lnTo>
                  <a:lnTo>
                    <a:pt x="31441" y="17821"/>
                  </a:lnTo>
                  <a:lnTo>
                    <a:pt x="22270" y="21623"/>
                  </a:lnTo>
                  <a:lnTo>
                    <a:pt x="15458" y="22099"/>
                  </a:lnTo>
                  <a:lnTo>
                    <a:pt x="13886" y="22099"/>
                  </a:lnTo>
                  <a:lnTo>
                    <a:pt x="15196" y="26851"/>
                  </a:lnTo>
                  <a:lnTo>
                    <a:pt x="10218" y="37544"/>
                  </a:lnTo>
                  <a:lnTo>
                    <a:pt x="4192" y="44673"/>
                  </a:lnTo>
                  <a:lnTo>
                    <a:pt x="0" y="49663"/>
                  </a:lnTo>
                  <a:lnTo>
                    <a:pt x="262" y="52514"/>
                  </a:lnTo>
                  <a:lnTo>
                    <a:pt x="5764" y="60118"/>
                  </a:lnTo>
                  <a:lnTo>
                    <a:pt x="11528" y="62257"/>
                  </a:lnTo>
                  <a:lnTo>
                    <a:pt x="17292" y="63683"/>
                  </a:lnTo>
                  <a:lnTo>
                    <a:pt x="10480" y="69861"/>
                  </a:lnTo>
                  <a:lnTo>
                    <a:pt x="16768" y="73663"/>
                  </a:lnTo>
                  <a:lnTo>
                    <a:pt x="18864" y="79603"/>
                  </a:lnTo>
                  <a:lnTo>
                    <a:pt x="26462" y="78178"/>
                  </a:lnTo>
                  <a:lnTo>
                    <a:pt x="40873" y="77227"/>
                  </a:lnTo>
                  <a:lnTo>
                    <a:pt x="48471" y="78178"/>
                  </a:lnTo>
                  <a:lnTo>
                    <a:pt x="56593" y="81504"/>
                  </a:lnTo>
                  <a:lnTo>
                    <a:pt x="51353" y="83881"/>
                  </a:lnTo>
                  <a:lnTo>
                    <a:pt x="40873" y="81029"/>
                  </a:lnTo>
                  <a:lnTo>
                    <a:pt x="32227" y="81029"/>
                  </a:lnTo>
                  <a:lnTo>
                    <a:pt x="24366" y="81504"/>
                  </a:lnTo>
                  <a:lnTo>
                    <a:pt x="21746" y="88158"/>
                  </a:lnTo>
                  <a:lnTo>
                    <a:pt x="29082" y="99801"/>
                  </a:lnTo>
                  <a:lnTo>
                    <a:pt x="27510" y="105504"/>
                  </a:lnTo>
                  <a:lnTo>
                    <a:pt x="31179" y="113108"/>
                  </a:lnTo>
                  <a:lnTo>
                    <a:pt x="36157" y="113584"/>
                  </a:lnTo>
                  <a:lnTo>
                    <a:pt x="39825" y="106930"/>
                  </a:lnTo>
                  <a:lnTo>
                    <a:pt x="43755" y="110732"/>
                  </a:lnTo>
                  <a:lnTo>
                    <a:pt x="47947" y="117386"/>
                  </a:lnTo>
                  <a:lnTo>
                    <a:pt x="51877" y="110257"/>
                  </a:lnTo>
                  <a:lnTo>
                    <a:pt x="54497" y="117386"/>
                  </a:lnTo>
                  <a:lnTo>
                    <a:pt x="61310" y="120000"/>
                  </a:lnTo>
                  <a:lnTo>
                    <a:pt x="57117" y="105980"/>
                  </a:lnTo>
                  <a:lnTo>
                    <a:pt x="53449" y="95524"/>
                  </a:lnTo>
                  <a:lnTo>
                    <a:pt x="60262" y="99326"/>
                  </a:lnTo>
                  <a:lnTo>
                    <a:pt x="64454" y="95049"/>
                  </a:lnTo>
                  <a:lnTo>
                    <a:pt x="57117" y="88158"/>
                  </a:lnTo>
                  <a:lnTo>
                    <a:pt x="60786" y="86732"/>
                  </a:lnTo>
                  <a:lnTo>
                    <a:pt x="66812" y="87207"/>
                  </a:lnTo>
                  <a:lnTo>
                    <a:pt x="76768" y="93623"/>
                  </a:lnTo>
                  <a:lnTo>
                    <a:pt x="79912" y="89821"/>
                  </a:lnTo>
                  <a:lnTo>
                    <a:pt x="80436" y="82930"/>
                  </a:lnTo>
                  <a:lnTo>
                    <a:pt x="73100" y="78178"/>
                  </a:lnTo>
                  <a:lnTo>
                    <a:pt x="66812" y="75089"/>
                  </a:lnTo>
                  <a:lnTo>
                    <a:pt x="55545" y="68435"/>
                  </a:lnTo>
                  <a:lnTo>
                    <a:pt x="52401" y="63683"/>
                  </a:lnTo>
                  <a:lnTo>
                    <a:pt x="50305" y="56316"/>
                  </a:lnTo>
                  <a:lnTo>
                    <a:pt x="57117" y="56316"/>
                  </a:lnTo>
                  <a:lnTo>
                    <a:pt x="53449" y="49663"/>
                  </a:lnTo>
                  <a:lnTo>
                    <a:pt x="45851" y="39920"/>
                  </a:lnTo>
                  <a:lnTo>
                    <a:pt x="44803" y="31128"/>
                  </a:lnTo>
                  <a:lnTo>
                    <a:pt x="50829" y="28752"/>
                  </a:lnTo>
                  <a:lnTo>
                    <a:pt x="55545" y="35168"/>
                  </a:lnTo>
                  <a:lnTo>
                    <a:pt x="61834" y="41346"/>
                  </a:lnTo>
                  <a:lnTo>
                    <a:pt x="61834" y="36118"/>
                  </a:lnTo>
                  <a:lnTo>
                    <a:pt x="71004" y="40871"/>
                  </a:lnTo>
                  <a:lnTo>
                    <a:pt x="66812" y="34217"/>
                  </a:lnTo>
                  <a:lnTo>
                    <a:pt x="78864" y="36118"/>
                  </a:lnTo>
                  <a:lnTo>
                    <a:pt x="69432" y="30178"/>
                  </a:lnTo>
                  <a:lnTo>
                    <a:pt x="66288" y="24475"/>
                  </a:lnTo>
                  <a:lnTo>
                    <a:pt x="76244" y="20910"/>
                  </a:lnTo>
                  <a:lnTo>
                    <a:pt x="84366" y="21861"/>
                  </a:lnTo>
                  <a:lnTo>
                    <a:pt x="92227" y="16396"/>
                  </a:lnTo>
                  <a:lnTo>
                    <a:pt x="97205" y="21861"/>
                  </a:lnTo>
                  <a:lnTo>
                    <a:pt x="106637" y="20910"/>
                  </a:lnTo>
                  <a:lnTo>
                    <a:pt x="112925" y="25188"/>
                  </a:lnTo>
                  <a:lnTo>
                    <a:pt x="114497" y="17346"/>
                  </a:lnTo>
                  <a:lnTo>
                    <a:pt x="119999" y="1093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59" name="Google Shape;1059;p58"/>
            <p:cNvSpPr/>
            <p:nvPr/>
          </p:nvSpPr>
          <p:spPr>
            <a:xfrm>
              <a:off x="7293713" y="3543224"/>
              <a:ext cx="228900" cy="155700"/>
            </a:xfrm>
            <a:custGeom>
              <a:rect b="b" l="l" r="r" t="t"/>
              <a:pathLst>
                <a:path extrusionOk="0" h="120000" w="120000">
                  <a:moveTo>
                    <a:pt x="49005" y="12923"/>
                  </a:moveTo>
                  <a:lnTo>
                    <a:pt x="40209" y="0"/>
                  </a:lnTo>
                  <a:lnTo>
                    <a:pt x="18219" y="11076"/>
                  </a:lnTo>
                  <a:lnTo>
                    <a:pt x="11308" y="24000"/>
                  </a:lnTo>
                  <a:lnTo>
                    <a:pt x="9424" y="28615"/>
                  </a:lnTo>
                  <a:lnTo>
                    <a:pt x="16963" y="63692"/>
                  </a:lnTo>
                  <a:lnTo>
                    <a:pt x="3769" y="88615"/>
                  </a:lnTo>
                  <a:lnTo>
                    <a:pt x="0" y="119076"/>
                  </a:lnTo>
                  <a:lnTo>
                    <a:pt x="1256" y="120000"/>
                  </a:lnTo>
                  <a:lnTo>
                    <a:pt x="18848" y="112615"/>
                  </a:lnTo>
                  <a:lnTo>
                    <a:pt x="23874" y="118153"/>
                  </a:lnTo>
                  <a:lnTo>
                    <a:pt x="49633" y="107076"/>
                  </a:lnTo>
                  <a:lnTo>
                    <a:pt x="57172" y="77538"/>
                  </a:lnTo>
                  <a:lnTo>
                    <a:pt x="89214" y="62769"/>
                  </a:lnTo>
                  <a:lnTo>
                    <a:pt x="118743" y="59076"/>
                  </a:lnTo>
                  <a:lnTo>
                    <a:pt x="120000" y="42461"/>
                  </a:lnTo>
                  <a:lnTo>
                    <a:pt x="109319" y="38769"/>
                  </a:lnTo>
                  <a:lnTo>
                    <a:pt x="86701" y="17538"/>
                  </a:lnTo>
                  <a:lnTo>
                    <a:pt x="76020" y="923"/>
                  </a:lnTo>
                  <a:lnTo>
                    <a:pt x="69109" y="10153"/>
                  </a:lnTo>
                  <a:lnTo>
                    <a:pt x="49005" y="1292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0" name="Google Shape;1060;p58"/>
            <p:cNvSpPr/>
            <p:nvPr/>
          </p:nvSpPr>
          <p:spPr>
            <a:xfrm>
              <a:off x="5944894" y="2772984"/>
              <a:ext cx="583500" cy="280200"/>
            </a:xfrm>
            <a:custGeom>
              <a:rect b="b" l="l" r="r" t="t"/>
              <a:pathLst>
                <a:path extrusionOk="0" h="120000" w="120000">
                  <a:moveTo>
                    <a:pt x="111622" y="74358"/>
                  </a:moveTo>
                  <a:lnTo>
                    <a:pt x="108911" y="62051"/>
                  </a:lnTo>
                  <a:lnTo>
                    <a:pt x="117535" y="57948"/>
                  </a:lnTo>
                  <a:lnTo>
                    <a:pt x="120000" y="47179"/>
                  </a:lnTo>
                  <a:lnTo>
                    <a:pt x="115811" y="30769"/>
                  </a:lnTo>
                  <a:lnTo>
                    <a:pt x="117535" y="13846"/>
                  </a:lnTo>
                  <a:lnTo>
                    <a:pt x="116796" y="13333"/>
                  </a:lnTo>
                  <a:lnTo>
                    <a:pt x="109404" y="10256"/>
                  </a:lnTo>
                  <a:lnTo>
                    <a:pt x="99301" y="512"/>
                  </a:lnTo>
                  <a:lnTo>
                    <a:pt x="87474" y="0"/>
                  </a:lnTo>
                  <a:lnTo>
                    <a:pt x="82299" y="16923"/>
                  </a:lnTo>
                  <a:lnTo>
                    <a:pt x="76878" y="16923"/>
                  </a:lnTo>
                  <a:lnTo>
                    <a:pt x="71950" y="10256"/>
                  </a:lnTo>
                  <a:lnTo>
                    <a:pt x="69486" y="6153"/>
                  </a:lnTo>
                  <a:lnTo>
                    <a:pt x="68254" y="19487"/>
                  </a:lnTo>
                  <a:lnTo>
                    <a:pt x="61848" y="16410"/>
                  </a:lnTo>
                  <a:lnTo>
                    <a:pt x="57412" y="28205"/>
                  </a:lnTo>
                  <a:lnTo>
                    <a:pt x="51745" y="38461"/>
                  </a:lnTo>
                  <a:lnTo>
                    <a:pt x="56673" y="64102"/>
                  </a:lnTo>
                  <a:lnTo>
                    <a:pt x="49527" y="58974"/>
                  </a:lnTo>
                  <a:lnTo>
                    <a:pt x="39671" y="56410"/>
                  </a:lnTo>
                  <a:lnTo>
                    <a:pt x="29075" y="62564"/>
                  </a:lnTo>
                  <a:lnTo>
                    <a:pt x="20944" y="68205"/>
                  </a:lnTo>
                  <a:lnTo>
                    <a:pt x="13305" y="54871"/>
                  </a:lnTo>
                  <a:lnTo>
                    <a:pt x="7145" y="63589"/>
                  </a:lnTo>
                  <a:lnTo>
                    <a:pt x="0" y="60512"/>
                  </a:lnTo>
                  <a:lnTo>
                    <a:pt x="6160" y="89230"/>
                  </a:lnTo>
                  <a:lnTo>
                    <a:pt x="14045" y="89230"/>
                  </a:lnTo>
                  <a:lnTo>
                    <a:pt x="14291" y="89743"/>
                  </a:lnTo>
                  <a:lnTo>
                    <a:pt x="17248" y="96923"/>
                  </a:lnTo>
                  <a:lnTo>
                    <a:pt x="23162" y="89230"/>
                  </a:lnTo>
                  <a:lnTo>
                    <a:pt x="37946" y="87692"/>
                  </a:lnTo>
                  <a:lnTo>
                    <a:pt x="45831" y="105128"/>
                  </a:lnTo>
                  <a:lnTo>
                    <a:pt x="61108" y="111794"/>
                  </a:lnTo>
                  <a:lnTo>
                    <a:pt x="65790" y="114871"/>
                  </a:lnTo>
                  <a:lnTo>
                    <a:pt x="70965" y="118461"/>
                  </a:lnTo>
                  <a:lnTo>
                    <a:pt x="81314" y="120000"/>
                  </a:lnTo>
                  <a:lnTo>
                    <a:pt x="90184" y="105128"/>
                  </a:lnTo>
                  <a:lnTo>
                    <a:pt x="102258" y="111794"/>
                  </a:lnTo>
                  <a:lnTo>
                    <a:pt x="102258" y="99487"/>
                  </a:lnTo>
                  <a:lnTo>
                    <a:pt x="105215" y="98974"/>
                  </a:lnTo>
                  <a:lnTo>
                    <a:pt x="107433" y="88717"/>
                  </a:lnTo>
                  <a:lnTo>
                    <a:pt x="111622" y="7435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1" name="Google Shape;1061;p58"/>
            <p:cNvSpPr/>
            <p:nvPr/>
          </p:nvSpPr>
          <p:spPr>
            <a:xfrm>
              <a:off x="5635839" y="2870012"/>
              <a:ext cx="378600" cy="207300"/>
            </a:xfrm>
            <a:custGeom>
              <a:rect b="b" l="l" r="r" t="t"/>
              <a:pathLst>
                <a:path extrusionOk="0" h="120000" w="120000">
                  <a:moveTo>
                    <a:pt x="107468" y="64508"/>
                  </a:moveTo>
                  <a:lnTo>
                    <a:pt x="97974" y="25664"/>
                  </a:lnTo>
                  <a:lnTo>
                    <a:pt x="85443" y="13872"/>
                  </a:lnTo>
                  <a:lnTo>
                    <a:pt x="73291" y="0"/>
                  </a:lnTo>
                  <a:lnTo>
                    <a:pt x="67974" y="15260"/>
                  </a:lnTo>
                  <a:lnTo>
                    <a:pt x="51645" y="12485"/>
                  </a:lnTo>
                  <a:lnTo>
                    <a:pt x="44810" y="6242"/>
                  </a:lnTo>
                  <a:lnTo>
                    <a:pt x="31139" y="12485"/>
                  </a:lnTo>
                  <a:lnTo>
                    <a:pt x="20886" y="38150"/>
                  </a:lnTo>
                  <a:lnTo>
                    <a:pt x="12151" y="57572"/>
                  </a:lnTo>
                  <a:lnTo>
                    <a:pt x="759" y="77687"/>
                  </a:lnTo>
                  <a:lnTo>
                    <a:pt x="0" y="94335"/>
                  </a:lnTo>
                  <a:lnTo>
                    <a:pt x="9493" y="92254"/>
                  </a:lnTo>
                  <a:lnTo>
                    <a:pt x="9493" y="79768"/>
                  </a:lnTo>
                  <a:lnTo>
                    <a:pt x="19746" y="79768"/>
                  </a:lnTo>
                  <a:lnTo>
                    <a:pt x="22784" y="100578"/>
                  </a:lnTo>
                  <a:lnTo>
                    <a:pt x="26582" y="110982"/>
                  </a:lnTo>
                  <a:lnTo>
                    <a:pt x="36835" y="117919"/>
                  </a:lnTo>
                  <a:lnTo>
                    <a:pt x="48987" y="113063"/>
                  </a:lnTo>
                  <a:lnTo>
                    <a:pt x="60379" y="90867"/>
                  </a:lnTo>
                  <a:lnTo>
                    <a:pt x="74430" y="120000"/>
                  </a:lnTo>
                  <a:lnTo>
                    <a:pt x="88481" y="92947"/>
                  </a:lnTo>
                  <a:lnTo>
                    <a:pt x="99873" y="97803"/>
                  </a:lnTo>
                  <a:lnTo>
                    <a:pt x="108987" y="81849"/>
                  </a:lnTo>
                  <a:lnTo>
                    <a:pt x="116582" y="87398"/>
                  </a:lnTo>
                  <a:lnTo>
                    <a:pt x="120000" y="65202"/>
                  </a:lnTo>
                  <a:lnTo>
                    <a:pt x="119620" y="64508"/>
                  </a:lnTo>
                  <a:lnTo>
                    <a:pt x="107468" y="64508"/>
                  </a:lnTo>
                  <a:close/>
                </a:path>
              </a:pathLst>
            </a:custGeom>
            <a:solidFill>
              <a:srgbClr val="FCA2AE"/>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2" name="Google Shape;1062;p58"/>
            <p:cNvSpPr/>
            <p:nvPr/>
          </p:nvSpPr>
          <p:spPr>
            <a:xfrm>
              <a:off x="6165305" y="2522625"/>
              <a:ext cx="495900" cy="289800"/>
            </a:xfrm>
            <a:custGeom>
              <a:rect b="b" l="l" r="r" t="t"/>
              <a:pathLst>
                <a:path extrusionOk="0" h="120000" w="120000">
                  <a:moveTo>
                    <a:pt x="37101" y="120000"/>
                  </a:moveTo>
                  <a:lnTo>
                    <a:pt x="43478" y="120000"/>
                  </a:lnTo>
                  <a:lnTo>
                    <a:pt x="49565" y="103636"/>
                  </a:lnTo>
                  <a:lnTo>
                    <a:pt x="63478" y="104132"/>
                  </a:lnTo>
                  <a:lnTo>
                    <a:pt x="75362" y="113553"/>
                  </a:lnTo>
                  <a:lnTo>
                    <a:pt x="84057" y="116528"/>
                  </a:lnTo>
                  <a:lnTo>
                    <a:pt x="88985" y="105619"/>
                  </a:lnTo>
                  <a:lnTo>
                    <a:pt x="98260" y="106611"/>
                  </a:lnTo>
                  <a:lnTo>
                    <a:pt x="102608" y="99173"/>
                  </a:lnTo>
                  <a:lnTo>
                    <a:pt x="106666" y="97190"/>
                  </a:lnTo>
                  <a:lnTo>
                    <a:pt x="106376" y="86776"/>
                  </a:lnTo>
                  <a:lnTo>
                    <a:pt x="113623" y="77355"/>
                  </a:lnTo>
                  <a:lnTo>
                    <a:pt x="118550" y="75867"/>
                  </a:lnTo>
                  <a:lnTo>
                    <a:pt x="120000" y="71404"/>
                  </a:lnTo>
                  <a:lnTo>
                    <a:pt x="119710" y="70909"/>
                  </a:lnTo>
                  <a:lnTo>
                    <a:pt x="115072" y="56033"/>
                  </a:lnTo>
                  <a:lnTo>
                    <a:pt x="97101" y="51074"/>
                  </a:lnTo>
                  <a:lnTo>
                    <a:pt x="93043" y="37685"/>
                  </a:lnTo>
                  <a:lnTo>
                    <a:pt x="85507" y="31735"/>
                  </a:lnTo>
                  <a:lnTo>
                    <a:pt x="86956" y="43636"/>
                  </a:lnTo>
                  <a:lnTo>
                    <a:pt x="80289" y="40165"/>
                  </a:lnTo>
                  <a:lnTo>
                    <a:pt x="73913" y="31735"/>
                  </a:lnTo>
                  <a:lnTo>
                    <a:pt x="77971" y="20826"/>
                  </a:lnTo>
                  <a:lnTo>
                    <a:pt x="66086" y="17355"/>
                  </a:lnTo>
                  <a:lnTo>
                    <a:pt x="57681" y="8429"/>
                  </a:lnTo>
                  <a:lnTo>
                    <a:pt x="51884" y="0"/>
                  </a:lnTo>
                  <a:lnTo>
                    <a:pt x="45797" y="10413"/>
                  </a:lnTo>
                  <a:lnTo>
                    <a:pt x="41159" y="1983"/>
                  </a:lnTo>
                  <a:lnTo>
                    <a:pt x="35072" y="12396"/>
                  </a:lnTo>
                  <a:lnTo>
                    <a:pt x="24637" y="20330"/>
                  </a:lnTo>
                  <a:lnTo>
                    <a:pt x="11014" y="28760"/>
                  </a:lnTo>
                  <a:lnTo>
                    <a:pt x="0" y="32231"/>
                  </a:lnTo>
                  <a:lnTo>
                    <a:pt x="5217" y="52066"/>
                  </a:lnTo>
                  <a:lnTo>
                    <a:pt x="4347" y="59008"/>
                  </a:lnTo>
                  <a:lnTo>
                    <a:pt x="10724" y="77851"/>
                  </a:lnTo>
                  <a:lnTo>
                    <a:pt x="21159" y="100661"/>
                  </a:lnTo>
                  <a:lnTo>
                    <a:pt x="28405" y="109586"/>
                  </a:lnTo>
                  <a:lnTo>
                    <a:pt x="31304" y="113553"/>
                  </a:lnTo>
                  <a:lnTo>
                    <a:pt x="37101" y="120000"/>
                  </a:lnTo>
                  <a:close/>
                </a:path>
              </a:pathLst>
            </a:custGeom>
            <a:solidFill>
              <a:srgbClr val="FCA2AE"/>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3" name="Google Shape;1063;p58"/>
            <p:cNvSpPr/>
            <p:nvPr/>
          </p:nvSpPr>
          <p:spPr>
            <a:xfrm>
              <a:off x="7245798" y="2801733"/>
              <a:ext cx="301800" cy="323400"/>
            </a:xfrm>
            <a:custGeom>
              <a:rect b="b" l="l" r="r" t="t"/>
              <a:pathLst>
                <a:path extrusionOk="0" h="120000" w="120000">
                  <a:moveTo>
                    <a:pt x="20952" y="18666"/>
                  </a:moveTo>
                  <a:lnTo>
                    <a:pt x="29047" y="36888"/>
                  </a:lnTo>
                  <a:lnTo>
                    <a:pt x="43809" y="49777"/>
                  </a:lnTo>
                  <a:lnTo>
                    <a:pt x="59523" y="64000"/>
                  </a:lnTo>
                  <a:lnTo>
                    <a:pt x="64761" y="83111"/>
                  </a:lnTo>
                  <a:lnTo>
                    <a:pt x="60476" y="97777"/>
                  </a:lnTo>
                  <a:lnTo>
                    <a:pt x="59523" y="112000"/>
                  </a:lnTo>
                  <a:lnTo>
                    <a:pt x="70000" y="120000"/>
                  </a:lnTo>
                  <a:lnTo>
                    <a:pt x="78571" y="111555"/>
                  </a:lnTo>
                  <a:lnTo>
                    <a:pt x="88571" y="100888"/>
                  </a:lnTo>
                  <a:lnTo>
                    <a:pt x="86666" y="84888"/>
                  </a:lnTo>
                  <a:lnTo>
                    <a:pt x="89523" y="76444"/>
                  </a:lnTo>
                  <a:lnTo>
                    <a:pt x="98095" y="77777"/>
                  </a:lnTo>
                  <a:lnTo>
                    <a:pt x="110476" y="83111"/>
                  </a:lnTo>
                  <a:lnTo>
                    <a:pt x="120000" y="79111"/>
                  </a:lnTo>
                  <a:lnTo>
                    <a:pt x="117142" y="74666"/>
                  </a:lnTo>
                  <a:lnTo>
                    <a:pt x="112857" y="68000"/>
                  </a:lnTo>
                  <a:lnTo>
                    <a:pt x="102380" y="56444"/>
                  </a:lnTo>
                  <a:lnTo>
                    <a:pt x="95238" y="45777"/>
                  </a:lnTo>
                  <a:lnTo>
                    <a:pt x="83809" y="40888"/>
                  </a:lnTo>
                  <a:lnTo>
                    <a:pt x="89523" y="29333"/>
                  </a:lnTo>
                  <a:lnTo>
                    <a:pt x="80476" y="16000"/>
                  </a:lnTo>
                  <a:lnTo>
                    <a:pt x="67142" y="11111"/>
                  </a:lnTo>
                  <a:lnTo>
                    <a:pt x="58571" y="10222"/>
                  </a:lnTo>
                  <a:lnTo>
                    <a:pt x="58095" y="10222"/>
                  </a:lnTo>
                  <a:lnTo>
                    <a:pt x="50000" y="9333"/>
                  </a:lnTo>
                  <a:lnTo>
                    <a:pt x="34285" y="0"/>
                  </a:lnTo>
                  <a:lnTo>
                    <a:pt x="12857" y="6222"/>
                  </a:lnTo>
                  <a:lnTo>
                    <a:pt x="0" y="12000"/>
                  </a:lnTo>
                  <a:lnTo>
                    <a:pt x="1428" y="14666"/>
                  </a:lnTo>
                  <a:lnTo>
                    <a:pt x="20952" y="1866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4" name="Google Shape;1064;p58"/>
            <p:cNvSpPr/>
            <p:nvPr/>
          </p:nvSpPr>
          <p:spPr>
            <a:xfrm>
              <a:off x="5680161" y="2576530"/>
              <a:ext cx="55200" cy="88500"/>
            </a:xfrm>
            <a:custGeom>
              <a:rect b="b" l="l" r="r" t="t"/>
              <a:pathLst>
                <a:path extrusionOk="0" h="120000" w="120000">
                  <a:moveTo>
                    <a:pt x="83478" y="25945"/>
                  </a:moveTo>
                  <a:lnTo>
                    <a:pt x="46956" y="0"/>
                  </a:lnTo>
                  <a:lnTo>
                    <a:pt x="0" y="60000"/>
                  </a:lnTo>
                  <a:lnTo>
                    <a:pt x="5217" y="111891"/>
                  </a:lnTo>
                  <a:lnTo>
                    <a:pt x="7826" y="111891"/>
                  </a:lnTo>
                  <a:lnTo>
                    <a:pt x="93913" y="120000"/>
                  </a:lnTo>
                  <a:lnTo>
                    <a:pt x="120000" y="69729"/>
                  </a:lnTo>
                  <a:lnTo>
                    <a:pt x="83478" y="25945"/>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5" name="Google Shape;1065;p58"/>
            <p:cNvSpPr/>
            <p:nvPr/>
          </p:nvSpPr>
          <p:spPr>
            <a:xfrm>
              <a:off x="8709615" y="464657"/>
              <a:ext cx="1599300" cy="2607900"/>
            </a:xfrm>
            <a:custGeom>
              <a:rect b="b" l="l" r="r" t="t"/>
              <a:pathLst>
                <a:path extrusionOk="0" h="120000" w="120000">
                  <a:moveTo>
                    <a:pt x="120000" y="0"/>
                  </a:moveTo>
                  <a:lnTo>
                    <a:pt x="118741" y="165"/>
                  </a:lnTo>
                  <a:lnTo>
                    <a:pt x="117123" y="2425"/>
                  </a:lnTo>
                  <a:lnTo>
                    <a:pt x="115865" y="4299"/>
                  </a:lnTo>
                  <a:lnTo>
                    <a:pt x="116584" y="6559"/>
                  </a:lnTo>
                  <a:lnTo>
                    <a:pt x="115505" y="8488"/>
                  </a:lnTo>
                  <a:lnTo>
                    <a:pt x="116044" y="9866"/>
                  </a:lnTo>
                  <a:lnTo>
                    <a:pt x="113438" y="9977"/>
                  </a:lnTo>
                  <a:lnTo>
                    <a:pt x="111820" y="12567"/>
                  </a:lnTo>
                  <a:lnTo>
                    <a:pt x="110741" y="9866"/>
                  </a:lnTo>
                  <a:lnTo>
                    <a:pt x="109213" y="9646"/>
                  </a:lnTo>
                  <a:lnTo>
                    <a:pt x="106786" y="10307"/>
                  </a:lnTo>
                  <a:lnTo>
                    <a:pt x="106966" y="12347"/>
                  </a:lnTo>
                  <a:lnTo>
                    <a:pt x="104808" y="13890"/>
                  </a:lnTo>
                  <a:lnTo>
                    <a:pt x="102382" y="12898"/>
                  </a:lnTo>
                  <a:lnTo>
                    <a:pt x="100224" y="14827"/>
                  </a:lnTo>
                  <a:lnTo>
                    <a:pt x="95640" y="14827"/>
                  </a:lnTo>
                  <a:lnTo>
                    <a:pt x="93033" y="12677"/>
                  </a:lnTo>
                  <a:lnTo>
                    <a:pt x="90696" y="11685"/>
                  </a:lnTo>
                  <a:lnTo>
                    <a:pt x="88269" y="12898"/>
                  </a:lnTo>
                  <a:lnTo>
                    <a:pt x="85033" y="13118"/>
                  </a:lnTo>
                  <a:lnTo>
                    <a:pt x="81797" y="13780"/>
                  </a:lnTo>
                  <a:lnTo>
                    <a:pt x="81438" y="15709"/>
                  </a:lnTo>
                  <a:lnTo>
                    <a:pt x="81078" y="18079"/>
                  </a:lnTo>
                  <a:lnTo>
                    <a:pt x="77393" y="21111"/>
                  </a:lnTo>
                  <a:lnTo>
                    <a:pt x="73438" y="24198"/>
                  </a:lnTo>
                  <a:lnTo>
                    <a:pt x="72719" y="25686"/>
                  </a:lnTo>
                  <a:lnTo>
                    <a:pt x="69932" y="26458"/>
                  </a:lnTo>
                  <a:lnTo>
                    <a:pt x="63730" y="32356"/>
                  </a:lnTo>
                  <a:lnTo>
                    <a:pt x="61123" y="34836"/>
                  </a:lnTo>
                  <a:lnTo>
                    <a:pt x="59415" y="34395"/>
                  </a:lnTo>
                  <a:lnTo>
                    <a:pt x="57977" y="35608"/>
                  </a:lnTo>
                  <a:lnTo>
                    <a:pt x="57258" y="37262"/>
                  </a:lnTo>
                  <a:lnTo>
                    <a:pt x="59056" y="38309"/>
                  </a:lnTo>
                  <a:lnTo>
                    <a:pt x="58157" y="39412"/>
                  </a:lnTo>
                  <a:lnTo>
                    <a:pt x="63370" y="39081"/>
                  </a:lnTo>
                  <a:lnTo>
                    <a:pt x="63910" y="40514"/>
                  </a:lnTo>
                  <a:lnTo>
                    <a:pt x="60134" y="41561"/>
                  </a:lnTo>
                  <a:lnTo>
                    <a:pt x="59595" y="43876"/>
                  </a:lnTo>
                  <a:lnTo>
                    <a:pt x="62831" y="45475"/>
                  </a:lnTo>
                  <a:lnTo>
                    <a:pt x="60134" y="48066"/>
                  </a:lnTo>
                  <a:lnTo>
                    <a:pt x="60494" y="49554"/>
                  </a:lnTo>
                  <a:lnTo>
                    <a:pt x="64449" y="50215"/>
                  </a:lnTo>
                  <a:lnTo>
                    <a:pt x="69573" y="49554"/>
                  </a:lnTo>
                  <a:lnTo>
                    <a:pt x="71730" y="51483"/>
                  </a:lnTo>
                  <a:lnTo>
                    <a:pt x="70831" y="54405"/>
                  </a:lnTo>
                  <a:lnTo>
                    <a:pt x="67415" y="55728"/>
                  </a:lnTo>
                  <a:lnTo>
                    <a:pt x="64808" y="55617"/>
                  </a:lnTo>
                  <a:lnTo>
                    <a:pt x="64629" y="57547"/>
                  </a:lnTo>
                  <a:lnTo>
                    <a:pt x="59595" y="58429"/>
                  </a:lnTo>
                  <a:lnTo>
                    <a:pt x="56719" y="56940"/>
                  </a:lnTo>
                  <a:lnTo>
                    <a:pt x="54112" y="58870"/>
                  </a:lnTo>
                  <a:lnTo>
                    <a:pt x="52134" y="61129"/>
                  </a:lnTo>
                  <a:lnTo>
                    <a:pt x="48629" y="61570"/>
                  </a:lnTo>
                  <a:lnTo>
                    <a:pt x="47730" y="64492"/>
                  </a:lnTo>
                  <a:lnTo>
                    <a:pt x="44584" y="65705"/>
                  </a:lnTo>
                  <a:lnTo>
                    <a:pt x="44764" y="67854"/>
                  </a:lnTo>
                  <a:lnTo>
                    <a:pt x="41168" y="68791"/>
                  </a:lnTo>
                  <a:lnTo>
                    <a:pt x="42247" y="71162"/>
                  </a:lnTo>
                  <a:lnTo>
                    <a:pt x="40269" y="71162"/>
                  </a:lnTo>
                  <a:lnTo>
                    <a:pt x="36943" y="69012"/>
                  </a:lnTo>
                  <a:lnTo>
                    <a:pt x="32089" y="68295"/>
                  </a:lnTo>
                  <a:lnTo>
                    <a:pt x="28224" y="68791"/>
                  </a:lnTo>
                  <a:lnTo>
                    <a:pt x="25528" y="68406"/>
                  </a:lnTo>
                  <a:lnTo>
                    <a:pt x="23280" y="69673"/>
                  </a:lnTo>
                  <a:lnTo>
                    <a:pt x="23101" y="70941"/>
                  </a:lnTo>
                  <a:lnTo>
                    <a:pt x="17977" y="70610"/>
                  </a:lnTo>
                  <a:lnTo>
                    <a:pt x="16539" y="72926"/>
                  </a:lnTo>
                  <a:lnTo>
                    <a:pt x="13303" y="75296"/>
                  </a:lnTo>
                  <a:lnTo>
                    <a:pt x="12584" y="76949"/>
                  </a:lnTo>
                  <a:lnTo>
                    <a:pt x="10247" y="79650"/>
                  </a:lnTo>
                  <a:lnTo>
                    <a:pt x="7460" y="80587"/>
                  </a:lnTo>
                  <a:lnTo>
                    <a:pt x="3685" y="77997"/>
                  </a:lnTo>
                  <a:lnTo>
                    <a:pt x="1258" y="77666"/>
                  </a:lnTo>
                  <a:lnTo>
                    <a:pt x="1438" y="80312"/>
                  </a:lnTo>
                  <a:lnTo>
                    <a:pt x="359" y="82792"/>
                  </a:lnTo>
                  <a:lnTo>
                    <a:pt x="0" y="85052"/>
                  </a:lnTo>
                  <a:lnTo>
                    <a:pt x="1797" y="86265"/>
                  </a:lnTo>
                  <a:lnTo>
                    <a:pt x="1438" y="87974"/>
                  </a:lnTo>
                  <a:lnTo>
                    <a:pt x="2426" y="90509"/>
                  </a:lnTo>
                  <a:lnTo>
                    <a:pt x="5123" y="91281"/>
                  </a:lnTo>
                  <a:lnTo>
                    <a:pt x="6022" y="92824"/>
                  </a:lnTo>
                  <a:lnTo>
                    <a:pt x="10786" y="93155"/>
                  </a:lnTo>
                  <a:lnTo>
                    <a:pt x="14382" y="93706"/>
                  </a:lnTo>
                  <a:lnTo>
                    <a:pt x="17438" y="95305"/>
                  </a:lnTo>
                  <a:lnTo>
                    <a:pt x="20943" y="97455"/>
                  </a:lnTo>
                  <a:lnTo>
                    <a:pt x="22921" y="99219"/>
                  </a:lnTo>
                  <a:lnTo>
                    <a:pt x="25887" y="100597"/>
                  </a:lnTo>
                  <a:lnTo>
                    <a:pt x="26067" y="100266"/>
                  </a:lnTo>
                  <a:lnTo>
                    <a:pt x="28404" y="99274"/>
                  </a:lnTo>
                  <a:lnTo>
                    <a:pt x="30831" y="97565"/>
                  </a:lnTo>
                  <a:lnTo>
                    <a:pt x="32359" y="95801"/>
                  </a:lnTo>
                  <a:lnTo>
                    <a:pt x="34426" y="94754"/>
                  </a:lnTo>
                  <a:lnTo>
                    <a:pt x="37213" y="94974"/>
                  </a:lnTo>
                  <a:lnTo>
                    <a:pt x="39820" y="94754"/>
                  </a:lnTo>
                  <a:lnTo>
                    <a:pt x="42337" y="93706"/>
                  </a:lnTo>
                  <a:lnTo>
                    <a:pt x="45303" y="93376"/>
                  </a:lnTo>
                  <a:lnTo>
                    <a:pt x="46921" y="94644"/>
                  </a:lnTo>
                  <a:lnTo>
                    <a:pt x="47550" y="96683"/>
                  </a:lnTo>
                  <a:lnTo>
                    <a:pt x="47370" y="98502"/>
                  </a:lnTo>
                  <a:lnTo>
                    <a:pt x="47550" y="100101"/>
                  </a:lnTo>
                  <a:lnTo>
                    <a:pt x="48449" y="100872"/>
                  </a:lnTo>
                  <a:lnTo>
                    <a:pt x="50247" y="100927"/>
                  </a:lnTo>
                  <a:lnTo>
                    <a:pt x="53573" y="101313"/>
                  </a:lnTo>
                  <a:lnTo>
                    <a:pt x="50966" y="101809"/>
                  </a:lnTo>
                  <a:lnTo>
                    <a:pt x="46022" y="102361"/>
                  </a:lnTo>
                  <a:lnTo>
                    <a:pt x="43955" y="102912"/>
                  </a:lnTo>
                  <a:lnTo>
                    <a:pt x="42337" y="102967"/>
                  </a:lnTo>
                  <a:lnTo>
                    <a:pt x="40359" y="104676"/>
                  </a:lnTo>
                  <a:lnTo>
                    <a:pt x="40359" y="106660"/>
                  </a:lnTo>
                  <a:lnTo>
                    <a:pt x="42696" y="107873"/>
                  </a:lnTo>
                  <a:lnTo>
                    <a:pt x="40629" y="108369"/>
                  </a:lnTo>
                  <a:lnTo>
                    <a:pt x="38292" y="108479"/>
                  </a:lnTo>
                  <a:lnTo>
                    <a:pt x="36044" y="109141"/>
                  </a:lnTo>
                  <a:lnTo>
                    <a:pt x="36494" y="110298"/>
                  </a:lnTo>
                  <a:lnTo>
                    <a:pt x="39280" y="110298"/>
                  </a:lnTo>
                  <a:lnTo>
                    <a:pt x="42426" y="111566"/>
                  </a:lnTo>
                  <a:lnTo>
                    <a:pt x="44764" y="112613"/>
                  </a:lnTo>
                  <a:lnTo>
                    <a:pt x="45752" y="114763"/>
                  </a:lnTo>
                  <a:lnTo>
                    <a:pt x="48719" y="114708"/>
                  </a:lnTo>
                  <a:lnTo>
                    <a:pt x="51235" y="116141"/>
                  </a:lnTo>
                  <a:lnTo>
                    <a:pt x="54471" y="115424"/>
                  </a:lnTo>
                  <a:lnTo>
                    <a:pt x="56719" y="115424"/>
                  </a:lnTo>
                  <a:lnTo>
                    <a:pt x="56179" y="117299"/>
                  </a:lnTo>
                  <a:lnTo>
                    <a:pt x="56000" y="118787"/>
                  </a:lnTo>
                  <a:lnTo>
                    <a:pt x="57258" y="120000"/>
                  </a:lnTo>
                  <a:lnTo>
                    <a:pt x="58157" y="118456"/>
                  </a:lnTo>
                  <a:lnTo>
                    <a:pt x="59775" y="117133"/>
                  </a:lnTo>
                  <a:lnTo>
                    <a:pt x="64269" y="114983"/>
                  </a:lnTo>
                  <a:lnTo>
                    <a:pt x="68674" y="113550"/>
                  </a:lnTo>
                  <a:lnTo>
                    <a:pt x="72719" y="115204"/>
                  </a:lnTo>
                  <a:lnTo>
                    <a:pt x="79820" y="116306"/>
                  </a:lnTo>
                  <a:lnTo>
                    <a:pt x="79730" y="116196"/>
                  </a:lnTo>
                  <a:lnTo>
                    <a:pt x="67056" y="95305"/>
                  </a:lnTo>
                  <a:lnTo>
                    <a:pt x="79191" y="87698"/>
                  </a:lnTo>
                  <a:lnTo>
                    <a:pt x="78831" y="84887"/>
                  </a:lnTo>
                  <a:lnTo>
                    <a:pt x="81977" y="84446"/>
                  </a:lnTo>
                  <a:lnTo>
                    <a:pt x="82247" y="86871"/>
                  </a:lnTo>
                  <a:lnTo>
                    <a:pt x="84134" y="86761"/>
                  </a:lnTo>
                  <a:lnTo>
                    <a:pt x="83865" y="86485"/>
                  </a:lnTo>
                  <a:lnTo>
                    <a:pt x="83595" y="82406"/>
                  </a:lnTo>
                  <a:lnTo>
                    <a:pt x="86292" y="81084"/>
                  </a:lnTo>
                  <a:lnTo>
                    <a:pt x="88629" y="79650"/>
                  </a:lnTo>
                  <a:lnTo>
                    <a:pt x="87191" y="79044"/>
                  </a:lnTo>
                  <a:lnTo>
                    <a:pt x="83505" y="79540"/>
                  </a:lnTo>
                  <a:lnTo>
                    <a:pt x="86292" y="77115"/>
                  </a:lnTo>
                  <a:lnTo>
                    <a:pt x="88898" y="78162"/>
                  </a:lnTo>
                  <a:lnTo>
                    <a:pt x="90516" y="75351"/>
                  </a:lnTo>
                  <a:lnTo>
                    <a:pt x="92134" y="78548"/>
                  </a:lnTo>
                  <a:lnTo>
                    <a:pt x="90247" y="80753"/>
                  </a:lnTo>
                  <a:lnTo>
                    <a:pt x="92674" y="83619"/>
                  </a:lnTo>
                  <a:lnTo>
                    <a:pt x="97258" y="86816"/>
                  </a:lnTo>
                  <a:lnTo>
                    <a:pt x="96808" y="88966"/>
                  </a:lnTo>
                  <a:lnTo>
                    <a:pt x="105168" y="90840"/>
                  </a:lnTo>
                  <a:lnTo>
                    <a:pt x="113258" y="85714"/>
                  </a:lnTo>
                  <a:lnTo>
                    <a:pt x="120000" y="8406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6" name="Google Shape;1066;p58"/>
            <p:cNvSpPr/>
            <p:nvPr/>
          </p:nvSpPr>
          <p:spPr>
            <a:xfrm>
              <a:off x="6804976" y="3502496"/>
              <a:ext cx="206100" cy="179700"/>
            </a:xfrm>
            <a:custGeom>
              <a:rect b="b" l="l" r="r" t="t"/>
              <a:pathLst>
                <a:path extrusionOk="0" h="120000" w="120000">
                  <a:moveTo>
                    <a:pt x="51627" y="8800"/>
                  </a:moveTo>
                  <a:lnTo>
                    <a:pt x="34186" y="24800"/>
                  </a:lnTo>
                  <a:lnTo>
                    <a:pt x="19534" y="24000"/>
                  </a:lnTo>
                  <a:lnTo>
                    <a:pt x="4186" y="28000"/>
                  </a:lnTo>
                  <a:lnTo>
                    <a:pt x="0" y="48800"/>
                  </a:lnTo>
                  <a:lnTo>
                    <a:pt x="0" y="73600"/>
                  </a:lnTo>
                  <a:lnTo>
                    <a:pt x="2093" y="101600"/>
                  </a:lnTo>
                  <a:lnTo>
                    <a:pt x="25116" y="120000"/>
                  </a:lnTo>
                  <a:lnTo>
                    <a:pt x="43255" y="118400"/>
                  </a:lnTo>
                  <a:lnTo>
                    <a:pt x="67674" y="105600"/>
                  </a:lnTo>
                  <a:lnTo>
                    <a:pt x="79534" y="90400"/>
                  </a:lnTo>
                  <a:lnTo>
                    <a:pt x="98372" y="99200"/>
                  </a:lnTo>
                  <a:lnTo>
                    <a:pt x="110930" y="77600"/>
                  </a:lnTo>
                  <a:lnTo>
                    <a:pt x="120000" y="76800"/>
                  </a:lnTo>
                  <a:lnTo>
                    <a:pt x="117209" y="57600"/>
                  </a:lnTo>
                  <a:lnTo>
                    <a:pt x="115116" y="29600"/>
                  </a:lnTo>
                  <a:lnTo>
                    <a:pt x="90000" y="8800"/>
                  </a:lnTo>
                  <a:lnTo>
                    <a:pt x="89302" y="0"/>
                  </a:lnTo>
                  <a:lnTo>
                    <a:pt x="57906" y="3200"/>
                  </a:lnTo>
                  <a:lnTo>
                    <a:pt x="51627" y="88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7" name="Google Shape;1067;p58"/>
            <p:cNvSpPr/>
            <p:nvPr/>
          </p:nvSpPr>
          <p:spPr>
            <a:xfrm>
              <a:off x="7044553" y="-8508"/>
              <a:ext cx="3264300" cy="3300300"/>
            </a:xfrm>
            <a:custGeom>
              <a:rect b="b" l="l" r="r" t="t"/>
              <a:pathLst>
                <a:path extrusionOk="0" h="120000" w="120000">
                  <a:moveTo>
                    <a:pt x="41594" y="0"/>
                  </a:moveTo>
                  <a:cubicBezTo>
                    <a:pt x="41462" y="1433"/>
                    <a:pt x="41462" y="1433"/>
                    <a:pt x="41462" y="1433"/>
                  </a:cubicBezTo>
                  <a:cubicBezTo>
                    <a:pt x="41462" y="173"/>
                    <a:pt x="41462" y="173"/>
                    <a:pt x="41462" y="173"/>
                  </a:cubicBezTo>
                  <a:cubicBezTo>
                    <a:pt x="41418" y="0"/>
                    <a:pt x="41418" y="0"/>
                    <a:pt x="41418" y="0"/>
                  </a:cubicBezTo>
                  <a:cubicBezTo>
                    <a:pt x="39005" y="0"/>
                    <a:pt x="39005" y="0"/>
                    <a:pt x="39005" y="0"/>
                  </a:cubicBezTo>
                  <a:cubicBezTo>
                    <a:pt x="38873" y="173"/>
                    <a:pt x="38873" y="173"/>
                    <a:pt x="38873" y="173"/>
                  </a:cubicBezTo>
                  <a:cubicBezTo>
                    <a:pt x="39751" y="1520"/>
                    <a:pt x="39751" y="1520"/>
                    <a:pt x="39751" y="1520"/>
                  </a:cubicBezTo>
                  <a:cubicBezTo>
                    <a:pt x="38961" y="1433"/>
                    <a:pt x="38961" y="1433"/>
                    <a:pt x="38961" y="1433"/>
                  </a:cubicBezTo>
                  <a:cubicBezTo>
                    <a:pt x="37074" y="2562"/>
                    <a:pt x="37074" y="2562"/>
                    <a:pt x="37074" y="2562"/>
                  </a:cubicBezTo>
                  <a:cubicBezTo>
                    <a:pt x="35846" y="5124"/>
                    <a:pt x="35846" y="5124"/>
                    <a:pt x="35846" y="5124"/>
                  </a:cubicBezTo>
                  <a:cubicBezTo>
                    <a:pt x="34837" y="7513"/>
                    <a:pt x="34837" y="7513"/>
                    <a:pt x="34837" y="7513"/>
                  </a:cubicBezTo>
                  <a:cubicBezTo>
                    <a:pt x="33784" y="8338"/>
                    <a:pt x="33784" y="8338"/>
                    <a:pt x="33784" y="8338"/>
                  </a:cubicBezTo>
                  <a:cubicBezTo>
                    <a:pt x="34223" y="9989"/>
                    <a:pt x="34223" y="9989"/>
                    <a:pt x="34223" y="9989"/>
                  </a:cubicBezTo>
                  <a:cubicBezTo>
                    <a:pt x="35188" y="11769"/>
                    <a:pt x="35188" y="11769"/>
                    <a:pt x="35188" y="11769"/>
                  </a:cubicBezTo>
                  <a:cubicBezTo>
                    <a:pt x="33784" y="12377"/>
                    <a:pt x="33784" y="12377"/>
                    <a:pt x="33784" y="12377"/>
                  </a:cubicBezTo>
                  <a:cubicBezTo>
                    <a:pt x="32336" y="12899"/>
                    <a:pt x="32336" y="12899"/>
                    <a:pt x="32336" y="12899"/>
                  </a:cubicBezTo>
                  <a:cubicBezTo>
                    <a:pt x="31809" y="12204"/>
                    <a:pt x="31809" y="12204"/>
                    <a:pt x="31809" y="12204"/>
                  </a:cubicBezTo>
                  <a:cubicBezTo>
                    <a:pt x="30405" y="11856"/>
                    <a:pt x="30405" y="11856"/>
                    <a:pt x="30405" y="11856"/>
                  </a:cubicBezTo>
                  <a:cubicBezTo>
                    <a:pt x="29572" y="10684"/>
                    <a:pt x="29572" y="10684"/>
                    <a:pt x="29572" y="10684"/>
                  </a:cubicBezTo>
                  <a:cubicBezTo>
                    <a:pt x="30405" y="8859"/>
                    <a:pt x="30405" y="8859"/>
                    <a:pt x="30405" y="8859"/>
                  </a:cubicBezTo>
                  <a:cubicBezTo>
                    <a:pt x="31458" y="7947"/>
                    <a:pt x="31458" y="7947"/>
                    <a:pt x="31458" y="7947"/>
                  </a:cubicBezTo>
                  <a:cubicBezTo>
                    <a:pt x="30844" y="7252"/>
                    <a:pt x="30844" y="7252"/>
                    <a:pt x="30844" y="7252"/>
                  </a:cubicBezTo>
                  <a:cubicBezTo>
                    <a:pt x="29396" y="6731"/>
                    <a:pt x="29396" y="6731"/>
                    <a:pt x="29396" y="6731"/>
                  </a:cubicBezTo>
                  <a:cubicBezTo>
                    <a:pt x="27817" y="6297"/>
                    <a:pt x="27817" y="6297"/>
                    <a:pt x="27817" y="6297"/>
                  </a:cubicBezTo>
                  <a:cubicBezTo>
                    <a:pt x="26457" y="6558"/>
                    <a:pt x="26457" y="6558"/>
                    <a:pt x="26457" y="6558"/>
                  </a:cubicBezTo>
                  <a:cubicBezTo>
                    <a:pt x="25140" y="6558"/>
                    <a:pt x="25140" y="6558"/>
                    <a:pt x="25140" y="6558"/>
                  </a:cubicBezTo>
                  <a:cubicBezTo>
                    <a:pt x="25140" y="7513"/>
                    <a:pt x="25140" y="7513"/>
                    <a:pt x="25140" y="7513"/>
                  </a:cubicBezTo>
                  <a:cubicBezTo>
                    <a:pt x="26544" y="8121"/>
                    <a:pt x="26544" y="8121"/>
                    <a:pt x="26544" y="8121"/>
                  </a:cubicBezTo>
                  <a:cubicBezTo>
                    <a:pt x="27597" y="9554"/>
                    <a:pt x="27597" y="9554"/>
                    <a:pt x="27597" y="9554"/>
                  </a:cubicBezTo>
                  <a:cubicBezTo>
                    <a:pt x="27422" y="11596"/>
                    <a:pt x="27422" y="11596"/>
                    <a:pt x="27422" y="11596"/>
                  </a:cubicBezTo>
                  <a:cubicBezTo>
                    <a:pt x="28431" y="12899"/>
                    <a:pt x="28431" y="12899"/>
                    <a:pt x="28431" y="12899"/>
                  </a:cubicBezTo>
                  <a:cubicBezTo>
                    <a:pt x="29659" y="13724"/>
                    <a:pt x="29659" y="13724"/>
                    <a:pt x="29659" y="13724"/>
                  </a:cubicBezTo>
                  <a:cubicBezTo>
                    <a:pt x="30756" y="15114"/>
                    <a:pt x="30756" y="15114"/>
                    <a:pt x="30756" y="15114"/>
                  </a:cubicBezTo>
                  <a:cubicBezTo>
                    <a:pt x="30756" y="17676"/>
                    <a:pt x="30756" y="17676"/>
                    <a:pt x="30756" y="17676"/>
                  </a:cubicBezTo>
                  <a:cubicBezTo>
                    <a:pt x="29308" y="17676"/>
                    <a:pt x="29308" y="17676"/>
                    <a:pt x="29308" y="17676"/>
                  </a:cubicBezTo>
                  <a:cubicBezTo>
                    <a:pt x="28606" y="16547"/>
                    <a:pt x="28606" y="16547"/>
                    <a:pt x="28606" y="16547"/>
                  </a:cubicBezTo>
                  <a:cubicBezTo>
                    <a:pt x="26983" y="16634"/>
                    <a:pt x="26983" y="16634"/>
                    <a:pt x="26983" y="16634"/>
                  </a:cubicBezTo>
                  <a:cubicBezTo>
                    <a:pt x="26544" y="18545"/>
                    <a:pt x="26544" y="18545"/>
                    <a:pt x="26544" y="18545"/>
                  </a:cubicBezTo>
                  <a:cubicBezTo>
                    <a:pt x="25491" y="20673"/>
                    <a:pt x="25491" y="20673"/>
                    <a:pt x="25491" y="20673"/>
                  </a:cubicBezTo>
                  <a:cubicBezTo>
                    <a:pt x="24043" y="22193"/>
                    <a:pt x="24043" y="22193"/>
                    <a:pt x="24043" y="22193"/>
                  </a:cubicBezTo>
                  <a:cubicBezTo>
                    <a:pt x="24219" y="23669"/>
                    <a:pt x="24219" y="23669"/>
                    <a:pt x="24219" y="23669"/>
                  </a:cubicBezTo>
                  <a:cubicBezTo>
                    <a:pt x="25228" y="24929"/>
                    <a:pt x="25228" y="24929"/>
                    <a:pt x="25228" y="24929"/>
                  </a:cubicBezTo>
                  <a:cubicBezTo>
                    <a:pt x="25930" y="26058"/>
                    <a:pt x="25930" y="26058"/>
                    <a:pt x="25930" y="26058"/>
                  </a:cubicBezTo>
                  <a:cubicBezTo>
                    <a:pt x="24482" y="26883"/>
                    <a:pt x="24482" y="26883"/>
                    <a:pt x="24482" y="26883"/>
                  </a:cubicBezTo>
                  <a:cubicBezTo>
                    <a:pt x="22464" y="26710"/>
                    <a:pt x="22464" y="26710"/>
                    <a:pt x="22464" y="26710"/>
                  </a:cubicBezTo>
                  <a:cubicBezTo>
                    <a:pt x="20753" y="26319"/>
                    <a:pt x="20753" y="26319"/>
                    <a:pt x="20753" y="26319"/>
                  </a:cubicBezTo>
                  <a:cubicBezTo>
                    <a:pt x="18866" y="25798"/>
                    <a:pt x="18866" y="25798"/>
                    <a:pt x="18866" y="25798"/>
                  </a:cubicBezTo>
                  <a:cubicBezTo>
                    <a:pt x="18778" y="27144"/>
                    <a:pt x="18778" y="27144"/>
                    <a:pt x="18778" y="27144"/>
                  </a:cubicBezTo>
                  <a:cubicBezTo>
                    <a:pt x="19875" y="28881"/>
                    <a:pt x="19875" y="28881"/>
                    <a:pt x="19875" y="28881"/>
                  </a:cubicBezTo>
                  <a:cubicBezTo>
                    <a:pt x="21455" y="28794"/>
                    <a:pt x="21455" y="28794"/>
                    <a:pt x="21455" y="28794"/>
                  </a:cubicBezTo>
                  <a:cubicBezTo>
                    <a:pt x="22244" y="30228"/>
                    <a:pt x="22244" y="30228"/>
                    <a:pt x="22244" y="30228"/>
                  </a:cubicBezTo>
                  <a:cubicBezTo>
                    <a:pt x="21455" y="31270"/>
                    <a:pt x="21455" y="31270"/>
                    <a:pt x="21455" y="31270"/>
                  </a:cubicBezTo>
                  <a:cubicBezTo>
                    <a:pt x="19305" y="31096"/>
                    <a:pt x="19305" y="31096"/>
                    <a:pt x="19305" y="31096"/>
                  </a:cubicBezTo>
                  <a:cubicBezTo>
                    <a:pt x="18340" y="30141"/>
                    <a:pt x="18340" y="30141"/>
                    <a:pt x="18340" y="30141"/>
                  </a:cubicBezTo>
                  <a:cubicBezTo>
                    <a:pt x="16892" y="30141"/>
                    <a:pt x="16892" y="30141"/>
                    <a:pt x="16892" y="30141"/>
                  </a:cubicBezTo>
                  <a:cubicBezTo>
                    <a:pt x="14873" y="28707"/>
                    <a:pt x="14873" y="28707"/>
                    <a:pt x="14873" y="28707"/>
                  </a:cubicBezTo>
                  <a:cubicBezTo>
                    <a:pt x="14040" y="26623"/>
                    <a:pt x="14040" y="26623"/>
                    <a:pt x="14040" y="26623"/>
                  </a:cubicBezTo>
                  <a:cubicBezTo>
                    <a:pt x="14127" y="24668"/>
                    <a:pt x="14127" y="24668"/>
                    <a:pt x="14127" y="24668"/>
                  </a:cubicBezTo>
                  <a:cubicBezTo>
                    <a:pt x="12811" y="23409"/>
                    <a:pt x="12811" y="23409"/>
                    <a:pt x="12811" y="23409"/>
                  </a:cubicBezTo>
                  <a:cubicBezTo>
                    <a:pt x="10398" y="22714"/>
                    <a:pt x="10398" y="22714"/>
                    <a:pt x="10398" y="22714"/>
                  </a:cubicBezTo>
                  <a:cubicBezTo>
                    <a:pt x="8862" y="21411"/>
                    <a:pt x="8862" y="21411"/>
                    <a:pt x="8862" y="21411"/>
                  </a:cubicBezTo>
                  <a:cubicBezTo>
                    <a:pt x="7985" y="20152"/>
                    <a:pt x="7985" y="20152"/>
                    <a:pt x="7985" y="20152"/>
                  </a:cubicBezTo>
                  <a:cubicBezTo>
                    <a:pt x="8160" y="19370"/>
                    <a:pt x="8160" y="19370"/>
                    <a:pt x="8160" y="19370"/>
                  </a:cubicBezTo>
                  <a:cubicBezTo>
                    <a:pt x="9433" y="19891"/>
                    <a:pt x="9433" y="19891"/>
                    <a:pt x="9433" y="19891"/>
                  </a:cubicBezTo>
                  <a:cubicBezTo>
                    <a:pt x="12021" y="20238"/>
                    <a:pt x="12021" y="20238"/>
                    <a:pt x="12021" y="20238"/>
                  </a:cubicBezTo>
                  <a:cubicBezTo>
                    <a:pt x="14786" y="21107"/>
                    <a:pt x="14786" y="21107"/>
                    <a:pt x="14786" y="21107"/>
                  </a:cubicBezTo>
                  <a:cubicBezTo>
                    <a:pt x="17901" y="21020"/>
                    <a:pt x="17901" y="21020"/>
                    <a:pt x="17901" y="21020"/>
                  </a:cubicBezTo>
                  <a:cubicBezTo>
                    <a:pt x="20402" y="20933"/>
                    <a:pt x="20402" y="20933"/>
                    <a:pt x="20402" y="20933"/>
                  </a:cubicBezTo>
                  <a:cubicBezTo>
                    <a:pt x="22069" y="19891"/>
                    <a:pt x="22069" y="19891"/>
                    <a:pt x="22069" y="19891"/>
                  </a:cubicBezTo>
                  <a:cubicBezTo>
                    <a:pt x="23429" y="18023"/>
                    <a:pt x="23429" y="18023"/>
                    <a:pt x="23429" y="18023"/>
                  </a:cubicBezTo>
                  <a:cubicBezTo>
                    <a:pt x="23692" y="15374"/>
                    <a:pt x="23692" y="15374"/>
                    <a:pt x="23692" y="15374"/>
                  </a:cubicBezTo>
                  <a:cubicBezTo>
                    <a:pt x="22990" y="13724"/>
                    <a:pt x="22990" y="13724"/>
                    <a:pt x="22990" y="13724"/>
                  </a:cubicBezTo>
                  <a:cubicBezTo>
                    <a:pt x="21367" y="12638"/>
                    <a:pt x="21367" y="12638"/>
                    <a:pt x="21367" y="12638"/>
                  </a:cubicBezTo>
                  <a:cubicBezTo>
                    <a:pt x="18954" y="11422"/>
                    <a:pt x="18954" y="11422"/>
                    <a:pt x="18954" y="11422"/>
                  </a:cubicBezTo>
                  <a:cubicBezTo>
                    <a:pt x="16453" y="10249"/>
                    <a:pt x="16453" y="10249"/>
                    <a:pt x="16453" y="10249"/>
                  </a:cubicBezTo>
                  <a:cubicBezTo>
                    <a:pt x="14522" y="9120"/>
                    <a:pt x="14522" y="9120"/>
                    <a:pt x="14522" y="9120"/>
                  </a:cubicBezTo>
                  <a:cubicBezTo>
                    <a:pt x="12021" y="8425"/>
                    <a:pt x="12021" y="8425"/>
                    <a:pt x="12021" y="8425"/>
                  </a:cubicBezTo>
                  <a:cubicBezTo>
                    <a:pt x="10135" y="8512"/>
                    <a:pt x="10135" y="8512"/>
                    <a:pt x="10135" y="8512"/>
                  </a:cubicBezTo>
                  <a:cubicBezTo>
                    <a:pt x="7809" y="8425"/>
                    <a:pt x="7809" y="8425"/>
                    <a:pt x="7809" y="8425"/>
                  </a:cubicBezTo>
                  <a:cubicBezTo>
                    <a:pt x="6098" y="7600"/>
                    <a:pt x="6098" y="7600"/>
                    <a:pt x="6098" y="7600"/>
                  </a:cubicBezTo>
                  <a:cubicBezTo>
                    <a:pt x="6932" y="6731"/>
                    <a:pt x="6932" y="6731"/>
                    <a:pt x="6932" y="6731"/>
                  </a:cubicBezTo>
                  <a:cubicBezTo>
                    <a:pt x="4870" y="5689"/>
                    <a:pt x="4870" y="5689"/>
                    <a:pt x="4870" y="5689"/>
                  </a:cubicBezTo>
                  <a:cubicBezTo>
                    <a:pt x="4168" y="7079"/>
                    <a:pt x="4168" y="7079"/>
                    <a:pt x="4168" y="7079"/>
                  </a:cubicBezTo>
                  <a:cubicBezTo>
                    <a:pt x="3027" y="7687"/>
                    <a:pt x="3027" y="7687"/>
                    <a:pt x="3027" y="7687"/>
                  </a:cubicBezTo>
                  <a:cubicBezTo>
                    <a:pt x="3027" y="8599"/>
                    <a:pt x="3027" y="8599"/>
                    <a:pt x="3027" y="8599"/>
                  </a:cubicBezTo>
                  <a:cubicBezTo>
                    <a:pt x="2062" y="8859"/>
                    <a:pt x="2062" y="8859"/>
                    <a:pt x="2062" y="8859"/>
                  </a:cubicBezTo>
                  <a:cubicBezTo>
                    <a:pt x="1316" y="9989"/>
                    <a:pt x="1316" y="9989"/>
                    <a:pt x="1316" y="9989"/>
                  </a:cubicBezTo>
                  <a:cubicBezTo>
                    <a:pt x="965" y="11335"/>
                    <a:pt x="965" y="11335"/>
                    <a:pt x="965" y="11335"/>
                  </a:cubicBezTo>
                  <a:cubicBezTo>
                    <a:pt x="570" y="11726"/>
                    <a:pt x="570" y="11726"/>
                    <a:pt x="570" y="11726"/>
                  </a:cubicBezTo>
                  <a:cubicBezTo>
                    <a:pt x="0" y="12290"/>
                    <a:pt x="0" y="12290"/>
                    <a:pt x="0" y="12290"/>
                  </a:cubicBezTo>
                  <a:cubicBezTo>
                    <a:pt x="87" y="14679"/>
                    <a:pt x="87" y="14679"/>
                    <a:pt x="87" y="14679"/>
                  </a:cubicBezTo>
                  <a:cubicBezTo>
                    <a:pt x="526" y="16026"/>
                    <a:pt x="526" y="16026"/>
                    <a:pt x="526" y="16026"/>
                  </a:cubicBezTo>
                  <a:cubicBezTo>
                    <a:pt x="1404" y="16373"/>
                    <a:pt x="1404" y="16373"/>
                    <a:pt x="1404" y="16373"/>
                  </a:cubicBezTo>
                  <a:cubicBezTo>
                    <a:pt x="3378" y="18154"/>
                    <a:pt x="3378" y="18154"/>
                    <a:pt x="3378" y="18154"/>
                  </a:cubicBezTo>
                  <a:cubicBezTo>
                    <a:pt x="1974" y="21411"/>
                    <a:pt x="1974" y="21411"/>
                    <a:pt x="1974" y="21411"/>
                  </a:cubicBezTo>
                  <a:cubicBezTo>
                    <a:pt x="5089" y="26275"/>
                    <a:pt x="5089" y="26275"/>
                    <a:pt x="5089" y="26275"/>
                  </a:cubicBezTo>
                  <a:cubicBezTo>
                    <a:pt x="4650" y="27665"/>
                    <a:pt x="4650" y="27665"/>
                    <a:pt x="4650" y="27665"/>
                  </a:cubicBezTo>
                  <a:cubicBezTo>
                    <a:pt x="4738" y="29098"/>
                    <a:pt x="4738" y="29098"/>
                    <a:pt x="4738" y="29098"/>
                  </a:cubicBezTo>
                  <a:cubicBezTo>
                    <a:pt x="5440" y="29446"/>
                    <a:pt x="5440" y="29446"/>
                    <a:pt x="5440" y="29446"/>
                  </a:cubicBezTo>
                  <a:cubicBezTo>
                    <a:pt x="5089" y="30141"/>
                    <a:pt x="5089" y="30141"/>
                    <a:pt x="5089" y="30141"/>
                  </a:cubicBezTo>
                  <a:cubicBezTo>
                    <a:pt x="5879" y="31400"/>
                    <a:pt x="5879" y="31400"/>
                    <a:pt x="5879" y="31400"/>
                  </a:cubicBezTo>
                  <a:cubicBezTo>
                    <a:pt x="5967" y="32095"/>
                    <a:pt x="5967" y="32095"/>
                    <a:pt x="5967" y="32095"/>
                  </a:cubicBezTo>
                  <a:cubicBezTo>
                    <a:pt x="7063" y="32790"/>
                    <a:pt x="7063" y="32790"/>
                    <a:pt x="7063" y="32790"/>
                  </a:cubicBezTo>
                  <a:cubicBezTo>
                    <a:pt x="7063" y="34223"/>
                    <a:pt x="7063" y="34223"/>
                    <a:pt x="7063" y="34223"/>
                  </a:cubicBezTo>
                  <a:cubicBezTo>
                    <a:pt x="6405" y="35526"/>
                    <a:pt x="6405" y="35526"/>
                    <a:pt x="6405" y="35526"/>
                  </a:cubicBezTo>
                  <a:cubicBezTo>
                    <a:pt x="8380" y="36786"/>
                    <a:pt x="8380" y="36786"/>
                    <a:pt x="8380" y="36786"/>
                  </a:cubicBezTo>
                  <a:cubicBezTo>
                    <a:pt x="9433" y="37654"/>
                    <a:pt x="9433" y="37654"/>
                    <a:pt x="9433" y="37654"/>
                  </a:cubicBezTo>
                  <a:cubicBezTo>
                    <a:pt x="10091" y="39348"/>
                    <a:pt x="10091" y="39348"/>
                    <a:pt x="10091" y="39348"/>
                  </a:cubicBezTo>
                  <a:cubicBezTo>
                    <a:pt x="9652" y="40912"/>
                    <a:pt x="9652" y="40912"/>
                    <a:pt x="9652" y="40912"/>
                  </a:cubicBezTo>
                  <a:cubicBezTo>
                    <a:pt x="8819" y="41737"/>
                    <a:pt x="8819" y="41737"/>
                    <a:pt x="8819" y="41737"/>
                  </a:cubicBezTo>
                  <a:cubicBezTo>
                    <a:pt x="3817" y="50206"/>
                    <a:pt x="3817" y="50206"/>
                    <a:pt x="3817" y="50206"/>
                  </a:cubicBezTo>
                  <a:cubicBezTo>
                    <a:pt x="4431" y="50206"/>
                    <a:pt x="4431" y="50206"/>
                    <a:pt x="4431" y="50206"/>
                  </a:cubicBezTo>
                  <a:cubicBezTo>
                    <a:pt x="6098" y="48859"/>
                    <a:pt x="6098" y="48859"/>
                    <a:pt x="6098" y="48859"/>
                  </a:cubicBezTo>
                  <a:cubicBezTo>
                    <a:pt x="6186" y="49989"/>
                    <a:pt x="6186" y="49989"/>
                    <a:pt x="6186" y="49989"/>
                  </a:cubicBezTo>
                  <a:cubicBezTo>
                    <a:pt x="7458" y="51248"/>
                    <a:pt x="7458" y="51248"/>
                    <a:pt x="7458" y="51248"/>
                  </a:cubicBezTo>
                  <a:cubicBezTo>
                    <a:pt x="8599" y="50901"/>
                    <a:pt x="8599" y="50901"/>
                    <a:pt x="8599" y="50901"/>
                  </a:cubicBezTo>
                  <a:cubicBezTo>
                    <a:pt x="9872" y="51596"/>
                    <a:pt x="9872" y="51596"/>
                    <a:pt x="9872" y="51596"/>
                  </a:cubicBezTo>
                  <a:cubicBezTo>
                    <a:pt x="9608" y="52855"/>
                    <a:pt x="9608" y="52855"/>
                    <a:pt x="9608" y="52855"/>
                  </a:cubicBezTo>
                  <a:cubicBezTo>
                    <a:pt x="7634" y="52377"/>
                    <a:pt x="7634" y="52377"/>
                    <a:pt x="7634" y="52377"/>
                  </a:cubicBezTo>
                  <a:cubicBezTo>
                    <a:pt x="5659" y="53376"/>
                    <a:pt x="5659" y="53376"/>
                    <a:pt x="5659" y="53376"/>
                  </a:cubicBezTo>
                  <a:cubicBezTo>
                    <a:pt x="5572" y="54853"/>
                    <a:pt x="5572" y="54853"/>
                    <a:pt x="5572" y="54853"/>
                  </a:cubicBezTo>
                  <a:cubicBezTo>
                    <a:pt x="5221" y="54940"/>
                    <a:pt x="5221" y="54940"/>
                    <a:pt x="5221" y="54940"/>
                  </a:cubicBezTo>
                  <a:cubicBezTo>
                    <a:pt x="5528" y="55852"/>
                    <a:pt x="5528" y="55852"/>
                    <a:pt x="5528" y="55852"/>
                  </a:cubicBezTo>
                  <a:cubicBezTo>
                    <a:pt x="4914" y="56981"/>
                    <a:pt x="4914" y="56981"/>
                    <a:pt x="4914" y="56981"/>
                  </a:cubicBezTo>
                  <a:cubicBezTo>
                    <a:pt x="4738" y="58154"/>
                    <a:pt x="4738" y="58154"/>
                    <a:pt x="4738" y="58154"/>
                  </a:cubicBezTo>
                  <a:cubicBezTo>
                    <a:pt x="5265" y="59804"/>
                    <a:pt x="5265" y="59804"/>
                    <a:pt x="5265" y="59804"/>
                  </a:cubicBezTo>
                  <a:cubicBezTo>
                    <a:pt x="5616" y="61758"/>
                    <a:pt x="5616" y="61758"/>
                    <a:pt x="5616" y="61758"/>
                  </a:cubicBezTo>
                  <a:cubicBezTo>
                    <a:pt x="4870" y="63235"/>
                    <a:pt x="4870" y="63235"/>
                    <a:pt x="4870" y="63235"/>
                  </a:cubicBezTo>
                  <a:cubicBezTo>
                    <a:pt x="4826" y="63365"/>
                    <a:pt x="4826" y="63365"/>
                    <a:pt x="4826" y="63365"/>
                  </a:cubicBezTo>
                  <a:cubicBezTo>
                    <a:pt x="6230" y="64668"/>
                    <a:pt x="6230" y="64668"/>
                    <a:pt x="6230" y="64668"/>
                  </a:cubicBezTo>
                  <a:cubicBezTo>
                    <a:pt x="5703" y="65841"/>
                    <a:pt x="5703" y="65841"/>
                    <a:pt x="5703" y="65841"/>
                  </a:cubicBezTo>
                  <a:cubicBezTo>
                    <a:pt x="6800" y="66970"/>
                    <a:pt x="6800" y="66970"/>
                    <a:pt x="6800" y="66970"/>
                  </a:cubicBezTo>
                  <a:cubicBezTo>
                    <a:pt x="7590" y="68403"/>
                    <a:pt x="7590" y="68403"/>
                    <a:pt x="7590" y="68403"/>
                  </a:cubicBezTo>
                  <a:cubicBezTo>
                    <a:pt x="7414" y="69185"/>
                    <a:pt x="7414" y="69185"/>
                    <a:pt x="7414" y="69185"/>
                  </a:cubicBezTo>
                  <a:cubicBezTo>
                    <a:pt x="7414" y="69272"/>
                    <a:pt x="7414" y="69272"/>
                    <a:pt x="7414" y="69272"/>
                  </a:cubicBezTo>
                  <a:cubicBezTo>
                    <a:pt x="8994" y="69446"/>
                    <a:pt x="8994" y="69446"/>
                    <a:pt x="8994" y="69446"/>
                  </a:cubicBezTo>
                  <a:cubicBezTo>
                    <a:pt x="10179" y="69359"/>
                    <a:pt x="10179" y="69359"/>
                    <a:pt x="10179" y="69359"/>
                  </a:cubicBezTo>
                  <a:cubicBezTo>
                    <a:pt x="11144" y="70879"/>
                    <a:pt x="11144" y="70879"/>
                    <a:pt x="11144" y="70879"/>
                  </a:cubicBezTo>
                  <a:cubicBezTo>
                    <a:pt x="12153" y="69706"/>
                    <a:pt x="12153" y="69706"/>
                    <a:pt x="12153" y="69706"/>
                  </a:cubicBezTo>
                  <a:cubicBezTo>
                    <a:pt x="14829" y="70705"/>
                    <a:pt x="14829" y="70705"/>
                    <a:pt x="14829" y="70705"/>
                  </a:cubicBezTo>
                  <a:cubicBezTo>
                    <a:pt x="14917" y="72703"/>
                    <a:pt x="14917" y="72703"/>
                    <a:pt x="14917" y="72703"/>
                  </a:cubicBezTo>
                  <a:cubicBezTo>
                    <a:pt x="14917" y="74049"/>
                    <a:pt x="14917" y="74049"/>
                    <a:pt x="14917" y="74049"/>
                  </a:cubicBezTo>
                  <a:cubicBezTo>
                    <a:pt x="16409" y="75266"/>
                    <a:pt x="16409" y="75266"/>
                    <a:pt x="16409" y="75266"/>
                  </a:cubicBezTo>
                  <a:cubicBezTo>
                    <a:pt x="16672" y="76525"/>
                    <a:pt x="16672" y="76525"/>
                    <a:pt x="16672" y="76525"/>
                  </a:cubicBezTo>
                  <a:cubicBezTo>
                    <a:pt x="18032" y="77133"/>
                    <a:pt x="18032" y="77133"/>
                    <a:pt x="18032" y="77133"/>
                  </a:cubicBezTo>
                  <a:cubicBezTo>
                    <a:pt x="18383" y="78393"/>
                    <a:pt x="18383" y="78393"/>
                    <a:pt x="18383" y="78393"/>
                  </a:cubicBezTo>
                  <a:cubicBezTo>
                    <a:pt x="19787" y="78566"/>
                    <a:pt x="19787" y="78566"/>
                    <a:pt x="19787" y="78566"/>
                  </a:cubicBezTo>
                  <a:cubicBezTo>
                    <a:pt x="20709" y="79261"/>
                    <a:pt x="20709" y="79261"/>
                    <a:pt x="20709" y="79261"/>
                  </a:cubicBezTo>
                  <a:cubicBezTo>
                    <a:pt x="19700" y="80738"/>
                    <a:pt x="19700" y="80738"/>
                    <a:pt x="19700" y="80738"/>
                  </a:cubicBezTo>
                  <a:cubicBezTo>
                    <a:pt x="17418" y="81129"/>
                    <a:pt x="17418" y="81129"/>
                    <a:pt x="17418" y="81129"/>
                  </a:cubicBezTo>
                  <a:cubicBezTo>
                    <a:pt x="18296" y="83040"/>
                    <a:pt x="18296" y="83040"/>
                    <a:pt x="18296" y="83040"/>
                  </a:cubicBezTo>
                  <a:cubicBezTo>
                    <a:pt x="18998" y="84907"/>
                    <a:pt x="18998" y="84907"/>
                    <a:pt x="18998" y="84907"/>
                  </a:cubicBezTo>
                  <a:cubicBezTo>
                    <a:pt x="19305" y="84994"/>
                    <a:pt x="19305" y="84994"/>
                    <a:pt x="19305" y="84994"/>
                  </a:cubicBezTo>
                  <a:cubicBezTo>
                    <a:pt x="20621" y="85342"/>
                    <a:pt x="20621" y="85342"/>
                    <a:pt x="20621" y="85342"/>
                  </a:cubicBezTo>
                  <a:cubicBezTo>
                    <a:pt x="22113" y="83952"/>
                    <a:pt x="22113" y="83952"/>
                    <a:pt x="22113" y="83952"/>
                  </a:cubicBezTo>
                  <a:cubicBezTo>
                    <a:pt x="24087" y="83865"/>
                    <a:pt x="24087" y="83865"/>
                    <a:pt x="24087" y="83865"/>
                  </a:cubicBezTo>
                  <a:cubicBezTo>
                    <a:pt x="25447" y="84473"/>
                    <a:pt x="25447" y="84473"/>
                    <a:pt x="25447" y="84473"/>
                  </a:cubicBezTo>
                  <a:cubicBezTo>
                    <a:pt x="26676" y="85776"/>
                    <a:pt x="26676" y="85776"/>
                    <a:pt x="26676" y="85776"/>
                  </a:cubicBezTo>
                  <a:cubicBezTo>
                    <a:pt x="25886" y="86862"/>
                    <a:pt x="25886" y="86862"/>
                    <a:pt x="25886" y="86862"/>
                  </a:cubicBezTo>
                  <a:cubicBezTo>
                    <a:pt x="26588" y="87991"/>
                    <a:pt x="26588" y="87991"/>
                    <a:pt x="26588" y="87991"/>
                  </a:cubicBezTo>
                  <a:cubicBezTo>
                    <a:pt x="28212" y="87643"/>
                    <a:pt x="28212" y="87643"/>
                    <a:pt x="28212" y="87643"/>
                  </a:cubicBezTo>
                  <a:cubicBezTo>
                    <a:pt x="29440" y="88425"/>
                    <a:pt x="29440" y="88425"/>
                    <a:pt x="29440" y="88425"/>
                  </a:cubicBezTo>
                  <a:cubicBezTo>
                    <a:pt x="29791" y="90380"/>
                    <a:pt x="29791" y="90380"/>
                    <a:pt x="29791" y="90380"/>
                  </a:cubicBezTo>
                  <a:cubicBezTo>
                    <a:pt x="31327" y="90206"/>
                    <a:pt x="31327" y="90206"/>
                    <a:pt x="31327" y="90206"/>
                  </a:cubicBezTo>
                  <a:cubicBezTo>
                    <a:pt x="32731" y="91074"/>
                    <a:pt x="32731" y="91074"/>
                    <a:pt x="32731" y="91074"/>
                  </a:cubicBezTo>
                  <a:cubicBezTo>
                    <a:pt x="35232" y="89771"/>
                    <a:pt x="35232" y="89771"/>
                    <a:pt x="35232" y="89771"/>
                  </a:cubicBezTo>
                  <a:cubicBezTo>
                    <a:pt x="37118" y="91552"/>
                    <a:pt x="37118" y="91552"/>
                    <a:pt x="37118" y="91552"/>
                  </a:cubicBezTo>
                  <a:cubicBezTo>
                    <a:pt x="38522" y="90727"/>
                    <a:pt x="38522" y="90727"/>
                    <a:pt x="38522" y="90727"/>
                  </a:cubicBezTo>
                  <a:cubicBezTo>
                    <a:pt x="39795" y="91465"/>
                    <a:pt x="39795" y="91465"/>
                    <a:pt x="39795" y="91465"/>
                  </a:cubicBezTo>
                  <a:cubicBezTo>
                    <a:pt x="41330" y="90988"/>
                    <a:pt x="41330" y="90988"/>
                    <a:pt x="41330" y="90988"/>
                  </a:cubicBezTo>
                  <a:cubicBezTo>
                    <a:pt x="42296" y="91900"/>
                    <a:pt x="42296" y="91900"/>
                    <a:pt x="42296" y="91900"/>
                  </a:cubicBezTo>
                  <a:cubicBezTo>
                    <a:pt x="43787" y="91465"/>
                    <a:pt x="43787" y="91465"/>
                    <a:pt x="43787" y="91465"/>
                  </a:cubicBezTo>
                  <a:cubicBezTo>
                    <a:pt x="44095" y="93029"/>
                    <a:pt x="44095" y="93029"/>
                    <a:pt x="44095" y="93029"/>
                  </a:cubicBezTo>
                  <a:cubicBezTo>
                    <a:pt x="42822" y="94115"/>
                    <a:pt x="42822" y="94115"/>
                    <a:pt x="42822" y="94115"/>
                  </a:cubicBezTo>
                  <a:cubicBezTo>
                    <a:pt x="44182" y="96286"/>
                    <a:pt x="44182" y="96286"/>
                    <a:pt x="44182" y="96286"/>
                  </a:cubicBezTo>
                  <a:cubicBezTo>
                    <a:pt x="43173" y="97806"/>
                    <a:pt x="43173" y="97806"/>
                    <a:pt x="43173" y="97806"/>
                  </a:cubicBezTo>
                  <a:cubicBezTo>
                    <a:pt x="42120" y="98762"/>
                    <a:pt x="42120" y="98762"/>
                    <a:pt x="42120" y="98762"/>
                  </a:cubicBezTo>
                  <a:cubicBezTo>
                    <a:pt x="40936" y="100282"/>
                    <a:pt x="40936" y="100282"/>
                    <a:pt x="40936" y="100282"/>
                  </a:cubicBezTo>
                  <a:cubicBezTo>
                    <a:pt x="41330" y="101889"/>
                    <a:pt x="41330" y="101889"/>
                    <a:pt x="41330" y="101889"/>
                  </a:cubicBezTo>
                  <a:cubicBezTo>
                    <a:pt x="41550" y="102584"/>
                    <a:pt x="41550" y="102584"/>
                    <a:pt x="41550" y="102584"/>
                  </a:cubicBezTo>
                  <a:cubicBezTo>
                    <a:pt x="42252" y="102280"/>
                    <a:pt x="42252" y="102280"/>
                    <a:pt x="42252" y="102280"/>
                  </a:cubicBezTo>
                  <a:cubicBezTo>
                    <a:pt x="43787" y="101672"/>
                    <a:pt x="43787" y="101672"/>
                    <a:pt x="43787" y="101672"/>
                  </a:cubicBezTo>
                  <a:cubicBezTo>
                    <a:pt x="43875" y="102584"/>
                    <a:pt x="43875" y="102584"/>
                    <a:pt x="43875" y="102584"/>
                  </a:cubicBezTo>
                  <a:cubicBezTo>
                    <a:pt x="42603" y="103626"/>
                    <a:pt x="42603" y="103626"/>
                    <a:pt x="42603" y="103626"/>
                  </a:cubicBezTo>
                  <a:cubicBezTo>
                    <a:pt x="41374" y="104495"/>
                    <a:pt x="41374" y="104495"/>
                    <a:pt x="41374" y="104495"/>
                  </a:cubicBezTo>
                  <a:cubicBezTo>
                    <a:pt x="39926" y="104755"/>
                    <a:pt x="39926" y="104755"/>
                    <a:pt x="39926" y="104755"/>
                  </a:cubicBezTo>
                  <a:cubicBezTo>
                    <a:pt x="40365" y="105928"/>
                    <a:pt x="40365" y="105928"/>
                    <a:pt x="40365" y="105928"/>
                  </a:cubicBezTo>
                  <a:cubicBezTo>
                    <a:pt x="41374" y="106102"/>
                    <a:pt x="41374" y="106102"/>
                    <a:pt x="41374" y="106102"/>
                  </a:cubicBezTo>
                  <a:cubicBezTo>
                    <a:pt x="42427" y="106883"/>
                    <a:pt x="42427" y="106883"/>
                    <a:pt x="42427" y="106883"/>
                  </a:cubicBezTo>
                  <a:cubicBezTo>
                    <a:pt x="41462" y="107318"/>
                    <a:pt x="41462" y="107318"/>
                    <a:pt x="41462" y="107318"/>
                  </a:cubicBezTo>
                  <a:cubicBezTo>
                    <a:pt x="41111" y="108838"/>
                    <a:pt x="41111" y="108838"/>
                    <a:pt x="41111" y="108838"/>
                  </a:cubicBezTo>
                  <a:cubicBezTo>
                    <a:pt x="40453" y="110445"/>
                    <a:pt x="40453" y="110445"/>
                    <a:pt x="40453" y="110445"/>
                  </a:cubicBezTo>
                  <a:cubicBezTo>
                    <a:pt x="39707" y="110575"/>
                    <a:pt x="39707" y="110575"/>
                    <a:pt x="39707" y="110575"/>
                  </a:cubicBezTo>
                  <a:cubicBezTo>
                    <a:pt x="38961" y="110445"/>
                    <a:pt x="38961" y="110445"/>
                    <a:pt x="38961" y="110445"/>
                  </a:cubicBezTo>
                  <a:cubicBezTo>
                    <a:pt x="38961" y="110445"/>
                    <a:pt x="38084" y="111530"/>
                    <a:pt x="38084" y="111487"/>
                  </a:cubicBezTo>
                  <a:cubicBezTo>
                    <a:pt x="38084" y="111487"/>
                    <a:pt x="38786" y="111704"/>
                    <a:pt x="38786" y="111704"/>
                  </a:cubicBezTo>
                  <a:cubicBezTo>
                    <a:pt x="39575" y="111748"/>
                    <a:pt x="39575" y="111748"/>
                    <a:pt x="39575" y="111748"/>
                  </a:cubicBezTo>
                  <a:cubicBezTo>
                    <a:pt x="41023" y="112747"/>
                    <a:pt x="41023" y="112747"/>
                    <a:pt x="41023" y="112747"/>
                  </a:cubicBezTo>
                  <a:cubicBezTo>
                    <a:pt x="42427" y="113094"/>
                    <a:pt x="42427" y="113094"/>
                    <a:pt x="42427" y="113094"/>
                  </a:cubicBezTo>
                  <a:cubicBezTo>
                    <a:pt x="44402" y="113789"/>
                    <a:pt x="44402" y="113789"/>
                    <a:pt x="44402" y="113789"/>
                  </a:cubicBezTo>
                  <a:cubicBezTo>
                    <a:pt x="46552" y="114744"/>
                    <a:pt x="46552" y="114744"/>
                    <a:pt x="46552" y="114744"/>
                  </a:cubicBezTo>
                  <a:cubicBezTo>
                    <a:pt x="49140" y="116178"/>
                    <a:pt x="49140" y="116178"/>
                    <a:pt x="49140" y="116178"/>
                  </a:cubicBezTo>
                  <a:cubicBezTo>
                    <a:pt x="49798" y="116482"/>
                    <a:pt x="49798" y="116482"/>
                    <a:pt x="49798" y="116482"/>
                  </a:cubicBezTo>
                  <a:cubicBezTo>
                    <a:pt x="50939" y="115613"/>
                    <a:pt x="50939" y="115613"/>
                    <a:pt x="50939" y="115613"/>
                  </a:cubicBezTo>
                  <a:cubicBezTo>
                    <a:pt x="53747" y="116134"/>
                    <a:pt x="53747" y="116134"/>
                    <a:pt x="53747" y="116134"/>
                  </a:cubicBezTo>
                  <a:cubicBezTo>
                    <a:pt x="56336" y="116134"/>
                    <a:pt x="56336" y="116134"/>
                    <a:pt x="56336" y="116134"/>
                  </a:cubicBezTo>
                  <a:cubicBezTo>
                    <a:pt x="59232" y="115787"/>
                    <a:pt x="59232" y="115787"/>
                    <a:pt x="59232" y="115787"/>
                  </a:cubicBezTo>
                  <a:cubicBezTo>
                    <a:pt x="61689" y="116786"/>
                    <a:pt x="61689" y="116786"/>
                    <a:pt x="61689" y="116786"/>
                  </a:cubicBezTo>
                  <a:cubicBezTo>
                    <a:pt x="62566" y="117350"/>
                    <a:pt x="62566" y="117350"/>
                    <a:pt x="62566" y="117350"/>
                  </a:cubicBezTo>
                  <a:cubicBezTo>
                    <a:pt x="64321" y="116482"/>
                    <a:pt x="64321" y="116482"/>
                    <a:pt x="64321" y="116482"/>
                  </a:cubicBezTo>
                  <a:cubicBezTo>
                    <a:pt x="66164" y="115874"/>
                    <a:pt x="66164" y="115874"/>
                    <a:pt x="66164" y="115874"/>
                  </a:cubicBezTo>
                  <a:cubicBezTo>
                    <a:pt x="67787" y="116221"/>
                    <a:pt x="67787" y="116221"/>
                    <a:pt x="67787" y="116221"/>
                  </a:cubicBezTo>
                  <a:cubicBezTo>
                    <a:pt x="68051" y="117176"/>
                    <a:pt x="68051" y="117176"/>
                    <a:pt x="68051" y="117176"/>
                  </a:cubicBezTo>
                  <a:cubicBezTo>
                    <a:pt x="71210" y="118132"/>
                    <a:pt x="71210" y="118132"/>
                    <a:pt x="71210" y="118132"/>
                  </a:cubicBezTo>
                  <a:cubicBezTo>
                    <a:pt x="71385" y="118175"/>
                    <a:pt x="71385" y="118175"/>
                    <a:pt x="71385" y="118175"/>
                  </a:cubicBezTo>
                  <a:cubicBezTo>
                    <a:pt x="73667" y="118914"/>
                    <a:pt x="73667" y="118914"/>
                    <a:pt x="73667" y="118914"/>
                  </a:cubicBezTo>
                  <a:cubicBezTo>
                    <a:pt x="74369" y="120000"/>
                    <a:pt x="74369" y="120000"/>
                    <a:pt x="74369" y="120000"/>
                  </a:cubicBezTo>
                  <a:cubicBezTo>
                    <a:pt x="76475" y="119261"/>
                    <a:pt x="76475" y="119261"/>
                    <a:pt x="76475" y="119261"/>
                  </a:cubicBezTo>
                  <a:cubicBezTo>
                    <a:pt x="77440" y="116872"/>
                    <a:pt x="77440" y="116872"/>
                    <a:pt x="77440" y="116872"/>
                  </a:cubicBezTo>
                  <a:cubicBezTo>
                    <a:pt x="77703" y="115960"/>
                    <a:pt x="77703" y="115960"/>
                    <a:pt x="77703" y="115960"/>
                  </a:cubicBezTo>
                  <a:cubicBezTo>
                    <a:pt x="76738" y="115439"/>
                    <a:pt x="76738" y="115439"/>
                    <a:pt x="76738" y="115439"/>
                  </a:cubicBezTo>
                  <a:cubicBezTo>
                    <a:pt x="75115" y="114310"/>
                    <a:pt x="75115" y="114310"/>
                    <a:pt x="75115" y="114310"/>
                  </a:cubicBezTo>
                  <a:cubicBezTo>
                    <a:pt x="73623" y="113441"/>
                    <a:pt x="73623" y="113441"/>
                    <a:pt x="73623" y="113441"/>
                  </a:cubicBezTo>
                  <a:cubicBezTo>
                    <a:pt x="72789" y="111487"/>
                    <a:pt x="72789" y="111487"/>
                    <a:pt x="72789" y="111487"/>
                  </a:cubicBezTo>
                  <a:cubicBezTo>
                    <a:pt x="72351" y="109142"/>
                    <a:pt x="72351" y="109142"/>
                    <a:pt x="72351" y="109142"/>
                  </a:cubicBezTo>
                  <a:cubicBezTo>
                    <a:pt x="71956" y="110097"/>
                    <a:pt x="71956" y="110097"/>
                    <a:pt x="71956" y="110097"/>
                  </a:cubicBezTo>
                  <a:cubicBezTo>
                    <a:pt x="71297" y="108968"/>
                    <a:pt x="71297" y="108968"/>
                    <a:pt x="71297" y="108968"/>
                  </a:cubicBezTo>
                  <a:cubicBezTo>
                    <a:pt x="70288" y="107709"/>
                    <a:pt x="70288" y="107709"/>
                    <a:pt x="70288" y="107709"/>
                  </a:cubicBezTo>
                  <a:cubicBezTo>
                    <a:pt x="69016" y="107231"/>
                    <a:pt x="69016" y="107231"/>
                    <a:pt x="69016" y="107231"/>
                  </a:cubicBezTo>
                  <a:cubicBezTo>
                    <a:pt x="68489" y="106319"/>
                    <a:pt x="68489" y="106319"/>
                    <a:pt x="68489" y="106319"/>
                  </a:cubicBezTo>
                  <a:cubicBezTo>
                    <a:pt x="69279" y="105494"/>
                    <a:pt x="69279" y="105494"/>
                    <a:pt x="69279" y="105494"/>
                  </a:cubicBezTo>
                  <a:cubicBezTo>
                    <a:pt x="69499" y="104104"/>
                    <a:pt x="69499" y="104104"/>
                    <a:pt x="69499" y="104104"/>
                  </a:cubicBezTo>
                  <a:cubicBezTo>
                    <a:pt x="69893" y="101976"/>
                    <a:pt x="69893" y="101976"/>
                    <a:pt x="69893" y="101976"/>
                  </a:cubicBezTo>
                  <a:cubicBezTo>
                    <a:pt x="70552" y="100846"/>
                    <a:pt x="70552" y="100846"/>
                    <a:pt x="70552" y="100846"/>
                  </a:cubicBezTo>
                  <a:cubicBezTo>
                    <a:pt x="71692" y="100282"/>
                    <a:pt x="71692" y="100282"/>
                    <a:pt x="71692" y="100282"/>
                  </a:cubicBezTo>
                  <a:cubicBezTo>
                    <a:pt x="72658" y="99326"/>
                    <a:pt x="72658" y="99326"/>
                    <a:pt x="72658" y="99326"/>
                  </a:cubicBezTo>
                  <a:cubicBezTo>
                    <a:pt x="73447" y="97806"/>
                    <a:pt x="73447" y="97806"/>
                    <a:pt x="73447" y="97806"/>
                  </a:cubicBezTo>
                  <a:cubicBezTo>
                    <a:pt x="73886" y="96677"/>
                    <a:pt x="73886" y="96677"/>
                    <a:pt x="73886" y="96677"/>
                  </a:cubicBezTo>
                  <a:cubicBezTo>
                    <a:pt x="72438" y="95591"/>
                    <a:pt x="72438" y="95591"/>
                    <a:pt x="72438" y="95591"/>
                  </a:cubicBezTo>
                  <a:cubicBezTo>
                    <a:pt x="71473" y="94201"/>
                    <a:pt x="71473" y="94201"/>
                    <a:pt x="71473" y="94201"/>
                  </a:cubicBezTo>
                  <a:cubicBezTo>
                    <a:pt x="69762" y="92508"/>
                    <a:pt x="69762" y="92508"/>
                    <a:pt x="69762" y="92508"/>
                  </a:cubicBezTo>
                  <a:cubicBezTo>
                    <a:pt x="68270" y="91248"/>
                    <a:pt x="68270" y="91248"/>
                    <a:pt x="68270" y="91248"/>
                  </a:cubicBezTo>
                  <a:cubicBezTo>
                    <a:pt x="66471" y="90814"/>
                    <a:pt x="66471" y="90814"/>
                    <a:pt x="66471" y="90814"/>
                  </a:cubicBezTo>
                  <a:cubicBezTo>
                    <a:pt x="64146" y="90553"/>
                    <a:pt x="64146" y="90553"/>
                    <a:pt x="64146" y="90553"/>
                  </a:cubicBezTo>
                  <a:cubicBezTo>
                    <a:pt x="63707" y="89337"/>
                    <a:pt x="63707" y="89337"/>
                    <a:pt x="63707" y="89337"/>
                  </a:cubicBezTo>
                  <a:cubicBezTo>
                    <a:pt x="62391" y="88729"/>
                    <a:pt x="62391" y="88729"/>
                    <a:pt x="62391" y="88729"/>
                  </a:cubicBezTo>
                  <a:cubicBezTo>
                    <a:pt x="61908" y="86688"/>
                    <a:pt x="61908" y="86688"/>
                    <a:pt x="61908" y="86688"/>
                  </a:cubicBezTo>
                  <a:cubicBezTo>
                    <a:pt x="62084" y="85342"/>
                    <a:pt x="62084" y="85342"/>
                    <a:pt x="62084" y="85342"/>
                  </a:cubicBezTo>
                  <a:cubicBezTo>
                    <a:pt x="61206" y="84386"/>
                    <a:pt x="61206" y="84386"/>
                    <a:pt x="61206" y="84386"/>
                  </a:cubicBezTo>
                  <a:cubicBezTo>
                    <a:pt x="61382" y="82605"/>
                    <a:pt x="61382" y="82605"/>
                    <a:pt x="61382" y="82605"/>
                  </a:cubicBezTo>
                  <a:cubicBezTo>
                    <a:pt x="61908" y="80651"/>
                    <a:pt x="61908" y="80651"/>
                    <a:pt x="61908" y="80651"/>
                  </a:cubicBezTo>
                  <a:cubicBezTo>
                    <a:pt x="61820" y="78566"/>
                    <a:pt x="61820" y="78566"/>
                    <a:pt x="61820" y="78566"/>
                  </a:cubicBezTo>
                  <a:cubicBezTo>
                    <a:pt x="63005" y="78827"/>
                    <a:pt x="63005" y="78827"/>
                    <a:pt x="63005" y="78827"/>
                  </a:cubicBezTo>
                  <a:cubicBezTo>
                    <a:pt x="64848" y="80868"/>
                    <a:pt x="64848" y="80868"/>
                    <a:pt x="64848" y="80868"/>
                  </a:cubicBezTo>
                  <a:cubicBezTo>
                    <a:pt x="66208" y="80130"/>
                    <a:pt x="66208" y="80130"/>
                    <a:pt x="66208" y="80130"/>
                  </a:cubicBezTo>
                  <a:cubicBezTo>
                    <a:pt x="67349" y="78002"/>
                    <a:pt x="67349" y="78002"/>
                    <a:pt x="67349" y="78002"/>
                  </a:cubicBezTo>
                  <a:cubicBezTo>
                    <a:pt x="67744" y="76699"/>
                    <a:pt x="67744" y="76699"/>
                    <a:pt x="67744" y="76699"/>
                  </a:cubicBezTo>
                  <a:cubicBezTo>
                    <a:pt x="69323" y="74831"/>
                    <a:pt x="69323" y="74831"/>
                    <a:pt x="69323" y="74831"/>
                  </a:cubicBezTo>
                  <a:cubicBezTo>
                    <a:pt x="70025" y="73007"/>
                    <a:pt x="70025" y="73007"/>
                    <a:pt x="70025" y="73007"/>
                  </a:cubicBezTo>
                  <a:cubicBezTo>
                    <a:pt x="72526" y="73268"/>
                    <a:pt x="72526" y="73268"/>
                    <a:pt x="72526" y="73268"/>
                  </a:cubicBezTo>
                  <a:cubicBezTo>
                    <a:pt x="72614" y="72269"/>
                    <a:pt x="72614" y="72269"/>
                    <a:pt x="72614" y="72269"/>
                  </a:cubicBezTo>
                  <a:cubicBezTo>
                    <a:pt x="73711" y="71226"/>
                    <a:pt x="73711" y="71226"/>
                    <a:pt x="73711" y="71226"/>
                  </a:cubicBezTo>
                  <a:cubicBezTo>
                    <a:pt x="75027" y="71574"/>
                    <a:pt x="75027" y="71574"/>
                    <a:pt x="75027" y="71574"/>
                  </a:cubicBezTo>
                  <a:cubicBezTo>
                    <a:pt x="76914" y="71140"/>
                    <a:pt x="76914" y="71140"/>
                    <a:pt x="76914" y="71140"/>
                  </a:cubicBezTo>
                  <a:cubicBezTo>
                    <a:pt x="79327" y="71748"/>
                    <a:pt x="79327" y="71748"/>
                    <a:pt x="79327" y="71748"/>
                  </a:cubicBezTo>
                  <a:cubicBezTo>
                    <a:pt x="80950" y="73441"/>
                    <a:pt x="80950" y="73441"/>
                    <a:pt x="80950" y="73441"/>
                  </a:cubicBezTo>
                  <a:cubicBezTo>
                    <a:pt x="81915" y="73441"/>
                    <a:pt x="81915" y="73441"/>
                    <a:pt x="81915" y="73441"/>
                  </a:cubicBezTo>
                  <a:cubicBezTo>
                    <a:pt x="81389" y="71574"/>
                    <a:pt x="81389" y="71574"/>
                    <a:pt x="81389" y="71574"/>
                  </a:cubicBezTo>
                  <a:cubicBezTo>
                    <a:pt x="83144" y="70792"/>
                    <a:pt x="83144" y="70792"/>
                    <a:pt x="83144" y="70792"/>
                  </a:cubicBezTo>
                  <a:cubicBezTo>
                    <a:pt x="83056" y="69098"/>
                    <a:pt x="83056" y="69098"/>
                    <a:pt x="83056" y="69098"/>
                  </a:cubicBezTo>
                  <a:cubicBezTo>
                    <a:pt x="84592" y="68143"/>
                    <a:pt x="84592" y="68143"/>
                    <a:pt x="84592" y="68143"/>
                  </a:cubicBezTo>
                  <a:cubicBezTo>
                    <a:pt x="85031" y="65841"/>
                    <a:pt x="85031" y="65841"/>
                    <a:pt x="85031" y="65841"/>
                  </a:cubicBezTo>
                  <a:cubicBezTo>
                    <a:pt x="86742" y="65494"/>
                    <a:pt x="86742" y="65494"/>
                    <a:pt x="86742" y="65494"/>
                  </a:cubicBezTo>
                  <a:cubicBezTo>
                    <a:pt x="87707" y="63713"/>
                    <a:pt x="87707" y="63713"/>
                    <a:pt x="87707" y="63713"/>
                  </a:cubicBezTo>
                  <a:cubicBezTo>
                    <a:pt x="88979" y="62193"/>
                    <a:pt x="88979" y="62193"/>
                    <a:pt x="88979" y="62193"/>
                  </a:cubicBezTo>
                  <a:cubicBezTo>
                    <a:pt x="90383" y="63365"/>
                    <a:pt x="90383" y="63365"/>
                    <a:pt x="90383" y="63365"/>
                  </a:cubicBezTo>
                  <a:cubicBezTo>
                    <a:pt x="92884" y="62671"/>
                    <a:pt x="92884" y="62671"/>
                    <a:pt x="92884" y="62671"/>
                  </a:cubicBezTo>
                  <a:cubicBezTo>
                    <a:pt x="92972" y="61150"/>
                    <a:pt x="92972" y="61150"/>
                    <a:pt x="92972" y="61150"/>
                  </a:cubicBezTo>
                  <a:cubicBezTo>
                    <a:pt x="94244" y="61237"/>
                    <a:pt x="94244" y="61237"/>
                    <a:pt x="94244" y="61237"/>
                  </a:cubicBezTo>
                  <a:cubicBezTo>
                    <a:pt x="95912" y="60195"/>
                    <a:pt x="95912" y="60195"/>
                    <a:pt x="95912" y="60195"/>
                  </a:cubicBezTo>
                  <a:cubicBezTo>
                    <a:pt x="96351" y="57893"/>
                    <a:pt x="96351" y="57893"/>
                    <a:pt x="96351" y="57893"/>
                  </a:cubicBezTo>
                  <a:cubicBezTo>
                    <a:pt x="95297" y="56373"/>
                    <a:pt x="95297" y="56373"/>
                    <a:pt x="95297" y="56373"/>
                  </a:cubicBezTo>
                  <a:cubicBezTo>
                    <a:pt x="92797" y="56894"/>
                    <a:pt x="92797" y="56894"/>
                    <a:pt x="92797" y="56894"/>
                  </a:cubicBezTo>
                  <a:cubicBezTo>
                    <a:pt x="90822" y="56373"/>
                    <a:pt x="90822" y="56373"/>
                    <a:pt x="90822" y="56373"/>
                  </a:cubicBezTo>
                  <a:cubicBezTo>
                    <a:pt x="90647" y="55157"/>
                    <a:pt x="90647" y="55157"/>
                    <a:pt x="90647" y="55157"/>
                  </a:cubicBezTo>
                  <a:cubicBezTo>
                    <a:pt x="92007" y="53116"/>
                    <a:pt x="92007" y="53116"/>
                    <a:pt x="92007" y="53116"/>
                  </a:cubicBezTo>
                  <a:cubicBezTo>
                    <a:pt x="90383" y="51856"/>
                    <a:pt x="90383" y="51856"/>
                    <a:pt x="90383" y="51856"/>
                  </a:cubicBezTo>
                  <a:cubicBezTo>
                    <a:pt x="90647" y="50032"/>
                    <a:pt x="90647" y="50032"/>
                    <a:pt x="90647" y="50032"/>
                  </a:cubicBezTo>
                  <a:cubicBezTo>
                    <a:pt x="92533" y="49207"/>
                    <a:pt x="92533" y="49207"/>
                    <a:pt x="92533" y="49207"/>
                  </a:cubicBezTo>
                  <a:cubicBezTo>
                    <a:pt x="92270" y="48078"/>
                    <a:pt x="92270" y="48078"/>
                    <a:pt x="92270" y="48078"/>
                  </a:cubicBezTo>
                  <a:cubicBezTo>
                    <a:pt x="89681" y="48338"/>
                    <a:pt x="89681" y="48338"/>
                    <a:pt x="89681" y="48338"/>
                  </a:cubicBezTo>
                  <a:cubicBezTo>
                    <a:pt x="90120" y="47470"/>
                    <a:pt x="90120" y="47470"/>
                    <a:pt x="90120" y="47470"/>
                  </a:cubicBezTo>
                  <a:cubicBezTo>
                    <a:pt x="89243" y="46644"/>
                    <a:pt x="89243" y="46644"/>
                    <a:pt x="89243" y="46644"/>
                  </a:cubicBezTo>
                  <a:cubicBezTo>
                    <a:pt x="89594" y="45342"/>
                    <a:pt x="89594" y="45342"/>
                    <a:pt x="89594" y="45342"/>
                  </a:cubicBezTo>
                  <a:cubicBezTo>
                    <a:pt x="90296" y="44386"/>
                    <a:pt x="90296" y="44386"/>
                    <a:pt x="90296" y="44386"/>
                  </a:cubicBezTo>
                  <a:cubicBezTo>
                    <a:pt x="91173" y="44733"/>
                    <a:pt x="91173" y="44733"/>
                    <a:pt x="91173" y="44733"/>
                  </a:cubicBezTo>
                  <a:cubicBezTo>
                    <a:pt x="92446" y="42779"/>
                    <a:pt x="92446" y="42779"/>
                    <a:pt x="92446" y="42779"/>
                  </a:cubicBezTo>
                  <a:cubicBezTo>
                    <a:pt x="95473" y="38089"/>
                    <a:pt x="95473" y="38089"/>
                    <a:pt x="95473" y="38089"/>
                  </a:cubicBezTo>
                  <a:cubicBezTo>
                    <a:pt x="96833" y="37480"/>
                    <a:pt x="96833" y="37480"/>
                    <a:pt x="96833" y="37480"/>
                  </a:cubicBezTo>
                  <a:cubicBezTo>
                    <a:pt x="97184" y="36308"/>
                    <a:pt x="97184" y="36308"/>
                    <a:pt x="97184" y="36308"/>
                  </a:cubicBezTo>
                  <a:cubicBezTo>
                    <a:pt x="99115" y="33876"/>
                    <a:pt x="99115" y="33876"/>
                    <a:pt x="99115" y="33876"/>
                  </a:cubicBezTo>
                  <a:cubicBezTo>
                    <a:pt x="100914" y="31487"/>
                    <a:pt x="100914" y="31487"/>
                    <a:pt x="100914" y="31487"/>
                  </a:cubicBezTo>
                  <a:cubicBezTo>
                    <a:pt x="101089" y="29619"/>
                    <a:pt x="101089" y="29619"/>
                    <a:pt x="101089" y="29619"/>
                  </a:cubicBezTo>
                  <a:cubicBezTo>
                    <a:pt x="101265" y="28099"/>
                    <a:pt x="101265" y="28099"/>
                    <a:pt x="101265" y="28099"/>
                  </a:cubicBezTo>
                  <a:cubicBezTo>
                    <a:pt x="102888" y="27578"/>
                    <a:pt x="102888" y="27578"/>
                    <a:pt x="102888" y="27578"/>
                  </a:cubicBezTo>
                  <a:cubicBezTo>
                    <a:pt x="104468" y="27404"/>
                    <a:pt x="104468" y="27404"/>
                    <a:pt x="104468" y="27404"/>
                  </a:cubicBezTo>
                  <a:cubicBezTo>
                    <a:pt x="105652" y="26449"/>
                    <a:pt x="105652" y="26449"/>
                    <a:pt x="105652" y="26449"/>
                  </a:cubicBezTo>
                  <a:cubicBezTo>
                    <a:pt x="106793" y="27231"/>
                    <a:pt x="106793" y="27231"/>
                    <a:pt x="106793" y="27231"/>
                  </a:cubicBezTo>
                  <a:cubicBezTo>
                    <a:pt x="108065" y="28925"/>
                    <a:pt x="108065" y="28925"/>
                    <a:pt x="108065" y="28925"/>
                  </a:cubicBezTo>
                  <a:cubicBezTo>
                    <a:pt x="110303" y="28925"/>
                    <a:pt x="110303" y="28925"/>
                    <a:pt x="110303" y="28925"/>
                  </a:cubicBezTo>
                  <a:cubicBezTo>
                    <a:pt x="111356" y="27404"/>
                    <a:pt x="111356" y="27404"/>
                    <a:pt x="111356" y="27404"/>
                  </a:cubicBezTo>
                  <a:cubicBezTo>
                    <a:pt x="112541" y="28186"/>
                    <a:pt x="112541" y="28186"/>
                    <a:pt x="112541" y="28186"/>
                  </a:cubicBezTo>
                  <a:cubicBezTo>
                    <a:pt x="113594" y="26970"/>
                    <a:pt x="113594" y="26970"/>
                    <a:pt x="113594" y="26970"/>
                  </a:cubicBezTo>
                  <a:cubicBezTo>
                    <a:pt x="113506" y="25363"/>
                    <a:pt x="113506" y="25363"/>
                    <a:pt x="113506" y="25363"/>
                  </a:cubicBezTo>
                  <a:cubicBezTo>
                    <a:pt x="114734" y="24842"/>
                    <a:pt x="114734" y="24842"/>
                    <a:pt x="114734" y="24842"/>
                  </a:cubicBezTo>
                  <a:cubicBezTo>
                    <a:pt x="115480" y="25016"/>
                    <a:pt x="115480" y="25016"/>
                    <a:pt x="115480" y="25016"/>
                  </a:cubicBezTo>
                  <a:cubicBezTo>
                    <a:pt x="116007" y="27144"/>
                    <a:pt x="116007" y="27144"/>
                    <a:pt x="116007" y="27144"/>
                  </a:cubicBezTo>
                  <a:cubicBezTo>
                    <a:pt x="116797" y="25103"/>
                    <a:pt x="116797" y="25103"/>
                    <a:pt x="116797" y="25103"/>
                  </a:cubicBezTo>
                  <a:cubicBezTo>
                    <a:pt x="118069" y="25016"/>
                    <a:pt x="118069" y="25016"/>
                    <a:pt x="118069" y="25016"/>
                  </a:cubicBezTo>
                  <a:cubicBezTo>
                    <a:pt x="117806" y="23887"/>
                    <a:pt x="117806" y="23887"/>
                    <a:pt x="117806" y="23887"/>
                  </a:cubicBezTo>
                  <a:cubicBezTo>
                    <a:pt x="118332" y="22366"/>
                    <a:pt x="118332" y="22366"/>
                    <a:pt x="118332" y="22366"/>
                  </a:cubicBezTo>
                  <a:cubicBezTo>
                    <a:pt x="117981" y="20586"/>
                    <a:pt x="117981" y="20586"/>
                    <a:pt x="117981" y="20586"/>
                  </a:cubicBezTo>
                  <a:cubicBezTo>
                    <a:pt x="118595" y="19109"/>
                    <a:pt x="118595" y="19109"/>
                    <a:pt x="118595" y="19109"/>
                  </a:cubicBezTo>
                  <a:cubicBezTo>
                    <a:pt x="119385" y="17328"/>
                    <a:pt x="119385" y="17328"/>
                    <a:pt x="119385" y="17328"/>
                  </a:cubicBezTo>
                  <a:cubicBezTo>
                    <a:pt x="119999" y="17198"/>
                    <a:pt x="119999" y="17198"/>
                    <a:pt x="119999" y="17198"/>
                  </a:cubicBezTo>
                  <a:cubicBezTo>
                    <a:pt x="119999" y="0"/>
                    <a:pt x="119999" y="0"/>
                    <a:pt x="119999" y="0"/>
                  </a:cubicBezTo>
                  <a:lnTo>
                    <a:pt x="41594"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8" name="Google Shape;1068;p58"/>
            <p:cNvSpPr/>
            <p:nvPr/>
          </p:nvSpPr>
          <p:spPr>
            <a:xfrm>
              <a:off x="6661230" y="3082038"/>
              <a:ext cx="331800" cy="462300"/>
            </a:xfrm>
            <a:custGeom>
              <a:rect b="b" l="l" r="r" t="t"/>
              <a:pathLst>
                <a:path extrusionOk="0" h="120000" w="120000">
                  <a:moveTo>
                    <a:pt x="9963" y="5595"/>
                  </a:moveTo>
                  <a:lnTo>
                    <a:pt x="0" y="6839"/>
                  </a:lnTo>
                  <a:lnTo>
                    <a:pt x="5198" y="17720"/>
                  </a:lnTo>
                  <a:lnTo>
                    <a:pt x="11263" y="27668"/>
                  </a:lnTo>
                  <a:lnTo>
                    <a:pt x="4332" y="34196"/>
                  </a:lnTo>
                  <a:lnTo>
                    <a:pt x="11696" y="40103"/>
                  </a:lnTo>
                  <a:lnTo>
                    <a:pt x="8664" y="51917"/>
                  </a:lnTo>
                  <a:lnTo>
                    <a:pt x="20361" y="63108"/>
                  </a:lnTo>
                  <a:lnTo>
                    <a:pt x="12563" y="75854"/>
                  </a:lnTo>
                  <a:lnTo>
                    <a:pt x="11696" y="76476"/>
                  </a:lnTo>
                  <a:lnTo>
                    <a:pt x="19494" y="81450"/>
                  </a:lnTo>
                  <a:lnTo>
                    <a:pt x="29025" y="90777"/>
                  </a:lnTo>
                  <a:lnTo>
                    <a:pt x="40288" y="95440"/>
                  </a:lnTo>
                  <a:lnTo>
                    <a:pt x="42021" y="96373"/>
                  </a:lnTo>
                  <a:lnTo>
                    <a:pt x="35956" y="106010"/>
                  </a:lnTo>
                  <a:lnTo>
                    <a:pt x="42021" y="106321"/>
                  </a:lnTo>
                  <a:lnTo>
                    <a:pt x="47220" y="113471"/>
                  </a:lnTo>
                  <a:lnTo>
                    <a:pt x="55018" y="118134"/>
                  </a:lnTo>
                  <a:lnTo>
                    <a:pt x="54584" y="120000"/>
                  </a:lnTo>
                  <a:lnTo>
                    <a:pt x="64115" y="118445"/>
                  </a:lnTo>
                  <a:lnTo>
                    <a:pt x="73212" y="118756"/>
                  </a:lnTo>
                  <a:lnTo>
                    <a:pt x="84043" y="112538"/>
                  </a:lnTo>
                  <a:lnTo>
                    <a:pt x="87942" y="110362"/>
                  </a:lnTo>
                  <a:lnTo>
                    <a:pt x="107436" y="109119"/>
                  </a:lnTo>
                  <a:lnTo>
                    <a:pt x="106570" y="99792"/>
                  </a:lnTo>
                  <a:lnTo>
                    <a:pt x="113068" y="95440"/>
                  </a:lnTo>
                  <a:lnTo>
                    <a:pt x="120000" y="87357"/>
                  </a:lnTo>
                  <a:lnTo>
                    <a:pt x="107436" y="78341"/>
                  </a:lnTo>
                  <a:lnTo>
                    <a:pt x="101805" y="66528"/>
                  </a:lnTo>
                  <a:lnTo>
                    <a:pt x="110036" y="57202"/>
                  </a:lnTo>
                  <a:lnTo>
                    <a:pt x="115234" y="52849"/>
                  </a:lnTo>
                  <a:lnTo>
                    <a:pt x="110036" y="50362"/>
                  </a:lnTo>
                  <a:lnTo>
                    <a:pt x="113068" y="44455"/>
                  </a:lnTo>
                  <a:lnTo>
                    <a:pt x="106137" y="40725"/>
                  </a:lnTo>
                  <a:lnTo>
                    <a:pt x="91407" y="47253"/>
                  </a:lnTo>
                  <a:lnTo>
                    <a:pt x="76678" y="40414"/>
                  </a:lnTo>
                  <a:lnTo>
                    <a:pt x="78844" y="32331"/>
                  </a:lnTo>
                  <a:lnTo>
                    <a:pt x="57184" y="20518"/>
                  </a:lnTo>
                  <a:lnTo>
                    <a:pt x="47653" y="9948"/>
                  </a:lnTo>
                  <a:lnTo>
                    <a:pt x="40722" y="1865"/>
                  </a:lnTo>
                  <a:lnTo>
                    <a:pt x="31191" y="0"/>
                  </a:lnTo>
                  <a:lnTo>
                    <a:pt x="9963" y="559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69" name="Google Shape;1069;p58"/>
            <p:cNvSpPr/>
            <p:nvPr/>
          </p:nvSpPr>
          <p:spPr>
            <a:xfrm>
              <a:off x="4816485" y="1817070"/>
              <a:ext cx="179700" cy="152100"/>
            </a:xfrm>
            <a:custGeom>
              <a:rect b="b" l="l" r="r" t="t"/>
              <a:pathLst>
                <a:path extrusionOk="0" h="120000" w="120000">
                  <a:moveTo>
                    <a:pt x="21600" y="30236"/>
                  </a:moveTo>
                  <a:lnTo>
                    <a:pt x="3200" y="46299"/>
                  </a:lnTo>
                  <a:lnTo>
                    <a:pt x="0" y="72755"/>
                  </a:lnTo>
                  <a:lnTo>
                    <a:pt x="20000" y="88818"/>
                  </a:lnTo>
                  <a:lnTo>
                    <a:pt x="40000" y="67086"/>
                  </a:lnTo>
                  <a:lnTo>
                    <a:pt x="53600" y="80314"/>
                  </a:lnTo>
                  <a:lnTo>
                    <a:pt x="52000" y="101102"/>
                  </a:lnTo>
                  <a:lnTo>
                    <a:pt x="73600" y="120000"/>
                  </a:lnTo>
                  <a:lnTo>
                    <a:pt x="74400" y="118110"/>
                  </a:lnTo>
                  <a:lnTo>
                    <a:pt x="108000" y="107716"/>
                  </a:lnTo>
                  <a:lnTo>
                    <a:pt x="120000" y="82204"/>
                  </a:lnTo>
                  <a:lnTo>
                    <a:pt x="117600" y="46299"/>
                  </a:lnTo>
                  <a:lnTo>
                    <a:pt x="100000" y="9448"/>
                  </a:lnTo>
                  <a:lnTo>
                    <a:pt x="62400" y="5669"/>
                  </a:lnTo>
                  <a:lnTo>
                    <a:pt x="59200" y="0"/>
                  </a:lnTo>
                  <a:lnTo>
                    <a:pt x="43200" y="17007"/>
                  </a:lnTo>
                  <a:lnTo>
                    <a:pt x="21600" y="3023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0" name="Google Shape;1070;p58"/>
            <p:cNvSpPr/>
            <p:nvPr/>
          </p:nvSpPr>
          <p:spPr>
            <a:xfrm>
              <a:off x="7928593" y="4157740"/>
              <a:ext cx="150900" cy="87300"/>
            </a:xfrm>
            <a:custGeom>
              <a:rect b="b" l="l" r="r" t="t"/>
              <a:pathLst>
                <a:path extrusionOk="0" h="120000" w="120000">
                  <a:moveTo>
                    <a:pt x="120000" y="0"/>
                  </a:moveTo>
                  <a:lnTo>
                    <a:pt x="98095" y="32876"/>
                  </a:lnTo>
                  <a:lnTo>
                    <a:pt x="64761" y="62465"/>
                  </a:lnTo>
                  <a:lnTo>
                    <a:pt x="35238" y="80547"/>
                  </a:lnTo>
                  <a:lnTo>
                    <a:pt x="11428" y="65753"/>
                  </a:lnTo>
                  <a:lnTo>
                    <a:pt x="5714" y="100273"/>
                  </a:lnTo>
                  <a:lnTo>
                    <a:pt x="0" y="101917"/>
                  </a:lnTo>
                  <a:lnTo>
                    <a:pt x="13333" y="119999"/>
                  </a:lnTo>
                  <a:lnTo>
                    <a:pt x="35238" y="100273"/>
                  </a:lnTo>
                  <a:lnTo>
                    <a:pt x="60952" y="111780"/>
                  </a:lnTo>
                  <a:lnTo>
                    <a:pt x="96190" y="98630"/>
                  </a:lnTo>
                  <a:lnTo>
                    <a:pt x="92380" y="70684"/>
                  </a:lnTo>
                  <a:lnTo>
                    <a:pt x="111428" y="3452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1" name="Google Shape;1071;p58"/>
            <p:cNvSpPr/>
            <p:nvPr/>
          </p:nvSpPr>
          <p:spPr>
            <a:xfrm>
              <a:off x="4560137" y="1789519"/>
              <a:ext cx="366600" cy="391800"/>
            </a:xfrm>
            <a:custGeom>
              <a:rect b="b" l="l" r="r" t="t"/>
              <a:pathLst>
                <a:path extrusionOk="0" h="120000" w="120000">
                  <a:moveTo>
                    <a:pt x="16078" y="118532"/>
                  </a:moveTo>
                  <a:lnTo>
                    <a:pt x="31372" y="120000"/>
                  </a:lnTo>
                  <a:lnTo>
                    <a:pt x="49019" y="117798"/>
                  </a:lnTo>
                  <a:lnTo>
                    <a:pt x="65098" y="113027"/>
                  </a:lnTo>
                  <a:lnTo>
                    <a:pt x="80392" y="112293"/>
                  </a:lnTo>
                  <a:lnTo>
                    <a:pt x="97254" y="114128"/>
                  </a:lnTo>
                  <a:lnTo>
                    <a:pt x="105882" y="102752"/>
                  </a:lnTo>
                  <a:lnTo>
                    <a:pt x="114509" y="86972"/>
                  </a:lnTo>
                  <a:lnTo>
                    <a:pt x="114509" y="65321"/>
                  </a:lnTo>
                  <a:lnTo>
                    <a:pt x="120000" y="55045"/>
                  </a:lnTo>
                  <a:lnTo>
                    <a:pt x="109411" y="47706"/>
                  </a:lnTo>
                  <a:lnTo>
                    <a:pt x="110196" y="39633"/>
                  </a:lnTo>
                  <a:lnTo>
                    <a:pt x="103529" y="34495"/>
                  </a:lnTo>
                  <a:lnTo>
                    <a:pt x="93725" y="42935"/>
                  </a:lnTo>
                  <a:lnTo>
                    <a:pt x="83921" y="36697"/>
                  </a:lnTo>
                  <a:lnTo>
                    <a:pt x="85490" y="26422"/>
                  </a:lnTo>
                  <a:lnTo>
                    <a:pt x="94509" y="20183"/>
                  </a:lnTo>
                  <a:lnTo>
                    <a:pt x="105098" y="15045"/>
                  </a:lnTo>
                  <a:lnTo>
                    <a:pt x="112941" y="8440"/>
                  </a:lnTo>
                  <a:lnTo>
                    <a:pt x="107450" y="733"/>
                  </a:lnTo>
                  <a:lnTo>
                    <a:pt x="96470" y="0"/>
                  </a:lnTo>
                  <a:lnTo>
                    <a:pt x="85098" y="1467"/>
                  </a:lnTo>
                  <a:lnTo>
                    <a:pt x="75686" y="7706"/>
                  </a:lnTo>
                  <a:lnTo>
                    <a:pt x="71764" y="17981"/>
                  </a:lnTo>
                  <a:lnTo>
                    <a:pt x="81960" y="24587"/>
                  </a:lnTo>
                  <a:lnTo>
                    <a:pt x="69803" y="29357"/>
                  </a:lnTo>
                  <a:lnTo>
                    <a:pt x="59215" y="25688"/>
                  </a:lnTo>
                  <a:lnTo>
                    <a:pt x="41568" y="18715"/>
                  </a:lnTo>
                  <a:lnTo>
                    <a:pt x="33725" y="25688"/>
                  </a:lnTo>
                  <a:lnTo>
                    <a:pt x="37647" y="35963"/>
                  </a:lnTo>
                  <a:lnTo>
                    <a:pt x="28235" y="41834"/>
                  </a:lnTo>
                  <a:lnTo>
                    <a:pt x="28235" y="57981"/>
                  </a:lnTo>
                  <a:lnTo>
                    <a:pt x="40000" y="63119"/>
                  </a:lnTo>
                  <a:lnTo>
                    <a:pt x="49019" y="63853"/>
                  </a:lnTo>
                  <a:lnTo>
                    <a:pt x="36862" y="69357"/>
                  </a:lnTo>
                  <a:lnTo>
                    <a:pt x="32941" y="79633"/>
                  </a:lnTo>
                  <a:lnTo>
                    <a:pt x="20784" y="80366"/>
                  </a:lnTo>
                  <a:lnTo>
                    <a:pt x="13725" y="89908"/>
                  </a:lnTo>
                  <a:lnTo>
                    <a:pt x="1176" y="87706"/>
                  </a:lnTo>
                  <a:lnTo>
                    <a:pt x="0" y="101284"/>
                  </a:lnTo>
                  <a:lnTo>
                    <a:pt x="9803" y="104954"/>
                  </a:lnTo>
                  <a:lnTo>
                    <a:pt x="2745" y="110825"/>
                  </a:lnTo>
                  <a:lnTo>
                    <a:pt x="16078" y="11853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2" name="Google Shape;1072;p58"/>
            <p:cNvSpPr/>
            <p:nvPr/>
          </p:nvSpPr>
          <p:spPr>
            <a:xfrm>
              <a:off x="6709145" y="189143"/>
              <a:ext cx="609600" cy="1294800"/>
            </a:xfrm>
            <a:custGeom>
              <a:rect b="b" l="l" r="r" t="t"/>
              <a:pathLst>
                <a:path extrusionOk="0" h="120000" w="120000">
                  <a:moveTo>
                    <a:pt x="117642" y="85920"/>
                  </a:moveTo>
                  <a:lnTo>
                    <a:pt x="120000" y="82035"/>
                  </a:lnTo>
                  <a:lnTo>
                    <a:pt x="116463" y="77705"/>
                  </a:lnTo>
                  <a:lnTo>
                    <a:pt x="111041" y="75485"/>
                  </a:lnTo>
                  <a:lnTo>
                    <a:pt x="100432" y="72266"/>
                  </a:lnTo>
                  <a:lnTo>
                    <a:pt x="103968" y="68936"/>
                  </a:lnTo>
                  <a:lnTo>
                    <a:pt x="103968" y="65272"/>
                  </a:lnTo>
                  <a:lnTo>
                    <a:pt x="98074" y="63496"/>
                  </a:lnTo>
                  <a:lnTo>
                    <a:pt x="97603" y="61720"/>
                  </a:lnTo>
                  <a:lnTo>
                    <a:pt x="93359" y="58501"/>
                  </a:lnTo>
                  <a:lnTo>
                    <a:pt x="95245" y="56725"/>
                  </a:lnTo>
                  <a:lnTo>
                    <a:pt x="91473" y="55837"/>
                  </a:lnTo>
                  <a:lnTo>
                    <a:pt x="91001" y="52173"/>
                  </a:lnTo>
                  <a:lnTo>
                    <a:pt x="93359" y="48621"/>
                  </a:lnTo>
                  <a:lnTo>
                    <a:pt x="76620" y="36299"/>
                  </a:lnTo>
                  <a:lnTo>
                    <a:pt x="84165" y="27974"/>
                  </a:lnTo>
                  <a:lnTo>
                    <a:pt x="73555" y="23422"/>
                  </a:lnTo>
                  <a:lnTo>
                    <a:pt x="68840" y="22534"/>
                  </a:lnTo>
                  <a:lnTo>
                    <a:pt x="66483" y="19093"/>
                  </a:lnTo>
                  <a:lnTo>
                    <a:pt x="66011" y="12987"/>
                  </a:lnTo>
                  <a:lnTo>
                    <a:pt x="69076" y="11544"/>
                  </a:lnTo>
                  <a:lnTo>
                    <a:pt x="66954" y="9435"/>
                  </a:lnTo>
                  <a:lnTo>
                    <a:pt x="68369" y="6438"/>
                  </a:lnTo>
                  <a:lnTo>
                    <a:pt x="68840" y="3885"/>
                  </a:lnTo>
                  <a:lnTo>
                    <a:pt x="60825" y="3663"/>
                  </a:lnTo>
                  <a:lnTo>
                    <a:pt x="59646" y="2109"/>
                  </a:lnTo>
                  <a:lnTo>
                    <a:pt x="54459" y="0"/>
                  </a:lnTo>
                  <a:lnTo>
                    <a:pt x="51394" y="2331"/>
                  </a:lnTo>
                  <a:lnTo>
                    <a:pt x="44557" y="2553"/>
                  </a:lnTo>
                  <a:lnTo>
                    <a:pt x="40785" y="8991"/>
                  </a:lnTo>
                  <a:lnTo>
                    <a:pt x="41728" y="14320"/>
                  </a:lnTo>
                  <a:lnTo>
                    <a:pt x="37956" y="15097"/>
                  </a:lnTo>
                  <a:lnTo>
                    <a:pt x="30176" y="17317"/>
                  </a:lnTo>
                  <a:lnTo>
                    <a:pt x="24990" y="15319"/>
                  </a:lnTo>
                  <a:lnTo>
                    <a:pt x="21218" y="17761"/>
                  </a:lnTo>
                  <a:lnTo>
                    <a:pt x="10137" y="16873"/>
                  </a:lnTo>
                  <a:lnTo>
                    <a:pt x="5893" y="10101"/>
                  </a:lnTo>
                  <a:lnTo>
                    <a:pt x="0" y="14653"/>
                  </a:lnTo>
                  <a:lnTo>
                    <a:pt x="10609" y="20425"/>
                  </a:lnTo>
                  <a:lnTo>
                    <a:pt x="17681" y="22312"/>
                  </a:lnTo>
                  <a:lnTo>
                    <a:pt x="25461" y="26308"/>
                  </a:lnTo>
                  <a:lnTo>
                    <a:pt x="22632" y="30638"/>
                  </a:lnTo>
                  <a:lnTo>
                    <a:pt x="26404" y="34412"/>
                  </a:lnTo>
                  <a:lnTo>
                    <a:pt x="27347" y="37409"/>
                  </a:lnTo>
                  <a:lnTo>
                    <a:pt x="29705" y="41961"/>
                  </a:lnTo>
                  <a:lnTo>
                    <a:pt x="27819" y="44292"/>
                  </a:lnTo>
                  <a:lnTo>
                    <a:pt x="33241" y="47955"/>
                  </a:lnTo>
                  <a:lnTo>
                    <a:pt x="34184" y="51507"/>
                  </a:lnTo>
                  <a:lnTo>
                    <a:pt x="42907" y="52395"/>
                  </a:lnTo>
                  <a:lnTo>
                    <a:pt x="47858" y="56725"/>
                  </a:lnTo>
                  <a:lnTo>
                    <a:pt x="48801" y="61387"/>
                  </a:lnTo>
                  <a:lnTo>
                    <a:pt x="42907" y="60721"/>
                  </a:lnTo>
                  <a:lnTo>
                    <a:pt x="37721" y="67049"/>
                  </a:lnTo>
                  <a:lnTo>
                    <a:pt x="29941" y="72710"/>
                  </a:lnTo>
                  <a:lnTo>
                    <a:pt x="23811" y="77039"/>
                  </a:lnTo>
                  <a:lnTo>
                    <a:pt x="18153" y="84144"/>
                  </a:lnTo>
                  <a:lnTo>
                    <a:pt x="13673" y="90693"/>
                  </a:lnTo>
                  <a:lnTo>
                    <a:pt x="17681" y="98575"/>
                  </a:lnTo>
                  <a:lnTo>
                    <a:pt x="18624" y="106456"/>
                  </a:lnTo>
                  <a:lnTo>
                    <a:pt x="20039" y="112562"/>
                  </a:lnTo>
                  <a:lnTo>
                    <a:pt x="27111" y="118445"/>
                  </a:lnTo>
                  <a:lnTo>
                    <a:pt x="36777" y="120000"/>
                  </a:lnTo>
                  <a:lnTo>
                    <a:pt x="52809" y="116225"/>
                  </a:lnTo>
                  <a:lnTo>
                    <a:pt x="68605" y="112784"/>
                  </a:lnTo>
                  <a:lnTo>
                    <a:pt x="81571" y="109676"/>
                  </a:lnTo>
                  <a:lnTo>
                    <a:pt x="86522" y="109676"/>
                  </a:lnTo>
                  <a:lnTo>
                    <a:pt x="113398" y="88029"/>
                  </a:lnTo>
                  <a:lnTo>
                    <a:pt x="117642" y="8592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3" name="Google Shape;1073;p58"/>
            <p:cNvSpPr/>
            <p:nvPr/>
          </p:nvSpPr>
          <p:spPr>
            <a:xfrm>
              <a:off x="5805939" y="64563"/>
              <a:ext cx="1321200" cy="1630200"/>
            </a:xfrm>
            <a:custGeom>
              <a:rect b="b" l="l" r="r" t="t"/>
              <a:pathLst>
                <a:path extrusionOk="0" h="120000" w="120000">
                  <a:moveTo>
                    <a:pt x="36010" y="113034"/>
                  </a:moveTo>
                  <a:lnTo>
                    <a:pt x="37316" y="110742"/>
                  </a:lnTo>
                  <a:lnTo>
                    <a:pt x="36228" y="107479"/>
                  </a:lnTo>
                  <a:lnTo>
                    <a:pt x="37969" y="106862"/>
                  </a:lnTo>
                  <a:lnTo>
                    <a:pt x="36881" y="105011"/>
                  </a:lnTo>
                  <a:lnTo>
                    <a:pt x="39601" y="104658"/>
                  </a:lnTo>
                  <a:lnTo>
                    <a:pt x="41776" y="100426"/>
                  </a:lnTo>
                  <a:lnTo>
                    <a:pt x="39818" y="95576"/>
                  </a:lnTo>
                  <a:lnTo>
                    <a:pt x="42647" y="95047"/>
                  </a:lnTo>
                  <a:lnTo>
                    <a:pt x="43735" y="92843"/>
                  </a:lnTo>
                  <a:lnTo>
                    <a:pt x="42647" y="90551"/>
                  </a:lnTo>
                  <a:lnTo>
                    <a:pt x="41124" y="90198"/>
                  </a:lnTo>
                  <a:lnTo>
                    <a:pt x="40036" y="87817"/>
                  </a:lnTo>
                  <a:lnTo>
                    <a:pt x="41124" y="85525"/>
                  </a:lnTo>
                  <a:lnTo>
                    <a:pt x="40689" y="81204"/>
                  </a:lnTo>
                  <a:lnTo>
                    <a:pt x="41559" y="78295"/>
                  </a:lnTo>
                  <a:lnTo>
                    <a:pt x="41124" y="75033"/>
                  </a:lnTo>
                  <a:lnTo>
                    <a:pt x="43300" y="70712"/>
                  </a:lnTo>
                  <a:lnTo>
                    <a:pt x="47543" y="68596"/>
                  </a:lnTo>
                  <a:lnTo>
                    <a:pt x="51568" y="70007"/>
                  </a:lnTo>
                  <a:lnTo>
                    <a:pt x="52330" y="67274"/>
                  </a:lnTo>
                  <a:lnTo>
                    <a:pt x="50480" y="64628"/>
                  </a:lnTo>
                  <a:lnTo>
                    <a:pt x="52330" y="61542"/>
                  </a:lnTo>
                  <a:lnTo>
                    <a:pt x="55376" y="55635"/>
                  </a:lnTo>
                  <a:lnTo>
                    <a:pt x="55593" y="50609"/>
                  </a:lnTo>
                  <a:lnTo>
                    <a:pt x="58531" y="49904"/>
                  </a:lnTo>
                  <a:lnTo>
                    <a:pt x="60054" y="45760"/>
                  </a:lnTo>
                  <a:lnTo>
                    <a:pt x="62665" y="42850"/>
                  </a:lnTo>
                  <a:lnTo>
                    <a:pt x="62665" y="39764"/>
                  </a:lnTo>
                  <a:lnTo>
                    <a:pt x="63535" y="38177"/>
                  </a:lnTo>
                  <a:lnTo>
                    <a:pt x="65167" y="38530"/>
                  </a:lnTo>
                  <a:lnTo>
                    <a:pt x="64188" y="35620"/>
                  </a:lnTo>
                  <a:lnTo>
                    <a:pt x="66255" y="32799"/>
                  </a:lnTo>
                  <a:lnTo>
                    <a:pt x="68649" y="30066"/>
                  </a:lnTo>
                  <a:lnTo>
                    <a:pt x="70389" y="31388"/>
                  </a:lnTo>
                  <a:lnTo>
                    <a:pt x="71368" y="26362"/>
                  </a:lnTo>
                  <a:lnTo>
                    <a:pt x="74632" y="26186"/>
                  </a:lnTo>
                  <a:lnTo>
                    <a:pt x="78331" y="27244"/>
                  </a:lnTo>
                  <a:lnTo>
                    <a:pt x="79854" y="25216"/>
                  </a:lnTo>
                  <a:lnTo>
                    <a:pt x="80072" y="21513"/>
                  </a:lnTo>
                  <a:lnTo>
                    <a:pt x="81813" y="20543"/>
                  </a:lnTo>
                  <a:lnTo>
                    <a:pt x="82030" y="20808"/>
                  </a:lnTo>
                  <a:lnTo>
                    <a:pt x="84750" y="17193"/>
                  </a:lnTo>
                  <a:lnTo>
                    <a:pt x="86708" y="22571"/>
                  </a:lnTo>
                  <a:lnTo>
                    <a:pt x="91822" y="23277"/>
                  </a:lnTo>
                  <a:lnTo>
                    <a:pt x="93563" y="21337"/>
                  </a:lnTo>
                  <a:lnTo>
                    <a:pt x="95956" y="22924"/>
                  </a:lnTo>
                  <a:lnTo>
                    <a:pt x="99546" y="21160"/>
                  </a:lnTo>
                  <a:lnTo>
                    <a:pt x="101287" y="20543"/>
                  </a:lnTo>
                  <a:lnTo>
                    <a:pt x="100852" y="16311"/>
                  </a:lnTo>
                  <a:lnTo>
                    <a:pt x="102592" y="11197"/>
                  </a:lnTo>
                  <a:lnTo>
                    <a:pt x="105747" y="11021"/>
                  </a:lnTo>
                  <a:lnTo>
                    <a:pt x="107162" y="9169"/>
                  </a:lnTo>
                  <a:lnTo>
                    <a:pt x="109555" y="10844"/>
                  </a:lnTo>
                  <a:lnTo>
                    <a:pt x="110099" y="12079"/>
                  </a:lnTo>
                  <a:lnTo>
                    <a:pt x="113798" y="12255"/>
                  </a:lnTo>
                  <a:lnTo>
                    <a:pt x="113581" y="14283"/>
                  </a:lnTo>
                  <a:lnTo>
                    <a:pt x="112928" y="16664"/>
                  </a:lnTo>
                  <a:lnTo>
                    <a:pt x="113907" y="18339"/>
                  </a:lnTo>
                  <a:lnTo>
                    <a:pt x="114886" y="17545"/>
                  </a:lnTo>
                  <a:lnTo>
                    <a:pt x="115757" y="14812"/>
                  </a:lnTo>
                  <a:lnTo>
                    <a:pt x="117606" y="12520"/>
                  </a:lnTo>
                  <a:lnTo>
                    <a:pt x="120000" y="12079"/>
                  </a:lnTo>
                  <a:lnTo>
                    <a:pt x="120000" y="10227"/>
                  </a:lnTo>
                  <a:lnTo>
                    <a:pt x="118803" y="10756"/>
                  </a:lnTo>
                  <a:lnTo>
                    <a:pt x="113037" y="9522"/>
                  </a:lnTo>
                  <a:lnTo>
                    <a:pt x="113037" y="6877"/>
                  </a:lnTo>
                  <a:lnTo>
                    <a:pt x="117280" y="6877"/>
                  </a:lnTo>
                  <a:lnTo>
                    <a:pt x="119238" y="4144"/>
                  </a:lnTo>
                  <a:lnTo>
                    <a:pt x="114342" y="2733"/>
                  </a:lnTo>
                  <a:lnTo>
                    <a:pt x="110861" y="176"/>
                  </a:lnTo>
                  <a:lnTo>
                    <a:pt x="107923" y="4496"/>
                  </a:lnTo>
                  <a:lnTo>
                    <a:pt x="108576" y="176"/>
                  </a:lnTo>
                  <a:lnTo>
                    <a:pt x="104551" y="176"/>
                  </a:lnTo>
                  <a:lnTo>
                    <a:pt x="102592" y="6348"/>
                  </a:lnTo>
                  <a:lnTo>
                    <a:pt x="101613" y="4144"/>
                  </a:lnTo>
                  <a:lnTo>
                    <a:pt x="101831" y="0"/>
                  </a:lnTo>
                  <a:lnTo>
                    <a:pt x="99437" y="4320"/>
                  </a:lnTo>
                  <a:lnTo>
                    <a:pt x="96826" y="8993"/>
                  </a:lnTo>
                  <a:lnTo>
                    <a:pt x="96609" y="5554"/>
                  </a:lnTo>
                  <a:lnTo>
                    <a:pt x="98785" y="1675"/>
                  </a:lnTo>
                  <a:lnTo>
                    <a:pt x="95194" y="1851"/>
                  </a:lnTo>
                  <a:lnTo>
                    <a:pt x="91278" y="5202"/>
                  </a:lnTo>
                  <a:lnTo>
                    <a:pt x="89428" y="2733"/>
                  </a:lnTo>
                  <a:lnTo>
                    <a:pt x="85512" y="3791"/>
                  </a:lnTo>
                  <a:lnTo>
                    <a:pt x="88123" y="11109"/>
                  </a:lnTo>
                  <a:lnTo>
                    <a:pt x="85729" y="7935"/>
                  </a:lnTo>
                  <a:lnTo>
                    <a:pt x="82574" y="8288"/>
                  </a:lnTo>
                  <a:lnTo>
                    <a:pt x="79310" y="12872"/>
                  </a:lnTo>
                  <a:lnTo>
                    <a:pt x="79093" y="10051"/>
                  </a:lnTo>
                  <a:lnTo>
                    <a:pt x="76264" y="10051"/>
                  </a:lnTo>
                  <a:lnTo>
                    <a:pt x="73871" y="13930"/>
                  </a:lnTo>
                  <a:lnTo>
                    <a:pt x="73436" y="11726"/>
                  </a:lnTo>
                  <a:lnTo>
                    <a:pt x="70389" y="14459"/>
                  </a:lnTo>
                  <a:lnTo>
                    <a:pt x="68322" y="17193"/>
                  </a:lnTo>
                  <a:lnTo>
                    <a:pt x="69628" y="20543"/>
                  </a:lnTo>
                  <a:lnTo>
                    <a:pt x="66582" y="20014"/>
                  </a:lnTo>
                  <a:lnTo>
                    <a:pt x="66364" y="24511"/>
                  </a:lnTo>
                  <a:lnTo>
                    <a:pt x="64623" y="23629"/>
                  </a:lnTo>
                  <a:lnTo>
                    <a:pt x="61903" y="25745"/>
                  </a:lnTo>
                  <a:lnTo>
                    <a:pt x="62556" y="22747"/>
                  </a:lnTo>
                  <a:lnTo>
                    <a:pt x="56355" y="26803"/>
                  </a:lnTo>
                  <a:lnTo>
                    <a:pt x="54832" y="30418"/>
                  </a:lnTo>
                  <a:lnTo>
                    <a:pt x="54614" y="32799"/>
                  </a:lnTo>
                  <a:lnTo>
                    <a:pt x="58204" y="30947"/>
                  </a:lnTo>
                  <a:lnTo>
                    <a:pt x="62339" y="31124"/>
                  </a:lnTo>
                  <a:lnTo>
                    <a:pt x="58857" y="33504"/>
                  </a:lnTo>
                  <a:lnTo>
                    <a:pt x="58422" y="36502"/>
                  </a:lnTo>
                  <a:lnTo>
                    <a:pt x="56355" y="40293"/>
                  </a:lnTo>
                  <a:lnTo>
                    <a:pt x="52438" y="41880"/>
                  </a:lnTo>
                  <a:lnTo>
                    <a:pt x="49501" y="45407"/>
                  </a:lnTo>
                  <a:lnTo>
                    <a:pt x="46999" y="48670"/>
                  </a:lnTo>
                  <a:lnTo>
                    <a:pt x="46999" y="51667"/>
                  </a:lnTo>
                  <a:lnTo>
                    <a:pt x="44605" y="55106"/>
                  </a:lnTo>
                  <a:lnTo>
                    <a:pt x="43191" y="57927"/>
                  </a:lnTo>
                  <a:lnTo>
                    <a:pt x="39709" y="60484"/>
                  </a:lnTo>
                  <a:lnTo>
                    <a:pt x="40145" y="63659"/>
                  </a:lnTo>
                  <a:lnTo>
                    <a:pt x="36337" y="64188"/>
                  </a:lnTo>
                  <a:lnTo>
                    <a:pt x="31332" y="67979"/>
                  </a:lnTo>
                  <a:lnTo>
                    <a:pt x="29048" y="71770"/>
                  </a:lnTo>
                  <a:lnTo>
                    <a:pt x="27524" y="71065"/>
                  </a:lnTo>
                  <a:lnTo>
                    <a:pt x="23934" y="71241"/>
                  </a:lnTo>
                  <a:lnTo>
                    <a:pt x="23717" y="73886"/>
                  </a:lnTo>
                  <a:lnTo>
                    <a:pt x="20235" y="75826"/>
                  </a:lnTo>
                  <a:lnTo>
                    <a:pt x="16101" y="76179"/>
                  </a:lnTo>
                  <a:lnTo>
                    <a:pt x="12184" y="78295"/>
                  </a:lnTo>
                  <a:lnTo>
                    <a:pt x="8377" y="79000"/>
                  </a:lnTo>
                  <a:lnTo>
                    <a:pt x="6636" y="82792"/>
                  </a:lnTo>
                  <a:lnTo>
                    <a:pt x="3263" y="84026"/>
                  </a:lnTo>
                  <a:lnTo>
                    <a:pt x="3046" y="87288"/>
                  </a:lnTo>
                  <a:lnTo>
                    <a:pt x="1523" y="89228"/>
                  </a:lnTo>
                  <a:lnTo>
                    <a:pt x="3046" y="91961"/>
                  </a:lnTo>
                  <a:lnTo>
                    <a:pt x="1305" y="94783"/>
                  </a:lnTo>
                  <a:lnTo>
                    <a:pt x="3481" y="96987"/>
                  </a:lnTo>
                  <a:lnTo>
                    <a:pt x="1305" y="98221"/>
                  </a:lnTo>
                  <a:lnTo>
                    <a:pt x="1740" y="101484"/>
                  </a:lnTo>
                  <a:lnTo>
                    <a:pt x="4134" y="103247"/>
                  </a:lnTo>
                  <a:lnTo>
                    <a:pt x="870" y="103776"/>
                  </a:lnTo>
                  <a:lnTo>
                    <a:pt x="0" y="106862"/>
                  </a:lnTo>
                  <a:lnTo>
                    <a:pt x="2393" y="106862"/>
                  </a:lnTo>
                  <a:lnTo>
                    <a:pt x="5766" y="105716"/>
                  </a:lnTo>
                  <a:lnTo>
                    <a:pt x="4678" y="107391"/>
                  </a:lnTo>
                  <a:lnTo>
                    <a:pt x="2828" y="109772"/>
                  </a:lnTo>
                  <a:lnTo>
                    <a:pt x="1087" y="108890"/>
                  </a:lnTo>
                  <a:lnTo>
                    <a:pt x="435" y="111006"/>
                  </a:lnTo>
                  <a:lnTo>
                    <a:pt x="2175" y="115503"/>
                  </a:lnTo>
                  <a:lnTo>
                    <a:pt x="5330" y="118589"/>
                  </a:lnTo>
                  <a:lnTo>
                    <a:pt x="9029" y="120000"/>
                  </a:lnTo>
                  <a:lnTo>
                    <a:pt x="15013" y="118412"/>
                  </a:lnTo>
                  <a:lnTo>
                    <a:pt x="20453" y="114974"/>
                  </a:lnTo>
                  <a:lnTo>
                    <a:pt x="23717" y="112681"/>
                  </a:lnTo>
                  <a:lnTo>
                    <a:pt x="28395" y="110653"/>
                  </a:lnTo>
                  <a:lnTo>
                    <a:pt x="29918" y="108361"/>
                  </a:lnTo>
                  <a:lnTo>
                    <a:pt x="31767" y="111359"/>
                  </a:lnTo>
                  <a:lnTo>
                    <a:pt x="32094" y="112152"/>
                  </a:lnTo>
                  <a:lnTo>
                    <a:pt x="34705" y="111976"/>
                  </a:lnTo>
                  <a:lnTo>
                    <a:pt x="36010" y="113034"/>
                  </a:lnTo>
                  <a:close/>
                </a:path>
              </a:pathLst>
            </a:custGeom>
            <a:solidFill>
              <a:schemeClr val="accent2"/>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4" name="Google Shape;1074;p58"/>
            <p:cNvSpPr/>
            <p:nvPr/>
          </p:nvSpPr>
          <p:spPr>
            <a:xfrm>
              <a:off x="6159315" y="343671"/>
              <a:ext cx="723600" cy="1684200"/>
            </a:xfrm>
            <a:custGeom>
              <a:rect b="b" l="l" r="r" t="t"/>
              <a:pathLst>
                <a:path extrusionOk="0" h="120000" w="120000">
                  <a:moveTo>
                    <a:pt x="114635" y="23044"/>
                  </a:moveTo>
                  <a:lnTo>
                    <a:pt x="116225" y="21251"/>
                  </a:lnTo>
                  <a:lnTo>
                    <a:pt x="114238" y="17752"/>
                  </a:lnTo>
                  <a:lnTo>
                    <a:pt x="113443" y="15448"/>
                  </a:lnTo>
                  <a:lnTo>
                    <a:pt x="110264" y="12546"/>
                  </a:lnTo>
                  <a:lnTo>
                    <a:pt x="112649" y="9217"/>
                  </a:lnTo>
                  <a:lnTo>
                    <a:pt x="106092" y="6145"/>
                  </a:lnTo>
                  <a:lnTo>
                    <a:pt x="100132" y="4694"/>
                  </a:lnTo>
                  <a:lnTo>
                    <a:pt x="91192" y="256"/>
                  </a:lnTo>
                  <a:lnTo>
                    <a:pt x="90794" y="0"/>
                  </a:lnTo>
                  <a:lnTo>
                    <a:pt x="87615" y="938"/>
                  </a:lnTo>
                  <a:lnTo>
                    <a:pt x="87218" y="4523"/>
                  </a:lnTo>
                  <a:lnTo>
                    <a:pt x="84437" y="6486"/>
                  </a:lnTo>
                  <a:lnTo>
                    <a:pt x="77682" y="5462"/>
                  </a:lnTo>
                  <a:lnTo>
                    <a:pt x="71721" y="5633"/>
                  </a:lnTo>
                  <a:lnTo>
                    <a:pt x="69933" y="10497"/>
                  </a:lnTo>
                  <a:lnTo>
                    <a:pt x="66754" y="9217"/>
                  </a:lnTo>
                  <a:lnTo>
                    <a:pt x="62384" y="11863"/>
                  </a:lnTo>
                  <a:lnTo>
                    <a:pt x="58609" y="14594"/>
                  </a:lnTo>
                  <a:lnTo>
                    <a:pt x="60397" y="17411"/>
                  </a:lnTo>
                  <a:lnTo>
                    <a:pt x="57417" y="17069"/>
                  </a:lnTo>
                  <a:lnTo>
                    <a:pt x="55827" y="18605"/>
                  </a:lnTo>
                  <a:lnTo>
                    <a:pt x="55827" y="21593"/>
                  </a:lnTo>
                  <a:lnTo>
                    <a:pt x="51059" y="24409"/>
                  </a:lnTo>
                  <a:lnTo>
                    <a:pt x="48278" y="28421"/>
                  </a:lnTo>
                  <a:lnTo>
                    <a:pt x="42913" y="29103"/>
                  </a:lnTo>
                  <a:lnTo>
                    <a:pt x="42516" y="33968"/>
                  </a:lnTo>
                  <a:lnTo>
                    <a:pt x="36953" y="39687"/>
                  </a:lnTo>
                  <a:lnTo>
                    <a:pt x="33576" y="42674"/>
                  </a:lnTo>
                  <a:lnTo>
                    <a:pt x="36953" y="45234"/>
                  </a:lnTo>
                  <a:lnTo>
                    <a:pt x="35562" y="47880"/>
                  </a:lnTo>
                  <a:lnTo>
                    <a:pt x="28211" y="46514"/>
                  </a:lnTo>
                  <a:lnTo>
                    <a:pt x="20463" y="48563"/>
                  </a:lnTo>
                  <a:lnTo>
                    <a:pt x="16490" y="52745"/>
                  </a:lnTo>
                  <a:lnTo>
                    <a:pt x="17284" y="55903"/>
                  </a:lnTo>
                  <a:lnTo>
                    <a:pt x="15695" y="58719"/>
                  </a:lnTo>
                  <a:lnTo>
                    <a:pt x="16490" y="62901"/>
                  </a:lnTo>
                  <a:lnTo>
                    <a:pt x="14503" y="65120"/>
                  </a:lnTo>
                  <a:lnTo>
                    <a:pt x="16490" y="67425"/>
                  </a:lnTo>
                  <a:lnTo>
                    <a:pt x="19271" y="67766"/>
                  </a:lnTo>
                  <a:lnTo>
                    <a:pt x="21258" y="69985"/>
                  </a:lnTo>
                  <a:lnTo>
                    <a:pt x="19271" y="72119"/>
                  </a:lnTo>
                  <a:lnTo>
                    <a:pt x="14105" y="72631"/>
                  </a:lnTo>
                  <a:lnTo>
                    <a:pt x="17682" y="77325"/>
                  </a:lnTo>
                  <a:lnTo>
                    <a:pt x="13708" y="81422"/>
                  </a:lnTo>
                  <a:lnTo>
                    <a:pt x="8741" y="81763"/>
                  </a:lnTo>
                  <a:lnTo>
                    <a:pt x="10728" y="83556"/>
                  </a:lnTo>
                  <a:lnTo>
                    <a:pt x="7549" y="84153"/>
                  </a:lnTo>
                  <a:lnTo>
                    <a:pt x="9536" y="87311"/>
                  </a:lnTo>
                  <a:lnTo>
                    <a:pt x="7152" y="89530"/>
                  </a:lnTo>
                  <a:lnTo>
                    <a:pt x="4768" y="88506"/>
                  </a:lnTo>
                  <a:lnTo>
                    <a:pt x="0" y="88677"/>
                  </a:lnTo>
                  <a:lnTo>
                    <a:pt x="2185" y="90896"/>
                  </a:lnTo>
                  <a:lnTo>
                    <a:pt x="2185" y="94395"/>
                  </a:lnTo>
                  <a:lnTo>
                    <a:pt x="6556" y="96102"/>
                  </a:lnTo>
                  <a:lnTo>
                    <a:pt x="6953" y="98492"/>
                  </a:lnTo>
                  <a:lnTo>
                    <a:pt x="6556" y="102332"/>
                  </a:lnTo>
                  <a:lnTo>
                    <a:pt x="10728" y="106173"/>
                  </a:lnTo>
                  <a:lnTo>
                    <a:pt x="17880" y="110184"/>
                  </a:lnTo>
                  <a:lnTo>
                    <a:pt x="13509" y="112403"/>
                  </a:lnTo>
                  <a:lnTo>
                    <a:pt x="16688" y="116330"/>
                  </a:lnTo>
                  <a:lnTo>
                    <a:pt x="17086" y="120000"/>
                  </a:lnTo>
                  <a:lnTo>
                    <a:pt x="22847" y="119829"/>
                  </a:lnTo>
                  <a:lnTo>
                    <a:pt x="32185" y="119317"/>
                  </a:lnTo>
                  <a:lnTo>
                    <a:pt x="30993" y="115817"/>
                  </a:lnTo>
                  <a:lnTo>
                    <a:pt x="38741" y="113257"/>
                  </a:lnTo>
                  <a:lnTo>
                    <a:pt x="50860" y="112745"/>
                  </a:lnTo>
                  <a:lnTo>
                    <a:pt x="54437" y="109160"/>
                  </a:lnTo>
                  <a:lnTo>
                    <a:pt x="56423" y="103783"/>
                  </a:lnTo>
                  <a:lnTo>
                    <a:pt x="58211" y="100455"/>
                  </a:lnTo>
                  <a:lnTo>
                    <a:pt x="58211" y="96785"/>
                  </a:lnTo>
                  <a:lnTo>
                    <a:pt x="60198" y="93712"/>
                  </a:lnTo>
                  <a:lnTo>
                    <a:pt x="66556" y="91920"/>
                  </a:lnTo>
                  <a:lnTo>
                    <a:pt x="72317" y="91408"/>
                  </a:lnTo>
                  <a:lnTo>
                    <a:pt x="76688" y="88677"/>
                  </a:lnTo>
                  <a:lnTo>
                    <a:pt x="77483" y="85519"/>
                  </a:lnTo>
                  <a:lnTo>
                    <a:pt x="82450" y="82617"/>
                  </a:lnTo>
                  <a:lnTo>
                    <a:pt x="77483" y="79886"/>
                  </a:lnTo>
                  <a:lnTo>
                    <a:pt x="73509" y="76899"/>
                  </a:lnTo>
                  <a:lnTo>
                    <a:pt x="66158" y="74509"/>
                  </a:lnTo>
                  <a:lnTo>
                    <a:pt x="64569" y="68108"/>
                  </a:lnTo>
                  <a:lnTo>
                    <a:pt x="64966" y="64096"/>
                  </a:lnTo>
                  <a:lnTo>
                    <a:pt x="66556" y="60768"/>
                  </a:lnTo>
                  <a:lnTo>
                    <a:pt x="71125" y="57866"/>
                  </a:lnTo>
                  <a:lnTo>
                    <a:pt x="74304" y="54366"/>
                  </a:lnTo>
                  <a:lnTo>
                    <a:pt x="86225" y="50782"/>
                  </a:lnTo>
                  <a:lnTo>
                    <a:pt x="94768" y="46941"/>
                  </a:lnTo>
                  <a:lnTo>
                    <a:pt x="100728" y="43698"/>
                  </a:lnTo>
                  <a:lnTo>
                    <a:pt x="101125" y="41564"/>
                  </a:lnTo>
                  <a:lnTo>
                    <a:pt x="99536" y="37041"/>
                  </a:lnTo>
                  <a:lnTo>
                    <a:pt x="102317" y="32432"/>
                  </a:lnTo>
                  <a:lnTo>
                    <a:pt x="107284" y="29103"/>
                  </a:lnTo>
                  <a:lnTo>
                    <a:pt x="114437" y="28079"/>
                  </a:lnTo>
                  <a:lnTo>
                    <a:pt x="120000" y="28591"/>
                  </a:lnTo>
                  <a:lnTo>
                    <a:pt x="119205" y="25860"/>
                  </a:lnTo>
                  <a:lnTo>
                    <a:pt x="114635" y="2304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5" name="Google Shape;1075;p58"/>
            <p:cNvSpPr/>
            <p:nvPr/>
          </p:nvSpPr>
          <p:spPr>
            <a:xfrm>
              <a:off x="7889063" y="4229613"/>
              <a:ext cx="162900" cy="61200"/>
            </a:xfrm>
            <a:custGeom>
              <a:rect b="b" l="l" r="r" t="t"/>
              <a:pathLst>
                <a:path extrusionOk="0" h="120000" w="120000">
                  <a:moveTo>
                    <a:pt x="61764" y="2352"/>
                  </a:moveTo>
                  <a:lnTo>
                    <a:pt x="41470" y="30588"/>
                  </a:lnTo>
                  <a:lnTo>
                    <a:pt x="29117" y="4705"/>
                  </a:lnTo>
                  <a:lnTo>
                    <a:pt x="18529" y="9411"/>
                  </a:lnTo>
                  <a:lnTo>
                    <a:pt x="0" y="51764"/>
                  </a:lnTo>
                  <a:lnTo>
                    <a:pt x="10588" y="120000"/>
                  </a:lnTo>
                  <a:lnTo>
                    <a:pt x="30882" y="120000"/>
                  </a:lnTo>
                  <a:lnTo>
                    <a:pt x="56470" y="120000"/>
                  </a:lnTo>
                  <a:lnTo>
                    <a:pt x="66176" y="89411"/>
                  </a:lnTo>
                  <a:lnTo>
                    <a:pt x="91764" y="80000"/>
                  </a:lnTo>
                  <a:lnTo>
                    <a:pt x="97058" y="35294"/>
                  </a:lnTo>
                  <a:lnTo>
                    <a:pt x="120000" y="21176"/>
                  </a:lnTo>
                  <a:lnTo>
                    <a:pt x="118235" y="0"/>
                  </a:lnTo>
                  <a:lnTo>
                    <a:pt x="85588" y="18823"/>
                  </a:lnTo>
                  <a:lnTo>
                    <a:pt x="61764" y="235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6" name="Google Shape;1076;p58"/>
            <p:cNvSpPr/>
            <p:nvPr/>
          </p:nvSpPr>
          <p:spPr>
            <a:xfrm>
              <a:off x="8847372" y="3285679"/>
              <a:ext cx="1461300" cy="1518900"/>
            </a:xfrm>
            <a:custGeom>
              <a:rect b="b" l="l" r="r" t="t"/>
              <a:pathLst>
                <a:path extrusionOk="0" h="120000" w="120000">
                  <a:moveTo>
                    <a:pt x="120000" y="2265"/>
                  </a:moveTo>
                  <a:cubicBezTo>
                    <a:pt x="119608" y="2360"/>
                    <a:pt x="119608" y="2360"/>
                    <a:pt x="119608" y="2360"/>
                  </a:cubicBezTo>
                  <a:cubicBezTo>
                    <a:pt x="118236" y="472"/>
                    <a:pt x="118236" y="472"/>
                    <a:pt x="118236" y="472"/>
                  </a:cubicBezTo>
                  <a:cubicBezTo>
                    <a:pt x="114220" y="0"/>
                    <a:pt x="114220" y="0"/>
                    <a:pt x="114220" y="0"/>
                  </a:cubicBezTo>
                  <a:cubicBezTo>
                    <a:pt x="110889" y="1793"/>
                    <a:pt x="110889" y="1793"/>
                    <a:pt x="110889" y="1793"/>
                  </a:cubicBezTo>
                  <a:cubicBezTo>
                    <a:pt x="107069" y="3304"/>
                    <a:pt x="107069" y="3304"/>
                    <a:pt x="107069" y="3304"/>
                  </a:cubicBezTo>
                  <a:cubicBezTo>
                    <a:pt x="103346" y="4626"/>
                    <a:pt x="103346" y="4626"/>
                    <a:pt x="103346" y="4626"/>
                  </a:cubicBezTo>
                  <a:cubicBezTo>
                    <a:pt x="100310" y="5570"/>
                    <a:pt x="100310" y="5570"/>
                    <a:pt x="100310" y="5570"/>
                  </a:cubicBezTo>
                  <a:cubicBezTo>
                    <a:pt x="97567" y="4815"/>
                    <a:pt x="97567" y="4815"/>
                    <a:pt x="97567" y="4815"/>
                  </a:cubicBezTo>
                  <a:cubicBezTo>
                    <a:pt x="95706" y="3870"/>
                    <a:pt x="95706" y="3870"/>
                    <a:pt x="95706" y="3870"/>
                  </a:cubicBezTo>
                  <a:cubicBezTo>
                    <a:pt x="93159" y="4059"/>
                    <a:pt x="93159" y="4059"/>
                    <a:pt x="93159" y="4059"/>
                  </a:cubicBezTo>
                  <a:cubicBezTo>
                    <a:pt x="92963" y="6420"/>
                    <a:pt x="92963" y="6420"/>
                    <a:pt x="92963" y="6420"/>
                  </a:cubicBezTo>
                  <a:cubicBezTo>
                    <a:pt x="90906" y="7553"/>
                    <a:pt x="90906" y="7553"/>
                    <a:pt x="90906" y="7553"/>
                  </a:cubicBezTo>
                  <a:cubicBezTo>
                    <a:pt x="86595" y="7930"/>
                    <a:pt x="86595" y="7930"/>
                    <a:pt x="86595" y="7930"/>
                  </a:cubicBezTo>
                  <a:cubicBezTo>
                    <a:pt x="81795" y="9063"/>
                    <a:pt x="81795" y="9063"/>
                    <a:pt x="81795" y="9063"/>
                  </a:cubicBezTo>
                  <a:cubicBezTo>
                    <a:pt x="79151" y="15578"/>
                    <a:pt x="79151" y="15578"/>
                    <a:pt x="79151" y="15578"/>
                  </a:cubicBezTo>
                  <a:cubicBezTo>
                    <a:pt x="76212" y="19071"/>
                    <a:pt x="76212" y="19071"/>
                    <a:pt x="76212" y="19071"/>
                  </a:cubicBezTo>
                  <a:cubicBezTo>
                    <a:pt x="74155" y="20393"/>
                    <a:pt x="74155" y="20393"/>
                    <a:pt x="74155" y="20393"/>
                  </a:cubicBezTo>
                  <a:cubicBezTo>
                    <a:pt x="75036" y="22659"/>
                    <a:pt x="75036" y="22659"/>
                    <a:pt x="75036" y="22659"/>
                  </a:cubicBezTo>
                  <a:cubicBezTo>
                    <a:pt x="75232" y="24547"/>
                    <a:pt x="75232" y="24547"/>
                    <a:pt x="75232" y="24547"/>
                  </a:cubicBezTo>
                  <a:cubicBezTo>
                    <a:pt x="74155" y="26719"/>
                    <a:pt x="74155" y="26719"/>
                    <a:pt x="74155" y="26719"/>
                  </a:cubicBezTo>
                  <a:cubicBezTo>
                    <a:pt x="71020" y="27002"/>
                    <a:pt x="71020" y="27002"/>
                    <a:pt x="71020" y="27002"/>
                  </a:cubicBezTo>
                  <a:cubicBezTo>
                    <a:pt x="67297" y="28890"/>
                    <a:pt x="67297" y="28890"/>
                    <a:pt x="67297" y="28890"/>
                  </a:cubicBezTo>
                  <a:cubicBezTo>
                    <a:pt x="63575" y="30873"/>
                    <a:pt x="63575" y="30873"/>
                    <a:pt x="63575" y="30873"/>
                  </a:cubicBezTo>
                  <a:cubicBezTo>
                    <a:pt x="59559" y="32289"/>
                    <a:pt x="59559" y="32289"/>
                    <a:pt x="59559" y="32289"/>
                  </a:cubicBezTo>
                  <a:cubicBezTo>
                    <a:pt x="56424" y="32761"/>
                    <a:pt x="56424" y="32761"/>
                    <a:pt x="56424" y="32761"/>
                  </a:cubicBezTo>
                  <a:cubicBezTo>
                    <a:pt x="52212" y="31156"/>
                    <a:pt x="52212" y="31156"/>
                    <a:pt x="52212" y="31156"/>
                  </a:cubicBezTo>
                  <a:cubicBezTo>
                    <a:pt x="48783" y="28890"/>
                    <a:pt x="48783" y="28890"/>
                    <a:pt x="48783" y="28890"/>
                  </a:cubicBezTo>
                  <a:cubicBezTo>
                    <a:pt x="45453" y="29551"/>
                    <a:pt x="45453" y="29551"/>
                    <a:pt x="45453" y="29551"/>
                  </a:cubicBezTo>
                  <a:cubicBezTo>
                    <a:pt x="42220" y="29457"/>
                    <a:pt x="42220" y="29457"/>
                    <a:pt x="42220" y="29457"/>
                  </a:cubicBezTo>
                  <a:cubicBezTo>
                    <a:pt x="40555" y="27757"/>
                    <a:pt x="40555" y="27757"/>
                    <a:pt x="40555" y="27757"/>
                  </a:cubicBezTo>
                  <a:cubicBezTo>
                    <a:pt x="39085" y="25114"/>
                    <a:pt x="39085" y="25114"/>
                    <a:pt x="39085" y="25114"/>
                  </a:cubicBezTo>
                  <a:cubicBezTo>
                    <a:pt x="38008" y="22564"/>
                    <a:pt x="38008" y="22564"/>
                    <a:pt x="38008" y="22564"/>
                  </a:cubicBezTo>
                  <a:cubicBezTo>
                    <a:pt x="36440" y="22848"/>
                    <a:pt x="36440" y="22848"/>
                    <a:pt x="36440" y="22848"/>
                  </a:cubicBezTo>
                  <a:cubicBezTo>
                    <a:pt x="33502" y="21337"/>
                    <a:pt x="33502" y="21337"/>
                    <a:pt x="33502" y="21337"/>
                  </a:cubicBezTo>
                  <a:cubicBezTo>
                    <a:pt x="30955" y="19449"/>
                    <a:pt x="30955" y="19449"/>
                    <a:pt x="30955" y="19449"/>
                  </a:cubicBezTo>
                  <a:cubicBezTo>
                    <a:pt x="32914" y="18127"/>
                    <a:pt x="32914" y="18127"/>
                    <a:pt x="32914" y="18127"/>
                  </a:cubicBezTo>
                  <a:cubicBezTo>
                    <a:pt x="32228" y="16428"/>
                    <a:pt x="32228" y="16428"/>
                    <a:pt x="32228" y="16428"/>
                  </a:cubicBezTo>
                  <a:cubicBezTo>
                    <a:pt x="30465" y="16428"/>
                    <a:pt x="30465" y="16428"/>
                    <a:pt x="30465" y="16428"/>
                  </a:cubicBezTo>
                  <a:cubicBezTo>
                    <a:pt x="31542" y="13784"/>
                    <a:pt x="31542" y="13784"/>
                    <a:pt x="31542" y="13784"/>
                  </a:cubicBezTo>
                  <a:cubicBezTo>
                    <a:pt x="27330" y="11801"/>
                    <a:pt x="27330" y="11801"/>
                    <a:pt x="27330" y="11801"/>
                  </a:cubicBezTo>
                  <a:cubicBezTo>
                    <a:pt x="23314" y="16711"/>
                    <a:pt x="23314" y="16711"/>
                    <a:pt x="23314" y="16711"/>
                  </a:cubicBezTo>
                  <a:cubicBezTo>
                    <a:pt x="20571" y="20204"/>
                    <a:pt x="20571" y="20204"/>
                    <a:pt x="20571" y="20204"/>
                  </a:cubicBezTo>
                  <a:cubicBezTo>
                    <a:pt x="19200" y="21620"/>
                    <a:pt x="19200" y="21620"/>
                    <a:pt x="19200" y="21620"/>
                  </a:cubicBezTo>
                  <a:cubicBezTo>
                    <a:pt x="17632" y="23225"/>
                    <a:pt x="17632" y="23225"/>
                    <a:pt x="17632" y="23225"/>
                  </a:cubicBezTo>
                  <a:cubicBezTo>
                    <a:pt x="16065" y="23320"/>
                    <a:pt x="16065" y="23320"/>
                    <a:pt x="16065" y="23320"/>
                  </a:cubicBezTo>
                  <a:cubicBezTo>
                    <a:pt x="13910" y="23509"/>
                    <a:pt x="13910" y="23509"/>
                    <a:pt x="13910" y="23509"/>
                  </a:cubicBezTo>
                  <a:cubicBezTo>
                    <a:pt x="10775" y="22564"/>
                    <a:pt x="10775" y="22564"/>
                    <a:pt x="10775" y="22564"/>
                  </a:cubicBezTo>
                  <a:cubicBezTo>
                    <a:pt x="6465" y="19166"/>
                    <a:pt x="6465" y="19166"/>
                    <a:pt x="6465" y="19166"/>
                  </a:cubicBezTo>
                  <a:cubicBezTo>
                    <a:pt x="5877" y="18788"/>
                    <a:pt x="5877" y="18788"/>
                    <a:pt x="5877" y="18788"/>
                  </a:cubicBezTo>
                  <a:cubicBezTo>
                    <a:pt x="3722" y="17466"/>
                    <a:pt x="3722" y="17466"/>
                    <a:pt x="3722" y="17466"/>
                  </a:cubicBezTo>
                  <a:cubicBezTo>
                    <a:pt x="2351" y="16805"/>
                    <a:pt x="2351" y="16805"/>
                    <a:pt x="2351" y="16805"/>
                  </a:cubicBezTo>
                  <a:cubicBezTo>
                    <a:pt x="1175" y="17277"/>
                    <a:pt x="1175" y="17277"/>
                    <a:pt x="1175" y="17277"/>
                  </a:cubicBezTo>
                  <a:cubicBezTo>
                    <a:pt x="1763" y="20298"/>
                    <a:pt x="1763" y="20298"/>
                    <a:pt x="1763" y="20298"/>
                  </a:cubicBezTo>
                  <a:cubicBezTo>
                    <a:pt x="2644" y="22753"/>
                    <a:pt x="2644" y="22753"/>
                    <a:pt x="2644" y="22753"/>
                  </a:cubicBezTo>
                  <a:cubicBezTo>
                    <a:pt x="0" y="23225"/>
                    <a:pt x="0" y="23225"/>
                    <a:pt x="0" y="23225"/>
                  </a:cubicBezTo>
                  <a:cubicBezTo>
                    <a:pt x="2840" y="24925"/>
                    <a:pt x="2840" y="24925"/>
                    <a:pt x="2840" y="24925"/>
                  </a:cubicBezTo>
                  <a:cubicBezTo>
                    <a:pt x="2351" y="29362"/>
                    <a:pt x="2351" y="29362"/>
                    <a:pt x="2351" y="29362"/>
                  </a:cubicBezTo>
                  <a:cubicBezTo>
                    <a:pt x="5975" y="31817"/>
                    <a:pt x="5975" y="31817"/>
                    <a:pt x="5975" y="31817"/>
                  </a:cubicBezTo>
                  <a:cubicBezTo>
                    <a:pt x="5779" y="34272"/>
                    <a:pt x="5779" y="34272"/>
                    <a:pt x="5779" y="34272"/>
                  </a:cubicBezTo>
                  <a:cubicBezTo>
                    <a:pt x="8816" y="37482"/>
                    <a:pt x="8816" y="37482"/>
                    <a:pt x="8816" y="37482"/>
                  </a:cubicBezTo>
                  <a:cubicBezTo>
                    <a:pt x="9600" y="39181"/>
                    <a:pt x="9600" y="39181"/>
                    <a:pt x="9600" y="39181"/>
                  </a:cubicBezTo>
                  <a:cubicBezTo>
                    <a:pt x="10383" y="41353"/>
                    <a:pt x="10383" y="41353"/>
                    <a:pt x="10383" y="41353"/>
                  </a:cubicBezTo>
                  <a:cubicBezTo>
                    <a:pt x="10873" y="41164"/>
                    <a:pt x="10873" y="41164"/>
                    <a:pt x="10873" y="41164"/>
                  </a:cubicBezTo>
                  <a:cubicBezTo>
                    <a:pt x="12832" y="43524"/>
                    <a:pt x="12832" y="43524"/>
                    <a:pt x="12832" y="43524"/>
                  </a:cubicBezTo>
                  <a:cubicBezTo>
                    <a:pt x="14008" y="46168"/>
                    <a:pt x="14008" y="46168"/>
                    <a:pt x="14008" y="46168"/>
                  </a:cubicBezTo>
                  <a:cubicBezTo>
                    <a:pt x="17436" y="48339"/>
                    <a:pt x="17436" y="48339"/>
                    <a:pt x="17436" y="48339"/>
                  </a:cubicBezTo>
                  <a:cubicBezTo>
                    <a:pt x="21844" y="50889"/>
                    <a:pt x="21844" y="50889"/>
                    <a:pt x="21844" y="50889"/>
                  </a:cubicBezTo>
                  <a:cubicBezTo>
                    <a:pt x="25077" y="49850"/>
                    <a:pt x="25077" y="49850"/>
                    <a:pt x="25077" y="49850"/>
                  </a:cubicBezTo>
                  <a:cubicBezTo>
                    <a:pt x="24097" y="54004"/>
                    <a:pt x="24097" y="54004"/>
                    <a:pt x="24097" y="54004"/>
                  </a:cubicBezTo>
                  <a:cubicBezTo>
                    <a:pt x="25567" y="55987"/>
                    <a:pt x="25567" y="55987"/>
                    <a:pt x="25567" y="55987"/>
                  </a:cubicBezTo>
                  <a:cubicBezTo>
                    <a:pt x="23412" y="60047"/>
                    <a:pt x="23412" y="60047"/>
                    <a:pt x="23412" y="60047"/>
                  </a:cubicBezTo>
                  <a:cubicBezTo>
                    <a:pt x="22334" y="62313"/>
                    <a:pt x="22334" y="62313"/>
                    <a:pt x="22334" y="62313"/>
                  </a:cubicBezTo>
                  <a:cubicBezTo>
                    <a:pt x="22138" y="64012"/>
                    <a:pt x="22138" y="64012"/>
                    <a:pt x="22138" y="64012"/>
                  </a:cubicBezTo>
                  <a:cubicBezTo>
                    <a:pt x="22726" y="64484"/>
                    <a:pt x="22726" y="64484"/>
                    <a:pt x="22726" y="64484"/>
                  </a:cubicBezTo>
                  <a:cubicBezTo>
                    <a:pt x="23804" y="65523"/>
                    <a:pt x="23804" y="65523"/>
                    <a:pt x="23804" y="65523"/>
                  </a:cubicBezTo>
                  <a:cubicBezTo>
                    <a:pt x="22138" y="68638"/>
                    <a:pt x="22138" y="68638"/>
                    <a:pt x="22138" y="68638"/>
                  </a:cubicBezTo>
                  <a:cubicBezTo>
                    <a:pt x="26253" y="71188"/>
                    <a:pt x="26253" y="71188"/>
                    <a:pt x="26253" y="71188"/>
                  </a:cubicBezTo>
                  <a:cubicBezTo>
                    <a:pt x="26253" y="71188"/>
                    <a:pt x="26253" y="71188"/>
                    <a:pt x="27428" y="70810"/>
                  </a:cubicBezTo>
                  <a:cubicBezTo>
                    <a:pt x="28604" y="70527"/>
                    <a:pt x="30171" y="73453"/>
                    <a:pt x="30171" y="73453"/>
                  </a:cubicBezTo>
                  <a:cubicBezTo>
                    <a:pt x="29485" y="75531"/>
                    <a:pt x="29485" y="75531"/>
                    <a:pt x="29485" y="75531"/>
                  </a:cubicBezTo>
                  <a:cubicBezTo>
                    <a:pt x="30661" y="76097"/>
                    <a:pt x="30661" y="76097"/>
                    <a:pt x="30661" y="76097"/>
                  </a:cubicBezTo>
                  <a:cubicBezTo>
                    <a:pt x="36734" y="77230"/>
                    <a:pt x="36734" y="77230"/>
                    <a:pt x="36734" y="77230"/>
                  </a:cubicBezTo>
                  <a:cubicBezTo>
                    <a:pt x="42318" y="79590"/>
                    <a:pt x="42318" y="79590"/>
                    <a:pt x="42318" y="79590"/>
                  </a:cubicBezTo>
                  <a:cubicBezTo>
                    <a:pt x="49077" y="85066"/>
                    <a:pt x="49077" y="85066"/>
                    <a:pt x="49077" y="85066"/>
                  </a:cubicBezTo>
                  <a:cubicBezTo>
                    <a:pt x="48000" y="87616"/>
                    <a:pt x="48000" y="87616"/>
                    <a:pt x="48000" y="87616"/>
                  </a:cubicBezTo>
                  <a:cubicBezTo>
                    <a:pt x="48391" y="92053"/>
                    <a:pt x="48391" y="92053"/>
                    <a:pt x="48391" y="92053"/>
                  </a:cubicBezTo>
                  <a:cubicBezTo>
                    <a:pt x="52408" y="92053"/>
                    <a:pt x="52408" y="92053"/>
                    <a:pt x="52408" y="92053"/>
                  </a:cubicBezTo>
                  <a:cubicBezTo>
                    <a:pt x="53681" y="96963"/>
                    <a:pt x="53681" y="96963"/>
                    <a:pt x="53681" y="96963"/>
                  </a:cubicBezTo>
                  <a:cubicBezTo>
                    <a:pt x="54661" y="97623"/>
                    <a:pt x="54661" y="97623"/>
                    <a:pt x="54661" y="97623"/>
                  </a:cubicBezTo>
                  <a:cubicBezTo>
                    <a:pt x="57600" y="99512"/>
                    <a:pt x="57600" y="99512"/>
                    <a:pt x="57600" y="99512"/>
                  </a:cubicBezTo>
                  <a:cubicBezTo>
                    <a:pt x="58187" y="99417"/>
                    <a:pt x="58187" y="99417"/>
                    <a:pt x="58187" y="99417"/>
                  </a:cubicBezTo>
                  <a:cubicBezTo>
                    <a:pt x="59265" y="96396"/>
                    <a:pt x="59265" y="96396"/>
                    <a:pt x="59265" y="96396"/>
                  </a:cubicBezTo>
                  <a:cubicBezTo>
                    <a:pt x="61616" y="96302"/>
                    <a:pt x="61616" y="96302"/>
                    <a:pt x="61616" y="96302"/>
                  </a:cubicBezTo>
                  <a:cubicBezTo>
                    <a:pt x="64946" y="97529"/>
                    <a:pt x="64946" y="97529"/>
                    <a:pt x="64946" y="97529"/>
                  </a:cubicBezTo>
                  <a:cubicBezTo>
                    <a:pt x="67885" y="97718"/>
                    <a:pt x="67885" y="97718"/>
                    <a:pt x="67885" y="97718"/>
                  </a:cubicBezTo>
                  <a:cubicBezTo>
                    <a:pt x="70040" y="95830"/>
                    <a:pt x="70040" y="95830"/>
                    <a:pt x="70040" y="95830"/>
                  </a:cubicBezTo>
                  <a:cubicBezTo>
                    <a:pt x="71510" y="97151"/>
                    <a:pt x="71510" y="97151"/>
                    <a:pt x="71510" y="97151"/>
                  </a:cubicBezTo>
                  <a:cubicBezTo>
                    <a:pt x="75624" y="100550"/>
                    <a:pt x="75624" y="100550"/>
                    <a:pt x="75624" y="100550"/>
                  </a:cubicBezTo>
                  <a:cubicBezTo>
                    <a:pt x="78661" y="104893"/>
                    <a:pt x="78661" y="104893"/>
                    <a:pt x="78661" y="104893"/>
                  </a:cubicBezTo>
                  <a:cubicBezTo>
                    <a:pt x="81795" y="107065"/>
                    <a:pt x="81795" y="107065"/>
                    <a:pt x="81795" y="107065"/>
                  </a:cubicBezTo>
                  <a:cubicBezTo>
                    <a:pt x="84930" y="112069"/>
                    <a:pt x="84930" y="112069"/>
                    <a:pt x="84930" y="112069"/>
                  </a:cubicBezTo>
                  <a:cubicBezTo>
                    <a:pt x="87967" y="114240"/>
                    <a:pt x="87967" y="114240"/>
                    <a:pt x="87967" y="114240"/>
                  </a:cubicBezTo>
                  <a:cubicBezTo>
                    <a:pt x="91689" y="113674"/>
                    <a:pt x="91689" y="113674"/>
                    <a:pt x="91689" y="113674"/>
                  </a:cubicBezTo>
                  <a:cubicBezTo>
                    <a:pt x="96000" y="114146"/>
                    <a:pt x="96000" y="114146"/>
                    <a:pt x="96000" y="114146"/>
                  </a:cubicBezTo>
                  <a:cubicBezTo>
                    <a:pt x="99232" y="116884"/>
                    <a:pt x="99232" y="116884"/>
                    <a:pt x="99232" y="116884"/>
                  </a:cubicBezTo>
                  <a:cubicBezTo>
                    <a:pt x="103151" y="118489"/>
                    <a:pt x="103151" y="118489"/>
                    <a:pt x="103151" y="118489"/>
                  </a:cubicBezTo>
                  <a:cubicBezTo>
                    <a:pt x="106579" y="119055"/>
                    <a:pt x="106579" y="119055"/>
                    <a:pt x="106579" y="119055"/>
                  </a:cubicBezTo>
                  <a:cubicBezTo>
                    <a:pt x="110302" y="119905"/>
                    <a:pt x="110302" y="119905"/>
                    <a:pt x="110302" y="119905"/>
                  </a:cubicBezTo>
                  <a:cubicBezTo>
                    <a:pt x="115689" y="119339"/>
                    <a:pt x="115689" y="119339"/>
                    <a:pt x="115689" y="119339"/>
                  </a:cubicBezTo>
                  <a:cubicBezTo>
                    <a:pt x="119608" y="119999"/>
                    <a:pt x="119608" y="119999"/>
                    <a:pt x="119608" y="119999"/>
                  </a:cubicBezTo>
                  <a:cubicBezTo>
                    <a:pt x="120000" y="119716"/>
                    <a:pt x="120000" y="119716"/>
                    <a:pt x="120000" y="119716"/>
                  </a:cubicBezTo>
                  <a:lnTo>
                    <a:pt x="120000" y="226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7" name="Google Shape;1077;p58"/>
            <p:cNvSpPr/>
            <p:nvPr/>
          </p:nvSpPr>
          <p:spPr>
            <a:xfrm>
              <a:off x="8205305" y="4493148"/>
              <a:ext cx="1793100" cy="673200"/>
            </a:xfrm>
            <a:custGeom>
              <a:rect b="b" l="l" r="r" t="t"/>
              <a:pathLst>
                <a:path extrusionOk="0" h="120000" w="120000">
                  <a:moveTo>
                    <a:pt x="2805" y="93523"/>
                  </a:moveTo>
                  <a:lnTo>
                    <a:pt x="4328" y="97153"/>
                  </a:lnTo>
                  <a:lnTo>
                    <a:pt x="6653" y="102277"/>
                  </a:lnTo>
                  <a:lnTo>
                    <a:pt x="8096" y="109537"/>
                  </a:lnTo>
                  <a:lnTo>
                    <a:pt x="11222" y="116370"/>
                  </a:lnTo>
                  <a:lnTo>
                    <a:pt x="12104" y="120000"/>
                  </a:lnTo>
                  <a:lnTo>
                    <a:pt x="119198" y="120000"/>
                  </a:lnTo>
                  <a:lnTo>
                    <a:pt x="119198" y="116583"/>
                  </a:lnTo>
                  <a:lnTo>
                    <a:pt x="120000" y="114875"/>
                  </a:lnTo>
                  <a:lnTo>
                    <a:pt x="119599" y="114661"/>
                  </a:lnTo>
                  <a:lnTo>
                    <a:pt x="119759" y="113380"/>
                  </a:lnTo>
                  <a:lnTo>
                    <a:pt x="118316" y="116370"/>
                  </a:lnTo>
                  <a:lnTo>
                    <a:pt x="116873" y="113380"/>
                  </a:lnTo>
                  <a:lnTo>
                    <a:pt x="115350" y="108042"/>
                  </a:lnTo>
                  <a:lnTo>
                    <a:pt x="115591" y="109537"/>
                  </a:lnTo>
                  <a:lnTo>
                    <a:pt x="113987" y="105266"/>
                  </a:lnTo>
                  <a:lnTo>
                    <a:pt x="112785" y="99074"/>
                  </a:lnTo>
                  <a:lnTo>
                    <a:pt x="110701" y="95871"/>
                  </a:lnTo>
                  <a:lnTo>
                    <a:pt x="108296" y="87971"/>
                  </a:lnTo>
                  <a:lnTo>
                    <a:pt x="108296" y="83487"/>
                  </a:lnTo>
                  <a:lnTo>
                    <a:pt x="107815" y="76227"/>
                  </a:lnTo>
                  <a:lnTo>
                    <a:pt x="106613" y="69608"/>
                  </a:lnTo>
                  <a:lnTo>
                    <a:pt x="103406" y="68327"/>
                  </a:lnTo>
                  <a:lnTo>
                    <a:pt x="100521" y="62989"/>
                  </a:lnTo>
                  <a:lnTo>
                    <a:pt x="99398" y="57651"/>
                  </a:lnTo>
                  <a:lnTo>
                    <a:pt x="96673" y="57864"/>
                  </a:lnTo>
                  <a:lnTo>
                    <a:pt x="97154" y="54234"/>
                  </a:lnTo>
                  <a:lnTo>
                    <a:pt x="95390" y="49323"/>
                  </a:lnTo>
                  <a:lnTo>
                    <a:pt x="93066" y="41850"/>
                  </a:lnTo>
                  <a:lnTo>
                    <a:pt x="92344" y="39288"/>
                  </a:lnTo>
                  <a:lnTo>
                    <a:pt x="86813" y="41850"/>
                  </a:lnTo>
                  <a:lnTo>
                    <a:pt x="85210" y="36939"/>
                  </a:lnTo>
                  <a:lnTo>
                    <a:pt x="79198" y="36298"/>
                  </a:lnTo>
                  <a:lnTo>
                    <a:pt x="78957" y="36298"/>
                  </a:lnTo>
                  <a:lnTo>
                    <a:pt x="77354" y="39501"/>
                  </a:lnTo>
                  <a:lnTo>
                    <a:pt x="67014" y="42491"/>
                  </a:lnTo>
                  <a:lnTo>
                    <a:pt x="45851" y="10462"/>
                  </a:lnTo>
                  <a:lnTo>
                    <a:pt x="43126" y="8754"/>
                  </a:lnTo>
                  <a:lnTo>
                    <a:pt x="37995" y="4270"/>
                  </a:lnTo>
                  <a:lnTo>
                    <a:pt x="35270" y="1281"/>
                  </a:lnTo>
                  <a:lnTo>
                    <a:pt x="30941" y="854"/>
                  </a:lnTo>
                  <a:lnTo>
                    <a:pt x="26212" y="0"/>
                  </a:lnTo>
                  <a:lnTo>
                    <a:pt x="25571" y="854"/>
                  </a:lnTo>
                  <a:lnTo>
                    <a:pt x="12344" y="18576"/>
                  </a:lnTo>
                  <a:lnTo>
                    <a:pt x="19799" y="36725"/>
                  </a:lnTo>
                  <a:lnTo>
                    <a:pt x="17875" y="40569"/>
                  </a:lnTo>
                  <a:lnTo>
                    <a:pt x="16673" y="49964"/>
                  </a:lnTo>
                  <a:lnTo>
                    <a:pt x="12024" y="53380"/>
                  </a:lnTo>
                  <a:lnTo>
                    <a:pt x="11543" y="59572"/>
                  </a:lnTo>
                  <a:lnTo>
                    <a:pt x="7374" y="68754"/>
                  </a:lnTo>
                  <a:lnTo>
                    <a:pt x="721" y="67046"/>
                  </a:lnTo>
                  <a:lnTo>
                    <a:pt x="480" y="70889"/>
                  </a:lnTo>
                  <a:lnTo>
                    <a:pt x="881" y="82419"/>
                  </a:lnTo>
                  <a:lnTo>
                    <a:pt x="0" y="92882"/>
                  </a:lnTo>
                  <a:lnTo>
                    <a:pt x="2805" y="93523"/>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u="sng">
                <a:solidFill>
                  <a:srgbClr val="56555A"/>
                </a:solidFill>
                <a:latin typeface="Verdana"/>
                <a:ea typeface="Verdana"/>
                <a:cs typeface="Verdana"/>
                <a:sym typeface="Verdana"/>
              </a:endParaRPr>
            </a:p>
          </p:txBody>
        </p:sp>
        <p:sp>
          <p:nvSpPr>
            <p:cNvPr id="1078" name="Google Shape;1078;p58"/>
            <p:cNvSpPr/>
            <p:nvPr/>
          </p:nvSpPr>
          <p:spPr>
            <a:xfrm>
              <a:off x="9388816" y="4561428"/>
              <a:ext cx="196500" cy="166500"/>
            </a:xfrm>
            <a:custGeom>
              <a:rect b="b" l="l" r="r" t="t"/>
              <a:pathLst>
                <a:path extrusionOk="0" h="120000" w="120000">
                  <a:moveTo>
                    <a:pt x="23414" y="6906"/>
                  </a:moveTo>
                  <a:lnTo>
                    <a:pt x="12439" y="56978"/>
                  </a:lnTo>
                  <a:lnTo>
                    <a:pt x="0" y="97553"/>
                  </a:lnTo>
                  <a:lnTo>
                    <a:pt x="54878" y="100143"/>
                  </a:lnTo>
                  <a:lnTo>
                    <a:pt x="69512" y="120000"/>
                  </a:lnTo>
                  <a:lnTo>
                    <a:pt x="120000" y="109640"/>
                  </a:lnTo>
                  <a:lnTo>
                    <a:pt x="112682" y="96690"/>
                  </a:lnTo>
                  <a:lnTo>
                    <a:pt x="98048" y="76834"/>
                  </a:lnTo>
                  <a:lnTo>
                    <a:pt x="80487" y="61294"/>
                  </a:lnTo>
                  <a:lnTo>
                    <a:pt x="68048" y="61294"/>
                  </a:lnTo>
                  <a:lnTo>
                    <a:pt x="81951" y="38848"/>
                  </a:lnTo>
                  <a:lnTo>
                    <a:pt x="99512" y="29352"/>
                  </a:lnTo>
                  <a:lnTo>
                    <a:pt x="91463" y="9496"/>
                  </a:lnTo>
                  <a:lnTo>
                    <a:pt x="66585" y="6906"/>
                  </a:lnTo>
                  <a:lnTo>
                    <a:pt x="70975" y="2589"/>
                  </a:lnTo>
                  <a:lnTo>
                    <a:pt x="44634" y="0"/>
                  </a:lnTo>
                  <a:lnTo>
                    <a:pt x="23414" y="690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79" name="Google Shape;1079;p58"/>
            <p:cNvSpPr/>
            <p:nvPr/>
          </p:nvSpPr>
          <p:spPr>
            <a:xfrm>
              <a:off x="9986562" y="5137611"/>
              <a:ext cx="69600" cy="28800"/>
            </a:xfrm>
            <a:custGeom>
              <a:rect b="b" l="l" r="r" t="t"/>
              <a:pathLst>
                <a:path extrusionOk="0" h="120000" w="120000">
                  <a:moveTo>
                    <a:pt x="120000" y="120000"/>
                  </a:moveTo>
                  <a:lnTo>
                    <a:pt x="76551" y="40000"/>
                  </a:lnTo>
                  <a:lnTo>
                    <a:pt x="20689" y="0"/>
                  </a:lnTo>
                  <a:lnTo>
                    <a:pt x="0" y="40000"/>
                  </a:lnTo>
                  <a:lnTo>
                    <a:pt x="0" y="120000"/>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0" name="Google Shape;1080;p58"/>
            <p:cNvSpPr/>
            <p:nvPr/>
          </p:nvSpPr>
          <p:spPr>
            <a:xfrm>
              <a:off x="10132704" y="5108861"/>
              <a:ext cx="176100" cy="57600"/>
            </a:xfrm>
            <a:custGeom>
              <a:rect b="b" l="l" r="r" t="t"/>
              <a:pathLst>
                <a:path extrusionOk="0" h="120000" w="120000">
                  <a:moveTo>
                    <a:pt x="120000" y="120000"/>
                  </a:moveTo>
                  <a:lnTo>
                    <a:pt x="120000" y="0"/>
                  </a:lnTo>
                  <a:lnTo>
                    <a:pt x="115102" y="7500"/>
                  </a:lnTo>
                  <a:lnTo>
                    <a:pt x="80816" y="42500"/>
                  </a:lnTo>
                  <a:lnTo>
                    <a:pt x="45714" y="45000"/>
                  </a:lnTo>
                  <a:lnTo>
                    <a:pt x="17959" y="65000"/>
                  </a:lnTo>
                  <a:lnTo>
                    <a:pt x="0" y="120000"/>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1" name="Google Shape;1081;p58"/>
            <p:cNvSpPr/>
            <p:nvPr/>
          </p:nvSpPr>
          <p:spPr>
            <a:xfrm>
              <a:off x="9603238" y="2291433"/>
              <a:ext cx="705600" cy="704400"/>
            </a:xfrm>
            <a:custGeom>
              <a:rect b="b" l="l" r="r" t="t"/>
              <a:pathLst>
                <a:path extrusionOk="0" h="120000" w="120000">
                  <a:moveTo>
                    <a:pt x="120000" y="0"/>
                  </a:moveTo>
                  <a:lnTo>
                    <a:pt x="104719" y="6122"/>
                  </a:lnTo>
                  <a:lnTo>
                    <a:pt x="86383" y="25102"/>
                  </a:lnTo>
                  <a:lnTo>
                    <a:pt x="67436" y="18163"/>
                  </a:lnTo>
                  <a:lnTo>
                    <a:pt x="67232" y="19795"/>
                  </a:lnTo>
                  <a:lnTo>
                    <a:pt x="60916" y="33673"/>
                  </a:lnTo>
                  <a:lnTo>
                    <a:pt x="50730" y="38571"/>
                  </a:lnTo>
                  <a:lnTo>
                    <a:pt x="38098" y="40204"/>
                  </a:lnTo>
                  <a:lnTo>
                    <a:pt x="28522" y="24897"/>
                  </a:lnTo>
                  <a:lnTo>
                    <a:pt x="27504" y="13469"/>
                  </a:lnTo>
                  <a:lnTo>
                    <a:pt x="0" y="41632"/>
                  </a:lnTo>
                  <a:lnTo>
                    <a:pt x="28726" y="118979"/>
                  </a:lnTo>
                  <a:lnTo>
                    <a:pt x="30152" y="120000"/>
                  </a:lnTo>
                  <a:lnTo>
                    <a:pt x="34227" y="117959"/>
                  </a:lnTo>
                  <a:lnTo>
                    <a:pt x="45636" y="112857"/>
                  </a:lnTo>
                  <a:lnTo>
                    <a:pt x="47266" y="108163"/>
                  </a:lnTo>
                  <a:lnTo>
                    <a:pt x="39932" y="102040"/>
                  </a:lnTo>
                  <a:lnTo>
                    <a:pt x="38505" y="91632"/>
                  </a:lnTo>
                  <a:lnTo>
                    <a:pt x="45229" y="87346"/>
                  </a:lnTo>
                  <a:lnTo>
                    <a:pt x="50730" y="78979"/>
                  </a:lnTo>
                  <a:lnTo>
                    <a:pt x="55212" y="77346"/>
                  </a:lnTo>
                  <a:lnTo>
                    <a:pt x="48692" y="74081"/>
                  </a:lnTo>
                  <a:lnTo>
                    <a:pt x="53174" y="69387"/>
                  </a:lnTo>
                  <a:lnTo>
                    <a:pt x="56842" y="67755"/>
                  </a:lnTo>
                  <a:lnTo>
                    <a:pt x="66010" y="70612"/>
                  </a:lnTo>
                  <a:lnTo>
                    <a:pt x="72529" y="71020"/>
                  </a:lnTo>
                  <a:lnTo>
                    <a:pt x="76400" y="66530"/>
                  </a:lnTo>
                  <a:lnTo>
                    <a:pt x="82105" y="71836"/>
                  </a:lnTo>
                  <a:lnTo>
                    <a:pt x="83735" y="79387"/>
                  </a:lnTo>
                  <a:lnTo>
                    <a:pt x="91273" y="82653"/>
                  </a:lnTo>
                  <a:lnTo>
                    <a:pt x="100237" y="79795"/>
                  </a:lnTo>
                  <a:lnTo>
                    <a:pt x="106349" y="75714"/>
                  </a:lnTo>
                  <a:lnTo>
                    <a:pt x="108794" y="72244"/>
                  </a:lnTo>
                  <a:lnTo>
                    <a:pt x="113887" y="74489"/>
                  </a:lnTo>
                  <a:lnTo>
                    <a:pt x="119592" y="80204"/>
                  </a:lnTo>
                  <a:lnTo>
                    <a:pt x="120000" y="80408"/>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2" name="Google Shape;1082;p58"/>
            <p:cNvSpPr/>
            <p:nvPr/>
          </p:nvSpPr>
          <p:spPr>
            <a:xfrm>
              <a:off x="9905105" y="4938762"/>
              <a:ext cx="105300" cy="207300"/>
            </a:xfrm>
            <a:custGeom>
              <a:rect b="b" l="l" r="r" t="t"/>
              <a:pathLst>
                <a:path extrusionOk="0" h="120000" w="120000">
                  <a:moveTo>
                    <a:pt x="77727" y="120000"/>
                  </a:moveTo>
                  <a:lnTo>
                    <a:pt x="102272" y="110289"/>
                  </a:lnTo>
                  <a:lnTo>
                    <a:pt x="110454" y="99884"/>
                  </a:lnTo>
                  <a:lnTo>
                    <a:pt x="120000" y="77687"/>
                  </a:lnTo>
                  <a:lnTo>
                    <a:pt x="115909" y="55491"/>
                  </a:lnTo>
                  <a:lnTo>
                    <a:pt x="95454" y="35375"/>
                  </a:lnTo>
                  <a:lnTo>
                    <a:pt x="87272" y="11791"/>
                  </a:lnTo>
                  <a:lnTo>
                    <a:pt x="54545" y="0"/>
                  </a:lnTo>
                  <a:lnTo>
                    <a:pt x="19090" y="2080"/>
                  </a:lnTo>
                  <a:lnTo>
                    <a:pt x="0" y="30520"/>
                  </a:lnTo>
                  <a:lnTo>
                    <a:pt x="4090" y="48554"/>
                  </a:lnTo>
                  <a:lnTo>
                    <a:pt x="12272" y="74219"/>
                  </a:lnTo>
                  <a:lnTo>
                    <a:pt x="27272" y="92947"/>
                  </a:lnTo>
                  <a:lnTo>
                    <a:pt x="53181" y="110289"/>
                  </a:lnTo>
                  <a:lnTo>
                    <a:pt x="77727"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3" name="Google Shape;1083;p58"/>
            <p:cNvSpPr/>
            <p:nvPr/>
          </p:nvSpPr>
          <p:spPr>
            <a:xfrm>
              <a:off x="7232621" y="4654863"/>
              <a:ext cx="978600" cy="511500"/>
            </a:xfrm>
            <a:custGeom>
              <a:rect b="b" l="l" r="r" t="t"/>
              <a:pathLst>
                <a:path extrusionOk="0" h="120000" w="120000">
                  <a:moveTo>
                    <a:pt x="2937" y="58173"/>
                  </a:moveTo>
                  <a:lnTo>
                    <a:pt x="881" y="66604"/>
                  </a:lnTo>
                  <a:lnTo>
                    <a:pt x="4700" y="72224"/>
                  </a:lnTo>
                  <a:lnTo>
                    <a:pt x="5728" y="120000"/>
                  </a:lnTo>
                  <a:lnTo>
                    <a:pt x="113390" y="120000"/>
                  </a:lnTo>
                  <a:lnTo>
                    <a:pt x="111921" y="113536"/>
                  </a:lnTo>
                  <a:lnTo>
                    <a:pt x="108102" y="103419"/>
                  </a:lnTo>
                  <a:lnTo>
                    <a:pt x="107662" y="95269"/>
                  </a:lnTo>
                  <a:lnTo>
                    <a:pt x="103402" y="88243"/>
                  </a:lnTo>
                  <a:lnTo>
                    <a:pt x="98702" y="77845"/>
                  </a:lnTo>
                  <a:lnTo>
                    <a:pt x="93561" y="67447"/>
                  </a:lnTo>
                  <a:lnTo>
                    <a:pt x="92386" y="57049"/>
                  </a:lnTo>
                  <a:lnTo>
                    <a:pt x="89742" y="51428"/>
                  </a:lnTo>
                  <a:lnTo>
                    <a:pt x="91946" y="42997"/>
                  </a:lnTo>
                  <a:lnTo>
                    <a:pt x="96058" y="55925"/>
                  </a:lnTo>
                  <a:lnTo>
                    <a:pt x="99583" y="66042"/>
                  </a:lnTo>
                  <a:lnTo>
                    <a:pt x="102080" y="79531"/>
                  </a:lnTo>
                  <a:lnTo>
                    <a:pt x="110159" y="89086"/>
                  </a:lnTo>
                  <a:lnTo>
                    <a:pt x="113684" y="94988"/>
                  </a:lnTo>
                  <a:lnTo>
                    <a:pt x="116768" y="89929"/>
                  </a:lnTo>
                  <a:lnTo>
                    <a:pt x="115740" y="82622"/>
                  </a:lnTo>
                  <a:lnTo>
                    <a:pt x="117209" y="70538"/>
                  </a:lnTo>
                  <a:lnTo>
                    <a:pt x="117796" y="59578"/>
                  </a:lnTo>
                  <a:lnTo>
                    <a:pt x="120000" y="49461"/>
                  </a:lnTo>
                  <a:lnTo>
                    <a:pt x="109277" y="4215"/>
                  </a:lnTo>
                  <a:lnTo>
                    <a:pt x="108396" y="562"/>
                  </a:lnTo>
                  <a:lnTo>
                    <a:pt x="105899" y="5058"/>
                  </a:lnTo>
                  <a:lnTo>
                    <a:pt x="98996" y="7306"/>
                  </a:lnTo>
                  <a:lnTo>
                    <a:pt x="94149" y="5901"/>
                  </a:lnTo>
                  <a:lnTo>
                    <a:pt x="89596" y="10117"/>
                  </a:lnTo>
                  <a:lnTo>
                    <a:pt x="84895" y="5901"/>
                  </a:lnTo>
                  <a:lnTo>
                    <a:pt x="80195" y="0"/>
                  </a:lnTo>
                  <a:lnTo>
                    <a:pt x="75201" y="1124"/>
                  </a:lnTo>
                  <a:lnTo>
                    <a:pt x="69473" y="2529"/>
                  </a:lnTo>
                  <a:lnTo>
                    <a:pt x="62276" y="7868"/>
                  </a:lnTo>
                  <a:lnTo>
                    <a:pt x="57135" y="15175"/>
                  </a:lnTo>
                  <a:lnTo>
                    <a:pt x="53023" y="21639"/>
                  </a:lnTo>
                  <a:lnTo>
                    <a:pt x="49057" y="21077"/>
                  </a:lnTo>
                  <a:lnTo>
                    <a:pt x="44504" y="18548"/>
                  </a:lnTo>
                  <a:lnTo>
                    <a:pt x="38776" y="19953"/>
                  </a:lnTo>
                  <a:lnTo>
                    <a:pt x="35544" y="16861"/>
                  </a:lnTo>
                  <a:lnTo>
                    <a:pt x="29228" y="15737"/>
                  </a:lnTo>
                  <a:lnTo>
                    <a:pt x="19975" y="11241"/>
                  </a:lnTo>
                  <a:lnTo>
                    <a:pt x="11309" y="8430"/>
                  </a:lnTo>
                  <a:lnTo>
                    <a:pt x="7784" y="12365"/>
                  </a:lnTo>
                  <a:lnTo>
                    <a:pt x="4847" y="10679"/>
                  </a:lnTo>
                  <a:lnTo>
                    <a:pt x="3818" y="6182"/>
                  </a:lnTo>
                  <a:lnTo>
                    <a:pt x="587" y="14613"/>
                  </a:lnTo>
                  <a:lnTo>
                    <a:pt x="3231" y="30070"/>
                  </a:lnTo>
                  <a:lnTo>
                    <a:pt x="0" y="47213"/>
                  </a:lnTo>
                  <a:lnTo>
                    <a:pt x="2937" y="5817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4" name="Google Shape;1084;p58"/>
            <p:cNvSpPr/>
            <p:nvPr/>
          </p:nvSpPr>
          <p:spPr>
            <a:xfrm>
              <a:off x="8123849" y="4416483"/>
              <a:ext cx="120900" cy="449100"/>
            </a:xfrm>
            <a:custGeom>
              <a:rect b="b" l="l" r="r" t="t"/>
              <a:pathLst>
                <a:path extrusionOk="0" h="120000" w="120000">
                  <a:moveTo>
                    <a:pt x="103366" y="83840"/>
                  </a:moveTo>
                  <a:lnTo>
                    <a:pt x="120000" y="69440"/>
                  </a:lnTo>
                  <a:lnTo>
                    <a:pt x="117623" y="55040"/>
                  </a:lnTo>
                  <a:lnTo>
                    <a:pt x="102178" y="56320"/>
                  </a:lnTo>
                  <a:lnTo>
                    <a:pt x="80792" y="58880"/>
                  </a:lnTo>
                  <a:lnTo>
                    <a:pt x="57029" y="59520"/>
                  </a:lnTo>
                  <a:lnTo>
                    <a:pt x="60594" y="56320"/>
                  </a:lnTo>
                  <a:lnTo>
                    <a:pt x="64158" y="52160"/>
                  </a:lnTo>
                  <a:lnTo>
                    <a:pt x="80792" y="49280"/>
                  </a:lnTo>
                  <a:lnTo>
                    <a:pt x="90297" y="45120"/>
                  </a:lnTo>
                  <a:lnTo>
                    <a:pt x="71287" y="43520"/>
                  </a:lnTo>
                  <a:lnTo>
                    <a:pt x="65346" y="40000"/>
                  </a:lnTo>
                  <a:lnTo>
                    <a:pt x="60594" y="32640"/>
                  </a:lnTo>
                  <a:lnTo>
                    <a:pt x="67722" y="26560"/>
                  </a:lnTo>
                  <a:lnTo>
                    <a:pt x="87920" y="24320"/>
                  </a:lnTo>
                  <a:lnTo>
                    <a:pt x="111683" y="28160"/>
                  </a:lnTo>
                  <a:lnTo>
                    <a:pt x="109306" y="16640"/>
                  </a:lnTo>
                  <a:lnTo>
                    <a:pt x="109306" y="16320"/>
                  </a:lnTo>
                  <a:lnTo>
                    <a:pt x="109306" y="2560"/>
                  </a:lnTo>
                  <a:lnTo>
                    <a:pt x="109306" y="1920"/>
                  </a:lnTo>
                  <a:lnTo>
                    <a:pt x="97425" y="0"/>
                  </a:lnTo>
                  <a:lnTo>
                    <a:pt x="86732" y="5120"/>
                  </a:lnTo>
                  <a:lnTo>
                    <a:pt x="58217" y="5760"/>
                  </a:lnTo>
                  <a:lnTo>
                    <a:pt x="48712" y="16960"/>
                  </a:lnTo>
                  <a:lnTo>
                    <a:pt x="41584" y="31680"/>
                  </a:lnTo>
                  <a:lnTo>
                    <a:pt x="28514" y="47040"/>
                  </a:lnTo>
                  <a:lnTo>
                    <a:pt x="22574" y="51840"/>
                  </a:lnTo>
                  <a:lnTo>
                    <a:pt x="38019" y="57280"/>
                  </a:lnTo>
                  <a:lnTo>
                    <a:pt x="15445" y="65600"/>
                  </a:lnTo>
                  <a:lnTo>
                    <a:pt x="0" y="68480"/>
                  </a:lnTo>
                  <a:lnTo>
                    <a:pt x="86732" y="120000"/>
                  </a:lnTo>
                  <a:lnTo>
                    <a:pt x="91485" y="116800"/>
                  </a:lnTo>
                  <a:lnTo>
                    <a:pt x="102178" y="95360"/>
                  </a:lnTo>
                  <a:lnTo>
                    <a:pt x="103366" y="8384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5" name="Google Shape;1085;p58"/>
            <p:cNvSpPr/>
            <p:nvPr/>
          </p:nvSpPr>
          <p:spPr>
            <a:xfrm>
              <a:off x="8216086" y="4354193"/>
              <a:ext cx="371400" cy="524700"/>
            </a:xfrm>
            <a:custGeom>
              <a:rect b="b" l="l" r="r" t="t"/>
              <a:pathLst>
                <a:path extrusionOk="0" h="120000" w="120000">
                  <a:moveTo>
                    <a:pt x="52258" y="108219"/>
                  </a:moveTo>
                  <a:lnTo>
                    <a:pt x="54580" y="100273"/>
                  </a:lnTo>
                  <a:lnTo>
                    <a:pt x="77032" y="95890"/>
                  </a:lnTo>
                  <a:lnTo>
                    <a:pt x="82838" y="83835"/>
                  </a:lnTo>
                  <a:lnTo>
                    <a:pt x="92129" y="78904"/>
                  </a:lnTo>
                  <a:lnTo>
                    <a:pt x="56129" y="55616"/>
                  </a:lnTo>
                  <a:lnTo>
                    <a:pt x="120000" y="32876"/>
                  </a:lnTo>
                  <a:lnTo>
                    <a:pt x="120000" y="28219"/>
                  </a:lnTo>
                  <a:lnTo>
                    <a:pt x="117677" y="25753"/>
                  </a:lnTo>
                  <a:lnTo>
                    <a:pt x="113806" y="27945"/>
                  </a:lnTo>
                  <a:lnTo>
                    <a:pt x="110709" y="25753"/>
                  </a:lnTo>
                  <a:lnTo>
                    <a:pt x="114967" y="20547"/>
                  </a:lnTo>
                  <a:lnTo>
                    <a:pt x="98322" y="0"/>
                  </a:lnTo>
                  <a:lnTo>
                    <a:pt x="42967" y="35068"/>
                  </a:lnTo>
                  <a:lnTo>
                    <a:pt x="25161" y="31506"/>
                  </a:lnTo>
                  <a:lnTo>
                    <a:pt x="18580" y="28767"/>
                  </a:lnTo>
                  <a:lnTo>
                    <a:pt x="10451" y="25753"/>
                  </a:lnTo>
                  <a:lnTo>
                    <a:pt x="5806" y="28219"/>
                  </a:lnTo>
                  <a:lnTo>
                    <a:pt x="5806" y="28493"/>
                  </a:lnTo>
                  <a:lnTo>
                    <a:pt x="6580" y="38356"/>
                  </a:lnTo>
                  <a:lnTo>
                    <a:pt x="7741" y="51780"/>
                  </a:lnTo>
                  <a:lnTo>
                    <a:pt x="8516" y="61369"/>
                  </a:lnTo>
                  <a:lnTo>
                    <a:pt x="9290" y="73698"/>
                  </a:lnTo>
                  <a:lnTo>
                    <a:pt x="3870" y="86027"/>
                  </a:lnTo>
                  <a:lnTo>
                    <a:pt x="3483" y="95890"/>
                  </a:lnTo>
                  <a:lnTo>
                    <a:pt x="0" y="114246"/>
                  </a:lnTo>
                  <a:lnTo>
                    <a:pt x="774" y="113150"/>
                  </a:lnTo>
                  <a:lnTo>
                    <a:pt x="0" y="117808"/>
                  </a:lnTo>
                  <a:lnTo>
                    <a:pt x="32129" y="120000"/>
                  </a:lnTo>
                  <a:lnTo>
                    <a:pt x="52258" y="108219"/>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6" name="Google Shape;1086;p58"/>
            <p:cNvSpPr/>
            <p:nvPr/>
          </p:nvSpPr>
          <p:spPr>
            <a:xfrm>
              <a:off x="8520349" y="3805561"/>
              <a:ext cx="1027800" cy="926100"/>
            </a:xfrm>
            <a:custGeom>
              <a:rect b="b" l="l" r="r" t="t"/>
              <a:pathLst>
                <a:path extrusionOk="0" h="120000" w="120000">
                  <a:moveTo>
                    <a:pt x="27563" y="10683"/>
                  </a:moveTo>
                  <a:cubicBezTo>
                    <a:pt x="27285" y="11303"/>
                    <a:pt x="27285" y="11303"/>
                    <a:pt x="27285" y="11303"/>
                  </a:cubicBezTo>
                  <a:cubicBezTo>
                    <a:pt x="23109" y="16567"/>
                    <a:pt x="23109" y="16567"/>
                    <a:pt x="23109" y="16567"/>
                  </a:cubicBezTo>
                  <a:cubicBezTo>
                    <a:pt x="19628" y="19974"/>
                    <a:pt x="19628" y="19974"/>
                    <a:pt x="19628" y="19974"/>
                  </a:cubicBezTo>
                  <a:cubicBezTo>
                    <a:pt x="19767" y="26632"/>
                    <a:pt x="19767" y="26632"/>
                    <a:pt x="19767" y="26632"/>
                  </a:cubicBezTo>
                  <a:cubicBezTo>
                    <a:pt x="22134" y="32051"/>
                    <a:pt x="22134" y="32051"/>
                    <a:pt x="22134" y="32051"/>
                  </a:cubicBezTo>
                  <a:cubicBezTo>
                    <a:pt x="20603" y="38245"/>
                    <a:pt x="20603" y="38245"/>
                    <a:pt x="20603" y="38245"/>
                  </a:cubicBezTo>
                  <a:cubicBezTo>
                    <a:pt x="22273" y="43509"/>
                    <a:pt x="22273" y="43509"/>
                    <a:pt x="22273" y="43509"/>
                  </a:cubicBezTo>
                  <a:cubicBezTo>
                    <a:pt x="20464" y="50787"/>
                    <a:pt x="20464" y="50787"/>
                    <a:pt x="20464" y="50787"/>
                  </a:cubicBezTo>
                  <a:cubicBezTo>
                    <a:pt x="0" y="71070"/>
                    <a:pt x="0" y="71070"/>
                    <a:pt x="0" y="71070"/>
                  </a:cubicBezTo>
                  <a:cubicBezTo>
                    <a:pt x="6125" y="82683"/>
                    <a:pt x="6125" y="82683"/>
                    <a:pt x="6125" y="82683"/>
                  </a:cubicBezTo>
                  <a:cubicBezTo>
                    <a:pt x="4454" y="85625"/>
                    <a:pt x="4454" y="85625"/>
                    <a:pt x="4454" y="85625"/>
                  </a:cubicBezTo>
                  <a:cubicBezTo>
                    <a:pt x="5707" y="86864"/>
                    <a:pt x="5707" y="86864"/>
                    <a:pt x="5707" y="86864"/>
                  </a:cubicBezTo>
                  <a:cubicBezTo>
                    <a:pt x="7099" y="85625"/>
                    <a:pt x="7099" y="85625"/>
                    <a:pt x="7099" y="85625"/>
                  </a:cubicBezTo>
                  <a:cubicBezTo>
                    <a:pt x="7935" y="87019"/>
                    <a:pt x="7935" y="87019"/>
                    <a:pt x="7935" y="87019"/>
                  </a:cubicBezTo>
                  <a:cubicBezTo>
                    <a:pt x="7935" y="89651"/>
                    <a:pt x="7935" y="89651"/>
                    <a:pt x="7935" y="89651"/>
                  </a:cubicBezTo>
                  <a:cubicBezTo>
                    <a:pt x="9048" y="89032"/>
                    <a:pt x="9048" y="89032"/>
                    <a:pt x="9048" y="89032"/>
                  </a:cubicBezTo>
                  <a:cubicBezTo>
                    <a:pt x="17262" y="89651"/>
                    <a:pt x="17262" y="89651"/>
                    <a:pt x="17262" y="89651"/>
                  </a:cubicBezTo>
                  <a:cubicBezTo>
                    <a:pt x="24779" y="89961"/>
                    <a:pt x="24779" y="89961"/>
                    <a:pt x="24779" y="89961"/>
                  </a:cubicBezTo>
                  <a:cubicBezTo>
                    <a:pt x="29512" y="92283"/>
                    <a:pt x="29512" y="92283"/>
                    <a:pt x="29512" y="92283"/>
                  </a:cubicBezTo>
                  <a:cubicBezTo>
                    <a:pt x="38422" y="95535"/>
                    <a:pt x="38422" y="95535"/>
                    <a:pt x="38422" y="95535"/>
                  </a:cubicBezTo>
                  <a:cubicBezTo>
                    <a:pt x="43294" y="96774"/>
                    <a:pt x="43294" y="96774"/>
                    <a:pt x="43294" y="96774"/>
                  </a:cubicBezTo>
                  <a:cubicBezTo>
                    <a:pt x="80185" y="120000"/>
                    <a:pt x="80185" y="120000"/>
                    <a:pt x="80185" y="120000"/>
                  </a:cubicBezTo>
                  <a:cubicBezTo>
                    <a:pt x="98143" y="117832"/>
                    <a:pt x="98143" y="117832"/>
                    <a:pt x="98143" y="117832"/>
                  </a:cubicBezTo>
                  <a:cubicBezTo>
                    <a:pt x="100928" y="115509"/>
                    <a:pt x="100928" y="115509"/>
                    <a:pt x="100928" y="115509"/>
                  </a:cubicBezTo>
                  <a:cubicBezTo>
                    <a:pt x="101345" y="115509"/>
                    <a:pt x="101345" y="115509"/>
                    <a:pt x="101345" y="115509"/>
                  </a:cubicBezTo>
                  <a:cubicBezTo>
                    <a:pt x="103712" y="108232"/>
                    <a:pt x="103712" y="108232"/>
                    <a:pt x="103712" y="108232"/>
                  </a:cubicBezTo>
                  <a:cubicBezTo>
                    <a:pt x="105800" y="99251"/>
                    <a:pt x="105800" y="99251"/>
                    <a:pt x="105800" y="99251"/>
                  </a:cubicBezTo>
                  <a:cubicBezTo>
                    <a:pt x="109837" y="98012"/>
                    <a:pt x="109837" y="98012"/>
                    <a:pt x="109837" y="98012"/>
                  </a:cubicBezTo>
                  <a:cubicBezTo>
                    <a:pt x="114849" y="98477"/>
                    <a:pt x="114849" y="98477"/>
                    <a:pt x="114849" y="98477"/>
                  </a:cubicBezTo>
                  <a:cubicBezTo>
                    <a:pt x="117076" y="96464"/>
                    <a:pt x="117076" y="96464"/>
                    <a:pt x="117076" y="96464"/>
                  </a:cubicBezTo>
                  <a:cubicBezTo>
                    <a:pt x="120000" y="95845"/>
                    <a:pt x="120000" y="95845"/>
                    <a:pt x="120000" y="95845"/>
                  </a:cubicBezTo>
                  <a:cubicBezTo>
                    <a:pt x="115823" y="92748"/>
                    <a:pt x="115823" y="92748"/>
                    <a:pt x="115823" y="92748"/>
                  </a:cubicBezTo>
                  <a:cubicBezTo>
                    <a:pt x="114431" y="91664"/>
                    <a:pt x="114431" y="91664"/>
                    <a:pt x="114431" y="91664"/>
                  </a:cubicBezTo>
                  <a:cubicBezTo>
                    <a:pt x="112621" y="83612"/>
                    <a:pt x="112621" y="83612"/>
                    <a:pt x="112621" y="83612"/>
                  </a:cubicBezTo>
                  <a:cubicBezTo>
                    <a:pt x="106914" y="83612"/>
                    <a:pt x="106914" y="83612"/>
                    <a:pt x="106914" y="83612"/>
                  </a:cubicBezTo>
                  <a:cubicBezTo>
                    <a:pt x="106357" y="76335"/>
                    <a:pt x="106357" y="76335"/>
                    <a:pt x="106357" y="76335"/>
                  </a:cubicBezTo>
                  <a:cubicBezTo>
                    <a:pt x="107888" y="72154"/>
                    <a:pt x="107888" y="72154"/>
                    <a:pt x="107888" y="72154"/>
                  </a:cubicBezTo>
                  <a:cubicBezTo>
                    <a:pt x="98283" y="63174"/>
                    <a:pt x="98283" y="63174"/>
                    <a:pt x="98283" y="63174"/>
                  </a:cubicBezTo>
                  <a:cubicBezTo>
                    <a:pt x="90348" y="59303"/>
                    <a:pt x="90348" y="59303"/>
                    <a:pt x="90348" y="59303"/>
                  </a:cubicBezTo>
                  <a:cubicBezTo>
                    <a:pt x="81716" y="57445"/>
                    <a:pt x="81716" y="57445"/>
                    <a:pt x="81716" y="57445"/>
                  </a:cubicBezTo>
                  <a:cubicBezTo>
                    <a:pt x="80046" y="56516"/>
                    <a:pt x="80046" y="56516"/>
                    <a:pt x="80046" y="56516"/>
                  </a:cubicBezTo>
                  <a:cubicBezTo>
                    <a:pt x="81020" y="53109"/>
                    <a:pt x="81020" y="53109"/>
                    <a:pt x="81020" y="53109"/>
                  </a:cubicBezTo>
                  <a:cubicBezTo>
                    <a:pt x="81020" y="53109"/>
                    <a:pt x="78793" y="48309"/>
                    <a:pt x="77122" y="48774"/>
                  </a:cubicBezTo>
                  <a:cubicBezTo>
                    <a:pt x="75452" y="49393"/>
                    <a:pt x="75452" y="49393"/>
                    <a:pt x="75452" y="49393"/>
                  </a:cubicBezTo>
                  <a:cubicBezTo>
                    <a:pt x="69605" y="45212"/>
                    <a:pt x="69605" y="45212"/>
                    <a:pt x="69605" y="45212"/>
                  </a:cubicBezTo>
                  <a:cubicBezTo>
                    <a:pt x="71972" y="40103"/>
                    <a:pt x="71972" y="40103"/>
                    <a:pt x="71972" y="40103"/>
                  </a:cubicBezTo>
                  <a:cubicBezTo>
                    <a:pt x="70440" y="38400"/>
                    <a:pt x="70440" y="38400"/>
                    <a:pt x="70440" y="38400"/>
                  </a:cubicBezTo>
                  <a:cubicBezTo>
                    <a:pt x="69605" y="37625"/>
                    <a:pt x="69605" y="37625"/>
                    <a:pt x="69605" y="37625"/>
                  </a:cubicBezTo>
                  <a:cubicBezTo>
                    <a:pt x="69883" y="34838"/>
                    <a:pt x="69883" y="34838"/>
                    <a:pt x="69883" y="34838"/>
                  </a:cubicBezTo>
                  <a:cubicBezTo>
                    <a:pt x="71415" y="31122"/>
                    <a:pt x="71415" y="31122"/>
                    <a:pt x="71415" y="31122"/>
                  </a:cubicBezTo>
                  <a:cubicBezTo>
                    <a:pt x="74477" y="24464"/>
                    <a:pt x="74477" y="24464"/>
                    <a:pt x="74477" y="24464"/>
                  </a:cubicBezTo>
                  <a:cubicBezTo>
                    <a:pt x="72389" y="21212"/>
                    <a:pt x="72389" y="21212"/>
                    <a:pt x="72389" y="21212"/>
                  </a:cubicBezTo>
                  <a:cubicBezTo>
                    <a:pt x="73781" y="14400"/>
                    <a:pt x="73781" y="14400"/>
                    <a:pt x="73781" y="14400"/>
                  </a:cubicBezTo>
                  <a:cubicBezTo>
                    <a:pt x="69187" y="16103"/>
                    <a:pt x="69187" y="16103"/>
                    <a:pt x="69187" y="16103"/>
                  </a:cubicBezTo>
                  <a:cubicBezTo>
                    <a:pt x="62923" y="11922"/>
                    <a:pt x="62923" y="11922"/>
                    <a:pt x="62923" y="11922"/>
                  </a:cubicBezTo>
                  <a:cubicBezTo>
                    <a:pt x="58051" y="8361"/>
                    <a:pt x="58051" y="8361"/>
                    <a:pt x="58051" y="8361"/>
                  </a:cubicBezTo>
                  <a:cubicBezTo>
                    <a:pt x="56380" y="4025"/>
                    <a:pt x="56380" y="4025"/>
                    <a:pt x="56380" y="4025"/>
                  </a:cubicBezTo>
                  <a:cubicBezTo>
                    <a:pt x="53596" y="154"/>
                    <a:pt x="53596" y="154"/>
                    <a:pt x="53596" y="154"/>
                  </a:cubicBezTo>
                  <a:cubicBezTo>
                    <a:pt x="52900" y="464"/>
                    <a:pt x="52900" y="464"/>
                    <a:pt x="52900" y="464"/>
                  </a:cubicBezTo>
                  <a:cubicBezTo>
                    <a:pt x="49141" y="2012"/>
                    <a:pt x="49141" y="2012"/>
                    <a:pt x="49141" y="2012"/>
                  </a:cubicBezTo>
                  <a:cubicBezTo>
                    <a:pt x="45522" y="0"/>
                    <a:pt x="45522" y="0"/>
                    <a:pt x="45522" y="0"/>
                  </a:cubicBezTo>
                  <a:cubicBezTo>
                    <a:pt x="40232" y="2322"/>
                    <a:pt x="40232" y="2322"/>
                    <a:pt x="40232" y="2322"/>
                  </a:cubicBezTo>
                  <a:cubicBezTo>
                    <a:pt x="34941" y="2322"/>
                    <a:pt x="34941" y="2322"/>
                    <a:pt x="34941" y="2322"/>
                  </a:cubicBezTo>
                  <a:cubicBezTo>
                    <a:pt x="31740" y="3096"/>
                    <a:pt x="31740" y="3096"/>
                    <a:pt x="31740" y="3096"/>
                  </a:cubicBezTo>
                  <a:cubicBezTo>
                    <a:pt x="30904" y="6503"/>
                    <a:pt x="30904" y="6503"/>
                    <a:pt x="30904" y="6503"/>
                  </a:cubicBezTo>
                  <a:cubicBezTo>
                    <a:pt x="28677" y="7432"/>
                    <a:pt x="28677" y="7432"/>
                    <a:pt x="28677" y="7432"/>
                  </a:cubicBezTo>
                  <a:cubicBezTo>
                    <a:pt x="27563" y="10683"/>
                    <a:pt x="27563" y="10683"/>
                    <a:pt x="27563" y="10683"/>
                  </a:cubicBezTo>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7" name="Google Shape;1087;p58"/>
            <p:cNvSpPr/>
            <p:nvPr/>
          </p:nvSpPr>
          <p:spPr>
            <a:xfrm>
              <a:off x="5127935" y="3767229"/>
              <a:ext cx="54000" cy="37200"/>
            </a:xfrm>
            <a:custGeom>
              <a:rect b="b" l="l" r="r" t="t"/>
              <a:pathLst>
                <a:path extrusionOk="0" h="120000" w="120000">
                  <a:moveTo>
                    <a:pt x="120000" y="50322"/>
                  </a:moveTo>
                  <a:lnTo>
                    <a:pt x="93333" y="15483"/>
                  </a:lnTo>
                  <a:lnTo>
                    <a:pt x="29333" y="0"/>
                  </a:lnTo>
                  <a:lnTo>
                    <a:pt x="0" y="85161"/>
                  </a:lnTo>
                  <a:lnTo>
                    <a:pt x="37333" y="120000"/>
                  </a:lnTo>
                  <a:lnTo>
                    <a:pt x="74666" y="85161"/>
                  </a:lnTo>
                  <a:lnTo>
                    <a:pt x="120000" y="5032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8" name="Google Shape;1088;p58"/>
            <p:cNvSpPr/>
            <p:nvPr/>
          </p:nvSpPr>
          <p:spPr>
            <a:xfrm>
              <a:off x="5232151" y="3700147"/>
              <a:ext cx="104100" cy="72000"/>
            </a:xfrm>
            <a:custGeom>
              <a:rect b="b" l="l" r="r" t="t"/>
              <a:pathLst>
                <a:path extrusionOk="0" h="120000" w="120000">
                  <a:moveTo>
                    <a:pt x="42758" y="74000"/>
                  </a:moveTo>
                  <a:lnTo>
                    <a:pt x="59310" y="120000"/>
                  </a:lnTo>
                  <a:lnTo>
                    <a:pt x="95172" y="110000"/>
                  </a:lnTo>
                  <a:lnTo>
                    <a:pt x="120000" y="68000"/>
                  </a:lnTo>
                  <a:lnTo>
                    <a:pt x="96551" y="22000"/>
                  </a:lnTo>
                  <a:lnTo>
                    <a:pt x="66206" y="0"/>
                  </a:lnTo>
                  <a:lnTo>
                    <a:pt x="34482" y="18000"/>
                  </a:lnTo>
                  <a:lnTo>
                    <a:pt x="0" y="46000"/>
                  </a:lnTo>
                  <a:lnTo>
                    <a:pt x="16551" y="88000"/>
                  </a:lnTo>
                  <a:lnTo>
                    <a:pt x="42758" y="74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89" name="Google Shape;1089;p58"/>
            <p:cNvSpPr/>
            <p:nvPr/>
          </p:nvSpPr>
          <p:spPr>
            <a:xfrm>
              <a:off x="5371106" y="3696554"/>
              <a:ext cx="54000" cy="31200"/>
            </a:xfrm>
            <a:custGeom>
              <a:rect b="b" l="l" r="r" t="t"/>
              <a:pathLst>
                <a:path extrusionOk="0" h="120000" w="120000">
                  <a:moveTo>
                    <a:pt x="120000" y="78461"/>
                  </a:moveTo>
                  <a:lnTo>
                    <a:pt x="82666" y="0"/>
                  </a:lnTo>
                  <a:lnTo>
                    <a:pt x="0" y="9230"/>
                  </a:lnTo>
                  <a:lnTo>
                    <a:pt x="8000" y="69230"/>
                  </a:lnTo>
                  <a:lnTo>
                    <a:pt x="64000" y="120000"/>
                  </a:lnTo>
                  <a:lnTo>
                    <a:pt x="120000" y="7846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0" name="Google Shape;1090;p58"/>
            <p:cNvSpPr/>
            <p:nvPr/>
          </p:nvSpPr>
          <p:spPr>
            <a:xfrm>
              <a:off x="5803543" y="3412655"/>
              <a:ext cx="89700" cy="179700"/>
            </a:xfrm>
            <a:custGeom>
              <a:rect b="b" l="l" r="r" t="t"/>
              <a:pathLst>
                <a:path extrusionOk="0" h="120000" w="120000">
                  <a:moveTo>
                    <a:pt x="27200" y="106400"/>
                  </a:moveTo>
                  <a:lnTo>
                    <a:pt x="68800" y="120000"/>
                  </a:lnTo>
                  <a:lnTo>
                    <a:pt x="92800" y="99200"/>
                  </a:lnTo>
                  <a:lnTo>
                    <a:pt x="97600" y="78400"/>
                  </a:lnTo>
                  <a:lnTo>
                    <a:pt x="115200" y="64800"/>
                  </a:lnTo>
                  <a:lnTo>
                    <a:pt x="116800" y="40000"/>
                  </a:lnTo>
                  <a:lnTo>
                    <a:pt x="116800" y="16800"/>
                  </a:lnTo>
                  <a:lnTo>
                    <a:pt x="120000" y="0"/>
                  </a:lnTo>
                  <a:lnTo>
                    <a:pt x="96000" y="0"/>
                  </a:lnTo>
                  <a:lnTo>
                    <a:pt x="81600" y="21600"/>
                  </a:lnTo>
                  <a:lnTo>
                    <a:pt x="46400" y="28000"/>
                  </a:lnTo>
                  <a:lnTo>
                    <a:pt x="25600" y="42400"/>
                  </a:lnTo>
                  <a:lnTo>
                    <a:pt x="0" y="63200"/>
                  </a:lnTo>
                  <a:lnTo>
                    <a:pt x="9600" y="74400"/>
                  </a:lnTo>
                  <a:lnTo>
                    <a:pt x="12800" y="92800"/>
                  </a:lnTo>
                  <a:lnTo>
                    <a:pt x="27200" y="106400"/>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1" name="Google Shape;1091;p58"/>
            <p:cNvSpPr/>
            <p:nvPr/>
          </p:nvSpPr>
          <p:spPr>
            <a:xfrm>
              <a:off x="5747242" y="3607910"/>
              <a:ext cx="148500" cy="267000"/>
            </a:xfrm>
            <a:custGeom>
              <a:rect b="b" l="l" r="r" t="t"/>
              <a:pathLst>
                <a:path extrusionOk="0" h="120000" w="120000">
                  <a:moveTo>
                    <a:pt x="0" y="105470"/>
                  </a:moveTo>
                  <a:lnTo>
                    <a:pt x="22258" y="116771"/>
                  </a:lnTo>
                  <a:lnTo>
                    <a:pt x="53225" y="119999"/>
                  </a:lnTo>
                  <a:lnTo>
                    <a:pt x="54193" y="111928"/>
                  </a:lnTo>
                  <a:lnTo>
                    <a:pt x="64838" y="104394"/>
                  </a:lnTo>
                  <a:lnTo>
                    <a:pt x="91935" y="111390"/>
                  </a:lnTo>
                  <a:lnTo>
                    <a:pt x="98709" y="97399"/>
                  </a:lnTo>
                  <a:lnTo>
                    <a:pt x="110322" y="66726"/>
                  </a:lnTo>
                  <a:lnTo>
                    <a:pt x="101612" y="55426"/>
                  </a:lnTo>
                  <a:lnTo>
                    <a:pt x="120000" y="46278"/>
                  </a:lnTo>
                  <a:lnTo>
                    <a:pt x="116129" y="32825"/>
                  </a:lnTo>
                  <a:lnTo>
                    <a:pt x="110322" y="15605"/>
                  </a:lnTo>
                  <a:lnTo>
                    <a:pt x="92903" y="0"/>
                  </a:lnTo>
                  <a:lnTo>
                    <a:pt x="69677" y="6457"/>
                  </a:lnTo>
                  <a:lnTo>
                    <a:pt x="32903" y="20448"/>
                  </a:lnTo>
                  <a:lnTo>
                    <a:pt x="14516" y="13991"/>
                  </a:lnTo>
                  <a:lnTo>
                    <a:pt x="4838" y="29058"/>
                  </a:lnTo>
                  <a:lnTo>
                    <a:pt x="20322" y="32825"/>
                  </a:lnTo>
                  <a:lnTo>
                    <a:pt x="23225" y="42511"/>
                  </a:lnTo>
                  <a:lnTo>
                    <a:pt x="14516" y="58654"/>
                  </a:lnTo>
                  <a:lnTo>
                    <a:pt x="17419" y="69955"/>
                  </a:lnTo>
                  <a:lnTo>
                    <a:pt x="11612" y="90941"/>
                  </a:lnTo>
                  <a:lnTo>
                    <a:pt x="0" y="10547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2" name="Google Shape;1092;p58"/>
            <p:cNvSpPr/>
            <p:nvPr/>
          </p:nvSpPr>
          <p:spPr>
            <a:xfrm>
              <a:off x="6110202" y="3963682"/>
              <a:ext cx="271800" cy="179700"/>
            </a:xfrm>
            <a:custGeom>
              <a:rect b="b" l="l" r="r" t="t"/>
              <a:pathLst>
                <a:path extrusionOk="0" h="120000" w="120000">
                  <a:moveTo>
                    <a:pt x="120000" y="0"/>
                  </a:moveTo>
                  <a:lnTo>
                    <a:pt x="112070" y="0"/>
                  </a:lnTo>
                  <a:lnTo>
                    <a:pt x="104140" y="12000"/>
                  </a:lnTo>
                  <a:lnTo>
                    <a:pt x="99911" y="5600"/>
                  </a:lnTo>
                  <a:lnTo>
                    <a:pt x="88281" y="12800"/>
                  </a:lnTo>
                  <a:lnTo>
                    <a:pt x="68193" y="16800"/>
                  </a:lnTo>
                  <a:lnTo>
                    <a:pt x="51277" y="21600"/>
                  </a:lnTo>
                  <a:lnTo>
                    <a:pt x="40704" y="16800"/>
                  </a:lnTo>
                  <a:lnTo>
                    <a:pt x="35418" y="3200"/>
                  </a:lnTo>
                  <a:lnTo>
                    <a:pt x="23259" y="0"/>
                  </a:lnTo>
                  <a:lnTo>
                    <a:pt x="17444" y="14400"/>
                  </a:lnTo>
                  <a:lnTo>
                    <a:pt x="9515" y="4800"/>
                  </a:lnTo>
                  <a:lnTo>
                    <a:pt x="0" y="18400"/>
                  </a:lnTo>
                  <a:lnTo>
                    <a:pt x="4757" y="44800"/>
                  </a:lnTo>
                  <a:lnTo>
                    <a:pt x="20616" y="65600"/>
                  </a:lnTo>
                  <a:lnTo>
                    <a:pt x="39118" y="80000"/>
                  </a:lnTo>
                  <a:lnTo>
                    <a:pt x="56035" y="87200"/>
                  </a:lnTo>
                  <a:lnTo>
                    <a:pt x="65022" y="99200"/>
                  </a:lnTo>
                  <a:lnTo>
                    <a:pt x="82995" y="113600"/>
                  </a:lnTo>
                  <a:lnTo>
                    <a:pt x="101497" y="120000"/>
                  </a:lnTo>
                  <a:lnTo>
                    <a:pt x="110484" y="90400"/>
                  </a:lnTo>
                  <a:lnTo>
                    <a:pt x="104140" y="64800"/>
                  </a:lnTo>
                  <a:lnTo>
                    <a:pt x="113656" y="3600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3" name="Google Shape;1093;p58"/>
            <p:cNvSpPr/>
            <p:nvPr/>
          </p:nvSpPr>
          <p:spPr>
            <a:xfrm>
              <a:off x="6247959" y="4209249"/>
              <a:ext cx="45600" cy="32400"/>
            </a:xfrm>
            <a:custGeom>
              <a:rect b="b" l="l" r="r" t="t"/>
              <a:pathLst>
                <a:path extrusionOk="0" h="120000" w="120000">
                  <a:moveTo>
                    <a:pt x="25263" y="66666"/>
                  </a:moveTo>
                  <a:lnTo>
                    <a:pt x="60000" y="106666"/>
                  </a:lnTo>
                  <a:lnTo>
                    <a:pt x="116842" y="120000"/>
                  </a:lnTo>
                  <a:lnTo>
                    <a:pt x="120000" y="53333"/>
                  </a:lnTo>
                  <a:lnTo>
                    <a:pt x="72631" y="4444"/>
                  </a:lnTo>
                  <a:lnTo>
                    <a:pt x="0" y="0"/>
                  </a:lnTo>
                  <a:lnTo>
                    <a:pt x="25263" y="6666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4" name="Google Shape;1094;p58"/>
            <p:cNvSpPr/>
            <p:nvPr/>
          </p:nvSpPr>
          <p:spPr>
            <a:xfrm>
              <a:off x="6293479" y="3218597"/>
              <a:ext cx="37200" cy="66000"/>
            </a:xfrm>
            <a:custGeom>
              <a:rect b="b" l="l" r="r" t="t"/>
              <a:pathLst>
                <a:path extrusionOk="0" h="120000" w="120000">
                  <a:moveTo>
                    <a:pt x="15483" y="0"/>
                  </a:moveTo>
                  <a:lnTo>
                    <a:pt x="0" y="24000"/>
                  </a:lnTo>
                  <a:lnTo>
                    <a:pt x="27096" y="63272"/>
                  </a:lnTo>
                  <a:lnTo>
                    <a:pt x="73548" y="100363"/>
                  </a:lnTo>
                  <a:lnTo>
                    <a:pt x="120000" y="120000"/>
                  </a:lnTo>
                  <a:lnTo>
                    <a:pt x="54193" y="52363"/>
                  </a:lnTo>
                  <a:lnTo>
                    <a:pt x="61935" y="13090"/>
                  </a:lnTo>
                  <a:lnTo>
                    <a:pt x="15483"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5" name="Google Shape;1095;p58"/>
            <p:cNvSpPr/>
            <p:nvPr/>
          </p:nvSpPr>
          <p:spPr>
            <a:xfrm>
              <a:off x="6336602" y="3298856"/>
              <a:ext cx="44400" cy="54000"/>
            </a:xfrm>
            <a:custGeom>
              <a:rect b="b" l="l" r="r" t="t"/>
              <a:pathLst>
                <a:path extrusionOk="0" h="120000" w="120000">
                  <a:moveTo>
                    <a:pt x="0" y="21333"/>
                  </a:moveTo>
                  <a:lnTo>
                    <a:pt x="19459" y="50666"/>
                  </a:lnTo>
                  <a:lnTo>
                    <a:pt x="64864" y="90666"/>
                  </a:lnTo>
                  <a:lnTo>
                    <a:pt x="120000" y="120000"/>
                  </a:lnTo>
                  <a:lnTo>
                    <a:pt x="64864" y="37333"/>
                  </a:lnTo>
                  <a:lnTo>
                    <a:pt x="25945" y="0"/>
                  </a:lnTo>
                  <a:lnTo>
                    <a:pt x="0" y="2133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6" name="Google Shape;1096;p58"/>
            <p:cNvSpPr/>
            <p:nvPr/>
          </p:nvSpPr>
          <p:spPr>
            <a:xfrm>
              <a:off x="6727113" y="3800770"/>
              <a:ext cx="46800" cy="55200"/>
            </a:xfrm>
            <a:custGeom>
              <a:rect b="b" l="l" r="r" t="t"/>
              <a:pathLst>
                <a:path extrusionOk="0" h="120000" w="120000">
                  <a:moveTo>
                    <a:pt x="67692" y="28695"/>
                  </a:moveTo>
                  <a:lnTo>
                    <a:pt x="27692" y="0"/>
                  </a:lnTo>
                  <a:lnTo>
                    <a:pt x="0" y="23478"/>
                  </a:lnTo>
                  <a:lnTo>
                    <a:pt x="49230" y="86086"/>
                  </a:lnTo>
                  <a:lnTo>
                    <a:pt x="120000" y="120000"/>
                  </a:lnTo>
                  <a:lnTo>
                    <a:pt x="67692" y="2869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7" name="Google Shape;1097;p58"/>
            <p:cNvSpPr/>
            <p:nvPr/>
          </p:nvSpPr>
          <p:spPr>
            <a:xfrm>
              <a:off x="6797789" y="3950506"/>
              <a:ext cx="42000" cy="42000"/>
            </a:xfrm>
            <a:custGeom>
              <a:rect b="b" l="l" r="r" t="t"/>
              <a:pathLst>
                <a:path extrusionOk="0" h="120000" w="120000">
                  <a:moveTo>
                    <a:pt x="20571" y="0"/>
                  </a:moveTo>
                  <a:lnTo>
                    <a:pt x="0" y="82285"/>
                  </a:lnTo>
                  <a:lnTo>
                    <a:pt x="72000" y="120000"/>
                  </a:lnTo>
                  <a:lnTo>
                    <a:pt x="120000" y="116571"/>
                  </a:lnTo>
                  <a:lnTo>
                    <a:pt x="72000" y="51428"/>
                  </a:lnTo>
                  <a:lnTo>
                    <a:pt x="20571"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8" name="Google Shape;1098;p58"/>
            <p:cNvSpPr/>
            <p:nvPr/>
          </p:nvSpPr>
          <p:spPr>
            <a:xfrm>
              <a:off x="6822944" y="4009202"/>
              <a:ext cx="27600" cy="28800"/>
            </a:xfrm>
            <a:custGeom>
              <a:rect b="b" l="l" r="r" t="t"/>
              <a:pathLst>
                <a:path extrusionOk="0" h="120000" w="120000">
                  <a:moveTo>
                    <a:pt x="57391" y="115000"/>
                  </a:moveTo>
                  <a:lnTo>
                    <a:pt x="120000" y="120000"/>
                  </a:lnTo>
                  <a:lnTo>
                    <a:pt x="52173" y="0"/>
                  </a:lnTo>
                  <a:lnTo>
                    <a:pt x="0" y="20000"/>
                  </a:lnTo>
                  <a:lnTo>
                    <a:pt x="57391" y="115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099" name="Google Shape;1099;p58"/>
            <p:cNvSpPr/>
            <p:nvPr/>
          </p:nvSpPr>
          <p:spPr>
            <a:xfrm>
              <a:off x="7033772" y="3875039"/>
              <a:ext cx="141300" cy="113700"/>
            </a:xfrm>
            <a:custGeom>
              <a:rect b="b" l="l" r="r" t="t"/>
              <a:pathLst>
                <a:path extrusionOk="0" h="120000" w="120000">
                  <a:moveTo>
                    <a:pt x="76271" y="35368"/>
                  </a:moveTo>
                  <a:lnTo>
                    <a:pt x="45762" y="29052"/>
                  </a:lnTo>
                  <a:lnTo>
                    <a:pt x="23389" y="12631"/>
                  </a:lnTo>
                  <a:lnTo>
                    <a:pt x="13220" y="0"/>
                  </a:lnTo>
                  <a:lnTo>
                    <a:pt x="0" y="16421"/>
                  </a:lnTo>
                  <a:lnTo>
                    <a:pt x="10169" y="31578"/>
                  </a:lnTo>
                  <a:lnTo>
                    <a:pt x="34576" y="50526"/>
                  </a:lnTo>
                  <a:lnTo>
                    <a:pt x="45762" y="68210"/>
                  </a:lnTo>
                  <a:lnTo>
                    <a:pt x="76271" y="73263"/>
                  </a:lnTo>
                  <a:lnTo>
                    <a:pt x="94576" y="108631"/>
                  </a:lnTo>
                  <a:lnTo>
                    <a:pt x="120000" y="120000"/>
                  </a:lnTo>
                  <a:lnTo>
                    <a:pt x="101694" y="89684"/>
                  </a:lnTo>
                  <a:lnTo>
                    <a:pt x="84406" y="56842"/>
                  </a:lnTo>
                  <a:lnTo>
                    <a:pt x="76271" y="3536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0" name="Google Shape;1100;p58"/>
            <p:cNvSpPr/>
            <p:nvPr/>
          </p:nvSpPr>
          <p:spPr>
            <a:xfrm>
              <a:off x="7273349" y="3918163"/>
              <a:ext cx="32400" cy="46800"/>
            </a:xfrm>
            <a:custGeom>
              <a:rect b="b" l="l" r="r" t="t"/>
              <a:pathLst>
                <a:path extrusionOk="0" h="120000" w="120000">
                  <a:moveTo>
                    <a:pt x="48888" y="58461"/>
                  </a:moveTo>
                  <a:lnTo>
                    <a:pt x="26666" y="110769"/>
                  </a:lnTo>
                  <a:lnTo>
                    <a:pt x="120000" y="120000"/>
                  </a:lnTo>
                  <a:lnTo>
                    <a:pt x="120000" y="9230"/>
                  </a:lnTo>
                  <a:lnTo>
                    <a:pt x="40000" y="0"/>
                  </a:lnTo>
                  <a:lnTo>
                    <a:pt x="0" y="18461"/>
                  </a:lnTo>
                  <a:lnTo>
                    <a:pt x="48888" y="5846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1" name="Google Shape;1101;p58"/>
            <p:cNvSpPr/>
            <p:nvPr/>
          </p:nvSpPr>
          <p:spPr>
            <a:xfrm>
              <a:off x="7080490" y="4240394"/>
              <a:ext cx="268200" cy="92100"/>
            </a:xfrm>
            <a:custGeom>
              <a:rect b="b" l="l" r="r" t="t"/>
              <a:pathLst>
                <a:path extrusionOk="0" h="120000" w="120000">
                  <a:moveTo>
                    <a:pt x="8571" y="0"/>
                  </a:moveTo>
                  <a:lnTo>
                    <a:pt x="535" y="15584"/>
                  </a:lnTo>
                  <a:lnTo>
                    <a:pt x="0" y="63896"/>
                  </a:lnTo>
                  <a:lnTo>
                    <a:pt x="17678" y="73246"/>
                  </a:lnTo>
                  <a:lnTo>
                    <a:pt x="31607" y="82597"/>
                  </a:lnTo>
                  <a:lnTo>
                    <a:pt x="53035" y="95064"/>
                  </a:lnTo>
                  <a:lnTo>
                    <a:pt x="56785" y="120000"/>
                  </a:lnTo>
                  <a:lnTo>
                    <a:pt x="70714" y="115324"/>
                  </a:lnTo>
                  <a:lnTo>
                    <a:pt x="90535" y="105974"/>
                  </a:lnTo>
                  <a:lnTo>
                    <a:pt x="111428" y="95064"/>
                  </a:lnTo>
                  <a:lnTo>
                    <a:pt x="119999" y="59220"/>
                  </a:lnTo>
                  <a:lnTo>
                    <a:pt x="114642" y="46753"/>
                  </a:lnTo>
                  <a:lnTo>
                    <a:pt x="104464" y="65454"/>
                  </a:lnTo>
                  <a:lnTo>
                    <a:pt x="95892" y="68571"/>
                  </a:lnTo>
                  <a:lnTo>
                    <a:pt x="95892" y="46753"/>
                  </a:lnTo>
                  <a:lnTo>
                    <a:pt x="80892" y="46753"/>
                  </a:lnTo>
                  <a:lnTo>
                    <a:pt x="63749" y="46753"/>
                  </a:lnTo>
                  <a:lnTo>
                    <a:pt x="51964" y="32727"/>
                  </a:lnTo>
                  <a:lnTo>
                    <a:pt x="40714" y="51428"/>
                  </a:lnTo>
                  <a:lnTo>
                    <a:pt x="31607" y="32727"/>
                  </a:lnTo>
                  <a:lnTo>
                    <a:pt x="19285" y="32727"/>
                  </a:lnTo>
                  <a:lnTo>
                    <a:pt x="8571"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2" name="Google Shape;1102;p58"/>
            <p:cNvSpPr/>
            <p:nvPr/>
          </p:nvSpPr>
          <p:spPr>
            <a:xfrm>
              <a:off x="7028981" y="4181698"/>
              <a:ext cx="28800" cy="27600"/>
            </a:xfrm>
            <a:custGeom>
              <a:rect b="b" l="l" r="r" t="t"/>
              <a:pathLst>
                <a:path extrusionOk="0" h="120000" w="120000">
                  <a:moveTo>
                    <a:pt x="120000" y="120000"/>
                  </a:moveTo>
                  <a:lnTo>
                    <a:pt x="90000" y="15652"/>
                  </a:lnTo>
                  <a:lnTo>
                    <a:pt x="0" y="0"/>
                  </a:lnTo>
                  <a:lnTo>
                    <a:pt x="15000" y="83478"/>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3" name="Google Shape;1103;p58"/>
            <p:cNvSpPr/>
            <p:nvPr/>
          </p:nvSpPr>
          <p:spPr>
            <a:xfrm>
              <a:off x="9857190" y="4935168"/>
              <a:ext cx="34800" cy="61200"/>
            </a:xfrm>
            <a:custGeom>
              <a:rect b="b" l="l" r="r" t="t"/>
              <a:pathLst>
                <a:path extrusionOk="0" h="120000" w="120000">
                  <a:moveTo>
                    <a:pt x="70344" y="0"/>
                  </a:moveTo>
                  <a:lnTo>
                    <a:pt x="0" y="2352"/>
                  </a:lnTo>
                  <a:lnTo>
                    <a:pt x="0" y="40000"/>
                  </a:lnTo>
                  <a:lnTo>
                    <a:pt x="20689" y="94117"/>
                  </a:lnTo>
                  <a:lnTo>
                    <a:pt x="95172" y="120000"/>
                  </a:lnTo>
                  <a:lnTo>
                    <a:pt x="74482" y="72941"/>
                  </a:lnTo>
                  <a:lnTo>
                    <a:pt x="120000" y="32941"/>
                  </a:lnTo>
                  <a:lnTo>
                    <a:pt x="70344"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4" name="Google Shape;1104;p58"/>
            <p:cNvSpPr/>
            <p:nvPr/>
          </p:nvSpPr>
          <p:spPr>
            <a:xfrm>
              <a:off x="7461418" y="4142167"/>
              <a:ext cx="46800" cy="64800"/>
            </a:xfrm>
            <a:custGeom>
              <a:rect b="b" l="l" r="r" t="t"/>
              <a:pathLst>
                <a:path extrusionOk="0" h="120000" w="120000">
                  <a:moveTo>
                    <a:pt x="83076" y="75555"/>
                  </a:moveTo>
                  <a:lnTo>
                    <a:pt x="120000" y="0"/>
                  </a:lnTo>
                  <a:lnTo>
                    <a:pt x="46153" y="31111"/>
                  </a:lnTo>
                  <a:lnTo>
                    <a:pt x="0" y="73333"/>
                  </a:lnTo>
                  <a:lnTo>
                    <a:pt x="24615" y="120000"/>
                  </a:lnTo>
                  <a:lnTo>
                    <a:pt x="83076" y="7555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5" name="Google Shape;1105;p58"/>
            <p:cNvSpPr/>
            <p:nvPr/>
          </p:nvSpPr>
          <p:spPr>
            <a:xfrm>
              <a:off x="7408711" y="4217634"/>
              <a:ext cx="20400" cy="48000"/>
            </a:xfrm>
            <a:custGeom>
              <a:rect b="b" l="l" r="r" t="t"/>
              <a:pathLst>
                <a:path extrusionOk="0" h="120000" w="120000">
                  <a:moveTo>
                    <a:pt x="21176" y="120000"/>
                  </a:moveTo>
                  <a:lnTo>
                    <a:pt x="120000" y="84000"/>
                  </a:lnTo>
                  <a:lnTo>
                    <a:pt x="77647" y="0"/>
                  </a:lnTo>
                  <a:lnTo>
                    <a:pt x="0" y="63000"/>
                  </a:lnTo>
                  <a:lnTo>
                    <a:pt x="21176"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6" name="Google Shape;1106;p58"/>
            <p:cNvSpPr/>
            <p:nvPr/>
          </p:nvSpPr>
          <p:spPr>
            <a:xfrm>
              <a:off x="7244600" y="4073888"/>
              <a:ext cx="22800" cy="38400"/>
            </a:xfrm>
            <a:custGeom>
              <a:rect b="b" l="l" r="r" t="t"/>
              <a:pathLst>
                <a:path extrusionOk="0" h="120000" w="120000">
                  <a:moveTo>
                    <a:pt x="94736" y="0"/>
                  </a:moveTo>
                  <a:lnTo>
                    <a:pt x="0" y="63750"/>
                  </a:lnTo>
                  <a:lnTo>
                    <a:pt x="44210" y="120000"/>
                  </a:lnTo>
                  <a:lnTo>
                    <a:pt x="120000" y="63750"/>
                  </a:lnTo>
                  <a:lnTo>
                    <a:pt x="94736"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7" name="Google Shape;1107;p58"/>
            <p:cNvSpPr/>
            <p:nvPr/>
          </p:nvSpPr>
          <p:spPr>
            <a:xfrm>
              <a:off x="7274547" y="3834311"/>
              <a:ext cx="58800" cy="39600"/>
            </a:xfrm>
            <a:custGeom>
              <a:rect b="b" l="l" r="r" t="t"/>
              <a:pathLst>
                <a:path extrusionOk="0" h="120000" w="120000">
                  <a:moveTo>
                    <a:pt x="78367" y="0"/>
                  </a:moveTo>
                  <a:lnTo>
                    <a:pt x="46530" y="10909"/>
                  </a:lnTo>
                  <a:lnTo>
                    <a:pt x="0" y="40000"/>
                  </a:lnTo>
                  <a:lnTo>
                    <a:pt x="26938" y="90909"/>
                  </a:lnTo>
                  <a:lnTo>
                    <a:pt x="85714" y="120000"/>
                  </a:lnTo>
                  <a:lnTo>
                    <a:pt x="119999" y="112727"/>
                  </a:lnTo>
                  <a:lnTo>
                    <a:pt x="78367"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8" name="Google Shape;1108;p58"/>
            <p:cNvSpPr/>
            <p:nvPr/>
          </p:nvSpPr>
          <p:spPr>
            <a:xfrm>
              <a:off x="7197883" y="3764833"/>
              <a:ext cx="33600" cy="27600"/>
            </a:xfrm>
            <a:custGeom>
              <a:rect b="b" l="l" r="r" t="t"/>
              <a:pathLst>
                <a:path extrusionOk="0" h="120000" w="120000">
                  <a:moveTo>
                    <a:pt x="12857" y="0"/>
                  </a:moveTo>
                  <a:lnTo>
                    <a:pt x="0" y="83478"/>
                  </a:lnTo>
                  <a:lnTo>
                    <a:pt x="59999" y="120000"/>
                  </a:lnTo>
                  <a:lnTo>
                    <a:pt x="119999" y="36521"/>
                  </a:lnTo>
                  <a:lnTo>
                    <a:pt x="12857"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09" name="Google Shape;1109;p58"/>
            <p:cNvSpPr/>
            <p:nvPr/>
          </p:nvSpPr>
          <p:spPr>
            <a:xfrm>
              <a:off x="7183508" y="3991234"/>
              <a:ext cx="27600" cy="37200"/>
            </a:xfrm>
            <a:custGeom>
              <a:rect b="b" l="l" r="r" t="t"/>
              <a:pathLst>
                <a:path extrusionOk="0" h="120000" w="120000">
                  <a:moveTo>
                    <a:pt x="0" y="23225"/>
                  </a:moveTo>
                  <a:lnTo>
                    <a:pt x="31304" y="61935"/>
                  </a:lnTo>
                  <a:lnTo>
                    <a:pt x="78260" y="120000"/>
                  </a:lnTo>
                  <a:lnTo>
                    <a:pt x="120000" y="58064"/>
                  </a:lnTo>
                  <a:lnTo>
                    <a:pt x="46956" y="0"/>
                  </a:lnTo>
                  <a:lnTo>
                    <a:pt x="0" y="2322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0" name="Google Shape;1110;p58"/>
            <p:cNvSpPr/>
            <p:nvPr/>
          </p:nvSpPr>
          <p:spPr>
            <a:xfrm>
              <a:off x="7155957" y="4121803"/>
              <a:ext cx="22800" cy="25200"/>
            </a:xfrm>
            <a:custGeom>
              <a:rect b="b" l="l" r="r" t="t"/>
              <a:pathLst>
                <a:path extrusionOk="0" h="120000" w="120000">
                  <a:moveTo>
                    <a:pt x="0" y="120000"/>
                  </a:moveTo>
                  <a:lnTo>
                    <a:pt x="120000" y="80000"/>
                  </a:lnTo>
                  <a:lnTo>
                    <a:pt x="75789" y="0"/>
                  </a:lnTo>
                  <a:lnTo>
                    <a:pt x="6315" y="34285"/>
                  </a:lnTo>
                  <a:lnTo>
                    <a:pt x="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1" name="Google Shape;1111;p58"/>
            <p:cNvSpPr/>
            <p:nvPr/>
          </p:nvSpPr>
          <p:spPr>
            <a:xfrm>
              <a:off x="7152363" y="3883424"/>
              <a:ext cx="20400" cy="30000"/>
            </a:xfrm>
            <a:custGeom>
              <a:rect b="b" l="l" r="r" t="t"/>
              <a:pathLst>
                <a:path extrusionOk="0" h="120000" w="120000">
                  <a:moveTo>
                    <a:pt x="112941" y="24000"/>
                  </a:moveTo>
                  <a:lnTo>
                    <a:pt x="42352" y="0"/>
                  </a:lnTo>
                  <a:lnTo>
                    <a:pt x="0" y="67200"/>
                  </a:lnTo>
                  <a:lnTo>
                    <a:pt x="120000" y="120000"/>
                  </a:lnTo>
                  <a:lnTo>
                    <a:pt x="112941" y="24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2" name="Google Shape;1112;p58"/>
            <p:cNvSpPr/>
            <p:nvPr/>
          </p:nvSpPr>
          <p:spPr>
            <a:xfrm>
              <a:off x="7292516" y="4023577"/>
              <a:ext cx="34800" cy="18000"/>
            </a:xfrm>
            <a:custGeom>
              <a:rect b="b" l="l" r="r" t="t"/>
              <a:pathLst>
                <a:path extrusionOk="0" h="120000" w="120000">
                  <a:moveTo>
                    <a:pt x="120000" y="0"/>
                  </a:moveTo>
                  <a:lnTo>
                    <a:pt x="45517" y="8000"/>
                  </a:lnTo>
                  <a:lnTo>
                    <a:pt x="0" y="104000"/>
                  </a:lnTo>
                  <a:lnTo>
                    <a:pt x="70344" y="12000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3" name="Google Shape;1113;p58"/>
            <p:cNvSpPr/>
            <p:nvPr/>
          </p:nvSpPr>
          <p:spPr>
            <a:xfrm>
              <a:off x="7389544" y="4094252"/>
              <a:ext cx="33600" cy="25200"/>
            </a:xfrm>
            <a:custGeom>
              <a:rect b="b" l="l" r="r" t="t"/>
              <a:pathLst>
                <a:path extrusionOk="0" h="120000" w="120000">
                  <a:moveTo>
                    <a:pt x="21428" y="51428"/>
                  </a:moveTo>
                  <a:lnTo>
                    <a:pt x="0" y="120000"/>
                  </a:lnTo>
                  <a:lnTo>
                    <a:pt x="51428" y="97142"/>
                  </a:lnTo>
                  <a:lnTo>
                    <a:pt x="119999" y="34285"/>
                  </a:lnTo>
                  <a:lnTo>
                    <a:pt x="94285" y="0"/>
                  </a:lnTo>
                  <a:lnTo>
                    <a:pt x="21428" y="5142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4" name="Google Shape;1114;p58"/>
            <p:cNvSpPr/>
            <p:nvPr/>
          </p:nvSpPr>
          <p:spPr>
            <a:xfrm>
              <a:off x="7158352" y="4052326"/>
              <a:ext cx="15600" cy="26400"/>
            </a:xfrm>
            <a:custGeom>
              <a:rect b="b" l="l" r="r" t="t"/>
              <a:pathLst>
                <a:path extrusionOk="0" h="120000" w="120000">
                  <a:moveTo>
                    <a:pt x="101538" y="5454"/>
                  </a:moveTo>
                  <a:lnTo>
                    <a:pt x="36923" y="0"/>
                  </a:lnTo>
                  <a:lnTo>
                    <a:pt x="0" y="54545"/>
                  </a:lnTo>
                  <a:lnTo>
                    <a:pt x="36923" y="120000"/>
                  </a:lnTo>
                  <a:lnTo>
                    <a:pt x="120000" y="76363"/>
                  </a:lnTo>
                  <a:lnTo>
                    <a:pt x="101538" y="545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5" name="Google Shape;1115;p58"/>
            <p:cNvSpPr/>
            <p:nvPr/>
          </p:nvSpPr>
          <p:spPr>
            <a:xfrm>
              <a:off x="7191893" y="4085867"/>
              <a:ext cx="16800" cy="24000"/>
            </a:xfrm>
            <a:custGeom>
              <a:rect b="b" l="l" r="r" t="t"/>
              <a:pathLst>
                <a:path extrusionOk="0" h="120000" w="120000">
                  <a:moveTo>
                    <a:pt x="0" y="72000"/>
                  </a:moveTo>
                  <a:lnTo>
                    <a:pt x="68571" y="120000"/>
                  </a:lnTo>
                  <a:lnTo>
                    <a:pt x="119999" y="54000"/>
                  </a:lnTo>
                  <a:lnTo>
                    <a:pt x="42857" y="0"/>
                  </a:lnTo>
                  <a:lnTo>
                    <a:pt x="0" y="72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6" name="Google Shape;1116;p58"/>
            <p:cNvSpPr/>
            <p:nvPr/>
          </p:nvSpPr>
          <p:spPr>
            <a:xfrm>
              <a:off x="7209861" y="4031962"/>
              <a:ext cx="16800" cy="32400"/>
            </a:xfrm>
            <a:custGeom>
              <a:rect b="b" l="l" r="r" t="t"/>
              <a:pathLst>
                <a:path extrusionOk="0" h="120000" w="120000">
                  <a:moveTo>
                    <a:pt x="119999" y="0"/>
                  </a:moveTo>
                  <a:lnTo>
                    <a:pt x="0" y="57777"/>
                  </a:lnTo>
                  <a:lnTo>
                    <a:pt x="34285" y="120000"/>
                  </a:lnTo>
                  <a:lnTo>
                    <a:pt x="102857" y="84444"/>
                  </a:lnTo>
                  <a:lnTo>
                    <a:pt x="119999"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7" name="Google Shape;1117;p58"/>
            <p:cNvSpPr/>
            <p:nvPr/>
          </p:nvSpPr>
          <p:spPr>
            <a:xfrm>
              <a:off x="7282933" y="4149355"/>
              <a:ext cx="24000" cy="24000"/>
            </a:xfrm>
            <a:custGeom>
              <a:rect b="b" l="l" r="r" t="t"/>
              <a:pathLst>
                <a:path extrusionOk="0" h="120000" w="120000">
                  <a:moveTo>
                    <a:pt x="30000" y="120000"/>
                  </a:moveTo>
                  <a:lnTo>
                    <a:pt x="120000" y="48000"/>
                  </a:lnTo>
                  <a:lnTo>
                    <a:pt x="48000" y="0"/>
                  </a:lnTo>
                  <a:lnTo>
                    <a:pt x="0" y="60000"/>
                  </a:lnTo>
                  <a:lnTo>
                    <a:pt x="3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8" name="Google Shape;1118;p58"/>
            <p:cNvSpPr/>
            <p:nvPr/>
          </p:nvSpPr>
          <p:spPr>
            <a:xfrm>
              <a:off x="7285328" y="4096648"/>
              <a:ext cx="25200" cy="31200"/>
            </a:xfrm>
            <a:custGeom>
              <a:rect b="b" l="l" r="r" t="t"/>
              <a:pathLst>
                <a:path extrusionOk="0" h="120000" w="120000">
                  <a:moveTo>
                    <a:pt x="120000" y="0"/>
                  </a:moveTo>
                  <a:lnTo>
                    <a:pt x="0" y="55384"/>
                  </a:lnTo>
                  <a:lnTo>
                    <a:pt x="17142" y="120000"/>
                  </a:lnTo>
                  <a:lnTo>
                    <a:pt x="120000" y="46153"/>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19" name="Google Shape;1119;p58"/>
            <p:cNvSpPr/>
            <p:nvPr/>
          </p:nvSpPr>
          <p:spPr>
            <a:xfrm>
              <a:off x="7208664" y="4125397"/>
              <a:ext cx="21600" cy="21600"/>
            </a:xfrm>
            <a:custGeom>
              <a:rect b="b" l="l" r="r" t="t"/>
              <a:pathLst>
                <a:path extrusionOk="0" h="120000" w="120000">
                  <a:moveTo>
                    <a:pt x="120000" y="66666"/>
                  </a:moveTo>
                  <a:lnTo>
                    <a:pt x="46666" y="0"/>
                  </a:lnTo>
                  <a:lnTo>
                    <a:pt x="0" y="86666"/>
                  </a:lnTo>
                  <a:lnTo>
                    <a:pt x="73333" y="120000"/>
                  </a:lnTo>
                  <a:lnTo>
                    <a:pt x="120000" y="6666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0" name="Google Shape;1120;p58"/>
            <p:cNvSpPr/>
            <p:nvPr/>
          </p:nvSpPr>
          <p:spPr>
            <a:xfrm>
              <a:off x="6683989" y="1437341"/>
              <a:ext cx="49200" cy="56400"/>
            </a:xfrm>
            <a:custGeom>
              <a:rect b="b" l="l" r="r" t="t"/>
              <a:pathLst>
                <a:path extrusionOk="0" h="120000" w="120000">
                  <a:moveTo>
                    <a:pt x="120000" y="53617"/>
                  </a:moveTo>
                  <a:lnTo>
                    <a:pt x="58536" y="0"/>
                  </a:lnTo>
                  <a:lnTo>
                    <a:pt x="0" y="53617"/>
                  </a:lnTo>
                  <a:lnTo>
                    <a:pt x="17560" y="120000"/>
                  </a:lnTo>
                  <a:lnTo>
                    <a:pt x="76097" y="109787"/>
                  </a:lnTo>
                  <a:lnTo>
                    <a:pt x="120000" y="5361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1" name="Google Shape;1121;p58"/>
            <p:cNvSpPr/>
            <p:nvPr/>
          </p:nvSpPr>
          <p:spPr>
            <a:xfrm>
              <a:off x="6602533" y="1741604"/>
              <a:ext cx="54000" cy="118500"/>
            </a:xfrm>
            <a:custGeom>
              <a:rect b="b" l="l" r="r" t="t"/>
              <a:pathLst>
                <a:path extrusionOk="0" h="120000" w="120000">
                  <a:moveTo>
                    <a:pt x="42666" y="9696"/>
                  </a:moveTo>
                  <a:lnTo>
                    <a:pt x="0" y="43636"/>
                  </a:lnTo>
                  <a:lnTo>
                    <a:pt x="5333" y="81212"/>
                  </a:lnTo>
                  <a:lnTo>
                    <a:pt x="26666" y="119999"/>
                  </a:lnTo>
                  <a:lnTo>
                    <a:pt x="58666" y="83636"/>
                  </a:lnTo>
                  <a:lnTo>
                    <a:pt x="120000" y="59393"/>
                  </a:lnTo>
                  <a:lnTo>
                    <a:pt x="90666" y="24242"/>
                  </a:lnTo>
                  <a:lnTo>
                    <a:pt x="114666" y="0"/>
                  </a:lnTo>
                  <a:lnTo>
                    <a:pt x="42666" y="969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2" name="Google Shape;1122;p58"/>
            <p:cNvSpPr/>
            <p:nvPr/>
          </p:nvSpPr>
          <p:spPr>
            <a:xfrm>
              <a:off x="6861277" y="1575097"/>
              <a:ext cx="37200" cy="56400"/>
            </a:xfrm>
            <a:custGeom>
              <a:rect b="b" l="l" r="r" t="t"/>
              <a:pathLst>
                <a:path extrusionOk="0" h="120000" w="120000">
                  <a:moveTo>
                    <a:pt x="120000" y="74042"/>
                  </a:moveTo>
                  <a:lnTo>
                    <a:pt x="89032" y="0"/>
                  </a:lnTo>
                  <a:lnTo>
                    <a:pt x="0" y="43404"/>
                  </a:lnTo>
                  <a:lnTo>
                    <a:pt x="50322" y="120000"/>
                  </a:lnTo>
                  <a:lnTo>
                    <a:pt x="120000" y="7404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3" name="Google Shape;1123;p58"/>
            <p:cNvSpPr/>
            <p:nvPr/>
          </p:nvSpPr>
          <p:spPr>
            <a:xfrm>
              <a:off x="6849298" y="1638585"/>
              <a:ext cx="63600" cy="78000"/>
            </a:xfrm>
            <a:custGeom>
              <a:rect b="b" l="l" r="r" t="t"/>
              <a:pathLst>
                <a:path extrusionOk="0" h="120000" w="120000">
                  <a:moveTo>
                    <a:pt x="13584" y="120000"/>
                  </a:moveTo>
                  <a:lnTo>
                    <a:pt x="47547" y="79384"/>
                  </a:lnTo>
                  <a:lnTo>
                    <a:pt x="92830" y="53538"/>
                  </a:lnTo>
                  <a:lnTo>
                    <a:pt x="120000" y="25846"/>
                  </a:lnTo>
                  <a:lnTo>
                    <a:pt x="88301" y="0"/>
                  </a:lnTo>
                  <a:lnTo>
                    <a:pt x="33962" y="3692"/>
                  </a:lnTo>
                  <a:lnTo>
                    <a:pt x="0" y="42461"/>
                  </a:lnTo>
                  <a:lnTo>
                    <a:pt x="13584"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4" name="Google Shape;1124;p58"/>
            <p:cNvSpPr/>
            <p:nvPr/>
          </p:nvSpPr>
          <p:spPr>
            <a:xfrm>
              <a:off x="6371341" y="2035086"/>
              <a:ext cx="31200" cy="38400"/>
            </a:xfrm>
            <a:custGeom>
              <a:rect b="b" l="l" r="r" t="t"/>
              <a:pathLst>
                <a:path extrusionOk="0" h="120000" w="120000">
                  <a:moveTo>
                    <a:pt x="120000" y="52500"/>
                  </a:moveTo>
                  <a:lnTo>
                    <a:pt x="0" y="0"/>
                  </a:lnTo>
                  <a:lnTo>
                    <a:pt x="9230" y="105000"/>
                  </a:lnTo>
                  <a:lnTo>
                    <a:pt x="92307" y="120000"/>
                  </a:lnTo>
                  <a:lnTo>
                    <a:pt x="120000" y="525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5" name="Google Shape;1125;p58"/>
            <p:cNvSpPr/>
            <p:nvPr/>
          </p:nvSpPr>
          <p:spPr>
            <a:xfrm>
              <a:off x="6487536" y="1809883"/>
              <a:ext cx="46800" cy="120900"/>
            </a:xfrm>
            <a:custGeom>
              <a:rect b="b" l="l" r="r" t="t"/>
              <a:pathLst>
                <a:path extrusionOk="0" h="120000" w="120000">
                  <a:moveTo>
                    <a:pt x="120000" y="0"/>
                  </a:moveTo>
                  <a:lnTo>
                    <a:pt x="58461" y="33267"/>
                  </a:lnTo>
                  <a:lnTo>
                    <a:pt x="0" y="93861"/>
                  </a:lnTo>
                  <a:lnTo>
                    <a:pt x="12307" y="120000"/>
                  </a:lnTo>
                  <a:lnTo>
                    <a:pt x="89230" y="47524"/>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6" name="Google Shape;1126;p58"/>
            <p:cNvSpPr/>
            <p:nvPr/>
          </p:nvSpPr>
          <p:spPr>
            <a:xfrm>
              <a:off x="6047912" y="1985972"/>
              <a:ext cx="58800" cy="68400"/>
            </a:xfrm>
            <a:custGeom>
              <a:rect b="b" l="l" r="r" t="t"/>
              <a:pathLst>
                <a:path extrusionOk="0" h="120000" w="120000">
                  <a:moveTo>
                    <a:pt x="0" y="56842"/>
                  </a:moveTo>
                  <a:lnTo>
                    <a:pt x="39183" y="98947"/>
                  </a:lnTo>
                  <a:lnTo>
                    <a:pt x="95510" y="119999"/>
                  </a:lnTo>
                  <a:lnTo>
                    <a:pt x="119999" y="69473"/>
                  </a:lnTo>
                  <a:lnTo>
                    <a:pt x="100408" y="8421"/>
                  </a:lnTo>
                  <a:lnTo>
                    <a:pt x="29387" y="0"/>
                  </a:lnTo>
                  <a:lnTo>
                    <a:pt x="0" y="56842"/>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7" name="Google Shape;1127;p58"/>
            <p:cNvSpPr/>
            <p:nvPr/>
          </p:nvSpPr>
          <p:spPr>
            <a:xfrm>
              <a:off x="6073064" y="1944343"/>
              <a:ext cx="105300" cy="142500"/>
            </a:xfrm>
            <a:custGeom>
              <a:rect b="b" l="l" r="r" t="t"/>
              <a:pathLst>
                <a:path extrusionOk="0" h="120000" w="120000">
                  <a:moveTo>
                    <a:pt x="114545" y="9075"/>
                  </a:moveTo>
                  <a:lnTo>
                    <a:pt x="85909" y="0"/>
                  </a:lnTo>
                  <a:lnTo>
                    <a:pt x="69545" y="13109"/>
                  </a:lnTo>
                  <a:lnTo>
                    <a:pt x="28636" y="17142"/>
                  </a:lnTo>
                  <a:lnTo>
                    <a:pt x="0" y="36302"/>
                  </a:lnTo>
                  <a:lnTo>
                    <a:pt x="8181" y="69579"/>
                  </a:lnTo>
                  <a:lnTo>
                    <a:pt x="31363" y="81680"/>
                  </a:lnTo>
                  <a:lnTo>
                    <a:pt x="53181" y="91764"/>
                  </a:lnTo>
                  <a:lnTo>
                    <a:pt x="53181" y="120000"/>
                  </a:lnTo>
                  <a:lnTo>
                    <a:pt x="77727" y="93781"/>
                  </a:lnTo>
                  <a:lnTo>
                    <a:pt x="102272" y="73613"/>
                  </a:lnTo>
                  <a:lnTo>
                    <a:pt x="91363" y="52436"/>
                  </a:lnTo>
                  <a:lnTo>
                    <a:pt x="120000" y="40336"/>
                  </a:lnTo>
                  <a:lnTo>
                    <a:pt x="114545" y="9075"/>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8" name="Google Shape;1128;p58"/>
            <p:cNvSpPr/>
            <p:nvPr/>
          </p:nvSpPr>
          <p:spPr>
            <a:xfrm>
              <a:off x="6118587" y="2054252"/>
              <a:ext cx="54000" cy="49200"/>
            </a:xfrm>
            <a:custGeom>
              <a:rect b="b" l="l" r="r" t="t"/>
              <a:pathLst>
                <a:path extrusionOk="0" h="120000" w="120000">
                  <a:moveTo>
                    <a:pt x="21333" y="0"/>
                  </a:moveTo>
                  <a:lnTo>
                    <a:pt x="0" y="70243"/>
                  </a:lnTo>
                  <a:lnTo>
                    <a:pt x="61333" y="120000"/>
                  </a:lnTo>
                  <a:lnTo>
                    <a:pt x="120000" y="120000"/>
                  </a:lnTo>
                  <a:lnTo>
                    <a:pt x="98666" y="52682"/>
                  </a:lnTo>
                  <a:lnTo>
                    <a:pt x="48000" y="11707"/>
                  </a:lnTo>
                  <a:lnTo>
                    <a:pt x="21333" y="0"/>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29" name="Google Shape;1129;p58"/>
            <p:cNvSpPr/>
            <p:nvPr/>
          </p:nvSpPr>
          <p:spPr>
            <a:xfrm>
              <a:off x="4822474" y="1466090"/>
              <a:ext cx="612000" cy="971400"/>
            </a:xfrm>
            <a:custGeom>
              <a:rect b="b" l="l" r="r" t="t"/>
              <a:pathLst>
                <a:path extrusionOk="0" h="120000" w="120000">
                  <a:moveTo>
                    <a:pt x="44853" y="11689"/>
                  </a:moveTo>
                  <a:lnTo>
                    <a:pt x="41565" y="8434"/>
                  </a:lnTo>
                  <a:lnTo>
                    <a:pt x="34990" y="9913"/>
                  </a:lnTo>
                  <a:lnTo>
                    <a:pt x="39217" y="15388"/>
                  </a:lnTo>
                  <a:lnTo>
                    <a:pt x="45322" y="19827"/>
                  </a:lnTo>
                  <a:lnTo>
                    <a:pt x="42035" y="24414"/>
                  </a:lnTo>
                  <a:lnTo>
                    <a:pt x="35929" y="24414"/>
                  </a:lnTo>
                  <a:lnTo>
                    <a:pt x="34050" y="29149"/>
                  </a:lnTo>
                  <a:lnTo>
                    <a:pt x="42504" y="29149"/>
                  </a:lnTo>
                  <a:lnTo>
                    <a:pt x="36868" y="32848"/>
                  </a:lnTo>
                  <a:lnTo>
                    <a:pt x="27240" y="36103"/>
                  </a:lnTo>
                  <a:lnTo>
                    <a:pt x="30528" y="39062"/>
                  </a:lnTo>
                  <a:lnTo>
                    <a:pt x="39217" y="36695"/>
                  </a:lnTo>
                  <a:lnTo>
                    <a:pt x="35929" y="45129"/>
                  </a:lnTo>
                  <a:lnTo>
                    <a:pt x="44383" y="43649"/>
                  </a:lnTo>
                  <a:lnTo>
                    <a:pt x="47671" y="38766"/>
                  </a:lnTo>
                  <a:lnTo>
                    <a:pt x="48140" y="46313"/>
                  </a:lnTo>
                  <a:lnTo>
                    <a:pt x="40626" y="50604"/>
                  </a:lnTo>
                  <a:lnTo>
                    <a:pt x="44383" y="55043"/>
                  </a:lnTo>
                  <a:lnTo>
                    <a:pt x="54246" y="55930"/>
                  </a:lnTo>
                  <a:lnTo>
                    <a:pt x="63405" y="53859"/>
                  </a:lnTo>
                  <a:lnTo>
                    <a:pt x="57064" y="60221"/>
                  </a:lnTo>
                  <a:lnTo>
                    <a:pt x="57534" y="65696"/>
                  </a:lnTo>
                  <a:lnTo>
                    <a:pt x="61291" y="65400"/>
                  </a:lnTo>
                  <a:lnTo>
                    <a:pt x="66223" y="67176"/>
                  </a:lnTo>
                  <a:lnTo>
                    <a:pt x="60821" y="73538"/>
                  </a:lnTo>
                  <a:lnTo>
                    <a:pt x="60352" y="78421"/>
                  </a:lnTo>
                  <a:lnTo>
                    <a:pt x="52837" y="76202"/>
                  </a:lnTo>
                  <a:lnTo>
                    <a:pt x="46262" y="75906"/>
                  </a:lnTo>
                  <a:lnTo>
                    <a:pt x="43444" y="73242"/>
                  </a:lnTo>
                  <a:lnTo>
                    <a:pt x="37808" y="74130"/>
                  </a:lnTo>
                  <a:lnTo>
                    <a:pt x="39686" y="78125"/>
                  </a:lnTo>
                  <a:lnTo>
                    <a:pt x="33346" y="80493"/>
                  </a:lnTo>
                  <a:lnTo>
                    <a:pt x="34520" y="83156"/>
                  </a:lnTo>
                  <a:lnTo>
                    <a:pt x="39686" y="81676"/>
                  </a:lnTo>
                  <a:lnTo>
                    <a:pt x="41095" y="85228"/>
                  </a:lnTo>
                  <a:lnTo>
                    <a:pt x="35929" y="89223"/>
                  </a:lnTo>
                  <a:lnTo>
                    <a:pt x="27710" y="91590"/>
                  </a:lnTo>
                  <a:lnTo>
                    <a:pt x="18551" y="92478"/>
                  </a:lnTo>
                  <a:lnTo>
                    <a:pt x="19726" y="97361"/>
                  </a:lnTo>
                  <a:lnTo>
                    <a:pt x="27240" y="98840"/>
                  </a:lnTo>
                  <a:lnTo>
                    <a:pt x="34520" y="100024"/>
                  </a:lnTo>
                  <a:lnTo>
                    <a:pt x="43444" y="102392"/>
                  </a:lnTo>
                  <a:lnTo>
                    <a:pt x="50958" y="101800"/>
                  </a:lnTo>
                  <a:lnTo>
                    <a:pt x="60352" y="100024"/>
                  </a:lnTo>
                  <a:lnTo>
                    <a:pt x="56125" y="102983"/>
                  </a:lnTo>
                  <a:lnTo>
                    <a:pt x="48610" y="106387"/>
                  </a:lnTo>
                  <a:lnTo>
                    <a:pt x="42035" y="106091"/>
                  </a:lnTo>
                  <a:lnTo>
                    <a:pt x="34520" y="104611"/>
                  </a:lnTo>
                  <a:lnTo>
                    <a:pt x="27240" y="106683"/>
                  </a:lnTo>
                  <a:lnTo>
                    <a:pt x="20665" y="111122"/>
                  </a:lnTo>
                  <a:lnTo>
                    <a:pt x="11506" y="114377"/>
                  </a:lnTo>
                  <a:lnTo>
                    <a:pt x="0" y="116744"/>
                  </a:lnTo>
                  <a:lnTo>
                    <a:pt x="8219" y="118224"/>
                  </a:lnTo>
                  <a:lnTo>
                    <a:pt x="18551" y="116744"/>
                  </a:lnTo>
                  <a:lnTo>
                    <a:pt x="24892" y="116152"/>
                  </a:lnTo>
                  <a:lnTo>
                    <a:pt x="30058" y="119704"/>
                  </a:lnTo>
                  <a:lnTo>
                    <a:pt x="36399" y="118224"/>
                  </a:lnTo>
                  <a:lnTo>
                    <a:pt x="37338" y="114969"/>
                  </a:lnTo>
                  <a:lnTo>
                    <a:pt x="42035" y="114969"/>
                  </a:lnTo>
                  <a:lnTo>
                    <a:pt x="49549" y="116744"/>
                  </a:lnTo>
                  <a:lnTo>
                    <a:pt x="60352" y="117632"/>
                  </a:lnTo>
                  <a:lnTo>
                    <a:pt x="69041" y="118816"/>
                  </a:lnTo>
                  <a:lnTo>
                    <a:pt x="69510" y="115856"/>
                  </a:lnTo>
                  <a:lnTo>
                    <a:pt x="77729" y="117336"/>
                  </a:lnTo>
                  <a:lnTo>
                    <a:pt x="88532" y="117336"/>
                  </a:lnTo>
                  <a:lnTo>
                    <a:pt x="99099" y="119999"/>
                  </a:lnTo>
                  <a:lnTo>
                    <a:pt x="104266" y="117928"/>
                  </a:lnTo>
                  <a:lnTo>
                    <a:pt x="113189" y="113045"/>
                  </a:lnTo>
                  <a:lnTo>
                    <a:pt x="107788" y="111713"/>
                  </a:lnTo>
                  <a:lnTo>
                    <a:pt x="99569" y="111122"/>
                  </a:lnTo>
                  <a:lnTo>
                    <a:pt x="104266" y="107570"/>
                  </a:lnTo>
                  <a:lnTo>
                    <a:pt x="110841" y="106387"/>
                  </a:lnTo>
                  <a:lnTo>
                    <a:pt x="116477" y="104019"/>
                  </a:lnTo>
                  <a:lnTo>
                    <a:pt x="120000" y="98545"/>
                  </a:lnTo>
                  <a:lnTo>
                    <a:pt x="118590" y="94254"/>
                  </a:lnTo>
                  <a:lnTo>
                    <a:pt x="114598" y="90406"/>
                  </a:lnTo>
                  <a:lnTo>
                    <a:pt x="107788" y="89519"/>
                  </a:lnTo>
                  <a:lnTo>
                    <a:pt x="102857" y="91590"/>
                  </a:lnTo>
                  <a:lnTo>
                    <a:pt x="99099" y="88631"/>
                  </a:lnTo>
                  <a:lnTo>
                    <a:pt x="103796" y="84044"/>
                  </a:lnTo>
                  <a:lnTo>
                    <a:pt x="101917" y="77829"/>
                  </a:lnTo>
                  <a:lnTo>
                    <a:pt x="101448" y="72651"/>
                  </a:lnTo>
                  <a:lnTo>
                    <a:pt x="100039" y="66880"/>
                  </a:lnTo>
                  <a:lnTo>
                    <a:pt x="92524" y="63033"/>
                  </a:lnTo>
                  <a:lnTo>
                    <a:pt x="89471" y="57706"/>
                  </a:lnTo>
                  <a:lnTo>
                    <a:pt x="88062" y="52083"/>
                  </a:lnTo>
                  <a:lnTo>
                    <a:pt x="89471" y="47792"/>
                  </a:lnTo>
                  <a:lnTo>
                    <a:pt x="85714" y="43057"/>
                  </a:lnTo>
                  <a:lnTo>
                    <a:pt x="80078" y="39358"/>
                  </a:lnTo>
                  <a:lnTo>
                    <a:pt x="72328" y="40838"/>
                  </a:lnTo>
                  <a:lnTo>
                    <a:pt x="74677" y="36991"/>
                  </a:lnTo>
                  <a:lnTo>
                    <a:pt x="81956" y="35807"/>
                  </a:lnTo>
                  <a:lnTo>
                    <a:pt x="75146" y="34327"/>
                  </a:lnTo>
                  <a:lnTo>
                    <a:pt x="78669" y="32848"/>
                  </a:lnTo>
                  <a:lnTo>
                    <a:pt x="83835" y="31516"/>
                  </a:lnTo>
                  <a:lnTo>
                    <a:pt x="89471" y="28853"/>
                  </a:lnTo>
                  <a:lnTo>
                    <a:pt x="95342" y="24710"/>
                  </a:lnTo>
                  <a:lnTo>
                    <a:pt x="98630" y="20419"/>
                  </a:lnTo>
                  <a:lnTo>
                    <a:pt x="96751" y="18051"/>
                  </a:lnTo>
                  <a:lnTo>
                    <a:pt x="91115" y="16572"/>
                  </a:lnTo>
                  <a:lnTo>
                    <a:pt x="81956" y="15980"/>
                  </a:lnTo>
                  <a:lnTo>
                    <a:pt x="76790" y="15980"/>
                  </a:lnTo>
                  <a:lnTo>
                    <a:pt x="69041" y="14056"/>
                  </a:lnTo>
                  <a:lnTo>
                    <a:pt x="72798" y="10209"/>
                  </a:lnTo>
                  <a:lnTo>
                    <a:pt x="79608" y="8729"/>
                  </a:lnTo>
                  <a:lnTo>
                    <a:pt x="89001" y="6510"/>
                  </a:lnTo>
                  <a:lnTo>
                    <a:pt x="90645" y="3107"/>
                  </a:lnTo>
                  <a:lnTo>
                    <a:pt x="82426" y="1035"/>
                  </a:lnTo>
                  <a:lnTo>
                    <a:pt x="71389" y="0"/>
                  </a:lnTo>
                  <a:lnTo>
                    <a:pt x="61291" y="1923"/>
                  </a:lnTo>
                  <a:lnTo>
                    <a:pt x="60352" y="8729"/>
                  </a:lnTo>
                  <a:lnTo>
                    <a:pt x="54246" y="8434"/>
                  </a:lnTo>
                  <a:lnTo>
                    <a:pt x="50019" y="11393"/>
                  </a:lnTo>
                  <a:lnTo>
                    <a:pt x="44853" y="11689"/>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30" name="Google Shape;1130;p58"/>
            <p:cNvSpPr/>
            <p:nvPr/>
          </p:nvSpPr>
          <p:spPr>
            <a:xfrm>
              <a:off x="7903438" y="-8508"/>
              <a:ext cx="79200" cy="78000"/>
            </a:xfrm>
            <a:custGeom>
              <a:rect b="b" l="l" r="r" t="t"/>
              <a:pathLst>
                <a:path extrusionOk="0" h="120000" w="120000">
                  <a:moveTo>
                    <a:pt x="70909" y="0"/>
                  </a:moveTo>
                  <a:lnTo>
                    <a:pt x="20000" y="0"/>
                  </a:lnTo>
                  <a:lnTo>
                    <a:pt x="0" y="31384"/>
                  </a:lnTo>
                  <a:lnTo>
                    <a:pt x="7272" y="75692"/>
                  </a:lnTo>
                  <a:lnTo>
                    <a:pt x="40000" y="120000"/>
                  </a:lnTo>
                  <a:lnTo>
                    <a:pt x="94545" y="108923"/>
                  </a:lnTo>
                  <a:lnTo>
                    <a:pt x="120000" y="53538"/>
                  </a:lnTo>
                  <a:lnTo>
                    <a:pt x="105454" y="7384"/>
                  </a:lnTo>
                  <a:lnTo>
                    <a:pt x="70909"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31" name="Google Shape;1131;p58"/>
            <p:cNvSpPr/>
            <p:nvPr/>
          </p:nvSpPr>
          <p:spPr>
            <a:xfrm>
              <a:off x="5791564" y="4529085"/>
              <a:ext cx="1487700" cy="637200"/>
            </a:xfrm>
            <a:custGeom>
              <a:rect b="b" l="l" r="r" t="t"/>
              <a:pathLst>
                <a:path extrusionOk="0" h="120000" w="120000">
                  <a:moveTo>
                    <a:pt x="386" y="115037"/>
                  </a:moveTo>
                  <a:lnTo>
                    <a:pt x="1932" y="120000"/>
                  </a:lnTo>
                  <a:lnTo>
                    <a:pt x="120000" y="120000"/>
                  </a:lnTo>
                  <a:lnTo>
                    <a:pt x="119323" y="81654"/>
                  </a:lnTo>
                  <a:lnTo>
                    <a:pt x="116811" y="77142"/>
                  </a:lnTo>
                  <a:lnTo>
                    <a:pt x="118164" y="70375"/>
                  </a:lnTo>
                  <a:lnTo>
                    <a:pt x="116135" y="61578"/>
                  </a:lnTo>
                  <a:lnTo>
                    <a:pt x="118357" y="47819"/>
                  </a:lnTo>
                  <a:lnTo>
                    <a:pt x="116618" y="35413"/>
                  </a:lnTo>
                  <a:lnTo>
                    <a:pt x="118743" y="28646"/>
                  </a:lnTo>
                  <a:lnTo>
                    <a:pt x="118067" y="24812"/>
                  </a:lnTo>
                  <a:lnTo>
                    <a:pt x="115072" y="23458"/>
                  </a:lnTo>
                  <a:lnTo>
                    <a:pt x="111014" y="23458"/>
                  </a:lnTo>
                  <a:lnTo>
                    <a:pt x="106280" y="22556"/>
                  </a:lnTo>
                  <a:lnTo>
                    <a:pt x="103864" y="19398"/>
                  </a:lnTo>
                  <a:lnTo>
                    <a:pt x="103285" y="10601"/>
                  </a:lnTo>
                  <a:lnTo>
                    <a:pt x="100000" y="8345"/>
                  </a:lnTo>
                  <a:lnTo>
                    <a:pt x="95362" y="6992"/>
                  </a:lnTo>
                  <a:lnTo>
                    <a:pt x="92367" y="5187"/>
                  </a:lnTo>
                  <a:lnTo>
                    <a:pt x="87729" y="10150"/>
                  </a:lnTo>
                  <a:lnTo>
                    <a:pt x="83188" y="16691"/>
                  </a:lnTo>
                  <a:lnTo>
                    <a:pt x="79613" y="26165"/>
                  </a:lnTo>
                  <a:lnTo>
                    <a:pt x="79227" y="34962"/>
                  </a:lnTo>
                  <a:lnTo>
                    <a:pt x="81062" y="44661"/>
                  </a:lnTo>
                  <a:lnTo>
                    <a:pt x="80193" y="50977"/>
                  </a:lnTo>
                  <a:lnTo>
                    <a:pt x="77101" y="58421"/>
                  </a:lnTo>
                  <a:lnTo>
                    <a:pt x="74685" y="61127"/>
                  </a:lnTo>
                  <a:lnTo>
                    <a:pt x="71207" y="61127"/>
                  </a:lnTo>
                  <a:lnTo>
                    <a:pt x="68502" y="54360"/>
                  </a:lnTo>
                  <a:lnTo>
                    <a:pt x="63671" y="48721"/>
                  </a:lnTo>
                  <a:lnTo>
                    <a:pt x="58550" y="45112"/>
                  </a:lnTo>
                  <a:lnTo>
                    <a:pt x="54589" y="43759"/>
                  </a:lnTo>
                  <a:lnTo>
                    <a:pt x="50241" y="41503"/>
                  </a:lnTo>
                  <a:lnTo>
                    <a:pt x="47149" y="37218"/>
                  </a:lnTo>
                  <a:lnTo>
                    <a:pt x="45120" y="29548"/>
                  </a:lnTo>
                  <a:lnTo>
                    <a:pt x="45120" y="22556"/>
                  </a:lnTo>
                  <a:lnTo>
                    <a:pt x="41352" y="17142"/>
                  </a:lnTo>
                  <a:lnTo>
                    <a:pt x="37777" y="13082"/>
                  </a:lnTo>
                  <a:lnTo>
                    <a:pt x="33236" y="8796"/>
                  </a:lnTo>
                  <a:lnTo>
                    <a:pt x="29758" y="6541"/>
                  </a:lnTo>
                  <a:lnTo>
                    <a:pt x="25024" y="8796"/>
                  </a:lnTo>
                  <a:lnTo>
                    <a:pt x="20483" y="4285"/>
                  </a:lnTo>
                  <a:lnTo>
                    <a:pt x="17487" y="0"/>
                  </a:lnTo>
                  <a:lnTo>
                    <a:pt x="16425" y="7669"/>
                  </a:lnTo>
                  <a:lnTo>
                    <a:pt x="16618" y="15112"/>
                  </a:lnTo>
                  <a:lnTo>
                    <a:pt x="10821" y="20751"/>
                  </a:lnTo>
                  <a:lnTo>
                    <a:pt x="8212" y="27744"/>
                  </a:lnTo>
                  <a:lnTo>
                    <a:pt x="5797" y="32030"/>
                  </a:lnTo>
                  <a:lnTo>
                    <a:pt x="5990" y="38571"/>
                  </a:lnTo>
                  <a:lnTo>
                    <a:pt x="6183" y="46466"/>
                  </a:lnTo>
                  <a:lnTo>
                    <a:pt x="3768" y="56165"/>
                  </a:lnTo>
                  <a:lnTo>
                    <a:pt x="193" y="58646"/>
                  </a:lnTo>
                  <a:lnTo>
                    <a:pt x="0" y="89774"/>
                  </a:lnTo>
                  <a:lnTo>
                    <a:pt x="2415" y="100827"/>
                  </a:lnTo>
                  <a:lnTo>
                    <a:pt x="386" y="11503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32" name="Google Shape;1132;p58"/>
            <p:cNvSpPr/>
            <p:nvPr/>
          </p:nvSpPr>
          <p:spPr>
            <a:xfrm>
              <a:off x="6777425" y="3421040"/>
              <a:ext cx="126900" cy="86100"/>
            </a:xfrm>
            <a:custGeom>
              <a:rect b="b" l="l" r="r" t="t"/>
              <a:pathLst>
                <a:path extrusionOk="0" h="120000" w="120000">
                  <a:moveTo>
                    <a:pt x="0" y="45000"/>
                  </a:moveTo>
                  <a:lnTo>
                    <a:pt x="41886" y="45000"/>
                  </a:lnTo>
                  <a:lnTo>
                    <a:pt x="54339" y="3333"/>
                  </a:lnTo>
                  <a:lnTo>
                    <a:pt x="73584" y="0"/>
                  </a:lnTo>
                  <a:lnTo>
                    <a:pt x="101886" y="50000"/>
                  </a:lnTo>
                  <a:lnTo>
                    <a:pt x="97358" y="65000"/>
                  </a:lnTo>
                  <a:lnTo>
                    <a:pt x="120000" y="78333"/>
                  </a:lnTo>
                  <a:lnTo>
                    <a:pt x="120000" y="120000"/>
                  </a:lnTo>
                  <a:lnTo>
                    <a:pt x="0" y="45000"/>
                  </a:lnTo>
                  <a:close/>
                </a:path>
              </a:pathLst>
            </a:custGeom>
            <a:solidFill>
              <a:srgbClr val="BFBFB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33" name="Google Shape;1133;p58"/>
            <p:cNvSpPr/>
            <p:nvPr/>
          </p:nvSpPr>
          <p:spPr>
            <a:xfrm>
              <a:off x="6777425" y="3421040"/>
              <a:ext cx="126900" cy="86100"/>
            </a:xfrm>
            <a:custGeom>
              <a:rect b="b" l="l" r="r" t="t"/>
              <a:pathLst>
                <a:path extrusionOk="0" h="120000" w="120000">
                  <a:moveTo>
                    <a:pt x="0" y="45000"/>
                  </a:moveTo>
                  <a:lnTo>
                    <a:pt x="41886" y="45000"/>
                  </a:lnTo>
                  <a:lnTo>
                    <a:pt x="54339" y="3333"/>
                  </a:lnTo>
                  <a:lnTo>
                    <a:pt x="73584" y="0"/>
                  </a:lnTo>
                  <a:lnTo>
                    <a:pt x="101886" y="50000"/>
                  </a:lnTo>
                  <a:lnTo>
                    <a:pt x="97358" y="65000"/>
                  </a:lnTo>
                  <a:lnTo>
                    <a:pt x="120000" y="78333"/>
                  </a:lnTo>
                  <a:lnTo>
                    <a:pt x="120000" y="120000"/>
                  </a:lnTo>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34" name="Google Shape;1134;p58"/>
            <p:cNvSpPr/>
            <p:nvPr/>
          </p:nvSpPr>
          <p:spPr>
            <a:xfrm>
              <a:off x="7286526" y="3356354"/>
              <a:ext cx="1686600" cy="808500"/>
            </a:xfrm>
            <a:custGeom>
              <a:rect b="b" l="l" r="r" t="t"/>
              <a:pathLst>
                <a:path extrusionOk="0" h="120000" w="120000">
                  <a:moveTo>
                    <a:pt x="68267" y="108800"/>
                  </a:moveTo>
                  <a:lnTo>
                    <a:pt x="68011" y="105955"/>
                  </a:lnTo>
                  <a:lnTo>
                    <a:pt x="69545" y="104355"/>
                  </a:lnTo>
                  <a:lnTo>
                    <a:pt x="68863" y="96533"/>
                  </a:lnTo>
                  <a:lnTo>
                    <a:pt x="70823" y="95288"/>
                  </a:lnTo>
                  <a:lnTo>
                    <a:pt x="71420" y="96711"/>
                  </a:lnTo>
                  <a:lnTo>
                    <a:pt x="74829" y="95288"/>
                  </a:lnTo>
                  <a:lnTo>
                    <a:pt x="77556" y="92444"/>
                  </a:lnTo>
                  <a:lnTo>
                    <a:pt x="79772" y="90844"/>
                  </a:lnTo>
                  <a:lnTo>
                    <a:pt x="82755" y="92977"/>
                  </a:lnTo>
                  <a:lnTo>
                    <a:pt x="86761" y="91200"/>
                  </a:lnTo>
                  <a:lnTo>
                    <a:pt x="90340" y="86933"/>
                  </a:lnTo>
                  <a:lnTo>
                    <a:pt x="94943" y="79822"/>
                  </a:lnTo>
                  <a:lnTo>
                    <a:pt x="96818" y="79644"/>
                  </a:lnTo>
                  <a:lnTo>
                    <a:pt x="102017" y="76444"/>
                  </a:lnTo>
                  <a:lnTo>
                    <a:pt x="103465" y="71644"/>
                  </a:lnTo>
                  <a:lnTo>
                    <a:pt x="105255" y="75200"/>
                  </a:lnTo>
                  <a:lnTo>
                    <a:pt x="105255" y="75200"/>
                  </a:lnTo>
                  <a:lnTo>
                    <a:pt x="106619" y="74133"/>
                  </a:lnTo>
                  <a:lnTo>
                    <a:pt x="107130" y="70222"/>
                  </a:lnTo>
                  <a:lnTo>
                    <a:pt x="109090" y="69333"/>
                  </a:lnTo>
                  <a:lnTo>
                    <a:pt x="112329" y="69333"/>
                  </a:lnTo>
                  <a:lnTo>
                    <a:pt x="115482" y="66666"/>
                  </a:lnTo>
                  <a:lnTo>
                    <a:pt x="117698" y="68977"/>
                  </a:lnTo>
                  <a:lnTo>
                    <a:pt x="120000" y="67200"/>
                  </a:lnTo>
                  <a:lnTo>
                    <a:pt x="119318" y="63111"/>
                  </a:lnTo>
                  <a:lnTo>
                    <a:pt x="118636" y="59911"/>
                  </a:lnTo>
                  <a:lnTo>
                    <a:pt x="115994" y="53866"/>
                  </a:lnTo>
                  <a:lnTo>
                    <a:pt x="116164" y="49244"/>
                  </a:lnTo>
                  <a:lnTo>
                    <a:pt x="113096" y="44800"/>
                  </a:lnTo>
                  <a:lnTo>
                    <a:pt x="113522" y="36444"/>
                  </a:lnTo>
                  <a:lnTo>
                    <a:pt x="111051" y="33244"/>
                  </a:lnTo>
                  <a:lnTo>
                    <a:pt x="113352" y="32355"/>
                  </a:lnTo>
                  <a:lnTo>
                    <a:pt x="112585" y="27733"/>
                  </a:lnTo>
                  <a:lnTo>
                    <a:pt x="112073" y="22044"/>
                  </a:lnTo>
                  <a:lnTo>
                    <a:pt x="111988" y="20977"/>
                  </a:lnTo>
                  <a:lnTo>
                    <a:pt x="108153" y="21155"/>
                  </a:lnTo>
                  <a:lnTo>
                    <a:pt x="106278" y="17955"/>
                  </a:lnTo>
                  <a:lnTo>
                    <a:pt x="106107" y="9777"/>
                  </a:lnTo>
                  <a:lnTo>
                    <a:pt x="102698" y="6400"/>
                  </a:lnTo>
                  <a:lnTo>
                    <a:pt x="102613" y="5688"/>
                  </a:lnTo>
                  <a:lnTo>
                    <a:pt x="101676" y="1955"/>
                  </a:lnTo>
                  <a:lnTo>
                    <a:pt x="99204" y="0"/>
                  </a:lnTo>
                  <a:lnTo>
                    <a:pt x="98863" y="3555"/>
                  </a:lnTo>
                  <a:lnTo>
                    <a:pt x="94005" y="4622"/>
                  </a:lnTo>
                  <a:lnTo>
                    <a:pt x="91107" y="3733"/>
                  </a:lnTo>
                  <a:lnTo>
                    <a:pt x="90000" y="9422"/>
                  </a:lnTo>
                  <a:lnTo>
                    <a:pt x="87784" y="16000"/>
                  </a:lnTo>
                  <a:lnTo>
                    <a:pt x="82244" y="17777"/>
                  </a:lnTo>
                  <a:lnTo>
                    <a:pt x="78920" y="18133"/>
                  </a:lnTo>
                  <a:lnTo>
                    <a:pt x="74573" y="21688"/>
                  </a:lnTo>
                  <a:lnTo>
                    <a:pt x="70397" y="22044"/>
                  </a:lnTo>
                  <a:lnTo>
                    <a:pt x="67073" y="22400"/>
                  </a:lnTo>
                  <a:lnTo>
                    <a:pt x="63920" y="20266"/>
                  </a:lnTo>
                  <a:lnTo>
                    <a:pt x="60767" y="20266"/>
                  </a:lnTo>
                  <a:lnTo>
                    <a:pt x="57869" y="16000"/>
                  </a:lnTo>
                  <a:lnTo>
                    <a:pt x="53863" y="16355"/>
                  </a:lnTo>
                  <a:lnTo>
                    <a:pt x="52500" y="12977"/>
                  </a:lnTo>
                  <a:lnTo>
                    <a:pt x="50710" y="14222"/>
                  </a:lnTo>
                  <a:lnTo>
                    <a:pt x="45596" y="15644"/>
                  </a:lnTo>
                  <a:lnTo>
                    <a:pt x="40568" y="16355"/>
                  </a:lnTo>
                  <a:lnTo>
                    <a:pt x="37159" y="22044"/>
                  </a:lnTo>
                  <a:lnTo>
                    <a:pt x="31960" y="30400"/>
                  </a:lnTo>
                  <a:lnTo>
                    <a:pt x="28636" y="35200"/>
                  </a:lnTo>
                  <a:lnTo>
                    <a:pt x="26250" y="33955"/>
                  </a:lnTo>
                  <a:lnTo>
                    <a:pt x="22840" y="36622"/>
                  </a:lnTo>
                  <a:lnTo>
                    <a:pt x="18664" y="35555"/>
                  </a:lnTo>
                  <a:lnTo>
                    <a:pt x="17471" y="40177"/>
                  </a:lnTo>
                  <a:lnTo>
                    <a:pt x="22840" y="42311"/>
                  </a:lnTo>
                  <a:lnTo>
                    <a:pt x="20710" y="45155"/>
                  </a:lnTo>
                  <a:lnTo>
                    <a:pt x="17130" y="46044"/>
                  </a:lnTo>
                  <a:lnTo>
                    <a:pt x="17471" y="50133"/>
                  </a:lnTo>
                  <a:lnTo>
                    <a:pt x="13125" y="50133"/>
                  </a:lnTo>
                  <a:lnTo>
                    <a:pt x="9289" y="50133"/>
                  </a:lnTo>
                  <a:lnTo>
                    <a:pt x="6221" y="52266"/>
                  </a:lnTo>
                  <a:lnTo>
                    <a:pt x="2386" y="55822"/>
                  </a:lnTo>
                  <a:lnTo>
                    <a:pt x="0" y="64177"/>
                  </a:lnTo>
                  <a:lnTo>
                    <a:pt x="1022" y="69333"/>
                  </a:lnTo>
                  <a:lnTo>
                    <a:pt x="4772" y="67911"/>
                  </a:lnTo>
                  <a:lnTo>
                    <a:pt x="5113" y="73955"/>
                  </a:lnTo>
                  <a:lnTo>
                    <a:pt x="5710" y="81600"/>
                  </a:lnTo>
                  <a:lnTo>
                    <a:pt x="4431" y="85511"/>
                  </a:lnTo>
                  <a:lnTo>
                    <a:pt x="2215" y="84800"/>
                  </a:lnTo>
                  <a:lnTo>
                    <a:pt x="3409" y="90666"/>
                  </a:lnTo>
                  <a:lnTo>
                    <a:pt x="6392" y="90666"/>
                  </a:lnTo>
                  <a:lnTo>
                    <a:pt x="8437" y="93511"/>
                  </a:lnTo>
                  <a:lnTo>
                    <a:pt x="7414" y="98133"/>
                  </a:lnTo>
                  <a:lnTo>
                    <a:pt x="8607" y="102933"/>
                  </a:lnTo>
                  <a:lnTo>
                    <a:pt x="10909" y="104355"/>
                  </a:lnTo>
                  <a:lnTo>
                    <a:pt x="10653" y="108266"/>
                  </a:lnTo>
                  <a:lnTo>
                    <a:pt x="14488" y="107555"/>
                  </a:lnTo>
                  <a:lnTo>
                    <a:pt x="13465" y="110755"/>
                  </a:lnTo>
                  <a:lnTo>
                    <a:pt x="10653" y="112888"/>
                  </a:lnTo>
                  <a:lnTo>
                    <a:pt x="13465" y="115733"/>
                  </a:lnTo>
                  <a:lnTo>
                    <a:pt x="16107" y="111466"/>
                  </a:lnTo>
                  <a:lnTo>
                    <a:pt x="19346" y="111822"/>
                  </a:lnTo>
                  <a:lnTo>
                    <a:pt x="21136" y="116444"/>
                  </a:lnTo>
                  <a:lnTo>
                    <a:pt x="24630" y="120000"/>
                  </a:lnTo>
                  <a:lnTo>
                    <a:pt x="26761" y="117155"/>
                  </a:lnTo>
                  <a:lnTo>
                    <a:pt x="29659" y="117155"/>
                  </a:lnTo>
                  <a:lnTo>
                    <a:pt x="30681" y="112888"/>
                  </a:lnTo>
                  <a:lnTo>
                    <a:pt x="30511" y="106844"/>
                  </a:lnTo>
                  <a:lnTo>
                    <a:pt x="32301" y="106133"/>
                  </a:lnTo>
                  <a:lnTo>
                    <a:pt x="35198" y="105777"/>
                  </a:lnTo>
                  <a:lnTo>
                    <a:pt x="39034" y="108266"/>
                  </a:lnTo>
                  <a:lnTo>
                    <a:pt x="42187" y="112888"/>
                  </a:lnTo>
                  <a:lnTo>
                    <a:pt x="45767" y="114311"/>
                  </a:lnTo>
                  <a:lnTo>
                    <a:pt x="49517" y="112888"/>
                  </a:lnTo>
                  <a:lnTo>
                    <a:pt x="53522" y="108444"/>
                  </a:lnTo>
                  <a:lnTo>
                    <a:pt x="55227" y="102933"/>
                  </a:lnTo>
                  <a:lnTo>
                    <a:pt x="57698" y="101155"/>
                  </a:lnTo>
                  <a:lnTo>
                    <a:pt x="60596" y="102577"/>
                  </a:lnTo>
                  <a:lnTo>
                    <a:pt x="62897" y="100088"/>
                  </a:lnTo>
                  <a:lnTo>
                    <a:pt x="64602" y="93511"/>
                  </a:lnTo>
                  <a:lnTo>
                    <a:pt x="66136" y="98488"/>
                  </a:lnTo>
                  <a:lnTo>
                    <a:pt x="64772" y="107555"/>
                  </a:lnTo>
                  <a:lnTo>
                    <a:pt x="65454" y="109155"/>
                  </a:lnTo>
                  <a:lnTo>
                    <a:pt x="65284" y="111288"/>
                  </a:lnTo>
                  <a:lnTo>
                    <a:pt x="66988" y="111111"/>
                  </a:lnTo>
                  <a:lnTo>
                    <a:pt x="68267" y="108800"/>
                  </a:lnTo>
                  <a:close/>
                </a:path>
              </a:pathLst>
            </a:custGeom>
            <a:solidFill>
              <a:srgbClr val="FCA2AE"/>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grpSp>
      <p:sp>
        <p:nvSpPr>
          <p:cNvPr id="1135" name="Google Shape;1135;p58"/>
          <p:cNvSpPr txBox="1"/>
          <p:nvPr/>
        </p:nvSpPr>
        <p:spPr>
          <a:xfrm>
            <a:off x="810725" y="4376875"/>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2</a:t>
            </a:r>
            <a:endParaRPr sz="800">
              <a:solidFill>
                <a:schemeClr val="dk1"/>
              </a:solidFill>
              <a:latin typeface="Montserrat"/>
              <a:ea typeface="Montserrat"/>
              <a:cs typeface="Montserrat"/>
              <a:sym typeface="Montserrat"/>
            </a:endParaRPr>
          </a:p>
        </p:txBody>
      </p:sp>
      <p:sp>
        <p:nvSpPr>
          <p:cNvPr id="1136" name="Google Shape;1136;p58"/>
          <p:cNvSpPr/>
          <p:nvPr/>
        </p:nvSpPr>
        <p:spPr>
          <a:xfrm>
            <a:off x="540009" y="4376872"/>
            <a:ext cx="170100" cy="170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58"/>
          <p:cNvSpPr txBox="1"/>
          <p:nvPr>
            <p:ph idx="4294967295" type="subTitle"/>
          </p:nvPr>
        </p:nvSpPr>
        <p:spPr>
          <a:xfrm>
            <a:off x="540000" y="1884175"/>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138" name="Google Shape;1138;p58"/>
          <p:cNvSpPr txBox="1"/>
          <p:nvPr>
            <p:ph idx="4294967295" type="subTitle"/>
          </p:nvPr>
        </p:nvSpPr>
        <p:spPr>
          <a:xfrm>
            <a:off x="540000" y="250835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59"/>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Our presence</a:t>
            </a:r>
            <a:endParaRPr/>
          </a:p>
        </p:txBody>
      </p:sp>
      <p:sp>
        <p:nvSpPr>
          <p:cNvPr id="1144" name="Google Shape;1144;p59"/>
          <p:cNvSpPr txBox="1"/>
          <p:nvPr>
            <p:ph idx="4294967295" type="subTitle"/>
          </p:nvPr>
        </p:nvSpPr>
        <p:spPr>
          <a:xfrm>
            <a:off x="540000" y="126000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a:t>
            </a:r>
            <a:r>
              <a:rPr lang="en-GB" sz="1100"/>
              <a:t>xx</a:t>
            </a:r>
            <a:endParaRPr sz="1100"/>
          </a:p>
        </p:txBody>
      </p:sp>
      <p:grpSp>
        <p:nvGrpSpPr>
          <p:cNvPr id="1145" name="Google Shape;1145;p59"/>
          <p:cNvGrpSpPr/>
          <p:nvPr/>
        </p:nvGrpSpPr>
        <p:grpSpPr>
          <a:xfrm>
            <a:off x="1622577" y="-1486600"/>
            <a:ext cx="10091241" cy="7577258"/>
            <a:chOff x="3141840" y="-8508"/>
            <a:chExt cx="7167075" cy="5175016"/>
          </a:xfrm>
        </p:grpSpPr>
        <p:sp>
          <p:nvSpPr>
            <p:cNvPr id="1146" name="Google Shape;1146;p59"/>
            <p:cNvSpPr/>
            <p:nvPr/>
          </p:nvSpPr>
          <p:spPr>
            <a:xfrm>
              <a:off x="6456391" y="2808920"/>
              <a:ext cx="510300" cy="324600"/>
            </a:xfrm>
            <a:custGeom>
              <a:rect b="b" l="l" r="r" t="t"/>
              <a:pathLst>
                <a:path extrusionOk="0" h="120000" w="120000">
                  <a:moveTo>
                    <a:pt x="97183" y="9741"/>
                  </a:moveTo>
                  <a:lnTo>
                    <a:pt x="94366" y="1328"/>
                  </a:lnTo>
                  <a:lnTo>
                    <a:pt x="87887" y="3542"/>
                  </a:lnTo>
                  <a:lnTo>
                    <a:pt x="80000" y="0"/>
                  </a:lnTo>
                  <a:lnTo>
                    <a:pt x="77464" y="9298"/>
                  </a:lnTo>
                  <a:lnTo>
                    <a:pt x="70140" y="15940"/>
                  </a:lnTo>
                  <a:lnTo>
                    <a:pt x="60845" y="22583"/>
                  </a:lnTo>
                  <a:lnTo>
                    <a:pt x="51830" y="22583"/>
                  </a:lnTo>
                  <a:lnTo>
                    <a:pt x="46760" y="36752"/>
                  </a:lnTo>
                  <a:lnTo>
                    <a:pt x="35774" y="36752"/>
                  </a:lnTo>
                  <a:lnTo>
                    <a:pt x="24225" y="36752"/>
                  </a:lnTo>
                  <a:lnTo>
                    <a:pt x="17183" y="26568"/>
                  </a:lnTo>
                  <a:lnTo>
                    <a:pt x="16901" y="27453"/>
                  </a:lnTo>
                  <a:lnTo>
                    <a:pt x="14084" y="36752"/>
                  </a:lnTo>
                  <a:lnTo>
                    <a:pt x="4225" y="40295"/>
                  </a:lnTo>
                  <a:lnTo>
                    <a:pt x="7323" y="50922"/>
                  </a:lnTo>
                  <a:lnTo>
                    <a:pt x="2535" y="63321"/>
                  </a:lnTo>
                  <a:lnTo>
                    <a:pt x="0" y="72177"/>
                  </a:lnTo>
                  <a:lnTo>
                    <a:pt x="0" y="72619"/>
                  </a:lnTo>
                  <a:lnTo>
                    <a:pt x="3098" y="87675"/>
                  </a:lnTo>
                  <a:lnTo>
                    <a:pt x="4788" y="89889"/>
                  </a:lnTo>
                  <a:lnTo>
                    <a:pt x="10422" y="96088"/>
                  </a:lnTo>
                  <a:lnTo>
                    <a:pt x="16056" y="107158"/>
                  </a:lnTo>
                  <a:lnTo>
                    <a:pt x="22253" y="112472"/>
                  </a:lnTo>
                  <a:lnTo>
                    <a:pt x="31830" y="120000"/>
                  </a:lnTo>
                  <a:lnTo>
                    <a:pt x="43943" y="120000"/>
                  </a:lnTo>
                  <a:lnTo>
                    <a:pt x="47323" y="111143"/>
                  </a:lnTo>
                  <a:lnTo>
                    <a:pt x="48169" y="110701"/>
                  </a:lnTo>
                  <a:lnTo>
                    <a:pt x="54647" y="108929"/>
                  </a:lnTo>
                  <a:lnTo>
                    <a:pt x="68450" y="100959"/>
                  </a:lnTo>
                  <a:lnTo>
                    <a:pt x="74647" y="103616"/>
                  </a:lnTo>
                  <a:lnTo>
                    <a:pt x="73802" y="100959"/>
                  </a:lnTo>
                  <a:lnTo>
                    <a:pt x="81971" y="96974"/>
                  </a:lnTo>
                  <a:lnTo>
                    <a:pt x="90140" y="96974"/>
                  </a:lnTo>
                  <a:lnTo>
                    <a:pt x="94366" y="87675"/>
                  </a:lnTo>
                  <a:lnTo>
                    <a:pt x="98028" y="68634"/>
                  </a:lnTo>
                  <a:lnTo>
                    <a:pt x="102535" y="55793"/>
                  </a:lnTo>
                  <a:lnTo>
                    <a:pt x="109295" y="38081"/>
                  </a:lnTo>
                  <a:lnTo>
                    <a:pt x="118873" y="32324"/>
                  </a:lnTo>
                  <a:lnTo>
                    <a:pt x="119999" y="25682"/>
                  </a:lnTo>
                  <a:lnTo>
                    <a:pt x="116619" y="23468"/>
                  </a:lnTo>
                  <a:lnTo>
                    <a:pt x="112676" y="9298"/>
                  </a:lnTo>
                  <a:lnTo>
                    <a:pt x="105915" y="5756"/>
                  </a:lnTo>
                  <a:lnTo>
                    <a:pt x="97183" y="974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47" name="Google Shape;1147;p59"/>
            <p:cNvSpPr/>
            <p:nvPr/>
          </p:nvSpPr>
          <p:spPr>
            <a:xfrm>
              <a:off x="3975569" y="4045139"/>
              <a:ext cx="1845900" cy="1121100"/>
            </a:xfrm>
            <a:custGeom>
              <a:rect b="b" l="l" r="r" t="t"/>
              <a:pathLst>
                <a:path extrusionOk="0" h="120000" w="120000">
                  <a:moveTo>
                    <a:pt x="119610" y="120000"/>
                  </a:moveTo>
                  <a:lnTo>
                    <a:pt x="118364" y="117179"/>
                  </a:lnTo>
                  <a:lnTo>
                    <a:pt x="120000" y="109102"/>
                  </a:lnTo>
                  <a:lnTo>
                    <a:pt x="118053" y="102820"/>
                  </a:lnTo>
                  <a:lnTo>
                    <a:pt x="118208" y="85128"/>
                  </a:lnTo>
                  <a:lnTo>
                    <a:pt x="118208" y="83974"/>
                  </a:lnTo>
                  <a:lnTo>
                    <a:pt x="116651" y="63333"/>
                  </a:lnTo>
                  <a:lnTo>
                    <a:pt x="111979" y="55512"/>
                  </a:lnTo>
                  <a:lnTo>
                    <a:pt x="111667" y="51153"/>
                  </a:lnTo>
                  <a:lnTo>
                    <a:pt x="108475" y="46025"/>
                  </a:lnTo>
                  <a:lnTo>
                    <a:pt x="108319" y="41794"/>
                  </a:lnTo>
                  <a:lnTo>
                    <a:pt x="108942" y="36666"/>
                  </a:lnTo>
                  <a:lnTo>
                    <a:pt x="111667" y="31153"/>
                  </a:lnTo>
                  <a:lnTo>
                    <a:pt x="114626" y="25384"/>
                  </a:lnTo>
                  <a:lnTo>
                    <a:pt x="112991" y="19743"/>
                  </a:lnTo>
                  <a:lnTo>
                    <a:pt x="114471" y="15000"/>
                  </a:lnTo>
                  <a:lnTo>
                    <a:pt x="114003" y="8461"/>
                  </a:lnTo>
                  <a:lnTo>
                    <a:pt x="115016" y="4230"/>
                  </a:lnTo>
                  <a:lnTo>
                    <a:pt x="111901" y="4487"/>
                  </a:lnTo>
                  <a:lnTo>
                    <a:pt x="109097" y="1282"/>
                  </a:lnTo>
                  <a:lnTo>
                    <a:pt x="106683" y="4358"/>
                  </a:lnTo>
                  <a:lnTo>
                    <a:pt x="102556" y="2564"/>
                  </a:lnTo>
                  <a:lnTo>
                    <a:pt x="98585" y="4102"/>
                  </a:lnTo>
                  <a:lnTo>
                    <a:pt x="95937" y="3846"/>
                  </a:lnTo>
                  <a:lnTo>
                    <a:pt x="92900" y="1025"/>
                  </a:lnTo>
                  <a:lnTo>
                    <a:pt x="89162" y="0"/>
                  </a:lnTo>
                  <a:lnTo>
                    <a:pt x="86515" y="1282"/>
                  </a:lnTo>
                  <a:lnTo>
                    <a:pt x="84568" y="256"/>
                  </a:lnTo>
                  <a:lnTo>
                    <a:pt x="81920" y="1794"/>
                  </a:lnTo>
                  <a:lnTo>
                    <a:pt x="77637" y="1538"/>
                  </a:lnTo>
                  <a:lnTo>
                    <a:pt x="73822" y="1794"/>
                  </a:lnTo>
                  <a:lnTo>
                    <a:pt x="69461" y="2820"/>
                  </a:lnTo>
                  <a:lnTo>
                    <a:pt x="65801" y="6410"/>
                  </a:lnTo>
                  <a:lnTo>
                    <a:pt x="62063" y="7948"/>
                  </a:lnTo>
                  <a:lnTo>
                    <a:pt x="59338" y="7435"/>
                  </a:lnTo>
                  <a:lnTo>
                    <a:pt x="55989" y="10769"/>
                  </a:lnTo>
                  <a:lnTo>
                    <a:pt x="52563" y="13205"/>
                  </a:lnTo>
                  <a:lnTo>
                    <a:pt x="52407" y="13076"/>
                  </a:lnTo>
                  <a:lnTo>
                    <a:pt x="52407" y="20512"/>
                  </a:lnTo>
                  <a:lnTo>
                    <a:pt x="52096" y="29102"/>
                  </a:lnTo>
                  <a:lnTo>
                    <a:pt x="52563" y="34230"/>
                  </a:lnTo>
                  <a:lnTo>
                    <a:pt x="51473" y="37692"/>
                  </a:lnTo>
                  <a:lnTo>
                    <a:pt x="54977" y="44230"/>
                  </a:lnTo>
                  <a:lnTo>
                    <a:pt x="53419" y="50897"/>
                  </a:lnTo>
                  <a:lnTo>
                    <a:pt x="48591" y="49358"/>
                  </a:lnTo>
                  <a:lnTo>
                    <a:pt x="42985" y="49871"/>
                  </a:lnTo>
                  <a:lnTo>
                    <a:pt x="41427" y="51410"/>
                  </a:lnTo>
                  <a:lnTo>
                    <a:pt x="38702" y="53205"/>
                  </a:lnTo>
                  <a:lnTo>
                    <a:pt x="39169" y="58205"/>
                  </a:lnTo>
                  <a:lnTo>
                    <a:pt x="20558" y="70641"/>
                  </a:lnTo>
                  <a:lnTo>
                    <a:pt x="17131" y="69615"/>
                  </a:lnTo>
                  <a:lnTo>
                    <a:pt x="16508" y="71666"/>
                  </a:lnTo>
                  <a:lnTo>
                    <a:pt x="12537" y="70128"/>
                  </a:lnTo>
                  <a:lnTo>
                    <a:pt x="7709" y="72435"/>
                  </a:lnTo>
                  <a:lnTo>
                    <a:pt x="2180" y="76923"/>
                  </a:lnTo>
                  <a:lnTo>
                    <a:pt x="545" y="88461"/>
                  </a:lnTo>
                  <a:lnTo>
                    <a:pt x="311" y="90000"/>
                  </a:lnTo>
                  <a:lnTo>
                    <a:pt x="0" y="92820"/>
                  </a:lnTo>
                  <a:lnTo>
                    <a:pt x="17131" y="120000"/>
                  </a:lnTo>
                  <a:lnTo>
                    <a:pt x="11961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48" name="Google Shape;1148;p59"/>
            <p:cNvSpPr/>
            <p:nvPr/>
          </p:nvSpPr>
          <p:spPr>
            <a:xfrm>
              <a:off x="3568287" y="4912408"/>
              <a:ext cx="670800" cy="254100"/>
            </a:xfrm>
            <a:custGeom>
              <a:rect b="b" l="l" r="r" t="t"/>
              <a:pathLst>
                <a:path extrusionOk="0" h="120000" w="120000">
                  <a:moveTo>
                    <a:pt x="120000" y="120000"/>
                  </a:moveTo>
                  <a:lnTo>
                    <a:pt x="72857" y="0"/>
                  </a:lnTo>
                  <a:lnTo>
                    <a:pt x="66642" y="74150"/>
                  </a:lnTo>
                  <a:lnTo>
                    <a:pt x="6214" y="43018"/>
                  </a:lnTo>
                  <a:lnTo>
                    <a:pt x="0" y="120000"/>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49" name="Google Shape;1149;p59"/>
            <p:cNvSpPr/>
            <p:nvPr/>
          </p:nvSpPr>
          <p:spPr>
            <a:xfrm>
              <a:off x="3141840" y="4019983"/>
              <a:ext cx="1679400" cy="1146300"/>
            </a:xfrm>
            <a:custGeom>
              <a:rect b="b" l="l" r="r" t="t"/>
              <a:pathLst>
                <a:path extrusionOk="0" h="120000" w="120000">
                  <a:moveTo>
                    <a:pt x="30470" y="120000"/>
                  </a:moveTo>
                  <a:lnTo>
                    <a:pt x="32952" y="102946"/>
                  </a:lnTo>
                  <a:lnTo>
                    <a:pt x="57089" y="109843"/>
                  </a:lnTo>
                  <a:lnTo>
                    <a:pt x="59572" y="93416"/>
                  </a:lnTo>
                  <a:lnTo>
                    <a:pt x="59914" y="90658"/>
                  </a:lnTo>
                  <a:lnTo>
                    <a:pt x="60171" y="89153"/>
                  </a:lnTo>
                  <a:lnTo>
                    <a:pt x="61968" y="77868"/>
                  </a:lnTo>
                  <a:lnTo>
                    <a:pt x="68045" y="73479"/>
                  </a:lnTo>
                  <a:lnTo>
                    <a:pt x="73352" y="71222"/>
                  </a:lnTo>
                  <a:lnTo>
                    <a:pt x="77717" y="72727"/>
                  </a:lnTo>
                  <a:lnTo>
                    <a:pt x="78402" y="70721"/>
                  </a:lnTo>
                  <a:lnTo>
                    <a:pt x="82168" y="71724"/>
                  </a:lnTo>
                  <a:lnTo>
                    <a:pt x="102624" y="59561"/>
                  </a:lnTo>
                  <a:lnTo>
                    <a:pt x="102111" y="54670"/>
                  </a:lnTo>
                  <a:lnTo>
                    <a:pt x="105106" y="52915"/>
                  </a:lnTo>
                  <a:lnTo>
                    <a:pt x="106818" y="51410"/>
                  </a:lnTo>
                  <a:lnTo>
                    <a:pt x="112981" y="50909"/>
                  </a:lnTo>
                  <a:lnTo>
                    <a:pt x="118288" y="52413"/>
                  </a:lnTo>
                  <a:lnTo>
                    <a:pt x="120000" y="45893"/>
                  </a:lnTo>
                  <a:lnTo>
                    <a:pt x="116148" y="39498"/>
                  </a:lnTo>
                  <a:lnTo>
                    <a:pt x="117346" y="36112"/>
                  </a:lnTo>
                  <a:lnTo>
                    <a:pt x="116833" y="31097"/>
                  </a:lnTo>
                  <a:lnTo>
                    <a:pt x="117175" y="22695"/>
                  </a:lnTo>
                  <a:lnTo>
                    <a:pt x="117175" y="15423"/>
                  </a:lnTo>
                  <a:lnTo>
                    <a:pt x="113409" y="13918"/>
                  </a:lnTo>
                  <a:lnTo>
                    <a:pt x="110413" y="10658"/>
                  </a:lnTo>
                  <a:lnTo>
                    <a:pt x="108359" y="11912"/>
                  </a:lnTo>
                  <a:lnTo>
                    <a:pt x="104850" y="9655"/>
                  </a:lnTo>
                  <a:lnTo>
                    <a:pt x="102111" y="10407"/>
                  </a:lnTo>
                  <a:lnTo>
                    <a:pt x="98430" y="8150"/>
                  </a:lnTo>
                  <a:lnTo>
                    <a:pt x="96547" y="4388"/>
                  </a:lnTo>
                  <a:lnTo>
                    <a:pt x="96718" y="376"/>
                  </a:lnTo>
                  <a:lnTo>
                    <a:pt x="94407" y="626"/>
                  </a:lnTo>
                  <a:lnTo>
                    <a:pt x="92182" y="0"/>
                  </a:lnTo>
                  <a:lnTo>
                    <a:pt x="90470" y="5642"/>
                  </a:lnTo>
                  <a:lnTo>
                    <a:pt x="87389" y="11912"/>
                  </a:lnTo>
                  <a:lnTo>
                    <a:pt x="85078" y="16300"/>
                  </a:lnTo>
                  <a:lnTo>
                    <a:pt x="81055" y="20815"/>
                  </a:lnTo>
                  <a:lnTo>
                    <a:pt x="75492" y="23448"/>
                  </a:lnTo>
                  <a:lnTo>
                    <a:pt x="70613" y="25454"/>
                  </a:lnTo>
                  <a:lnTo>
                    <a:pt x="67446" y="28213"/>
                  </a:lnTo>
                  <a:lnTo>
                    <a:pt x="64450" y="30344"/>
                  </a:lnTo>
                  <a:lnTo>
                    <a:pt x="64108" y="33855"/>
                  </a:lnTo>
                  <a:lnTo>
                    <a:pt x="61711" y="37617"/>
                  </a:lnTo>
                  <a:lnTo>
                    <a:pt x="58716" y="42507"/>
                  </a:lnTo>
                  <a:lnTo>
                    <a:pt x="57346" y="47899"/>
                  </a:lnTo>
                  <a:lnTo>
                    <a:pt x="56490" y="52915"/>
                  </a:lnTo>
                  <a:lnTo>
                    <a:pt x="57860" y="56175"/>
                  </a:lnTo>
                  <a:lnTo>
                    <a:pt x="56319" y="60564"/>
                  </a:lnTo>
                  <a:lnTo>
                    <a:pt x="53666" y="64326"/>
                  </a:lnTo>
                  <a:lnTo>
                    <a:pt x="50156" y="68714"/>
                  </a:lnTo>
                  <a:lnTo>
                    <a:pt x="47589" y="71222"/>
                  </a:lnTo>
                  <a:lnTo>
                    <a:pt x="43480" y="73730"/>
                  </a:lnTo>
                  <a:lnTo>
                    <a:pt x="40399" y="76865"/>
                  </a:lnTo>
                  <a:lnTo>
                    <a:pt x="37232" y="77366"/>
                  </a:lnTo>
                  <a:lnTo>
                    <a:pt x="33894" y="77617"/>
                  </a:lnTo>
                  <a:lnTo>
                    <a:pt x="30470" y="77617"/>
                  </a:lnTo>
                  <a:lnTo>
                    <a:pt x="28159" y="79874"/>
                  </a:lnTo>
                  <a:lnTo>
                    <a:pt x="27646" y="80376"/>
                  </a:lnTo>
                  <a:lnTo>
                    <a:pt x="25078" y="85266"/>
                  </a:lnTo>
                  <a:lnTo>
                    <a:pt x="23195" y="89529"/>
                  </a:lnTo>
                  <a:lnTo>
                    <a:pt x="20970" y="91410"/>
                  </a:lnTo>
                  <a:lnTo>
                    <a:pt x="17631" y="92664"/>
                  </a:lnTo>
                  <a:lnTo>
                    <a:pt x="14550" y="95924"/>
                  </a:lnTo>
                  <a:lnTo>
                    <a:pt x="11897" y="101191"/>
                  </a:lnTo>
                  <a:lnTo>
                    <a:pt x="10014" y="106583"/>
                  </a:lnTo>
                  <a:lnTo>
                    <a:pt x="8901" y="110595"/>
                  </a:lnTo>
                  <a:lnTo>
                    <a:pt x="6333" y="113981"/>
                  </a:lnTo>
                  <a:lnTo>
                    <a:pt x="2396" y="117492"/>
                  </a:lnTo>
                  <a:lnTo>
                    <a:pt x="0" y="120000"/>
                  </a:lnTo>
                  <a:lnTo>
                    <a:pt x="30470" y="120000"/>
                  </a:lnTo>
                  <a:close/>
                </a:path>
              </a:pathLst>
            </a:custGeom>
            <a:solidFill>
              <a:schemeClr val="lt2"/>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0" name="Google Shape;1150;p59"/>
            <p:cNvSpPr/>
            <p:nvPr/>
          </p:nvSpPr>
          <p:spPr>
            <a:xfrm>
              <a:off x="8199315" y="3839102"/>
              <a:ext cx="566700" cy="668400"/>
            </a:xfrm>
            <a:custGeom>
              <a:rect b="b" l="l" r="r" t="t"/>
              <a:pathLst>
                <a:path extrusionOk="0" h="120000" w="120000">
                  <a:moveTo>
                    <a:pt x="21818" y="80000"/>
                  </a:moveTo>
                  <a:lnTo>
                    <a:pt x="18773" y="83010"/>
                  </a:lnTo>
                  <a:lnTo>
                    <a:pt x="15221" y="88172"/>
                  </a:lnTo>
                  <a:lnTo>
                    <a:pt x="12431" y="92473"/>
                  </a:lnTo>
                  <a:lnTo>
                    <a:pt x="13192" y="97419"/>
                  </a:lnTo>
                  <a:lnTo>
                    <a:pt x="10147" y="101505"/>
                  </a:lnTo>
                  <a:lnTo>
                    <a:pt x="7357" y="105376"/>
                  </a:lnTo>
                  <a:lnTo>
                    <a:pt x="7357" y="114623"/>
                  </a:lnTo>
                  <a:lnTo>
                    <a:pt x="10401" y="112688"/>
                  </a:lnTo>
                  <a:lnTo>
                    <a:pt x="15729" y="115053"/>
                  </a:lnTo>
                  <a:lnTo>
                    <a:pt x="20042" y="117204"/>
                  </a:lnTo>
                  <a:lnTo>
                    <a:pt x="31712" y="120000"/>
                  </a:lnTo>
                  <a:lnTo>
                    <a:pt x="67991" y="92473"/>
                  </a:lnTo>
                  <a:lnTo>
                    <a:pt x="105031" y="64301"/>
                  </a:lnTo>
                  <a:lnTo>
                    <a:pt x="108329" y="54193"/>
                  </a:lnTo>
                  <a:lnTo>
                    <a:pt x="105285" y="46881"/>
                  </a:lnTo>
                  <a:lnTo>
                    <a:pt x="108076" y="38494"/>
                  </a:lnTo>
                  <a:lnTo>
                    <a:pt x="103763" y="30967"/>
                  </a:lnTo>
                  <a:lnTo>
                    <a:pt x="103509" y="21720"/>
                  </a:lnTo>
                  <a:lnTo>
                    <a:pt x="109852" y="16989"/>
                  </a:lnTo>
                  <a:lnTo>
                    <a:pt x="117463" y="9677"/>
                  </a:lnTo>
                  <a:lnTo>
                    <a:pt x="117970" y="8817"/>
                  </a:lnTo>
                  <a:lnTo>
                    <a:pt x="120000" y="4301"/>
                  </a:lnTo>
                  <a:lnTo>
                    <a:pt x="120000" y="4301"/>
                  </a:lnTo>
                  <a:lnTo>
                    <a:pt x="114672" y="0"/>
                  </a:lnTo>
                  <a:lnTo>
                    <a:pt x="110359" y="5806"/>
                  </a:lnTo>
                  <a:lnTo>
                    <a:pt x="94883" y="9677"/>
                  </a:lnTo>
                  <a:lnTo>
                    <a:pt x="89302" y="9892"/>
                  </a:lnTo>
                  <a:lnTo>
                    <a:pt x="75602" y="18494"/>
                  </a:lnTo>
                  <a:lnTo>
                    <a:pt x="64947" y="23655"/>
                  </a:lnTo>
                  <a:lnTo>
                    <a:pt x="53023" y="25806"/>
                  </a:lnTo>
                  <a:lnTo>
                    <a:pt x="44143" y="23225"/>
                  </a:lnTo>
                  <a:lnTo>
                    <a:pt x="37547" y="25161"/>
                  </a:lnTo>
                  <a:lnTo>
                    <a:pt x="29429" y="28602"/>
                  </a:lnTo>
                  <a:lnTo>
                    <a:pt x="19281" y="30322"/>
                  </a:lnTo>
                  <a:lnTo>
                    <a:pt x="17505" y="28602"/>
                  </a:lnTo>
                  <a:lnTo>
                    <a:pt x="11670" y="30107"/>
                  </a:lnTo>
                  <a:lnTo>
                    <a:pt x="13699" y="39569"/>
                  </a:lnTo>
                  <a:lnTo>
                    <a:pt x="9133" y="41505"/>
                  </a:lnTo>
                  <a:lnTo>
                    <a:pt x="9894" y="44946"/>
                  </a:lnTo>
                  <a:lnTo>
                    <a:pt x="6088" y="47741"/>
                  </a:lnTo>
                  <a:lnTo>
                    <a:pt x="1014" y="47956"/>
                  </a:lnTo>
                  <a:lnTo>
                    <a:pt x="0" y="53763"/>
                  </a:lnTo>
                  <a:lnTo>
                    <a:pt x="3551" y="59139"/>
                  </a:lnTo>
                  <a:lnTo>
                    <a:pt x="3044" y="69032"/>
                  </a:lnTo>
                  <a:lnTo>
                    <a:pt x="6342" y="74408"/>
                  </a:lnTo>
                  <a:lnTo>
                    <a:pt x="6088" y="74408"/>
                  </a:lnTo>
                  <a:lnTo>
                    <a:pt x="12431" y="73333"/>
                  </a:lnTo>
                  <a:lnTo>
                    <a:pt x="21818" y="8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1" name="Google Shape;1151;p59"/>
            <p:cNvSpPr/>
            <p:nvPr/>
          </p:nvSpPr>
          <p:spPr>
            <a:xfrm>
              <a:off x="8399362" y="3171880"/>
              <a:ext cx="618000" cy="222900"/>
            </a:xfrm>
            <a:custGeom>
              <a:rect b="b" l="l" r="r" t="t"/>
              <a:pathLst>
                <a:path extrusionOk="0" h="120000" w="120000">
                  <a:moveTo>
                    <a:pt x="53720" y="112258"/>
                  </a:moveTo>
                  <a:lnTo>
                    <a:pt x="54651" y="99354"/>
                  </a:lnTo>
                  <a:lnTo>
                    <a:pt x="61395" y="106451"/>
                  </a:lnTo>
                  <a:lnTo>
                    <a:pt x="63953" y="120000"/>
                  </a:lnTo>
                  <a:lnTo>
                    <a:pt x="78139" y="109677"/>
                  </a:lnTo>
                  <a:lnTo>
                    <a:pt x="91627" y="93548"/>
                  </a:lnTo>
                  <a:lnTo>
                    <a:pt x="92325" y="92258"/>
                  </a:lnTo>
                  <a:lnTo>
                    <a:pt x="97674" y="76774"/>
                  </a:lnTo>
                  <a:lnTo>
                    <a:pt x="105581" y="80645"/>
                  </a:lnTo>
                  <a:lnTo>
                    <a:pt x="113255" y="80645"/>
                  </a:lnTo>
                  <a:lnTo>
                    <a:pt x="118604" y="87096"/>
                  </a:lnTo>
                  <a:lnTo>
                    <a:pt x="120000" y="66451"/>
                  </a:lnTo>
                  <a:lnTo>
                    <a:pt x="113255" y="61290"/>
                  </a:lnTo>
                  <a:lnTo>
                    <a:pt x="109534" y="47741"/>
                  </a:lnTo>
                  <a:lnTo>
                    <a:pt x="113023" y="37419"/>
                  </a:lnTo>
                  <a:lnTo>
                    <a:pt x="96279" y="23225"/>
                  </a:lnTo>
                  <a:lnTo>
                    <a:pt x="94883" y="9032"/>
                  </a:lnTo>
                  <a:lnTo>
                    <a:pt x="86511" y="3870"/>
                  </a:lnTo>
                  <a:lnTo>
                    <a:pt x="76744" y="12903"/>
                  </a:lnTo>
                  <a:lnTo>
                    <a:pt x="67441" y="25806"/>
                  </a:lnTo>
                  <a:lnTo>
                    <a:pt x="62790" y="17419"/>
                  </a:lnTo>
                  <a:lnTo>
                    <a:pt x="49767" y="2580"/>
                  </a:lnTo>
                  <a:lnTo>
                    <a:pt x="34418" y="7741"/>
                  </a:lnTo>
                  <a:lnTo>
                    <a:pt x="20930" y="7741"/>
                  </a:lnTo>
                  <a:lnTo>
                    <a:pt x="6046" y="0"/>
                  </a:lnTo>
                  <a:lnTo>
                    <a:pt x="0" y="12903"/>
                  </a:lnTo>
                  <a:lnTo>
                    <a:pt x="8837" y="23870"/>
                  </a:lnTo>
                  <a:lnTo>
                    <a:pt x="17674" y="33548"/>
                  </a:lnTo>
                  <a:lnTo>
                    <a:pt x="27209" y="47096"/>
                  </a:lnTo>
                  <a:lnTo>
                    <a:pt x="33023" y="78709"/>
                  </a:lnTo>
                  <a:lnTo>
                    <a:pt x="33953" y="104516"/>
                  </a:lnTo>
                  <a:lnTo>
                    <a:pt x="32558" y="112903"/>
                  </a:lnTo>
                  <a:lnTo>
                    <a:pt x="40465" y="116129"/>
                  </a:lnTo>
                  <a:lnTo>
                    <a:pt x="53720" y="11225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2" name="Google Shape;1152;p59"/>
            <p:cNvSpPr/>
            <p:nvPr/>
          </p:nvSpPr>
          <p:spPr>
            <a:xfrm>
              <a:off x="8182545" y="4247581"/>
              <a:ext cx="119700" cy="190500"/>
            </a:xfrm>
            <a:custGeom>
              <a:rect b="b" l="l" r="r" t="t"/>
              <a:pathLst>
                <a:path extrusionOk="0" h="120000" w="120000">
                  <a:moveTo>
                    <a:pt x="39600" y="106415"/>
                  </a:moveTo>
                  <a:lnTo>
                    <a:pt x="51600" y="110943"/>
                  </a:lnTo>
                  <a:lnTo>
                    <a:pt x="51600" y="112452"/>
                  </a:lnTo>
                  <a:lnTo>
                    <a:pt x="64800" y="98867"/>
                  </a:lnTo>
                  <a:lnTo>
                    <a:pt x="79200" y="84528"/>
                  </a:lnTo>
                  <a:lnTo>
                    <a:pt x="75600" y="67169"/>
                  </a:lnTo>
                  <a:lnTo>
                    <a:pt x="88800" y="52075"/>
                  </a:lnTo>
                  <a:lnTo>
                    <a:pt x="105600" y="33962"/>
                  </a:lnTo>
                  <a:lnTo>
                    <a:pt x="120000" y="23396"/>
                  </a:lnTo>
                  <a:lnTo>
                    <a:pt x="75600" y="0"/>
                  </a:lnTo>
                  <a:lnTo>
                    <a:pt x="45600" y="3773"/>
                  </a:lnTo>
                  <a:lnTo>
                    <a:pt x="26400" y="30943"/>
                  </a:lnTo>
                  <a:lnTo>
                    <a:pt x="19200" y="70943"/>
                  </a:lnTo>
                  <a:lnTo>
                    <a:pt x="4800" y="107924"/>
                  </a:lnTo>
                  <a:lnTo>
                    <a:pt x="0" y="120000"/>
                  </a:lnTo>
                  <a:lnTo>
                    <a:pt x="28800" y="118490"/>
                  </a:lnTo>
                  <a:lnTo>
                    <a:pt x="39600" y="10641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3" name="Google Shape;1153;p59"/>
            <p:cNvSpPr/>
            <p:nvPr/>
          </p:nvSpPr>
          <p:spPr>
            <a:xfrm>
              <a:off x="8116661" y="4610541"/>
              <a:ext cx="45600" cy="62400"/>
            </a:xfrm>
            <a:custGeom>
              <a:rect b="b" l="l" r="r" t="t"/>
              <a:pathLst>
                <a:path extrusionOk="0" h="120000" w="120000">
                  <a:moveTo>
                    <a:pt x="60000" y="99230"/>
                  </a:moveTo>
                  <a:lnTo>
                    <a:pt x="120000" y="39230"/>
                  </a:lnTo>
                  <a:lnTo>
                    <a:pt x="78947" y="0"/>
                  </a:lnTo>
                  <a:lnTo>
                    <a:pt x="44210" y="60000"/>
                  </a:lnTo>
                  <a:lnTo>
                    <a:pt x="0" y="90000"/>
                  </a:lnTo>
                  <a:lnTo>
                    <a:pt x="18947" y="120000"/>
                  </a:lnTo>
                  <a:lnTo>
                    <a:pt x="60000" y="9923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4" name="Google Shape;1154;p59"/>
            <p:cNvSpPr/>
            <p:nvPr/>
          </p:nvSpPr>
          <p:spPr>
            <a:xfrm>
              <a:off x="8874923" y="3181463"/>
              <a:ext cx="491100" cy="394200"/>
            </a:xfrm>
            <a:custGeom>
              <a:rect b="b" l="l" r="r" t="t"/>
              <a:pathLst>
                <a:path extrusionOk="0" h="120000" w="120000">
                  <a:moveTo>
                    <a:pt x="26341" y="31732"/>
                  </a:moveTo>
                  <a:lnTo>
                    <a:pt x="34829" y="34650"/>
                  </a:lnTo>
                  <a:lnTo>
                    <a:pt x="33073" y="46322"/>
                  </a:lnTo>
                  <a:lnTo>
                    <a:pt x="26341" y="42674"/>
                  </a:lnTo>
                  <a:lnTo>
                    <a:pt x="16682" y="42674"/>
                  </a:lnTo>
                  <a:lnTo>
                    <a:pt x="6731" y="40486"/>
                  </a:lnTo>
                  <a:lnTo>
                    <a:pt x="0" y="49240"/>
                  </a:lnTo>
                  <a:lnTo>
                    <a:pt x="4975" y="55075"/>
                  </a:lnTo>
                  <a:lnTo>
                    <a:pt x="16097" y="60182"/>
                  </a:lnTo>
                  <a:lnTo>
                    <a:pt x="14048" y="67841"/>
                  </a:lnTo>
                  <a:lnTo>
                    <a:pt x="26926" y="77325"/>
                  </a:lnTo>
                  <a:lnTo>
                    <a:pt x="28097" y="86079"/>
                  </a:lnTo>
                  <a:lnTo>
                    <a:pt x="27219" y="91185"/>
                  </a:lnTo>
                  <a:lnTo>
                    <a:pt x="43902" y="96656"/>
                  </a:lnTo>
                  <a:lnTo>
                    <a:pt x="48292" y="109057"/>
                  </a:lnTo>
                  <a:lnTo>
                    <a:pt x="50341" y="115258"/>
                  </a:lnTo>
                  <a:lnTo>
                    <a:pt x="54439" y="109787"/>
                  </a:lnTo>
                  <a:lnTo>
                    <a:pt x="62634" y="96291"/>
                  </a:lnTo>
                  <a:lnTo>
                    <a:pt x="74634" y="77325"/>
                  </a:lnTo>
                  <a:lnTo>
                    <a:pt x="86926" y="84984"/>
                  </a:lnTo>
                  <a:lnTo>
                    <a:pt x="83707" y="95197"/>
                  </a:lnTo>
                  <a:lnTo>
                    <a:pt x="88975" y="95197"/>
                  </a:lnTo>
                  <a:lnTo>
                    <a:pt x="91024" y="101762"/>
                  </a:lnTo>
                  <a:lnTo>
                    <a:pt x="85170" y="106869"/>
                  </a:lnTo>
                  <a:lnTo>
                    <a:pt x="92780" y="114164"/>
                  </a:lnTo>
                  <a:lnTo>
                    <a:pt x="101560" y="120000"/>
                  </a:lnTo>
                  <a:lnTo>
                    <a:pt x="106243" y="118905"/>
                  </a:lnTo>
                  <a:lnTo>
                    <a:pt x="104487" y="113799"/>
                  </a:lnTo>
                  <a:lnTo>
                    <a:pt x="101853" y="99939"/>
                  </a:lnTo>
                  <a:lnTo>
                    <a:pt x="103024" y="86443"/>
                  </a:lnTo>
                  <a:lnTo>
                    <a:pt x="108000" y="92644"/>
                  </a:lnTo>
                  <a:lnTo>
                    <a:pt x="105951" y="73677"/>
                  </a:lnTo>
                  <a:lnTo>
                    <a:pt x="103609" y="62735"/>
                  </a:lnTo>
                  <a:lnTo>
                    <a:pt x="103609" y="47416"/>
                  </a:lnTo>
                  <a:lnTo>
                    <a:pt x="108000" y="40851"/>
                  </a:lnTo>
                  <a:lnTo>
                    <a:pt x="115317" y="39392"/>
                  </a:lnTo>
                  <a:lnTo>
                    <a:pt x="119121" y="42674"/>
                  </a:lnTo>
                  <a:lnTo>
                    <a:pt x="120000" y="33556"/>
                  </a:lnTo>
                  <a:lnTo>
                    <a:pt x="114439" y="31367"/>
                  </a:lnTo>
                  <a:lnTo>
                    <a:pt x="106829" y="30273"/>
                  </a:lnTo>
                  <a:lnTo>
                    <a:pt x="100975" y="33191"/>
                  </a:lnTo>
                  <a:lnTo>
                    <a:pt x="92487" y="25896"/>
                  </a:lnTo>
                  <a:lnTo>
                    <a:pt x="82536" y="11671"/>
                  </a:lnTo>
                  <a:lnTo>
                    <a:pt x="72292" y="1823"/>
                  </a:lnTo>
                  <a:lnTo>
                    <a:pt x="69365" y="0"/>
                  </a:lnTo>
                  <a:lnTo>
                    <a:pt x="67609" y="7659"/>
                  </a:lnTo>
                  <a:lnTo>
                    <a:pt x="61170" y="27355"/>
                  </a:lnTo>
                  <a:lnTo>
                    <a:pt x="47121" y="33556"/>
                  </a:lnTo>
                  <a:lnTo>
                    <a:pt x="42439" y="24437"/>
                  </a:lnTo>
                  <a:lnTo>
                    <a:pt x="27219" y="18601"/>
                  </a:lnTo>
                  <a:lnTo>
                    <a:pt x="26048" y="18237"/>
                  </a:lnTo>
                  <a:lnTo>
                    <a:pt x="21658" y="24072"/>
                  </a:lnTo>
                  <a:lnTo>
                    <a:pt x="26341" y="3173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5" name="Google Shape;1155;p59"/>
            <p:cNvSpPr/>
            <p:nvPr/>
          </p:nvSpPr>
          <p:spPr>
            <a:xfrm>
              <a:off x="5641828" y="4054722"/>
              <a:ext cx="366600" cy="785700"/>
            </a:xfrm>
            <a:custGeom>
              <a:rect b="b" l="l" r="r" t="t"/>
              <a:pathLst>
                <a:path extrusionOk="0" h="120000" w="120000">
                  <a:moveTo>
                    <a:pt x="30980" y="19939"/>
                  </a:moveTo>
                  <a:lnTo>
                    <a:pt x="23529" y="26707"/>
                  </a:lnTo>
                  <a:lnTo>
                    <a:pt x="31764" y="34756"/>
                  </a:lnTo>
                  <a:lnTo>
                    <a:pt x="16862" y="42987"/>
                  </a:lnTo>
                  <a:lnTo>
                    <a:pt x="3137" y="50853"/>
                  </a:lnTo>
                  <a:lnTo>
                    <a:pt x="0" y="58170"/>
                  </a:lnTo>
                  <a:lnTo>
                    <a:pt x="784" y="64207"/>
                  </a:lnTo>
                  <a:lnTo>
                    <a:pt x="16862" y="71524"/>
                  </a:lnTo>
                  <a:lnTo>
                    <a:pt x="18431" y="77743"/>
                  </a:lnTo>
                  <a:lnTo>
                    <a:pt x="41960" y="88902"/>
                  </a:lnTo>
                  <a:lnTo>
                    <a:pt x="49803" y="118353"/>
                  </a:lnTo>
                  <a:lnTo>
                    <a:pt x="49803" y="120000"/>
                  </a:lnTo>
                  <a:lnTo>
                    <a:pt x="64313" y="117987"/>
                  </a:lnTo>
                  <a:lnTo>
                    <a:pt x="74117" y="110121"/>
                  </a:lnTo>
                  <a:lnTo>
                    <a:pt x="73333" y="103719"/>
                  </a:lnTo>
                  <a:lnTo>
                    <a:pt x="72549" y="98414"/>
                  </a:lnTo>
                  <a:lnTo>
                    <a:pt x="82352" y="94939"/>
                  </a:lnTo>
                  <a:lnTo>
                    <a:pt x="92941" y="89268"/>
                  </a:lnTo>
                  <a:lnTo>
                    <a:pt x="116470" y="84695"/>
                  </a:lnTo>
                  <a:lnTo>
                    <a:pt x="115686" y="78658"/>
                  </a:lnTo>
                  <a:lnTo>
                    <a:pt x="120000" y="72439"/>
                  </a:lnTo>
                  <a:lnTo>
                    <a:pt x="115686" y="71341"/>
                  </a:lnTo>
                  <a:lnTo>
                    <a:pt x="104705" y="65670"/>
                  </a:lnTo>
                  <a:lnTo>
                    <a:pt x="99215" y="60731"/>
                  </a:lnTo>
                  <a:lnTo>
                    <a:pt x="91764" y="64207"/>
                  </a:lnTo>
                  <a:lnTo>
                    <a:pt x="80784" y="61646"/>
                  </a:lnTo>
                  <a:lnTo>
                    <a:pt x="74509" y="57073"/>
                  </a:lnTo>
                  <a:lnTo>
                    <a:pt x="76862" y="51585"/>
                  </a:lnTo>
                  <a:lnTo>
                    <a:pt x="83921" y="49207"/>
                  </a:lnTo>
                  <a:lnTo>
                    <a:pt x="96862" y="45182"/>
                  </a:lnTo>
                  <a:lnTo>
                    <a:pt x="105490" y="38414"/>
                  </a:lnTo>
                  <a:lnTo>
                    <a:pt x="108627" y="31463"/>
                  </a:lnTo>
                  <a:lnTo>
                    <a:pt x="99215" y="26158"/>
                  </a:lnTo>
                  <a:lnTo>
                    <a:pt x="93333" y="22134"/>
                  </a:lnTo>
                  <a:lnTo>
                    <a:pt x="94117" y="16829"/>
                  </a:lnTo>
                  <a:lnTo>
                    <a:pt x="105490" y="12804"/>
                  </a:lnTo>
                  <a:lnTo>
                    <a:pt x="113333" y="8780"/>
                  </a:lnTo>
                  <a:lnTo>
                    <a:pt x="109411" y="4390"/>
                  </a:lnTo>
                  <a:lnTo>
                    <a:pt x="90980" y="10609"/>
                  </a:lnTo>
                  <a:lnTo>
                    <a:pt x="84705" y="6951"/>
                  </a:lnTo>
                  <a:lnTo>
                    <a:pt x="83921" y="1463"/>
                  </a:lnTo>
                  <a:lnTo>
                    <a:pt x="70588" y="0"/>
                  </a:lnTo>
                  <a:lnTo>
                    <a:pt x="49803" y="1097"/>
                  </a:lnTo>
                  <a:lnTo>
                    <a:pt x="37647" y="4390"/>
                  </a:lnTo>
                  <a:lnTo>
                    <a:pt x="33725" y="4573"/>
                  </a:lnTo>
                  <a:lnTo>
                    <a:pt x="28627" y="10609"/>
                  </a:lnTo>
                  <a:lnTo>
                    <a:pt x="30980" y="19939"/>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6" name="Google Shape;1156;p59"/>
            <p:cNvSpPr/>
            <p:nvPr/>
          </p:nvSpPr>
          <p:spPr>
            <a:xfrm>
              <a:off x="4327747" y="3084434"/>
              <a:ext cx="1032600" cy="921300"/>
            </a:xfrm>
            <a:custGeom>
              <a:rect b="b" l="l" r="r" t="t"/>
              <a:pathLst>
                <a:path extrusionOk="0" h="120000" w="120000">
                  <a:moveTo>
                    <a:pt x="111368" y="42600"/>
                  </a:moveTo>
                  <a:lnTo>
                    <a:pt x="106078" y="41196"/>
                  </a:lnTo>
                  <a:lnTo>
                    <a:pt x="106078" y="41196"/>
                  </a:lnTo>
                  <a:lnTo>
                    <a:pt x="101624" y="36202"/>
                  </a:lnTo>
                  <a:lnTo>
                    <a:pt x="96334" y="32925"/>
                  </a:lnTo>
                  <a:lnTo>
                    <a:pt x="95916" y="37451"/>
                  </a:lnTo>
                  <a:lnTo>
                    <a:pt x="90208" y="35266"/>
                  </a:lnTo>
                  <a:lnTo>
                    <a:pt x="87842" y="31677"/>
                  </a:lnTo>
                  <a:lnTo>
                    <a:pt x="85058" y="32613"/>
                  </a:lnTo>
                  <a:lnTo>
                    <a:pt x="83248" y="30273"/>
                  </a:lnTo>
                  <a:lnTo>
                    <a:pt x="79071" y="27152"/>
                  </a:lnTo>
                  <a:lnTo>
                    <a:pt x="75452" y="24499"/>
                  </a:lnTo>
                  <a:lnTo>
                    <a:pt x="73781" y="20754"/>
                  </a:lnTo>
                  <a:lnTo>
                    <a:pt x="71693" y="21534"/>
                  </a:lnTo>
                  <a:lnTo>
                    <a:pt x="67378" y="20130"/>
                  </a:lnTo>
                  <a:lnTo>
                    <a:pt x="62366" y="17165"/>
                  </a:lnTo>
                  <a:lnTo>
                    <a:pt x="57215" y="16540"/>
                  </a:lnTo>
                  <a:lnTo>
                    <a:pt x="53874" y="14356"/>
                  </a:lnTo>
                  <a:lnTo>
                    <a:pt x="48306" y="14356"/>
                  </a:lnTo>
                  <a:lnTo>
                    <a:pt x="42320" y="11547"/>
                  </a:lnTo>
                  <a:lnTo>
                    <a:pt x="36751" y="8270"/>
                  </a:lnTo>
                  <a:lnTo>
                    <a:pt x="31600" y="6397"/>
                  </a:lnTo>
                  <a:lnTo>
                    <a:pt x="21995" y="3589"/>
                  </a:lnTo>
                  <a:lnTo>
                    <a:pt x="19767" y="312"/>
                  </a:lnTo>
                  <a:lnTo>
                    <a:pt x="13781" y="0"/>
                  </a:lnTo>
                  <a:lnTo>
                    <a:pt x="11136" y="4213"/>
                  </a:lnTo>
                  <a:lnTo>
                    <a:pt x="5707" y="2964"/>
                  </a:lnTo>
                  <a:lnTo>
                    <a:pt x="835" y="6397"/>
                  </a:lnTo>
                  <a:lnTo>
                    <a:pt x="1948" y="13420"/>
                  </a:lnTo>
                  <a:lnTo>
                    <a:pt x="3758" y="18413"/>
                  </a:lnTo>
                  <a:lnTo>
                    <a:pt x="0" y="22470"/>
                  </a:lnTo>
                  <a:lnTo>
                    <a:pt x="278" y="25591"/>
                  </a:lnTo>
                  <a:lnTo>
                    <a:pt x="8213" y="21690"/>
                  </a:lnTo>
                  <a:lnTo>
                    <a:pt x="9744" y="24967"/>
                  </a:lnTo>
                  <a:lnTo>
                    <a:pt x="7935" y="28868"/>
                  </a:lnTo>
                  <a:lnTo>
                    <a:pt x="13225" y="28868"/>
                  </a:lnTo>
                  <a:lnTo>
                    <a:pt x="18515" y="29804"/>
                  </a:lnTo>
                  <a:lnTo>
                    <a:pt x="22691" y="29960"/>
                  </a:lnTo>
                  <a:lnTo>
                    <a:pt x="22969" y="35266"/>
                  </a:lnTo>
                  <a:lnTo>
                    <a:pt x="25754" y="35422"/>
                  </a:lnTo>
                  <a:lnTo>
                    <a:pt x="23805" y="39947"/>
                  </a:lnTo>
                  <a:lnTo>
                    <a:pt x="18236" y="42444"/>
                  </a:lnTo>
                  <a:lnTo>
                    <a:pt x="16844" y="47126"/>
                  </a:lnTo>
                  <a:lnTo>
                    <a:pt x="15313" y="53368"/>
                  </a:lnTo>
                  <a:lnTo>
                    <a:pt x="13364" y="56176"/>
                  </a:lnTo>
                  <a:lnTo>
                    <a:pt x="12807" y="62574"/>
                  </a:lnTo>
                  <a:lnTo>
                    <a:pt x="6264" y="62886"/>
                  </a:lnTo>
                  <a:lnTo>
                    <a:pt x="8213" y="69596"/>
                  </a:lnTo>
                  <a:lnTo>
                    <a:pt x="11136" y="71937"/>
                  </a:lnTo>
                  <a:lnTo>
                    <a:pt x="6960" y="76931"/>
                  </a:lnTo>
                  <a:lnTo>
                    <a:pt x="5707" y="81924"/>
                  </a:lnTo>
                  <a:lnTo>
                    <a:pt x="7378" y="84889"/>
                  </a:lnTo>
                  <a:lnTo>
                    <a:pt x="5290" y="88010"/>
                  </a:lnTo>
                  <a:lnTo>
                    <a:pt x="2505" y="88166"/>
                  </a:lnTo>
                  <a:lnTo>
                    <a:pt x="835" y="93003"/>
                  </a:lnTo>
                  <a:lnTo>
                    <a:pt x="1392" y="100026"/>
                  </a:lnTo>
                  <a:lnTo>
                    <a:pt x="4315" y="100026"/>
                  </a:lnTo>
                  <a:lnTo>
                    <a:pt x="7378" y="102834"/>
                  </a:lnTo>
                  <a:lnTo>
                    <a:pt x="9883" y="107984"/>
                  </a:lnTo>
                  <a:lnTo>
                    <a:pt x="9327" y="112353"/>
                  </a:lnTo>
                  <a:lnTo>
                    <a:pt x="12389" y="117191"/>
                  </a:lnTo>
                  <a:lnTo>
                    <a:pt x="16844" y="120000"/>
                  </a:lnTo>
                  <a:lnTo>
                    <a:pt x="20881" y="115630"/>
                  </a:lnTo>
                  <a:lnTo>
                    <a:pt x="26728" y="115318"/>
                  </a:lnTo>
                  <a:lnTo>
                    <a:pt x="32714" y="113446"/>
                  </a:lnTo>
                  <a:lnTo>
                    <a:pt x="39814" y="114694"/>
                  </a:lnTo>
                  <a:lnTo>
                    <a:pt x="48027" y="117191"/>
                  </a:lnTo>
                  <a:lnTo>
                    <a:pt x="51508" y="117191"/>
                  </a:lnTo>
                  <a:lnTo>
                    <a:pt x="57215" y="115942"/>
                  </a:lnTo>
                  <a:lnTo>
                    <a:pt x="61252" y="110793"/>
                  </a:lnTo>
                  <a:lnTo>
                    <a:pt x="65429" y="107672"/>
                  </a:lnTo>
                  <a:lnTo>
                    <a:pt x="70858" y="108608"/>
                  </a:lnTo>
                  <a:lnTo>
                    <a:pt x="70580" y="104863"/>
                  </a:lnTo>
                  <a:lnTo>
                    <a:pt x="72807" y="99713"/>
                  </a:lnTo>
                  <a:lnTo>
                    <a:pt x="77958" y="96280"/>
                  </a:lnTo>
                  <a:lnTo>
                    <a:pt x="83526" y="93315"/>
                  </a:lnTo>
                  <a:lnTo>
                    <a:pt x="79907" y="86449"/>
                  </a:lnTo>
                  <a:lnTo>
                    <a:pt x="79628" y="80364"/>
                  </a:lnTo>
                  <a:lnTo>
                    <a:pt x="83526" y="74434"/>
                  </a:lnTo>
                  <a:lnTo>
                    <a:pt x="89651" y="67880"/>
                  </a:lnTo>
                  <a:lnTo>
                    <a:pt x="93549" y="67256"/>
                  </a:lnTo>
                  <a:lnTo>
                    <a:pt x="92993" y="62730"/>
                  </a:lnTo>
                  <a:lnTo>
                    <a:pt x="98979" y="59609"/>
                  </a:lnTo>
                  <a:lnTo>
                    <a:pt x="107192" y="58673"/>
                  </a:lnTo>
                  <a:lnTo>
                    <a:pt x="111786" y="57113"/>
                  </a:lnTo>
                  <a:lnTo>
                    <a:pt x="118747" y="53211"/>
                  </a:lnTo>
                  <a:lnTo>
                    <a:pt x="120000" y="47906"/>
                  </a:lnTo>
                  <a:lnTo>
                    <a:pt x="119443" y="43693"/>
                  </a:lnTo>
                  <a:lnTo>
                    <a:pt x="116658" y="43537"/>
                  </a:lnTo>
                  <a:lnTo>
                    <a:pt x="111368" y="426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7" name="Google Shape;1157;p59"/>
            <p:cNvSpPr/>
            <p:nvPr/>
          </p:nvSpPr>
          <p:spPr>
            <a:xfrm>
              <a:off x="5684952" y="2061439"/>
              <a:ext cx="694800" cy="870900"/>
            </a:xfrm>
            <a:custGeom>
              <a:rect b="b" l="l" r="r" t="t"/>
              <a:pathLst>
                <a:path extrusionOk="0" h="120000" w="120000">
                  <a:moveTo>
                    <a:pt x="22551" y="32022"/>
                  </a:moveTo>
                  <a:lnTo>
                    <a:pt x="18206" y="33177"/>
                  </a:lnTo>
                  <a:lnTo>
                    <a:pt x="22344" y="36478"/>
                  </a:lnTo>
                  <a:lnTo>
                    <a:pt x="16965" y="40440"/>
                  </a:lnTo>
                  <a:lnTo>
                    <a:pt x="16344" y="43576"/>
                  </a:lnTo>
                  <a:lnTo>
                    <a:pt x="8482" y="45061"/>
                  </a:lnTo>
                  <a:lnTo>
                    <a:pt x="10965" y="49188"/>
                  </a:lnTo>
                  <a:lnTo>
                    <a:pt x="7862" y="55955"/>
                  </a:lnTo>
                  <a:lnTo>
                    <a:pt x="3931" y="56286"/>
                  </a:lnTo>
                  <a:lnTo>
                    <a:pt x="0" y="60247"/>
                  </a:lnTo>
                  <a:lnTo>
                    <a:pt x="6827" y="61072"/>
                  </a:lnTo>
                  <a:lnTo>
                    <a:pt x="7862" y="66850"/>
                  </a:lnTo>
                  <a:lnTo>
                    <a:pt x="2896" y="70811"/>
                  </a:lnTo>
                  <a:lnTo>
                    <a:pt x="2896" y="70976"/>
                  </a:lnTo>
                  <a:lnTo>
                    <a:pt x="5793" y="73617"/>
                  </a:lnTo>
                  <a:lnTo>
                    <a:pt x="8689" y="78074"/>
                  </a:lnTo>
                  <a:lnTo>
                    <a:pt x="6620" y="83191"/>
                  </a:lnTo>
                  <a:lnTo>
                    <a:pt x="6827" y="83191"/>
                  </a:lnTo>
                  <a:lnTo>
                    <a:pt x="11172" y="87977"/>
                  </a:lnTo>
                  <a:lnTo>
                    <a:pt x="21103" y="89628"/>
                  </a:lnTo>
                  <a:lnTo>
                    <a:pt x="27931" y="93259"/>
                  </a:lnTo>
                  <a:lnTo>
                    <a:pt x="21103" y="100192"/>
                  </a:lnTo>
                  <a:lnTo>
                    <a:pt x="16551" y="112737"/>
                  </a:lnTo>
                  <a:lnTo>
                    <a:pt x="15931" y="112902"/>
                  </a:lnTo>
                  <a:lnTo>
                    <a:pt x="19655" y="114387"/>
                  </a:lnTo>
                  <a:lnTo>
                    <a:pt x="28551" y="115048"/>
                  </a:lnTo>
                  <a:lnTo>
                    <a:pt x="31448" y="111416"/>
                  </a:lnTo>
                  <a:lnTo>
                    <a:pt x="38068" y="114718"/>
                  </a:lnTo>
                  <a:lnTo>
                    <a:pt x="44896" y="117524"/>
                  </a:lnTo>
                  <a:lnTo>
                    <a:pt x="50896" y="118514"/>
                  </a:lnTo>
                  <a:lnTo>
                    <a:pt x="56068" y="115708"/>
                  </a:lnTo>
                  <a:lnTo>
                    <a:pt x="62482" y="120000"/>
                  </a:lnTo>
                  <a:lnTo>
                    <a:pt x="69310" y="118184"/>
                  </a:lnTo>
                  <a:lnTo>
                    <a:pt x="78206" y="116203"/>
                  </a:lnTo>
                  <a:lnTo>
                    <a:pt x="86482" y="117028"/>
                  </a:lnTo>
                  <a:lnTo>
                    <a:pt x="92482" y="118679"/>
                  </a:lnTo>
                  <a:lnTo>
                    <a:pt x="88344" y="110426"/>
                  </a:lnTo>
                  <a:lnTo>
                    <a:pt x="93103" y="107125"/>
                  </a:lnTo>
                  <a:lnTo>
                    <a:pt x="96827" y="103328"/>
                  </a:lnTo>
                  <a:lnTo>
                    <a:pt x="102206" y="104319"/>
                  </a:lnTo>
                  <a:lnTo>
                    <a:pt x="103241" y="100027"/>
                  </a:lnTo>
                  <a:lnTo>
                    <a:pt x="98068" y="97056"/>
                  </a:lnTo>
                  <a:lnTo>
                    <a:pt x="90620" y="89463"/>
                  </a:lnTo>
                  <a:lnTo>
                    <a:pt x="86068" y="83191"/>
                  </a:lnTo>
                  <a:lnTo>
                    <a:pt x="86689" y="80880"/>
                  </a:lnTo>
                  <a:lnTo>
                    <a:pt x="82965" y="74277"/>
                  </a:lnTo>
                  <a:lnTo>
                    <a:pt x="90827" y="73122"/>
                  </a:lnTo>
                  <a:lnTo>
                    <a:pt x="100551" y="70316"/>
                  </a:lnTo>
                  <a:lnTo>
                    <a:pt x="108000" y="67675"/>
                  </a:lnTo>
                  <a:lnTo>
                    <a:pt x="112344" y="64209"/>
                  </a:lnTo>
                  <a:lnTo>
                    <a:pt x="115655" y="67015"/>
                  </a:lnTo>
                  <a:lnTo>
                    <a:pt x="120000" y="63548"/>
                  </a:lnTo>
                  <a:lnTo>
                    <a:pt x="119793" y="63218"/>
                  </a:lnTo>
                  <a:lnTo>
                    <a:pt x="119793" y="58762"/>
                  </a:lnTo>
                  <a:lnTo>
                    <a:pt x="115241" y="52654"/>
                  </a:lnTo>
                  <a:lnTo>
                    <a:pt x="119793" y="48198"/>
                  </a:lnTo>
                  <a:lnTo>
                    <a:pt x="115862" y="44896"/>
                  </a:lnTo>
                  <a:lnTo>
                    <a:pt x="115034" y="39944"/>
                  </a:lnTo>
                  <a:lnTo>
                    <a:pt x="110068" y="33672"/>
                  </a:lnTo>
                  <a:lnTo>
                    <a:pt x="113379" y="30206"/>
                  </a:lnTo>
                  <a:lnTo>
                    <a:pt x="112344" y="25089"/>
                  </a:lnTo>
                  <a:lnTo>
                    <a:pt x="116275" y="20137"/>
                  </a:lnTo>
                  <a:lnTo>
                    <a:pt x="116482" y="18321"/>
                  </a:lnTo>
                  <a:lnTo>
                    <a:pt x="109862" y="15515"/>
                  </a:lnTo>
                  <a:lnTo>
                    <a:pt x="106137" y="9738"/>
                  </a:lnTo>
                  <a:lnTo>
                    <a:pt x="101793" y="6107"/>
                  </a:lnTo>
                  <a:lnTo>
                    <a:pt x="93103" y="9078"/>
                  </a:lnTo>
                  <a:lnTo>
                    <a:pt x="84206" y="13370"/>
                  </a:lnTo>
                  <a:lnTo>
                    <a:pt x="76551" y="15515"/>
                  </a:lnTo>
                  <a:lnTo>
                    <a:pt x="69931" y="16506"/>
                  </a:lnTo>
                  <a:lnTo>
                    <a:pt x="72413" y="13039"/>
                  </a:lnTo>
                  <a:lnTo>
                    <a:pt x="75310" y="8418"/>
                  </a:lnTo>
                  <a:lnTo>
                    <a:pt x="69931" y="8088"/>
                  </a:lnTo>
                  <a:lnTo>
                    <a:pt x="62275" y="5116"/>
                  </a:lnTo>
                  <a:lnTo>
                    <a:pt x="63103" y="1650"/>
                  </a:lnTo>
                  <a:lnTo>
                    <a:pt x="62689" y="1155"/>
                  </a:lnTo>
                  <a:lnTo>
                    <a:pt x="53586" y="0"/>
                  </a:lnTo>
                  <a:lnTo>
                    <a:pt x="46965" y="660"/>
                  </a:lnTo>
                  <a:lnTo>
                    <a:pt x="47379" y="990"/>
                  </a:lnTo>
                  <a:lnTo>
                    <a:pt x="45724" y="5777"/>
                  </a:lnTo>
                  <a:lnTo>
                    <a:pt x="46965" y="10068"/>
                  </a:lnTo>
                  <a:lnTo>
                    <a:pt x="50275" y="15515"/>
                  </a:lnTo>
                  <a:lnTo>
                    <a:pt x="42827" y="15515"/>
                  </a:lnTo>
                  <a:lnTo>
                    <a:pt x="38068" y="21788"/>
                  </a:lnTo>
                  <a:lnTo>
                    <a:pt x="36827" y="16506"/>
                  </a:lnTo>
                  <a:lnTo>
                    <a:pt x="27103" y="15515"/>
                  </a:lnTo>
                  <a:lnTo>
                    <a:pt x="22758" y="20962"/>
                  </a:lnTo>
                  <a:lnTo>
                    <a:pt x="25448" y="25419"/>
                  </a:lnTo>
                  <a:lnTo>
                    <a:pt x="22551" y="32022"/>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8" name="Google Shape;1158;p59"/>
            <p:cNvSpPr/>
            <p:nvPr/>
          </p:nvSpPr>
          <p:spPr>
            <a:xfrm>
              <a:off x="4195980" y="3250940"/>
              <a:ext cx="353400" cy="608400"/>
            </a:xfrm>
            <a:custGeom>
              <a:rect b="b" l="l" r="r" t="t"/>
              <a:pathLst>
                <a:path extrusionOk="0" h="120000" w="120000">
                  <a:moveTo>
                    <a:pt x="52067" y="100629"/>
                  </a:moveTo>
                  <a:lnTo>
                    <a:pt x="60203" y="100393"/>
                  </a:lnTo>
                  <a:lnTo>
                    <a:pt x="66305" y="95669"/>
                  </a:lnTo>
                  <a:lnTo>
                    <a:pt x="61423" y="91181"/>
                  </a:lnTo>
                  <a:lnTo>
                    <a:pt x="65084" y="83622"/>
                  </a:lnTo>
                  <a:lnTo>
                    <a:pt x="77288" y="76062"/>
                  </a:lnTo>
                  <a:lnTo>
                    <a:pt x="68745" y="72519"/>
                  </a:lnTo>
                  <a:lnTo>
                    <a:pt x="63050" y="62362"/>
                  </a:lnTo>
                  <a:lnTo>
                    <a:pt x="82169" y="61889"/>
                  </a:lnTo>
                  <a:lnTo>
                    <a:pt x="83796" y="52204"/>
                  </a:lnTo>
                  <a:lnTo>
                    <a:pt x="89491" y="47952"/>
                  </a:lnTo>
                  <a:lnTo>
                    <a:pt x="93966" y="38503"/>
                  </a:lnTo>
                  <a:lnTo>
                    <a:pt x="98033" y="31417"/>
                  </a:lnTo>
                  <a:lnTo>
                    <a:pt x="114305" y="27637"/>
                  </a:lnTo>
                  <a:lnTo>
                    <a:pt x="120000" y="20787"/>
                  </a:lnTo>
                  <a:lnTo>
                    <a:pt x="111864" y="20551"/>
                  </a:lnTo>
                  <a:lnTo>
                    <a:pt x="111050" y="12519"/>
                  </a:lnTo>
                  <a:lnTo>
                    <a:pt x="98847" y="12283"/>
                  </a:lnTo>
                  <a:lnTo>
                    <a:pt x="83389" y="10866"/>
                  </a:lnTo>
                  <a:lnTo>
                    <a:pt x="67932" y="10866"/>
                  </a:lnTo>
                  <a:lnTo>
                    <a:pt x="73220" y="4960"/>
                  </a:lnTo>
                  <a:lnTo>
                    <a:pt x="68745" y="0"/>
                  </a:lnTo>
                  <a:lnTo>
                    <a:pt x="45559" y="5905"/>
                  </a:lnTo>
                  <a:lnTo>
                    <a:pt x="46372" y="15590"/>
                  </a:lnTo>
                  <a:lnTo>
                    <a:pt x="43932" y="28582"/>
                  </a:lnTo>
                  <a:lnTo>
                    <a:pt x="31728" y="41574"/>
                  </a:lnTo>
                  <a:lnTo>
                    <a:pt x="21559" y="52913"/>
                  </a:lnTo>
                  <a:lnTo>
                    <a:pt x="8542" y="59291"/>
                  </a:lnTo>
                  <a:lnTo>
                    <a:pt x="0" y="71338"/>
                  </a:lnTo>
                  <a:lnTo>
                    <a:pt x="3661" y="79370"/>
                  </a:lnTo>
                  <a:lnTo>
                    <a:pt x="15050" y="81496"/>
                  </a:lnTo>
                  <a:lnTo>
                    <a:pt x="12610" y="88818"/>
                  </a:lnTo>
                  <a:lnTo>
                    <a:pt x="7728" y="100866"/>
                  </a:lnTo>
                  <a:lnTo>
                    <a:pt x="0" y="111023"/>
                  </a:lnTo>
                  <a:lnTo>
                    <a:pt x="15864" y="112913"/>
                  </a:lnTo>
                  <a:lnTo>
                    <a:pt x="29288" y="120000"/>
                  </a:lnTo>
                  <a:lnTo>
                    <a:pt x="41491" y="118582"/>
                  </a:lnTo>
                  <a:lnTo>
                    <a:pt x="48813" y="118582"/>
                  </a:lnTo>
                  <a:lnTo>
                    <a:pt x="47186" y="107952"/>
                  </a:lnTo>
                  <a:lnTo>
                    <a:pt x="52067" y="100629"/>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59" name="Google Shape;1159;p59"/>
            <p:cNvSpPr/>
            <p:nvPr/>
          </p:nvSpPr>
          <p:spPr>
            <a:xfrm>
              <a:off x="5543602" y="2200394"/>
              <a:ext cx="288600" cy="269400"/>
            </a:xfrm>
            <a:custGeom>
              <a:rect b="b" l="l" r="r" t="t"/>
              <a:pathLst>
                <a:path extrusionOk="0" h="120000" w="120000">
                  <a:moveTo>
                    <a:pt x="29377" y="93866"/>
                  </a:moveTo>
                  <a:lnTo>
                    <a:pt x="52780" y="94400"/>
                  </a:lnTo>
                  <a:lnTo>
                    <a:pt x="60248" y="112533"/>
                  </a:lnTo>
                  <a:lnTo>
                    <a:pt x="69211" y="118933"/>
                  </a:lnTo>
                  <a:lnTo>
                    <a:pt x="68215" y="120000"/>
                  </a:lnTo>
                  <a:lnTo>
                    <a:pt x="77676" y="118933"/>
                  </a:lnTo>
                  <a:lnTo>
                    <a:pt x="85145" y="97066"/>
                  </a:lnTo>
                  <a:lnTo>
                    <a:pt x="79170" y="83733"/>
                  </a:lnTo>
                  <a:lnTo>
                    <a:pt x="98091" y="78933"/>
                  </a:lnTo>
                  <a:lnTo>
                    <a:pt x="99585" y="68800"/>
                  </a:lnTo>
                  <a:lnTo>
                    <a:pt x="112531" y="56000"/>
                  </a:lnTo>
                  <a:lnTo>
                    <a:pt x="102572" y="45333"/>
                  </a:lnTo>
                  <a:lnTo>
                    <a:pt x="113029" y="41600"/>
                  </a:lnTo>
                  <a:lnTo>
                    <a:pt x="120000" y="20266"/>
                  </a:lnTo>
                  <a:lnTo>
                    <a:pt x="113526" y="5866"/>
                  </a:lnTo>
                  <a:lnTo>
                    <a:pt x="113029" y="6400"/>
                  </a:lnTo>
                  <a:lnTo>
                    <a:pt x="95601" y="1066"/>
                  </a:lnTo>
                  <a:lnTo>
                    <a:pt x="75684" y="5333"/>
                  </a:lnTo>
                  <a:lnTo>
                    <a:pt x="65726" y="22933"/>
                  </a:lnTo>
                  <a:lnTo>
                    <a:pt x="74688" y="37866"/>
                  </a:lnTo>
                  <a:lnTo>
                    <a:pt x="58755" y="54400"/>
                  </a:lnTo>
                  <a:lnTo>
                    <a:pt x="51784" y="43200"/>
                  </a:lnTo>
                  <a:lnTo>
                    <a:pt x="55767" y="20800"/>
                  </a:lnTo>
                  <a:lnTo>
                    <a:pt x="58755" y="9600"/>
                  </a:lnTo>
                  <a:lnTo>
                    <a:pt x="72697" y="0"/>
                  </a:lnTo>
                  <a:lnTo>
                    <a:pt x="60746" y="3200"/>
                  </a:lnTo>
                  <a:lnTo>
                    <a:pt x="48796" y="9600"/>
                  </a:lnTo>
                  <a:lnTo>
                    <a:pt x="39336" y="35733"/>
                  </a:lnTo>
                  <a:lnTo>
                    <a:pt x="23402" y="61866"/>
                  </a:lnTo>
                  <a:lnTo>
                    <a:pt x="6970" y="81600"/>
                  </a:lnTo>
                  <a:lnTo>
                    <a:pt x="0" y="83733"/>
                  </a:lnTo>
                  <a:lnTo>
                    <a:pt x="9460" y="102933"/>
                  </a:lnTo>
                  <a:lnTo>
                    <a:pt x="29377" y="93866"/>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0" name="Google Shape;1160;p59"/>
            <p:cNvSpPr/>
            <p:nvPr/>
          </p:nvSpPr>
          <p:spPr>
            <a:xfrm>
              <a:off x="5464541" y="2388462"/>
              <a:ext cx="265800" cy="270600"/>
            </a:xfrm>
            <a:custGeom>
              <a:rect b="b" l="l" r="r" t="t"/>
              <a:pathLst>
                <a:path extrusionOk="0" h="120000" w="120000">
                  <a:moveTo>
                    <a:pt x="22162" y="44601"/>
                  </a:moveTo>
                  <a:lnTo>
                    <a:pt x="26486" y="55221"/>
                  </a:lnTo>
                  <a:lnTo>
                    <a:pt x="47567" y="64247"/>
                  </a:lnTo>
                  <a:lnTo>
                    <a:pt x="45945" y="81769"/>
                  </a:lnTo>
                  <a:lnTo>
                    <a:pt x="56756" y="87079"/>
                  </a:lnTo>
                  <a:lnTo>
                    <a:pt x="66486" y="74867"/>
                  </a:lnTo>
                  <a:lnTo>
                    <a:pt x="69189" y="97168"/>
                  </a:lnTo>
                  <a:lnTo>
                    <a:pt x="86486" y="108849"/>
                  </a:lnTo>
                  <a:lnTo>
                    <a:pt x="98378" y="120000"/>
                  </a:lnTo>
                  <a:lnTo>
                    <a:pt x="97297" y="103008"/>
                  </a:lnTo>
                  <a:lnTo>
                    <a:pt x="107027" y="83362"/>
                  </a:lnTo>
                  <a:lnTo>
                    <a:pt x="107027" y="82831"/>
                  </a:lnTo>
                  <a:lnTo>
                    <a:pt x="120000" y="70088"/>
                  </a:lnTo>
                  <a:lnTo>
                    <a:pt x="117297" y="51504"/>
                  </a:lnTo>
                  <a:lnTo>
                    <a:pt x="99459" y="48849"/>
                  </a:lnTo>
                  <a:lnTo>
                    <a:pt x="109729" y="36106"/>
                  </a:lnTo>
                  <a:lnTo>
                    <a:pt x="110810" y="35044"/>
                  </a:lnTo>
                  <a:lnTo>
                    <a:pt x="101081" y="28672"/>
                  </a:lnTo>
                  <a:lnTo>
                    <a:pt x="92972" y="10619"/>
                  </a:lnTo>
                  <a:lnTo>
                    <a:pt x="67567" y="10088"/>
                  </a:lnTo>
                  <a:lnTo>
                    <a:pt x="45945" y="19115"/>
                  </a:lnTo>
                  <a:lnTo>
                    <a:pt x="35675" y="0"/>
                  </a:lnTo>
                  <a:lnTo>
                    <a:pt x="25945" y="3716"/>
                  </a:lnTo>
                  <a:lnTo>
                    <a:pt x="0" y="14867"/>
                  </a:lnTo>
                  <a:lnTo>
                    <a:pt x="3243" y="39292"/>
                  </a:lnTo>
                  <a:lnTo>
                    <a:pt x="22162" y="44601"/>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1" name="Google Shape;1161;p59"/>
            <p:cNvSpPr/>
            <p:nvPr/>
          </p:nvSpPr>
          <p:spPr>
            <a:xfrm>
              <a:off x="6243167" y="3004176"/>
              <a:ext cx="233700" cy="166500"/>
            </a:xfrm>
            <a:custGeom>
              <a:rect b="b" l="l" r="r" t="t"/>
              <a:pathLst>
                <a:path extrusionOk="0" h="120000" w="120000">
                  <a:moveTo>
                    <a:pt x="40000" y="106187"/>
                  </a:moveTo>
                  <a:lnTo>
                    <a:pt x="62769" y="110503"/>
                  </a:lnTo>
                  <a:lnTo>
                    <a:pt x="78153" y="88920"/>
                  </a:lnTo>
                  <a:lnTo>
                    <a:pt x="89230" y="55251"/>
                  </a:lnTo>
                  <a:lnTo>
                    <a:pt x="115692" y="43165"/>
                  </a:lnTo>
                  <a:lnTo>
                    <a:pt x="120000" y="34532"/>
                  </a:lnTo>
                  <a:lnTo>
                    <a:pt x="116307" y="30215"/>
                  </a:lnTo>
                  <a:lnTo>
                    <a:pt x="109538" y="863"/>
                  </a:lnTo>
                  <a:lnTo>
                    <a:pt x="109538" y="0"/>
                  </a:lnTo>
                  <a:lnTo>
                    <a:pt x="102153" y="863"/>
                  </a:lnTo>
                  <a:lnTo>
                    <a:pt x="102153" y="21582"/>
                  </a:lnTo>
                  <a:lnTo>
                    <a:pt x="72000" y="10359"/>
                  </a:lnTo>
                  <a:lnTo>
                    <a:pt x="49846" y="35395"/>
                  </a:lnTo>
                  <a:lnTo>
                    <a:pt x="24000" y="32805"/>
                  </a:lnTo>
                  <a:lnTo>
                    <a:pt x="11076" y="26762"/>
                  </a:lnTo>
                  <a:lnTo>
                    <a:pt x="6153" y="40575"/>
                  </a:lnTo>
                  <a:lnTo>
                    <a:pt x="615" y="56115"/>
                  </a:lnTo>
                  <a:lnTo>
                    <a:pt x="8615" y="83741"/>
                  </a:lnTo>
                  <a:lnTo>
                    <a:pt x="0" y="102733"/>
                  </a:lnTo>
                  <a:lnTo>
                    <a:pt x="615" y="120000"/>
                  </a:lnTo>
                  <a:lnTo>
                    <a:pt x="14769" y="111366"/>
                  </a:lnTo>
                  <a:lnTo>
                    <a:pt x="40000" y="10618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2" name="Google Shape;1162;p59"/>
            <p:cNvSpPr/>
            <p:nvPr/>
          </p:nvSpPr>
          <p:spPr>
            <a:xfrm>
              <a:off x="5676567" y="2977822"/>
              <a:ext cx="961800" cy="1027800"/>
            </a:xfrm>
            <a:custGeom>
              <a:rect b="b" l="l" r="r" t="t"/>
              <a:pathLst>
                <a:path extrusionOk="0" h="120000" w="120000">
                  <a:moveTo>
                    <a:pt x="70834" y="12167"/>
                  </a:moveTo>
                  <a:lnTo>
                    <a:pt x="72179" y="9650"/>
                  </a:lnTo>
                  <a:lnTo>
                    <a:pt x="73374" y="7412"/>
                  </a:lnTo>
                  <a:lnTo>
                    <a:pt x="70535" y="6573"/>
                  </a:lnTo>
                  <a:lnTo>
                    <a:pt x="61270" y="4755"/>
                  </a:lnTo>
                  <a:lnTo>
                    <a:pt x="56488" y="0"/>
                  </a:lnTo>
                  <a:lnTo>
                    <a:pt x="47521" y="419"/>
                  </a:lnTo>
                  <a:lnTo>
                    <a:pt x="43935" y="2517"/>
                  </a:lnTo>
                  <a:lnTo>
                    <a:pt x="42141" y="559"/>
                  </a:lnTo>
                  <a:lnTo>
                    <a:pt x="40797" y="5034"/>
                  </a:lnTo>
                  <a:lnTo>
                    <a:pt x="37808" y="3916"/>
                  </a:lnTo>
                  <a:lnTo>
                    <a:pt x="34221" y="7132"/>
                  </a:lnTo>
                  <a:lnTo>
                    <a:pt x="29738" y="6153"/>
                  </a:lnTo>
                  <a:lnTo>
                    <a:pt x="24209" y="11608"/>
                  </a:lnTo>
                  <a:lnTo>
                    <a:pt x="18679" y="5734"/>
                  </a:lnTo>
                  <a:lnTo>
                    <a:pt x="14196" y="10209"/>
                  </a:lnTo>
                  <a:lnTo>
                    <a:pt x="9414" y="11188"/>
                  </a:lnTo>
                  <a:lnTo>
                    <a:pt x="5379" y="9790"/>
                  </a:lnTo>
                  <a:lnTo>
                    <a:pt x="5678" y="10209"/>
                  </a:lnTo>
                  <a:lnTo>
                    <a:pt x="3437" y="12867"/>
                  </a:lnTo>
                  <a:lnTo>
                    <a:pt x="5678" y="16223"/>
                  </a:lnTo>
                  <a:lnTo>
                    <a:pt x="3885" y="19160"/>
                  </a:lnTo>
                  <a:lnTo>
                    <a:pt x="1494" y="19160"/>
                  </a:lnTo>
                  <a:lnTo>
                    <a:pt x="0" y="21818"/>
                  </a:lnTo>
                  <a:lnTo>
                    <a:pt x="3735" y="24615"/>
                  </a:lnTo>
                  <a:lnTo>
                    <a:pt x="2092" y="30349"/>
                  </a:lnTo>
                  <a:lnTo>
                    <a:pt x="4632" y="33566"/>
                  </a:lnTo>
                  <a:lnTo>
                    <a:pt x="9115" y="33846"/>
                  </a:lnTo>
                  <a:lnTo>
                    <a:pt x="7920" y="39160"/>
                  </a:lnTo>
                  <a:lnTo>
                    <a:pt x="8816" y="38881"/>
                  </a:lnTo>
                  <a:lnTo>
                    <a:pt x="14645" y="35944"/>
                  </a:lnTo>
                  <a:lnTo>
                    <a:pt x="18829" y="32587"/>
                  </a:lnTo>
                  <a:lnTo>
                    <a:pt x="24358" y="32587"/>
                  </a:lnTo>
                  <a:lnTo>
                    <a:pt x="30037" y="35664"/>
                  </a:lnTo>
                  <a:lnTo>
                    <a:pt x="35267" y="40559"/>
                  </a:lnTo>
                  <a:lnTo>
                    <a:pt x="36762" y="46853"/>
                  </a:lnTo>
                  <a:lnTo>
                    <a:pt x="37658" y="53286"/>
                  </a:lnTo>
                  <a:lnTo>
                    <a:pt x="42291" y="56503"/>
                  </a:lnTo>
                  <a:lnTo>
                    <a:pt x="44234" y="60419"/>
                  </a:lnTo>
                  <a:lnTo>
                    <a:pt x="50361" y="63636"/>
                  </a:lnTo>
                  <a:lnTo>
                    <a:pt x="55442" y="70629"/>
                  </a:lnTo>
                  <a:lnTo>
                    <a:pt x="63063" y="76363"/>
                  </a:lnTo>
                  <a:lnTo>
                    <a:pt x="70386" y="79160"/>
                  </a:lnTo>
                  <a:lnTo>
                    <a:pt x="74271" y="82097"/>
                  </a:lnTo>
                  <a:lnTo>
                    <a:pt x="76363" y="85874"/>
                  </a:lnTo>
                  <a:lnTo>
                    <a:pt x="82191" y="85874"/>
                  </a:lnTo>
                  <a:lnTo>
                    <a:pt x="85031" y="93846"/>
                  </a:lnTo>
                  <a:lnTo>
                    <a:pt x="88169" y="92727"/>
                  </a:lnTo>
                  <a:lnTo>
                    <a:pt x="91457" y="97062"/>
                  </a:lnTo>
                  <a:lnTo>
                    <a:pt x="92951" y="103496"/>
                  </a:lnTo>
                  <a:lnTo>
                    <a:pt x="95491" y="108111"/>
                  </a:lnTo>
                  <a:lnTo>
                    <a:pt x="92652" y="109790"/>
                  </a:lnTo>
                  <a:lnTo>
                    <a:pt x="90560" y="114685"/>
                  </a:lnTo>
                  <a:lnTo>
                    <a:pt x="89066" y="119720"/>
                  </a:lnTo>
                  <a:lnTo>
                    <a:pt x="93848" y="120000"/>
                  </a:lnTo>
                  <a:lnTo>
                    <a:pt x="95641" y="116363"/>
                  </a:lnTo>
                  <a:lnTo>
                    <a:pt x="99377" y="114965"/>
                  </a:lnTo>
                  <a:lnTo>
                    <a:pt x="100273" y="109790"/>
                  </a:lnTo>
                  <a:lnTo>
                    <a:pt x="105205" y="108951"/>
                  </a:lnTo>
                  <a:lnTo>
                    <a:pt x="106400" y="104895"/>
                  </a:lnTo>
                  <a:lnTo>
                    <a:pt x="104906" y="100979"/>
                  </a:lnTo>
                  <a:lnTo>
                    <a:pt x="100572" y="97902"/>
                  </a:lnTo>
                  <a:lnTo>
                    <a:pt x="98929" y="95804"/>
                  </a:lnTo>
                  <a:lnTo>
                    <a:pt x="99975" y="90489"/>
                  </a:lnTo>
                  <a:lnTo>
                    <a:pt x="101618" y="89510"/>
                  </a:lnTo>
                  <a:lnTo>
                    <a:pt x="102515" y="88531"/>
                  </a:lnTo>
                  <a:lnTo>
                    <a:pt x="106550" y="87412"/>
                  </a:lnTo>
                  <a:lnTo>
                    <a:pt x="108792" y="89510"/>
                  </a:lnTo>
                  <a:lnTo>
                    <a:pt x="112826" y="89650"/>
                  </a:lnTo>
                  <a:lnTo>
                    <a:pt x="115815" y="94965"/>
                  </a:lnTo>
                  <a:lnTo>
                    <a:pt x="119103" y="95244"/>
                  </a:lnTo>
                  <a:lnTo>
                    <a:pt x="120000" y="89650"/>
                  </a:lnTo>
                  <a:lnTo>
                    <a:pt x="116413" y="86713"/>
                  </a:lnTo>
                  <a:lnTo>
                    <a:pt x="110585" y="82797"/>
                  </a:lnTo>
                  <a:lnTo>
                    <a:pt x="106699" y="79160"/>
                  </a:lnTo>
                  <a:lnTo>
                    <a:pt x="98032" y="76223"/>
                  </a:lnTo>
                  <a:lnTo>
                    <a:pt x="93250" y="73006"/>
                  </a:lnTo>
                  <a:lnTo>
                    <a:pt x="95491" y="71328"/>
                  </a:lnTo>
                  <a:lnTo>
                    <a:pt x="94744" y="67832"/>
                  </a:lnTo>
                  <a:lnTo>
                    <a:pt x="86973" y="69090"/>
                  </a:lnTo>
                  <a:lnTo>
                    <a:pt x="80697" y="65034"/>
                  </a:lnTo>
                  <a:lnTo>
                    <a:pt x="73374" y="57342"/>
                  </a:lnTo>
                  <a:lnTo>
                    <a:pt x="70684" y="50209"/>
                  </a:lnTo>
                  <a:lnTo>
                    <a:pt x="64856" y="44615"/>
                  </a:lnTo>
                  <a:lnTo>
                    <a:pt x="58879" y="39440"/>
                  </a:lnTo>
                  <a:lnTo>
                    <a:pt x="56936" y="32307"/>
                  </a:lnTo>
                  <a:lnTo>
                    <a:pt x="59178" y="27692"/>
                  </a:lnTo>
                  <a:lnTo>
                    <a:pt x="57833" y="21958"/>
                  </a:lnTo>
                  <a:lnTo>
                    <a:pt x="63063" y="18881"/>
                  </a:lnTo>
                  <a:lnTo>
                    <a:pt x="66650" y="17622"/>
                  </a:lnTo>
                  <a:lnTo>
                    <a:pt x="70684" y="19720"/>
                  </a:lnTo>
                  <a:lnTo>
                    <a:pt x="70684" y="19720"/>
                  </a:lnTo>
                  <a:lnTo>
                    <a:pt x="72777" y="16643"/>
                  </a:lnTo>
                  <a:lnTo>
                    <a:pt x="70834" y="1216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3" name="Google Shape;1163;p59"/>
            <p:cNvSpPr/>
            <p:nvPr/>
          </p:nvSpPr>
          <p:spPr>
            <a:xfrm>
              <a:off x="5929321" y="1751187"/>
              <a:ext cx="201300" cy="318600"/>
            </a:xfrm>
            <a:custGeom>
              <a:rect b="b" l="l" r="r" t="t"/>
              <a:pathLst>
                <a:path extrusionOk="0" h="120000" w="120000">
                  <a:moveTo>
                    <a:pt x="70714" y="120000"/>
                  </a:moveTo>
                  <a:lnTo>
                    <a:pt x="60714" y="110526"/>
                  </a:lnTo>
                  <a:lnTo>
                    <a:pt x="56428" y="95639"/>
                  </a:lnTo>
                  <a:lnTo>
                    <a:pt x="70714" y="83007"/>
                  </a:lnTo>
                  <a:lnTo>
                    <a:pt x="79285" y="75338"/>
                  </a:lnTo>
                  <a:lnTo>
                    <a:pt x="90000" y="65864"/>
                  </a:lnTo>
                  <a:lnTo>
                    <a:pt x="110000" y="64962"/>
                  </a:lnTo>
                  <a:lnTo>
                    <a:pt x="120000" y="54135"/>
                  </a:lnTo>
                  <a:lnTo>
                    <a:pt x="100000" y="49624"/>
                  </a:lnTo>
                  <a:lnTo>
                    <a:pt x="92857" y="41954"/>
                  </a:lnTo>
                  <a:lnTo>
                    <a:pt x="98571" y="34736"/>
                  </a:lnTo>
                  <a:lnTo>
                    <a:pt x="97142" y="23007"/>
                  </a:lnTo>
                  <a:lnTo>
                    <a:pt x="111428" y="12631"/>
                  </a:lnTo>
                  <a:lnTo>
                    <a:pt x="108571" y="0"/>
                  </a:lnTo>
                  <a:lnTo>
                    <a:pt x="88571" y="0"/>
                  </a:lnTo>
                  <a:lnTo>
                    <a:pt x="62142" y="15338"/>
                  </a:lnTo>
                  <a:lnTo>
                    <a:pt x="36428" y="17142"/>
                  </a:lnTo>
                  <a:lnTo>
                    <a:pt x="13571" y="28421"/>
                  </a:lnTo>
                  <a:lnTo>
                    <a:pt x="5000" y="52330"/>
                  </a:lnTo>
                  <a:lnTo>
                    <a:pt x="5000" y="80300"/>
                  </a:lnTo>
                  <a:lnTo>
                    <a:pt x="16428" y="94736"/>
                  </a:lnTo>
                  <a:lnTo>
                    <a:pt x="0" y="107819"/>
                  </a:lnTo>
                  <a:lnTo>
                    <a:pt x="16428" y="118646"/>
                  </a:lnTo>
                  <a:lnTo>
                    <a:pt x="39285" y="116842"/>
                  </a:lnTo>
                  <a:lnTo>
                    <a:pt x="70714" y="120000"/>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4" name="Google Shape;1164;p59"/>
            <p:cNvSpPr/>
            <p:nvPr/>
          </p:nvSpPr>
          <p:spPr>
            <a:xfrm>
              <a:off x="6965493" y="1894933"/>
              <a:ext cx="643200" cy="578700"/>
            </a:xfrm>
            <a:custGeom>
              <a:rect b="b" l="l" r="r" t="t"/>
              <a:pathLst>
                <a:path extrusionOk="0" h="120000" w="120000">
                  <a:moveTo>
                    <a:pt x="40223" y="6211"/>
                  </a:moveTo>
                  <a:lnTo>
                    <a:pt x="36648" y="14161"/>
                  </a:lnTo>
                  <a:lnTo>
                    <a:pt x="36201" y="15155"/>
                  </a:lnTo>
                  <a:lnTo>
                    <a:pt x="35754" y="23602"/>
                  </a:lnTo>
                  <a:lnTo>
                    <a:pt x="40000" y="26583"/>
                  </a:lnTo>
                  <a:lnTo>
                    <a:pt x="36648" y="30310"/>
                  </a:lnTo>
                  <a:lnTo>
                    <a:pt x="31731" y="30807"/>
                  </a:lnTo>
                  <a:lnTo>
                    <a:pt x="31508" y="35279"/>
                  </a:lnTo>
                  <a:lnTo>
                    <a:pt x="26592" y="35527"/>
                  </a:lnTo>
                  <a:lnTo>
                    <a:pt x="27932" y="48198"/>
                  </a:lnTo>
                  <a:lnTo>
                    <a:pt x="29050" y="55403"/>
                  </a:lnTo>
                  <a:lnTo>
                    <a:pt x="22122" y="52670"/>
                  </a:lnTo>
                  <a:lnTo>
                    <a:pt x="18100" y="56894"/>
                  </a:lnTo>
                  <a:lnTo>
                    <a:pt x="13407" y="61366"/>
                  </a:lnTo>
                  <a:lnTo>
                    <a:pt x="8268" y="62857"/>
                  </a:lnTo>
                  <a:lnTo>
                    <a:pt x="223" y="60869"/>
                  </a:lnTo>
                  <a:lnTo>
                    <a:pt x="1340" y="65838"/>
                  </a:lnTo>
                  <a:lnTo>
                    <a:pt x="4916" y="73540"/>
                  </a:lnTo>
                  <a:lnTo>
                    <a:pt x="8491" y="82732"/>
                  </a:lnTo>
                  <a:lnTo>
                    <a:pt x="7821" y="91428"/>
                  </a:lnTo>
                  <a:lnTo>
                    <a:pt x="2011" y="96397"/>
                  </a:lnTo>
                  <a:lnTo>
                    <a:pt x="0" y="102857"/>
                  </a:lnTo>
                  <a:lnTo>
                    <a:pt x="6256" y="106583"/>
                  </a:lnTo>
                  <a:lnTo>
                    <a:pt x="4916" y="116521"/>
                  </a:lnTo>
                  <a:lnTo>
                    <a:pt x="6256" y="120000"/>
                  </a:lnTo>
                  <a:lnTo>
                    <a:pt x="14301" y="117267"/>
                  </a:lnTo>
                  <a:lnTo>
                    <a:pt x="19217" y="113540"/>
                  </a:lnTo>
                  <a:lnTo>
                    <a:pt x="23687" y="109316"/>
                  </a:lnTo>
                  <a:lnTo>
                    <a:pt x="33072" y="108074"/>
                  </a:lnTo>
                  <a:lnTo>
                    <a:pt x="40000" y="108571"/>
                  </a:lnTo>
                  <a:lnTo>
                    <a:pt x="41564" y="111304"/>
                  </a:lnTo>
                  <a:lnTo>
                    <a:pt x="49608" y="109565"/>
                  </a:lnTo>
                  <a:lnTo>
                    <a:pt x="55195" y="112795"/>
                  </a:lnTo>
                  <a:lnTo>
                    <a:pt x="61452" y="114285"/>
                  </a:lnTo>
                  <a:lnTo>
                    <a:pt x="62569" y="118012"/>
                  </a:lnTo>
                  <a:lnTo>
                    <a:pt x="69497" y="111552"/>
                  </a:lnTo>
                  <a:lnTo>
                    <a:pt x="76201" y="112298"/>
                  </a:lnTo>
                  <a:lnTo>
                    <a:pt x="82681" y="112795"/>
                  </a:lnTo>
                  <a:lnTo>
                    <a:pt x="86480" y="114534"/>
                  </a:lnTo>
                  <a:lnTo>
                    <a:pt x="94525" y="111304"/>
                  </a:lnTo>
                  <a:lnTo>
                    <a:pt x="100335" y="111304"/>
                  </a:lnTo>
                  <a:lnTo>
                    <a:pt x="101005" y="101118"/>
                  </a:lnTo>
                  <a:lnTo>
                    <a:pt x="103463" y="94409"/>
                  </a:lnTo>
                  <a:lnTo>
                    <a:pt x="110391" y="93664"/>
                  </a:lnTo>
                  <a:lnTo>
                    <a:pt x="112849" y="90186"/>
                  </a:lnTo>
                  <a:lnTo>
                    <a:pt x="111284" y="89689"/>
                  </a:lnTo>
                  <a:lnTo>
                    <a:pt x="107709" y="79006"/>
                  </a:lnTo>
                  <a:lnTo>
                    <a:pt x="103240" y="68074"/>
                  </a:lnTo>
                  <a:lnTo>
                    <a:pt x="114860" y="65838"/>
                  </a:lnTo>
                  <a:lnTo>
                    <a:pt x="120000" y="57391"/>
                  </a:lnTo>
                  <a:lnTo>
                    <a:pt x="115307" y="53416"/>
                  </a:lnTo>
                  <a:lnTo>
                    <a:pt x="108156" y="52422"/>
                  </a:lnTo>
                  <a:lnTo>
                    <a:pt x="106368" y="45217"/>
                  </a:lnTo>
                  <a:lnTo>
                    <a:pt x="99441" y="41739"/>
                  </a:lnTo>
                  <a:lnTo>
                    <a:pt x="98100" y="34534"/>
                  </a:lnTo>
                  <a:lnTo>
                    <a:pt x="90502" y="27577"/>
                  </a:lnTo>
                  <a:lnTo>
                    <a:pt x="90502" y="19875"/>
                  </a:lnTo>
                  <a:lnTo>
                    <a:pt x="90055" y="8695"/>
                  </a:lnTo>
                  <a:lnTo>
                    <a:pt x="76424" y="2981"/>
                  </a:lnTo>
                  <a:lnTo>
                    <a:pt x="71284" y="9689"/>
                  </a:lnTo>
                  <a:lnTo>
                    <a:pt x="66368" y="993"/>
                  </a:lnTo>
                  <a:lnTo>
                    <a:pt x="60558" y="1490"/>
                  </a:lnTo>
                  <a:lnTo>
                    <a:pt x="52513" y="496"/>
                  </a:lnTo>
                  <a:lnTo>
                    <a:pt x="52513" y="0"/>
                  </a:lnTo>
                  <a:lnTo>
                    <a:pt x="47374" y="5217"/>
                  </a:lnTo>
                  <a:lnTo>
                    <a:pt x="40223" y="621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5" name="Google Shape;1165;p59"/>
            <p:cNvSpPr/>
            <p:nvPr/>
          </p:nvSpPr>
          <p:spPr>
            <a:xfrm>
              <a:off x="6816955" y="1690095"/>
              <a:ext cx="434700" cy="273000"/>
            </a:xfrm>
            <a:custGeom>
              <a:rect b="b" l="l" r="r" t="t"/>
              <a:pathLst>
                <a:path extrusionOk="0" h="120000" w="120000">
                  <a:moveTo>
                    <a:pt x="21818" y="92105"/>
                  </a:moveTo>
                  <a:lnTo>
                    <a:pt x="32396" y="96315"/>
                  </a:lnTo>
                  <a:lnTo>
                    <a:pt x="44628" y="95263"/>
                  </a:lnTo>
                  <a:lnTo>
                    <a:pt x="53553" y="95263"/>
                  </a:lnTo>
                  <a:lnTo>
                    <a:pt x="60165" y="86315"/>
                  </a:lnTo>
                  <a:lnTo>
                    <a:pt x="64793" y="101052"/>
                  </a:lnTo>
                  <a:lnTo>
                    <a:pt x="76363" y="101052"/>
                  </a:lnTo>
                  <a:lnTo>
                    <a:pt x="84628" y="113157"/>
                  </a:lnTo>
                  <a:lnTo>
                    <a:pt x="95206" y="119999"/>
                  </a:lnTo>
                  <a:lnTo>
                    <a:pt x="100495" y="103157"/>
                  </a:lnTo>
                  <a:lnTo>
                    <a:pt x="111074" y="101052"/>
                  </a:lnTo>
                  <a:lnTo>
                    <a:pt x="118677" y="89999"/>
                  </a:lnTo>
                  <a:lnTo>
                    <a:pt x="120000" y="80526"/>
                  </a:lnTo>
                  <a:lnTo>
                    <a:pt x="114049" y="63157"/>
                  </a:lnTo>
                  <a:lnTo>
                    <a:pt x="105785" y="49473"/>
                  </a:lnTo>
                  <a:lnTo>
                    <a:pt x="109752" y="35263"/>
                  </a:lnTo>
                  <a:lnTo>
                    <a:pt x="99173" y="19473"/>
                  </a:lnTo>
                  <a:lnTo>
                    <a:pt x="99504" y="17894"/>
                  </a:lnTo>
                  <a:lnTo>
                    <a:pt x="91900" y="17368"/>
                  </a:lnTo>
                  <a:lnTo>
                    <a:pt x="83305" y="22105"/>
                  </a:lnTo>
                  <a:lnTo>
                    <a:pt x="78016" y="12631"/>
                  </a:lnTo>
                  <a:lnTo>
                    <a:pt x="68429" y="9473"/>
                  </a:lnTo>
                  <a:lnTo>
                    <a:pt x="63140" y="0"/>
                  </a:lnTo>
                  <a:lnTo>
                    <a:pt x="49917" y="8421"/>
                  </a:lnTo>
                  <a:lnTo>
                    <a:pt x="50247" y="20526"/>
                  </a:lnTo>
                  <a:lnTo>
                    <a:pt x="51570" y="45789"/>
                  </a:lnTo>
                  <a:lnTo>
                    <a:pt x="41983" y="55789"/>
                  </a:lnTo>
                  <a:lnTo>
                    <a:pt x="31074" y="54736"/>
                  </a:lnTo>
                  <a:lnTo>
                    <a:pt x="25785" y="37368"/>
                  </a:lnTo>
                  <a:lnTo>
                    <a:pt x="18512" y="22631"/>
                  </a:lnTo>
                  <a:lnTo>
                    <a:pt x="10247" y="28947"/>
                  </a:lnTo>
                  <a:lnTo>
                    <a:pt x="5619" y="52631"/>
                  </a:lnTo>
                  <a:lnTo>
                    <a:pt x="330" y="91052"/>
                  </a:lnTo>
                  <a:lnTo>
                    <a:pt x="0" y="107368"/>
                  </a:lnTo>
                  <a:lnTo>
                    <a:pt x="9256" y="97894"/>
                  </a:lnTo>
                  <a:lnTo>
                    <a:pt x="21818" y="9210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6" name="Google Shape;1166;p59"/>
            <p:cNvSpPr/>
            <p:nvPr/>
          </p:nvSpPr>
          <p:spPr>
            <a:xfrm>
              <a:off x="6922369" y="1503224"/>
              <a:ext cx="275400" cy="237300"/>
            </a:xfrm>
            <a:custGeom>
              <a:rect b="b" l="l" r="r" t="t"/>
              <a:pathLst>
                <a:path extrusionOk="0" h="120000" w="120000">
                  <a:moveTo>
                    <a:pt x="62086" y="105454"/>
                  </a:moveTo>
                  <a:lnTo>
                    <a:pt x="77217" y="109090"/>
                  </a:lnTo>
                  <a:lnTo>
                    <a:pt x="85565" y="119999"/>
                  </a:lnTo>
                  <a:lnTo>
                    <a:pt x="99130" y="114545"/>
                  </a:lnTo>
                  <a:lnTo>
                    <a:pt x="111130" y="115151"/>
                  </a:lnTo>
                  <a:lnTo>
                    <a:pt x="120000" y="94545"/>
                  </a:lnTo>
                  <a:lnTo>
                    <a:pt x="115826" y="67272"/>
                  </a:lnTo>
                  <a:lnTo>
                    <a:pt x="109565" y="44242"/>
                  </a:lnTo>
                  <a:lnTo>
                    <a:pt x="111652" y="27878"/>
                  </a:lnTo>
                  <a:lnTo>
                    <a:pt x="118956" y="12121"/>
                  </a:lnTo>
                  <a:lnTo>
                    <a:pt x="115304" y="0"/>
                  </a:lnTo>
                  <a:lnTo>
                    <a:pt x="100695" y="5454"/>
                  </a:lnTo>
                  <a:lnTo>
                    <a:pt x="79304" y="3636"/>
                  </a:lnTo>
                  <a:lnTo>
                    <a:pt x="52695" y="1212"/>
                  </a:lnTo>
                  <a:lnTo>
                    <a:pt x="27130" y="14545"/>
                  </a:lnTo>
                  <a:lnTo>
                    <a:pt x="0" y="29090"/>
                  </a:lnTo>
                  <a:lnTo>
                    <a:pt x="4173" y="56363"/>
                  </a:lnTo>
                  <a:lnTo>
                    <a:pt x="15130" y="75757"/>
                  </a:lnTo>
                  <a:lnTo>
                    <a:pt x="31304" y="75757"/>
                  </a:lnTo>
                  <a:lnTo>
                    <a:pt x="32869" y="104242"/>
                  </a:lnTo>
                  <a:lnTo>
                    <a:pt x="53739" y="94545"/>
                  </a:lnTo>
                  <a:lnTo>
                    <a:pt x="62086" y="10545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7" name="Google Shape;1167;p59"/>
            <p:cNvSpPr/>
            <p:nvPr/>
          </p:nvSpPr>
          <p:spPr>
            <a:xfrm>
              <a:off x="6507900" y="2695121"/>
              <a:ext cx="449100" cy="213300"/>
            </a:xfrm>
            <a:custGeom>
              <a:rect b="b" l="l" r="r" t="t"/>
              <a:pathLst>
                <a:path extrusionOk="0" h="120000" w="120000">
                  <a:moveTo>
                    <a:pt x="91840" y="7415"/>
                  </a:moveTo>
                  <a:lnTo>
                    <a:pt x="81280" y="18202"/>
                  </a:lnTo>
                  <a:lnTo>
                    <a:pt x="73920" y="8764"/>
                  </a:lnTo>
                  <a:lnTo>
                    <a:pt x="62080" y="14831"/>
                  </a:lnTo>
                  <a:lnTo>
                    <a:pt x="53760" y="1348"/>
                  </a:lnTo>
                  <a:lnTo>
                    <a:pt x="46080" y="11460"/>
                  </a:lnTo>
                  <a:lnTo>
                    <a:pt x="40960" y="0"/>
                  </a:lnTo>
                  <a:lnTo>
                    <a:pt x="39360" y="6067"/>
                  </a:lnTo>
                  <a:lnTo>
                    <a:pt x="33920" y="8089"/>
                  </a:lnTo>
                  <a:lnTo>
                    <a:pt x="25920" y="20898"/>
                  </a:lnTo>
                  <a:lnTo>
                    <a:pt x="26240" y="35056"/>
                  </a:lnTo>
                  <a:lnTo>
                    <a:pt x="21760" y="37752"/>
                  </a:lnTo>
                  <a:lnTo>
                    <a:pt x="16960" y="47865"/>
                  </a:lnTo>
                  <a:lnTo>
                    <a:pt x="6720" y="46516"/>
                  </a:lnTo>
                  <a:lnTo>
                    <a:pt x="1280" y="61348"/>
                  </a:lnTo>
                  <a:lnTo>
                    <a:pt x="2240" y="62022"/>
                  </a:lnTo>
                  <a:lnTo>
                    <a:pt x="0" y="84269"/>
                  </a:lnTo>
                  <a:lnTo>
                    <a:pt x="5440" y="105842"/>
                  </a:lnTo>
                  <a:lnTo>
                    <a:pt x="5760" y="104494"/>
                  </a:lnTo>
                  <a:lnTo>
                    <a:pt x="13760" y="120000"/>
                  </a:lnTo>
                  <a:lnTo>
                    <a:pt x="26880" y="120000"/>
                  </a:lnTo>
                  <a:lnTo>
                    <a:pt x="39360" y="120000"/>
                  </a:lnTo>
                  <a:lnTo>
                    <a:pt x="45120" y="98426"/>
                  </a:lnTo>
                  <a:lnTo>
                    <a:pt x="55360" y="98426"/>
                  </a:lnTo>
                  <a:lnTo>
                    <a:pt x="65920" y="88314"/>
                  </a:lnTo>
                  <a:lnTo>
                    <a:pt x="74240" y="78202"/>
                  </a:lnTo>
                  <a:lnTo>
                    <a:pt x="77120" y="64044"/>
                  </a:lnTo>
                  <a:lnTo>
                    <a:pt x="86080" y="69438"/>
                  </a:lnTo>
                  <a:lnTo>
                    <a:pt x="93440" y="66067"/>
                  </a:lnTo>
                  <a:lnTo>
                    <a:pt x="96640" y="78876"/>
                  </a:lnTo>
                  <a:lnTo>
                    <a:pt x="106560" y="72808"/>
                  </a:lnTo>
                  <a:lnTo>
                    <a:pt x="114240" y="78202"/>
                  </a:lnTo>
                  <a:lnTo>
                    <a:pt x="113920" y="76853"/>
                  </a:lnTo>
                  <a:lnTo>
                    <a:pt x="115200" y="43820"/>
                  </a:lnTo>
                  <a:lnTo>
                    <a:pt x="120000" y="30337"/>
                  </a:lnTo>
                  <a:lnTo>
                    <a:pt x="103680" y="14831"/>
                  </a:lnTo>
                  <a:lnTo>
                    <a:pt x="91840" y="741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8" name="Google Shape;1168;p59"/>
            <p:cNvSpPr/>
            <p:nvPr/>
          </p:nvSpPr>
          <p:spPr>
            <a:xfrm>
              <a:off x="6711541" y="2027898"/>
              <a:ext cx="202500" cy="128100"/>
            </a:xfrm>
            <a:custGeom>
              <a:rect b="b" l="l" r="r" t="t"/>
              <a:pathLst>
                <a:path extrusionOk="0" h="120000" w="120000">
                  <a:moveTo>
                    <a:pt x="27692" y="120000"/>
                  </a:moveTo>
                  <a:lnTo>
                    <a:pt x="58224" y="118878"/>
                  </a:lnTo>
                  <a:lnTo>
                    <a:pt x="93017" y="116635"/>
                  </a:lnTo>
                  <a:lnTo>
                    <a:pt x="116449" y="109906"/>
                  </a:lnTo>
                  <a:lnTo>
                    <a:pt x="117159" y="99813"/>
                  </a:lnTo>
                  <a:lnTo>
                    <a:pt x="117869" y="89719"/>
                  </a:lnTo>
                  <a:lnTo>
                    <a:pt x="120000" y="57196"/>
                  </a:lnTo>
                  <a:lnTo>
                    <a:pt x="111479" y="32523"/>
                  </a:lnTo>
                  <a:lnTo>
                    <a:pt x="83076" y="21308"/>
                  </a:lnTo>
                  <a:lnTo>
                    <a:pt x="69585" y="0"/>
                  </a:lnTo>
                  <a:lnTo>
                    <a:pt x="63195" y="26915"/>
                  </a:lnTo>
                  <a:lnTo>
                    <a:pt x="45443" y="26915"/>
                  </a:lnTo>
                  <a:lnTo>
                    <a:pt x="15621" y="33644"/>
                  </a:lnTo>
                  <a:lnTo>
                    <a:pt x="19881" y="70654"/>
                  </a:lnTo>
                  <a:lnTo>
                    <a:pt x="0" y="96448"/>
                  </a:lnTo>
                  <a:lnTo>
                    <a:pt x="7100" y="112149"/>
                  </a:lnTo>
                  <a:lnTo>
                    <a:pt x="27692"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69" name="Google Shape;1169;p59"/>
            <p:cNvSpPr/>
            <p:nvPr/>
          </p:nvSpPr>
          <p:spPr>
            <a:xfrm>
              <a:off x="6322228" y="2088991"/>
              <a:ext cx="723600" cy="660000"/>
            </a:xfrm>
            <a:custGeom>
              <a:rect b="b" l="l" r="r" t="t"/>
              <a:pathLst>
                <a:path extrusionOk="0" h="120000" w="120000">
                  <a:moveTo>
                    <a:pt x="2185" y="28094"/>
                  </a:moveTo>
                  <a:lnTo>
                    <a:pt x="3178" y="34845"/>
                  </a:lnTo>
                  <a:lnTo>
                    <a:pt x="0" y="39419"/>
                  </a:lnTo>
                  <a:lnTo>
                    <a:pt x="4768" y="47695"/>
                  </a:lnTo>
                  <a:lnTo>
                    <a:pt x="5562" y="54228"/>
                  </a:lnTo>
                  <a:lnTo>
                    <a:pt x="9337" y="58584"/>
                  </a:lnTo>
                  <a:lnTo>
                    <a:pt x="4966" y="64464"/>
                  </a:lnTo>
                  <a:lnTo>
                    <a:pt x="9337" y="72522"/>
                  </a:lnTo>
                  <a:lnTo>
                    <a:pt x="9337" y="78402"/>
                  </a:lnTo>
                  <a:lnTo>
                    <a:pt x="9536" y="78838"/>
                  </a:lnTo>
                  <a:lnTo>
                    <a:pt x="13509" y="82540"/>
                  </a:lnTo>
                  <a:lnTo>
                    <a:pt x="19271" y="86460"/>
                  </a:lnTo>
                  <a:lnTo>
                    <a:pt x="27417" y="87985"/>
                  </a:lnTo>
                  <a:lnTo>
                    <a:pt x="24635" y="92776"/>
                  </a:lnTo>
                  <a:lnTo>
                    <a:pt x="29006" y="96479"/>
                  </a:lnTo>
                  <a:lnTo>
                    <a:pt x="33576" y="98003"/>
                  </a:lnTo>
                  <a:lnTo>
                    <a:pt x="32582" y="92776"/>
                  </a:lnTo>
                  <a:lnTo>
                    <a:pt x="37748" y="95390"/>
                  </a:lnTo>
                  <a:lnTo>
                    <a:pt x="40529" y="101270"/>
                  </a:lnTo>
                  <a:lnTo>
                    <a:pt x="52847" y="103448"/>
                  </a:lnTo>
                  <a:lnTo>
                    <a:pt x="56026" y="109981"/>
                  </a:lnTo>
                  <a:lnTo>
                    <a:pt x="56225" y="110199"/>
                  </a:lnTo>
                  <a:lnTo>
                    <a:pt x="59403" y="113901"/>
                  </a:lnTo>
                  <a:lnTo>
                    <a:pt x="64172" y="110635"/>
                  </a:lnTo>
                  <a:lnTo>
                    <a:pt x="69337" y="114990"/>
                  </a:lnTo>
                  <a:lnTo>
                    <a:pt x="76688" y="113030"/>
                  </a:lnTo>
                  <a:lnTo>
                    <a:pt x="81258" y="116079"/>
                  </a:lnTo>
                  <a:lnTo>
                    <a:pt x="87814" y="112595"/>
                  </a:lnTo>
                  <a:lnTo>
                    <a:pt x="95165" y="114990"/>
                  </a:lnTo>
                  <a:lnTo>
                    <a:pt x="105298" y="120000"/>
                  </a:lnTo>
                  <a:lnTo>
                    <a:pt x="105695" y="119346"/>
                  </a:lnTo>
                  <a:lnTo>
                    <a:pt x="105695" y="109764"/>
                  </a:lnTo>
                  <a:lnTo>
                    <a:pt x="108874" y="103448"/>
                  </a:lnTo>
                  <a:lnTo>
                    <a:pt x="114238" y="95390"/>
                  </a:lnTo>
                  <a:lnTo>
                    <a:pt x="118609" y="94301"/>
                  </a:lnTo>
                  <a:lnTo>
                    <a:pt x="120000" y="84065"/>
                  </a:lnTo>
                  <a:lnTo>
                    <a:pt x="115231" y="76442"/>
                  </a:lnTo>
                  <a:lnTo>
                    <a:pt x="112251" y="69909"/>
                  </a:lnTo>
                  <a:lnTo>
                    <a:pt x="111059" y="66860"/>
                  </a:lnTo>
                  <a:lnTo>
                    <a:pt x="112251" y="58148"/>
                  </a:lnTo>
                  <a:lnTo>
                    <a:pt x="106688" y="54882"/>
                  </a:lnTo>
                  <a:lnTo>
                    <a:pt x="108476" y="49219"/>
                  </a:lnTo>
                  <a:lnTo>
                    <a:pt x="113642" y="44863"/>
                  </a:lnTo>
                  <a:lnTo>
                    <a:pt x="114238" y="37241"/>
                  </a:lnTo>
                  <a:lnTo>
                    <a:pt x="111059" y="29183"/>
                  </a:lnTo>
                  <a:lnTo>
                    <a:pt x="107880" y="22431"/>
                  </a:lnTo>
                  <a:lnTo>
                    <a:pt x="106887" y="18076"/>
                  </a:lnTo>
                  <a:lnTo>
                    <a:pt x="105496" y="11978"/>
                  </a:lnTo>
                  <a:lnTo>
                    <a:pt x="102317" y="8929"/>
                  </a:lnTo>
                  <a:lnTo>
                    <a:pt x="97350" y="8275"/>
                  </a:lnTo>
                  <a:lnTo>
                    <a:pt x="97152" y="10235"/>
                  </a:lnTo>
                  <a:lnTo>
                    <a:pt x="90596" y="11542"/>
                  </a:lnTo>
                  <a:lnTo>
                    <a:pt x="80860" y="11978"/>
                  </a:lnTo>
                  <a:lnTo>
                    <a:pt x="72317" y="12196"/>
                  </a:lnTo>
                  <a:lnTo>
                    <a:pt x="66556" y="10671"/>
                  </a:lnTo>
                  <a:lnTo>
                    <a:pt x="64569" y="7622"/>
                  </a:lnTo>
                  <a:lnTo>
                    <a:pt x="62384" y="9582"/>
                  </a:lnTo>
                  <a:lnTo>
                    <a:pt x="53245" y="9582"/>
                  </a:lnTo>
                  <a:lnTo>
                    <a:pt x="50066" y="0"/>
                  </a:lnTo>
                  <a:lnTo>
                    <a:pt x="43311" y="435"/>
                  </a:lnTo>
                  <a:lnTo>
                    <a:pt x="34768" y="2177"/>
                  </a:lnTo>
                  <a:lnTo>
                    <a:pt x="26225" y="11760"/>
                  </a:lnTo>
                  <a:lnTo>
                    <a:pt x="14503" y="13720"/>
                  </a:lnTo>
                  <a:lnTo>
                    <a:pt x="6357" y="19382"/>
                  </a:lnTo>
                  <a:lnTo>
                    <a:pt x="6158" y="19165"/>
                  </a:lnTo>
                  <a:lnTo>
                    <a:pt x="5960" y="21560"/>
                  </a:lnTo>
                  <a:lnTo>
                    <a:pt x="2185" y="2809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0" name="Google Shape;1170;p59"/>
            <p:cNvSpPr/>
            <p:nvPr/>
          </p:nvSpPr>
          <p:spPr>
            <a:xfrm>
              <a:off x="6244365" y="3052091"/>
              <a:ext cx="447900" cy="382200"/>
            </a:xfrm>
            <a:custGeom>
              <a:rect b="b" l="l" r="r" t="t"/>
              <a:pathLst>
                <a:path extrusionOk="0" h="120000" w="120000">
                  <a:moveTo>
                    <a:pt x="78609" y="104576"/>
                  </a:moveTo>
                  <a:lnTo>
                    <a:pt x="60641" y="85391"/>
                  </a:lnTo>
                  <a:lnTo>
                    <a:pt x="55508" y="73730"/>
                  </a:lnTo>
                  <a:lnTo>
                    <a:pt x="48128" y="57554"/>
                  </a:lnTo>
                  <a:lnTo>
                    <a:pt x="49411" y="43260"/>
                  </a:lnTo>
                  <a:lnTo>
                    <a:pt x="56791" y="49655"/>
                  </a:lnTo>
                  <a:lnTo>
                    <a:pt x="60641" y="44764"/>
                  </a:lnTo>
                  <a:lnTo>
                    <a:pt x="80213" y="44012"/>
                  </a:lnTo>
                  <a:lnTo>
                    <a:pt x="87272" y="49278"/>
                  </a:lnTo>
                  <a:lnTo>
                    <a:pt x="106844" y="47774"/>
                  </a:lnTo>
                  <a:lnTo>
                    <a:pt x="112620" y="54921"/>
                  </a:lnTo>
                  <a:lnTo>
                    <a:pt x="114866" y="50783"/>
                  </a:lnTo>
                  <a:lnTo>
                    <a:pt x="120000" y="42884"/>
                  </a:lnTo>
                  <a:lnTo>
                    <a:pt x="115508" y="30846"/>
                  </a:lnTo>
                  <a:lnTo>
                    <a:pt x="111657" y="17680"/>
                  </a:lnTo>
                  <a:lnTo>
                    <a:pt x="110695" y="18056"/>
                  </a:lnTo>
                  <a:lnTo>
                    <a:pt x="106844" y="25579"/>
                  </a:lnTo>
                  <a:lnTo>
                    <a:pt x="93048" y="25579"/>
                  </a:lnTo>
                  <a:lnTo>
                    <a:pt x="82139" y="19184"/>
                  </a:lnTo>
                  <a:lnTo>
                    <a:pt x="75080" y="14670"/>
                  </a:lnTo>
                  <a:lnTo>
                    <a:pt x="68663" y="5266"/>
                  </a:lnTo>
                  <a:lnTo>
                    <a:pt x="62245" y="0"/>
                  </a:lnTo>
                  <a:lnTo>
                    <a:pt x="60000" y="3761"/>
                  </a:lnTo>
                  <a:lnTo>
                    <a:pt x="46203" y="9028"/>
                  </a:lnTo>
                  <a:lnTo>
                    <a:pt x="40427" y="23699"/>
                  </a:lnTo>
                  <a:lnTo>
                    <a:pt x="32406" y="33103"/>
                  </a:lnTo>
                  <a:lnTo>
                    <a:pt x="20534" y="31222"/>
                  </a:lnTo>
                  <a:lnTo>
                    <a:pt x="7379" y="33479"/>
                  </a:lnTo>
                  <a:lnTo>
                    <a:pt x="0" y="37241"/>
                  </a:lnTo>
                  <a:lnTo>
                    <a:pt x="320" y="49655"/>
                  </a:lnTo>
                  <a:lnTo>
                    <a:pt x="7379" y="52664"/>
                  </a:lnTo>
                  <a:lnTo>
                    <a:pt x="15401" y="43260"/>
                  </a:lnTo>
                  <a:lnTo>
                    <a:pt x="24385" y="54169"/>
                  </a:lnTo>
                  <a:lnTo>
                    <a:pt x="30481" y="69968"/>
                  </a:lnTo>
                  <a:lnTo>
                    <a:pt x="36577" y="85768"/>
                  </a:lnTo>
                  <a:lnTo>
                    <a:pt x="48128" y="101191"/>
                  </a:lnTo>
                  <a:lnTo>
                    <a:pt x="61283" y="107962"/>
                  </a:lnTo>
                  <a:lnTo>
                    <a:pt x="70588" y="105705"/>
                  </a:lnTo>
                  <a:lnTo>
                    <a:pt x="78288" y="111724"/>
                  </a:lnTo>
                  <a:lnTo>
                    <a:pt x="83101" y="120000"/>
                  </a:lnTo>
                  <a:lnTo>
                    <a:pt x="85026" y="114733"/>
                  </a:lnTo>
                  <a:lnTo>
                    <a:pt x="78609" y="10457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1" name="Google Shape;1171;p59"/>
            <p:cNvSpPr/>
            <p:nvPr/>
          </p:nvSpPr>
          <p:spPr>
            <a:xfrm>
              <a:off x="6815757" y="1886548"/>
              <a:ext cx="364200" cy="311400"/>
            </a:xfrm>
            <a:custGeom>
              <a:rect b="b" l="l" r="r" t="t"/>
              <a:pathLst>
                <a:path extrusionOk="0" h="120000" w="120000">
                  <a:moveTo>
                    <a:pt x="27631" y="67846"/>
                  </a:moveTo>
                  <a:lnTo>
                    <a:pt x="32368" y="78000"/>
                  </a:lnTo>
                  <a:lnTo>
                    <a:pt x="31184" y="91384"/>
                  </a:lnTo>
                  <a:lnTo>
                    <a:pt x="30789" y="95538"/>
                  </a:lnTo>
                  <a:lnTo>
                    <a:pt x="40657" y="96923"/>
                  </a:lnTo>
                  <a:lnTo>
                    <a:pt x="46973" y="103384"/>
                  </a:lnTo>
                  <a:lnTo>
                    <a:pt x="49736" y="116307"/>
                  </a:lnTo>
                  <a:lnTo>
                    <a:pt x="63947" y="120000"/>
                  </a:lnTo>
                  <a:lnTo>
                    <a:pt x="73026" y="117230"/>
                  </a:lnTo>
                  <a:lnTo>
                    <a:pt x="81315" y="108923"/>
                  </a:lnTo>
                  <a:lnTo>
                    <a:pt x="88421" y="101076"/>
                  </a:lnTo>
                  <a:lnTo>
                    <a:pt x="100657" y="106153"/>
                  </a:lnTo>
                  <a:lnTo>
                    <a:pt x="98684" y="92769"/>
                  </a:lnTo>
                  <a:lnTo>
                    <a:pt x="96315" y="69230"/>
                  </a:lnTo>
                  <a:lnTo>
                    <a:pt x="105000" y="68769"/>
                  </a:lnTo>
                  <a:lnTo>
                    <a:pt x="105394" y="60461"/>
                  </a:lnTo>
                  <a:lnTo>
                    <a:pt x="114078" y="59538"/>
                  </a:lnTo>
                  <a:lnTo>
                    <a:pt x="120000" y="52615"/>
                  </a:lnTo>
                  <a:lnTo>
                    <a:pt x="112500" y="47076"/>
                  </a:lnTo>
                  <a:lnTo>
                    <a:pt x="113289" y="31384"/>
                  </a:lnTo>
                  <a:lnTo>
                    <a:pt x="114078" y="29538"/>
                  </a:lnTo>
                  <a:lnTo>
                    <a:pt x="101447" y="23538"/>
                  </a:lnTo>
                  <a:lnTo>
                    <a:pt x="91578" y="12923"/>
                  </a:lnTo>
                  <a:lnTo>
                    <a:pt x="77763" y="12923"/>
                  </a:lnTo>
                  <a:lnTo>
                    <a:pt x="72236" y="0"/>
                  </a:lnTo>
                  <a:lnTo>
                    <a:pt x="64342" y="7846"/>
                  </a:lnTo>
                  <a:lnTo>
                    <a:pt x="53684" y="7846"/>
                  </a:lnTo>
                  <a:lnTo>
                    <a:pt x="39078" y="8769"/>
                  </a:lnTo>
                  <a:lnTo>
                    <a:pt x="26447" y="5076"/>
                  </a:lnTo>
                  <a:lnTo>
                    <a:pt x="11447" y="10153"/>
                  </a:lnTo>
                  <a:lnTo>
                    <a:pt x="394" y="18461"/>
                  </a:lnTo>
                  <a:lnTo>
                    <a:pt x="0" y="25846"/>
                  </a:lnTo>
                  <a:lnTo>
                    <a:pt x="6315" y="48461"/>
                  </a:lnTo>
                  <a:lnTo>
                    <a:pt x="4342" y="54461"/>
                  </a:lnTo>
                  <a:lnTo>
                    <a:pt x="11842" y="63230"/>
                  </a:lnTo>
                  <a:lnTo>
                    <a:pt x="27631" y="6784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2" name="Google Shape;1172;p59"/>
            <p:cNvSpPr/>
            <p:nvPr/>
          </p:nvSpPr>
          <p:spPr>
            <a:xfrm>
              <a:off x="4848828" y="2422003"/>
              <a:ext cx="997800" cy="997800"/>
            </a:xfrm>
            <a:custGeom>
              <a:rect b="b" l="l" r="r" t="t"/>
              <a:pathLst>
                <a:path extrusionOk="0" h="120000" w="120000">
                  <a:moveTo>
                    <a:pt x="104009" y="101416"/>
                  </a:moveTo>
                  <a:lnTo>
                    <a:pt x="101560" y="98103"/>
                  </a:lnTo>
                  <a:lnTo>
                    <a:pt x="103145" y="92196"/>
                  </a:lnTo>
                  <a:lnTo>
                    <a:pt x="99543" y="89315"/>
                  </a:lnTo>
                  <a:lnTo>
                    <a:pt x="100984" y="86578"/>
                  </a:lnTo>
                  <a:lnTo>
                    <a:pt x="103289" y="86578"/>
                  </a:lnTo>
                  <a:lnTo>
                    <a:pt x="105018" y="83553"/>
                  </a:lnTo>
                  <a:lnTo>
                    <a:pt x="102857" y="80096"/>
                  </a:lnTo>
                  <a:lnTo>
                    <a:pt x="105018" y="77358"/>
                  </a:lnTo>
                  <a:lnTo>
                    <a:pt x="104729" y="76926"/>
                  </a:lnTo>
                  <a:lnTo>
                    <a:pt x="103289" y="74765"/>
                  </a:lnTo>
                  <a:lnTo>
                    <a:pt x="102136" y="70444"/>
                  </a:lnTo>
                  <a:lnTo>
                    <a:pt x="98247" y="70444"/>
                  </a:lnTo>
                  <a:lnTo>
                    <a:pt x="98247" y="73037"/>
                  </a:lnTo>
                  <a:lnTo>
                    <a:pt x="94645" y="73469"/>
                  </a:lnTo>
                  <a:lnTo>
                    <a:pt x="94933" y="70012"/>
                  </a:lnTo>
                  <a:lnTo>
                    <a:pt x="99255" y="65834"/>
                  </a:lnTo>
                  <a:lnTo>
                    <a:pt x="102569" y="61800"/>
                  </a:lnTo>
                  <a:lnTo>
                    <a:pt x="106458" y="56470"/>
                  </a:lnTo>
                  <a:lnTo>
                    <a:pt x="111644" y="55174"/>
                  </a:lnTo>
                  <a:lnTo>
                    <a:pt x="112076" y="55030"/>
                  </a:lnTo>
                  <a:lnTo>
                    <a:pt x="115246" y="44081"/>
                  </a:lnTo>
                  <a:lnTo>
                    <a:pt x="120000" y="38031"/>
                  </a:lnTo>
                  <a:lnTo>
                    <a:pt x="115246" y="34861"/>
                  </a:lnTo>
                  <a:lnTo>
                    <a:pt x="108331" y="33421"/>
                  </a:lnTo>
                  <a:lnTo>
                    <a:pt x="105306" y="29243"/>
                  </a:lnTo>
                  <a:lnTo>
                    <a:pt x="105162" y="29243"/>
                  </a:lnTo>
                  <a:lnTo>
                    <a:pt x="100408" y="28523"/>
                  </a:lnTo>
                  <a:lnTo>
                    <a:pt x="100264" y="28523"/>
                  </a:lnTo>
                  <a:lnTo>
                    <a:pt x="97094" y="25498"/>
                  </a:lnTo>
                  <a:lnTo>
                    <a:pt x="92484" y="22328"/>
                  </a:lnTo>
                  <a:lnTo>
                    <a:pt x="91764" y="16278"/>
                  </a:lnTo>
                  <a:lnTo>
                    <a:pt x="89171" y="19591"/>
                  </a:lnTo>
                  <a:lnTo>
                    <a:pt x="86290" y="18151"/>
                  </a:lnTo>
                  <a:lnTo>
                    <a:pt x="86722" y="13397"/>
                  </a:lnTo>
                  <a:lnTo>
                    <a:pt x="81104" y="10948"/>
                  </a:lnTo>
                  <a:lnTo>
                    <a:pt x="79951" y="8067"/>
                  </a:lnTo>
                  <a:lnTo>
                    <a:pt x="74909" y="6626"/>
                  </a:lnTo>
                  <a:lnTo>
                    <a:pt x="74045" y="0"/>
                  </a:lnTo>
                  <a:lnTo>
                    <a:pt x="72460" y="720"/>
                  </a:lnTo>
                  <a:lnTo>
                    <a:pt x="65978" y="3457"/>
                  </a:lnTo>
                  <a:lnTo>
                    <a:pt x="63529" y="11524"/>
                  </a:lnTo>
                  <a:lnTo>
                    <a:pt x="58199" y="14261"/>
                  </a:lnTo>
                  <a:lnTo>
                    <a:pt x="53013" y="14549"/>
                  </a:lnTo>
                  <a:lnTo>
                    <a:pt x="48835" y="15990"/>
                  </a:lnTo>
                  <a:lnTo>
                    <a:pt x="49699" y="19447"/>
                  </a:lnTo>
                  <a:lnTo>
                    <a:pt x="41488" y="20024"/>
                  </a:lnTo>
                  <a:lnTo>
                    <a:pt x="35726" y="17430"/>
                  </a:lnTo>
                  <a:lnTo>
                    <a:pt x="35726" y="13685"/>
                  </a:lnTo>
                  <a:lnTo>
                    <a:pt x="30396" y="12533"/>
                  </a:lnTo>
                  <a:lnTo>
                    <a:pt x="31548" y="17142"/>
                  </a:lnTo>
                  <a:lnTo>
                    <a:pt x="31548" y="25642"/>
                  </a:lnTo>
                  <a:lnTo>
                    <a:pt x="29243" y="27370"/>
                  </a:lnTo>
                  <a:lnTo>
                    <a:pt x="25498" y="24777"/>
                  </a:lnTo>
                  <a:lnTo>
                    <a:pt x="20312" y="26794"/>
                  </a:lnTo>
                  <a:lnTo>
                    <a:pt x="18871" y="22184"/>
                  </a:lnTo>
                  <a:lnTo>
                    <a:pt x="14693" y="20312"/>
                  </a:lnTo>
                  <a:lnTo>
                    <a:pt x="12388" y="21896"/>
                  </a:lnTo>
                  <a:lnTo>
                    <a:pt x="8499" y="21896"/>
                  </a:lnTo>
                  <a:lnTo>
                    <a:pt x="4753" y="21320"/>
                  </a:lnTo>
                  <a:lnTo>
                    <a:pt x="0" y="23625"/>
                  </a:lnTo>
                  <a:lnTo>
                    <a:pt x="3025" y="26506"/>
                  </a:lnTo>
                  <a:lnTo>
                    <a:pt x="0" y="29243"/>
                  </a:lnTo>
                  <a:lnTo>
                    <a:pt x="2448" y="32701"/>
                  </a:lnTo>
                  <a:lnTo>
                    <a:pt x="6194" y="32124"/>
                  </a:lnTo>
                  <a:lnTo>
                    <a:pt x="9507" y="34717"/>
                  </a:lnTo>
                  <a:lnTo>
                    <a:pt x="13253" y="35870"/>
                  </a:lnTo>
                  <a:lnTo>
                    <a:pt x="17719" y="40624"/>
                  </a:lnTo>
                  <a:lnTo>
                    <a:pt x="17719" y="44081"/>
                  </a:lnTo>
                  <a:lnTo>
                    <a:pt x="21464" y="45234"/>
                  </a:lnTo>
                  <a:lnTo>
                    <a:pt x="20888" y="49555"/>
                  </a:lnTo>
                  <a:lnTo>
                    <a:pt x="21464" y="55750"/>
                  </a:lnTo>
                  <a:lnTo>
                    <a:pt x="27226" y="61224"/>
                  </a:lnTo>
                  <a:lnTo>
                    <a:pt x="25210" y="64249"/>
                  </a:lnTo>
                  <a:lnTo>
                    <a:pt x="26650" y="68571"/>
                  </a:lnTo>
                  <a:lnTo>
                    <a:pt x="29243" y="72749"/>
                  </a:lnTo>
                  <a:lnTo>
                    <a:pt x="28667" y="77358"/>
                  </a:lnTo>
                  <a:lnTo>
                    <a:pt x="28379" y="75054"/>
                  </a:lnTo>
                  <a:lnTo>
                    <a:pt x="25210" y="70588"/>
                  </a:lnTo>
                  <a:lnTo>
                    <a:pt x="23481" y="79087"/>
                  </a:lnTo>
                  <a:lnTo>
                    <a:pt x="20600" y="89747"/>
                  </a:lnTo>
                  <a:lnTo>
                    <a:pt x="18007" y="96950"/>
                  </a:lnTo>
                  <a:lnTo>
                    <a:pt x="13685" y="98823"/>
                  </a:lnTo>
                  <a:lnTo>
                    <a:pt x="15414" y="102280"/>
                  </a:lnTo>
                  <a:lnTo>
                    <a:pt x="19159" y="104729"/>
                  </a:lnTo>
                  <a:lnTo>
                    <a:pt x="23481" y="107611"/>
                  </a:lnTo>
                  <a:lnTo>
                    <a:pt x="25354" y="109771"/>
                  </a:lnTo>
                  <a:lnTo>
                    <a:pt x="28235" y="108907"/>
                  </a:lnTo>
                  <a:lnTo>
                    <a:pt x="30684" y="112220"/>
                  </a:lnTo>
                  <a:lnTo>
                    <a:pt x="36590" y="114237"/>
                  </a:lnTo>
                  <a:lnTo>
                    <a:pt x="37022" y="110060"/>
                  </a:lnTo>
                  <a:lnTo>
                    <a:pt x="42496" y="113085"/>
                  </a:lnTo>
                  <a:lnTo>
                    <a:pt x="47106" y="117695"/>
                  </a:lnTo>
                  <a:lnTo>
                    <a:pt x="47106" y="117695"/>
                  </a:lnTo>
                  <a:lnTo>
                    <a:pt x="52581" y="118991"/>
                  </a:lnTo>
                  <a:lnTo>
                    <a:pt x="58055" y="119855"/>
                  </a:lnTo>
                  <a:lnTo>
                    <a:pt x="60936" y="120000"/>
                  </a:lnTo>
                  <a:lnTo>
                    <a:pt x="60504" y="117695"/>
                  </a:lnTo>
                  <a:lnTo>
                    <a:pt x="61224" y="111212"/>
                  </a:lnTo>
                  <a:lnTo>
                    <a:pt x="65114" y="108331"/>
                  </a:lnTo>
                  <a:lnTo>
                    <a:pt x="70732" y="106026"/>
                  </a:lnTo>
                  <a:lnTo>
                    <a:pt x="76206" y="108331"/>
                  </a:lnTo>
                  <a:lnTo>
                    <a:pt x="82400" y="110060"/>
                  </a:lnTo>
                  <a:lnTo>
                    <a:pt x="86866" y="113229"/>
                  </a:lnTo>
                  <a:lnTo>
                    <a:pt x="93205" y="115390"/>
                  </a:lnTo>
                  <a:lnTo>
                    <a:pt x="98823" y="112364"/>
                  </a:lnTo>
                  <a:lnTo>
                    <a:pt x="104009" y="108907"/>
                  </a:lnTo>
                  <a:lnTo>
                    <a:pt x="107178" y="107178"/>
                  </a:lnTo>
                  <a:lnTo>
                    <a:pt x="108331" y="101704"/>
                  </a:lnTo>
                  <a:lnTo>
                    <a:pt x="104009" y="101416"/>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3" name="Google Shape;1173;p59"/>
            <p:cNvSpPr/>
            <p:nvPr/>
          </p:nvSpPr>
          <p:spPr>
            <a:xfrm>
              <a:off x="8181347" y="4507523"/>
              <a:ext cx="61200" cy="131700"/>
            </a:xfrm>
            <a:custGeom>
              <a:rect b="b" l="l" r="r" t="t"/>
              <a:pathLst>
                <a:path extrusionOk="0" h="120000" w="120000">
                  <a:moveTo>
                    <a:pt x="21176" y="7636"/>
                  </a:moveTo>
                  <a:lnTo>
                    <a:pt x="7058" y="28363"/>
                  </a:lnTo>
                  <a:lnTo>
                    <a:pt x="16470" y="53454"/>
                  </a:lnTo>
                  <a:lnTo>
                    <a:pt x="28235" y="65454"/>
                  </a:lnTo>
                  <a:lnTo>
                    <a:pt x="65882" y="70909"/>
                  </a:lnTo>
                  <a:lnTo>
                    <a:pt x="47058" y="85090"/>
                  </a:lnTo>
                  <a:lnTo>
                    <a:pt x="14117" y="94909"/>
                  </a:lnTo>
                  <a:lnTo>
                    <a:pt x="7058" y="109090"/>
                  </a:lnTo>
                  <a:lnTo>
                    <a:pt x="0" y="120000"/>
                  </a:lnTo>
                  <a:lnTo>
                    <a:pt x="47058" y="117818"/>
                  </a:lnTo>
                  <a:lnTo>
                    <a:pt x="89411" y="109090"/>
                  </a:lnTo>
                  <a:lnTo>
                    <a:pt x="120000" y="104727"/>
                  </a:lnTo>
                  <a:lnTo>
                    <a:pt x="115294" y="66545"/>
                  </a:lnTo>
                  <a:lnTo>
                    <a:pt x="108235" y="13090"/>
                  </a:lnTo>
                  <a:lnTo>
                    <a:pt x="61176" y="0"/>
                  </a:lnTo>
                  <a:lnTo>
                    <a:pt x="21176" y="763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4" name="Google Shape;1174;p59"/>
            <p:cNvSpPr/>
            <p:nvPr/>
          </p:nvSpPr>
          <p:spPr>
            <a:xfrm>
              <a:off x="6934348" y="2298621"/>
              <a:ext cx="1312800" cy="886500"/>
            </a:xfrm>
            <a:custGeom>
              <a:rect b="b" l="l" r="r" t="t"/>
              <a:pathLst>
                <a:path extrusionOk="0" h="120000" w="120000">
                  <a:moveTo>
                    <a:pt x="111897" y="61135"/>
                  </a:moveTo>
                  <a:lnTo>
                    <a:pt x="114854" y="55459"/>
                  </a:lnTo>
                  <a:lnTo>
                    <a:pt x="117481" y="51891"/>
                  </a:lnTo>
                  <a:lnTo>
                    <a:pt x="120000" y="46216"/>
                  </a:lnTo>
                  <a:lnTo>
                    <a:pt x="116605" y="38108"/>
                  </a:lnTo>
                  <a:lnTo>
                    <a:pt x="119781" y="34054"/>
                  </a:lnTo>
                  <a:lnTo>
                    <a:pt x="119014" y="28216"/>
                  </a:lnTo>
                  <a:lnTo>
                    <a:pt x="115291" y="29837"/>
                  </a:lnTo>
                  <a:lnTo>
                    <a:pt x="112883" y="26432"/>
                  </a:lnTo>
                  <a:lnTo>
                    <a:pt x="109051" y="28216"/>
                  </a:lnTo>
                  <a:lnTo>
                    <a:pt x="105875" y="25459"/>
                  </a:lnTo>
                  <a:lnTo>
                    <a:pt x="102372" y="28540"/>
                  </a:lnTo>
                  <a:lnTo>
                    <a:pt x="97664" y="21891"/>
                  </a:lnTo>
                  <a:lnTo>
                    <a:pt x="91423" y="26756"/>
                  </a:lnTo>
                  <a:lnTo>
                    <a:pt x="88029" y="23513"/>
                  </a:lnTo>
                  <a:lnTo>
                    <a:pt x="84197" y="24162"/>
                  </a:lnTo>
                  <a:lnTo>
                    <a:pt x="83321" y="16864"/>
                  </a:lnTo>
                  <a:lnTo>
                    <a:pt x="80255" y="13945"/>
                  </a:lnTo>
                  <a:lnTo>
                    <a:pt x="76204" y="15243"/>
                  </a:lnTo>
                  <a:lnTo>
                    <a:pt x="74452" y="11189"/>
                  </a:lnTo>
                  <a:lnTo>
                    <a:pt x="76423" y="7135"/>
                  </a:lnTo>
                  <a:lnTo>
                    <a:pt x="73357" y="2270"/>
                  </a:lnTo>
                  <a:lnTo>
                    <a:pt x="69963" y="0"/>
                  </a:lnTo>
                  <a:lnTo>
                    <a:pt x="65036" y="324"/>
                  </a:lnTo>
                  <a:lnTo>
                    <a:pt x="61423" y="5513"/>
                  </a:lnTo>
                  <a:lnTo>
                    <a:pt x="58138" y="4216"/>
                  </a:lnTo>
                  <a:lnTo>
                    <a:pt x="56934" y="6486"/>
                  </a:lnTo>
                  <a:lnTo>
                    <a:pt x="53540" y="6972"/>
                  </a:lnTo>
                  <a:lnTo>
                    <a:pt x="52335" y="11351"/>
                  </a:lnTo>
                  <a:lnTo>
                    <a:pt x="52007" y="18000"/>
                  </a:lnTo>
                  <a:lnTo>
                    <a:pt x="49160" y="18000"/>
                  </a:lnTo>
                  <a:lnTo>
                    <a:pt x="45218" y="20108"/>
                  </a:lnTo>
                  <a:lnTo>
                    <a:pt x="43357" y="18972"/>
                  </a:lnTo>
                  <a:lnTo>
                    <a:pt x="40182" y="18648"/>
                  </a:lnTo>
                  <a:lnTo>
                    <a:pt x="36897" y="18162"/>
                  </a:lnTo>
                  <a:lnTo>
                    <a:pt x="33503" y="22378"/>
                  </a:lnTo>
                  <a:lnTo>
                    <a:pt x="32956" y="19945"/>
                  </a:lnTo>
                  <a:lnTo>
                    <a:pt x="29890" y="18972"/>
                  </a:lnTo>
                  <a:lnTo>
                    <a:pt x="27153" y="16864"/>
                  </a:lnTo>
                  <a:lnTo>
                    <a:pt x="23211" y="18000"/>
                  </a:lnTo>
                  <a:lnTo>
                    <a:pt x="22445" y="16216"/>
                  </a:lnTo>
                  <a:lnTo>
                    <a:pt x="19051" y="15891"/>
                  </a:lnTo>
                  <a:lnTo>
                    <a:pt x="14452" y="16702"/>
                  </a:lnTo>
                  <a:lnTo>
                    <a:pt x="12262" y="19459"/>
                  </a:lnTo>
                  <a:lnTo>
                    <a:pt x="9854" y="21891"/>
                  </a:lnTo>
                  <a:lnTo>
                    <a:pt x="5912" y="23675"/>
                  </a:lnTo>
                  <a:lnTo>
                    <a:pt x="7554" y="28540"/>
                  </a:lnTo>
                  <a:lnTo>
                    <a:pt x="10182" y="34216"/>
                  </a:lnTo>
                  <a:lnTo>
                    <a:pt x="9416" y="41837"/>
                  </a:lnTo>
                  <a:lnTo>
                    <a:pt x="7007" y="42648"/>
                  </a:lnTo>
                  <a:lnTo>
                    <a:pt x="4051" y="48648"/>
                  </a:lnTo>
                  <a:lnTo>
                    <a:pt x="2299" y="53351"/>
                  </a:lnTo>
                  <a:lnTo>
                    <a:pt x="2299" y="60486"/>
                  </a:lnTo>
                  <a:lnTo>
                    <a:pt x="2080" y="60972"/>
                  </a:lnTo>
                  <a:lnTo>
                    <a:pt x="437" y="64216"/>
                  </a:lnTo>
                  <a:lnTo>
                    <a:pt x="0" y="72162"/>
                  </a:lnTo>
                  <a:lnTo>
                    <a:pt x="109" y="72486"/>
                  </a:lnTo>
                  <a:lnTo>
                    <a:pt x="1642" y="77675"/>
                  </a:lnTo>
                  <a:lnTo>
                    <a:pt x="2956" y="78486"/>
                  </a:lnTo>
                  <a:lnTo>
                    <a:pt x="4051" y="79297"/>
                  </a:lnTo>
                  <a:lnTo>
                    <a:pt x="8430" y="78324"/>
                  </a:lnTo>
                  <a:lnTo>
                    <a:pt x="12262" y="80108"/>
                  </a:lnTo>
                  <a:lnTo>
                    <a:pt x="15875" y="79297"/>
                  </a:lnTo>
                  <a:lnTo>
                    <a:pt x="18941" y="83351"/>
                  </a:lnTo>
                  <a:lnTo>
                    <a:pt x="21240" y="80594"/>
                  </a:lnTo>
                  <a:lnTo>
                    <a:pt x="25072" y="78324"/>
                  </a:lnTo>
                  <a:lnTo>
                    <a:pt x="28138" y="72648"/>
                  </a:lnTo>
                  <a:lnTo>
                    <a:pt x="28467" y="72486"/>
                  </a:lnTo>
                  <a:lnTo>
                    <a:pt x="31423" y="70378"/>
                  </a:lnTo>
                  <a:lnTo>
                    <a:pt x="36350" y="68108"/>
                  </a:lnTo>
                  <a:lnTo>
                    <a:pt x="39963" y="71513"/>
                  </a:lnTo>
                  <a:lnTo>
                    <a:pt x="41824" y="71837"/>
                  </a:lnTo>
                  <a:lnTo>
                    <a:pt x="41934" y="71837"/>
                  </a:lnTo>
                  <a:lnTo>
                    <a:pt x="43905" y="72162"/>
                  </a:lnTo>
                  <a:lnTo>
                    <a:pt x="46970" y="73945"/>
                  </a:lnTo>
                  <a:lnTo>
                    <a:pt x="49051" y="78810"/>
                  </a:lnTo>
                  <a:lnTo>
                    <a:pt x="47737" y="83027"/>
                  </a:lnTo>
                  <a:lnTo>
                    <a:pt x="50364" y="84810"/>
                  </a:lnTo>
                  <a:lnTo>
                    <a:pt x="52007" y="88702"/>
                  </a:lnTo>
                  <a:lnTo>
                    <a:pt x="54416" y="92918"/>
                  </a:lnTo>
                  <a:lnTo>
                    <a:pt x="55401" y="95351"/>
                  </a:lnTo>
                  <a:lnTo>
                    <a:pt x="56058" y="96972"/>
                  </a:lnTo>
                  <a:lnTo>
                    <a:pt x="53868" y="98432"/>
                  </a:lnTo>
                  <a:lnTo>
                    <a:pt x="51021" y="96486"/>
                  </a:lnTo>
                  <a:lnTo>
                    <a:pt x="49051" y="96000"/>
                  </a:lnTo>
                  <a:lnTo>
                    <a:pt x="48394" y="99081"/>
                  </a:lnTo>
                  <a:lnTo>
                    <a:pt x="48832" y="104918"/>
                  </a:lnTo>
                  <a:lnTo>
                    <a:pt x="46532" y="108810"/>
                  </a:lnTo>
                  <a:lnTo>
                    <a:pt x="44562" y="111891"/>
                  </a:lnTo>
                  <a:lnTo>
                    <a:pt x="44233" y="112540"/>
                  </a:lnTo>
                  <a:lnTo>
                    <a:pt x="44233" y="116270"/>
                  </a:lnTo>
                  <a:lnTo>
                    <a:pt x="48503" y="118216"/>
                  </a:lnTo>
                  <a:lnTo>
                    <a:pt x="51897" y="114000"/>
                  </a:lnTo>
                  <a:lnTo>
                    <a:pt x="54087" y="114162"/>
                  </a:lnTo>
                  <a:lnTo>
                    <a:pt x="54197" y="113675"/>
                  </a:lnTo>
                  <a:lnTo>
                    <a:pt x="54197" y="107189"/>
                  </a:lnTo>
                  <a:lnTo>
                    <a:pt x="57262" y="103135"/>
                  </a:lnTo>
                  <a:lnTo>
                    <a:pt x="58795" y="97297"/>
                  </a:lnTo>
                  <a:lnTo>
                    <a:pt x="60875" y="91297"/>
                  </a:lnTo>
                  <a:lnTo>
                    <a:pt x="67664" y="89675"/>
                  </a:lnTo>
                  <a:lnTo>
                    <a:pt x="68978" y="94864"/>
                  </a:lnTo>
                  <a:lnTo>
                    <a:pt x="75000" y="97297"/>
                  </a:lnTo>
                  <a:lnTo>
                    <a:pt x="79708" y="93891"/>
                  </a:lnTo>
                  <a:lnTo>
                    <a:pt x="81021" y="97621"/>
                  </a:lnTo>
                  <a:lnTo>
                    <a:pt x="76532" y="102162"/>
                  </a:lnTo>
                  <a:lnTo>
                    <a:pt x="74124" y="106702"/>
                  </a:lnTo>
                  <a:lnTo>
                    <a:pt x="75000" y="109783"/>
                  </a:lnTo>
                  <a:lnTo>
                    <a:pt x="79051" y="108162"/>
                  </a:lnTo>
                  <a:lnTo>
                    <a:pt x="81678" y="110108"/>
                  </a:lnTo>
                  <a:lnTo>
                    <a:pt x="81459" y="115945"/>
                  </a:lnTo>
                  <a:lnTo>
                    <a:pt x="83430" y="119675"/>
                  </a:lnTo>
                  <a:lnTo>
                    <a:pt x="85948" y="120000"/>
                  </a:lnTo>
                  <a:lnTo>
                    <a:pt x="89014" y="117081"/>
                  </a:lnTo>
                  <a:lnTo>
                    <a:pt x="92518" y="111405"/>
                  </a:lnTo>
                  <a:lnTo>
                    <a:pt x="96240" y="107189"/>
                  </a:lnTo>
                  <a:lnTo>
                    <a:pt x="99854" y="107189"/>
                  </a:lnTo>
                  <a:lnTo>
                    <a:pt x="104233" y="107513"/>
                  </a:lnTo>
                  <a:lnTo>
                    <a:pt x="103576" y="102486"/>
                  </a:lnTo>
                  <a:lnTo>
                    <a:pt x="105875" y="99243"/>
                  </a:lnTo>
                  <a:lnTo>
                    <a:pt x="102919" y="98918"/>
                  </a:lnTo>
                  <a:lnTo>
                    <a:pt x="98540" y="101189"/>
                  </a:lnTo>
                  <a:lnTo>
                    <a:pt x="94051" y="101837"/>
                  </a:lnTo>
                  <a:lnTo>
                    <a:pt x="91094" y="97297"/>
                  </a:lnTo>
                  <a:lnTo>
                    <a:pt x="90547" y="92270"/>
                  </a:lnTo>
                  <a:lnTo>
                    <a:pt x="92080" y="88702"/>
                  </a:lnTo>
                  <a:lnTo>
                    <a:pt x="94489" y="84324"/>
                  </a:lnTo>
                  <a:lnTo>
                    <a:pt x="97992" y="82054"/>
                  </a:lnTo>
                  <a:lnTo>
                    <a:pt x="101824" y="79459"/>
                  </a:lnTo>
                  <a:lnTo>
                    <a:pt x="105656" y="76054"/>
                  </a:lnTo>
                  <a:lnTo>
                    <a:pt x="107846" y="73135"/>
                  </a:lnTo>
                  <a:lnTo>
                    <a:pt x="111350" y="70864"/>
                  </a:lnTo>
                  <a:lnTo>
                    <a:pt x="113430" y="69729"/>
                  </a:lnTo>
                  <a:lnTo>
                    <a:pt x="112883" y="67135"/>
                  </a:lnTo>
                  <a:lnTo>
                    <a:pt x="111897" y="6113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5" name="Google Shape;1175;p59"/>
            <p:cNvSpPr/>
            <p:nvPr/>
          </p:nvSpPr>
          <p:spPr>
            <a:xfrm>
              <a:off x="9805681" y="2350130"/>
              <a:ext cx="54000" cy="84000"/>
            </a:xfrm>
            <a:custGeom>
              <a:rect b="b" l="l" r="r" t="t"/>
              <a:pathLst>
                <a:path extrusionOk="0" h="120000" w="120000">
                  <a:moveTo>
                    <a:pt x="82666" y="120000"/>
                  </a:moveTo>
                  <a:lnTo>
                    <a:pt x="120000" y="72000"/>
                  </a:lnTo>
                  <a:lnTo>
                    <a:pt x="56000" y="0"/>
                  </a:lnTo>
                  <a:lnTo>
                    <a:pt x="0" y="3428"/>
                  </a:lnTo>
                  <a:lnTo>
                    <a:pt x="2666" y="48000"/>
                  </a:lnTo>
                  <a:lnTo>
                    <a:pt x="82666"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6" name="Google Shape;1176;p59"/>
            <p:cNvSpPr/>
            <p:nvPr/>
          </p:nvSpPr>
          <p:spPr>
            <a:xfrm>
              <a:off x="9472668" y="2681944"/>
              <a:ext cx="836100" cy="862500"/>
            </a:xfrm>
            <a:custGeom>
              <a:rect b="b" l="l" r="r" t="t"/>
              <a:pathLst>
                <a:path extrusionOk="0" h="120000" w="120000">
                  <a:moveTo>
                    <a:pt x="120000" y="11333"/>
                  </a:moveTo>
                  <a:lnTo>
                    <a:pt x="119656" y="11166"/>
                  </a:lnTo>
                  <a:lnTo>
                    <a:pt x="114842" y="6500"/>
                  </a:lnTo>
                  <a:lnTo>
                    <a:pt x="110544" y="4666"/>
                  </a:lnTo>
                  <a:lnTo>
                    <a:pt x="108481" y="7500"/>
                  </a:lnTo>
                  <a:lnTo>
                    <a:pt x="103323" y="10833"/>
                  </a:lnTo>
                  <a:lnTo>
                    <a:pt x="95759" y="13166"/>
                  </a:lnTo>
                  <a:lnTo>
                    <a:pt x="89398" y="10500"/>
                  </a:lnTo>
                  <a:lnTo>
                    <a:pt x="88022" y="4333"/>
                  </a:lnTo>
                  <a:lnTo>
                    <a:pt x="83209" y="0"/>
                  </a:lnTo>
                  <a:lnTo>
                    <a:pt x="79942" y="3666"/>
                  </a:lnTo>
                  <a:lnTo>
                    <a:pt x="74441" y="3333"/>
                  </a:lnTo>
                  <a:lnTo>
                    <a:pt x="66704" y="1000"/>
                  </a:lnTo>
                  <a:lnTo>
                    <a:pt x="63610" y="2333"/>
                  </a:lnTo>
                  <a:lnTo>
                    <a:pt x="59828" y="6166"/>
                  </a:lnTo>
                  <a:lnTo>
                    <a:pt x="65329" y="8833"/>
                  </a:lnTo>
                  <a:lnTo>
                    <a:pt x="61547" y="10166"/>
                  </a:lnTo>
                  <a:lnTo>
                    <a:pt x="56905" y="17000"/>
                  </a:lnTo>
                  <a:lnTo>
                    <a:pt x="51232" y="20500"/>
                  </a:lnTo>
                  <a:lnTo>
                    <a:pt x="52435" y="29000"/>
                  </a:lnTo>
                  <a:lnTo>
                    <a:pt x="58624" y="34000"/>
                  </a:lnTo>
                  <a:lnTo>
                    <a:pt x="57249" y="37833"/>
                  </a:lnTo>
                  <a:lnTo>
                    <a:pt x="47621" y="42000"/>
                  </a:lnTo>
                  <a:lnTo>
                    <a:pt x="44183" y="43666"/>
                  </a:lnTo>
                  <a:lnTo>
                    <a:pt x="42979" y="42833"/>
                  </a:lnTo>
                  <a:lnTo>
                    <a:pt x="43151" y="43166"/>
                  </a:lnTo>
                  <a:lnTo>
                    <a:pt x="29570" y="39833"/>
                  </a:lnTo>
                  <a:lnTo>
                    <a:pt x="21833" y="34833"/>
                  </a:lnTo>
                  <a:lnTo>
                    <a:pt x="13409" y="39166"/>
                  </a:lnTo>
                  <a:lnTo>
                    <a:pt x="4813" y="45666"/>
                  </a:lnTo>
                  <a:lnTo>
                    <a:pt x="1719" y="49666"/>
                  </a:lnTo>
                  <a:lnTo>
                    <a:pt x="0" y="54333"/>
                  </a:lnTo>
                  <a:lnTo>
                    <a:pt x="1547" y="56833"/>
                  </a:lnTo>
                  <a:lnTo>
                    <a:pt x="7392" y="60666"/>
                  </a:lnTo>
                  <a:lnTo>
                    <a:pt x="9971" y="63666"/>
                  </a:lnTo>
                  <a:lnTo>
                    <a:pt x="6704" y="56666"/>
                  </a:lnTo>
                  <a:lnTo>
                    <a:pt x="7220" y="49166"/>
                  </a:lnTo>
                  <a:lnTo>
                    <a:pt x="13237" y="44166"/>
                  </a:lnTo>
                  <a:lnTo>
                    <a:pt x="17879" y="45333"/>
                  </a:lnTo>
                  <a:lnTo>
                    <a:pt x="19942" y="50500"/>
                  </a:lnTo>
                  <a:lnTo>
                    <a:pt x="25787" y="54000"/>
                  </a:lnTo>
                  <a:lnTo>
                    <a:pt x="31289" y="56333"/>
                  </a:lnTo>
                  <a:lnTo>
                    <a:pt x="30773" y="60666"/>
                  </a:lnTo>
                  <a:lnTo>
                    <a:pt x="26819" y="64000"/>
                  </a:lnTo>
                  <a:lnTo>
                    <a:pt x="18911" y="66166"/>
                  </a:lnTo>
                  <a:lnTo>
                    <a:pt x="15300" y="67000"/>
                  </a:lnTo>
                  <a:lnTo>
                    <a:pt x="11518" y="64000"/>
                  </a:lnTo>
                  <a:lnTo>
                    <a:pt x="11002" y="68500"/>
                  </a:lnTo>
                  <a:lnTo>
                    <a:pt x="11346" y="75166"/>
                  </a:lnTo>
                  <a:lnTo>
                    <a:pt x="13409" y="81166"/>
                  </a:lnTo>
                  <a:lnTo>
                    <a:pt x="21318" y="78000"/>
                  </a:lnTo>
                  <a:lnTo>
                    <a:pt x="22693" y="82166"/>
                  </a:lnTo>
                  <a:lnTo>
                    <a:pt x="26819" y="85666"/>
                  </a:lnTo>
                  <a:lnTo>
                    <a:pt x="20286" y="86166"/>
                  </a:lnTo>
                  <a:lnTo>
                    <a:pt x="22349" y="91833"/>
                  </a:lnTo>
                  <a:lnTo>
                    <a:pt x="24240" y="89166"/>
                  </a:lnTo>
                  <a:lnTo>
                    <a:pt x="28366" y="91500"/>
                  </a:lnTo>
                  <a:lnTo>
                    <a:pt x="33696" y="94833"/>
                  </a:lnTo>
                  <a:lnTo>
                    <a:pt x="32836" y="102166"/>
                  </a:lnTo>
                  <a:lnTo>
                    <a:pt x="35243" y="108833"/>
                  </a:lnTo>
                  <a:lnTo>
                    <a:pt x="36790" y="115666"/>
                  </a:lnTo>
                  <a:lnTo>
                    <a:pt x="39713" y="119166"/>
                  </a:lnTo>
                  <a:lnTo>
                    <a:pt x="39885" y="120000"/>
                  </a:lnTo>
                  <a:lnTo>
                    <a:pt x="43495" y="117666"/>
                  </a:lnTo>
                  <a:lnTo>
                    <a:pt x="48653" y="111500"/>
                  </a:lnTo>
                  <a:lnTo>
                    <a:pt x="53123" y="100000"/>
                  </a:lnTo>
                  <a:lnTo>
                    <a:pt x="61547" y="98000"/>
                  </a:lnTo>
                  <a:lnTo>
                    <a:pt x="69111" y="97333"/>
                  </a:lnTo>
                  <a:lnTo>
                    <a:pt x="72722" y="95333"/>
                  </a:lnTo>
                  <a:lnTo>
                    <a:pt x="73065" y="91166"/>
                  </a:lnTo>
                  <a:lnTo>
                    <a:pt x="77535" y="90833"/>
                  </a:lnTo>
                  <a:lnTo>
                    <a:pt x="80802" y="92500"/>
                  </a:lnTo>
                  <a:lnTo>
                    <a:pt x="85616" y="93833"/>
                  </a:lnTo>
                  <a:lnTo>
                    <a:pt x="90945" y="92166"/>
                  </a:lnTo>
                  <a:lnTo>
                    <a:pt x="97478" y="89833"/>
                  </a:lnTo>
                  <a:lnTo>
                    <a:pt x="104011" y="87166"/>
                  </a:lnTo>
                  <a:lnTo>
                    <a:pt x="109856" y="84000"/>
                  </a:lnTo>
                  <a:lnTo>
                    <a:pt x="116905" y="84833"/>
                  </a:lnTo>
                  <a:lnTo>
                    <a:pt x="119312" y="88166"/>
                  </a:lnTo>
                  <a:lnTo>
                    <a:pt x="120000" y="88000"/>
                  </a:lnTo>
                  <a:lnTo>
                    <a:pt x="120000" y="1133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7" name="Google Shape;1177;p59"/>
            <p:cNvSpPr/>
            <p:nvPr/>
          </p:nvSpPr>
          <p:spPr>
            <a:xfrm>
              <a:off x="8728781" y="3343177"/>
              <a:ext cx="352200" cy="238500"/>
            </a:xfrm>
            <a:custGeom>
              <a:rect b="b" l="l" r="r" t="t"/>
              <a:pathLst>
                <a:path extrusionOk="0" h="120000" w="120000">
                  <a:moveTo>
                    <a:pt x="111020" y="78391"/>
                  </a:moveTo>
                  <a:lnTo>
                    <a:pt x="87755" y="69346"/>
                  </a:lnTo>
                  <a:lnTo>
                    <a:pt x="88979" y="60904"/>
                  </a:lnTo>
                  <a:lnTo>
                    <a:pt x="87346" y="46432"/>
                  </a:lnTo>
                  <a:lnTo>
                    <a:pt x="69387" y="30753"/>
                  </a:lnTo>
                  <a:lnTo>
                    <a:pt x="72244" y="18090"/>
                  </a:lnTo>
                  <a:lnTo>
                    <a:pt x="56734" y="9648"/>
                  </a:lnTo>
                  <a:lnTo>
                    <a:pt x="49795" y="0"/>
                  </a:lnTo>
                  <a:lnTo>
                    <a:pt x="48571" y="1206"/>
                  </a:lnTo>
                  <a:lnTo>
                    <a:pt x="24897" y="16281"/>
                  </a:lnTo>
                  <a:lnTo>
                    <a:pt x="0" y="25929"/>
                  </a:lnTo>
                  <a:lnTo>
                    <a:pt x="408" y="28341"/>
                  </a:lnTo>
                  <a:lnTo>
                    <a:pt x="16734" y="39798"/>
                  </a:lnTo>
                  <a:lnTo>
                    <a:pt x="17551" y="67537"/>
                  </a:lnTo>
                  <a:lnTo>
                    <a:pt x="26530" y="78391"/>
                  </a:lnTo>
                  <a:lnTo>
                    <a:pt x="44897" y="77788"/>
                  </a:lnTo>
                  <a:lnTo>
                    <a:pt x="45306" y="81407"/>
                  </a:lnTo>
                  <a:lnTo>
                    <a:pt x="50204" y="78391"/>
                  </a:lnTo>
                  <a:lnTo>
                    <a:pt x="55510" y="82613"/>
                  </a:lnTo>
                  <a:lnTo>
                    <a:pt x="64489" y="91055"/>
                  </a:lnTo>
                  <a:lnTo>
                    <a:pt x="71020" y="83216"/>
                  </a:lnTo>
                  <a:lnTo>
                    <a:pt x="89795" y="92261"/>
                  </a:lnTo>
                  <a:lnTo>
                    <a:pt x="104897" y="109748"/>
                  </a:lnTo>
                  <a:lnTo>
                    <a:pt x="106938" y="120000"/>
                  </a:lnTo>
                  <a:lnTo>
                    <a:pt x="113469" y="119396"/>
                  </a:lnTo>
                  <a:lnTo>
                    <a:pt x="120000" y="109145"/>
                  </a:lnTo>
                  <a:lnTo>
                    <a:pt x="117142" y="98894"/>
                  </a:lnTo>
                  <a:lnTo>
                    <a:pt x="111020" y="7839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8" name="Google Shape;1178;p59"/>
            <p:cNvSpPr/>
            <p:nvPr/>
          </p:nvSpPr>
          <p:spPr>
            <a:xfrm>
              <a:off x="8918047" y="3508486"/>
              <a:ext cx="124500" cy="75600"/>
            </a:xfrm>
            <a:custGeom>
              <a:rect b="b" l="l" r="r" t="t"/>
              <a:pathLst>
                <a:path extrusionOk="0" h="120000" w="120000">
                  <a:moveTo>
                    <a:pt x="71538" y="28571"/>
                  </a:moveTo>
                  <a:lnTo>
                    <a:pt x="18461" y="0"/>
                  </a:lnTo>
                  <a:lnTo>
                    <a:pt x="0" y="24761"/>
                  </a:lnTo>
                  <a:lnTo>
                    <a:pt x="6923" y="32380"/>
                  </a:lnTo>
                  <a:lnTo>
                    <a:pt x="57692" y="100952"/>
                  </a:lnTo>
                  <a:lnTo>
                    <a:pt x="94615" y="120000"/>
                  </a:lnTo>
                  <a:lnTo>
                    <a:pt x="120000" y="116190"/>
                  </a:lnTo>
                  <a:lnTo>
                    <a:pt x="114230" y="83809"/>
                  </a:lnTo>
                  <a:lnTo>
                    <a:pt x="71538" y="2857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79" name="Google Shape;1179;p59"/>
            <p:cNvSpPr/>
            <p:nvPr/>
          </p:nvSpPr>
          <p:spPr>
            <a:xfrm>
              <a:off x="6625293" y="3376718"/>
              <a:ext cx="152100" cy="183300"/>
            </a:xfrm>
            <a:custGeom>
              <a:rect b="b" l="l" r="r" t="t"/>
              <a:pathLst>
                <a:path extrusionOk="0" h="120000" w="120000">
                  <a:moveTo>
                    <a:pt x="84094" y="72941"/>
                  </a:moveTo>
                  <a:lnTo>
                    <a:pt x="106771" y="74509"/>
                  </a:lnTo>
                  <a:lnTo>
                    <a:pt x="120000" y="50196"/>
                  </a:lnTo>
                  <a:lnTo>
                    <a:pt x="116220" y="47843"/>
                  </a:lnTo>
                  <a:lnTo>
                    <a:pt x="116220" y="47843"/>
                  </a:lnTo>
                  <a:lnTo>
                    <a:pt x="91653" y="36078"/>
                  </a:lnTo>
                  <a:lnTo>
                    <a:pt x="70866" y="12549"/>
                  </a:lnTo>
                  <a:lnTo>
                    <a:pt x="53858" y="0"/>
                  </a:lnTo>
                  <a:lnTo>
                    <a:pt x="29291" y="18823"/>
                  </a:lnTo>
                  <a:lnTo>
                    <a:pt x="4724" y="52549"/>
                  </a:lnTo>
                  <a:lnTo>
                    <a:pt x="2834" y="61176"/>
                  </a:lnTo>
                  <a:lnTo>
                    <a:pt x="0" y="74509"/>
                  </a:lnTo>
                  <a:lnTo>
                    <a:pt x="22677" y="90196"/>
                  </a:lnTo>
                  <a:lnTo>
                    <a:pt x="50078" y="112941"/>
                  </a:lnTo>
                  <a:lnTo>
                    <a:pt x="63307" y="120000"/>
                  </a:lnTo>
                  <a:lnTo>
                    <a:pt x="71811" y="100392"/>
                  </a:lnTo>
                  <a:lnTo>
                    <a:pt x="84094" y="7294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0" name="Google Shape;1180;p59"/>
            <p:cNvSpPr/>
            <p:nvPr/>
          </p:nvSpPr>
          <p:spPr>
            <a:xfrm>
              <a:off x="6424048" y="3189848"/>
              <a:ext cx="293400" cy="280200"/>
            </a:xfrm>
            <a:custGeom>
              <a:rect b="b" l="l" r="r" t="t"/>
              <a:pathLst>
                <a:path extrusionOk="0" h="120000" w="120000">
                  <a:moveTo>
                    <a:pt x="83755" y="120000"/>
                  </a:moveTo>
                  <a:lnTo>
                    <a:pt x="84734" y="114358"/>
                  </a:lnTo>
                  <a:lnTo>
                    <a:pt x="97469" y="92307"/>
                  </a:lnTo>
                  <a:lnTo>
                    <a:pt x="110204" y="80000"/>
                  </a:lnTo>
                  <a:lnTo>
                    <a:pt x="111183" y="78974"/>
                  </a:lnTo>
                  <a:lnTo>
                    <a:pt x="120000" y="57948"/>
                  </a:lnTo>
                  <a:lnTo>
                    <a:pt x="106775" y="39487"/>
                  </a:lnTo>
                  <a:lnTo>
                    <a:pt x="110204" y="20000"/>
                  </a:lnTo>
                  <a:lnTo>
                    <a:pt x="101877" y="10256"/>
                  </a:lnTo>
                  <a:lnTo>
                    <a:pt x="98448" y="15897"/>
                  </a:lnTo>
                  <a:lnTo>
                    <a:pt x="89632" y="6153"/>
                  </a:lnTo>
                  <a:lnTo>
                    <a:pt x="59755" y="8205"/>
                  </a:lnTo>
                  <a:lnTo>
                    <a:pt x="48979" y="1025"/>
                  </a:lnTo>
                  <a:lnTo>
                    <a:pt x="19102" y="2051"/>
                  </a:lnTo>
                  <a:lnTo>
                    <a:pt x="13224" y="8717"/>
                  </a:lnTo>
                  <a:lnTo>
                    <a:pt x="1959" y="0"/>
                  </a:lnTo>
                  <a:lnTo>
                    <a:pt x="0" y="19487"/>
                  </a:lnTo>
                  <a:lnTo>
                    <a:pt x="11265" y="41538"/>
                  </a:lnTo>
                  <a:lnTo>
                    <a:pt x="19102" y="57435"/>
                  </a:lnTo>
                  <a:lnTo>
                    <a:pt x="46530" y="83589"/>
                  </a:lnTo>
                  <a:lnTo>
                    <a:pt x="56326" y="97435"/>
                  </a:lnTo>
                  <a:lnTo>
                    <a:pt x="53387" y="104615"/>
                  </a:lnTo>
                  <a:lnTo>
                    <a:pt x="58775" y="113333"/>
                  </a:lnTo>
                  <a:lnTo>
                    <a:pt x="60244" y="113846"/>
                  </a:lnTo>
                  <a:lnTo>
                    <a:pt x="65632" y="107179"/>
                  </a:lnTo>
                  <a:lnTo>
                    <a:pt x="83755"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1" name="Google Shape;1181;p59"/>
            <p:cNvSpPr/>
            <p:nvPr/>
          </p:nvSpPr>
          <p:spPr>
            <a:xfrm>
              <a:off x="6705551" y="3488122"/>
              <a:ext cx="142500" cy="333000"/>
            </a:xfrm>
            <a:custGeom>
              <a:rect b="b" l="l" r="r" t="t"/>
              <a:pathLst>
                <a:path extrusionOk="0" h="120000" w="120000">
                  <a:moveTo>
                    <a:pt x="99831" y="97985"/>
                  </a:moveTo>
                  <a:lnTo>
                    <a:pt x="118991" y="78561"/>
                  </a:lnTo>
                  <a:lnTo>
                    <a:pt x="113949" y="69928"/>
                  </a:lnTo>
                  <a:lnTo>
                    <a:pt x="120000" y="69928"/>
                  </a:lnTo>
                  <a:lnTo>
                    <a:pt x="86722" y="60000"/>
                  </a:lnTo>
                  <a:lnTo>
                    <a:pt x="83697" y="44892"/>
                  </a:lnTo>
                  <a:lnTo>
                    <a:pt x="83697" y="31510"/>
                  </a:lnTo>
                  <a:lnTo>
                    <a:pt x="89747" y="20287"/>
                  </a:lnTo>
                  <a:lnTo>
                    <a:pt x="90756" y="17697"/>
                  </a:lnTo>
                  <a:lnTo>
                    <a:pt x="72605" y="11223"/>
                  </a:lnTo>
                  <a:lnTo>
                    <a:pt x="60504" y="1294"/>
                  </a:lnTo>
                  <a:lnTo>
                    <a:pt x="46386" y="863"/>
                  </a:lnTo>
                  <a:lnTo>
                    <a:pt x="22184" y="0"/>
                  </a:lnTo>
                  <a:lnTo>
                    <a:pt x="9075" y="15107"/>
                  </a:lnTo>
                  <a:lnTo>
                    <a:pt x="0" y="25899"/>
                  </a:lnTo>
                  <a:lnTo>
                    <a:pt x="13109" y="29784"/>
                  </a:lnTo>
                  <a:lnTo>
                    <a:pt x="4033" y="44892"/>
                  </a:lnTo>
                  <a:lnTo>
                    <a:pt x="2016" y="60431"/>
                  </a:lnTo>
                  <a:lnTo>
                    <a:pt x="6050" y="80287"/>
                  </a:lnTo>
                  <a:lnTo>
                    <a:pt x="8067" y="96258"/>
                  </a:lnTo>
                  <a:lnTo>
                    <a:pt x="41344" y="110935"/>
                  </a:lnTo>
                  <a:lnTo>
                    <a:pt x="60504" y="120000"/>
                  </a:lnTo>
                  <a:lnTo>
                    <a:pt x="76638" y="110935"/>
                  </a:lnTo>
                  <a:lnTo>
                    <a:pt x="99831" y="9798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2" name="Google Shape;1182;p59"/>
            <p:cNvSpPr/>
            <p:nvPr/>
          </p:nvSpPr>
          <p:spPr>
            <a:xfrm>
              <a:off x="6571388" y="3440206"/>
              <a:ext cx="57600" cy="50400"/>
            </a:xfrm>
            <a:custGeom>
              <a:rect b="b" l="l" r="r" t="t"/>
              <a:pathLst>
                <a:path extrusionOk="0" h="120000" w="120000">
                  <a:moveTo>
                    <a:pt x="27500" y="0"/>
                  </a:moveTo>
                  <a:lnTo>
                    <a:pt x="0" y="37142"/>
                  </a:lnTo>
                  <a:lnTo>
                    <a:pt x="75000" y="85714"/>
                  </a:lnTo>
                  <a:lnTo>
                    <a:pt x="112500" y="120000"/>
                  </a:lnTo>
                  <a:lnTo>
                    <a:pt x="120000" y="71428"/>
                  </a:lnTo>
                  <a:lnTo>
                    <a:pt x="275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3" name="Google Shape;1183;p59"/>
            <p:cNvSpPr/>
            <p:nvPr/>
          </p:nvSpPr>
          <p:spPr>
            <a:xfrm>
              <a:off x="6942733" y="3285679"/>
              <a:ext cx="523500" cy="340200"/>
            </a:xfrm>
            <a:custGeom>
              <a:rect b="b" l="l" r="r" t="t"/>
              <a:pathLst>
                <a:path extrusionOk="0" h="120000" w="120000">
                  <a:moveTo>
                    <a:pt x="104622" y="5915"/>
                  </a:moveTo>
                  <a:lnTo>
                    <a:pt x="98032" y="1267"/>
                  </a:lnTo>
                  <a:lnTo>
                    <a:pt x="84576" y="4647"/>
                  </a:lnTo>
                  <a:lnTo>
                    <a:pt x="72768" y="10140"/>
                  </a:lnTo>
                  <a:lnTo>
                    <a:pt x="61510" y="23661"/>
                  </a:lnTo>
                  <a:lnTo>
                    <a:pt x="43935" y="24929"/>
                  </a:lnTo>
                  <a:lnTo>
                    <a:pt x="30755" y="21126"/>
                  </a:lnTo>
                  <a:lnTo>
                    <a:pt x="20869" y="17323"/>
                  </a:lnTo>
                  <a:lnTo>
                    <a:pt x="12082" y="14788"/>
                  </a:lnTo>
                  <a:lnTo>
                    <a:pt x="12356" y="3802"/>
                  </a:lnTo>
                  <a:lnTo>
                    <a:pt x="8512" y="0"/>
                  </a:lnTo>
                  <a:lnTo>
                    <a:pt x="5217" y="5915"/>
                  </a:lnTo>
                  <a:lnTo>
                    <a:pt x="0" y="18591"/>
                  </a:lnTo>
                  <a:lnTo>
                    <a:pt x="3569" y="34647"/>
                  </a:lnTo>
                  <a:lnTo>
                    <a:pt x="11533" y="46901"/>
                  </a:lnTo>
                  <a:lnTo>
                    <a:pt x="7139" y="57887"/>
                  </a:lnTo>
                  <a:lnTo>
                    <a:pt x="3020" y="63802"/>
                  </a:lnTo>
                  <a:lnTo>
                    <a:pt x="3569" y="76478"/>
                  </a:lnTo>
                  <a:lnTo>
                    <a:pt x="3844" y="81126"/>
                  </a:lnTo>
                  <a:lnTo>
                    <a:pt x="13729" y="92112"/>
                  </a:lnTo>
                  <a:lnTo>
                    <a:pt x="14553" y="106901"/>
                  </a:lnTo>
                  <a:lnTo>
                    <a:pt x="15652" y="117042"/>
                  </a:lnTo>
                  <a:lnTo>
                    <a:pt x="20320" y="116619"/>
                  </a:lnTo>
                  <a:lnTo>
                    <a:pt x="33226" y="113239"/>
                  </a:lnTo>
                  <a:lnTo>
                    <a:pt x="46407" y="108169"/>
                  </a:lnTo>
                  <a:lnTo>
                    <a:pt x="51350" y="120000"/>
                  </a:lnTo>
                  <a:lnTo>
                    <a:pt x="60686" y="118732"/>
                  </a:lnTo>
                  <a:lnTo>
                    <a:pt x="69748" y="117887"/>
                  </a:lnTo>
                  <a:lnTo>
                    <a:pt x="79084" y="111971"/>
                  </a:lnTo>
                  <a:lnTo>
                    <a:pt x="77711" y="100563"/>
                  </a:lnTo>
                  <a:lnTo>
                    <a:pt x="85400" y="101830"/>
                  </a:lnTo>
                  <a:lnTo>
                    <a:pt x="88421" y="95915"/>
                  </a:lnTo>
                  <a:lnTo>
                    <a:pt x="98032" y="90845"/>
                  </a:lnTo>
                  <a:lnTo>
                    <a:pt x="101876" y="96760"/>
                  </a:lnTo>
                  <a:lnTo>
                    <a:pt x="110663" y="95492"/>
                  </a:lnTo>
                  <a:lnTo>
                    <a:pt x="113684" y="91267"/>
                  </a:lnTo>
                  <a:lnTo>
                    <a:pt x="112036" y="88732"/>
                  </a:lnTo>
                  <a:lnTo>
                    <a:pt x="105446" y="68028"/>
                  </a:lnTo>
                  <a:lnTo>
                    <a:pt x="105995" y="49014"/>
                  </a:lnTo>
                  <a:lnTo>
                    <a:pt x="108741" y="33802"/>
                  </a:lnTo>
                  <a:lnTo>
                    <a:pt x="117803" y="24929"/>
                  </a:lnTo>
                  <a:lnTo>
                    <a:pt x="120000" y="14788"/>
                  </a:lnTo>
                  <a:lnTo>
                    <a:pt x="120000" y="13943"/>
                  </a:lnTo>
                  <a:lnTo>
                    <a:pt x="109839" y="14788"/>
                  </a:lnTo>
                  <a:lnTo>
                    <a:pt x="104622" y="591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4" name="Google Shape;1184;p59"/>
            <p:cNvSpPr/>
            <p:nvPr/>
          </p:nvSpPr>
          <p:spPr>
            <a:xfrm>
              <a:off x="6770237" y="2834076"/>
              <a:ext cx="756000" cy="522300"/>
            </a:xfrm>
            <a:custGeom>
              <a:rect b="b" l="l" r="r" t="t"/>
              <a:pathLst>
                <a:path extrusionOk="0" h="120000" w="120000">
                  <a:moveTo>
                    <a:pt x="110301" y="77614"/>
                  </a:moveTo>
                  <a:lnTo>
                    <a:pt x="102884" y="74311"/>
                  </a:lnTo>
                  <a:lnTo>
                    <a:pt x="102884" y="67981"/>
                  </a:lnTo>
                  <a:lnTo>
                    <a:pt x="103454" y="66880"/>
                  </a:lnTo>
                  <a:lnTo>
                    <a:pt x="99270" y="61926"/>
                  </a:lnTo>
                  <a:lnTo>
                    <a:pt x="99651" y="53119"/>
                  </a:lnTo>
                  <a:lnTo>
                    <a:pt x="101362" y="44036"/>
                  </a:lnTo>
                  <a:lnTo>
                    <a:pt x="99270" y="32201"/>
                  </a:lnTo>
                  <a:lnTo>
                    <a:pt x="92995" y="23394"/>
                  </a:lnTo>
                  <a:lnTo>
                    <a:pt x="87099" y="15412"/>
                  </a:lnTo>
                  <a:lnTo>
                    <a:pt x="83866" y="4128"/>
                  </a:lnTo>
                  <a:lnTo>
                    <a:pt x="76069" y="1651"/>
                  </a:lnTo>
                  <a:lnTo>
                    <a:pt x="75499" y="0"/>
                  </a:lnTo>
                  <a:lnTo>
                    <a:pt x="74928" y="275"/>
                  </a:lnTo>
                  <a:lnTo>
                    <a:pt x="69603" y="9908"/>
                  </a:lnTo>
                  <a:lnTo>
                    <a:pt x="62947" y="13761"/>
                  </a:lnTo>
                  <a:lnTo>
                    <a:pt x="58954" y="18440"/>
                  </a:lnTo>
                  <a:lnTo>
                    <a:pt x="53629" y="11559"/>
                  </a:lnTo>
                  <a:lnTo>
                    <a:pt x="47353" y="12935"/>
                  </a:lnTo>
                  <a:lnTo>
                    <a:pt x="40697" y="9908"/>
                  </a:lnTo>
                  <a:lnTo>
                    <a:pt x="33090" y="11559"/>
                  </a:lnTo>
                  <a:lnTo>
                    <a:pt x="31188" y="10183"/>
                  </a:lnTo>
                  <a:lnTo>
                    <a:pt x="30427" y="14311"/>
                  </a:lnTo>
                  <a:lnTo>
                    <a:pt x="23961" y="17889"/>
                  </a:lnTo>
                  <a:lnTo>
                    <a:pt x="19397" y="28899"/>
                  </a:lnTo>
                  <a:lnTo>
                    <a:pt x="16354" y="36880"/>
                  </a:lnTo>
                  <a:lnTo>
                    <a:pt x="13882" y="48715"/>
                  </a:lnTo>
                  <a:lnTo>
                    <a:pt x="11030" y="54495"/>
                  </a:lnTo>
                  <a:lnTo>
                    <a:pt x="5515" y="54495"/>
                  </a:lnTo>
                  <a:lnTo>
                    <a:pt x="0" y="56972"/>
                  </a:lnTo>
                  <a:lnTo>
                    <a:pt x="570" y="58623"/>
                  </a:lnTo>
                  <a:lnTo>
                    <a:pt x="3613" y="65779"/>
                  </a:lnTo>
                  <a:lnTo>
                    <a:pt x="7797" y="75137"/>
                  </a:lnTo>
                  <a:lnTo>
                    <a:pt x="17305" y="85596"/>
                  </a:lnTo>
                  <a:lnTo>
                    <a:pt x="16354" y="92752"/>
                  </a:lnTo>
                  <a:lnTo>
                    <a:pt x="22820" y="98807"/>
                  </a:lnTo>
                  <a:lnTo>
                    <a:pt x="29286" y="93027"/>
                  </a:lnTo>
                  <a:lnTo>
                    <a:pt x="32329" y="96330"/>
                  </a:lnTo>
                  <a:lnTo>
                    <a:pt x="30998" y="101559"/>
                  </a:lnTo>
                  <a:lnTo>
                    <a:pt x="33280" y="103761"/>
                  </a:lnTo>
                  <a:lnTo>
                    <a:pt x="35942" y="106238"/>
                  </a:lnTo>
                  <a:lnTo>
                    <a:pt x="35752" y="113394"/>
                  </a:lnTo>
                  <a:lnTo>
                    <a:pt x="41838" y="115045"/>
                  </a:lnTo>
                  <a:lnTo>
                    <a:pt x="48684" y="117522"/>
                  </a:lnTo>
                  <a:lnTo>
                    <a:pt x="57812" y="120000"/>
                  </a:lnTo>
                  <a:lnTo>
                    <a:pt x="69984" y="119174"/>
                  </a:lnTo>
                  <a:lnTo>
                    <a:pt x="77781" y="110366"/>
                  </a:lnTo>
                  <a:lnTo>
                    <a:pt x="85958" y="106788"/>
                  </a:lnTo>
                  <a:lnTo>
                    <a:pt x="95277" y="104587"/>
                  </a:lnTo>
                  <a:lnTo>
                    <a:pt x="99841" y="107614"/>
                  </a:lnTo>
                  <a:lnTo>
                    <a:pt x="103454" y="113394"/>
                  </a:lnTo>
                  <a:lnTo>
                    <a:pt x="110491" y="112844"/>
                  </a:lnTo>
                  <a:lnTo>
                    <a:pt x="109730" y="96055"/>
                  </a:lnTo>
                  <a:lnTo>
                    <a:pt x="112393" y="87247"/>
                  </a:lnTo>
                  <a:lnTo>
                    <a:pt x="119049" y="83394"/>
                  </a:lnTo>
                  <a:lnTo>
                    <a:pt x="120000" y="70733"/>
                  </a:lnTo>
                  <a:lnTo>
                    <a:pt x="116196" y="70458"/>
                  </a:lnTo>
                  <a:lnTo>
                    <a:pt x="110301" y="7761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5" name="Google Shape;1185;p59"/>
            <p:cNvSpPr/>
            <p:nvPr/>
          </p:nvSpPr>
          <p:spPr>
            <a:xfrm>
              <a:off x="6777425" y="3570776"/>
              <a:ext cx="548700" cy="604800"/>
            </a:xfrm>
            <a:custGeom>
              <a:rect b="b" l="l" r="r" t="t"/>
              <a:pathLst>
                <a:path extrusionOk="0" h="120000" w="120000">
                  <a:moveTo>
                    <a:pt x="119999" y="10930"/>
                  </a:moveTo>
                  <a:lnTo>
                    <a:pt x="116855" y="1900"/>
                  </a:lnTo>
                  <a:lnTo>
                    <a:pt x="117641" y="712"/>
                  </a:lnTo>
                  <a:lnTo>
                    <a:pt x="110305" y="0"/>
                  </a:lnTo>
                  <a:lnTo>
                    <a:pt x="111615" y="6415"/>
                  </a:lnTo>
                  <a:lnTo>
                    <a:pt x="102707" y="9742"/>
                  </a:lnTo>
                  <a:lnTo>
                    <a:pt x="94061" y="10217"/>
                  </a:lnTo>
                  <a:lnTo>
                    <a:pt x="85152" y="10930"/>
                  </a:lnTo>
                  <a:lnTo>
                    <a:pt x="80436" y="4277"/>
                  </a:lnTo>
                  <a:lnTo>
                    <a:pt x="67860" y="7128"/>
                  </a:lnTo>
                  <a:lnTo>
                    <a:pt x="55545" y="9029"/>
                  </a:lnTo>
                  <a:lnTo>
                    <a:pt x="51091" y="9267"/>
                  </a:lnTo>
                  <a:lnTo>
                    <a:pt x="47685" y="9504"/>
                  </a:lnTo>
                  <a:lnTo>
                    <a:pt x="42969" y="15920"/>
                  </a:lnTo>
                  <a:lnTo>
                    <a:pt x="35895" y="13306"/>
                  </a:lnTo>
                  <a:lnTo>
                    <a:pt x="31441" y="17821"/>
                  </a:lnTo>
                  <a:lnTo>
                    <a:pt x="22270" y="21623"/>
                  </a:lnTo>
                  <a:lnTo>
                    <a:pt x="15458" y="22099"/>
                  </a:lnTo>
                  <a:lnTo>
                    <a:pt x="13886" y="22099"/>
                  </a:lnTo>
                  <a:lnTo>
                    <a:pt x="15196" y="26851"/>
                  </a:lnTo>
                  <a:lnTo>
                    <a:pt x="10218" y="37544"/>
                  </a:lnTo>
                  <a:lnTo>
                    <a:pt x="4192" y="44673"/>
                  </a:lnTo>
                  <a:lnTo>
                    <a:pt x="0" y="49663"/>
                  </a:lnTo>
                  <a:lnTo>
                    <a:pt x="262" y="52514"/>
                  </a:lnTo>
                  <a:lnTo>
                    <a:pt x="5764" y="60118"/>
                  </a:lnTo>
                  <a:lnTo>
                    <a:pt x="11528" y="62257"/>
                  </a:lnTo>
                  <a:lnTo>
                    <a:pt x="17292" y="63683"/>
                  </a:lnTo>
                  <a:lnTo>
                    <a:pt x="10480" y="69861"/>
                  </a:lnTo>
                  <a:lnTo>
                    <a:pt x="16768" y="73663"/>
                  </a:lnTo>
                  <a:lnTo>
                    <a:pt x="18864" y="79603"/>
                  </a:lnTo>
                  <a:lnTo>
                    <a:pt x="26462" y="78178"/>
                  </a:lnTo>
                  <a:lnTo>
                    <a:pt x="40873" y="77227"/>
                  </a:lnTo>
                  <a:lnTo>
                    <a:pt x="48471" y="78178"/>
                  </a:lnTo>
                  <a:lnTo>
                    <a:pt x="56593" y="81504"/>
                  </a:lnTo>
                  <a:lnTo>
                    <a:pt x="51353" y="83881"/>
                  </a:lnTo>
                  <a:lnTo>
                    <a:pt x="40873" y="81029"/>
                  </a:lnTo>
                  <a:lnTo>
                    <a:pt x="32227" y="81029"/>
                  </a:lnTo>
                  <a:lnTo>
                    <a:pt x="24366" y="81504"/>
                  </a:lnTo>
                  <a:lnTo>
                    <a:pt x="21746" y="88158"/>
                  </a:lnTo>
                  <a:lnTo>
                    <a:pt x="29082" y="99801"/>
                  </a:lnTo>
                  <a:lnTo>
                    <a:pt x="27510" y="105504"/>
                  </a:lnTo>
                  <a:lnTo>
                    <a:pt x="31179" y="113108"/>
                  </a:lnTo>
                  <a:lnTo>
                    <a:pt x="36157" y="113584"/>
                  </a:lnTo>
                  <a:lnTo>
                    <a:pt x="39825" y="106930"/>
                  </a:lnTo>
                  <a:lnTo>
                    <a:pt x="43755" y="110732"/>
                  </a:lnTo>
                  <a:lnTo>
                    <a:pt x="47947" y="117386"/>
                  </a:lnTo>
                  <a:lnTo>
                    <a:pt x="51877" y="110257"/>
                  </a:lnTo>
                  <a:lnTo>
                    <a:pt x="54497" y="117386"/>
                  </a:lnTo>
                  <a:lnTo>
                    <a:pt x="61310" y="120000"/>
                  </a:lnTo>
                  <a:lnTo>
                    <a:pt x="57117" y="105980"/>
                  </a:lnTo>
                  <a:lnTo>
                    <a:pt x="53449" y="95524"/>
                  </a:lnTo>
                  <a:lnTo>
                    <a:pt x="60262" y="99326"/>
                  </a:lnTo>
                  <a:lnTo>
                    <a:pt x="64454" y="95049"/>
                  </a:lnTo>
                  <a:lnTo>
                    <a:pt x="57117" y="88158"/>
                  </a:lnTo>
                  <a:lnTo>
                    <a:pt x="60786" y="86732"/>
                  </a:lnTo>
                  <a:lnTo>
                    <a:pt x="66812" y="87207"/>
                  </a:lnTo>
                  <a:lnTo>
                    <a:pt x="76768" y="93623"/>
                  </a:lnTo>
                  <a:lnTo>
                    <a:pt x="79912" y="89821"/>
                  </a:lnTo>
                  <a:lnTo>
                    <a:pt x="80436" y="82930"/>
                  </a:lnTo>
                  <a:lnTo>
                    <a:pt x="73100" y="78178"/>
                  </a:lnTo>
                  <a:lnTo>
                    <a:pt x="66812" y="75089"/>
                  </a:lnTo>
                  <a:lnTo>
                    <a:pt x="55545" y="68435"/>
                  </a:lnTo>
                  <a:lnTo>
                    <a:pt x="52401" y="63683"/>
                  </a:lnTo>
                  <a:lnTo>
                    <a:pt x="50305" y="56316"/>
                  </a:lnTo>
                  <a:lnTo>
                    <a:pt x="57117" y="56316"/>
                  </a:lnTo>
                  <a:lnTo>
                    <a:pt x="53449" y="49663"/>
                  </a:lnTo>
                  <a:lnTo>
                    <a:pt x="45851" y="39920"/>
                  </a:lnTo>
                  <a:lnTo>
                    <a:pt x="44803" y="31128"/>
                  </a:lnTo>
                  <a:lnTo>
                    <a:pt x="50829" y="28752"/>
                  </a:lnTo>
                  <a:lnTo>
                    <a:pt x="55545" y="35168"/>
                  </a:lnTo>
                  <a:lnTo>
                    <a:pt x="61834" y="41346"/>
                  </a:lnTo>
                  <a:lnTo>
                    <a:pt x="61834" y="36118"/>
                  </a:lnTo>
                  <a:lnTo>
                    <a:pt x="71004" y="40871"/>
                  </a:lnTo>
                  <a:lnTo>
                    <a:pt x="66812" y="34217"/>
                  </a:lnTo>
                  <a:lnTo>
                    <a:pt x="78864" y="36118"/>
                  </a:lnTo>
                  <a:lnTo>
                    <a:pt x="69432" y="30178"/>
                  </a:lnTo>
                  <a:lnTo>
                    <a:pt x="66288" y="24475"/>
                  </a:lnTo>
                  <a:lnTo>
                    <a:pt x="76244" y="20910"/>
                  </a:lnTo>
                  <a:lnTo>
                    <a:pt x="84366" y="21861"/>
                  </a:lnTo>
                  <a:lnTo>
                    <a:pt x="92227" y="16396"/>
                  </a:lnTo>
                  <a:lnTo>
                    <a:pt x="97205" y="21861"/>
                  </a:lnTo>
                  <a:lnTo>
                    <a:pt x="106637" y="20910"/>
                  </a:lnTo>
                  <a:lnTo>
                    <a:pt x="112925" y="25188"/>
                  </a:lnTo>
                  <a:lnTo>
                    <a:pt x="114497" y="17346"/>
                  </a:lnTo>
                  <a:lnTo>
                    <a:pt x="119999" y="1093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6" name="Google Shape;1186;p59"/>
            <p:cNvSpPr/>
            <p:nvPr/>
          </p:nvSpPr>
          <p:spPr>
            <a:xfrm>
              <a:off x="7293713" y="3543224"/>
              <a:ext cx="228900" cy="155700"/>
            </a:xfrm>
            <a:custGeom>
              <a:rect b="b" l="l" r="r" t="t"/>
              <a:pathLst>
                <a:path extrusionOk="0" h="120000" w="120000">
                  <a:moveTo>
                    <a:pt x="49005" y="12923"/>
                  </a:moveTo>
                  <a:lnTo>
                    <a:pt x="40209" y="0"/>
                  </a:lnTo>
                  <a:lnTo>
                    <a:pt x="18219" y="11076"/>
                  </a:lnTo>
                  <a:lnTo>
                    <a:pt x="11308" y="24000"/>
                  </a:lnTo>
                  <a:lnTo>
                    <a:pt x="9424" y="28615"/>
                  </a:lnTo>
                  <a:lnTo>
                    <a:pt x="16963" y="63692"/>
                  </a:lnTo>
                  <a:lnTo>
                    <a:pt x="3769" y="88615"/>
                  </a:lnTo>
                  <a:lnTo>
                    <a:pt x="0" y="119076"/>
                  </a:lnTo>
                  <a:lnTo>
                    <a:pt x="1256" y="120000"/>
                  </a:lnTo>
                  <a:lnTo>
                    <a:pt x="18848" y="112615"/>
                  </a:lnTo>
                  <a:lnTo>
                    <a:pt x="23874" y="118153"/>
                  </a:lnTo>
                  <a:lnTo>
                    <a:pt x="49633" y="107076"/>
                  </a:lnTo>
                  <a:lnTo>
                    <a:pt x="57172" y="77538"/>
                  </a:lnTo>
                  <a:lnTo>
                    <a:pt x="89214" y="62769"/>
                  </a:lnTo>
                  <a:lnTo>
                    <a:pt x="118743" y="59076"/>
                  </a:lnTo>
                  <a:lnTo>
                    <a:pt x="120000" y="42461"/>
                  </a:lnTo>
                  <a:lnTo>
                    <a:pt x="109319" y="38769"/>
                  </a:lnTo>
                  <a:lnTo>
                    <a:pt x="86701" y="17538"/>
                  </a:lnTo>
                  <a:lnTo>
                    <a:pt x="76020" y="923"/>
                  </a:lnTo>
                  <a:lnTo>
                    <a:pt x="69109" y="10153"/>
                  </a:lnTo>
                  <a:lnTo>
                    <a:pt x="49005" y="1292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7" name="Google Shape;1187;p59"/>
            <p:cNvSpPr/>
            <p:nvPr/>
          </p:nvSpPr>
          <p:spPr>
            <a:xfrm>
              <a:off x="5944894" y="2772984"/>
              <a:ext cx="583500" cy="280200"/>
            </a:xfrm>
            <a:custGeom>
              <a:rect b="b" l="l" r="r" t="t"/>
              <a:pathLst>
                <a:path extrusionOk="0" h="120000" w="120000">
                  <a:moveTo>
                    <a:pt x="111622" y="74358"/>
                  </a:moveTo>
                  <a:lnTo>
                    <a:pt x="108911" y="62051"/>
                  </a:lnTo>
                  <a:lnTo>
                    <a:pt x="117535" y="57948"/>
                  </a:lnTo>
                  <a:lnTo>
                    <a:pt x="120000" y="47179"/>
                  </a:lnTo>
                  <a:lnTo>
                    <a:pt x="115811" y="30769"/>
                  </a:lnTo>
                  <a:lnTo>
                    <a:pt x="117535" y="13846"/>
                  </a:lnTo>
                  <a:lnTo>
                    <a:pt x="116796" y="13333"/>
                  </a:lnTo>
                  <a:lnTo>
                    <a:pt x="109404" y="10256"/>
                  </a:lnTo>
                  <a:lnTo>
                    <a:pt x="99301" y="512"/>
                  </a:lnTo>
                  <a:lnTo>
                    <a:pt x="87474" y="0"/>
                  </a:lnTo>
                  <a:lnTo>
                    <a:pt x="82299" y="16923"/>
                  </a:lnTo>
                  <a:lnTo>
                    <a:pt x="76878" y="16923"/>
                  </a:lnTo>
                  <a:lnTo>
                    <a:pt x="71950" y="10256"/>
                  </a:lnTo>
                  <a:lnTo>
                    <a:pt x="69486" y="6153"/>
                  </a:lnTo>
                  <a:lnTo>
                    <a:pt x="68254" y="19487"/>
                  </a:lnTo>
                  <a:lnTo>
                    <a:pt x="61848" y="16410"/>
                  </a:lnTo>
                  <a:lnTo>
                    <a:pt x="57412" y="28205"/>
                  </a:lnTo>
                  <a:lnTo>
                    <a:pt x="51745" y="38461"/>
                  </a:lnTo>
                  <a:lnTo>
                    <a:pt x="56673" y="64102"/>
                  </a:lnTo>
                  <a:lnTo>
                    <a:pt x="49527" y="58974"/>
                  </a:lnTo>
                  <a:lnTo>
                    <a:pt x="39671" y="56410"/>
                  </a:lnTo>
                  <a:lnTo>
                    <a:pt x="29075" y="62564"/>
                  </a:lnTo>
                  <a:lnTo>
                    <a:pt x="20944" y="68205"/>
                  </a:lnTo>
                  <a:lnTo>
                    <a:pt x="13305" y="54871"/>
                  </a:lnTo>
                  <a:lnTo>
                    <a:pt x="7145" y="63589"/>
                  </a:lnTo>
                  <a:lnTo>
                    <a:pt x="0" y="60512"/>
                  </a:lnTo>
                  <a:lnTo>
                    <a:pt x="6160" y="89230"/>
                  </a:lnTo>
                  <a:lnTo>
                    <a:pt x="14045" y="89230"/>
                  </a:lnTo>
                  <a:lnTo>
                    <a:pt x="14291" y="89743"/>
                  </a:lnTo>
                  <a:lnTo>
                    <a:pt x="17248" y="96923"/>
                  </a:lnTo>
                  <a:lnTo>
                    <a:pt x="23162" y="89230"/>
                  </a:lnTo>
                  <a:lnTo>
                    <a:pt x="37946" y="87692"/>
                  </a:lnTo>
                  <a:lnTo>
                    <a:pt x="45831" y="105128"/>
                  </a:lnTo>
                  <a:lnTo>
                    <a:pt x="61108" y="111794"/>
                  </a:lnTo>
                  <a:lnTo>
                    <a:pt x="65790" y="114871"/>
                  </a:lnTo>
                  <a:lnTo>
                    <a:pt x="70965" y="118461"/>
                  </a:lnTo>
                  <a:lnTo>
                    <a:pt x="81314" y="120000"/>
                  </a:lnTo>
                  <a:lnTo>
                    <a:pt x="90184" y="105128"/>
                  </a:lnTo>
                  <a:lnTo>
                    <a:pt x="102258" y="111794"/>
                  </a:lnTo>
                  <a:lnTo>
                    <a:pt x="102258" y="99487"/>
                  </a:lnTo>
                  <a:lnTo>
                    <a:pt x="105215" y="98974"/>
                  </a:lnTo>
                  <a:lnTo>
                    <a:pt x="107433" y="88717"/>
                  </a:lnTo>
                  <a:lnTo>
                    <a:pt x="111622" y="7435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8" name="Google Shape;1188;p59"/>
            <p:cNvSpPr/>
            <p:nvPr/>
          </p:nvSpPr>
          <p:spPr>
            <a:xfrm>
              <a:off x="5635839" y="2870012"/>
              <a:ext cx="378600" cy="207300"/>
            </a:xfrm>
            <a:custGeom>
              <a:rect b="b" l="l" r="r" t="t"/>
              <a:pathLst>
                <a:path extrusionOk="0" h="120000" w="120000">
                  <a:moveTo>
                    <a:pt x="107468" y="64508"/>
                  </a:moveTo>
                  <a:lnTo>
                    <a:pt x="97974" y="25664"/>
                  </a:lnTo>
                  <a:lnTo>
                    <a:pt x="85443" y="13872"/>
                  </a:lnTo>
                  <a:lnTo>
                    <a:pt x="73291" y="0"/>
                  </a:lnTo>
                  <a:lnTo>
                    <a:pt x="67974" y="15260"/>
                  </a:lnTo>
                  <a:lnTo>
                    <a:pt x="51645" y="12485"/>
                  </a:lnTo>
                  <a:lnTo>
                    <a:pt x="44810" y="6242"/>
                  </a:lnTo>
                  <a:lnTo>
                    <a:pt x="31139" y="12485"/>
                  </a:lnTo>
                  <a:lnTo>
                    <a:pt x="20886" y="38150"/>
                  </a:lnTo>
                  <a:lnTo>
                    <a:pt x="12151" y="57572"/>
                  </a:lnTo>
                  <a:lnTo>
                    <a:pt x="759" y="77687"/>
                  </a:lnTo>
                  <a:lnTo>
                    <a:pt x="0" y="94335"/>
                  </a:lnTo>
                  <a:lnTo>
                    <a:pt x="9493" y="92254"/>
                  </a:lnTo>
                  <a:lnTo>
                    <a:pt x="9493" y="79768"/>
                  </a:lnTo>
                  <a:lnTo>
                    <a:pt x="19746" y="79768"/>
                  </a:lnTo>
                  <a:lnTo>
                    <a:pt x="22784" y="100578"/>
                  </a:lnTo>
                  <a:lnTo>
                    <a:pt x="26582" y="110982"/>
                  </a:lnTo>
                  <a:lnTo>
                    <a:pt x="36835" y="117919"/>
                  </a:lnTo>
                  <a:lnTo>
                    <a:pt x="48987" y="113063"/>
                  </a:lnTo>
                  <a:lnTo>
                    <a:pt x="60379" y="90867"/>
                  </a:lnTo>
                  <a:lnTo>
                    <a:pt x="74430" y="120000"/>
                  </a:lnTo>
                  <a:lnTo>
                    <a:pt x="88481" y="92947"/>
                  </a:lnTo>
                  <a:lnTo>
                    <a:pt x="99873" y="97803"/>
                  </a:lnTo>
                  <a:lnTo>
                    <a:pt x="108987" y="81849"/>
                  </a:lnTo>
                  <a:lnTo>
                    <a:pt x="116582" y="87398"/>
                  </a:lnTo>
                  <a:lnTo>
                    <a:pt x="120000" y="65202"/>
                  </a:lnTo>
                  <a:lnTo>
                    <a:pt x="119620" y="64508"/>
                  </a:lnTo>
                  <a:lnTo>
                    <a:pt x="107468" y="64508"/>
                  </a:lnTo>
                  <a:close/>
                </a:path>
              </a:pathLst>
            </a:custGeom>
            <a:solidFill>
              <a:srgbClr val="FCA2AE"/>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89" name="Google Shape;1189;p59"/>
            <p:cNvSpPr/>
            <p:nvPr/>
          </p:nvSpPr>
          <p:spPr>
            <a:xfrm>
              <a:off x="6165305" y="2522625"/>
              <a:ext cx="495900" cy="289800"/>
            </a:xfrm>
            <a:custGeom>
              <a:rect b="b" l="l" r="r" t="t"/>
              <a:pathLst>
                <a:path extrusionOk="0" h="120000" w="120000">
                  <a:moveTo>
                    <a:pt x="37101" y="120000"/>
                  </a:moveTo>
                  <a:lnTo>
                    <a:pt x="43478" y="120000"/>
                  </a:lnTo>
                  <a:lnTo>
                    <a:pt x="49565" y="103636"/>
                  </a:lnTo>
                  <a:lnTo>
                    <a:pt x="63478" y="104132"/>
                  </a:lnTo>
                  <a:lnTo>
                    <a:pt x="75362" y="113553"/>
                  </a:lnTo>
                  <a:lnTo>
                    <a:pt x="84057" y="116528"/>
                  </a:lnTo>
                  <a:lnTo>
                    <a:pt x="88985" y="105619"/>
                  </a:lnTo>
                  <a:lnTo>
                    <a:pt x="98260" y="106611"/>
                  </a:lnTo>
                  <a:lnTo>
                    <a:pt x="102608" y="99173"/>
                  </a:lnTo>
                  <a:lnTo>
                    <a:pt x="106666" y="97190"/>
                  </a:lnTo>
                  <a:lnTo>
                    <a:pt x="106376" y="86776"/>
                  </a:lnTo>
                  <a:lnTo>
                    <a:pt x="113623" y="77355"/>
                  </a:lnTo>
                  <a:lnTo>
                    <a:pt x="118550" y="75867"/>
                  </a:lnTo>
                  <a:lnTo>
                    <a:pt x="120000" y="71404"/>
                  </a:lnTo>
                  <a:lnTo>
                    <a:pt x="119710" y="70909"/>
                  </a:lnTo>
                  <a:lnTo>
                    <a:pt x="115072" y="56033"/>
                  </a:lnTo>
                  <a:lnTo>
                    <a:pt x="97101" y="51074"/>
                  </a:lnTo>
                  <a:lnTo>
                    <a:pt x="93043" y="37685"/>
                  </a:lnTo>
                  <a:lnTo>
                    <a:pt x="85507" y="31735"/>
                  </a:lnTo>
                  <a:lnTo>
                    <a:pt x="86956" y="43636"/>
                  </a:lnTo>
                  <a:lnTo>
                    <a:pt x="80289" y="40165"/>
                  </a:lnTo>
                  <a:lnTo>
                    <a:pt x="73913" y="31735"/>
                  </a:lnTo>
                  <a:lnTo>
                    <a:pt x="77971" y="20826"/>
                  </a:lnTo>
                  <a:lnTo>
                    <a:pt x="66086" y="17355"/>
                  </a:lnTo>
                  <a:lnTo>
                    <a:pt x="57681" y="8429"/>
                  </a:lnTo>
                  <a:lnTo>
                    <a:pt x="51884" y="0"/>
                  </a:lnTo>
                  <a:lnTo>
                    <a:pt x="45797" y="10413"/>
                  </a:lnTo>
                  <a:lnTo>
                    <a:pt x="41159" y="1983"/>
                  </a:lnTo>
                  <a:lnTo>
                    <a:pt x="35072" y="12396"/>
                  </a:lnTo>
                  <a:lnTo>
                    <a:pt x="24637" y="20330"/>
                  </a:lnTo>
                  <a:lnTo>
                    <a:pt x="11014" y="28760"/>
                  </a:lnTo>
                  <a:lnTo>
                    <a:pt x="0" y="32231"/>
                  </a:lnTo>
                  <a:lnTo>
                    <a:pt x="5217" y="52066"/>
                  </a:lnTo>
                  <a:lnTo>
                    <a:pt x="4347" y="59008"/>
                  </a:lnTo>
                  <a:lnTo>
                    <a:pt x="10724" y="77851"/>
                  </a:lnTo>
                  <a:lnTo>
                    <a:pt x="21159" y="100661"/>
                  </a:lnTo>
                  <a:lnTo>
                    <a:pt x="28405" y="109586"/>
                  </a:lnTo>
                  <a:lnTo>
                    <a:pt x="31304" y="113553"/>
                  </a:lnTo>
                  <a:lnTo>
                    <a:pt x="37101" y="120000"/>
                  </a:lnTo>
                  <a:close/>
                </a:path>
              </a:pathLst>
            </a:custGeom>
            <a:solidFill>
              <a:srgbClr val="FCA2AE"/>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0" name="Google Shape;1190;p59"/>
            <p:cNvSpPr/>
            <p:nvPr/>
          </p:nvSpPr>
          <p:spPr>
            <a:xfrm>
              <a:off x="7245798" y="2801733"/>
              <a:ext cx="301800" cy="323400"/>
            </a:xfrm>
            <a:custGeom>
              <a:rect b="b" l="l" r="r" t="t"/>
              <a:pathLst>
                <a:path extrusionOk="0" h="120000" w="120000">
                  <a:moveTo>
                    <a:pt x="20952" y="18666"/>
                  </a:moveTo>
                  <a:lnTo>
                    <a:pt x="29047" y="36888"/>
                  </a:lnTo>
                  <a:lnTo>
                    <a:pt x="43809" y="49777"/>
                  </a:lnTo>
                  <a:lnTo>
                    <a:pt x="59523" y="64000"/>
                  </a:lnTo>
                  <a:lnTo>
                    <a:pt x="64761" y="83111"/>
                  </a:lnTo>
                  <a:lnTo>
                    <a:pt x="60476" y="97777"/>
                  </a:lnTo>
                  <a:lnTo>
                    <a:pt x="59523" y="112000"/>
                  </a:lnTo>
                  <a:lnTo>
                    <a:pt x="70000" y="120000"/>
                  </a:lnTo>
                  <a:lnTo>
                    <a:pt x="78571" y="111555"/>
                  </a:lnTo>
                  <a:lnTo>
                    <a:pt x="88571" y="100888"/>
                  </a:lnTo>
                  <a:lnTo>
                    <a:pt x="86666" y="84888"/>
                  </a:lnTo>
                  <a:lnTo>
                    <a:pt x="89523" y="76444"/>
                  </a:lnTo>
                  <a:lnTo>
                    <a:pt x="98095" y="77777"/>
                  </a:lnTo>
                  <a:lnTo>
                    <a:pt x="110476" y="83111"/>
                  </a:lnTo>
                  <a:lnTo>
                    <a:pt x="120000" y="79111"/>
                  </a:lnTo>
                  <a:lnTo>
                    <a:pt x="117142" y="74666"/>
                  </a:lnTo>
                  <a:lnTo>
                    <a:pt x="112857" y="68000"/>
                  </a:lnTo>
                  <a:lnTo>
                    <a:pt x="102380" y="56444"/>
                  </a:lnTo>
                  <a:lnTo>
                    <a:pt x="95238" y="45777"/>
                  </a:lnTo>
                  <a:lnTo>
                    <a:pt x="83809" y="40888"/>
                  </a:lnTo>
                  <a:lnTo>
                    <a:pt x="89523" y="29333"/>
                  </a:lnTo>
                  <a:lnTo>
                    <a:pt x="80476" y="16000"/>
                  </a:lnTo>
                  <a:lnTo>
                    <a:pt x="67142" y="11111"/>
                  </a:lnTo>
                  <a:lnTo>
                    <a:pt x="58571" y="10222"/>
                  </a:lnTo>
                  <a:lnTo>
                    <a:pt x="58095" y="10222"/>
                  </a:lnTo>
                  <a:lnTo>
                    <a:pt x="50000" y="9333"/>
                  </a:lnTo>
                  <a:lnTo>
                    <a:pt x="34285" y="0"/>
                  </a:lnTo>
                  <a:lnTo>
                    <a:pt x="12857" y="6222"/>
                  </a:lnTo>
                  <a:lnTo>
                    <a:pt x="0" y="12000"/>
                  </a:lnTo>
                  <a:lnTo>
                    <a:pt x="1428" y="14666"/>
                  </a:lnTo>
                  <a:lnTo>
                    <a:pt x="20952" y="1866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1" name="Google Shape;1191;p59"/>
            <p:cNvSpPr/>
            <p:nvPr/>
          </p:nvSpPr>
          <p:spPr>
            <a:xfrm>
              <a:off x="5680161" y="2576530"/>
              <a:ext cx="55200" cy="88500"/>
            </a:xfrm>
            <a:custGeom>
              <a:rect b="b" l="l" r="r" t="t"/>
              <a:pathLst>
                <a:path extrusionOk="0" h="120000" w="120000">
                  <a:moveTo>
                    <a:pt x="83478" y="25945"/>
                  </a:moveTo>
                  <a:lnTo>
                    <a:pt x="46956" y="0"/>
                  </a:lnTo>
                  <a:lnTo>
                    <a:pt x="0" y="60000"/>
                  </a:lnTo>
                  <a:lnTo>
                    <a:pt x="5217" y="111891"/>
                  </a:lnTo>
                  <a:lnTo>
                    <a:pt x="7826" y="111891"/>
                  </a:lnTo>
                  <a:lnTo>
                    <a:pt x="93913" y="120000"/>
                  </a:lnTo>
                  <a:lnTo>
                    <a:pt x="120000" y="69729"/>
                  </a:lnTo>
                  <a:lnTo>
                    <a:pt x="83478" y="25945"/>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2" name="Google Shape;1192;p59"/>
            <p:cNvSpPr/>
            <p:nvPr/>
          </p:nvSpPr>
          <p:spPr>
            <a:xfrm>
              <a:off x="8709615" y="464657"/>
              <a:ext cx="1599300" cy="2607900"/>
            </a:xfrm>
            <a:custGeom>
              <a:rect b="b" l="l" r="r" t="t"/>
              <a:pathLst>
                <a:path extrusionOk="0" h="120000" w="120000">
                  <a:moveTo>
                    <a:pt x="120000" y="0"/>
                  </a:moveTo>
                  <a:lnTo>
                    <a:pt x="118741" y="165"/>
                  </a:lnTo>
                  <a:lnTo>
                    <a:pt x="117123" y="2425"/>
                  </a:lnTo>
                  <a:lnTo>
                    <a:pt x="115865" y="4299"/>
                  </a:lnTo>
                  <a:lnTo>
                    <a:pt x="116584" y="6559"/>
                  </a:lnTo>
                  <a:lnTo>
                    <a:pt x="115505" y="8488"/>
                  </a:lnTo>
                  <a:lnTo>
                    <a:pt x="116044" y="9866"/>
                  </a:lnTo>
                  <a:lnTo>
                    <a:pt x="113438" y="9977"/>
                  </a:lnTo>
                  <a:lnTo>
                    <a:pt x="111820" y="12567"/>
                  </a:lnTo>
                  <a:lnTo>
                    <a:pt x="110741" y="9866"/>
                  </a:lnTo>
                  <a:lnTo>
                    <a:pt x="109213" y="9646"/>
                  </a:lnTo>
                  <a:lnTo>
                    <a:pt x="106786" y="10307"/>
                  </a:lnTo>
                  <a:lnTo>
                    <a:pt x="106966" y="12347"/>
                  </a:lnTo>
                  <a:lnTo>
                    <a:pt x="104808" y="13890"/>
                  </a:lnTo>
                  <a:lnTo>
                    <a:pt x="102382" y="12898"/>
                  </a:lnTo>
                  <a:lnTo>
                    <a:pt x="100224" y="14827"/>
                  </a:lnTo>
                  <a:lnTo>
                    <a:pt x="95640" y="14827"/>
                  </a:lnTo>
                  <a:lnTo>
                    <a:pt x="93033" y="12677"/>
                  </a:lnTo>
                  <a:lnTo>
                    <a:pt x="90696" y="11685"/>
                  </a:lnTo>
                  <a:lnTo>
                    <a:pt x="88269" y="12898"/>
                  </a:lnTo>
                  <a:lnTo>
                    <a:pt x="85033" y="13118"/>
                  </a:lnTo>
                  <a:lnTo>
                    <a:pt x="81797" y="13780"/>
                  </a:lnTo>
                  <a:lnTo>
                    <a:pt x="81438" y="15709"/>
                  </a:lnTo>
                  <a:lnTo>
                    <a:pt x="81078" y="18079"/>
                  </a:lnTo>
                  <a:lnTo>
                    <a:pt x="77393" y="21111"/>
                  </a:lnTo>
                  <a:lnTo>
                    <a:pt x="73438" y="24198"/>
                  </a:lnTo>
                  <a:lnTo>
                    <a:pt x="72719" y="25686"/>
                  </a:lnTo>
                  <a:lnTo>
                    <a:pt x="69932" y="26458"/>
                  </a:lnTo>
                  <a:lnTo>
                    <a:pt x="63730" y="32356"/>
                  </a:lnTo>
                  <a:lnTo>
                    <a:pt x="61123" y="34836"/>
                  </a:lnTo>
                  <a:lnTo>
                    <a:pt x="59415" y="34395"/>
                  </a:lnTo>
                  <a:lnTo>
                    <a:pt x="57977" y="35608"/>
                  </a:lnTo>
                  <a:lnTo>
                    <a:pt x="57258" y="37262"/>
                  </a:lnTo>
                  <a:lnTo>
                    <a:pt x="59056" y="38309"/>
                  </a:lnTo>
                  <a:lnTo>
                    <a:pt x="58157" y="39412"/>
                  </a:lnTo>
                  <a:lnTo>
                    <a:pt x="63370" y="39081"/>
                  </a:lnTo>
                  <a:lnTo>
                    <a:pt x="63910" y="40514"/>
                  </a:lnTo>
                  <a:lnTo>
                    <a:pt x="60134" y="41561"/>
                  </a:lnTo>
                  <a:lnTo>
                    <a:pt x="59595" y="43876"/>
                  </a:lnTo>
                  <a:lnTo>
                    <a:pt x="62831" y="45475"/>
                  </a:lnTo>
                  <a:lnTo>
                    <a:pt x="60134" y="48066"/>
                  </a:lnTo>
                  <a:lnTo>
                    <a:pt x="60494" y="49554"/>
                  </a:lnTo>
                  <a:lnTo>
                    <a:pt x="64449" y="50215"/>
                  </a:lnTo>
                  <a:lnTo>
                    <a:pt x="69573" y="49554"/>
                  </a:lnTo>
                  <a:lnTo>
                    <a:pt x="71730" y="51483"/>
                  </a:lnTo>
                  <a:lnTo>
                    <a:pt x="70831" y="54405"/>
                  </a:lnTo>
                  <a:lnTo>
                    <a:pt x="67415" y="55728"/>
                  </a:lnTo>
                  <a:lnTo>
                    <a:pt x="64808" y="55617"/>
                  </a:lnTo>
                  <a:lnTo>
                    <a:pt x="64629" y="57547"/>
                  </a:lnTo>
                  <a:lnTo>
                    <a:pt x="59595" y="58429"/>
                  </a:lnTo>
                  <a:lnTo>
                    <a:pt x="56719" y="56940"/>
                  </a:lnTo>
                  <a:lnTo>
                    <a:pt x="54112" y="58870"/>
                  </a:lnTo>
                  <a:lnTo>
                    <a:pt x="52134" y="61129"/>
                  </a:lnTo>
                  <a:lnTo>
                    <a:pt x="48629" y="61570"/>
                  </a:lnTo>
                  <a:lnTo>
                    <a:pt x="47730" y="64492"/>
                  </a:lnTo>
                  <a:lnTo>
                    <a:pt x="44584" y="65705"/>
                  </a:lnTo>
                  <a:lnTo>
                    <a:pt x="44764" y="67854"/>
                  </a:lnTo>
                  <a:lnTo>
                    <a:pt x="41168" y="68791"/>
                  </a:lnTo>
                  <a:lnTo>
                    <a:pt x="42247" y="71162"/>
                  </a:lnTo>
                  <a:lnTo>
                    <a:pt x="40269" y="71162"/>
                  </a:lnTo>
                  <a:lnTo>
                    <a:pt x="36943" y="69012"/>
                  </a:lnTo>
                  <a:lnTo>
                    <a:pt x="32089" y="68295"/>
                  </a:lnTo>
                  <a:lnTo>
                    <a:pt x="28224" y="68791"/>
                  </a:lnTo>
                  <a:lnTo>
                    <a:pt x="25528" y="68406"/>
                  </a:lnTo>
                  <a:lnTo>
                    <a:pt x="23280" y="69673"/>
                  </a:lnTo>
                  <a:lnTo>
                    <a:pt x="23101" y="70941"/>
                  </a:lnTo>
                  <a:lnTo>
                    <a:pt x="17977" y="70610"/>
                  </a:lnTo>
                  <a:lnTo>
                    <a:pt x="16539" y="72926"/>
                  </a:lnTo>
                  <a:lnTo>
                    <a:pt x="13303" y="75296"/>
                  </a:lnTo>
                  <a:lnTo>
                    <a:pt x="12584" y="76949"/>
                  </a:lnTo>
                  <a:lnTo>
                    <a:pt x="10247" y="79650"/>
                  </a:lnTo>
                  <a:lnTo>
                    <a:pt x="7460" y="80587"/>
                  </a:lnTo>
                  <a:lnTo>
                    <a:pt x="3685" y="77997"/>
                  </a:lnTo>
                  <a:lnTo>
                    <a:pt x="1258" y="77666"/>
                  </a:lnTo>
                  <a:lnTo>
                    <a:pt x="1438" y="80312"/>
                  </a:lnTo>
                  <a:lnTo>
                    <a:pt x="359" y="82792"/>
                  </a:lnTo>
                  <a:lnTo>
                    <a:pt x="0" y="85052"/>
                  </a:lnTo>
                  <a:lnTo>
                    <a:pt x="1797" y="86265"/>
                  </a:lnTo>
                  <a:lnTo>
                    <a:pt x="1438" y="87974"/>
                  </a:lnTo>
                  <a:lnTo>
                    <a:pt x="2426" y="90509"/>
                  </a:lnTo>
                  <a:lnTo>
                    <a:pt x="5123" y="91281"/>
                  </a:lnTo>
                  <a:lnTo>
                    <a:pt x="6022" y="92824"/>
                  </a:lnTo>
                  <a:lnTo>
                    <a:pt x="10786" y="93155"/>
                  </a:lnTo>
                  <a:lnTo>
                    <a:pt x="14382" y="93706"/>
                  </a:lnTo>
                  <a:lnTo>
                    <a:pt x="17438" y="95305"/>
                  </a:lnTo>
                  <a:lnTo>
                    <a:pt x="20943" y="97455"/>
                  </a:lnTo>
                  <a:lnTo>
                    <a:pt x="22921" y="99219"/>
                  </a:lnTo>
                  <a:lnTo>
                    <a:pt x="25887" y="100597"/>
                  </a:lnTo>
                  <a:lnTo>
                    <a:pt x="26067" y="100266"/>
                  </a:lnTo>
                  <a:lnTo>
                    <a:pt x="28404" y="99274"/>
                  </a:lnTo>
                  <a:lnTo>
                    <a:pt x="30831" y="97565"/>
                  </a:lnTo>
                  <a:lnTo>
                    <a:pt x="32359" y="95801"/>
                  </a:lnTo>
                  <a:lnTo>
                    <a:pt x="34426" y="94754"/>
                  </a:lnTo>
                  <a:lnTo>
                    <a:pt x="37213" y="94974"/>
                  </a:lnTo>
                  <a:lnTo>
                    <a:pt x="39820" y="94754"/>
                  </a:lnTo>
                  <a:lnTo>
                    <a:pt x="42337" y="93706"/>
                  </a:lnTo>
                  <a:lnTo>
                    <a:pt x="45303" y="93376"/>
                  </a:lnTo>
                  <a:lnTo>
                    <a:pt x="46921" y="94644"/>
                  </a:lnTo>
                  <a:lnTo>
                    <a:pt x="47550" y="96683"/>
                  </a:lnTo>
                  <a:lnTo>
                    <a:pt x="47370" y="98502"/>
                  </a:lnTo>
                  <a:lnTo>
                    <a:pt x="47550" y="100101"/>
                  </a:lnTo>
                  <a:lnTo>
                    <a:pt x="48449" y="100872"/>
                  </a:lnTo>
                  <a:lnTo>
                    <a:pt x="50247" y="100927"/>
                  </a:lnTo>
                  <a:lnTo>
                    <a:pt x="53573" y="101313"/>
                  </a:lnTo>
                  <a:lnTo>
                    <a:pt x="50966" y="101809"/>
                  </a:lnTo>
                  <a:lnTo>
                    <a:pt x="46022" y="102361"/>
                  </a:lnTo>
                  <a:lnTo>
                    <a:pt x="43955" y="102912"/>
                  </a:lnTo>
                  <a:lnTo>
                    <a:pt x="42337" y="102967"/>
                  </a:lnTo>
                  <a:lnTo>
                    <a:pt x="40359" y="104676"/>
                  </a:lnTo>
                  <a:lnTo>
                    <a:pt x="40359" y="106660"/>
                  </a:lnTo>
                  <a:lnTo>
                    <a:pt x="42696" y="107873"/>
                  </a:lnTo>
                  <a:lnTo>
                    <a:pt x="40629" y="108369"/>
                  </a:lnTo>
                  <a:lnTo>
                    <a:pt x="38292" y="108479"/>
                  </a:lnTo>
                  <a:lnTo>
                    <a:pt x="36044" y="109141"/>
                  </a:lnTo>
                  <a:lnTo>
                    <a:pt x="36494" y="110298"/>
                  </a:lnTo>
                  <a:lnTo>
                    <a:pt x="39280" y="110298"/>
                  </a:lnTo>
                  <a:lnTo>
                    <a:pt x="42426" y="111566"/>
                  </a:lnTo>
                  <a:lnTo>
                    <a:pt x="44764" y="112613"/>
                  </a:lnTo>
                  <a:lnTo>
                    <a:pt x="45752" y="114763"/>
                  </a:lnTo>
                  <a:lnTo>
                    <a:pt x="48719" y="114708"/>
                  </a:lnTo>
                  <a:lnTo>
                    <a:pt x="51235" y="116141"/>
                  </a:lnTo>
                  <a:lnTo>
                    <a:pt x="54471" y="115424"/>
                  </a:lnTo>
                  <a:lnTo>
                    <a:pt x="56719" y="115424"/>
                  </a:lnTo>
                  <a:lnTo>
                    <a:pt x="56179" y="117299"/>
                  </a:lnTo>
                  <a:lnTo>
                    <a:pt x="56000" y="118787"/>
                  </a:lnTo>
                  <a:lnTo>
                    <a:pt x="57258" y="120000"/>
                  </a:lnTo>
                  <a:lnTo>
                    <a:pt x="58157" y="118456"/>
                  </a:lnTo>
                  <a:lnTo>
                    <a:pt x="59775" y="117133"/>
                  </a:lnTo>
                  <a:lnTo>
                    <a:pt x="64269" y="114983"/>
                  </a:lnTo>
                  <a:lnTo>
                    <a:pt x="68674" y="113550"/>
                  </a:lnTo>
                  <a:lnTo>
                    <a:pt x="72719" y="115204"/>
                  </a:lnTo>
                  <a:lnTo>
                    <a:pt x="79820" y="116306"/>
                  </a:lnTo>
                  <a:lnTo>
                    <a:pt x="79730" y="116196"/>
                  </a:lnTo>
                  <a:lnTo>
                    <a:pt x="67056" y="95305"/>
                  </a:lnTo>
                  <a:lnTo>
                    <a:pt x="79191" y="87698"/>
                  </a:lnTo>
                  <a:lnTo>
                    <a:pt x="78831" y="84887"/>
                  </a:lnTo>
                  <a:lnTo>
                    <a:pt x="81977" y="84446"/>
                  </a:lnTo>
                  <a:lnTo>
                    <a:pt x="82247" y="86871"/>
                  </a:lnTo>
                  <a:lnTo>
                    <a:pt x="84134" y="86761"/>
                  </a:lnTo>
                  <a:lnTo>
                    <a:pt x="83865" y="86485"/>
                  </a:lnTo>
                  <a:lnTo>
                    <a:pt x="83595" y="82406"/>
                  </a:lnTo>
                  <a:lnTo>
                    <a:pt x="86292" y="81084"/>
                  </a:lnTo>
                  <a:lnTo>
                    <a:pt x="88629" y="79650"/>
                  </a:lnTo>
                  <a:lnTo>
                    <a:pt x="87191" y="79044"/>
                  </a:lnTo>
                  <a:lnTo>
                    <a:pt x="83505" y="79540"/>
                  </a:lnTo>
                  <a:lnTo>
                    <a:pt x="86292" y="77115"/>
                  </a:lnTo>
                  <a:lnTo>
                    <a:pt x="88898" y="78162"/>
                  </a:lnTo>
                  <a:lnTo>
                    <a:pt x="90516" y="75351"/>
                  </a:lnTo>
                  <a:lnTo>
                    <a:pt x="92134" y="78548"/>
                  </a:lnTo>
                  <a:lnTo>
                    <a:pt x="90247" y="80753"/>
                  </a:lnTo>
                  <a:lnTo>
                    <a:pt x="92674" y="83619"/>
                  </a:lnTo>
                  <a:lnTo>
                    <a:pt x="97258" y="86816"/>
                  </a:lnTo>
                  <a:lnTo>
                    <a:pt x="96808" y="88966"/>
                  </a:lnTo>
                  <a:lnTo>
                    <a:pt x="105168" y="90840"/>
                  </a:lnTo>
                  <a:lnTo>
                    <a:pt x="113258" y="85714"/>
                  </a:lnTo>
                  <a:lnTo>
                    <a:pt x="120000" y="8406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3" name="Google Shape;1193;p59"/>
            <p:cNvSpPr/>
            <p:nvPr/>
          </p:nvSpPr>
          <p:spPr>
            <a:xfrm>
              <a:off x="6804976" y="3502496"/>
              <a:ext cx="206100" cy="179700"/>
            </a:xfrm>
            <a:custGeom>
              <a:rect b="b" l="l" r="r" t="t"/>
              <a:pathLst>
                <a:path extrusionOk="0" h="120000" w="120000">
                  <a:moveTo>
                    <a:pt x="51627" y="8800"/>
                  </a:moveTo>
                  <a:lnTo>
                    <a:pt x="34186" y="24800"/>
                  </a:lnTo>
                  <a:lnTo>
                    <a:pt x="19534" y="24000"/>
                  </a:lnTo>
                  <a:lnTo>
                    <a:pt x="4186" y="28000"/>
                  </a:lnTo>
                  <a:lnTo>
                    <a:pt x="0" y="48800"/>
                  </a:lnTo>
                  <a:lnTo>
                    <a:pt x="0" y="73600"/>
                  </a:lnTo>
                  <a:lnTo>
                    <a:pt x="2093" y="101600"/>
                  </a:lnTo>
                  <a:lnTo>
                    <a:pt x="25116" y="120000"/>
                  </a:lnTo>
                  <a:lnTo>
                    <a:pt x="43255" y="118400"/>
                  </a:lnTo>
                  <a:lnTo>
                    <a:pt x="67674" y="105600"/>
                  </a:lnTo>
                  <a:lnTo>
                    <a:pt x="79534" y="90400"/>
                  </a:lnTo>
                  <a:lnTo>
                    <a:pt x="98372" y="99200"/>
                  </a:lnTo>
                  <a:lnTo>
                    <a:pt x="110930" y="77600"/>
                  </a:lnTo>
                  <a:lnTo>
                    <a:pt x="120000" y="76800"/>
                  </a:lnTo>
                  <a:lnTo>
                    <a:pt x="117209" y="57600"/>
                  </a:lnTo>
                  <a:lnTo>
                    <a:pt x="115116" y="29600"/>
                  </a:lnTo>
                  <a:lnTo>
                    <a:pt x="90000" y="8800"/>
                  </a:lnTo>
                  <a:lnTo>
                    <a:pt x="89302" y="0"/>
                  </a:lnTo>
                  <a:lnTo>
                    <a:pt x="57906" y="3200"/>
                  </a:lnTo>
                  <a:lnTo>
                    <a:pt x="51627" y="88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4" name="Google Shape;1194;p59"/>
            <p:cNvSpPr/>
            <p:nvPr/>
          </p:nvSpPr>
          <p:spPr>
            <a:xfrm>
              <a:off x="7044553" y="-8508"/>
              <a:ext cx="3264300" cy="3300300"/>
            </a:xfrm>
            <a:custGeom>
              <a:rect b="b" l="l" r="r" t="t"/>
              <a:pathLst>
                <a:path extrusionOk="0" h="120000" w="120000">
                  <a:moveTo>
                    <a:pt x="41594" y="0"/>
                  </a:moveTo>
                  <a:cubicBezTo>
                    <a:pt x="41462" y="1433"/>
                    <a:pt x="41462" y="1433"/>
                    <a:pt x="41462" y="1433"/>
                  </a:cubicBezTo>
                  <a:cubicBezTo>
                    <a:pt x="41462" y="173"/>
                    <a:pt x="41462" y="173"/>
                    <a:pt x="41462" y="173"/>
                  </a:cubicBezTo>
                  <a:cubicBezTo>
                    <a:pt x="41418" y="0"/>
                    <a:pt x="41418" y="0"/>
                    <a:pt x="41418" y="0"/>
                  </a:cubicBezTo>
                  <a:cubicBezTo>
                    <a:pt x="39005" y="0"/>
                    <a:pt x="39005" y="0"/>
                    <a:pt x="39005" y="0"/>
                  </a:cubicBezTo>
                  <a:cubicBezTo>
                    <a:pt x="38873" y="173"/>
                    <a:pt x="38873" y="173"/>
                    <a:pt x="38873" y="173"/>
                  </a:cubicBezTo>
                  <a:cubicBezTo>
                    <a:pt x="39751" y="1520"/>
                    <a:pt x="39751" y="1520"/>
                    <a:pt x="39751" y="1520"/>
                  </a:cubicBezTo>
                  <a:cubicBezTo>
                    <a:pt x="38961" y="1433"/>
                    <a:pt x="38961" y="1433"/>
                    <a:pt x="38961" y="1433"/>
                  </a:cubicBezTo>
                  <a:cubicBezTo>
                    <a:pt x="37074" y="2562"/>
                    <a:pt x="37074" y="2562"/>
                    <a:pt x="37074" y="2562"/>
                  </a:cubicBezTo>
                  <a:cubicBezTo>
                    <a:pt x="35846" y="5124"/>
                    <a:pt x="35846" y="5124"/>
                    <a:pt x="35846" y="5124"/>
                  </a:cubicBezTo>
                  <a:cubicBezTo>
                    <a:pt x="34837" y="7513"/>
                    <a:pt x="34837" y="7513"/>
                    <a:pt x="34837" y="7513"/>
                  </a:cubicBezTo>
                  <a:cubicBezTo>
                    <a:pt x="33784" y="8338"/>
                    <a:pt x="33784" y="8338"/>
                    <a:pt x="33784" y="8338"/>
                  </a:cubicBezTo>
                  <a:cubicBezTo>
                    <a:pt x="34223" y="9989"/>
                    <a:pt x="34223" y="9989"/>
                    <a:pt x="34223" y="9989"/>
                  </a:cubicBezTo>
                  <a:cubicBezTo>
                    <a:pt x="35188" y="11769"/>
                    <a:pt x="35188" y="11769"/>
                    <a:pt x="35188" y="11769"/>
                  </a:cubicBezTo>
                  <a:cubicBezTo>
                    <a:pt x="33784" y="12377"/>
                    <a:pt x="33784" y="12377"/>
                    <a:pt x="33784" y="12377"/>
                  </a:cubicBezTo>
                  <a:cubicBezTo>
                    <a:pt x="32336" y="12899"/>
                    <a:pt x="32336" y="12899"/>
                    <a:pt x="32336" y="12899"/>
                  </a:cubicBezTo>
                  <a:cubicBezTo>
                    <a:pt x="31809" y="12204"/>
                    <a:pt x="31809" y="12204"/>
                    <a:pt x="31809" y="12204"/>
                  </a:cubicBezTo>
                  <a:cubicBezTo>
                    <a:pt x="30405" y="11856"/>
                    <a:pt x="30405" y="11856"/>
                    <a:pt x="30405" y="11856"/>
                  </a:cubicBezTo>
                  <a:cubicBezTo>
                    <a:pt x="29572" y="10684"/>
                    <a:pt x="29572" y="10684"/>
                    <a:pt x="29572" y="10684"/>
                  </a:cubicBezTo>
                  <a:cubicBezTo>
                    <a:pt x="30405" y="8859"/>
                    <a:pt x="30405" y="8859"/>
                    <a:pt x="30405" y="8859"/>
                  </a:cubicBezTo>
                  <a:cubicBezTo>
                    <a:pt x="31458" y="7947"/>
                    <a:pt x="31458" y="7947"/>
                    <a:pt x="31458" y="7947"/>
                  </a:cubicBezTo>
                  <a:cubicBezTo>
                    <a:pt x="30844" y="7252"/>
                    <a:pt x="30844" y="7252"/>
                    <a:pt x="30844" y="7252"/>
                  </a:cubicBezTo>
                  <a:cubicBezTo>
                    <a:pt x="29396" y="6731"/>
                    <a:pt x="29396" y="6731"/>
                    <a:pt x="29396" y="6731"/>
                  </a:cubicBezTo>
                  <a:cubicBezTo>
                    <a:pt x="27817" y="6297"/>
                    <a:pt x="27817" y="6297"/>
                    <a:pt x="27817" y="6297"/>
                  </a:cubicBezTo>
                  <a:cubicBezTo>
                    <a:pt x="26457" y="6558"/>
                    <a:pt x="26457" y="6558"/>
                    <a:pt x="26457" y="6558"/>
                  </a:cubicBezTo>
                  <a:cubicBezTo>
                    <a:pt x="25140" y="6558"/>
                    <a:pt x="25140" y="6558"/>
                    <a:pt x="25140" y="6558"/>
                  </a:cubicBezTo>
                  <a:cubicBezTo>
                    <a:pt x="25140" y="7513"/>
                    <a:pt x="25140" y="7513"/>
                    <a:pt x="25140" y="7513"/>
                  </a:cubicBezTo>
                  <a:cubicBezTo>
                    <a:pt x="26544" y="8121"/>
                    <a:pt x="26544" y="8121"/>
                    <a:pt x="26544" y="8121"/>
                  </a:cubicBezTo>
                  <a:cubicBezTo>
                    <a:pt x="27597" y="9554"/>
                    <a:pt x="27597" y="9554"/>
                    <a:pt x="27597" y="9554"/>
                  </a:cubicBezTo>
                  <a:cubicBezTo>
                    <a:pt x="27422" y="11596"/>
                    <a:pt x="27422" y="11596"/>
                    <a:pt x="27422" y="11596"/>
                  </a:cubicBezTo>
                  <a:cubicBezTo>
                    <a:pt x="28431" y="12899"/>
                    <a:pt x="28431" y="12899"/>
                    <a:pt x="28431" y="12899"/>
                  </a:cubicBezTo>
                  <a:cubicBezTo>
                    <a:pt x="29659" y="13724"/>
                    <a:pt x="29659" y="13724"/>
                    <a:pt x="29659" y="13724"/>
                  </a:cubicBezTo>
                  <a:cubicBezTo>
                    <a:pt x="30756" y="15114"/>
                    <a:pt x="30756" y="15114"/>
                    <a:pt x="30756" y="15114"/>
                  </a:cubicBezTo>
                  <a:cubicBezTo>
                    <a:pt x="30756" y="17676"/>
                    <a:pt x="30756" y="17676"/>
                    <a:pt x="30756" y="17676"/>
                  </a:cubicBezTo>
                  <a:cubicBezTo>
                    <a:pt x="29308" y="17676"/>
                    <a:pt x="29308" y="17676"/>
                    <a:pt x="29308" y="17676"/>
                  </a:cubicBezTo>
                  <a:cubicBezTo>
                    <a:pt x="28606" y="16547"/>
                    <a:pt x="28606" y="16547"/>
                    <a:pt x="28606" y="16547"/>
                  </a:cubicBezTo>
                  <a:cubicBezTo>
                    <a:pt x="26983" y="16634"/>
                    <a:pt x="26983" y="16634"/>
                    <a:pt x="26983" y="16634"/>
                  </a:cubicBezTo>
                  <a:cubicBezTo>
                    <a:pt x="26544" y="18545"/>
                    <a:pt x="26544" y="18545"/>
                    <a:pt x="26544" y="18545"/>
                  </a:cubicBezTo>
                  <a:cubicBezTo>
                    <a:pt x="25491" y="20673"/>
                    <a:pt x="25491" y="20673"/>
                    <a:pt x="25491" y="20673"/>
                  </a:cubicBezTo>
                  <a:cubicBezTo>
                    <a:pt x="24043" y="22193"/>
                    <a:pt x="24043" y="22193"/>
                    <a:pt x="24043" y="22193"/>
                  </a:cubicBezTo>
                  <a:cubicBezTo>
                    <a:pt x="24219" y="23669"/>
                    <a:pt x="24219" y="23669"/>
                    <a:pt x="24219" y="23669"/>
                  </a:cubicBezTo>
                  <a:cubicBezTo>
                    <a:pt x="25228" y="24929"/>
                    <a:pt x="25228" y="24929"/>
                    <a:pt x="25228" y="24929"/>
                  </a:cubicBezTo>
                  <a:cubicBezTo>
                    <a:pt x="25930" y="26058"/>
                    <a:pt x="25930" y="26058"/>
                    <a:pt x="25930" y="26058"/>
                  </a:cubicBezTo>
                  <a:cubicBezTo>
                    <a:pt x="24482" y="26883"/>
                    <a:pt x="24482" y="26883"/>
                    <a:pt x="24482" y="26883"/>
                  </a:cubicBezTo>
                  <a:cubicBezTo>
                    <a:pt x="22464" y="26710"/>
                    <a:pt x="22464" y="26710"/>
                    <a:pt x="22464" y="26710"/>
                  </a:cubicBezTo>
                  <a:cubicBezTo>
                    <a:pt x="20753" y="26319"/>
                    <a:pt x="20753" y="26319"/>
                    <a:pt x="20753" y="26319"/>
                  </a:cubicBezTo>
                  <a:cubicBezTo>
                    <a:pt x="18866" y="25798"/>
                    <a:pt x="18866" y="25798"/>
                    <a:pt x="18866" y="25798"/>
                  </a:cubicBezTo>
                  <a:cubicBezTo>
                    <a:pt x="18778" y="27144"/>
                    <a:pt x="18778" y="27144"/>
                    <a:pt x="18778" y="27144"/>
                  </a:cubicBezTo>
                  <a:cubicBezTo>
                    <a:pt x="19875" y="28881"/>
                    <a:pt x="19875" y="28881"/>
                    <a:pt x="19875" y="28881"/>
                  </a:cubicBezTo>
                  <a:cubicBezTo>
                    <a:pt x="21455" y="28794"/>
                    <a:pt x="21455" y="28794"/>
                    <a:pt x="21455" y="28794"/>
                  </a:cubicBezTo>
                  <a:cubicBezTo>
                    <a:pt x="22244" y="30228"/>
                    <a:pt x="22244" y="30228"/>
                    <a:pt x="22244" y="30228"/>
                  </a:cubicBezTo>
                  <a:cubicBezTo>
                    <a:pt x="21455" y="31270"/>
                    <a:pt x="21455" y="31270"/>
                    <a:pt x="21455" y="31270"/>
                  </a:cubicBezTo>
                  <a:cubicBezTo>
                    <a:pt x="19305" y="31096"/>
                    <a:pt x="19305" y="31096"/>
                    <a:pt x="19305" y="31096"/>
                  </a:cubicBezTo>
                  <a:cubicBezTo>
                    <a:pt x="18340" y="30141"/>
                    <a:pt x="18340" y="30141"/>
                    <a:pt x="18340" y="30141"/>
                  </a:cubicBezTo>
                  <a:cubicBezTo>
                    <a:pt x="16892" y="30141"/>
                    <a:pt x="16892" y="30141"/>
                    <a:pt x="16892" y="30141"/>
                  </a:cubicBezTo>
                  <a:cubicBezTo>
                    <a:pt x="14873" y="28707"/>
                    <a:pt x="14873" y="28707"/>
                    <a:pt x="14873" y="28707"/>
                  </a:cubicBezTo>
                  <a:cubicBezTo>
                    <a:pt x="14040" y="26623"/>
                    <a:pt x="14040" y="26623"/>
                    <a:pt x="14040" y="26623"/>
                  </a:cubicBezTo>
                  <a:cubicBezTo>
                    <a:pt x="14127" y="24668"/>
                    <a:pt x="14127" y="24668"/>
                    <a:pt x="14127" y="24668"/>
                  </a:cubicBezTo>
                  <a:cubicBezTo>
                    <a:pt x="12811" y="23409"/>
                    <a:pt x="12811" y="23409"/>
                    <a:pt x="12811" y="23409"/>
                  </a:cubicBezTo>
                  <a:cubicBezTo>
                    <a:pt x="10398" y="22714"/>
                    <a:pt x="10398" y="22714"/>
                    <a:pt x="10398" y="22714"/>
                  </a:cubicBezTo>
                  <a:cubicBezTo>
                    <a:pt x="8862" y="21411"/>
                    <a:pt x="8862" y="21411"/>
                    <a:pt x="8862" y="21411"/>
                  </a:cubicBezTo>
                  <a:cubicBezTo>
                    <a:pt x="7985" y="20152"/>
                    <a:pt x="7985" y="20152"/>
                    <a:pt x="7985" y="20152"/>
                  </a:cubicBezTo>
                  <a:cubicBezTo>
                    <a:pt x="8160" y="19370"/>
                    <a:pt x="8160" y="19370"/>
                    <a:pt x="8160" y="19370"/>
                  </a:cubicBezTo>
                  <a:cubicBezTo>
                    <a:pt x="9433" y="19891"/>
                    <a:pt x="9433" y="19891"/>
                    <a:pt x="9433" y="19891"/>
                  </a:cubicBezTo>
                  <a:cubicBezTo>
                    <a:pt x="12021" y="20238"/>
                    <a:pt x="12021" y="20238"/>
                    <a:pt x="12021" y="20238"/>
                  </a:cubicBezTo>
                  <a:cubicBezTo>
                    <a:pt x="14786" y="21107"/>
                    <a:pt x="14786" y="21107"/>
                    <a:pt x="14786" y="21107"/>
                  </a:cubicBezTo>
                  <a:cubicBezTo>
                    <a:pt x="17901" y="21020"/>
                    <a:pt x="17901" y="21020"/>
                    <a:pt x="17901" y="21020"/>
                  </a:cubicBezTo>
                  <a:cubicBezTo>
                    <a:pt x="20402" y="20933"/>
                    <a:pt x="20402" y="20933"/>
                    <a:pt x="20402" y="20933"/>
                  </a:cubicBezTo>
                  <a:cubicBezTo>
                    <a:pt x="22069" y="19891"/>
                    <a:pt x="22069" y="19891"/>
                    <a:pt x="22069" y="19891"/>
                  </a:cubicBezTo>
                  <a:cubicBezTo>
                    <a:pt x="23429" y="18023"/>
                    <a:pt x="23429" y="18023"/>
                    <a:pt x="23429" y="18023"/>
                  </a:cubicBezTo>
                  <a:cubicBezTo>
                    <a:pt x="23692" y="15374"/>
                    <a:pt x="23692" y="15374"/>
                    <a:pt x="23692" y="15374"/>
                  </a:cubicBezTo>
                  <a:cubicBezTo>
                    <a:pt x="22990" y="13724"/>
                    <a:pt x="22990" y="13724"/>
                    <a:pt x="22990" y="13724"/>
                  </a:cubicBezTo>
                  <a:cubicBezTo>
                    <a:pt x="21367" y="12638"/>
                    <a:pt x="21367" y="12638"/>
                    <a:pt x="21367" y="12638"/>
                  </a:cubicBezTo>
                  <a:cubicBezTo>
                    <a:pt x="18954" y="11422"/>
                    <a:pt x="18954" y="11422"/>
                    <a:pt x="18954" y="11422"/>
                  </a:cubicBezTo>
                  <a:cubicBezTo>
                    <a:pt x="16453" y="10249"/>
                    <a:pt x="16453" y="10249"/>
                    <a:pt x="16453" y="10249"/>
                  </a:cubicBezTo>
                  <a:cubicBezTo>
                    <a:pt x="14522" y="9120"/>
                    <a:pt x="14522" y="9120"/>
                    <a:pt x="14522" y="9120"/>
                  </a:cubicBezTo>
                  <a:cubicBezTo>
                    <a:pt x="12021" y="8425"/>
                    <a:pt x="12021" y="8425"/>
                    <a:pt x="12021" y="8425"/>
                  </a:cubicBezTo>
                  <a:cubicBezTo>
                    <a:pt x="10135" y="8512"/>
                    <a:pt x="10135" y="8512"/>
                    <a:pt x="10135" y="8512"/>
                  </a:cubicBezTo>
                  <a:cubicBezTo>
                    <a:pt x="7809" y="8425"/>
                    <a:pt x="7809" y="8425"/>
                    <a:pt x="7809" y="8425"/>
                  </a:cubicBezTo>
                  <a:cubicBezTo>
                    <a:pt x="6098" y="7600"/>
                    <a:pt x="6098" y="7600"/>
                    <a:pt x="6098" y="7600"/>
                  </a:cubicBezTo>
                  <a:cubicBezTo>
                    <a:pt x="6932" y="6731"/>
                    <a:pt x="6932" y="6731"/>
                    <a:pt x="6932" y="6731"/>
                  </a:cubicBezTo>
                  <a:cubicBezTo>
                    <a:pt x="4870" y="5689"/>
                    <a:pt x="4870" y="5689"/>
                    <a:pt x="4870" y="5689"/>
                  </a:cubicBezTo>
                  <a:cubicBezTo>
                    <a:pt x="4168" y="7079"/>
                    <a:pt x="4168" y="7079"/>
                    <a:pt x="4168" y="7079"/>
                  </a:cubicBezTo>
                  <a:cubicBezTo>
                    <a:pt x="3027" y="7687"/>
                    <a:pt x="3027" y="7687"/>
                    <a:pt x="3027" y="7687"/>
                  </a:cubicBezTo>
                  <a:cubicBezTo>
                    <a:pt x="3027" y="8599"/>
                    <a:pt x="3027" y="8599"/>
                    <a:pt x="3027" y="8599"/>
                  </a:cubicBezTo>
                  <a:cubicBezTo>
                    <a:pt x="2062" y="8859"/>
                    <a:pt x="2062" y="8859"/>
                    <a:pt x="2062" y="8859"/>
                  </a:cubicBezTo>
                  <a:cubicBezTo>
                    <a:pt x="1316" y="9989"/>
                    <a:pt x="1316" y="9989"/>
                    <a:pt x="1316" y="9989"/>
                  </a:cubicBezTo>
                  <a:cubicBezTo>
                    <a:pt x="965" y="11335"/>
                    <a:pt x="965" y="11335"/>
                    <a:pt x="965" y="11335"/>
                  </a:cubicBezTo>
                  <a:cubicBezTo>
                    <a:pt x="570" y="11726"/>
                    <a:pt x="570" y="11726"/>
                    <a:pt x="570" y="11726"/>
                  </a:cubicBezTo>
                  <a:cubicBezTo>
                    <a:pt x="0" y="12290"/>
                    <a:pt x="0" y="12290"/>
                    <a:pt x="0" y="12290"/>
                  </a:cubicBezTo>
                  <a:cubicBezTo>
                    <a:pt x="87" y="14679"/>
                    <a:pt x="87" y="14679"/>
                    <a:pt x="87" y="14679"/>
                  </a:cubicBezTo>
                  <a:cubicBezTo>
                    <a:pt x="526" y="16026"/>
                    <a:pt x="526" y="16026"/>
                    <a:pt x="526" y="16026"/>
                  </a:cubicBezTo>
                  <a:cubicBezTo>
                    <a:pt x="1404" y="16373"/>
                    <a:pt x="1404" y="16373"/>
                    <a:pt x="1404" y="16373"/>
                  </a:cubicBezTo>
                  <a:cubicBezTo>
                    <a:pt x="3378" y="18154"/>
                    <a:pt x="3378" y="18154"/>
                    <a:pt x="3378" y="18154"/>
                  </a:cubicBezTo>
                  <a:cubicBezTo>
                    <a:pt x="1974" y="21411"/>
                    <a:pt x="1974" y="21411"/>
                    <a:pt x="1974" y="21411"/>
                  </a:cubicBezTo>
                  <a:cubicBezTo>
                    <a:pt x="5089" y="26275"/>
                    <a:pt x="5089" y="26275"/>
                    <a:pt x="5089" y="26275"/>
                  </a:cubicBezTo>
                  <a:cubicBezTo>
                    <a:pt x="4650" y="27665"/>
                    <a:pt x="4650" y="27665"/>
                    <a:pt x="4650" y="27665"/>
                  </a:cubicBezTo>
                  <a:cubicBezTo>
                    <a:pt x="4738" y="29098"/>
                    <a:pt x="4738" y="29098"/>
                    <a:pt x="4738" y="29098"/>
                  </a:cubicBezTo>
                  <a:cubicBezTo>
                    <a:pt x="5440" y="29446"/>
                    <a:pt x="5440" y="29446"/>
                    <a:pt x="5440" y="29446"/>
                  </a:cubicBezTo>
                  <a:cubicBezTo>
                    <a:pt x="5089" y="30141"/>
                    <a:pt x="5089" y="30141"/>
                    <a:pt x="5089" y="30141"/>
                  </a:cubicBezTo>
                  <a:cubicBezTo>
                    <a:pt x="5879" y="31400"/>
                    <a:pt x="5879" y="31400"/>
                    <a:pt x="5879" y="31400"/>
                  </a:cubicBezTo>
                  <a:cubicBezTo>
                    <a:pt x="5967" y="32095"/>
                    <a:pt x="5967" y="32095"/>
                    <a:pt x="5967" y="32095"/>
                  </a:cubicBezTo>
                  <a:cubicBezTo>
                    <a:pt x="7063" y="32790"/>
                    <a:pt x="7063" y="32790"/>
                    <a:pt x="7063" y="32790"/>
                  </a:cubicBezTo>
                  <a:cubicBezTo>
                    <a:pt x="7063" y="34223"/>
                    <a:pt x="7063" y="34223"/>
                    <a:pt x="7063" y="34223"/>
                  </a:cubicBezTo>
                  <a:cubicBezTo>
                    <a:pt x="6405" y="35526"/>
                    <a:pt x="6405" y="35526"/>
                    <a:pt x="6405" y="35526"/>
                  </a:cubicBezTo>
                  <a:cubicBezTo>
                    <a:pt x="8380" y="36786"/>
                    <a:pt x="8380" y="36786"/>
                    <a:pt x="8380" y="36786"/>
                  </a:cubicBezTo>
                  <a:cubicBezTo>
                    <a:pt x="9433" y="37654"/>
                    <a:pt x="9433" y="37654"/>
                    <a:pt x="9433" y="37654"/>
                  </a:cubicBezTo>
                  <a:cubicBezTo>
                    <a:pt x="10091" y="39348"/>
                    <a:pt x="10091" y="39348"/>
                    <a:pt x="10091" y="39348"/>
                  </a:cubicBezTo>
                  <a:cubicBezTo>
                    <a:pt x="9652" y="40912"/>
                    <a:pt x="9652" y="40912"/>
                    <a:pt x="9652" y="40912"/>
                  </a:cubicBezTo>
                  <a:cubicBezTo>
                    <a:pt x="8819" y="41737"/>
                    <a:pt x="8819" y="41737"/>
                    <a:pt x="8819" y="41737"/>
                  </a:cubicBezTo>
                  <a:cubicBezTo>
                    <a:pt x="3817" y="50206"/>
                    <a:pt x="3817" y="50206"/>
                    <a:pt x="3817" y="50206"/>
                  </a:cubicBezTo>
                  <a:cubicBezTo>
                    <a:pt x="4431" y="50206"/>
                    <a:pt x="4431" y="50206"/>
                    <a:pt x="4431" y="50206"/>
                  </a:cubicBezTo>
                  <a:cubicBezTo>
                    <a:pt x="6098" y="48859"/>
                    <a:pt x="6098" y="48859"/>
                    <a:pt x="6098" y="48859"/>
                  </a:cubicBezTo>
                  <a:cubicBezTo>
                    <a:pt x="6186" y="49989"/>
                    <a:pt x="6186" y="49989"/>
                    <a:pt x="6186" y="49989"/>
                  </a:cubicBezTo>
                  <a:cubicBezTo>
                    <a:pt x="7458" y="51248"/>
                    <a:pt x="7458" y="51248"/>
                    <a:pt x="7458" y="51248"/>
                  </a:cubicBezTo>
                  <a:cubicBezTo>
                    <a:pt x="8599" y="50901"/>
                    <a:pt x="8599" y="50901"/>
                    <a:pt x="8599" y="50901"/>
                  </a:cubicBezTo>
                  <a:cubicBezTo>
                    <a:pt x="9872" y="51596"/>
                    <a:pt x="9872" y="51596"/>
                    <a:pt x="9872" y="51596"/>
                  </a:cubicBezTo>
                  <a:cubicBezTo>
                    <a:pt x="9608" y="52855"/>
                    <a:pt x="9608" y="52855"/>
                    <a:pt x="9608" y="52855"/>
                  </a:cubicBezTo>
                  <a:cubicBezTo>
                    <a:pt x="7634" y="52377"/>
                    <a:pt x="7634" y="52377"/>
                    <a:pt x="7634" y="52377"/>
                  </a:cubicBezTo>
                  <a:cubicBezTo>
                    <a:pt x="5659" y="53376"/>
                    <a:pt x="5659" y="53376"/>
                    <a:pt x="5659" y="53376"/>
                  </a:cubicBezTo>
                  <a:cubicBezTo>
                    <a:pt x="5572" y="54853"/>
                    <a:pt x="5572" y="54853"/>
                    <a:pt x="5572" y="54853"/>
                  </a:cubicBezTo>
                  <a:cubicBezTo>
                    <a:pt x="5221" y="54940"/>
                    <a:pt x="5221" y="54940"/>
                    <a:pt x="5221" y="54940"/>
                  </a:cubicBezTo>
                  <a:cubicBezTo>
                    <a:pt x="5528" y="55852"/>
                    <a:pt x="5528" y="55852"/>
                    <a:pt x="5528" y="55852"/>
                  </a:cubicBezTo>
                  <a:cubicBezTo>
                    <a:pt x="4914" y="56981"/>
                    <a:pt x="4914" y="56981"/>
                    <a:pt x="4914" y="56981"/>
                  </a:cubicBezTo>
                  <a:cubicBezTo>
                    <a:pt x="4738" y="58154"/>
                    <a:pt x="4738" y="58154"/>
                    <a:pt x="4738" y="58154"/>
                  </a:cubicBezTo>
                  <a:cubicBezTo>
                    <a:pt x="5265" y="59804"/>
                    <a:pt x="5265" y="59804"/>
                    <a:pt x="5265" y="59804"/>
                  </a:cubicBezTo>
                  <a:cubicBezTo>
                    <a:pt x="5616" y="61758"/>
                    <a:pt x="5616" y="61758"/>
                    <a:pt x="5616" y="61758"/>
                  </a:cubicBezTo>
                  <a:cubicBezTo>
                    <a:pt x="4870" y="63235"/>
                    <a:pt x="4870" y="63235"/>
                    <a:pt x="4870" y="63235"/>
                  </a:cubicBezTo>
                  <a:cubicBezTo>
                    <a:pt x="4826" y="63365"/>
                    <a:pt x="4826" y="63365"/>
                    <a:pt x="4826" y="63365"/>
                  </a:cubicBezTo>
                  <a:cubicBezTo>
                    <a:pt x="6230" y="64668"/>
                    <a:pt x="6230" y="64668"/>
                    <a:pt x="6230" y="64668"/>
                  </a:cubicBezTo>
                  <a:cubicBezTo>
                    <a:pt x="5703" y="65841"/>
                    <a:pt x="5703" y="65841"/>
                    <a:pt x="5703" y="65841"/>
                  </a:cubicBezTo>
                  <a:cubicBezTo>
                    <a:pt x="6800" y="66970"/>
                    <a:pt x="6800" y="66970"/>
                    <a:pt x="6800" y="66970"/>
                  </a:cubicBezTo>
                  <a:cubicBezTo>
                    <a:pt x="7590" y="68403"/>
                    <a:pt x="7590" y="68403"/>
                    <a:pt x="7590" y="68403"/>
                  </a:cubicBezTo>
                  <a:cubicBezTo>
                    <a:pt x="7414" y="69185"/>
                    <a:pt x="7414" y="69185"/>
                    <a:pt x="7414" y="69185"/>
                  </a:cubicBezTo>
                  <a:cubicBezTo>
                    <a:pt x="7414" y="69272"/>
                    <a:pt x="7414" y="69272"/>
                    <a:pt x="7414" y="69272"/>
                  </a:cubicBezTo>
                  <a:cubicBezTo>
                    <a:pt x="8994" y="69446"/>
                    <a:pt x="8994" y="69446"/>
                    <a:pt x="8994" y="69446"/>
                  </a:cubicBezTo>
                  <a:cubicBezTo>
                    <a:pt x="10179" y="69359"/>
                    <a:pt x="10179" y="69359"/>
                    <a:pt x="10179" y="69359"/>
                  </a:cubicBezTo>
                  <a:cubicBezTo>
                    <a:pt x="11144" y="70879"/>
                    <a:pt x="11144" y="70879"/>
                    <a:pt x="11144" y="70879"/>
                  </a:cubicBezTo>
                  <a:cubicBezTo>
                    <a:pt x="12153" y="69706"/>
                    <a:pt x="12153" y="69706"/>
                    <a:pt x="12153" y="69706"/>
                  </a:cubicBezTo>
                  <a:cubicBezTo>
                    <a:pt x="14829" y="70705"/>
                    <a:pt x="14829" y="70705"/>
                    <a:pt x="14829" y="70705"/>
                  </a:cubicBezTo>
                  <a:cubicBezTo>
                    <a:pt x="14917" y="72703"/>
                    <a:pt x="14917" y="72703"/>
                    <a:pt x="14917" y="72703"/>
                  </a:cubicBezTo>
                  <a:cubicBezTo>
                    <a:pt x="14917" y="74049"/>
                    <a:pt x="14917" y="74049"/>
                    <a:pt x="14917" y="74049"/>
                  </a:cubicBezTo>
                  <a:cubicBezTo>
                    <a:pt x="16409" y="75266"/>
                    <a:pt x="16409" y="75266"/>
                    <a:pt x="16409" y="75266"/>
                  </a:cubicBezTo>
                  <a:cubicBezTo>
                    <a:pt x="16672" y="76525"/>
                    <a:pt x="16672" y="76525"/>
                    <a:pt x="16672" y="76525"/>
                  </a:cubicBezTo>
                  <a:cubicBezTo>
                    <a:pt x="18032" y="77133"/>
                    <a:pt x="18032" y="77133"/>
                    <a:pt x="18032" y="77133"/>
                  </a:cubicBezTo>
                  <a:cubicBezTo>
                    <a:pt x="18383" y="78393"/>
                    <a:pt x="18383" y="78393"/>
                    <a:pt x="18383" y="78393"/>
                  </a:cubicBezTo>
                  <a:cubicBezTo>
                    <a:pt x="19787" y="78566"/>
                    <a:pt x="19787" y="78566"/>
                    <a:pt x="19787" y="78566"/>
                  </a:cubicBezTo>
                  <a:cubicBezTo>
                    <a:pt x="20709" y="79261"/>
                    <a:pt x="20709" y="79261"/>
                    <a:pt x="20709" y="79261"/>
                  </a:cubicBezTo>
                  <a:cubicBezTo>
                    <a:pt x="19700" y="80738"/>
                    <a:pt x="19700" y="80738"/>
                    <a:pt x="19700" y="80738"/>
                  </a:cubicBezTo>
                  <a:cubicBezTo>
                    <a:pt x="17418" y="81129"/>
                    <a:pt x="17418" y="81129"/>
                    <a:pt x="17418" y="81129"/>
                  </a:cubicBezTo>
                  <a:cubicBezTo>
                    <a:pt x="18296" y="83040"/>
                    <a:pt x="18296" y="83040"/>
                    <a:pt x="18296" y="83040"/>
                  </a:cubicBezTo>
                  <a:cubicBezTo>
                    <a:pt x="18998" y="84907"/>
                    <a:pt x="18998" y="84907"/>
                    <a:pt x="18998" y="84907"/>
                  </a:cubicBezTo>
                  <a:cubicBezTo>
                    <a:pt x="19305" y="84994"/>
                    <a:pt x="19305" y="84994"/>
                    <a:pt x="19305" y="84994"/>
                  </a:cubicBezTo>
                  <a:cubicBezTo>
                    <a:pt x="20621" y="85342"/>
                    <a:pt x="20621" y="85342"/>
                    <a:pt x="20621" y="85342"/>
                  </a:cubicBezTo>
                  <a:cubicBezTo>
                    <a:pt x="22113" y="83952"/>
                    <a:pt x="22113" y="83952"/>
                    <a:pt x="22113" y="83952"/>
                  </a:cubicBezTo>
                  <a:cubicBezTo>
                    <a:pt x="24087" y="83865"/>
                    <a:pt x="24087" y="83865"/>
                    <a:pt x="24087" y="83865"/>
                  </a:cubicBezTo>
                  <a:cubicBezTo>
                    <a:pt x="25447" y="84473"/>
                    <a:pt x="25447" y="84473"/>
                    <a:pt x="25447" y="84473"/>
                  </a:cubicBezTo>
                  <a:cubicBezTo>
                    <a:pt x="26676" y="85776"/>
                    <a:pt x="26676" y="85776"/>
                    <a:pt x="26676" y="85776"/>
                  </a:cubicBezTo>
                  <a:cubicBezTo>
                    <a:pt x="25886" y="86862"/>
                    <a:pt x="25886" y="86862"/>
                    <a:pt x="25886" y="86862"/>
                  </a:cubicBezTo>
                  <a:cubicBezTo>
                    <a:pt x="26588" y="87991"/>
                    <a:pt x="26588" y="87991"/>
                    <a:pt x="26588" y="87991"/>
                  </a:cubicBezTo>
                  <a:cubicBezTo>
                    <a:pt x="28212" y="87643"/>
                    <a:pt x="28212" y="87643"/>
                    <a:pt x="28212" y="87643"/>
                  </a:cubicBezTo>
                  <a:cubicBezTo>
                    <a:pt x="29440" y="88425"/>
                    <a:pt x="29440" y="88425"/>
                    <a:pt x="29440" y="88425"/>
                  </a:cubicBezTo>
                  <a:cubicBezTo>
                    <a:pt x="29791" y="90380"/>
                    <a:pt x="29791" y="90380"/>
                    <a:pt x="29791" y="90380"/>
                  </a:cubicBezTo>
                  <a:cubicBezTo>
                    <a:pt x="31327" y="90206"/>
                    <a:pt x="31327" y="90206"/>
                    <a:pt x="31327" y="90206"/>
                  </a:cubicBezTo>
                  <a:cubicBezTo>
                    <a:pt x="32731" y="91074"/>
                    <a:pt x="32731" y="91074"/>
                    <a:pt x="32731" y="91074"/>
                  </a:cubicBezTo>
                  <a:cubicBezTo>
                    <a:pt x="35232" y="89771"/>
                    <a:pt x="35232" y="89771"/>
                    <a:pt x="35232" y="89771"/>
                  </a:cubicBezTo>
                  <a:cubicBezTo>
                    <a:pt x="37118" y="91552"/>
                    <a:pt x="37118" y="91552"/>
                    <a:pt x="37118" y="91552"/>
                  </a:cubicBezTo>
                  <a:cubicBezTo>
                    <a:pt x="38522" y="90727"/>
                    <a:pt x="38522" y="90727"/>
                    <a:pt x="38522" y="90727"/>
                  </a:cubicBezTo>
                  <a:cubicBezTo>
                    <a:pt x="39795" y="91465"/>
                    <a:pt x="39795" y="91465"/>
                    <a:pt x="39795" y="91465"/>
                  </a:cubicBezTo>
                  <a:cubicBezTo>
                    <a:pt x="41330" y="90988"/>
                    <a:pt x="41330" y="90988"/>
                    <a:pt x="41330" y="90988"/>
                  </a:cubicBezTo>
                  <a:cubicBezTo>
                    <a:pt x="42296" y="91900"/>
                    <a:pt x="42296" y="91900"/>
                    <a:pt x="42296" y="91900"/>
                  </a:cubicBezTo>
                  <a:cubicBezTo>
                    <a:pt x="43787" y="91465"/>
                    <a:pt x="43787" y="91465"/>
                    <a:pt x="43787" y="91465"/>
                  </a:cubicBezTo>
                  <a:cubicBezTo>
                    <a:pt x="44095" y="93029"/>
                    <a:pt x="44095" y="93029"/>
                    <a:pt x="44095" y="93029"/>
                  </a:cubicBezTo>
                  <a:cubicBezTo>
                    <a:pt x="42822" y="94115"/>
                    <a:pt x="42822" y="94115"/>
                    <a:pt x="42822" y="94115"/>
                  </a:cubicBezTo>
                  <a:cubicBezTo>
                    <a:pt x="44182" y="96286"/>
                    <a:pt x="44182" y="96286"/>
                    <a:pt x="44182" y="96286"/>
                  </a:cubicBezTo>
                  <a:cubicBezTo>
                    <a:pt x="43173" y="97806"/>
                    <a:pt x="43173" y="97806"/>
                    <a:pt x="43173" y="97806"/>
                  </a:cubicBezTo>
                  <a:cubicBezTo>
                    <a:pt x="42120" y="98762"/>
                    <a:pt x="42120" y="98762"/>
                    <a:pt x="42120" y="98762"/>
                  </a:cubicBezTo>
                  <a:cubicBezTo>
                    <a:pt x="40936" y="100282"/>
                    <a:pt x="40936" y="100282"/>
                    <a:pt x="40936" y="100282"/>
                  </a:cubicBezTo>
                  <a:cubicBezTo>
                    <a:pt x="41330" y="101889"/>
                    <a:pt x="41330" y="101889"/>
                    <a:pt x="41330" y="101889"/>
                  </a:cubicBezTo>
                  <a:cubicBezTo>
                    <a:pt x="41550" y="102584"/>
                    <a:pt x="41550" y="102584"/>
                    <a:pt x="41550" y="102584"/>
                  </a:cubicBezTo>
                  <a:cubicBezTo>
                    <a:pt x="42252" y="102280"/>
                    <a:pt x="42252" y="102280"/>
                    <a:pt x="42252" y="102280"/>
                  </a:cubicBezTo>
                  <a:cubicBezTo>
                    <a:pt x="43787" y="101672"/>
                    <a:pt x="43787" y="101672"/>
                    <a:pt x="43787" y="101672"/>
                  </a:cubicBezTo>
                  <a:cubicBezTo>
                    <a:pt x="43875" y="102584"/>
                    <a:pt x="43875" y="102584"/>
                    <a:pt x="43875" y="102584"/>
                  </a:cubicBezTo>
                  <a:cubicBezTo>
                    <a:pt x="42603" y="103626"/>
                    <a:pt x="42603" y="103626"/>
                    <a:pt x="42603" y="103626"/>
                  </a:cubicBezTo>
                  <a:cubicBezTo>
                    <a:pt x="41374" y="104495"/>
                    <a:pt x="41374" y="104495"/>
                    <a:pt x="41374" y="104495"/>
                  </a:cubicBezTo>
                  <a:cubicBezTo>
                    <a:pt x="39926" y="104755"/>
                    <a:pt x="39926" y="104755"/>
                    <a:pt x="39926" y="104755"/>
                  </a:cubicBezTo>
                  <a:cubicBezTo>
                    <a:pt x="40365" y="105928"/>
                    <a:pt x="40365" y="105928"/>
                    <a:pt x="40365" y="105928"/>
                  </a:cubicBezTo>
                  <a:cubicBezTo>
                    <a:pt x="41374" y="106102"/>
                    <a:pt x="41374" y="106102"/>
                    <a:pt x="41374" y="106102"/>
                  </a:cubicBezTo>
                  <a:cubicBezTo>
                    <a:pt x="42427" y="106883"/>
                    <a:pt x="42427" y="106883"/>
                    <a:pt x="42427" y="106883"/>
                  </a:cubicBezTo>
                  <a:cubicBezTo>
                    <a:pt x="41462" y="107318"/>
                    <a:pt x="41462" y="107318"/>
                    <a:pt x="41462" y="107318"/>
                  </a:cubicBezTo>
                  <a:cubicBezTo>
                    <a:pt x="41111" y="108838"/>
                    <a:pt x="41111" y="108838"/>
                    <a:pt x="41111" y="108838"/>
                  </a:cubicBezTo>
                  <a:cubicBezTo>
                    <a:pt x="40453" y="110445"/>
                    <a:pt x="40453" y="110445"/>
                    <a:pt x="40453" y="110445"/>
                  </a:cubicBezTo>
                  <a:cubicBezTo>
                    <a:pt x="39707" y="110575"/>
                    <a:pt x="39707" y="110575"/>
                    <a:pt x="39707" y="110575"/>
                  </a:cubicBezTo>
                  <a:cubicBezTo>
                    <a:pt x="38961" y="110445"/>
                    <a:pt x="38961" y="110445"/>
                    <a:pt x="38961" y="110445"/>
                  </a:cubicBezTo>
                  <a:cubicBezTo>
                    <a:pt x="38961" y="110445"/>
                    <a:pt x="38084" y="111530"/>
                    <a:pt x="38084" y="111487"/>
                  </a:cubicBezTo>
                  <a:cubicBezTo>
                    <a:pt x="38084" y="111487"/>
                    <a:pt x="38786" y="111704"/>
                    <a:pt x="38786" y="111704"/>
                  </a:cubicBezTo>
                  <a:cubicBezTo>
                    <a:pt x="39575" y="111748"/>
                    <a:pt x="39575" y="111748"/>
                    <a:pt x="39575" y="111748"/>
                  </a:cubicBezTo>
                  <a:cubicBezTo>
                    <a:pt x="41023" y="112747"/>
                    <a:pt x="41023" y="112747"/>
                    <a:pt x="41023" y="112747"/>
                  </a:cubicBezTo>
                  <a:cubicBezTo>
                    <a:pt x="42427" y="113094"/>
                    <a:pt x="42427" y="113094"/>
                    <a:pt x="42427" y="113094"/>
                  </a:cubicBezTo>
                  <a:cubicBezTo>
                    <a:pt x="44402" y="113789"/>
                    <a:pt x="44402" y="113789"/>
                    <a:pt x="44402" y="113789"/>
                  </a:cubicBezTo>
                  <a:cubicBezTo>
                    <a:pt x="46552" y="114744"/>
                    <a:pt x="46552" y="114744"/>
                    <a:pt x="46552" y="114744"/>
                  </a:cubicBezTo>
                  <a:cubicBezTo>
                    <a:pt x="49140" y="116178"/>
                    <a:pt x="49140" y="116178"/>
                    <a:pt x="49140" y="116178"/>
                  </a:cubicBezTo>
                  <a:cubicBezTo>
                    <a:pt x="49798" y="116482"/>
                    <a:pt x="49798" y="116482"/>
                    <a:pt x="49798" y="116482"/>
                  </a:cubicBezTo>
                  <a:cubicBezTo>
                    <a:pt x="50939" y="115613"/>
                    <a:pt x="50939" y="115613"/>
                    <a:pt x="50939" y="115613"/>
                  </a:cubicBezTo>
                  <a:cubicBezTo>
                    <a:pt x="53747" y="116134"/>
                    <a:pt x="53747" y="116134"/>
                    <a:pt x="53747" y="116134"/>
                  </a:cubicBezTo>
                  <a:cubicBezTo>
                    <a:pt x="56336" y="116134"/>
                    <a:pt x="56336" y="116134"/>
                    <a:pt x="56336" y="116134"/>
                  </a:cubicBezTo>
                  <a:cubicBezTo>
                    <a:pt x="59232" y="115787"/>
                    <a:pt x="59232" y="115787"/>
                    <a:pt x="59232" y="115787"/>
                  </a:cubicBezTo>
                  <a:cubicBezTo>
                    <a:pt x="61689" y="116786"/>
                    <a:pt x="61689" y="116786"/>
                    <a:pt x="61689" y="116786"/>
                  </a:cubicBezTo>
                  <a:cubicBezTo>
                    <a:pt x="62566" y="117350"/>
                    <a:pt x="62566" y="117350"/>
                    <a:pt x="62566" y="117350"/>
                  </a:cubicBezTo>
                  <a:cubicBezTo>
                    <a:pt x="64321" y="116482"/>
                    <a:pt x="64321" y="116482"/>
                    <a:pt x="64321" y="116482"/>
                  </a:cubicBezTo>
                  <a:cubicBezTo>
                    <a:pt x="66164" y="115874"/>
                    <a:pt x="66164" y="115874"/>
                    <a:pt x="66164" y="115874"/>
                  </a:cubicBezTo>
                  <a:cubicBezTo>
                    <a:pt x="67787" y="116221"/>
                    <a:pt x="67787" y="116221"/>
                    <a:pt x="67787" y="116221"/>
                  </a:cubicBezTo>
                  <a:cubicBezTo>
                    <a:pt x="68051" y="117176"/>
                    <a:pt x="68051" y="117176"/>
                    <a:pt x="68051" y="117176"/>
                  </a:cubicBezTo>
                  <a:cubicBezTo>
                    <a:pt x="71210" y="118132"/>
                    <a:pt x="71210" y="118132"/>
                    <a:pt x="71210" y="118132"/>
                  </a:cubicBezTo>
                  <a:cubicBezTo>
                    <a:pt x="71385" y="118175"/>
                    <a:pt x="71385" y="118175"/>
                    <a:pt x="71385" y="118175"/>
                  </a:cubicBezTo>
                  <a:cubicBezTo>
                    <a:pt x="73667" y="118914"/>
                    <a:pt x="73667" y="118914"/>
                    <a:pt x="73667" y="118914"/>
                  </a:cubicBezTo>
                  <a:cubicBezTo>
                    <a:pt x="74369" y="120000"/>
                    <a:pt x="74369" y="120000"/>
                    <a:pt x="74369" y="120000"/>
                  </a:cubicBezTo>
                  <a:cubicBezTo>
                    <a:pt x="76475" y="119261"/>
                    <a:pt x="76475" y="119261"/>
                    <a:pt x="76475" y="119261"/>
                  </a:cubicBezTo>
                  <a:cubicBezTo>
                    <a:pt x="77440" y="116872"/>
                    <a:pt x="77440" y="116872"/>
                    <a:pt x="77440" y="116872"/>
                  </a:cubicBezTo>
                  <a:cubicBezTo>
                    <a:pt x="77703" y="115960"/>
                    <a:pt x="77703" y="115960"/>
                    <a:pt x="77703" y="115960"/>
                  </a:cubicBezTo>
                  <a:cubicBezTo>
                    <a:pt x="76738" y="115439"/>
                    <a:pt x="76738" y="115439"/>
                    <a:pt x="76738" y="115439"/>
                  </a:cubicBezTo>
                  <a:cubicBezTo>
                    <a:pt x="75115" y="114310"/>
                    <a:pt x="75115" y="114310"/>
                    <a:pt x="75115" y="114310"/>
                  </a:cubicBezTo>
                  <a:cubicBezTo>
                    <a:pt x="73623" y="113441"/>
                    <a:pt x="73623" y="113441"/>
                    <a:pt x="73623" y="113441"/>
                  </a:cubicBezTo>
                  <a:cubicBezTo>
                    <a:pt x="72789" y="111487"/>
                    <a:pt x="72789" y="111487"/>
                    <a:pt x="72789" y="111487"/>
                  </a:cubicBezTo>
                  <a:cubicBezTo>
                    <a:pt x="72351" y="109142"/>
                    <a:pt x="72351" y="109142"/>
                    <a:pt x="72351" y="109142"/>
                  </a:cubicBezTo>
                  <a:cubicBezTo>
                    <a:pt x="71956" y="110097"/>
                    <a:pt x="71956" y="110097"/>
                    <a:pt x="71956" y="110097"/>
                  </a:cubicBezTo>
                  <a:cubicBezTo>
                    <a:pt x="71297" y="108968"/>
                    <a:pt x="71297" y="108968"/>
                    <a:pt x="71297" y="108968"/>
                  </a:cubicBezTo>
                  <a:cubicBezTo>
                    <a:pt x="70288" y="107709"/>
                    <a:pt x="70288" y="107709"/>
                    <a:pt x="70288" y="107709"/>
                  </a:cubicBezTo>
                  <a:cubicBezTo>
                    <a:pt x="69016" y="107231"/>
                    <a:pt x="69016" y="107231"/>
                    <a:pt x="69016" y="107231"/>
                  </a:cubicBezTo>
                  <a:cubicBezTo>
                    <a:pt x="68489" y="106319"/>
                    <a:pt x="68489" y="106319"/>
                    <a:pt x="68489" y="106319"/>
                  </a:cubicBezTo>
                  <a:cubicBezTo>
                    <a:pt x="69279" y="105494"/>
                    <a:pt x="69279" y="105494"/>
                    <a:pt x="69279" y="105494"/>
                  </a:cubicBezTo>
                  <a:cubicBezTo>
                    <a:pt x="69499" y="104104"/>
                    <a:pt x="69499" y="104104"/>
                    <a:pt x="69499" y="104104"/>
                  </a:cubicBezTo>
                  <a:cubicBezTo>
                    <a:pt x="69893" y="101976"/>
                    <a:pt x="69893" y="101976"/>
                    <a:pt x="69893" y="101976"/>
                  </a:cubicBezTo>
                  <a:cubicBezTo>
                    <a:pt x="70552" y="100846"/>
                    <a:pt x="70552" y="100846"/>
                    <a:pt x="70552" y="100846"/>
                  </a:cubicBezTo>
                  <a:cubicBezTo>
                    <a:pt x="71692" y="100282"/>
                    <a:pt x="71692" y="100282"/>
                    <a:pt x="71692" y="100282"/>
                  </a:cubicBezTo>
                  <a:cubicBezTo>
                    <a:pt x="72658" y="99326"/>
                    <a:pt x="72658" y="99326"/>
                    <a:pt x="72658" y="99326"/>
                  </a:cubicBezTo>
                  <a:cubicBezTo>
                    <a:pt x="73447" y="97806"/>
                    <a:pt x="73447" y="97806"/>
                    <a:pt x="73447" y="97806"/>
                  </a:cubicBezTo>
                  <a:cubicBezTo>
                    <a:pt x="73886" y="96677"/>
                    <a:pt x="73886" y="96677"/>
                    <a:pt x="73886" y="96677"/>
                  </a:cubicBezTo>
                  <a:cubicBezTo>
                    <a:pt x="72438" y="95591"/>
                    <a:pt x="72438" y="95591"/>
                    <a:pt x="72438" y="95591"/>
                  </a:cubicBezTo>
                  <a:cubicBezTo>
                    <a:pt x="71473" y="94201"/>
                    <a:pt x="71473" y="94201"/>
                    <a:pt x="71473" y="94201"/>
                  </a:cubicBezTo>
                  <a:cubicBezTo>
                    <a:pt x="69762" y="92508"/>
                    <a:pt x="69762" y="92508"/>
                    <a:pt x="69762" y="92508"/>
                  </a:cubicBezTo>
                  <a:cubicBezTo>
                    <a:pt x="68270" y="91248"/>
                    <a:pt x="68270" y="91248"/>
                    <a:pt x="68270" y="91248"/>
                  </a:cubicBezTo>
                  <a:cubicBezTo>
                    <a:pt x="66471" y="90814"/>
                    <a:pt x="66471" y="90814"/>
                    <a:pt x="66471" y="90814"/>
                  </a:cubicBezTo>
                  <a:cubicBezTo>
                    <a:pt x="64146" y="90553"/>
                    <a:pt x="64146" y="90553"/>
                    <a:pt x="64146" y="90553"/>
                  </a:cubicBezTo>
                  <a:cubicBezTo>
                    <a:pt x="63707" y="89337"/>
                    <a:pt x="63707" y="89337"/>
                    <a:pt x="63707" y="89337"/>
                  </a:cubicBezTo>
                  <a:cubicBezTo>
                    <a:pt x="62391" y="88729"/>
                    <a:pt x="62391" y="88729"/>
                    <a:pt x="62391" y="88729"/>
                  </a:cubicBezTo>
                  <a:cubicBezTo>
                    <a:pt x="61908" y="86688"/>
                    <a:pt x="61908" y="86688"/>
                    <a:pt x="61908" y="86688"/>
                  </a:cubicBezTo>
                  <a:cubicBezTo>
                    <a:pt x="62084" y="85342"/>
                    <a:pt x="62084" y="85342"/>
                    <a:pt x="62084" y="85342"/>
                  </a:cubicBezTo>
                  <a:cubicBezTo>
                    <a:pt x="61206" y="84386"/>
                    <a:pt x="61206" y="84386"/>
                    <a:pt x="61206" y="84386"/>
                  </a:cubicBezTo>
                  <a:cubicBezTo>
                    <a:pt x="61382" y="82605"/>
                    <a:pt x="61382" y="82605"/>
                    <a:pt x="61382" y="82605"/>
                  </a:cubicBezTo>
                  <a:cubicBezTo>
                    <a:pt x="61908" y="80651"/>
                    <a:pt x="61908" y="80651"/>
                    <a:pt x="61908" y="80651"/>
                  </a:cubicBezTo>
                  <a:cubicBezTo>
                    <a:pt x="61820" y="78566"/>
                    <a:pt x="61820" y="78566"/>
                    <a:pt x="61820" y="78566"/>
                  </a:cubicBezTo>
                  <a:cubicBezTo>
                    <a:pt x="63005" y="78827"/>
                    <a:pt x="63005" y="78827"/>
                    <a:pt x="63005" y="78827"/>
                  </a:cubicBezTo>
                  <a:cubicBezTo>
                    <a:pt x="64848" y="80868"/>
                    <a:pt x="64848" y="80868"/>
                    <a:pt x="64848" y="80868"/>
                  </a:cubicBezTo>
                  <a:cubicBezTo>
                    <a:pt x="66208" y="80130"/>
                    <a:pt x="66208" y="80130"/>
                    <a:pt x="66208" y="80130"/>
                  </a:cubicBezTo>
                  <a:cubicBezTo>
                    <a:pt x="67349" y="78002"/>
                    <a:pt x="67349" y="78002"/>
                    <a:pt x="67349" y="78002"/>
                  </a:cubicBezTo>
                  <a:cubicBezTo>
                    <a:pt x="67744" y="76699"/>
                    <a:pt x="67744" y="76699"/>
                    <a:pt x="67744" y="76699"/>
                  </a:cubicBezTo>
                  <a:cubicBezTo>
                    <a:pt x="69323" y="74831"/>
                    <a:pt x="69323" y="74831"/>
                    <a:pt x="69323" y="74831"/>
                  </a:cubicBezTo>
                  <a:cubicBezTo>
                    <a:pt x="70025" y="73007"/>
                    <a:pt x="70025" y="73007"/>
                    <a:pt x="70025" y="73007"/>
                  </a:cubicBezTo>
                  <a:cubicBezTo>
                    <a:pt x="72526" y="73268"/>
                    <a:pt x="72526" y="73268"/>
                    <a:pt x="72526" y="73268"/>
                  </a:cubicBezTo>
                  <a:cubicBezTo>
                    <a:pt x="72614" y="72269"/>
                    <a:pt x="72614" y="72269"/>
                    <a:pt x="72614" y="72269"/>
                  </a:cubicBezTo>
                  <a:cubicBezTo>
                    <a:pt x="73711" y="71226"/>
                    <a:pt x="73711" y="71226"/>
                    <a:pt x="73711" y="71226"/>
                  </a:cubicBezTo>
                  <a:cubicBezTo>
                    <a:pt x="75027" y="71574"/>
                    <a:pt x="75027" y="71574"/>
                    <a:pt x="75027" y="71574"/>
                  </a:cubicBezTo>
                  <a:cubicBezTo>
                    <a:pt x="76914" y="71140"/>
                    <a:pt x="76914" y="71140"/>
                    <a:pt x="76914" y="71140"/>
                  </a:cubicBezTo>
                  <a:cubicBezTo>
                    <a:pt x="79327" y="71748"/>
                    <a:pt x="79327" y="71748"/>
                    <a:pt x="79327" y="71748"/>
                  </a:cubicBezTo>
                  <a:cubicBezTo>
                    <a:pt x="80950" y="73441"/>
                    <a:pt x="80950" y="73441"/>
                    <a:pt x="80950" y="73441"/>
                  </a:cubicBezTo>
                  <a:cubicBezTo>
                    <a:pt x="81915" y="73441"/>
                    <a:pt x="81915" y="73441"/>
                    <a:pt x="81915" y="73441"/>
                  </a:cubicBezTo>
                  <a:cubicBezTo>
                    <a:pt x="81389" y="71574"/>
                    <a:pt x="81389" y="71574"/>
                    <a:pt x="81389" y="71574"/>
                  </a:cubicBezTo>
                  <a:cubicBezTo>
                    <a:pt x="83144" y="70792"/>
                    <a:pt x="83144" y="70792"/>
                    <a:pt x="83144" y="70792"/>
                  </a:cubicBezTo>
                  <a:cubicBezTo>
                    <a:pt x="83056" y="69098"/>
                    <a:pt x="83056" y="69098"/>
                    <a:pt x="83056" y="69098"/>
                  </a:cubicBezTo>
                  <a:cubicBezTo>
                    <a:pt x="84592" y="68143"/>
                    <a:pt x="84592" y="68143"/>
                    <a:pt x="84592" y="68143"/>
                  </a:cubicBezTo>
                  <a:cubicBezTo>
                    <a:pt x="85031" y="65841"/>
                    <a:pt x="85031" y="65841"/>
                    <a:pt x="85031" y="65841"/>
                  </a:cubicBezTo>
                  <a:cubicBezTo>
                    <a:pt x="86742" y="65494"/>
                    <a:pt x="86742" y="65494"/>
                    <a:pt x="86742" y="65494"/>
                  </a:cubicBezTo>
                  <a:cubicBezTo>
                    <a:pt x="87707" y="63713"/>
                    <a:pt x="87707" y="63713"/>
                    <a:pt x="87707" y="63713"/>
                  </a:cubicBezTo>
                  <a:cubicBezTo>
                    <a:pt x="88979" y="62193"/>
                    <a:pt x="88979" y="62193"/>
                    <a:pt x="88979" y="62193"/>
                  </a:cubicBezTo>
                  <a:cubicBezTo>
                    <a:pt x="90383" y="63365"/>
                    <a:pt x="90383" y="63365"/>
                    <a:pt x="90383" y="63365"/>
                  </a:cubicBezTo>
                  <a:cubicBezTo>
                    <a:pt x="92884" y="62671"/>
                    <a:pt x="92884" y="62671"/>
                    <a:pt x="92884" y="62671"/>
                  </a:cubicBezTo>
                  <a:cubicBezTo>
                    <a:pt x="92972" y="61150"/>
                    <a:pt x="92972" y="61150"/>
                    <a:pt x="92972" y="61150"/>
                  </a:cubicBezTo>
                  <a:cubicBezTo>
                    <a:pt x="94244" y="61237"/>
                    <a:pt x="94244" y="61237"/>
                    <a:pt x="94244" y="61237"/>
                  </a:cubicBezTo>
                  <a:cubicBezTo>
                    <a:pt x="95912" y="60195"/>
                    <a:pt x="95912" y="60195"/>
                    <a:pt x="95912" y="60195"/>
                  </a:cubicBezTo>
                  <a:cubicBezTo>
                    <a:pt x="96351" y="57893"/>
                    <a:pt x="96351" y="57893"/>
                    <a:pt x="96351" y="57893"/>
                  </a:cubicBezTo>
                  <a:cubicBezTo>
                    <a:pt x="95297" y="56373"/>
                    <a:pt x="95297" y="56373"/>
                    <a:pt x="95297" y="56373"/>
                  </a:cubicBezTo>
                  <a:cubicBezTo>
                    <a:pt x="92797" y="56894"/>
                    <a:pt x="92797" y="56894"/>
                    <a:pt x="92797" y="56894"/>
                  </a:cubicBezTo>
                  <a:cubicBezTo>
                    <a:pt x="90822" y="56373"/>
                    <a:pt x="90822" y="56373"/>
                    <a:pt x="90822" y="56373"/>
                  </a:cubicBezTo>
                  <a:cubicBezTo>
                    <a:pt x="90647" y="55157"/>
                    <a:pt x="90647" y="55157"/>
                    <a:pt x="90647" y="55157"/>
                  </a:cubicBezTo>
                  <a:cubicBezTo>
                    <a:pt x="92007" y="53116"/>
                    <a:pt x="92007" y="53116"/>
                    <a:pt x="92007" y="53116"/>
                  </a:cubicBezTo>
                  <a:cubicBezTo>
                    <a:pt x="90383" y="51856"/>
                    <a:pt x="90383" y="51856"/>
                    <a:pt x="90383" y="51856"/>
                  </a:cubicBezTo>
                  <a:cubicBezTo>
                    <a:pt x="90647" y="50032"/>
                    <a:pt x="90647" y="50032"/>
                    <a:pt x="90647" y="50032"/>
                  </a:cubicBezTo>
                  <a:cubicBezTo>
                    <a:pt x="92533" y="49207"/>
                    <a:pt x="92533" y="49207"/>
                    <a:pt x="92533" y="49207"/>
                  </a:cubicBezTo>
                  <a:cubicBezTo>
                    <a:pt x="92270" y="48078"/>
                    <a:pt x="92270" y="48078"/>
                    <a:pt x="92270" y="48078"/>
                  </a:cubicBezTo>
                  <a:cubicBezTo>
                    <a:pt x="89681" y="48338"/>
                    <a:pt x="89681" y="48338"/>
                    <a:pt x="89681" y="48338"/>
                  </a:cubicBezTo>
                  <a:cubicBezTo>
                    <a:pt x="90120" y="47470"/>
                    <a:pt x="90120" y="47470"/>
                    <a:pt x="90120" y="47470"/>
                  </a:cubicBezTo>
                  <a:cubicBezTo>
                    <a:pt x="89243" y="46644"/>
                    <a:pt x="89243" y="46644"/>
                    <a:pt x="89243" y="46644"/>
                  </a:cubicBezTo>
                  <a:cubicBezTo>
                    <a:pt x="89594" y="45342"/>
                    <a:pt x="89594" y="45342"/>
                    <a:pt x="89594" y="45342"/>
                  </a:cubicBezTo>
                  <a:cubicBezTo>
                    <a:pt x="90296" y="44386"/>
                    <a:pt x="90296" y="44386"/>
                    <a:pt x="90296" y="44386"/>
                  </a:cubicBezTo>
                  <a:cubicBezTo>
                    <a:pt x="91173" y="44733"/>
                    <a:pt x="91173" y="44733"/>
                    <a:pt x="91173" y="44733"/>
                  </a:cubicBezTo>
                  <a:cubicBezTo>
                    <a:pt x="92446" y="42779"/>
                    <a:pt x="92446" y="42779"/>
                    <a:pt x="92446" y="42779"/>
                  </a:cubicBezTo>
                  <a:cubicBezTo>
                    <a:pt x="95473" y="38089"/>
                    <a:pt x="95473" y="38089"/>
                    <a:pt x="95473" y="38089"/>
                  </a:cubicBezTo>
                  <a:cubicBezTo>
                    <a:pt x="96833" y="37480"/>
                    <a:pt x="96833" y="37480"/>
                    <a:pt x="96833" y="37480"/>
                  </a:cubicBezTo>
                  <a:cubicBezTo>
                    <a:pt x="97184" y="36308"/>
                    <a:pt x="97184" y="36308"/>
                    <a:pt x="97184" y="36308"/>
                  </a:cubicBezTo>
                  <a:cubicBezTo>
                    <a:pt x="99115" y="33876"/>
                    <a:pt x="99115" y="33876"/>
                    <a:pt x="99115" y="33876"/>
                  </a:cubicBezTo>
                  <a:cubicBezTo>
                    <a:pt x="100914" y="31487"/>
                    <a:pt x="100914" y="31487"/>
                    <a:pt x="100914" y="31487"/>
                  </a:cubicBezTo>
                  <a:cubicBezTo>
                    <a:pt x="101089" y="29619"/>
                    <a:pt x="101089" y="29619"/>
                    <a:pt x="101089" y="29619"/>
                  </a:cubicBezTo>
                  <a:cubicBezTo>
                    <a:pt x="101265" y="28099"/>
                    <a:pt x="101265" y="28099"/>
                    <a:pt x="101265" y="28099"/>
                  </a:cubicBezTo>
                  <a:cubicBezTo>
                    <a:pt x="102888" y="27578"/>
                    <a:pt x="102888" y="27578"/>
                    <a:pt x="102888" y="27578"/>
                  </a:cubicBezTo>
                  <a:cubicBezTo>
                    <a:pt x="104468" y="27404"/>
                    <a:pt x="104468" y="27404"/>
                    <a:pt x="104468" y="27404"/>
                  </a:cubicBezTo>
                  <a:cubicBezTo>
                    <a:pt x="105652" y="26449"/>
                    <a:pt x="105652" y="26449"/>
                    <a:pt x="105652" y="26449"/>
                  </a:cubicBezTo>
                  <a:cubicBezTo>
                    <a:pt x="106793" y="27231"/>
                    <a:pt x="106793" y="27231"/>
                    <a:pt x="106793" y="27231"/>
                  </a:cubicBezTo>
                  <a:cubicBezTo>
                    <a:pt x="108065" y="28925"/>
                    <a:pt x="108065" y="28925"/>
                    <a:pt x="108065" y="28925"/>
                  </a:cubicBezTo>
                  <a:cubicBezTo>
                    <a:pt x="110303" y="28925"/>
                    <a:pt x="110303" y="28925"/>
                    <a:pt x="110303" y="28925"/>
                  </a:cubicBezTo>
                  <a:cubicBezTo>
                    <a:pt x="111356" y="27404"/>
                    <a:pt x="111356" y="27404"/>
                    <a:pt x="111356" y="27404"/>
                  </a:cubicBezTo>
                  <a:cubicBezTo>
                    <a:pt x="112541" y="28186"/>
                    <a:pt x="112541" y="28186"/>
                    <a:pt x="112541" y="28186"/>
                  </a:cubicBezTo>
                  <a:cubicBezTo>
                    <a:pt x="113594" y="26970"/>
                    <a:pt x="113594" y="26970"/>
                    <a:pt x="113594" y="26970"/>
                  </a:cubicBezTo>
                  <a:cubicBezTo>
                    <a:pt x="113506" y="25363"/>
                    <a:pt x="113506" y="25363"/>
                    <a:pt x="113506" y="25363"/>
                  </a:cubicBezTo>
                  <a:cubicBezTo>
                    <a:pt x="114734" y="24842"/>
                    <a:pt x="114734" y="24842"/>
                    <a:pt x="114734" y="24842"/>
                  </a:cubicBezTo>
                  <a:cubicBezTo>
                    <a:pt x="115480" y="25016"/>
                    <a:pt x="115480" y="25016"/>
                    <a:pt x="115480" y="25016"/>
                  </a:cubicBezTo>
                  <a:cubicBezTo>
                    <a:pt x="116007" y="27144"/>
                    <a:pt x="116007" y="27144"/>
                    <a:pt x="116007" y="27144"/>
                  </a:cubicBezTo>
                  <a:cubicBezTo>
                    <a:pt x="116797" y="25103"/>
                    <a:pt x="116797" y="25103"/>
                    <a:pt x="116797" y="25103"/>
                  </a:cubicBezTo>
                  <a:cubicBezTo>
                    <a:pt x="118069" y="25016"/>
                    <a:pt x="118069" y="25016"/>
                    <a:pt x="118069" y="25016"/>
                  </a:cubicBezTo>
                  <a:cubicBezTo>
                    <a:pt x="117806" y="23887"/>
                    <a:pt x="117806" y="23887"/>
                    <a:pt x="117806" y="23887"/>
                  </a:cubicBezTo>
                  <a:cubicBezTo>
                    <a:pt x="118332" y="22366"/>
                    <a:pt x="118332" y="22366"/>
                    <a:pt x="118332" y="22366"/>
                  </a:cubicBezTo>
                  <a:cubicBezTo>
                    <a:pt x="117981" y="20586"/>
                    <a:pt x="117981" y="20586"/>
                    <a:pt x="117981" y="20586"/>
                  </a:cubicBezTo>
                  <a:cubicBezTo>
                    <a:pt x="118595" y="19109"/>
                    <a:pt x="118595" y="19109"/>
                    <a:pt x="118595" y="19109"/>
                  </a:cubicBezTo>
                  <a:cubicBezTo>
                    <a:pt x="119385" y="17328"/>
                    <a:pt x="119385" y="17328"/>
                    <a:pt x="119385" y="17328"/>
                  </a:cubicBezTo>
                  <a:cubicBezTo>
                    <a:pt x="119999" y="17198"/>
                    <a:pt x="119999" y="17198"/>
                    <a:pt x="119999" y="17198"/>
                  </a:cubicBezTo>
                  <a:cubicBezTo>
                    <a:pt x="119999" y="0"/>
                    <a:pt x="119999" y="0"/>
                    <a:pt x="119999" y="0"/>
                  </a:cubicBezTo>
                  <a:lnTo>
                    <a:pt x="41594"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5" name="Google Shape;1195;p59"/>
            <p:cNvSpPr/>
            <p:nvPr/>
          </p:nvSpPr>
          <p:spPr>
            <a:xfrm>
              <a:off x="6661230" y="3082038"/>
              <a:ext cx="331800" cy="462300"/>
            </a:xfrm>
            <a:custGeom>
              <a:rect b="b" l="l" r="r" t="t"/>
              <a:pathLst>
                <a:path extrusionOk="0" h="120000" w="120000">
                  <a:moveTo>
                    <a:pt x="9963" y="5595"/>
                  </a:moveTo>
                  <a:lnTo>
                    <a:pt x="0" y="6839"/>
                  </a:lnTo>
                  <a:lnTo>
                    <a:pt x="5198" y="17720"/>
                  </a:lnTo>
                  <a:lnTo>
                    <a:pt x="11263" y="27668"/>
                  </a:lnTo>
                  <a:lnTo>
                    <a:pt x="4332" y="34196"/>
                  </a:lnTo>
                  <a:lnTo>
                    <a:pt x="11696" y="40103"/>
                  </a:lnTo>
                  <a:lnTo>
                    <a:pt x="8664" y="51917"/>
                  </a:lnTo>
                  <a:lnTo>
                    <a:pt x="20361" y="63108"/>
                  </a:lnTo>
                  <a:lnTo>
                    <a:pt x="12563" y="75854"/>
                  </a:lnTo>
                  <a:lnTo>
                    <a:pt x="11696" y="76476"/>
                  </a:lnTo>
                  <a:lnTo>
                    <a:pt x="19494" y="81450"/>
                  </a:lnTo>
                  <a:lnTo>
                    <a:pt x="29025" y="90777"/>
                  </a:lnTo>
                  <a:lnTo>
                    <a:pt x="40288" y="95440"/>
                  </a:lnTo>
                  <a:lnTo>
                    <a:pt x="42021" y="96373"/>
                  </a:lnTo>
                  <a:lnTo>
                    <a:pt x="35956" y="106010"/>
                  </a:lnTo>
                  <a:lnTo>
                    <a:pt x="42021" y="106321"/>
                  </a:lnTo>
                  <a:lnTo>
                    <a:pt x="47220" y="113471"/>
                  </a:lnTo>
                  <a:lnTo>
                    <a:pt x="55018" y="118134"/>
                  </a:lnTo>
                  <a:lnTo>
                    <a:pt x="54584" y="120000"/>
                  </a:lnTo>
                  <a:lnTo>
                    <a:pt x="64115" y="118445"/>
                  </a:lnTo>
                  <a:lnTo>
                    <a:pt x="73212" y="118756"/>
                  </a:lnTo>
                  <a:lnTo>
                    <a:pt x="84043" y="112538"/>
                  </a:lnTo>
                  <a:lnTo>
                    <a:pt x="87942" y="110362"/>
                  </a:lnTo>
                  <a:lnTo>
                    <a:pt x="107436" y="109119"/>
                  </a:lnTo>
                  <a:lnTo>
                    <a:pt x="106570" y="99792"/>
                  </a:lnTo>
                  <a:lnTo>
                    <a:pt x="113068" y="95440"/>
                  </a:lnTo>
                  <a:lnTo>
                    <a:pt x="120000" y="87357"/>
                  </a:lnTo>
                  <a:lnTo>
                    <a:pt x="107436" y="78341"/>
                  </a:lnTo>
                  <a:lnTo>
                    <a:pt x="101805" y="66528"/>
                  </a:lnTo>
                  <a:lnTo>
                    <a:pt x="110036" y="57202"/>
                  </a:lnTo>
                  <a:lnTo>
                    <a:pt x="115234" y="52849"/>
                  </a:lnTo>
                  <a:lnTo>
                    <a:pt x="110036" y="50362"/>
                  </a:lnTo>
                  <a:lnTo>
                    <a:pt x="113068" y="44455"/>
                  </a:lnTo>
                  <a:lnTo>
                    <a:pt x="106137" y="40725"/>
                  </a:lnTo>
                  <a:lnTo>
                    <a:pt x="91407" y="47253"/>
                  </a:lnTo>
                  <a:lnTo>
                    <a:pt x="76678" y="40414"/>
                  </a:lnTo>
                  <a:lnTo>
                    <a:pt x="78844" y="32331"/>
                  </a:lnTo>
                  <a:lnTo>
                    <a:pt x="57184" y="20518"/>
                  </a:lnTo>
                  <a:lnTo>
                    <a:pt x="47653" y="9948"/>
                  </a:lnTo>
                  <a:lnTo>
                    <a:pt x="40722" y="1865"/>
                  </a:lnTo>
                  <a:lnTo>
                    <a:pt x="31191" y="0"/>
                  </a:lnTo>
                  <a:lnTo>
                    <a:pt x="9963" y="559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6" name="Google Shape;1196;p59"/>
            <p:cNvSpPr/>
            <p:nvPr/>
          </p:nvSpPr>
          <p:spPr>
            <a:xfrm>
              <a:off x="4816485" y="1817070"/>
              <a:ext cx="179700" cy="152100"/>
            </a:xfrm>
            <a:custGeom>
              <a:rect b="b" l="l" r="r" t="t"/>
              <a:pathLst>
                <a:path extrusionOk="0" h="120000" w="120000">
                  <a:moveTo>
                    <a:pt x="21600" y="30236"/>
                  </a:moveTo>
                  <a:lnTo>
                    <a:pt x="3200" y="46299"/>
                  </a:lnTo>
                  <a:lnTo>
                    <a:pt x="0" y="72755"/>
                  </a:lnTo>
                  <a:lnTo>
                    <a:pt x="20000" y="88818"/>
                  </a:lnTo>
                  <a:lnTo>
                    <a:pt x="40000" y="67086"/>
                  </a:lnTo>
                  <a:lnTo>
                    <a:pt x="53600" y="80314"/>
                  </a:lnTo>
                  <a:lnTo>
                    <a:pt x="52000" y="101102"/>
                  </a:lnTo>
                  <a:lnTo>
                    <a:pt x="73600" y="120000"/>
                  </a:lnTo>
                  <a:lnTo>
                    <a:pt x="74400" y="118110"/>
                  </a:lnTo>
                  <a:lnTo>
                    <a:pt x="108000" y="107716"/>
                  </a:lnTo>
                  <a:lnTo>
                    <a:pt x="120000" y="82204"/>
                  </a:lnTo>
                  <a:lnTo>
                    <a:pt x="117600" y="46299"/>
                  </a:lnTo>
                  <a:lnTo>
                    <a:pt x="100000" y="9448"/>
                  </a:lnTo>
                  <a:lnTo>
                    <a:pt x="62400" y="5669"/>
                  </a:lnTo>
                  <a:lnTo>
                    <a:pt x="59200" y="0"/>
                  </a:lnTo>
                  <a:lnTo>
                    <a:pt x="43200" y="17007"/>
                  </a:lnTo>
                  <a:lnTo>
                    <a:pt x="21600" y="3023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7" name="Google Shape;1197;p59"/>
            <p:cNvSpPr/>
            <p:nvPr/>
          </p:nvSpPr>
          <p:spPr>
            <a:xfrm>
              <a:off x="7928593" y="4157740"/>
              <a:ext cx="150900" cy="87300"/>
            </a:xfrm>
            <a:custGeom>
              <a:rect b="b" l="l" r="r" t="t"/>
              <a:pathLst>
                <a:path extrusionOk="0" h="120000" w="120000">
                  <a:moveTo>
                    <a:pt x="120000" y="0"/>
                  </a:moveTo>
                  <a:lnTo>
                    <a:pt x="98095" y="32876"/>
                  </a:lnTo>
                  <a:lnTo>
                    <a:pt x="64761" y="62465"/>
                  </a:lnTo>
                  <a:lnTo>
                    <a:pt x="35238" y="80547"/>
                  </a:lnTo>
                  <a:lnTo>
                    <a:pt x="11428" y="65753"/>
                  </a:lnTo>
                  <a:lnTo>
                    <a:pt x="5714" y="100273"/>
                  </a:lnTo>
                  <a:lnTo>
                    <a:pt x="0" y="101917"/>
                  </a:lnTo>
                  <a:lnTo>
                    <a:pt x="13333" y="119999"/>
                  </a:lnTo>
                  <a:lnTo>
                    <a:pt x="35238" y="100273"/>
                  </a:lnTo>
                  <a:lnTo>
                    <a:pt x="60952" y="111780"/>
                  </a:lnTo>
                  <a:lnTo>
                    <a:pt x="96190" y="98630"/>
                  </a:lnTo>
                  <a:lnTo>
                    <a:pt x="92380" y="70684"/>
                  </a:lnTo>
                  <a:lnTo>
                    <a:pt x="111428" y="3452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8" name="Google Shape;1198;p59"/>
            <p:cNvSpPr/>
            <p:nvPr/>
          </p:nvSpPr>
          <p:spPr>
            <a:xfrm>
              <a:off x="4560137" y="1789519"/>
              <a:ext cx="366600" cy="391800"/>
            </a:xfrm>
            <a:custGeom>
              <a:rect b="b" l="l" r="r" t="t"/>
              <a:pathLst>
                <a:path extrusionOk="0" h="120000" w="120000">
                  <a:moveTo>
                    <a:pt x="16078" y="118532"/>
                  </a:moveTo>
                  <a:lnTo>
                    <a:pt x="31372" y="120000"/>
                  </a:lnTo>
                  <a:lnTo>
                    <a:pt x="49019" y="117798"/>
                  </a:lnTo>
                  <a:lnTo>
                    <a:pt x="65098" y="113027"/>
                  </a:lnTo>
                  <a:lnTo>
                    <a:pt x="80392" y="112293"/>
                  </a:lnTo>
                  <a:lnTo>
                    <a:pt x="97254" y="114128"/>
                  </a:lnTo>
                  <a:lnTo>
                    <a:pt x="105882" y="102752"/>
                  </a:lnTo>
                  <a:lnTo>
                    <a:pt x="114509" y="86972"/>
                  </a:lnTo>
                  <a:lnTo>
                    <a:pt x="114509" y="65321"/>
                  </a:lnTo>
                  <a:lnTo>
                    <a:pt x="120000" y="55045"/>
                  </a:lnTo>
                  <a:lnTo>
                    <a:pt x="109411" y="47706"/>
                  </a:lnTo>
                  <a:lnTo>
                    <a:pt x="110196" y="39633"/>
                  </a:lnTo>
                  <a:lnTo>
                    <a:pt x="103529" y="34495"/>
                  </a:lnTo>
                  <a:lnTo>
                    <a:pt x="93725" y="42935"/>
                  </a:lnTo>
                  <a:lnTo>
                    <a:pt x="83921" y="36697"/>
                  </a:lnTo>
                  <a:lnTo>
                    <a:pt x="85490" y="26422"/>
                  </a:lnTo>
                  <a:lnTo>
                    <a:pt x="94509" y="20183"/>
                  </a:lnTo>
                  <a:lnTo>
                    <a:pt x="105098" y="15045"/>
                  </a:lnTo>
                  <a:lnTo>
                    <a:pt x="112941" y="8440"/>
                  </a:lnTo>
                  <a:lnTo>
                    <a:pt x="107450" y="733"/>
                  </a:lnTo>
                  <a:lnTo>
                    <a:pt x="96470" y="0"/>
                  </a:lnTo>
                  <a:lnTo>
                    <a:pt x="85098" y="1467"/>
                  </a:lnTo>
                  <a:lnTo>
                    <a:pt x="75686" y="7706"/>
                  </a:lnTo>
                  <a:lnTo>
                    <a:pt x="71764" y="17981"/>
                  </a:lnTo>
                  <a:lnTo>
                    <a:pt x="81960" y="24587"/>
                  </a:lnTo>
                  <a:lnTo>
                    <a:pt x="69803" y="29357"/>
                  </a:lnTo>
                  <a:lnTo>
                    <a:pt x="59215" y="25688"/>
                  </a:lnTo>
                  <a:lnTo>
                    <a:pt x="41568" y="18715"/>
                  </a:lnTo>
                  <a:lnTo>
                    <a:pt x="33725" y="25688"/>
                  </a:lnTo>
                  <a:lnTo>
                    <a:pt x="37647" y="35963"/>
                  </a:lnTo>
                  <a:lnTo>
                    <a:pt x="28235" y="41834"/>
                  </a:lnTo>
                  <a:lnTo>
                    <a:pt x="28235" y="57981"/>
                  </a:lnTo>
                  <a:lnTo>
                    <a:pt x="40000" y="63119"/>
                  </a:lnTo>
                  <a:lnTo>
                    <a:pt x="49019" y="63853"/>
                  </a:lnTo>
                  <a:lnTo>
                    <a:pt x="36862" y="69357"/>
                  </a:lnTo>
                  <a:lnTo>
                    <a:pt x="32941" y="79633"/>
                  </a:lnTo>
                  <a:lnTo>
                    <a:pt x="20784" y="80366"/>
                  </a:lnTo>
                  <a:lnTo>
                    <a:pt x="13725" y="89908"/>
                  </a:lnTo>
                  <a:lnTo>
                    <a:pt x="1176" y="87706"/>
                  </a:lnTo>
                  <a:lnTo>
                    <a:pt x="0" y="101284"/>
                  </a:lnTo>
                  <a:lnTo>
                    <a:pt x="9803" y="104954"/>
                  </a:lnTo>
                  <a:lnTo>
                    <a:pt x="2745" y="110825"/>
                  </a:lnTo>
                  <a:lnTo>
                    <a:pt x="16078" y="11853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199" name="Google Shape;1199;p59"/>
            <p:cNvSpPr/>
            <p:nvPr/>
          </p:nvSpPr>
          <p:spPr>
            <a:xfrm>
              <a:off x="6709145" y="189143"/>
              <a:ext cx="609600" cy="1294800"/>
            </a:xfrm>
            <a:custGeom>
              <a:rect b="b" l="l" r="r" t="t"/>
              <a:pathLst>
                <a:path extrusionOk="0" h="120000" w="120000">
                  <a:moveTo>
                    <a:pt x="117642" y="85920"/>
                  </a:moveTo>
                  <a:lnTo>
                    <a:pt x="120000" y="82035"/>
                  </a:lnTo>
                  <a:lnTo>
                    <a:pt x="116463" y="77705"/>
                  </a:lnTo>
                  <a:lnTo>
                    <a:pt x="111041" y="75485"/>
                  </a:lnTo>
                  <a:lnTo>
                    <a:pt x="100432" y="72266"/>
                  </a:lnTo>
                  <a:lnTo>
                    <a:pt x="103968" y="68936"/>
                  </a:lnTo>
                  <a:lnTo>
                    <a:pt x="103968" y="65272"/>
                  </a:lnTo>
                  <a:lnTo>
                    <a:pt x="98074" y="63496"/>
                  </a:lnTo>
                  <a:lnTo>
                    <a:pt x="97603" y="61720"/>
                  </a:lnTo>
                  <a:lnTo>
                    <a:pt x="93359" y="58501"/>
                  </a:lnTo>
                  <a:lnTo>
                    <a:pt x="95245" y="56725"/>
                  </a:lnTo>
                  <a:lnTo>
                    <a:pt x="91473" y="55837"/>
                  </a:lnTo>
                  <a:lnTo>
                    <a:pt x="91001" y="52173"/>
                  </a:lnTo>
                  <a:lnTo>
                    <a:pt x="93359" y="48621"/>
                  </a:lnTo>
                  <a:lnTo>
                    <a:pt x="76620" y="36299"/>
                  </a:lnTo>
                  <a:lnTo>
                    <a:pt x="84165" y="27974"/>
                  </a:lnTo>
                  <a:lnTo>
                    <a:pt x="73555" y="23422"/>
                  </a:lnTo>
                  <a:lnTo>
                    <a:pt x="68840" y="22534"/>
                  </a:lnTo>
                  <a:lnTo>
                    <a:pt x="66483" y="19093"/>
                  </a:lnTo>
                  <a:lnTo>
                    <a:pt x="66011" y="12987"/>
                  </a:lnTo>
                  <a:lnTo>
                    <a:pt x="69076" y="11544"/>
                  </a:lnTo>
                  <a:lnTo>
                    <a:pt x="66954" y="9435"/>
                  </a:lnTo>
                  <a:lnTo>
                    <a:pt x="68369" y="6438"/>
                  </a:lnTo>
                  <a:lnTo>
                    <a:pt x="68840" y="3885"/>
                  </a:lnTo>
                  <a:lnTo>
                    <a:pt x="60825" y="3663"/>
                  </a:lnTo>
                  <a:lnTo>
                    <a:pt x="59646" y="2109"/>
                  </a:lnTo>
                  <a:lnTo>
                    <a:pt x="54459" y="0"/>
                  </a:lnTo>
                  <a:lnTo>
                    <a:pt x="51394" y="2331"/>
                  </a:lnTo>
                  <a:lnTo>
                    <a:pt x="44557" y="2553"/>
                  </a:lnTo>
                  <a:lnTo>
                    <a:pt x="40785" y="8991"/>
                  </a:lnTo>
                  <a:lnTo>
                    <a:pt x="41728" y="14320"/>
                  </a:lnTo>
                  <a:lnTo>
                    <a:pt x="37956" y="15097"/>
                  </a:lnTo>
                  <a:lnTo>
                    <a:pt x="30176" y="17317"/>
                  </a:lnTo>
                  <a:lnTo>
                    <a:pt x="24990" y="15319"/>
                  </a:lnTo>
                  <a:lnTo>
                    <a:pt x="21218" y="17761"/>
                  </a:lnTo>
                  <a:lnTo>
                    <a:pt x="10137" y="16873"/>
                  </a:lnTo>
                  <a:lnTo>
                    <a:pt x="5893" y="10101"/>
                  </a:lnTo>
                  <a:lnTo>
                    <a:pt x="0" y="14653"/>
                  </a:lnTo>
                  <a:lnTo>
                    <a:pt x="10609" y="20425"/>
                  </a:lnTo>
                  <a:lnTo>
                    <a:pt x="17681" y="22312"/>
                  </a:lnTo>
                  <a:lnTo>
                    <a:pt x="25461" y="26308"/>
                  </a:lnTo>
                  <a:lnTo>
                    <a:pt x="22632" y="30638"/>
                  </a:lnTo>
                  <a:lnTo>
                    <a:pt x="26404" y="34412"/>
                  </a:lnTo>
                  <a:lnTo>
                    <a:pt x="27347" y="37409"/>
                  </a:lnTo>
                  <a:lnTo>
                    <a:pt x="29705" y="41961"/>
                  </a:lnTo>
                  <a:lnTo>
                    <a:pt x="27819" y="44292"/>
                  </a:lnTo>
                  <a:lnTo>
                    <a:pt x="33241" y="47955"/>
                  </a:lnTo>
                  <a:lnTo>
                    <a:pt x="34184" y="51507"/>
                  </a:lnTo>
                  <a:lnTo>
                    <a:pt x="42907" y="52395"/>
                  </a:lnTo>
                  <a:lnTo>
                    <a:pt x="47858" y="56725"/>
                  </a:lnTo>
                  <a:lnTo>
                    <a:pt x="48801" y="61387"/>
                  </a:lnTo>
                  <a:lnTo>
                    <a:pt x="42907" y="60721"/>
                  </a:lnTo>
                  <a:lnTo>
                    <a:pt x="37721" y="67049"/>
                  </a:lnTo>
                  <a:lnTo>
                    <a:pt x="29941" y="72710"/>
                  </a:lnTo>
                  <a:lnTo>
                    <a:pt x="23811" y="77039"/>
                  </a:lnTo>
                  <a:lnTo>
                    <a:pt x="18153" y="84144"/>
                  </a:lnTo>
                  <a:lnTo>
                    <a:pt x="13673" y="90693"/>
                  </a:lnTo>
                  <a:lnTo>
                    <a:pt x="17681" y="98575"/>
                  </a:lnTo>
                  <a:lnTo>
                    <a:pt x="18624" y="106456"/>
                  </a:lnTo>
                  <a:lnTo>
                    <a:pt x="20039" y="112562"/>
                  </a:lnTo>
                  <a:lnTo>
                    <a:pt x="27111" y="118445"/>
                  </a:lnTo>
                  <a:lnTo>
                    <a:pt x="36777" y="120000"/>
                  </a:lnTo>
                  <a:lnTo>
                    <a:pt x="52809" y="116225"/>
                  </a:lnTo>
                  <a:lnTo>
                    <a:pt x="68605" y="112784"/>
                  </a:lnTo>
                  <a:lnTo>
                    <a:pt x="81571" y="109676"/>
                  </a:lnTo>
                  <a:lnTo>
                    <a:pt x="86522" y="109676"/>
                  </a:lnTo>
                  <a:lnTo>
                    <a:pt x="113398" y="88029"/>
                  </a:lnTo>
                  <a:lnTo>
                    <a:pt x="117642" y="8592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0" name="Google Shape;1200;p59"/>
            <p:cNvSpPr/>
            <p:nvPr/>
          </p:nvSpPr>
          <p:spPr>
            <a:xfrm>
              <a:off x="5805939" y="64563"/>
              <a:ext cx="1321200" cy="1630200"/>
            </a:xfrm>
            <a:custGeom>
              <a:rect b="b" l="l" r="r" t="t"/>
              <a:pathLst>
                <a:path extrusionOk="0" h="120000" w="120000">
                  <a:moveTo>
                    <a:pt x="36010" y="113034"/>
                  </a:moveTo>
                  <a:lnTo>
                    <a:pt x="37316" y="110742"/>
                  </a:lnTo>
                  <a:lnTo>
                    <a:pt x="36228" y="107479"/>
                  </a:lnTo>
                  <a:lnTo>
                    <a:pt x="37969" y="106862"/>
                  </a:lnTo>
                  <a:lnTo>
                    <a:pt x="36881" y="105011"/>
                  </a:lnTo>
                  <a:lnTo>
                    <a:pt x="39601" y="104658"/>
                  </a:lnTo>
                  <a:lnTo>
                    <a:pt x="41776" y="100426"/>
                  </a:lnTo>
                  <a:lnTo>
                    <a:pt x="39818" y="95576"/>
                  </a:lnTo>
                  <a:lnTo>
                    <a:pt x="42647" y="95047"/>
                  </a:lnTo>
                  <a:lnTo>
                    <a:pt x="43735" y="92843"/>
                  </a:lnTo>
                  <a:lnTo>
                    <a:pt x="42647" y="90551"/>
                  </a:lnTo>
                  <a:lnTo>
                    <a:pt x="41124" y="90198"/>
                  </a:lnTo>
                  <a:lnTo>
                    <a:pt x="40036" y="87817"/>
                  </a:lnTo>
                  <a:lnTo>
                    <a:pt x="41124" y="85525"/>
                  </a:lnTo>
                  <a:lnTo>
                    <a:pt x="40689" y="81204"/>
                  </a:lnTo>
                  <a:lnTo>
                    <a:pt x="41559" y="78295"/>
                  </a:lnTo>
                  <a:lnTo>
                    <a:pt x="41124" y="75033"/>
                  </a:lnTo>
                  <a:lnTo>
                    <a:pt x="43300" y="70712"/>
                  </a:lnTo>
                  <a:lnTo>
                    <a:pt x="47543" y="68596"/>
                  </a:lnTo>
                  <a:lnTo>
                    <a:pt x="51568" y="70007"/>
                  </a:lnTo>
                  <a:lnTo>
                    <a:pt x="52330" y="67274"/>
                  </a:lnTo>
                  <a:lnTo>
                    <a:pt x="50480" y="64628"/>
                  </a:lnTo>
                  <a:lnTo>
                    <a:pt x="52330" y="61542"/>
                  </a:lnTo>
                  <a:lnTo>
                    <a:pt x="55376" y="55635"/>
                  </a:lnTo>
                  <a:lnTo>
                    <a:pt x="55593" y="50609"/>
                  </a:lnTo>
                  <a:lnTo>
                    <a:pt x="58531" y="49904"/>
                  </a:lnTo>
                  <a:lnTo>
                    <a:pt x="60054" y="45760"/>
                  </a:lnTo>
                  <a:lnTo>
                    <a:pt x="62665" y="42850"/>
                  </a:lnTo>
                  <a:lnTo>
                    <a:pt x="62665" y="39764"/>
                  </a:lnTo>
                  <a:lnTo>
                    <a:pt x="63535" y="38177"/>
                  </a:lnTo>
                  <a:lnTo>
                    <a:pt x="65167" y="38530"/>
                  </a:lnTo>
                  <a:lnTo>
                    <a:pt x="64188" y="35620"/>
                  </a:lnTo>
                  <a:lnTo>
                    <a:pt x="66255" y="32799"/>
                  </a:lnTo>
                  <a:lnTo>
                    <a:pt x="68649" y="30066"/>
                  </a:lnTo>
                  <a:lnTo>
                    <a:pt x="70389" y="31388"/>
                  </a:lnTo>
                  <a:lnTo>
                    <a:pt x="71368" y="26362"/>
                  </a:lnTo>
                  <a:lnTo>
                    <a:pt x="74632" y="26186"/>
                  </a:lnTo>
                  <a:lnTo>
                    <a:pt x="78331" y="27244"/>
                  </a:lnTo>
                  <a:lnTo>
                    <a:pt x="79854" y="25216"/>
                  </a:lnTo>
                  <a:lnTo>
                    <a:pt x="80072" y="21513"/>
                  </a:lnTo>
                  <a:lnTo>
                    <a:pt x="81813" y="20543"/>
                  </a:lnTo>
                  <a:lnTo>
                    <a:pt x="82030" y="20808"/>
                  </a:lnTo>
                  <a:lnTo>
                    <a:pt x="84750" y="17193"/>
                  </a:lnTo>
                  <a:lnTo>
                    <a:pt x="86708" y="22571"/>
                  </a:lnTo>
                  <a:lnTo>
                    <a:pt x="91822" y="23277"/>
                  </a:lnTo>
                  <a:lnTo>
                    <a:pt x="93563" y="21337"/>
                  </a:lnTo>
                  <a:lnTo>
                    <a:pt x="95956" y="22924"/>
                  </a:lnTo>
                  <a:lnTo>
                    <a:pt x="99546" y="21160"/>
                  </a:lnTo>
                  <a:lnTo>
                    <a:pt x="101287" y="20543"/>
                  </a:lnTo>
                  <a:lnTo>
                    <a:pt x="100852" y="16311"/>
                  </a:lnTo>
                  <a:lnTo>
                    <a:pt x="102592" y="11197"/>
                  </a:lnTo>
                  <a:lnTo>
                    <a:pt x="105747" y="11021"/>
                  </a:lnTo>
                  <a:lnTo>
                    <a:pt x="107162" y="9169"/>
                  </a:lnTo>
                  <a:lnTo>
                    <a:pt x="109555" y="10844"/>
                  </a:lnTo>
                  <a:lnTo>
                    <a:pt x="110099" y="12079"/>
                  </a:lnTo>
                  <a:lnTo>
                    <a:pt x="113798" y="12255"/>
                  </a:lnTo>
                  <a:lnTo>
                    <a:pt x="113581" y="14283"/>
                  </a:lnTo>
                  <a:lnTo>
                    <a:pt x="112928" y="16664"/>
                  </a:lnTo>
                  <a:lnTo>
                    <a:pt x="113907" y="18339"/>
                  </a:lnTo>
                  <a:lnTo>
                    <a:pt x="114886" y="17545"/>
                  </a:lnTo>
                  <a:lnTo>
                    <a:pt x="115757" y="14812"/>
                  </a:lnTo>
                  <a:lnTo>
                    <a:pt x="117606" y="12520"/>
                  </a:lnTo>
                  <a:lnTo>
                    <a:pt x="120000" y="12079"/>
                  </a:lnTo>
                  <a:lnTo>
                    <a:pt x="120000" y="10227"/>
                  </a:lnTo>
                  <a:lnTo>
                    <a:pt x="118803" y="10756"/>
                  </a:lnTo>
                  <a:lnTo>
                    <a:pt x="113037" y="9522"/>
                  </a:lnTo>
                  <a:lnTo>
                    <a:pt x="113037" y="6877"/>
                  </a:lnTo>
                  <a:lnTo>
                    <a:pt x="117280" y="6877"/>
                  </a:lnTo>
                  <a:lnTo>
                    <a:pt x="119238" y="4144"/>
                  </a:lnTo>
                  <a:lnTo>
                    <a:pt x="114342" y="2733"/>
                  </a:lnTo>
                  <a:lnTo>
                    <a:pt x="110861" y="176"/>
                  </a:lnTo>
                  <a:lnTo>
                    <a:pt x="107923" y="4496"/>
                  </a:lnTo>
                  <a:lnTo>
                    <a:pt x="108576" y="176"/>
                  </a:lnTo>
                  <a:lnTo>
                    <a:pt x="104551" y="176"/>
                  </a:lnTo>
                  <a:lnTo>
                    <a:pt x="102592" y="6348"/>
                  </a:lnTo>
                  <a:lnTo>
                    <a:pt x="101613" y="4144"/>
                  </a:lnTo>
                  <a:lnTo>
                    <a:pt x="101831" y="0"/>
                  </a:lnTo>
                  <a:lnTo>
                    <a:pt x="99437" y="4320"/>
                  </a:lnTo>
                  <a:lnTo>
                    <a:pt x="96826" y="8993"/>
                  </a:lnTo>
                  <a:lnTo>
                    <a:pt x="96609" y="5554"/>
                  </a:lnTo>
                  <a:lnTo>
                    <a:pt x="98785" y="1675"/>
                  </a:lnTo>
                  <a:lnTo>
                    <a:pt x="95194" y="1851"/>
                  </a:lnTo>
                  <a:lnTo>
                    <a:pt x="91278" y="5202"/>
                  </a:lnTo>
                  <a:lnTo>
                    <a:pt x="89428" y="2733"/>
                  </a:lnTo>
                  <a:lnTo>
                    <a:pt x="85512" y="3791"/>
                  </a:lnTo>
                  <a:lnTo>
                    <a:pt x="88123" y="11109"/>
                  </a:lnTo>
                  <a:lnTo>
                    <a:pt x="85729" y="7935"/>
                  </a:lnTo>
                  <a:lnTo>
                    <a:pt x="82574" y="8288"/>
                  </a:lnTo>
                  <a:lnTo>
                    <a:pt x="79310" y="12872"/>
                  </a:lnTo>
                  <a:lnTo>
                    <a:pt x="79093" y="10051"/>
                  </a:lnTo>
                  <a:lnTo>
                    <a:pt x="76264" y="10051"/>
                  </a:lnTo>
                  <a:lnTo>
                    <a:pt x="73871" y="13930"/>
                  </a:lnTo>
                  <a:lnTo>
                    <a:pt x="73436" y="11726"/>
                  </a:lnTo>
                  <a:lnTo>
                    <a:pt x="70389" y="14459"/>
                  </a:lnTo>
                  <a:lnTo>
                    <a:pt x="68322" y="17193"/>
                  </a:lnTo>
                  <a:lnTo>
                    <a:pt x="69628" y="20543"/>
                  </a:lnTo>
                  <a:lnTo>
                    <a:pt x="66582" y="20014"/>
                  </a:lnTo>
                  <a:lnTo>
                    <a:pt x="66364" y="24511"/>
                  </a:lnTo>
                  <a:lnTo>
                    <a:pt x="64623" y="23629"/>
                  </a:lnTo>
                  <a:lnTo>
                    <a:pt x="61903" y="25745"/>
                  </a:lnTo>
                  <a:lnTo>
                    <a:pt x="62556" y="22747"/>
                  </a:lnTo>
                  <a:lnTo>
                    <a:pt x="56355" y="26803"/>
                  </a:lnTo>
                  <a:lnTo>
                    <a:pt x="54832" y="30418"/>
                  </a:lnTo>
                  <a:lnTo>
                    <a:pt x="54614" y="32799"/>
                  </a:lnTo>
                  <a:lnTo>
                    <a:pt x="58204" y="30947"/>
                  </a:lnTo>
                  <a:lnTo>
                    <a:pt x="62339" y="31124"/>
                  </a:lnTo>
                  <a:lnTo>
                    <a:pt x="58857" y="33504"/>
                  </a:lnTo>
                  <a:lnTo>
                    <a:pt x="58422" y="36502"/>
                  </a:lnTo>
                  <a:lnTo>
                    <a:pt x="56355" y="40293"/>
                  </a:lnTo>
                  <a:lnTo>
                    <a:pt x="52438" y="41880"/>
                  </a:lnTo>
                  <a:lnTo>
                    <a:pt x="49501" y="45407"/>
                  </a:lnTo>
                  <a:lnTo>
                    <a:pt x="46999" y="48670"/>
                  </a:lnTo>
                  <a:lnTo>
                    <a:pt x="46999" y="51667"/>
                  </a:lnTo>
                  <a:lnTo>
                    <a:pt x="44605" y="55106"/>
                  </a:lnTo>
                  <a:lnTo>
                    <a:pt x="43191" y="57927"/>
                  </a:lnTo>
                  <a:lnTo>
                    <a:pt x="39709" y="60484"/>
                  </a:lnTo>
                  <a:lnTo>
                    <a:pt x="40145" y="63659"/>
                  </a:lnTo>
                  <a:lnTo>
                    <a:pt x="36337" y="64188"/>
                  </a:lnTo>
                  <a:lnTo>
                    <a:pt x="31332" y="67979"/>
                  </a:lnTo>
                  <a:lnTo>
                    <a:pt x="29048" y="71770"/>
                  </a:lnTo>
                  <a:lnTo>
                    <a:pt x="27524" y="71065"/>
                  </a:lnTo>
                  <a:lnTo>
                    <a:pt x="23934" y="71241"/>
                  </a:lnTo>
                  <a:lnTo>
                    <a:pt x="23717" y="73886"/>
                  </a:lnTo>
                  <a:lnTo>
                    <a:pt x="20235" y="75826"/>
                  </a:lnTo>
                  <a:lnTo>
                    <a:pt x="16101" y="76179"/>
                  </a:lnTo>
                  <a:lnTo>
                    <a:pt x="12184" y="78295"/>
                  </a:lnTo>
                  <a:lnTo>
                    <a:pt x="8377" y="79000"/>
                  </a:lnTo>
                  <a:lnTo>
                    <a:pt x="6636" y="82792"/>
                  </a:lnTo>
                  <a:lnTo>
                    <a:pt x="3263" y="84026"/>
                  </a:lnTo>
                  <a:lnTo>
                    <a:pt x="3046" y="87288"/>
                  </a:lnTo>
                  <a:lnTo>
                    <a:pt x="1523" y="89228"/>
                  </a:lnTo>
                  <a:lnTo>
                    <a:pt x="3046" y="91961"/>
                  </a:lnTo>
                  <a:lnTo>
                    <a:pt x="1305" y="94783"/>
                  </a:lnTo>
                  <a:lnTo>
                    <a:pt x="3481" y="96987"/>
                  </a:lnTo>
                  <a:lnTo>
                    <a:pt x="1305" y="98221"/>
                  </a:lnTo>
                  <a:lnTo>
                    <a:pt x="1740" y="101484"/>
                  </a:lnTo>
                  <a:lnTo>
                    <a:pt x="4134" y="103247"/>
                  </a:lnTo>
                  <a:lnTo>
                    <a:pt x="870" y="103776"/>
                  </a:lnTo>
                  <a:lnTo>
                    <a:pt x="0" y="106862"/>
                  </a:lnTo>
                  <a:lnTo>
                    <a:pt x="2393" y="106862"/>
                  </a:lnTo>
                  <a:lnTo>
                    <a:pt x="5766" y="105716"/>
                  </a:lnTo>
                  <a:lnTo>
                    <a:pt x="4678" y="107391"/>
                  </a:lnTo>
                  <a:lnTo>
                    <a:pt x="2828" y="109772"/>
                  </a:lnTo>
                  <a:lnTo>
                    <a:pt x="1087" y="108890"/>
                  </a:lnTo>
                  <a:lnTo>
                    <a:pt x="435" y="111006"/>
                  </a:lnTo>
                  <a:lnTo>
                    <a:pt x="2175" y="115503"/>
                  </a:lnTo>
                  <a:lnTo>
                    <a:pt x="5330" y="118589"/>
                  </a:lnTo>
                  <a:lnTo>
                    <a:pt x="9029" y="120000"/>
                  </a:lnTo>
                  <a:lnTo>
                    <a:pt x="15013" y="118412"/>
                  </a:lnTo>
                  <a:lnTo>
                    <a:pt x="20453" y="114974"/>
                  </a:lnTo>
                  <a:lnTo>
                    <a:pt x="23717" y="112681"/>
                  </a:lnTo>
                  <a:lnTo>
                    <a:pt x="28395" y="110653"/>
                  </a:lnTo>
                  <a:lnTo>
                    <a:pt x="29918" y="108361"/>
                  </a:lnTo>
                  <a:lnTo>
                    <a:pt x="31767" y="111359"/>
                  </a:lnTo>
                  <a:lnTo>
                    <a:pt x="32094" y="112152"/>
                  </a:lnTo>
                  <a:lnTo>
                    <a:pt x="34705" y="111976"/>
                  </a:lnTo>
                  <a:lnTo>
                    <a:pt x="36010" y="113034"/>
                  </a:lnTo>
                  <a:close/>
                </a:path>
              </a:pathLst>
            </a:custGeom>
            <a:solidFill>
              <a:schemeClr val="accent2"/>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1" name="Google Shape;1201;p59"/>
            <p:cNvSpPr/>
            <p:nvPr/>
          </p:nvSpPr>
          <p:spPr>
            <a:xfrm>
              <a:off x="6159315" y="343671"/>
              <a:ext cx="723600" cy="1684200"/>
            </a:xfrm>
            <a:custGeom>
              <a:rect b="b" l="l" r="r" t="t"/>
              <a:pathLst>
                <a:path extrusionOk="0" h="120000" w="120000">
                  <a:moveTo>
                    <a:pt x="114635" y="23044"/>
                  </a:moveTo>
                  <a:lnTo>
                    <a:pt x="116225" y="21251"/>
                  </a:lnTo>
                  <a:lnTo>
                    <a:pt x="114238" y="17752"/>
                  </a:lnTo>
                  <a:lnTo>
                    <a:pt x="113443" y="15448"/>
                  </a:lnTo>
                  <a:lnTo>
                    <a:pt x="110264" y="12546"/>
                  </a:lnTo>
                  <a:lnTo>
                    <a:pt x="112649" y="9217"/>
                  </a:lnTo>
                  <a:lnTo>
                    <a:pt x="106092" y="6145"/>
                  </a:lnTo>
                  <a:lnTo>
                    <a:pt x="100132" y="4694"/>
                  </a:lnTo>
                  <a:lnTo>
                    <a:pt x="91192" y="256"/>
                  </a:lnTo>
                  <a:lnTo>
                    <a:pt x="90794" y="0"/>
                  </a:lnTo>
                  <a:lnTo>
                    <a:pt x="87615" y="938"/>
                  </a:lnTo>
                  <a:lnTo>
                    <a:pt x="87218" y="4523"/>
                  </a:lnTo>
                  <a:lnTo>
                    <a:pt x="84437" y="6486"/>
                  </a:lnTo>
                  <a:lnTo>
                    <a:pt x="77682" y="5462"/>
                  </a:lnTo>
                  <a:lnTo>
                    <a:pt x="71721" y="5633"/>
                  </a:lnTo>
                  <a:lnTo>
                    <a:pt x="69933" y="10497"/>
                  </a:lnTo>
                  <a:lnTo>
                    <a:pt x="66754" y="9217"/>
                  </a:lnTo>
                  <a:lnTo>
                    <a:pt x="62384" y="11863"/>
                  </a:lnTo>
                  <a:lnTo>
                    <a:pt x="58609" y="14594"/>
                  </a:lnTo>
                  <a:lnTo>
                    <a:pt x="60397" y="17411"/>
                  </a:lnTo>
                  <a:lnTo>
                    <a:pt x="57417" y="17069"/>
                  </a:lnTo>
                  <a:lnTo>
                    <a:pt x="55827" y="18605"/>
                  </a:lnTo>
                  <a:lnTo>
                    <a:pt x="55827" y="21593"/>
                  </a:lnTo>
                  <a:lnTo>
                    <a:pt x="51059" y="24409"/>
                  </a:lnTo>
                  <a:lnTo>
                    <a:pt x="48278" y="28421"/>
                  </a:lnTo>
                  <a:lnTo>
                    <a:pt x="42913" y="29103"/>
                  </a:lnTo>
                  <a:lnTo>
                    <a:pt x="42516" y="33968"/>
                  </a:lnTo>
                  <a:lnTo>
                    <a:pt x="36953" y="39687"/>
                  </a:lnTo>
                  <a:lnTo>
                    <a:pt x="33576" y="42674"/>
                  </a:lnTo>
                  <a:lnTo>
                    <a:pt x="36953" y="45234"/>
                  </a:lnTo>
                  <a:lnTo>
                    <a:pt x="35562" y="47880"/>
                  </a:lnTo>
                  <a:lnTo>
                    <a:pt x="28211" y="46514"/>
                  </a:lnTo>
                  <a:lnTo>
                    <a:pt x="20463" y="48563"/>
                  </a:lnTo>
                  <a:lnTo>
                    <a:pt x="16490" y="52745"/>
                  </a:lnTo>
                  <a:lnTo>
                    <a:pt x="17284" y="55903"/>
                  </a:lnTo>
                  <a:lnTo>
                    <a:pt x="15695" y="58719"/>
                  </a:lnTo>
                  <a:lnTo>
                    <a:pt x="16490" y="62901"/>
                  </a:lnTo>
                  <a:lnTo>
                    <a:pt x="14503" y="65120"/>
                  </a:lnTo>
                  <a:lnTo>
                    <a:pt x="16490" y="67425"/>
                  </a:lnTo>
                  <a:lnTo>
                    <a:pt x="19271" y="67766"/>
                  </a:lnTo>
                  <a:lnTo>
                    <a:pt x="21258" y="69985"/>
                  </a:lnTo>
                  <a:lnTo>
                    <a:pt x="19271" y="72119"/>
                  </a:lnTo>
                  <a:lnTo>
                    <a:pt x="14105" y="72631"/>
                  </a:lnTo>
                  <a:lnTo>
                    <a:pt x="17682" y="77325"/>
                  </a:lnTo>
                  <a:lnTo>
                    <a:pt x="13708" y="81422"/>
                  </a:lnTo>
                  <a:lnTo>
                    <a:pt x="8741" y="81763"/>
                  </a:lnTo>
                  <a:lnTo>
                    <a:pt x="10728" y="83556"/>
                  </a:lnTo>
                  <a:lnTo>
                    <a:pt x="7549" y="84153"/>
                  </a:lnTo>
                  <a:lnTo>
                    <a:pt x="9536" y="87311"/>
                  </a:lnTo>
                  <a:lnTo>
                    <a:pt x="7152" y="89530"/>
                  </a:lnTo>
                  <a:lnTo>
                    <a:pt x="4768" y="88506"/>
                  </a:lnTo>
                  <a:lnTo>
                    <a:pt x="0" y="88677"/>
                  </a:lnTo>
                  <a:lnTo>
                    <a:pt x="2185" y="90896"/>
                  </a:lnTo>
                  <a:lnTo>
                    <a:pt x="2185" y="94395"/>
                  </a:lnTo>
                  <a:lnTo>
                    <a:pt x="6556" y="96102"/>
                  </a:lnTo>
                  <a:lnTo>
                    <a:pt x="6953" y="98492"/>
                  </a:lnTo>
                  <a:lnTo>
                    <a:pt x="6556" y="102332"/>
                  </a:lnTo>
                  <a:lnTo>
                    <a:pt x="10728" y="106173"/>
                  </a:lnTo>
                  <a:lnTo>
                    <a:pt x="17880" y="110184"/>
                  </a:lnTo>
                  <a:lnTo>
                    <a:pt x="13509" y="112403"/>
                  </a:lnTo>
                  <a:lnTo>
                    <a:pt x="16688" y="116330"/>
                  </a:lnTo>
                  <a:lnTo>
                    <a:pt x="17086" y="120000"/>
                  </a:lnTo>
                  <a:lnTo>
                    <a:pt x="22847" y="119829"/>
                  </a:lnTo>
                  <a:lnTo>
                    <a:pt x="32185" y="119317"/>
                  </a:lnTo>
                  <a:lnTo>
                    <a:pt x="30993" y="115817"/>
                  </a:lnTo>
                  <a:lnTo>
                    <a:pt x="38741" y="113257"/>
                  </a:lnTo>
                  <a:lnTo>
                    <a:pt x="50860" y="112745"/>
                  </a:lnTo>
                  <a:lnTo>
                    <a:pt x="54437" y="109160"/>
                  </a:lnTo>
                  <a:lnTo>
                    <a:pt x="56423" y="103783"/>
                  </a:lnTo>
                  <a:lnTo>
                    <a:pt x="58211" y="100455"/>
                  </a:lnTo>
                  <a:lnTo>
                    <a:pt x="58211" y="96785"/>
                  </a:lnTo>
                  <a:lnTo>
                    <a:pt x="60198" y="93712"/>
                  </a:lnTo>
                  <a:lnTo>
                    <a:pt x="66556" y="91920"/>
                  </a:lnTo>
                  <a:lnTo>
                    <a:pt x="72317" y="91408"/>
                  </a:lnTo>
                  <a:lnTo>
                    <a:pt x="76688" y="88677"/>
                  </a:lnTo>
                  <a:lnTo>
                    <a:pt x="77483" y="85519"/>
                  </a:lnTo>
                  <a:lnTo>
                    <a:pt x="82450" y="82617"/>
                  </a:lnTo>
                  <a:lnTo>
                    <a:pt x="77483" y="79886"/>
                  </a:lnTo>
                  <a:lnTo>
                    <a:pt x="73509" y="76899"/>
                  </a:lnTo>
                  <a:lnTo>
                    <a:pt x="66158" y="74509"/>
                  </a:lnTo>
                  <a:lnTo>
                    <a:pt x="64569" y="68108"/>
                  </a:lnTo>
                  <a:lnTo>
                    <a:pt x="64966" y="64096"/>
                  </a:lnTo>
                  <a:lnTo>
                    <a:pt x="66556" y="60768"/>
                  </a:lnTo>
                  <a:lnTo>
                    <a:pt x="71125" y="57866"/>
                  </a:lnTo>
                  <a:lnTo>
                    <a:pt x="74304" y="54366"/>
                  </a:lnTo>
                  <a:lnTo>
                    <a:pt x="86225" y="50782"/>
                  </a:lnTo>
                  <a:lnTo>
                    <a:pt x="94768" y="46941"/>
                  </a:lnTo>
                  <a:lnTo>
                    <a:pt x="100728" y="43698"/>
                  </a:lnTo>
                  <a:lnTo>
                    <a:pt x="101125" y="41564"/>
                  </a:lnTo>
                  <a:lnTo>
                    <a:pt x="99536" y="37041"/>
                  </a:lnTo>
                  <a:lnTo>
                    <a:pt x="102317" y="32432"/>
                  </a:lnTo>
                  <a:lnTo>
                    <a:pt x="107284" y="29103"/>
                  </a:lnTo>
                  <a:lnTo>
                    <a:pt x="114437" y="28079"/>
                  </a:lnTo>
                  <a:lnTo>
                    <a:pt x="120000" y="28591"/>
                  </a:lnTo>
                  <a:lnTo>
                    <a:pt x="119205" y="25860"/>
                  </a:lnTo>
                  <a:lnTo>
                    <a:pt x="114635" y="2304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2" name="Google Shape;1202;p59"/>
            <p:cNvSpPr/>
            <p:nvPr/>
          </p:nvSpPr>
          <p:spPr>
            <a:xfrm>
              <a:off x="7889063" y="4229613"/>
              <a:ext cx="162900" cy="61200"/>
            </a:xfrm>
            <a:custGeom>
              <a:rect b="b" l="l" r="r" t="t"/>
              <a:pathLst>
                <a:path extrusionOk="0" h="120000" w="120000">
                  <a:moveTo>
                    <a:pt x="61764" y="2352"/>
                  </a:moveTo>
                  <a:lnTo>
                    <a:pt x="41470" y="30588"/>
                  </a:lnTo>
                  <a:lnTo>
                    <a:pt x="29117" y="4705"/>
                  </a:lnTo>
                  <a:lnTo>
                    <a:pt x="18529" y="9411"/>
                  </a:lnTo>
                  <a:lnTo>
                    <a:pt x="0" y="51764"/>
                  </a:lnTo>
                  <a:lnTo>
                    <a:pt x="10588" y="120000"/>
                  </a:lnTo>
                  <a:lnTo>
                    <a:pt x="30882" y="120000"/>
                  </a:lnTo>
                  <a:lnTo>
                    <a:pt x="56470" y="120000"/>
                  </a:lnTo>
                  <a:lnTo>
                    <a:pt x="66176" y="89411"/>
                  </a:lnTo>
                  <a:lnTo>
                    <a:pt x="91764" y="80000"/>
                  </a:lnTo>
                  <a:lnTo>
                    <a:pt x="97058" y="35294"/>
                  </a:lnTo>
                  <a:lnTo>
                    <a:pt x="120000" y="21176"/>
                  </a:lnTo>
                  <a:lnTo>
                    <a:pt x="118235" y="0"/>
                  </a:lnTo>
                  <a:lnTo>
                    <a:pt x="85588" y="18823"/>
                  </a:lnTo>
                  <a:lnTo>
                    <a:pt x="61764" y="235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3" name="Google Shape;1203;p59"/>
            <p:cNvSpPr/>
            <p:nvPr/>
          </p:nvSpPr>
          <p:spPr>
            <a:xfrm>
              <a:off x="8847372" y="3285679"/>
              <a:ext cx="1461300" cy="1518900"/>
            </a:xfrm>
            <a:custGeom>
              <a:rect b="b" l="l" r="r" t="t"/>
              <a:pathLst>
                <a:path extrusionOk="0" h="120000" w="120000">
                  <a:moveTo>
                    <a:pt x="120000" y="2265"/>
                  </a:moveTo>
                  <a:cubicBezTo>
                    <a:pt x="119608" y="2360"/>
                    <a:pt x="119608" y="2360"/>
                    <a:pt x="119608" y="2360"/>
                  </a:cubicBezTo>
                  <a:cubicBezTo>
                    <a:pt x="118236" y="472"/>
                    <a:pt x="118236" y="472"/>
                    <a:pt x="118236" y="472"/>
                  </a:cubicBezTo>
                  <a:cubicBezTo>
                    <a:pt x="114220" y="0"/>
                    <a:pt x="114220" y="0"/>
                    <a:pt x="114220" y="0"/>
                  </a:cubicBezTo>
                  <a:cubicBezTo>
                    <a:pt x="110889" y="1793"/>
                    <a:pt x="110889" y="1793"/>
                    <a:pt x="110889" y="1793"/>
                  </a:cubicBezTo>
                  <a:cubicBezTo>
                    <a:pt x="107069" y="3304"/>
                    <a:pt x="107069" y="3304"/>
                    <a:pt x="107069" y="3304"/>
                  </a:cubicBezTo>
                  <a:cubicBezTo>
                    <a:pt x="103346" y="4626"/>
                    <a:pt x="103346" y="4626"/>
                    <a:pt x="103346" y="4626"/>
                  </a:cubicBezTo>
                  <a:cubicBezTo>
                    <a:pt x="100310" y="5570"/>
                    <a:pt x="100310" y="5570"/>
                    <a:pt x="100310" y="5570"/>
                  </a:cubicBezTo>
                  <a:cubicBezTo>
                    <a:pt x="97567" y="4815"/>
                    <a:pt x="97567" y="4815"/>
                    <a:pt x="97567" y="4815"/>
                  </a:cubicBezTo>
                  <a:cubicBezTo>
                    <a:pt x="95706" y="3870"/>
                    <a:pt x="95706" y="3870"/>
                    <a:pt x="95706" y="3870"/>
                  </a:cubicBezTo>
                  <a:cubicBezTo>
                    <a:pt x="93159" y="4059"/>
                    <a:pt x="93159" y="4059"/>
                    <a:pt x="93159" y="4059"/>
                  </a:cubicBezTo>
                  <a:cubicBezTo>
                    <a:pt x="92963" y="6420"/>
                    <a:pt x="92963" y="6420"/>
                    <a:pt x="92963" y="6420"/>
                  </a:cubicBezTo>
                  <a:cubicBezTo>
                    <a:pt x="90906" y="7553"/>
                    <a:pt x="90906" y="7553"/>
                    <a:pt x="90906" y="7553"/>
                  </a:cubicBezTo>
                  <a:cubicBezTo>
                    <a:pt x="86595" y="7930"/>
                    <a:pt x="86595" y="7930"/>
                    <a:pt x="86595" y="7930"/>
                  </a:cubicBezTo>
                  <a:cubicBezTo>
                    <a:pt x="81795" y="9063"/>
                    <a:pt x="81795" y="9063"/>
                    <a:pt x="81795" y="9063"/>
                  </a:cubicBezTo>
                  <a:cubicBezTo>
                    <a:pt x="79151" y="15578"/>
                    <a:pt x="79151" y="15578"/>
                    <a:pt x="79151" y="15578"/>
                  </a:cubicBezTo>
                  <a:cubicBezTo>
                    <a:pt x="76212" y="19071"/>
                    <a:pt x="76212" y="19071"/>
                    <a:pt x="76212" y="19071"/>
                  </a:cubicBezTo>
                  <a:cubicBezTo>
                    <a:pt x="74155" y="20393"/>
                    <a:pt x="74155" y="20393"/>
                    <a:pt x="74155" y="20393"/>
                  </a:cubicBezTo>
                  <a:cubicBezTo>
                    <a:pt x="75036" y="22659"/>
                    <a:pt x="75036" y="22659"/>
                    <a:pt x="75036" y="22659"/>
                  </a:cubicBezTo>
                  <a:cubicBezTo>
                    <a:pt x="75232" y="24547"/>
                    <a:pt x="75232" y="24547"/>
                    <a:pt x="75232" y="24547"/>
                  </a:cubicBezTo>
                  <a:cubicBezTo>
                    <a:pt x="74155" y="26719"/>
                    <a:pt x="74155" y="26719"/>
                    <a:pt x="74155" y="26719"/>
                  </a:cubicBezTo>
                  <a:cubicBezTo>
                    <a:pt x="71020" y="27002"/>
                    <a:pt x="71020" y="27002"/>
                    <a:pt x="71020" y="27002"/>
                  </a:cubicBezTo>
                  <a:cubicBezTo>
                    <a:pt x="67297" y="28890"/>
                    <a:pt x="67297" y="28890"/>
                    <a:pt x="67297" y="28890"/>
                  </a:cubicBezTo>
                  <a:cubicBezTo>
                    <a:pt x="63575" y="30873"/>
                    <a:pt x="63575" y="30873"/>
                    <a:pt x="63575" y="30873"/>
                  </a:cubicBezTo>
                  <a:cubicBezTo>
                    <a:pt x="59559" y="32289"/>
                    <a:pt x="59559" y="32289"/>
                    <a:pt x="59559" y="32289"/>
                  </a:cubicBezTo>
                  <a:cubicBezTo>
                    <a:pt x="56424" y="32761"/>
                    <a:pt x="56424" y="32761"/>
                    <a:pt x="56424" y="32761"/>
                  </a:cubicBezTo>
                  <a:cubicBezTo>
                    <a:pt x="52212" y="31156"/>
                    <a:pt x="52212" y="31156"/>
                    <a:pt x="52212" y="31156"/>
                  </a:cubicBezTo>
                  <a:cubicBezTo>
                    <a:pt x="48783" y="28890"/>
                    <a:pt x="48783" y="28890"/>
                    <a:pt x="48783" y="28890"/>
                  </a:cubicBezTo>
                  <a:cubicBezTo>
                    <a:pt x="45453" y="29551"/>
                    <a:pt x="45453" y="29551"/>
                    <a:pt x="45453" y="29551"/>
                  </a:cubicBezTo>
                  <a:cubicBezTo>
                    <a:pt x="42220" y="29457"/>
                    <a:pt x="42220" y="29457"/>
                    <a:pt x="42220" y="29457"/>
                  </a:cubicBezTo>
                  <a:cubicBezTo>
                    <a:pt x="40555" y="27757"/>
                    <a:pt x="40555" y="27757"/>
                    <a:pt x="40555" y="27757"/>
                  </a:cubicBezTo>
                  <a:cubicBezTo>
                    <a:pt x="39085" y="25114"/>
                    <a:pt x="39085" y="25114"/>
                    <a:pt x="39085" y="25114"/>
                  </a:cubicBezTo>
                  <a:cubicBezTo>
                    <a:pt x="38008" y="22564"/>
                    <a:pt x="38008" y="22564"/>
                    <a:pt x="38008" y="22564"/>
                  </a:cubicBezTo>
                  <a:cubicBezTo>
                    <a:pt x="36440" y="22848"/>
                    <a:pt x="36440" y="22848"/>
                    <a:pt x="36440" y="22848"/>
                  </a:cubicBezTo>
                  <a:cubicBezTo>
                    <a:pt x="33502" y="21337"/>
                    <a:pt x="33502" y="21337"/>
                    <a:pt x="33502" y="21337"/>
                  </a:cubicBezTo>
                  <a:cubicBezTo>
                    <a:pt x="30955" y="19449"/>
                    <a:pt x="30955" y="19449"/>
                    <a:pt x="30955" y="19449"/>
                  </a:cubicBezTo>
                  <a:cubicBezTo>
                    <a:pt x="32914" y="18127"/>
                    <a:pt x="32914" y="18127"/>
                    <a:pt x="32914" y="18127"/>
                  </a:cubicBezTo>
                  <a:cubicBezTo>
                    <a:pt x="32228" y="16428"/>
                    <a:pt x="32228" y="16428"/>
                    <a:pt x="32228" y="16428"/>
                  </a:cubicBezTo>
                  <a:cubicBezTo>
                    <a:pt x="30465" y="16428"/>
                    <a:pt x="30465" y="16428"/>
                    <a:pt x="30465" y="16428"/>
                  </a:cubicBezTo>
                  <a:cubicBezTo>
                    <a:pt x="31542" y="13784"/>
                    <a:pt x="31542" y="13784"/>
                    <a:pt x="31542" y="13784"/>
                  </a:cubicBezTo>
                  <a:cubicBezTo>
                    <a:pt x="27330" y="11801"/>
                    <a:pt x="27330" y="11801"/>
                    <a:pt x="27330" y="11801"/>
                  </a:cubicBezTo>
                  <a:cubicBezTo>
                    <a:pt x="23314" y="16711"/>
                    <a:pt x="23314" y="16711"/>
                    <a:pt x="23314" y="16711"/>
                  </a:cubicBezTo>
                  <a:cubicBezTo>
                    <a:pt x="20571" y="20204"/>
                    <a:pt x="20571" y="20204"/>
                    <a:pt x="20571" y="20204"/>
                  </a:cubicBezTo>
                  <a:cubicBezTo>
                    <a:pt x="19200" y="21620"/>
                    <a:pt x="19200" y="21620"/>
                    <a:pt x="19200" y="21620"/>
                  </a:cubicBezTo>
                  <a:cubicBezTo>
                    <a:pt x="17632" y="23225"/>
                    <a:pt x="17632" y="23225"/>
                    <a:pt x="17632" y="23225"/>
                  </a:cubicBezTo>
                  <a:cubicBezTo>
                    <a:pt x="16065" y="23320"/>
                    <a:pt x="16065" y="23320"/>
                    <a:pt x="16065" y="23320"/>
                  </a:cubicBezTo>
                  <a:cubicBezTo>
                    <a:pt x="13910" y="23509"/>
                    <a:pt x="13910" y="23509"/>
                    <a:pt x="13910" y="23509"/>
                  </a:cubicBezTo>
                  <a:cubicBezTo>
                    <a:pt x="10775" y="22564"/>
                    <a:pt x="10775" y="22564"/>
                    <a:pt x="10775" y="22564"/>
                  </a:cubicBezTo>
                  <a:cubicBezTo>
                    <a:pt x="6465" y="19166"/>
                    <a:pt x="6465" y="19166"/>
                    <a:pt x="6465" y="19166"/>
                  </a:cubicBezTo>
                  <a:cubicBezTo>
                    <a:pt x="5877" y="18788"/>
                    <a:pt x="5877" y="18788"/>
                    <a:pt x="5877" y="18788"/>
                  </a:cubicBezTo>
                  <a:cubicBezTo>
                    <a:pt x="3722" y="17466"/>
                    <a:pt x="3722" y="17466"/>
                    <a:pt x="3722" y="17466"/>
                  </a:cubicBezTo>
                  <a:cubicBezTo>
                    <a:pt x="2351" y="16805"/>
                    <a:pt x="2351" y="16805"/>
                    <a:pt x="2351" y="16805"/>
                  </a:cubicBezTo>
                  <a:cubicBezTo>
                    <a:pt x="1175" y="17277"/>
                    <a:pt x="1175" y="17277"/>
                    <a:pt x="1175" y="17277"/>
                  </a:cubicBezTo>
                  <a:cubicBezTo>
                    <a:pt x="1763" y="20298"/>
                    <a:pt x="1763" y="20298"/>
                    <a:pt x="1763" y="20298"/>
                  </a:cubicBezTo>
                  <a:cubicBezTo>
                    <a:pt x="2644" y="22753"/>
                    <a:pt x="2644" y="22753"/>
                    <a:pt x="2644" y="22753"/>
                  </a:cubicBezTo>
                  <a:cubicBezTo>
                    <a:pt x="0" y="23225"/>
                    <a:pt x="0" y="23225"/>
                    <a:pt x="0" y="23225"/>
                  </a:cubicBezTo>
                  <a:cubicBezTo>
                    <a:pt x="2840" y="24925"/>
                    <a:pt x="2840" y="24925"/>
                    <a:pt x="2840" y="24925"/>
                  </a:cubicBezTo>
                  <a:cubicBezTo>
                    <a:pt x="2351" y="29362"/>
                    <a:pt x="2351" y="29362"/>
                    <a:pt x="2351" y="29362"/>
                  </a:cubicBezTo>
                  <a:cubicBezTo>
                    <a:pt x="5975" y="31817"/>
                    <a:pt x="5975" y="31817"/>
                    <a:pt x="5975" y="31817"/>
                  </a:cubicBezTo>
                  <a:cubicBezTo>
                    <a:pt x="5779" y="34272"/>
                    <a:pt x="5779" y="34272"/>
                    <a:pt x="5779" y="34272"/>
                  </a:cubicBezTo>
                  <a:cubicBezTo>
                    <a:pt x="8816" y="37482"/>
                    <a:pt x="8816" y="37482"/>
                    <a:pt x="8816" y="37482"/>
                  </a:cubicBezTo>
                  <a:cubicBezTo>
                    <a:pt x="9600" y="39181"/>
                    <a:pt x="9600" y="39181"/>
                    <a:pt x="9600" y="39181"/>
                  </a:cubicBezTo>
                  <a:cubicBezTo>
                    <a:pt x="10383" y="41353"/>
                    <a:pt x="10383" y="41353"/>
                    <a:pt x="10383" y="41353"/>
                  </a:cubicBezTo>
                  <a:cubicBezTo>
                    <a:pt x="10873" y="41164"/>
                    <a:pt x="10873" y="41164"/>
                    <a:pt x="10873" y="41164"/>
                  </a:cubicBezTo>
                  <a:cubicBezTo>
                    <a:pt x="12832" y="43524"/>
                    <a:pt x="12832" y="43524"/>
                    <a:pt x="12832" y="43524"/>
                  </a:cubicBezTo>
                  <a:cubicBezTo>
                    <a:pt x="14008" y="46168"/>
                    <a:pt x="14008" y="46168"/>
                    <a:pt x="14008" y="46168"/>
                  </a:cubicBezTo>
                  <a:cubicBezTo>
                    <a:pt x="17436" y="48339"/>
                    <a:pt x="17436" y="48339"/>
                    <a:pt x="17436" y="48339"/>
                  </a:cubicBezTo>
                  <a:cubicBezTo>
                    <a:pt x="21844" y="50889"/>
                    <a:pt x="21844" y="50889"/>
                    <a:pt x="21844" y="50889"/>
                  </a:cubicBezTo>
                  <a:cubicBezTo>
                    <a:pt x="25077" y="49850"/>
                    <a:pt x="25077" y="49850"/>
                    <a:pt x="25077" y="49850"/>
                  </a:cubicBezTo>
                  <a:cubicBezTo>
                    <a:pt x="24097" y="54004"/>
                    <a:pt x="24097" y="54004"/>
                    <a:pt x="24097" y="54004"/>
                  </a:cubicBezTo>
                  <a:cubicBezTo>
                    <a:pt x="25567" y="55987"/>
                    <a:pt x="25567" y="55987"/>
                    <a:pt x="25567" y="55987"/>
                  </a:cubicBezTo>
                  <a:cubicBezTo>
                    <a:pt x="23412" y="60047"/>
                    <a:pt x="23412" y="60047"/>
                    <a:pt x="23412" y="60047"/>
                  </a:cubicBezTo>
                  <a:cubicBezTo>
                    <a:pt x="22334" y="62313"/>
                    <a:pt x="22334" y="62313"/>
                    <a:pt x="22334" y="62313"/>
                  </a:cubicBezTo>
                  <a:cubicBezTo>
                    <a:pt x="22138" y="64012"/>
                    <a:pt x="22138" y="64012"/>
                    <a:pt x="22138" y="64012"/>
                  </a:cubicBezTo>
                  <a:cubicBezTo>
                    <a:pt x="22726" y="64484"/>
                    <a:pt x="22726" y="64484"/>
                    <a:pt x="22726" y="64484"/>
                  </a:cubicBezTo>
                  <a:cubicBezTo>
                    <a:pt x="23804" y="65523"/>
                    <a:pt x="23804" y="65523"/>
                    <a:pt x="23804" y="65523"/>
                  </a:cubicBezTo>
                  <a:cubicBezTo>
                    <a:pt x="22138" y="68638"/>
                    <a:pt x="22138" y="68638"/>
                    <a:pt x="22138" y="68638"/>
                  </a:cubicBezTo>
                  <a:cubicBezTo>
                    <a:pt x="26253" y="71188"/>
                    <a:pt x="26253" y="71188"/>
                    <a:pt x="26253" y="71188"/>
                  </a:cubicBezTo>
                  <a:cubicBezTo>
                    <a:pt x="26253" y="71188"/>
                    <a:pt x="26253" y="71188"/>
                    <a:pt x="27428" y="70810"/>
                  </a:cubicBezTo>
                  <a:cubicBezTo>
                    <a:pt x="28604" y="70527"/>
                    <a:pt x="30171" y="73453"/>
                    <a:pt x="30171" y="73453"/>
                  </a:cubicBezTo>
                  <a:cubicBezTo>
                    <a:pt x="29485" y="75531"/>
                    <a:pt x="29485" y="75531"/>
                    <a:pt x="29485" y="75531"/>
                  </a:cubicBezTo>
                  <a:cubicBezTo>
                    <a:pt x="30661" y="76097"/>
                    <a:pt x="30661" y="76097"/>
                    <a:pt x="30661" y="76097"/>
                  </a:cubicBezTo>
                  <a:cubicBezTo>
                    <a:pt x="36734" y="77230"/>
                    <a:pt x="36734" y="77230"/>
                    <a:pt x="36734" y="77230"/>
                  </a:cubicBezTo>
                  <a:cubicBezTo>
                    <a:pt x="42318" y="79590"/>
                    <a:pt x="42318" y="79590"/>
                    <a:pt x="42318" y="79590"/>
                  </a:cubicBezTo>
                  <a:cubicBezTo>
                    <a:pt x="49077" y="85066"/>
                    <a:pt x="49077" y="85066"/>
                    <a:pt x="49077" y="85066"/>
                  </a:cubicBezTo>
                  <a:cubicBezTo>
                    <a:pt x="48000" y="87616"/>
                    <a:pt x="48000" y="87616"/>
                    <a:pt x="48000" y="87616"/>
                  </a:cubicBezTo>
                  <a:cubicBezTo>
                    <a:pt x="48391" y="92053"/>
                    <a:pt x="48391" y="92053"/>
                    <a:pt x="48391" y="92053"/>
                  </a:cubicBezTo>
                  <a:cubicBezTo>
                    <a:pt x="52408" y="92053"/>
                    <a:pt x="52408" y="92053"/>
                    <a:pt x="52408" y="92053"/>
                  </a:cubicBezTo>
                  <a:cubicBezTo>
                    <a:pt x="53681" y="96963"/>
                    <a:pt x="53681" y="96963"/>
                    <a:pt x="53681" y="96963"/>
                  </a:cubicBezTo>
                  <a:cubicBezTo>
                    <a:pt x="54661" y="97623"/>
                    <a:pt x="54661" y="97623"/>
                    <a:pt x="54661" y="97623"/>
                  </a:cubicBezTo>
                  <a:cubicBezTo>
                    <a:pt x="57600" y="99512"/>
                    <a:pt x="57600" y="99512"/>
                    <a:pt x="57600" y="99512"/>
                  </a:cubicBezTo>
                  <a:cubicBezTo>
                    <a:pt x="58187" y="99417"/>
                    <a:pt x="58187" y="99417"/>
                    <a:pt x="58187" y="99417"/>
                  </a:cubicBezTo>
                  <a:cubicBezTo>
                    <a:pt x="59265" y="96396"/>
                    <a:pt x="59265" y="96396"/>
                    <a:pt x="59265" y="96396"/>
                  </a:cubicBezTo>
                  <a:cubicBezTo>
                    <a:pt x="61616" y="96302"/>
                    <a:pt x="61616" y="96302"/>
                    <a:pt x="61616" y="96302"/>
                  </a:cubicBezTo>
                  <a:cubicBezTo>
                    <a:pt x="64946" y="97529"/>
                    <a:pt x="64946" y="97529"/>
                    <a:pt x="64946" y="97529"/>
                  </a:cubicBezTo>
                  <a:cubicBezTo>
                    <a:pt x="67885" y="97718"/>
                    <a:pt x="67885" y="97718"/>
                    <a:pt x="67885" y="97718"/>
                  </a:cubicBezTo>
                  <a:cubicBezTo>
                    <a:pt x="70040" y="95830"/>
                    <a:pt x="70040" y="95830"/>
                    <a:pt x="70040" y="95830"/>
                  </a:cubicBezTo>
                  <a:cubicBezTo>
                    <a:pt x="71510" y="97151"/>
                    <a:pt x="71510" y="97151"/>
                    <a:pt x="71510" y="97151"/>
                  </a:cubicBezTo>
                  <a:cubicBezTo>
                    <a:pt x="75624" y="100550"/>
                    <a:pt x="75624" y="100550"/>
                    <a:pt x="75624" y="100550"/>
                  </a:cubicBezTo>
                  <a:cubicBezTo>
                    <a:pt x="78661" y="104893"/>
                    <a:pt x="78661" y="104893"/>
                    <a:pt x="78661" y="104893"/>
                  </a:cubicBezTo>
                  <a:cubicBezTo>
                    <a:pt x="81795" y="107065"/>
                    <a:pt x="81795" y="107065"/>
                    <a:pt x="81795" y="107065"/>
                  </a:cubicBezTo>
                  <a:cubicBezTo>
                    <a:pt x="84930" y="112069"/>
                    <a:pt x="84930" y="112069"/>
                    <a:pt x="84930" y="112069"/>
                  </a:cubicBezTo>
                  <a:cubicBezTo>
                    <a:pt x="87967" y="114240"/>
                    <a:pt x="87967" y="114240"/>
                    <a:pt x="87967" y="114240"/>
                  </a:cubicBezTo>
                  <a:cubicBezTo>
                    <a:pt x="91689" y="113674"/>
                    <a:pt x="91689" y="113674"/>
                    <a:pt x="91689" y="113674"/>
                  </a:cubicBezTo>
                  <a:cubicBezTo>
                    <a:pt x="96000" y="114146"/>
                    <a:pt x="96000" y="114146"/>
                    <a:pt x="96000" y="114146"/>
                  </a:cubicBezTo>
                  <a:cubicBezTo>
                    <a:pt x="99232" y="116884"/>
                    <a:pt x="99232" y="116884"/>
                    <a:pt x="99232" y="116884"/>
                  </a:cubicBezTo>
                  <a:cubicBezTo>
                    <a:pt x="103151" y="118489"/>
                    <a:pt x="103151" y="118489"/>
                    <a:pt x="103151" y="118489"/>
                  </a:cubicBezTo>
                  <a:cubicBezTo>
                    <a:pt x="106579" y="119055"/>
                    <a:pt x="106579" y="119055"/>
                    <a:pt x="106579" y="119055"/>
                  </a:cubicBezTo>
                  <a:cubicBezTo>
                    <a:pt x="110302" y="119905"/>
                    <a:pt x="110302" y="119905"/>
                    <a:pt x="110302" y="119905"/>
                  </a:cubicBezTo>
                  <a:cubicBezTo>
                    <a:pt x="115689" y="119339"/>
                    <a:pt x="115689" y="119339"/>
                    <a:pt x="115689" y="119339"/>
                  </a:cubicBezTo>
                  <a:cubicBezTo>
                    <a:pt x="119608" y="119999"/>
                    <a:pt x="119608" y="119999"/>
                    <a:pt x="119608" y="119999"/>
                  </a:cubicBezTo>
                  <a:cubicBezTo>
                    <a:pt x="120000" y="119716"/>
                    <a:pt x="120000" y="119716"/>
                    <a:pt x="120000" y="119716"/>
                  </a:cubicBezTo>
                  <a:lnTo>
                    <a:pt x="120000" y="226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4" name="Google Shape;1204;p59"/>
            <p:cNvSpPr/>
            <p:nvPr/>
          </p:nvSpPr>
          <p:spPr>
            <a:xfrm>
              <a:off x="8205305" y="4493148"/>
              <a:ext cx="1793100" cy="673200"/>
            </a:xfrm>
            <a:custGeom>
              <a:rect b="b" l="l" r="r" t="t"/>
              <a:pathLst>
                <a:path extrusionOk="0" h="120000" w="120000">
                  <a:moveTo>
                    <a:pt x="2805" y="93523"/>
                  </a:moveTo>
                  <a:lnTo>
                    <a:pt x="4328" y="97153"/>
                  </a:lnTo>
                  <a:lnTo>
                    <a:pt x="6653" y="102277"/>
                  </a:lnTo>
                  <a:lnTo>
                    <a:pt x="8096" y="109537"/>
                  </a:lnTo>
                  <a:lnTo>
                    <a:pt x="11222" y="116370"/>
                  </a:lnTo>
                  <a:lnTo>
                    <a:pt x="12104" y="120000"/>
                  </a:lnTo>
                  <a:lnTo>
                    <a:pt x="119198" y="120000"/>
                  </a:lnTo>
                  <a:lnTo>
                    <a:pt x="119198" y="116583"/>
                  </a:lnTo>
                  <a:lnTo>
                    <a:pt x="120000" y="114875"/>
                  </a:lnTo>
                  <a:lnTo>
                    <a:pt x="119599" y="114661"/>
                  </a:lnTo>
                  <a:lnTo>
                    <a:pt x="119759" y="113380"/>
                  </a:lnTo>
                  <a:lnTo>
                    <a:pt x="118316" y="116370"/>
                  </a:lnTo>
                  <a:lnTo>
                    <a:pt x="116873" y="113380"/>
                  </a:lnTo>
                  <a:lnTo>
                    <a:pt x="115350" y="108042"/>
                  </a:lnTo>
                  <a:lnTo>
                    <a:pt x="115591" y="109537"/>
                  </a:lnTo>
                  <a:lnTo>
                    <a:pt x="113987" y="105266"/>
                  </a:lnTo>
                  <a:lnTo>
                    <a:pt x="112785" y="99074"/>
                  </a:lnTo>
                  <a:lnTo>
                    <a:pt x="110701" y="95871"/>
                  </a:lnTo>
                  <a:lnTo>
                    <a:pt x="108296" y="87971"/>
                  </a:lnTo>
                  <a:lnTo>
                    <a:pt x="108296" y="83487"/>
                  </a:lnTo>
                  <a:lnTo>
                    <a:pt x="107815" y="76227"/>
                  </a:lnTo>
                  <a:lnTo>
                    <a:pt x="106613" y="69608"/>
                  </a:lnTo>
                  <a:lnTo>
                    <a:pt x="103406" y="68327"/>
                  </a:lnTo>
                  <a:lnTo>
                    <a:pt x="100521" y="62989"/>
                  </a:lnTo>
                  <a:lnTo>
                    <a:pt x="99398" y="57651"/>
                  </a:lnTo>
                  <a:lnTo>
                    <a:pt x="96673" y="57864"/>
                  </a:lnTo>
                  <a:lnTo>
                    <a:pt x="97154" y="54234"/>
                  </a:lnTo>
                  <a:lnTo>
                    <a:pt x="95390" y="49323"/>
                  </a:lnTo>
                  <a:lnTo>
                    <a:pt x="93066" y="41850"/>
                  </a:lnTo>
                  <a:lnTo>
                    <a:pt x="92344" y="39288"/>
                  </a:lnTo>
                  <a:lnTo>
                    <a:pt x="86813" y="41850"/>
                  </a:lnTo>
                  <a:lnTo>
                    <a:pt x="85210" y="36939"/>
                  </a:lnTo>
                  <a:lnTo>
                    <a:pt x="79198" y="36298"/>
                  </a:lnTo>
                  <a:lnTo>
                    <a:pt x="78957" y="36298"/>
                  </a:lnTo>
                  <a:lnTo>
                    <a:pt x="77354" y="39501"/>
                  </a:lnTo>
                  <a:lnTo>
                    <a:pt x="67014" y="42491"/>
                  </a:lnTo>
                  <a:lnTo>
                    <a:pt x="45851" y="10462"/>
                  </a:lnTo>
                  <a:lnTo>
                    <a:pt x="43126" y="8754"/>
                  </a:lnTo>
                  <a:lnTo>
                    <a:pt x="37995" y="4270"/>
                  </a:lnTo>
                  <a:lnTo>
                    <a:pt x="35270" y="1281"/>
                  </a:lnTo>
                  <a:lnTo>
                    <a:pt x="30941" y="854"/>
                  </a:lnTo>
                  <a:lnTo>
                    <a:pt x="26212" y="0"/>
                  </a:lnTo>
                  <a:lnTo>
                    <a:pt x="25571" y="854"/>
                  </a:lnTo>
                  <a:lnTo>
                    <a:pt x="12344" y="18576"/>
                  </a:lnTo>
                  <a:lnTo>
                    <a:pt x="19799" y="36725"/>
                  </a:lnTo>
                  <a:lnTo>
                    <a:pt x="17875" y="40569"/>
                  </a:lnTo>
                  <a:lnTo>
                    <a:pt x="16673" y="49964"/>
                  </a:lnTo>
                  <a:lnTo>
                    <a:pt x="12024" y="53380"/>
                  </a:lnTo>
                  <a:lnTo>
                    <a:pt x="11543" y="59572"/>
                  </a:lnTo>
                  <a:lnTo>
                    <a:pt x="7374" y="68754"/>
                  </a:lnTo>
                  <a:lnTo>
                    <a:pt x="721" y="67046"/>
                  </a:lnTo>
                  <a:lnTo>
                    <a:pt x="480" y="70889"/>
                  </a:lnTo>
                  <a:lnTo>
                    <a:pt x="881" y="82419"/>
                  </a:lnTo>
                  <a:lnTo>
                    <a:pt x="0" y="92882"/>
                  </a:lnTo>
                  <a:lnTo>
                    <a:pt x="2805" y="93523"/>
                  </a:lnTo>
                  <a:close/>
                </a:path>
              </a:pathLst>
            </a:custGeom>
            <a:solidFill>
              <a:schemeClr val="accent5"/>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u="sng">
                <a:solidFill>
                  <a:srgbClr val="56555A"/>
                </a:solidFill>
                <a:latin typeface="Verdana"/>
                <a:ea typeface="Verdana"/>
                <a:cs typeface="Verdana"/>
                <a:sym typeface="Verdana"/>
              </a:endParaRPr>
            </a:p>
          </p:txBody>
        </p:sp>
        <p:sp>
          <p:nvSpPr>
            <p:cNvPr id="1205" name="Google Shape;1205;p59"/>
            <p:cNvSpPr/>
            <p:nvPr/>
          </p:nvSpPr>
          <p:spPr>
            <a:xfrm>
              <a:off x="9388816" y="4561428"/>
              <a:ext cx="196500" cy="166500"/>
            </a:xfrm>
            <a:custGeom>
              <a:rect b="b" l="l" r="r" t="t"/>
              <a:pathLst>
                <a:path extrusionOk="0" h="120000" w="120000">
                  <a:moveTo>
                    <a:pt x="23414" y="6906"/>
                  </a:moveTo>
                  <a:lnTo>
                    <a:pt x="12439" y="56978"/>
                  </a:lnTo>
                  <a:lnTo>
                    <a:pt x="0" y="97553"/>
                  </a:lnTo>
                  <a:lnTo>
                    <a:pt x="54878" y="100143"/>
                  </a:lnTo>
                  <a:lnTo>
                    <a:pt x="69512" y="120000"/>
                  </a:lnTo>
                  <a:lnTo>
                    <a:pt x="120000" y="109640"/>
                  </a:lnTo>
                  <a:lnTo>
                    <a:pt x="112682" y="96690"/>
                  </a:lnTo>
                  <a:lnTo>
                    <a:pt x="98048" y="76834"/>
                  </a:lnTo>
                  <a:lnTo>
                    <a:pt x="80487" y="61294"/>
                  </a:lnTo>
                  <a:lnTo>
                    <a:pt x="68048" y="61294"/>
                  </a:lnTo>
                  <a:lnTo>
                    <a:pt x="81951" y="38848"/>
                  </a:lnTo>
                  <a:lnTo>
                    <a:pt x="99512" y="29352"/>
                  </a:lnTo>
                  <a:lnTo>
                    <a:pt x="91463" y="9496"/>
                  </a:lnTo>
                  <a:lnTo>
                    <a:pt x="66585" y="6906"/>
                  </a:lnTo>
                  <a:lnTo>
                    <a:pt x="70975" y="2589"/>
                  </a:lnTo>
                  <a:lnTo>
                    <a:pt x="44634" y="0"/>
                  </a:lnTo>
                  <a:lnTo>
                    <a:pt x="23414" y="690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6" name="Google Shape;1206;p59"/>
            <p:cNvSpPr/>
            <p:nvPr/>
          </p:nvSpPr>
          <p:spPr>
            <a:xfrm>
              <a:off x="9986562" y="5137611"/>
              <a:ext cx="69600" cy="28800"/>
            </a:xfrm>
            <a:custGeom>
              <a:rect b="b" l="l" r="r" t="t"/>
              <a:pathLst>
                <a:path extrusionOk="0" h="120000" w="120000">
                  <a:moveTo>
                    <a:pt x="120000" y="120000"/>
                  </a:moveTo>
                  <a:lnTo>
                    <a:pt x="76551" y="40000"/>
                  </a:lnTo>
                  <a:lnTo>
                    <a:pt x="20689" y="0"/>
                  </a:lnTo>
                  <a:lnTo>
                    <a:pt x="0" y="40000"/>
                  </a:lnTo>
                  <a:lnTo>
                    <a:pt x="0" y="120000"/>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7" name="Google Shape;1207;p59"/>
            <p:cNvSpPr/>
            <p:nvPr/>
          </p:nvSpPr>
          <p:spPr>
            <a:xfrm>
              <a:off x="10132704" y="5108861"/>
              <a:ext cx="176100" cy="57600"/>
            </a:xfrm>
            <a:custGeom>
              <a:rect b="b" l="l" r="r" t="t"/>
              <a:pathLst>
                <a:path extrusionOk="0" h="120000" w="120000">
                  <a:moveTo>
                    <a:pt x="120000" y="120000"/>
                  </a:moveTo>
                  <a:lnTo>
                    <a:pt x="120000" y="0"/>
                  </a:lnTo>
                  <a:lnTo>
                    <a:pt x="115102" y="7500"/>
                  </a:lnTo>
                  <a:lnTo>
                    <a:pt x="80816" y="42500"/>
                  </a:lnTo>
                  <a:lnTo>
                    <a:pt x="45714" y="45000"/>
                  </a:lnTo>
                  <a:lnTo>
                    <a:pt x="17959" y="65000"/>
                  </a:lnTo>
                  <a:lnTo>
                    <a:pt x="0" y="120000"/>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8" name="Google Shape;1208;p59"/>
            <p:cNvSpPr/>
            <p:nvPr/>
          </p:nvSpPr>
          <p:spPr>
            <a:xfrm>
              <a:off x="9603238" y="2291433"/>
              <a:ext cx="705600" cy="704400"/>
            </a:xfrm>
            <a:custGeom>
              <a:rect b="b" l="l" r="r" t="t"/>
              <a:pathLst>
                <a:path extrusionOk="0" h="120000" w="120000">
                  <a:moveTo>
                    <a:pt x="120000" y="0"/>
                  </a:moveTo>
                  <a:lnTo>
                    <a:pt x="104719" y="6122"/>
                  </a:lnTo>
                  <a:lnTo>
                    <a:pt x="86383" y="25102"/>
                  </a:lnTo>
                  <a:lnTo>
                    <a:pt x="67436" y="18163"/>
                  </a:lnTo>
                  <a:lnTo>
                    <a:pt x="67232" y="19795"/>
                  </a:lnTo>
                  <a:lnTo>
                    <a:pt x="60916" y="33673"/>
                  </a:lnTo>
                  <a:lnTo>
                    <a:pt x="50730" y="38571"/>
                  </a:lnTo>
                  <a:lnTo>
                    <a:pt x="38098" y="40204"/>
                  </a:lnTo>
                  <a:lnTo>
                    <a:pt x="28522" y="24897"/>
                  </a:lnTo>
                  <a:lnTo>
                    <a:pt x="27504" y="13469"/>
                  </a:lnTo>
                  <a:lnTo>
                    <a:pt x="0" y="41632"/>
                  </a:lnTo>
                  <a:lnTo>
                    <a:pt x="28726" y="118979"/>
                  </a:lnTo>
                  <a:lnTo>
                    <a:pt x="30152" y="120000"/>
                  </a:lnTo>
                  <a:lnTo>
                    <a:pt x="34227" y="117959"/>
                  </a:lnTo>
                  <a:lnTo>
                    <a:pt x="45636" y="112857"/>
                  </a:lnTo>
                  <a:lnTo>
                    <a:pt x="47266" y="108163"/>
                  </a:lnTo>
                  <a:lnTo>
                    <a:pt x="39932" y="102040"/>
                  </a:lnTo>
                  <a:lnTo>
                    <a:pt x="38505" y="91632"/>
                  </a:lnTo>
                  <a:lnTo>
                    <a:pt x="45229" y="87346"/>
                  </a:lnTo>
                  <a:lnTo>
                    <a:pt x="50730" y="78979"/>
                  </a:lnTo>
                  <a:lnTo>
                    <a:pt x="55212" y="77346"/>
                  </a:lnTo>
                  <a:lnTo>
                    <a:pt x="48692" y="74081"/>
                  </a:lnTo>
                  <a:lnTo>
                    <a:pt x="53174" y="69387"/>
                  </a:lnTo>
                  <a:lnTo>
                    <a:pt x="56842" y="67755"/>
                  </a:lnTo>
                  <a:lnTo>
                    <a:pt x="66010" y="70612"/>
                  </a:lnTo>
                  <a:lnTo>
                    <a:pt x="72529" y="71020"/>
                  </a:lnTo>
                  <a:lnTo>
                    <a:pt x="76400" y="66530"/>
                  </a:lnTo>
                  <a:lnTo>
                    <a:pt x="82105" y="71836"/>
                  </a:lnTo>
                  <a:lnTo>
                    <a:pt x="83735" y="79387"/>
                  </a:lnTo>
                  <a:lnTo>
                    <a:pt x="91273" y="82653"/>
                  </a:lnTo>
                  <a:lnTo>
                    <a:pt x="100237" y="79795"/>
                  </a:lnTo>
                  <a:lnTo>
                    <a:pt x="106349" y="75714"/>
                  </a:lnTo>
                  <a:lnTo>
                    <a:pt x="108794" y="72244"/>
                  </a:lnTo>
                  <a:lnTo>
                    <a:pt x="113887" y="74489"/>
                  </a:lnTo>
                  <a:lnTo>
                    <a:pt x="119592" y="80204"/>
                  </a:lnTo>
                  <a:lnTo>
                    <a:pt x="120000" y="80408"/>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09" name="Google Shape;1209;p59"/>
            <p:cNvSpPr/>
            <p:nvPr/>
          </p:nvSpPr>
          <p:spPr>
            <a:xfrm>
              <a:off x="9905105" y="4938762"/>
              <a:ext cx="105300" cy="207300"/>
            </a:xfrm>
            <a:custGeom>
              <a:rect b="b" l="l" r="r" t="t"/>
              <a:pathLst>
                <a:path extrusionOk="0" h="120000" w="120000">
                  <a:moveTo>
                    <a:pt x="77727" y="120000"/>
                  </a:moveTo>
                  <a:lnTo>
                    <a:pt x="102272" y="110289"/>
                  </a:lnTo>
                  <a:lnTo>
                    <a:pt x="110454" y="99884"/>
                  </a:lnTo>
                  <a:lnTo>
                    <a:pt x="120000" y="77687"/>
                  </a:lnTo>
                  <a:lnTo>
                    <a:pt x="115909" y="55491"/>
                  </a:lnTo>
                  <a:lnTo>
                    <a:pt x="95454" y="35375"/>
                  </a:lnTo>
                  <a:lnTo>
                    <a:pt x="87272" y="11791"/>
                  </a:lnTo>
                  <a:lnTo>
                    <a:pt x="54545" y="0"/>
                  </a:lnTo>
                  <a:lnTo>
                    <a:pt x="19090" y="2080"/>
                  </a:lnTo>
                  <a:lnTo>
                    <a:pt x="0" y="30520"/>
                  </a:lnTo>
                  <a:lnTo>
                    <a:pt x="4090" y="48554"/>
                  </a:lnTo>
                  <a:lnTo>
                    <a:pt x="12272" y="74219"/>
                  </a:lnTo>
                  <a:lnTo>
                    <a:pt x="27272" y="92947"/>
                  </a:lnTo>
                  <a:lnTo>
                    <a:pt x="53181" y="110289"/>
                  </a:lnTo>
                  <a:lnTo>
                    <a:pt x="77727"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0" name="Google Shape;1210;p59"/>
            <p:cNvSpPr/>
            <p:nvPr/>
          </p:nvSpPr>
          <p:spPr>
            <a:xfrm>
              <a:off x="7232621" y="4654863"/>
              <a:ext cx="978600" cy="511500"/>
            </a:xfrm>
            <a:custGeom>
              <a:rect b="b" l="l" r="r" t="t"/>
              <a:pathLst>
                <a:path extrusionOk="0" h="120000" w="120000">
                  <a:moveTo>
                    <a:pt x="2937" y="58173"/>
                  </a:moveTo>
                  <a:lnTo>
                    <a:pt x="881" y="66604"/>
                  </a:lnTo>
                  <a:lnTo>
                    <a:pt x="4700" y="72224"/>
                  </a:lnTo>
                  <a:lnTo>
                    <a:pt x="5728" y="120000"/>
                  </a:lnTo>
                  <a:lnTo>
                    <a:pt x="113390" y="120000"/>
                  </a:lnTo>
                  <a:lnTo>
                    <a:pt x="111921" y="113536"/>
                  </a:lnTo>
                  <a:lnTo>
                    <a:pt x="108102" y="103419"/>
                  </a:lnTo>
                  <a:lnTo>
                    <a:pt x="107662" y="95269"/>
                  </a:lnTo>
                  <a:lnTo>
                    <a:pt x="103402" y="88243"/>
                  </a:lnTo>
                  <a:lnTo>
                    <a:pt x="98702" y="77845"/>
                  </a:lnTo>
                  <a:lnTo>
                    <a:pt x="93561" y="67447"/>
                  </a:lnTo>
                  <a:lnTo>
                    <a:pt x="92386" y="57049"/>
                  </a:lnTo>
                  <a:lnTo>
                    <a:pt x="89742" y="51428"/>
                  </a:lnTo>
                  <a:lnTo>
                    <a:pt x="91946" y="42997"/>
                  </a:lnTo>
                  <a:lnTo>
                    <a:pt x="96058" y="55925"/>
                  </a:lnTo>
                  <a:lnTo>
                    <a:pt x="99583" y="66042"/>
                  </a:lnTo>
                  <a:lnTo>
                    <a:pt x="102080" y="79531"/>
                  </a:lnTo>
                  <a:lnTo>
                    <a:pt x="110159" y="89086"/>
                  </a:lnTo>
                  <a:lnTo>
                    <a:pt x="113684" y="94988"/>
                  </a:lnTo>
                  <a:lnTo>
                    <a:pt x="116768" y="89929"/>
                  </a:lnTo>
                  <a:lnTo>
                    <a:pt x="115740" y="82622"/>
                  </a:lnTo>
                  <a:lnTo>
                    <a:pt x="117209" y="70538"/>
                  </a:lnTo>
                  <a:lnTo>
                    <a:pt x="117796" y="59578"/>
                  </a:lnTo>
                  <a:lnTo>
                    <a:pt x="120000" y="49461"/>
                  </a:lnTo>
                  <a:lnTo>
                    <a:pt x="109277" y="4215"/>
                  </a:lnTo>
                  <a:lnTo>
                    <a:pt x="108396" y="562"/>
                  </a:lnTo>
                  <a:lnTo>
                    <a:pt x="105899" y="5058"/>
                  </a:lnTo>
                  <a:lnTo>
                    <a:pt x="98996" y="7306"/>
                  </a:lnTo>
                  <a:lnTo>
                    <a:pt x="94149" y="5901"/>
                  </a:lnTo>
                  <a:lnTo>
                    <a:pt x="89596" y="10117"/>
                  </a:lnTo>
                  <a:lnTo>
                    <a:pt x="84895" y="5901"/>
                  </a:lnTo>
                  <a:lnTo>
                    <a:pt x="80195" y="0"/>
                  </a:lnTo>
                  <a:lnTo>
                    <a:pt x="75201" y="1124"/>
                  </a:lnTo>
                  <a:lnTo>
                    <a:pt x="69473" y="2529"/>
                  </a:lnTo>
                  <a:lnTo>
                    <a:pt x="62276" y="7868"/>
                  </a:lnTo>
                  <a:lnTo>
                    <a:pt x="57135" y="15175"/>
                  </a:lnTo>
                  <a:lnTo>
                    <a:pt x="53023" y="21639"/>
                  </a:lnTo>
                  <a:lnTo>
                    <a:pt x="49057" y="21077"/>
                  </a:lnTo>
                  <a:lnTo>
                    <a:pt x="44504" y="18548"/>
                  </a:lnTo>
                  <a:lnTo>
                    <a:pt x="38776" y="19953"/>
                  </a:lnTo>
                  <a:lnTo>
                    <a:pt x="35544" y="16861"/>
                  </a:lnTo>
                  <a:lnTo>
                    <a:pt x="29228" y="15737"/>
                  </a:lnTo>
                  <a:lnTo>
                    <a:pt x="19975" y="11241"/>
                  </a:lnTo>
                  <a:lnTo>
                    <a:pt x="11309" y="8430"/>
                  </a:lnTo>
                  <a:lnTo>
                    <a:pt x="7784" y="12365"/>
                  </a:lnTo>
                  <a:lnTo>
                    <a:pt x="4847" y="10679"/>
                  </a:lnTo>
                  <a:lnTo>
                    <a:pt x="3818" y="6182"/>
                  </a:lnTo>
                  <a:lnTo>
                    <a:pt x="587" y="14613"/>
                  </a:lnTo>
                  <a:lnTo>
                    <a:pt x="3231" y="30070"/>
                  </a:lnTo>
                  <a:lnTo>
                    <a:pt x="0" y="47213"/>
                  </a:lnTo>
                  <a:lnTo>
                    <a:pt x="2937" y="5817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1" name="Google Shape;1211;p59"/>
            <p:cNvSpPr/>
            <p:nvPr/>
          </p:nvSpPr>
          <p:spPr>
            <a:xfrm>
              <a:off x="8123849" y="4416483"/>
              <a:ext cx="120900" cy="449100"/>
            </a:xfrm>
            <a:custGeom>
              <a:rect b="b" l="l" r="r" t="t"/>
              <a:pathLst>
                <a:path extrusionOk="0" h="120000" w="120000">
                  <a:moveTo>
                    <a:pt x="103366" y="83840"/>
                  </a:moveTo>
                  <a:lnTo>
                    <a:pt x="120000" y="69440"/>
                  </a:lnTo>
                  <a:lnTo>
                    <a:pt x="117623" y="55040"/>
                  </a:lnTo>
                  <a:lnTo>
                    <a:pt x="102178" y="56320"/>
                  </a:lnTo>
                  <a:lnTo>
                    <a:pt x="80792" y="58880"/>
                  </a:lnTo>
                  <a:lnTo>
                    <a:pt x="57029" y="59520"/>
                  </a:lnTo>
                  <a:lnTo>
                    <a:pt x="60594" y="56320"/>
                  </a:lnTo>
                  <a:lnTo>
                    <a:pt x="64158" y="52160"/>
                  </a:lnTo>
                  <a:lnTo>
                    <a:pt x="80792" y="49280"/>
                  </a:lnTo>
                  <a:lnTo>
                    <a:pt x="90297" y="45120"/>
                  </a:lnTo>
                  <a:lnTo>
                    <a:pt x="71287" y="43520"/>
                  </a:lnTo>
                  <a:lnTo>
                    <a:pt x="65346" y="40000"/>
                  </a:lnTo>
                  <a:lnTo>
                    <a:pt x="60594" y="32640"/>
                  </a:lnTo>
                  <a:lnTo>
                    <a:pt x="67722" y="26560"/>
                  </a:lnTo>
                  <a:lnTo>
                    <a:pt x="87920" y="24320"/>
                  </a:lnTo>
                  <a:lnTo>
                    <a:pt x="111683" y="28160"/>
                  </a:lnTo>
                  <a:lnTo>
                    <a:pt x="109306" y="16640"/>
                  </a:lnTo>
                  <a:lnTo>
                    <a:pt x="109306" y="16320"/>
                  </a:lnTo>
                  <a:lnTo>
                    <a:pt x="109306" y="2560"/>
                  </a:lnTo>
                  <a:lnTo>
                    <a:pt x="109306" y="1920"/>
                  </a:lnTo>
                  <a:lnTo>
                    <a:pt x="97425" y="0"/>
                  </a:lnTo>
                  <a:lnTo>
                    <a:pt x="86732" y="5120"/>
                  </a:lnTo>
                  <a:lnTo>
                    <a:pt x="58217" y="5760"/>
                  </a:lnTo>
                  <a:lnTo>
                    <a:pt x="48712" y="16960"/>
                  </a:lnTo>
                  <a:lnTo>
                    <a:pt x="41584" y="31680"/>
                  </a:lnTo>
                  <a:lnTo>
                    <a:pt x="28514" y="47040"/>
                  </a:lnTo>
                  <a:lnTo>
                    <a:pt x="22574" y="51840"/>
                  </a:lnTo>
                  <a:lnTo>
                    <a:pt x="38019" y="57280"/>
                  </a:lnTo>
                  <a:lnTo>
                    <a:pt x="15445" y="65600"/>
                  </a:lnTo>
                  <a:lnTo>
                    <a:pt x="0" y="68480"/>
                  </a:lnTo>
                  <a:lnTo>
                    <a:pt x="86732" y="120000"/>
                  </a:lnTo>
                  <a:lnTo>
                    <a:pt x="91485" y="116800"/>
                  </a:lnTo>
                  <a:lnTo>
                    <a:pt x="102178" y="95360"/>
                  </a:lnTo>
                  <a:lnTo>
                    <a:pt x="103366" y="8384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2" name="Google Shape;1212;p59"/>
            <p:cNvSpPr/>
            <p:nvPr/>
          </p:nvSpPr>
          <p:spPr>
            <a:xfrm>
              <a:off x="8216086" y="4354193"/>
              <a:ext cx="371400" cy="524700"/>
            </a:xfrm>
            <a:custGeom>
              <a:rect b="b" l="l" r="r" t="t"/>
              <a:pathLst>
                <a:path extrusionOk="0" h="120000" w="120000">
                  <a:moveTo>
                    <a:pt x="52258" y="108219"/>
                  </a:moveTo>
                  <a:lnTo>
                    <a:pt x="54580" y="100273"/>
                  </a:lnTo>
                  <a:lnTo>
                    <a:pt x="77032" y="95890"/>
                  </a:lnTo>
                  <a:lnTo>
                    <a:pt x="82838" y="83835"/>
                  </a:lnTo>
                  <a:lnTo>
                    <a:pt x="92129" y="78904"/>
                  </a:lnTo>
                  <a:lnTo>
                    <a:pt x="56129" y="55616"/>
                  </a:lnTo>
                  <a:lnTo>
                    <a:pt x="120000" y="32876"/>
                  </a:lnTo>
                  <a:lnTo>
                    <a:pt x="120000" y="28219"/>
                  </a:lnTo>
                  <a:lnTo>
                    <a:pt x="117677" y="25753"/>
                  </a:lnTo>
                  <a:lnTo>
                    <a:pt x="113806" y="27945"/>
                  </a:lnTo>
                  <a:lnTo>
                    <a:pt x="110709" y="25753"/>
                  </a:lnTo>
                  <a:lnTo>
                    <a:pt x="114967" y="20547"/>
                  </a:lnTo>
                  <a:lnTo>
                    <a:pt x="98322" y="0"/>
                  </a:lnTo>
                  <a:lnTo>
                    <a:pt x="42967" y="35068"/>
                  </a:lnTo>
                  <a:lnTo>
                    <a:pt x="25161" y="31506"/>
                  </a:lnTo>
                  <a:lnTo>
                    <a:pt x="18580" y="28767"/>
                  </a:lnTo>
                  <a:lnTo>
                    <a:pt x="10451" y="25753"/>
                  </a:lnTo>
                  <a:lnTo>
                    <a:pt x="5806" y="28219"/>
                  </a:lnTo>
                  <a:lnTo>
                    <a:pt x="5806" y="28493"/>
                  </a:lnTo>
                  <a:lnTo>
                    <a:pt x="6580" y="38356"/>
                  </a:lnTo>
                  <a:lnTo>
                    <a:pt x="7741" y="51780"/>
                  </a:lnTo>
                  <a:lnTo>
                    <a:pt x="8516" y="61369"/>
                  </a:lnTo>
                  <a:lnTo>
                    <a:pt x="9290" y="73698"/>
                  </a:lnTo>
                  <a:lnTo>
                    <a:pt x="3870" y="86027"/>
                  </a:lnTo>
                  <a:lnTo>
                    <a:pt x="3483" y="95890"/>
                  </a:lnTo>
                  <a:lnTo>
                    <a:pt x="0" y="114246"/>
                  </a:lnTo>
                  <a:lnTo>
                    <a:pt x="774" y="113150"/>
                  </a:lnTo>
                  <a:lnTo>
                    <a:pt x="0" y="117808"/>
                  </a:lnTo>
                  <a:lnTo>
                    <a:pt x="32129" y="120000"/>
                  </a:lnTo>
                  <a:lnTo>
                    <a:pt x="52258" y="108219"/>
                  </a:lnTo>
                  <a:close/>
                </a:path>
              </a:pathLst>
            </a:custGeom>
            <a:solidFill>
              <a:schemeClr val="accent5"/>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3" name="Google Shape;1213;p59"/>
            <p:cNvSpPr/>
            <p:nvPr/>
          </p:nvSpPr>
          <p:spPr>
            <a:xfrm>
              <a:off x="8520349" y="3805561"/>
              <a:ext cx="1027800" cy="926100"/>
            </a:xfrm>
            <a:custGeom>
              <a:rect b="b" l="l" r="r" t="t"/>
              <a:pathLst>
                <a:path extrusionOk="0" h="120000" w="120000">
                  <a:moveTo>
                    <a:pt x="27563" y="10683"/>
                  </a:moveTo>
                  <a:cubicBezTo>
                    <a:pt x="27285" y="11303"/>
                    <a:pt x="27285" y="11303"/>
                    <a:pt x="27285" y="11303"/>
                  </a:cubicBezTo>
                  <a:cubicBezTo>
                    <a:pt x="23109" y="16567"/>
                    <a:pt x="23109" y="16567"/>
                    <a:pt x="23109" y="16567"/>
                  </a:cubicBezTo>
                  <a:cubicBezTo>
                    <a:pt x="19628" y="19974"/>
                    <a:pt x="19628" y="19974"/>
                    <a:pt x="19628" y="19974"/>
                  </a:cubicBezTo>
                  <a:cubicBezTo>
                    <a:pt x="19767" y="26632"/>
                    <a:pt x="19767" y="26632"/>
                    <a:pt x="19767" y="26632"/>
                  </a:cubicBezTo>
                  <a:cubicBezTo>
                    <a:pt x="22134" y="32051"/>
                    <a:pt x="22134" y="32051"/>
                    <a:pt x="22134" y="32051"/>
                  </a:cubicBezTo>
                  <a:cubicBezTo>
                    <a:pt x="20603" y="38245"/>
                    <a:pt x="20603" y="38245"/>
                    <a:pt x="20603" y="38245"/>
                  </a:cubicBezTo>
                  <a:cubicBezTo>
                    <a:pt x="22273" y="43509"/>
                    <a:pt x="22273" y="43509"/>
                    <a:pt x="22273" y="43509"/>
                  </a:cubicBezTo>
                  <a:cubicBezTo>
                    <a:pt x="20464" y="50787"/>
                    <a:pt x="20464" y="50787"/>
                    <a:pt x="20464" y="50787"/>
                  </a:cubicBezTo>
                  <a:cubicBezTo>
                    <a:pt x="0" y="71070"/>
                    <a:pt x="0" y="71070"/>
                    <a:pt x="0" y="71070"/>
                  </a:cubicBezTo>
                  <a:cubicBezTo>
                    <a:pt x="6125" y="82683"/>
                    <a:pt x="6125" y="82683"/>
                    <a:pt x="6125" y="82683"/>
                  </a:cubicBezTo>
                  <a:cubicBezTo>
                    <a:pt x="4454" y="85625"/>
                    <a:pt x="4454" y="85625"/>
                    <a:pt x="4454" y="85625"/>
                  </a:cubicBezTo>
                  <a:cubicBezTo>
                    <a:pt x="5707" y="86864"/>
                    <a:pt x="5707" y="86864"/>
                    <a:pt x="5707" y="86864"/>
                  </a:cubicBezTo>
                  <a:cubicBezTo>
                    <a:pt x="7099" y="85625"/>
                    <a:pt x="7099" y="85625"/>
                    <a:pt x="7099" y="85625"/>
                  </a:cubicBezTo>
                  <a:cubicBezTo>
                    <a:pt x="7935" y="87019"/>
                    <a:pt x="7935" y="87019"/>
                    <a:pt x="7935" y="87019"/>
                  </a:cubicBezTo>
                  <a:cubicBezTo>
                    <a:pt x="7935" y="89651"/>
                    <a:pt x="7935" y="89651"/>
                    <a:pt x="7935" y="89651"/>
                  </a:cubicBezTo>
                  <a:cubicBezTo>
                    <a:pt x="9048" y="89032"/>
                    <a:pt x="9048" y="89032"/>
                    <a:pt x="9048" y="89032"/>
                  </a:cubicBezTo>
                  <a:cubicBezTo>
                    <a:pt x="17262" y="89651"/>
                    <a:pt x="17262" y="89651"/>
                    <a:pt x="17262" y="89651"/>
                  </a:cubicBezTo>
                  <a:cubicBezTo>
                    <a:pt x="24779" y="89961"/>
                    <a:pt x="24779" y="89961"/>
                    <a:pt x="24779" y="89961"/>
                  </a:cubicBezTo>
                  <a:cubicBezTo>
                    <a:pt x="29512" y="92283"/>
                    <a:pt x="29512" y="92283"/>
                    <a:pt x="29512" y="92283"/>
                  </a:cubicBezTo>
                  <a:cubicBezTo>
                    <a:pt x="38422" y="95535"/>
                    <a:pt x="38422" y="95535"/>
                    <a:pt x="38422" y="95535"/>
                  </a:cubicBezTo>
                  <a:cubicBezTo>
                    <a:pt x="43294" y="96774"/>
                    <a:pt x="43294" y="96774"/>
                    <a:pt x="43294" y="96774"/>
                  </a:cubicBezTo>
                  <a:cubicBezTo>
                    <a:pt x="80185" y="120000"/>
                    <a:pt x="80185" y="120000"/>
                    <a:pt x="80185" y="120000"/>
                  </a:cubicBezTo>
                  <a:cubicBezTo>
                    <a:pt x="98143" y="117832"/>
                    <a:pt x="98143" y="117832"/>
                    <a:pt x="98143" y="117832"/>
                  </a:cubicBezTo>
                  <a:cubicBezTo>
                    <a:pt x="100928" y="115509"/>
                    <a:pt x="100928" y="115509"/>
                    <a:pt x="100928" y="115509"/>
                  </a:cubicBezTo>
                  <a:cubicBezTo>
                    <a:pt x="101345" y="115509"/>
                    <a:pt x="101345" y="115509"/>
                    <a:pt x="101345" y="115509"/>
                  </a:cubicBezTo>
                  <a:cubicBezTo>
                    <a:pt x="103712" y="108232"/>
                    <a:pt x="103712" y="108232"/>
                    <a:pt x="103712" y="108232"/>
                  </a:cubicBezTo>
                  <a:cubicBezTo>
                    <a:pt x="105800" y="99251"/>
                    <a:pt x="105800" y="99251"/>
                    <a:pt x="105800" y="99251"/>
                  </a:cubicBezTo>
                  <a:cubicBezTo>
                    <a:pt x="109837" y="98012"/>
                    <a:pt x="109837" y="98012"/>
                    <a:pt x="109837" y="98012"/>
                  </a:cubicBezTo>
                  <a:cubicBezTo>
                    <a:pt x="114849" y="98477"/>
                    <a:pt x="114849" y="98477"/>
                    <a:pt x="114849" y="98477"/>
                  </a:cubicBezTo>
                  <a:cubicBezTo>
                    <a:pt x="117076" y="96464"/>
                    <a:pt x="117076" y="96464"/>
                    <a:pt x="117076" y="96464"/>
                  </a:cubicBezTo>
                  <a:cubicBezTo>
                    <a:pt x="120000" y="95845"/>
                    <a:pt x="120000" y="95845"/>
                    <a:pt x="120000" y="95845"/>
                  </a:cubicBezTo>
                  <a:cubicBezTo>
                    <a:pt x="115823" y="92748"/>
                    <a:pt x="115823" y="92748"/>
                    <a:pt x="115823" y="92748"/>
                  </a:cubicBezTo>
                  <a:cubicBezTo>
                    <a:pt x="114431" y="91664"/>
                    <a:pt x="114431" y="91664"/>
                    <a:pt x="114431" y="91664"/>
                  </a:cubicBezTo>
                  <a:cubicBezTo>
                    <a:pt x="112621" y="83612"/>
                    <a:pt x="112621" y="83612"/>
                    <a:pt x="112621" y="83612"/>
                  </a:cubicBezTo>
                  <a:cubicBezTo>
                    <a:pt x="106914" y="83612"/>
                    <a:pt x="106914" y="83612"/>
                    <a:pt x="106914" y="83612"/>
                  </a:cubicBezTo>
                  <a:cubicBezTo>
                    <a:pt x="106357" y="76335"/>
                    <a:pt x="106357" y="76335"/>
                    <a:pt x="106357" y="76335"/>
                  </a:cubicBezTo>
                  <a:cubicBezTo>
                    <a:pt x="107888" y="72154"/>
                    <a:pt x="107888" y="72154"/>
                    <a:pt x="107888" y="72154"/>
                  </a:cubicBezTo>
                  <a:cubicBezTo>
                    <a:pt x="98283" y="63174"/>
                    <a:pt x="98283" y="63174"/>
                    <a:pt x="98283" y="63174"/>
                  </a:cubicBezTo>
                  <a:cubicBezTo>
                    <a:pt x="90348" y="59303"/>
                    <a:pt x="90348" y="59303"/>
                    <a:pt x="90348" y="59303"/>
                  </a:cubicBezTo>
                  <a:cubicBezTo>
                    <a:pt x="81716" y="57445"/>
                    <a:pt x="81716" y="57445"/>
                    <a:pt x="81716" y="57445"/>
                  </a:cubicBezTo>
                  <a:cubicBezTo>
                    <a:pt x="80046" y="56516"/>
                    <a:pt x="80046" y="56516"/>
                    <a:pt x="80046" y="56516"/>
                  </a:cubicBezTo>
                  <a:cubicBezTo>
                    <a:pt x="81020" y="53109"/>
                    <a:pt x="81020" y="53109"/>
                    <a:pt x="81020" y="53109"/>
                  </a:cubicBezTo>
                  <a:cubicBezTo>
                    <a:pt x="81020" y="53109"/>
                    <a:pt x="78793" y="48309"/>
                    <a:pt x="77122" y="48774"/>
                  </a:cubicBezTo>
                  <a:cubicBezTo>
                    <a:pt x="75452" y="49393"/>
                    <a:pt x="75452" y="49393"/>
                    <a:pt x="75452" y="49393"/>
                  </a:cubicBezTo>
                  <a:cubicBezTo>
                    <a:pt x="69605" y="45212"/>
                    <a:pt x="69605" y="45212"/>
                    <a:pt x="69605" y="45212"/>
                  </a:cubicBezTo>
                  <a:cubicBezTo>
                    <a:pt x="71972" y="40103"/>
                    <a:pt x="71972" y="40103"/>
                    <a:pt x="71972" y="40103"/>
                  </a:cubicBezTo>
                  <a:cubicBezTo>
                    <a:pt x="70440" y="38400"/>
                    <a:pt x="70440" y="38400"/>
                    <a:pt x="70440" y="38400"/>
                  </a:cubicBezTo>
                  <a:cubicBezTo>
                    <a:pt x="69605" y="37625"/>
                    <a:pt x="69605" y="37625"/>
                    <a:pt x="69605" y="37625"/>
                  </a:cubicBezTo>
                  <a:cubicBezTo>
                    <a:pt x="69883" y="34838"/>
                    <a:pt x="69883" y="34838"/>
                    <a:pt x="69883" y="34838"/>
                  </a:cubicBezTo>
                  <a:cubicBezTo>
                    <a:pt x="71415" y="31122"/>
                    <a:pt x="71415" y="31122"/>
                    <a:pt x="71415" y="31122"/>
                  </a:cubicBezTo>
                  <a:cubicBezTo>
                    <a:pt x="74477" y="24464"/>
                    <a:pt x="74477" y="24464"/>
                    <a:pt x="74477" y="24464"/>
                  </a:cubicBezTo>
                  <a:cubicBezTo>
                    <a:pt x="72389" y="21212"/>
                    <a:pt x="72389" y="21212"/>
                    <a:pt x="72389" y="21212"/>
                  </a:cubicBezTo>
                  <a:cubicBezTo>
                    <a:pt x="73781" y="14400"/>
                    <a:pt x="73781" y="14400"/>
                    <a:pt x="73781" y="14400"/>
                  </a:cubicBezTo>
                  <a:cubicBezTo>
                    <a:pt x="69187" y="16103"/>
                    <a:pt x="69187" y="16103"/>
                    <a:pt x="69187" y="16103"/>
                  </a:cubicBezTo>
                  <a:cubicBezTo>
                    <a:pt x="62923" y="11922"/>
                    <a:pt x="62923" y="11922"/>
                    <a:pt x="62923" y="11922"/>
                  </a:cubicBezTo>
                  <a:cubicBezTo>
                    <a:pt x="58051" y="8361"/>
                    <a:pt x="58051" y="8361"/>
                    <a:pt x="58051" y="8361"/>
                  </a:cubicBezTo>
                  <a:cubicBezTo>
                    <a:pt x="56380" y="4025"/>
                    <a:pt x="56380" y="4025"/>
                    <a:pt x="56380" y="4025"/>
                  </a:cubicBezTo>
                  <a:cubicBezTo>
                    <a:pt x="53596" y="154"/>
                    <a:pt x="53596" y="154"/>
                    <a:pt x="53596" y="154"/>
                  </a:cubicBezTo>
                  <a:cubicBezTo>
                    <a:pt x="52900" y="464"/>
                    <a:pt x="52900" y="464"/>
                    <a:pt x="52900" y="464"/>
                  </a:cubicBezTo>
                  <a:cubicBezTo>
                    <a:pt x="49141" y="2012"/>
                    <a:pt x="49141" y="2012"/>
                    <a:pt x="49141" y="2012"/>
                  </a:cubicBezTo>
                  <a:cubicBezTo>
                    <a:pt x="45522" y="0"/>
                    <a:pt x="45522" y="0"/>
                    <a:pt x="45522" y="0"/>
                  </a:cubicBezTo>
                  <a:cubicBezTo>
                    <a:pt x="40232" y="2322"/>
                    <a:pt x="40232" y="2322"/>
                    <a:pt x="40232" y="2322"/>
                  </a:cubicBezTo>
                  <a:cubicBezTo>
                    <a:pt x="34941" y="2322"/>
                    <a:pt x="34941" y="2322"/>
                    <a:pt x="34941" y="2322"/>
                  </a:cubicBezTo>
                  <a:cubicBezTo>
                    <a:pt x="31740" y="3096"/>
                    <a:pt x="31740" y="3096"/>
                    <a:pt x="31740" y="3096"/>
                  </a:cubicBezTo>
                  <a:cubicBezTo>
                    <a:pt x="30904" y="6503"/>
                    <a:pt x="30904" y="6503"/>
                    <a:pt x="30904" y="6503"/>
                  </a:cubicBezTo>
                  <a:cubicBezTo>
                    <a:pt x="28677" y="7432"/>
                    <a:pt x="28677" y="7432"/>
                    <a:pt x="28677" y="7432"/>
                  </a:cubicBezTo>
                  <a:cubicBezTo>
                    <a:pt x="27563" y="10683"/>
                    <a:pt x="27563" y="10683"/>
                    <a:pt x="27563" y="10683"/>
                  </a:cubicBezTo>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4" name="Google Shape;1214;p59"/>
            <p:cNvSpPr/>
            <p:nvPr/>
          </p:nvSpPr>
          <p:spPr>
            <a:xfrm>
              <a:off x="5127935" y="3767229"/>
              <a:ext cx="54000" cy="37200"/>
            </a:xfrm>
            <a:custGeom>
              <a:rect b="b" l="l" r="r" t="t"/>
              <a:pathLst>
                <a:path extrusionOk="0" h="120000" w="120000">
                  <a:moveTo>
                    <a:pt x="120000" y="50322"/>
                  </a:moveTo>
                  <a:lnTo>
                    <a:pt x="93333" y="15483"/>
                  </a:lnTo>
                  <a:lnTo>
                    <a:pt x="29333" y="0"/>
                  </a:lnTo>
                  <a:lnTo>
                    <a:pt x="0" y="85161"/>
                  </a:lnTo>
                  <a:lnTo>
                    <a:pt x="37333" y="120000"/>
                  </a:lnTo>
                  <a:lnTo>
                    <a:pt x="74666" y="85161"/>
                  </a:lnTo>
                  <a:lnTo>
                    <a:pt x="120000" y="5032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5" name="Google Shape;1215;p59"/>
            <p:cNvSpPr/>
            <p:nvPr/>
          </p:nvSpPr>
          <p:spPr>
            <a:xfrm>
              <a:off x="5232151" y="3700147"/>
              <a:ext cx="104100" cy="72000"/>
            </a:xfrm>
            <a:custGeom>
              <a:rect b="b" l="l" r="r" t="t"/>
              <a:pathLst>
                <a:path extrusionOk="0" h="120000" w="120000">
                  <a:moveTo>
                    <a:pt x="42758" y="74000"/>
                  </a:moveTo>
                  <a:lnTo>
                    <a:pt x="59310" y="120000"/>
                  </a:lnTo>
                  <a:lnTo>
                    <a:pt x="95172" y="110000"/>
                  </a:lnTo>
                  <a:lnTo>
                    <a:pt x="120000" y="68000"/>
                  </a:lnTo>
                  <a:lnTo>
                    <a:pt x="96551" y="22000"/>
                  </a:lnTo>
                  <a:lnTo>
                    <a:pt x="66206" y="0"/>
                  </a:lnTo>
                  <a:lnTo>
                    <a:pt x="34482" y="18000"/>
                  </a:lnTo>
                  <a:lnTo>
                    <a:pt x="0" y="46000"/>
                  </a:lnTo>
                  <a:lnTo>
                    <a:pt x="16551" y="88000"/>
                  </a:lnTo>
                  <a:lnTo>
                    <a:pt x="42758" y="74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6" name="Google Shape;1216;p59"/>
            <p:cNvSpPr/>
            <p:nvPr/>
          </p:nvSpPr>
          <p:spPr>
            <a:xfrm>
              <a:off x="5371106" y="3696554"/>
              <a:ext cx="54000" cy="31200"/>
            </a:xfrm>
            <a:custGeom>
              <a:rect b="b" l="l" r="r" t="t"/>
              <a:pathLst>
                <a:path extrusionOk="0" h="120000" w="120000">
                  <a:moveTo>
                    <a:pt x="120000" y="78461"/>
                  </a:moveTo>
                  <a:lnTo>
                    <a:pt x="82666" y="0"/>
                  </a:lnTo>
                  <a:lnTo>
                    <a:pt x="0" y="9230"/>
                  </a:lnTo>
                  <a:lnTo>
                    <a:pt x="8000" y="69230"/>
                  </a:lnTo>
                  <a:lnTo>
                    <a:pt x="64000" y="120000"/>
                  </a:lnTo>
                  <a:lnTo>
                    <a:pt x="120000" y="7846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7" name="Google Shape;1217;p59"/>
            <p:cNvSpPr/>
            <p:nvPr/>
          </p:nvSpPr>
          <p:spPr>
            <a:xfrm>
              <a:off x="5803543" y="3412655"/>
              <a:ext cx="89700" cy="179700"/>
            </a:xfrm>
            <a:custGeom>
              <a:rect b="b" l="l" r="r" t="t"/>
              <a:pathLst>
                <a:path extrusionOk="0" h="120000" w="120000">
                  <a:moveTo>
                    <a:pt x="27200" y="106400"/>
                  </a:moveTo>
                  <a:lnTo>
                    <a:pt x="68800" y="120000"/>
                  </a:lnTo>
                  <a:lnTo>
                    <a:pt x="92800" y="99200"/>
                  </a:lnTo>
                  <a:lnTo>
                    <a:pt x="97600" y="78400"/>
                  </a:lnTo>
                  <a:lnTo>
                    <a:pt x="115200" y="64800"/>
                  </a:lnTo>
                  <a:lnTo>
                    <a:pt x="116800" y="40000"/>
                  </a:lnTo>
                  <a:lnTo>
                    <a:pt x="116800" y="16800"/>
                  </a:lnTo>
                  <a:lnTo>
                    <a:pt x="120000" y="0"/>
                  </a:lnTo>
                  <a:lnTo>
                    <a:pt x="96000" y="0"/>
                  </a:lnTo>
                  <a:lnTo>
                    <a:pt x="81600" y="21600"/>
                  </a:lnTo>
                  <a:lnTo>
                    <a:pt x="46400" y="28000"/>
                  </a:lnTo>
                  <a:lnTo>
                    <a:pt x="25600" y="42400"/>
                  </a:lnTo>
                  <a:lnTo>
                    <a:pt x="0" y="63200"/>
                  </a:lnTo>
                  <a:lnTo>
                    <a:pt x="9600" y="74400"/>
                  </a:lnTo>
                  <a:lnTo>
                    <a:pt x="12800" y="92800"/>
                  </a:lnTo>
                  <a:lnTo>
                    <a:pt x="27200" y="106400"/>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8" name="Google Shape;1218;p59"/>
            <p:cNvSpPr/>
            <p:nvPr/>
          </p:nvSpPr>
          <p:spPr>
            <a:xfrm>
              <a:off x="5747242" y="3607910"/>
              <a:ext cx="148500" cy="267000"/>
            </a:xfrm>
            <a:custGeom>
              <a:rect b="b" l="l" r="r" t="t"/>
              <a:pathLst>
                <a:path extrusionOk="0" h="120000" w="120000">
                  <a:moveTo>
                    <a:pt x="0" y="105470"/>
                  </a:moveTo>
                  <a:lnTo>
                    <a:pt x="22258" y="116771"/>
                  </a:lnTo>
                  <a:lnTo>
                    <a:pt x="53225" y="119999"/>
                  </a:lnTo>
                  <a:lnTo>
                    <a:pt x="54193" y="111928"/>
                  </a:lnTo>
                  <a:lnTo>
                    <a:pt x="64838" y="104394"/>
                  </a:lnTo>
                  <a:lnTo>
                    <a:pt x="91935" y="111390"/>
                  </a:lnTo>
                  <a:lnTo>
                    <a:pt x="98709" y="97399"/>
                  </a:lnTo>
                  <a:lnTo>
                    <a:pt x="110322" y="66726"/>
                  </a:lnTo>
                  <a:lnTo>
                    <a:pt x="101612" y="55426"/>
                  </a:lnTo>
                  <a:lnTo>
                    <a:pt x="120000" y="46278"/>
                  </a:lnTo>
                  <a:lnTo>
                    <a:pt x="116129" y="32825"/>
                  </a:lnTo>
                  <a:lnTo>
                    <a:pt x="110322" y="15605"/>
                  </a:lnTo>
                  <a:lnTo>
                    <a:pt x="92903" y="0"/>
                  </a:lnTo>
                  <a:lnTo>
                    <a:pt x="69677" y="6457"/>
                  </a:lnTo>
                  <a:lnTo>
                    <a:pt x="32903" y="20448"/>
                  </a:lnTo>
                  <a:lnTo>
                    <a:pt x="14516" y="13991"/>
                  </a:lnTo>
                  <a:lnTo>
                    <a:pt x="4838" y="29058"/>
                  </a:lnTo>
                  <a:lnTo>
                    <a:pt x="20322" y="32825"/>
                  </a:lnTo>
                  <a:lnTo>
                    <a:pt x="23225" y="42511"/>
                  </a:lnTo>
                  <a:lnTo>
                    <a:pt x="14516" y="58654"/>
                  </a:lnTo>
                  <a:lnTo>
                    <a:pt x="17419" y="69955"/>
                  </a:lnTo>
                  <a:lnTo>
                    <a:pt x="11612" y="90941"/>
                  </a:lnTo>
                  <a:lnTo>
                    <a:pt x="0" y="10547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19" name="Google Shape;1219;p59"/>
            <p:cNvSpPr/>
            <p:nvPr/>
          </p:nvSpPr>
          <p:spPr>
            <a:xfrm>
              <a:off x="6110202" y="3963682"/>
              <a:ext cx="271800" cy="179700"/>
            </a:xfrm>
            <a:custGeom>
              <a:rect b="b" l="l" r="r" t="t"/>
              <a:pathLst>
                <a:path extrusionOk="0" h="120000" w="120000">
                  <a:moveTo>
                    <a:pt x="120000" y="0"/>
                  </a:moveTo>
                  <a:lnTo>
                    <a:pt x="112070" y="0"/>
                  </a:lnTo>
                  <a:lnTo>
                    <a:pt x="104140" y="12000"/>
                  </a:lnTo>
                  <a:lnTo>
                    <a:pt x="99911" y="5600"/>
                  </a:lnTo>
                  <a:lnTo>
                    <a:pt x="88281" y="12800"/>
                  </a:lnTo>
                  <a:lnTo>
                    <a:pt x="68193" y="16800"/>
                  </a:lnTo>
                  <a:lnTo>
                    <a:pt x="51277" y="21600"/>
                  </a:lnTo>
                  <a:lnTo>
                    <a:pt x="40704" y="16800"/>
                  </a:lnTo>
                  <a:lnTo>
                    <a:pt x="35418" y="3200"/>
                  </a:lnTo>
                  <a:lnTo>
                    <a:pt x="23259" y="0"/>
                  </a:lnTo>
                  <a:lnTo>
                    <a:pt x="17444" y="14400"/>
                  </a:lnTo>
                  <a:lnTo>
                    <a:pt x="9515" y="4800"/>
                  </a:lnTo>
                  <a:lnTo>
                    <a:pt x="0" y="18400"/>
                  </a:lnTo>
                  <a:lnTo>
                    <a:pt x="4757" y="44800"/>
                  </a:lnTo>
                  <a:lnTo>
                    <a:pt x="20616" y="65600"/>
                  </a:lnTo>
                  <a:lnTo>
                    <a:pt x="39118" y="80000"/>
                  </a:lnTo>
                  <a:lnTo>
                    <a:pt x="56035" y="87200"/>
                  </a:lnTo>
                  <a:lnTo>
                    <a:pt x="65022" y="99200"/>
                  </a:lnTo>
                  <a:lnTo>
                    <a:pt x="82995" y="113600"/>
                  </a:lnTo>
                  <a:lnTo>
                    <a:pt x="101497" y="120000"/>
                  </a:lnTo>
                  <a:lnTo>
                    <a:pt x="110484" y="90400"/>
                  </a:lnTo>
                  <a:lnTo>
                    <a:pt x="104140" y="64800"/>
                  </a:lnTo>
                  <a:lnTo>
                    <a:pt x="113656" y="3600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0" name="Google Shape;1220;p59"/>
            <p:cNvSpPr/>
            <p:nvPr/>
          </p:nvSpPr>
          <p:spPr>
            <a:xfrm>
              <a:off x="6247959" y="4209249"/>
              <a:ext cx="45600" cy="32400"/>
            </a:xfrm>
            <a:custGeom>
              <a:rect b="b" l="l" r="r" t="t"/>
              <a:pathLst>
                <a:path extrusionOk="0" h="120000" w="120000">
                  <a:moveTo>
                    <a:pt x="25263" y="66666"/>
                  </a:moveTo>
                  <a:lnTo>
                    <a:pt x="60000" y="106666"/>
                  </a:lnTo>
                  <a:lnTo>
                    <a:pt x="116842" y="120000"/>
                  </a:lnTo>
                  <a:lnTo>
                    <a:pt x="120000" y="53333"/>
                  </a:lnTo>
                  <a:lnTo>
                    <a:pt x="72631" y="4444"/>
                  </a:lnTo>
                  <a:lnTo>
                    <a:pt x="0" y="0"/>
                  </a:lnTo>
                  <a:lnTo>
                    <a:pt x="25263" y="6666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1" name="Google Shape;1221;p59"/>
            <p:cNvSpPr/>
            <p:nvPr/>
          </p:nvSpPr>
          <p:spPr>
            <a:xfrm>
              <a:off x="6293479" y="3218597"/>
              <a:ext cx="37200" cy="66000"/>
            </a:xfrm>
            <a:custGeom>
              <a:rect b="b" l="l" r="r" t="t"/>
              <a:pathLst>
                <a:path extrusionOk="0" h="120000" w="120000">
                  <a:moveTo>
                    <a:pt x="15483" y="0"/>
                  </a:moveTo>
                  <a:lnTo>
                    <a:pt x="0" y="24000"/>
                  </a:lnTo>
                  <a:lnTo>
                    <a:pt x="27096" y="63272"/>
                  </a:lnTo>
                  <a:lnTo>
                    <a:pt x="73548" y="100363"/>
                  </a:lnTo>
                  <a:lnTo>
                    <a:pt x="120000" y="120000"/>
                  </a:lnTo>
                  <a:lnTo>
                    <a:pt x="54193" y="52363"/>
                  </a:lnTo>
                  <a:lnTo>
                    <a:pt x="61935" y="13090"/>
                  </a:lnTo>
                  <a:lnTo>
                    <a:pt x="15483"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2" name="Google Shape;1222;p59"/>
            <p:cNvSpPr/>
            <p:nvPr/>
          </p:nvSpPr>
          <p:spPr>
            <a:xfrm>
              <a:off x="6336602" y="3298856"/>
              <a:ext cx="44400" cy="54000"/>
            </a:xfrm>
            <a:custGeom>
              <a:rect b="b" l="l" r="r" t="t"/>
              <a:pathLst>
                <a:path extrusionOk="0" h="120000" w="120000">
                  <a:moveTo>
                    <a:pt x="0" y="21333"/>
                  </a:moveTo>
                  <a:lnTo>
                    <a:pt x="19459" y="50666"/>
                  </a:lnTo>
                  <a:lnTo>
                    <a:pt x="64864" y="90666"/>
                  </a:lnTo>
                  <a:lnTo>
                    <a:pt x="120000" y="120000"/>
                  </a:lnTo>
                  <a:lnTo>
                    <a:pt x="64864" y="37333"/>
                  </a:lnTo>
                  <a:lnTo>
                    <a:pt x="25945" y="0"/>
                  </a:lnTo>
                  <a:lnTo>
                    <a:pt x="0" y="21333"/>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3" name="Google Shape;1223;p59"/>
            <p:cNvSpPr/>
            <p:nvPr/>
          </p:nvSpPr>
          <p:spPr>
            <a:xfrm>
              <a:off x="6727113" y="3800770"/>
              <a:ext cx="46800" cy="55200"/>
            </a:xfrm>
            <a:custGeom>
              <a:rect b="b" l="l" r="r" t="t"/>
              <a:pathLst>
                <a:path extrusionOk="0" h="120000" w="120000">
                  <a:moveTo>
                    <a:pt x="67692" y="28695"/>
                  </a:moveTo>
                  <a:lnTo>
                    <a:pt x="27692" y="0"/>
                  </a:lnTo>
                  <a:lnTo>
                    <a:pt x="0" y="23478"/>
                  </a:lnTo>
                  <a:lnTo>
                    <a:pt x="49230" y="86086"/>
                  </a:lnTo>
                  <a:lnTo>
                    <a:pt x="120000" y="120000"/>
                  </a:lnTo>
                  <a:lnTo>
                    <a:pt x="67692" y="2869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4" name="Google Shape;1224;p59"/>
            <p:cNvSpPr/>
            <p:nvPr/>
          </p:nvSpPr>
          <p:spPr>
            <a:xfrm>
              <a:off x="6797789" y="3950506"/>
              <a:ext cx="42000" cy="42000"/>
            </a:xfrm>
            <a:custGeom>
              <a:rect b="b" l="l" r="r" t="t"/>
              <a:pathLst>
                <a:path extrusionOk="0" h="120000" w="120000">
                  <a:moveTo>
                    <a:pt x="20571" y="0"/>
                  </a:moveTo>
                  <a:lnTo>
                    <a:pt x="0" y="82285"/>
                  </a:lnTo>
                  <a:lnTo>
                    <a:pt x="72000" y="120000"/>
                  </a:lnTo>
                  <a:lnTo>
                    <a:pt x="120000" y="116571"/>
                  </a:lnTo>
                  <a:lnTo>
                    <a:pt x="72000" y="51428"/>
                  </a:lnTo>
                  <a:lnTo>
                    <a:pt x="20571"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5" name="Google Shape;1225;p59"/>
            <p:cNvSpPr/>
            <p:nvPr/>
          </p:nvSpPr>
          <p:spPr>
            <a:xfrm>
              <a:off x="6822944" y="4009202"/>
              <a:ext cx="27600" cy="28800"/>
            </a:xfrm>
            <a:custGeom>
              <a:rect b="b" l="l" r="r" t="t"/>
              <a:pathLst>
                <a:path extrusionOk="0" h="120000" w="120000">
                  <a:moveTo>
                    <a:pt x="57391" y="115000"/>
                  </a:moveTo>
                  <a:lnTo>
                    <a:pt x="120000" y="120000"/>
                  </a:lnTo>
                  <a:lnTo>
                    <a:pt x="52173" y="0"/>
                  </a:lnTo>
                  <a:lnTo>
                    <a:pt x="0" y="20000"/>
                  </a:lnTo>
                  <a:lnTo>
                    <a:pt x="57391" y="115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6" name="Google Shape;1226;p59"/>
            <p:cNvSpPr/>
            <p:nvPr/>
          </p:nvSpPr>
          <p:spPr>
            <a:xfrm>
              <a:off x="7033772" y="3875039"/>
              <a:ext cx="141300" cy="113700"/>
            </a:xfrm>
            <a:custGeom>
              <a:rect b="b" l="l" r="r" t="t"/>
              <a:pathLst>
                <a:path extrusionOk="0" h="120000" w="120000">
                  <a:moveTo>
                    <a:pt x="76271" y="35368"/>
                  </a:moveTo>
                  <a:lnTo>
                    <a:pt x="45762" y="29052"/>
                  </a:lnTo>
                  <a:lnTo>
                    <a:pt x="23389" y="12631"/>
                  </a:lnTo>
                  <a:lnTo>
                    <a:pt x="13220" y="0"/>
                  </a:lnTo>
                  <a:lnTo>
                    <a:pt x="0" y="16421"/>
                  </a:lnTo>
                  <a:lnTo>
                    <a:pt x="10169" y="31578"/>
                  </a:lnTo>
                  <a:lnTo>
                    <a:pt x="34576" y="50526"/>
                  </a:lnTo>
                  <a:lnTo>
                    <a:pt x="45762" y="68210"/>
                  </a:lnTo>
                  <a:lnTo>
                    <a:pt x="76271" y="73263"/>
                  </a:lnTo>
                  <a:lnTo>
                    <a:pt x="94576" y="108631"/>
                  </a:lnTo>
                  <a:lnTo>
                    <a:pt x="120000" y="120000"/>
                  </a:lnTo>
                  <a:lnTo>
                    <a:pt x="101694" y="89684"/>
                  </a:lnTo>
                  <a:lnTo>
                    <a:pt x="84406" y="56842"/>
                  </a:lnTo>
                  <a:lnTo>
                    <a:pt x="76271" y="3536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7" name="Google Shape;1227;p59"/>
            <p:cNvSpPr/>
            <p:nvPr/>
          </p:nvSpPr>
          <p:spPr>
            <a:xfrm>
              <a:off x="7273349" y="3918163"/>
              <a:ext cx="32400" cy="46800"/>
            </a:xfrm>
            <a:custGeom>
              <a:rect b="b" l="l" r="r" t="t"/>
              <a:pathLst>
                <a:path extrusionOk="0" h="120000" w="120000">
                  <a:moveTo>
                    <a:pt x="48888" y="58461"/>
                  </a:moveTo>
                  <a:lnTo>
                    <a:pt x="26666" y="110769"/>
                  </a:lnTo>
                  <a:lnTo>
                    <a:pt x="120000" y="120000"/>
                  </a:lnTo>
                  <a:lnTo>
                    <a:pt x="120000" y="9230"/>
                  </a:lnTo>
                  <a:lnTo>
                    <a:pt x="40000" y="0"/>
                  </a:lnTo>
                  <a:lnTo>
                    <a:pt x="0" y="18461"/>
                  </a:lnTo>
                  <a:lnTo>
                    <a:pt x="48888" y="58461"/>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8" name="Google Shape;1228;p59"/>
            <p:cNvSpPr/>
            <p:nvPr/>
          </p:nvSpPr>
          <p:spPr>
            <a:xfrm>
              <a:off x="7080490" y="4240394"/>
              <a:ext cx="268200" cy="92100"/>
            </a:xfrm>
            <a:custGeom>
              <a:rect b="b" l="l" r="r" t="t"/>
              <a:pathLst>
                <a:path extrusionOk="0" h="120000" w="120000">
                  <a:moveTo>
                    <a:pt x="8571" y="0"/>
                  </a:moveTo>
                  <a:lnTo>
                    <a:pt x="535" y="15584"/>
                  </a:lnTo>
                  <a:lnTo>
                    <a:pt x="0" y="63896"/>
                  </a:lnTo>
                  <a:lnTo>
                    <a:pt x="17678" y="73246"/>
                  </a:lnTo>
                  <a:lnTo>
                    <a:pt x="31607" y="82597"/>
                  </a:lnTo>
                  <a:lnTo>
                    <a:pt x="53035" y="95064"/>
                  </a:lnTo>
                  <a:lnTo>
                    <a:pt x="56785" y="120000"/>
                  </a:lnTo>
                  <a:lnTo>
                    <a:pt x="70714" y="115324"/>
                  </a:lnTo>
                  <a:lnTo>
                    <a:pt x="90535" y="105974"/>
                  </a:lnTo>
                  <a:lnTo>
                    <a:pt x="111428" y="95064"/>
                  </a:lnTo>
                  <a:lnTo>
                    <a:pt x="119999" y="59220"/>
                  </a:lnTo>
                  <a:lnTo>
                    <a:pt x="114642" y="46753"/>
                  </a:lnTo>
                  <a:lnTo>
                    <a:pt x="104464" y="65454"/>
                  </a:lnTo>
                  <a:lnTo>
                    <a:pt x="95892" y="68571"/>
                  </a:lnTo>
                  <a:lnTo>
                    <a:pt x="95892" y="46753"/>
                  </a:lnTo>
                  <a:lnTo>
                    <a:pt x="80892" y="46753"/>
                  </a:lnTo>
                  <a:lnTo>
                    <a:pt x="63749" y="46753"/>
                  </a:lnTo>
                  <a:lnTo>
                    <a:pt x="51964" y="32727"/>
                  </a:lnTo>
                  <a:lnTo>
                    <a:pt x="40714" y="51428"/>
                  </a:lnTo>
                  <a:lnTo>
                    <a:pt x="31607" y="32727"/>
                  </a:lnTo>
                  <a:lnTo>
                    <a:pt x="19285" y="32727"/>
                  </a:lnTo>
                  <a:lnTo>
                    <a:pt x="8571"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29" name="Google Shape;1229;p59"/>
            <p:cNvSpPr/>
            <p:nvPr/>
          </p:nvSpPr>
          <p:spPr>
            <a:xfrm>
              <a:off x="7028981" y="4181698"/>
              <a:ext cx="28800" cy="27600"/>
            </a:xfrm>
            <a:custGeom>
              <a:rect b="b" l="l" r="r" t="t"/>
              <a:pathLst>
                <a:path extrusionOk="0" h="120000" w="120000">
                  <a:moveTo>
                    <a:pt x="120000" y="120000"/>
                  </a:moveTo>
                  <a:lnTo>
                    <a:pt x="90000" y="15652"/>
                  </a:lnTo>
                  <a:lnTo>
                    <a:pt x="0" y="0"/>
                  </a:lnTo>
                  <a:lnTo>
                    <a:pt x="15000" y="83478"/>
                  </a:lnTo>
                  <a:lnTo>
                    <a:pt x="12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0" name="Google Shape;1230;p59"/>
            <p:cNvSpPr/>
            <p:nvPr/>
          </p:nvSpPr>
          <p:spPr>
            <a:xfrm>
              <a:off x="9857190" y="4935168"/>
              <a:ext cx="34800" cy="61200"/>
            </a:xfrm>
            <a:custGeom>
              <a:rect b="b" l="l" r="r" t="t"/>
              <a:pathLst>
                <a:path extrusionOk="0" h="120000" w="120000">
                  <a:moveTo>
                    <a:pt x="70344" y="0"/>
                  </a:moveTo>
                  <a:lnTo>
                    <a:pt x="0" y="2352"/>
                  </a:lnTo>
                  <a:lnTo>
                    <a:pt x="0" y="40000"/>
                  </a:lnTo>
                  <a:lnTo>
                    <a:pt x="20689" y="94117"/>
                  </a:lnTo>
                  <a:lnTo>
                    <a:pt x="95172" y="120000"/>
                  </a:lnTo>
                  <a:lnTo>
                    <a:pt x="74482" y="72941"/>
                  </a:lnTo>
                  <a:lnTo>
                    <a:pt x="120000" y="32941"/>
                  </a:lnTo>
                  <a:lnTo>
                    <a:pt x="70344"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1" name="Google Shape;1231;p59"/>
            <p:cNvSpPr/>
            <p:nvPr/>
          </p:nvSpPr>
          <p:spPr>
            <a:xfrm>
              <a:off x="7461418" y="4142167"/>
              <a:ext cx="46800" cy="64800"/>
            </a:xfrm>
            <a:custGeom>
              <a:rect b="b" l="l" r="r" t="t"/>
              <a:pathLst>
                <a:path extrusionOk="0" h="120000" w="120000">
                  <a:moveTo>
                    <a:pt x="83076" y="75555"/>
                  </a:moveTo>
                  <a:lnTo>
                    <a:pt x="120000" y="0"/>
                  </a:lnTo>
                  <a:lnTo>
                    <a:pt x="46153" y="31111"/>
                  </a:lnTo>
                  <a:lnTo>
                    <a:pt x="0" y="73333"/>
                  </a:lnTo>
                  <a:lnTo>
                    <a:pt x="24615" y="120000"/>
                  </a:lnTo>
                  <a:lnTo>
                    <a:pt x="83076" y="7555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2" name="Google Shape;1232;p59"/>
            <p:cNvSpPr/>
            <p:nvPr/>
          </p:nvSpPr>
          <p:spPr>
            <a:xfrm>
              <a:off x="7408711" y="4217634"/>
              <a:ext cx="20400" cy="48000"/>
            </a:xfrm>
            <a:custGeom>
              <a:rect b="b" l="l" r="r" t="t"/>
              <a:pathLst>
                <a:path extrusionOk="0" h="120000" w="120000">
                  <a:moveTo>
                    <a:pt x="21176" y="120000"/>
                  </a:moveTo>
                  <a:lnTo>
                    <a:pt x="120000" y="84000"/>
                  </a:lnTo>
                  <a:lnTo>
                    <a:pt x="77647" y="0"/>
                  </a:lnTo>
                  <a:lnTo>
                    <a:pt x="0" y="63000"/>
                  </a:lnTo>
                  <a:lnTo>
                    <a:pt x="21176"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3" name="Google Shape;1233;p59"/>
            <p:cNvSpPr/>
            <p:nvPr/>
          </p:nvSpPr>
          <p:spPr>
            <a:xfrm>
              <a:off x="7244600" y="4073888"/>
              <a:ext cx="22800" cy="38400"/>
            </a:xfrm>
            <a:custGeom>
              <a:rect b="b" l="l" r="r" t="t"/>
              <a:pathLst>
                <a:path extrusionOk="0" h="120000" w="120000">
                  <a:moveTo>
                    <a:pt x="94736" y="0"/>
                  </a:moveTo>
                  <a:lnTo>
                    <a:pt x="0" y="63750"/>
                  </a:lnTo>
                  <a:lnTo>
                    <a:pt x="44210" y="120000"/>
                  </a:lnTo>
                  <a:lnTo>
                    <a:pt x="120000" y="63750"/>
                  </a:lnTo>
                  <a:lnTo>
                    <a:pt x="94736"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4" name="Google Shape;1234;p59"/>
            <p:cNvSpPr/>
            <p:nvPr/>
          </p:nvSpPr>
          <p:spPr>
            <a:xfrm>
              <a:off x="7274547" y="3834311"/>
              <a:ext cx="58800" cy="39600"/>
            </a:xfrm>
            <a:custGeom>
              <a:rect b="b" l="l" r="r" t="t"/>
              <a:pathLst>
                <a:path extrusionOk="0" h="120000" w="120000">
                  <a:moveTo>
                    <a:pt x="78367" y="0"/>
                  </a:moveTo>
                  <a:lnTo>
                    <a:pt x="46530" y="10909"/>
                  </a:lnTo>
                  <a:lnTo>
                    <a:pt x="0" y="40000"/>
                  </a:lnTo>
                  <a:lnTo>
                    <a:pt x="26938" y="90909"/>
                  </a:lnTo>
                  <a:lnTo>
                    <a:pt x="85714" y="120000"/>
                  </a:lnTo>
                  <a:lnTo>
                    <a:pt x="119999" y="112727"/>
                  </a:lnTo>
                  <a:lnTo>
                    <a:pt x="78367"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5" name="Google Shape;1235;p59"/>
            <p:cNvSpPr/>
            <p:nvPr/>
          </p:nvSpPr>
          <p:spPr>
            <a:xfrm>
              <a:off x="7197883" y="3764833"/>
              <a:ext cx="33600" cy="27600"/>
            </a:xfrm>
            <a:custGeom>
              <a:rect b="b" l="l" r="r" t="t"/>
              <a:pathLst>
                <a:path extrusionOk="0" h="120000" w="120000">
                  <a:moveTo>
                    <a:pt x="12857" y="0"/>
                  </a:moveTo>
                  <a:lnTo>
                    <a:pt x="0" y="83478"/>
                  </a:lnTo>
                  <a:lnTo>
                    <a:pt x="59999" y="120000"/>
                  </a:lnTo>
                  <a:lnTo>
                    <a:pt x="119999" y="36521"/>
                  </a:lnTo>
                  <a:lnTo>
                    <a:pt x="12857"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6" name="Google Shape;1236;p59"/>
            <p:cNvSpPr/>
            <p:nvPr/>
          </p:nvSpPr>
          <p:spPr>
            <a:xfrm>
              <a:off x="7183508" y="3991234"/>
              <a:ext cx="27600" cy="37200"/>
            </a:xfrm>
            <a:custGeom>
              <a:rect b="b" l="l" r="r" t="t"/>
              <a:pathLst>
                <a:path extrusionOk="0" h="120000" w="120000">
                  <a:moveTo>
                    <a:pt x="0" y="23225"/>
                  </a:moveTo>
                  <a:lnTo>
                    <a:pt x="31304" y="61935"/>
                  </a:lnTo>
                  <a:lnTo>
                    <a:pt x="78260" y="120000"/>
                  </a:lnTo>
                  <a:lnTo>
                    <a:pt x="120000" y="58064"/>
                  </a:lnTo>
                  <a:lnTo>
                    <a:pt x="46956" y="0"/>
                  </a:lnTo>
                  <a:lnTo>
                    <a:pt x="0" y="23225"/>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7" name="Google Shape;1237;p59"/>
            <p:cNvSpPr/>
            <p:nvPr/>
          </p:nvSpPr>
          <p:spPr>
            <a:xfrm>
              <a:off x="7155957" y="4121803"/>
              <a:ext cx="22800" cy="25200"/>
            </a:xfrm>
            <a:custGeom>
              <a:rect b="b" l="l" r="r" t="t"/>
              <a:pathLst>
                <a:path extrusionOk="0" h="120000" w="120000">
                  <a:moveTo>
                    <a:pt x="0" y="120000"/>
                  </a:moveTo>
                  <a:lnTo>
                    <a:pt x="120000" y="80000"/>
                  </a:lnTo>
                  <a:lnTo>
                    <a:pt x="75789" y="0"/>
                  </a:lnTo>
                  <a:lnTo>
                    <a:pt x="6315" y="34285"/>
                  </a:lnTo>
                  <a:lnTo>
                    <a:pt x="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8" name="Google Shape;1238;p59"/>
            <p:cNvSpPr/>
            <p:nvPr/>
          </p:nvSpPr>
          <p:spPr>
            <a:xfrm>
              <a:off x="7152363" y="3883424"/>
              <a:ext cx="20400" cy="30000"/>
            </a:xfrm>
            <a:custGeom>
              <a:rect b="b" l="l" r="r" t="t"/>
              <a:pathLst>
                <a:path extrusionOk="0" h="120000" w="120000">
                  <a:moveTo>
                    <a:pt x="112941" y="24000"/>
                  </a:moveTo>
                  <a:lnTo>
                    <a:pt x="42352" y="0"/>
                  </a:lnTo>
                  <a:lnTo>
                    <a:pt x="0" y="67200"/>
                  </a:lnTo>
                  <a:lnTo>
                    <a:pt x="120000" y="120000"/>
                  </a:lnTo>
                  <a:lnTo>
                    <a:pt x="112941" y="24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39" name="Google Shape;1239;p59"/>
            <p:cNvSpPr/>
            <p:nvPr/>
          </p:nvSpPr>
          <p:spPr>
            <a:xfrm>
              <a:off x="7292516" y="4023577"/>
              <a:ext cx="34800" cy="18000"/>
            </a:xfrm>
            <a:custGeom>
              <a:rect b="b" l="l" r="r" t="t"/>
              <a:pathLst>
                <a:path extrusionOk="0" h="120000" w="120000">
                  <a:moveTo>
                    <a:pt x="120000" y="0"/>
                  </a:moveTo>
                  <a:lnTo>
                    <a:pt x="45517" y="8000"/>
                  </a:lnTo>
                  <a:lnTo>
                    <a:pt x="0" y="104000"/>
                  </a:lnTo>
                  <a:lnTo>
                    <a:pt x="70344" y="120000"/>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0" name="Google Shape;1240;p59"/>
            <p:cNvSpPr/>
            <p:nvPr/>
          </p:nvSpPr>
          <p:spPr>
            <a:xfrm>
              <a:off x="7389544" y="4094252"/>
              <a:ext cx="33600" cy="25200"/>
            </a:xfrm>
            <a:custGeom>
              <a:rect b="b" l="l" r="r" t="t"/>
              <a:pathLst>
                <a:path extrusionOk="0" h="120000" w="120000">
                  <a:moveTo>
                    <a:pt x="21428" y="51428"/>
                  </a:moveTo>
                  <a:lnTo>
                    <a:pt x="0" y="120000"/>
                  </a:lnTo>
                  <a:lnTo>
                    <a:pt x="51428" y="97142"/>
                  </a:lnTo>
                  <a:lnTo>
                    <a:pt x="119999" y="34285"/>
                  </a:lnTo>
                  <a:lnTo>
                    <a:pt x="94285" y="0"/>
                  </a:lnTo>
                  <a:lnTo>
                    <a:pt x="21428" y="51428"/>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1" name="Google Shape;1241;p59"/>
            <p:cNvSpPr/>
            <p:nvPr/>
          </p:nvSpPr>
          <p:spPr>
            <a:xfrm>
              <a:off x="7158352" y="4052326"/>
              <a:ext cx="15600" cy="26400"/>
            </a:xfrm>
            <a:custGeom>
              <a:rect b="b" l="l" r="r" t="t"/>
              <a:pathLst>
                <a:path extrusionOk="0" h="120000" w="120000">
                  <a:moveTo>
                    <a:pt x="101538" y="5454"/>
                  </a:moveTo>
                  <a:lnTo>
                    <a:pt x="36923" y="0"/>
                  </a:lnTo>
                  <a:lnTo>
                    <a:pt x="0" y="54545"/>
                  </a:lnTo>
                  <a:lnTo>
                    <a:pt x="36923" y="120000"/>
                  </a:lnTo>
                  <a:lnTo>
                    <a:pt x="120000" y="76363"/>
                  </a:lnTo>
                  <a:lnTo>
                    <a:pt x="101538" y="5454"/>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2" name="Google Shape;1242;p59"/>
            <p:cNvSpPr/>
            <p:nvPr/>
          </p:nvSpPr>
          <p:spPr>
            <a:xfrm>
              <a:off x="7191893" y="4085867"/>
              <a:ext cx="16800" cy="24000"/>
            </a:xfrm>
            <a:custGeom>
              <a:rect b="b" l="l" r="r" t="t"/>
              <a:pathLst>
                <a:path extrusionOk="0" h="120000" w="120000">
                  <a:moveTo>
                    <a:pt x="0" y="72000"/>
                  </a:moveTo>
                  <a:lnTo>
                    <a:pt x="68571" y="120000"/>
                  </a:lnTo>
                  <a:lnTo>
                    <a:pt x="119999" y="54000"/>
                  </a:lnTo>
                  <a:lnTo>
                    <a:pt x="42857" y="0"/>
                  </a:lnTo>
                  <a:lnTo>
                    <a:pt x="0" y="72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3" name="Google Shape;1243;p59"/>
            <p:cNvSpPr/>
            <p:nvPr/>
          </p:nvSpPr>
          <p:spPr>
            <a:xfrm>
              <a:off x="7209861" y="4031962"/>
              <a:ext cx="16800" cy="32400"/>
            </a:xfrm>
            <a:custGeom>
              <a:rect b="b" l="l" r="r" t="t"/>
              <a:pathLst>
                <a:path extrusionOk="0" h="120000" w="120000">
                  <a:moveTo>
                    <a:pt x="119999" y="0"/>
                  </a:moveTo>
                  <a:lnTo>
                    <a:pt x="0" y="57777"/>
                  </a:lnTo>
                  <a:lnTo>
                    <a:pt x="34285" y="120000"/>
                  </a:lnTo>
                  <a:lnTo>
                    <a:pt x="102857" y="84444"/>
                  </a:lnTo>
                  <a:lnTo>
                    <a:pt x="119999"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4" name="Google Shape;1244;p59"/>
            <p:cNvSpPr/>
            <p:nvPr/>
          </p:nvSpPr>
          <p:spPr>
            <a:xfrm>
              <a:off x="7282933" y="4149355"/>
              <a:ext cx="24000" cy="24000"/>
            </a:xfrm>
            <a:custGeom>
              <a:rect b="b" l="l" r="r" t="t"/>
              <a:pathLst>
                <a:path extrusionOk="0" h="120000" w="120000">
                  <a:moveTo>
                    <a:pt x="30000" y="120000"/>
                  </a:moveTo>
                  <a:lnTo>
                    <a:pt x="120000" y="48000"/>
                  </a:lnTo>
                  <a:lnTo>
                    <a:pt x="48000" y="0"/>
                  </a:lnTo>
                  <a:lnTo>
                    <a:pt x="0" y="60000"/>
                  </a:lnTo>
                  <a:lnTo>
                    <a:pt x="30000"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5" name="Google Shape;1245;p59"/>
            <p:cNvSpPr/>
            <p:nvPr/>
          </p:nvSpPr>
          <p:spPr>
            <a:xfrm>
              <a:off x="7285328" y="4096648"/>
              <a:ext cx="25200" cy="31200"/>
            </a:xfrm>
            <a:custGeom>
              <a:rect b="b" l="l" r="r" t="t"/>
              <a:pathLst>
                <a:path extrusionOk="0" h="120000" w="120000">
                  <a:moveTo>
                    <a:pt x="120000" y="0"/>
                  </a:moveTo>
                  <a:lnTo>
                    <a:pt x="0" y="55384"/>
                  </a:lnTo>
                  <a:lnTo>
                    <a:pt x="17142" y="120000"/>
                  </a:lnTo>
                  <a:lnTo>
                    <a:pt x="120000" y="46153"/>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6" name="Google Shape;1246;p59"/>
            <p:cNvSpPr/>
            <p:nvPr/>
          </p:nvSpPr>
          <p:spPr>
            <a:xfrm>
              <a:off x="7208664" y="4125397"/>
              <a:ext cx="21600" cy="21600"/>
            </a:xfrm>
            <a:custGeom>
              <a:rect b="b" l="l" r="r" t="t"/>
              <a:pathLst>
                <a:path extrusionOk="0" h="120000" w="120000">
                  <a:moveTo>
                    <a:pt x="120000" y="66666"/>
                  </a:moveTo>
                  <a:lnTo>
                    <a:pt x="46666" y="0"/>
                  </a:lnTo>
                  <a:lnTo>
                    <a:pt x="0" y="86666"/>
                  </a:lnTo>
                  <a:lnTo>
                    <a:pt x="73333" y="120000"/>
                  </a:lnTo>
                  <a:lnTo>
                    <a:pt x="120000" y="6666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7" name="Google Shape;1247;p59"/>
            <p:cNvSpPr/>
            <p:nvPr/>
          </p:nvSpPr>
          <p:spPr>
            <a:xfrm>
              <a:off x="6683989" y="1437341"/>
              <a:ext cx="49200" cy="56400"/>
            </a:xfrm>
            <a:custGeom>
              <a:rect b="b" l="l" r="r" t="t"/>
              <a:pathLst>
                <a:path extrusionOk="0" h="120000" w="120000">
                  <a:moveTo>
                    <a:pt x="120000" y="53617"/>
                  </a:moveTo>
                  <a:lnTo>
                    <a:pt x="58536" y="0"/>
                  </a:lnTo>
                  <a:lnTo>
                    <a:pt x="0" y="53617"/>
                  </a:lnTo>
                  <a:lnTo>
                    <a:pt x="17560" y="120000"/>
                  </a:lnTo>
                  <a:lnTo>
                    <a:pt x="76097" y="109787"/>
                  </a:lnTo>
                  <a:lnTo>
                    <a:pt x="120000" y="5361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8" name="Google Shape;1248;p59"/>
            <p:cNvSpPr/>
            <p:nvPr/>
          </p:nvSpPr>
          <p:spPr>
            <a:xfrm>
              <a:off x="6602533" y="1741604"/>
              <a:ext cx="54000" cy="118500"/>
            </a:xfrm>
            <a:custGeom>
              <a:rect b="b" l="l" r="r" t="t"/>
              <a:pathLst>
                <a:path extrusionOk="0" h="120000" w="120000">
                  <a:moveTo>
                    <a:pt x="42666" y="9696"/>
                  </a:moveTo>
                  <a:lnTo>
                    <a:pt x="0" y="43636"/>
                  </a:lnTo>
                  <a:lnTo>
                    <a:pt x="5333" y="81212"/>
                  </a:lnTo>
                  <a:lnTo>
                    <a:pt x="26666" y="119999"/>
                  </a:lnTo>
                  <a:lnTo>
                    <a:pt x="58666" y="83636"/>
                  </a:lnTo>
                  <a:lnTo>
                    <a:pt x="120000" y="59393"/>
                  </a:lnTo>
                  <a:lnTo>
                    <a:pt x="90666" y="24242"/>
                  </a:lnTo>
                  <a:lnTo>
                    <a:pt x="114666" y="0"/>
                  </a:lnTo>
                  <a:lnTo>
                    <a:pt x="42666" y="9696"/>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49" name="Google Shape;1249;p59"/>
            <p:cNvSpPr/>
            <p:nvPr/>
          </p:nvSpPr>
          <p:spPr>
            <a:xfrm>
              <a:off x="6861277" y="1575097"/>
              <a:ext cx="37200" cy="56400"/>
            </a:xfrm>
            <a:custGeom>
              <a:rect b="b" l="l" r="r" t="t"/>
              <a:pathLst>
                <a:path extrusionOk="0" h="120000" w="120000">
                  <a:moveTo>
                    <a:pt x="120000" y="74042"/>
                  </a:moveTo>
                  <a:lnTo>
                    <a:pt x="89032" y="0"/>
                  </a:lnTo>
                  <a:lnTo>
                    <a:pt x="0" y="43404"/>
                  </a:lnTo>
                  <a:lnTo>
                    <a:pt x="50322" y="120000"/>
                  </a:lnTo>
                  <a:lnTo>
                    <a:pt x="120000" y="74042"/>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0" name="Google Shape;1250;p59"/>
            <p:cNvSpPr/>
            <p:nvPr/>
          </p:nvSpPr>
          <p:spPr>
            <a:xfrm>
              <a:off x="6849298" y="1638585"/>
              <a:ext cx="63600" cy="78000"/>
            </a:xfrm>
            <a:custGeom>
              <a:rect b="b" l="l" r="r" t="t"/>
              <a:pathLst>
                <a:path extrusionOk="0" h="120000" w="120000">
                  <a:moveTo>
                    <a:pt x="13584" y="120000"/>
                  </a:moveTo>
                  <a:lnTo>
                    <a:pt x="47547" y="79384"/>
                  </a:lnTo>
                  <a:lnTo>
                    <a:pt x="92830" y="53538"/>
                  </a:lnTo>
                  <a:lnTo>
                    <a:pt x="120000" y="25846"/>
                  </a:lnTo>
                  <a:lnTo>
                    <a:pt x="88301" y="0"/>
                  </a:lnTo>
                  <a:lnTo>
                    <a:pt x="33962" y="3692"/>
                  </a:lnTo>
                  <a:lnTo>
                    <a:pt x="0" y="42461"/>
                  </a:lnTo>
                  <a:lnTo>
                    <a:pt x="13584" y="1200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1" name="Google Shape;1251;p59"/>
            <p:cNvSpPr/>
            <p:nvPr/>
          </p:nvSpPr>
          <p:spPr>
            <a:xfrm>
              <a:off x="6371341" y="2035086"/>
              <a:ext cx="31200" cy="38400"/>
            </a:xfrm>
            <a:custGeom>
              <a:rect b="b" l="l" r="r" t="t"/>
              <a:pathLst>
                <a:path extrusionOk="0" h="120000" w="120000">
                  <a:moveTo>
                    <a:pt x="120000" y="52500"/>
                  </a:moveTo>
                  <a:lnTo>
                    <a:pt x="0" y="0"/>
                  </a:lnTo>
                  <a:lnTo>
                    <a:pt x="9230" y="105000"/>
                  </a:lnTo>
                  <a:lnTo>
                    <a:pt x="92307" y="120000"/>
                  </a:lnTo>
                  <a:lnTo>
                    <a:pt x="120000" y="5250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2" name="Google Shape;1252;p59"/>
            <p:cNvSpPr/>
            <p:nvPr/>
          </p:nvSpPr>
          <p:spPr>
            <a:xfrm>
              <a:off x="6487536" y="1809883"/>
              <a:ext cx="46800" cy="120900"/>
            </a:xfrm>
            <a:custGeom>
              <a:rect b="b" l="l" r="r" t="t"/>
              <a:pathLst>
                <a:path extrusionOk="0" h="120000" w="120000">
                  <a:moveTo>
                    <a:pt x="120000" y="0"/>
                  </a:moveTo>
                  <a:lnTo>
                    <a:pt x="58461" y="33267"/>
                  </a:lnTo>
                  <a:lnTo>
                    <a:pt x="0" y="93861"/>
                  </a:lnTo>
                  <a:lnTo>
                    <a:pt x="12307" y="120000"/>
                  </a:lnTo>
                  <a:lnTo>
                    <a:pt x="89230" y="47524"/>
                  </a:lnTo>
                  <a:lnTo>
                    <a:pt x="120000"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3" name="Google Shape;1253;p59"/>
            <p:cNvSpPr/>
            <p:nvPr/>
          </p:nvSpPr>
          <p:spPr>
            <a:xfrm>
              <a:off x="6047912" y="1985972"/>
              <a:ext cx="58800" cy="68400"/>
            </a:xfrm>
            <a:custGeom>
              <a:rect b="b" l="l" r="r" t="t"/>
              <a:pathLst>
                <a:path extrusionOk="0" h="120000" w="120000">
                  <a:moveTo>
                    <a:pt x="0" y="56842"/>
                  </a:moveTo>
                  <a:lnTo>
                    <a:pt x="39183" y="98947"/>
                  </a:lnTo>
                  <a:lnTo>
                    <a:pt x="95510" y="119999"/>
                  </a:lnTo>
                  <a:lnTo>
                    <a:pt x="119999" y="69473"/>
                  </a:lnTo>
                  <a:lnTo>
                    <a:pt x="100408" y="8421"/>
                  </a:lnTo>
                  <a:lnTo>
                    <a:pt x="29387" y="0"/>
                  </a:lnTo>
                  <a:lnTo>
                    <a:pt x="0" y="56842"/>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4" name="Google Shape;1254;p59"/>
            <p:cNvSpPr/>
            <p:nvPr/>
          </p:nvSpPr>
          <p:spPr>
            <a:xfrm>
              <a:off x="6073064" y="1944343"/>
              <a:ext cx="105300" cy="142500"/>
            </a:xfrm>
            <a:custGeom>
              <a:rect b="b" l="l" r="r" t="t"/>
              <a:pathLst>
                <a:path extrusionOk="0" h="120000" w="120000">
                  <a:moveTo>
                    <a:pt x="114545" y="9075"/>
                  </a:moveTo>
                  <a:lnTo>
                    <a:pt x="85909" y="0"/>
                  </a:lnTo>
                  <a:lnTo>
                    <a:pt x="69545" y="13109"/>
                  </a:lnTo>
                  <a:lnTo>
                    <a:pt x="28636" y="17142"/>
                  </a:lnTo>
                  <a:lnTo>
                    <a:pt x="0" y="36302"/>
                  </a:lnTo>
                  <a:lnTo>
                    <a:pt x="8181" y="69579"/>
                  </a:lnTo>
                  <a:lnTo>
                    <a:pt x="31363" y="81680"/>
                  </a:lnTo>
                  <a:lnTo>
                    <a:pt x="53181" y="91764"/>
                  </a:lnTo>
                  <a:lnTo>
                    <a:pt x="53181" y="120000"/>
                  </a:lnTo>
                  <a:lnTo>
                    <a:pt x="77727" y="93781"/>
                  </a:lnTo>
                  <a:lnTo>
                    <a:pt x="102272" y="73613"/>
                  </a:lnTo>
                  <a:lnTo>
                    <a:pt x="91363" y="52436"/>
                  </a:lnTo>
                  <a:lnTo>
                    <a:pt x="120000" y="40336"/>
                  </a:lnTo>
                  <a:lnTo>
                    <a:pt x="114545" y="9075"/>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5" name="Google Shape;1255;p59"/>
            <p:cNvSpPr/>
            <p:nvPr/>
          </p:nvSpPr>
          <p:spPr>
            <a:xfrm>
              <a:off x="6118587" y="2054252"/>
              <a:ext cx="54000" cy="49200"/>
            </a:xfrm>
            <a:custGeom>
              <a:rect b="b" l="l" r="r" t="t"/>
              <a:pathLst>
                <a:path extrusionOk="0" h="120000" w="120000">
                  <a:moveTo>
                    <a:pt x="21333" y="0"/>
                  </a:moveTo>
                  <a:lnTo>
                    <a:pt x="0" y="70243"/>
                  </a:lnTo>
                  <a:lnTo>
                    <a:pt x="61333" y="120000"/>
                  </a:lnTo>
                  <a:lnTo>
                    <a:pt x="120000" y="120000"/>
                  </a:lnTo>
                  <a:lnTo>
                    <a:pt x="98666" y="52682"/>
                  </a:lnTo>
                  <a:lnTo>
                    <a:pt x="48000" y="11707"/>
                  </a:lnTo>
                  <a:lnTo>
                    <a:pt x="21333" y="0"/>
                  </a:lnTo>
                  <a:close/>
                </a:path>
              </a:pathLst>
            </a:custGeom>
            <a:solidFill>
              <a:srgbClr val="F7475D"/>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6" name="Google Shape;1256;p59"/>
            <p:cNvSpPr/>
            <p:nvPr/>
          </p:nvSpPr>
          <p:spPr>
            <a:xfrm>
              <a:off x="4822474" y="1466090"/>
              <a:ext cx="612000" cy="971400"/>
            </a:xfrm>
            <a:custGeom>
              <a:rect b="b" l="l" r="r" t="t"/>
              <a:pathLst>
                <a:path extrusionOk="0" h="120000" w="120000">
                  <a:moveTo>
                    <a:pt x="44853" y="11689"/>
                  </a:moveTo>
                  <a:lnTo>
                    <a:pt x="41565" y="8434"/>
                  </a:lnTo>
                  <a:lnTo>
                    <a:pt x="34990" y="9913"/>
                  </a:lnTo>
                  <a:lnTo>
                    <a:pt x="39217" y="15388"/>
                  </a:lnTo>
                  <a:lnTo>
                    <a:pt x="45322" y="19827"/>
                  </a:lnTo>
                  <a:lnTo>
                    <a:pt x="42035" y="24414"/>
                  </a:lnTo>
                  <a:lnTo>
                    <a:pt x="35929" y="24414"/>
                  </a:lnTo>
                  <a:lnTo>
                    <a:pt x="34050" y="29149"/>
                  </a:lnTo>
                  <a:lnTo>
                    <a:pt x="42504" y="29149"/>
                  </a:lnTo>
                  <a:lnTo>
                    <a:pt x="36868" y="32848"/>
                  </a:lnTo>
                  <a:lnTo>
                    <a:pt x="27240" y="36103"/>
                  </a:lnTo>
                  <a:lnTo>
                    <a:pt x="30528" y="39062"/>
                  </a:lnTo>
                  <a:lnTo>
                    <a:pt x="39217" y="36695"/>
                  </a:lnTo>
                  <a:lnTo>
                    <a:pt x="35929" y="45129"/>
                  </a:lnTo>
                  <a:lnTo>
                    <a:pt x="44383" y="43649"/>
                  </a:lnTo>
                  <a:lnTo>
                    <a:pt x="47671" y="38766"/>
                  </a:lnTo>
                  <a:lnTo>
                    <a:pt x="48140" y="46313"/>
                  </a:lnTo>
                  <a:lnTo>
                    <a:pt x="40626" y="50604"/>
                  </a:lnTo>
                  <a:lnTo>
                    <a:pt x="44383" y="55043"/>
                  </a:lnTo>
                  <a:lnTo>
                    <a:pt x="54246" y="55930"/>
                  </a:lnTo>
                  <a:lnTo>
                    <a:pt x="63405" y="53859"/>
                  </a:lnTo>
                  <a:lnTo>
                    <a:pt x="57064" y="60221"/>
                  </a:lnTo>
                  <a:lnTo>
                    <a:pt x="57534" y="65696"/>
                  </a:lnTo>
                  <a:lnTo>
                    <a:pt x="61291" y="65400"/>
                  </a:lnTo>
                  <a:lnTo>
                    <a:pt x="66223" y="67176"/>
                  </a:lnTo>
                  <a:lnTo>
                    <a:pt x="60821" y="73538"/>
                  </a:lnTo>
                  <a:lnTo>
                    <a:pt x="60352" y="78421"/>
                  </a:lnTo>
                  <a:lnTo>
                    <a:pt x="52837" y="76202"/>
                  </a:lnTo>
                  <a:lnTo>
                    <a:pt x="46262" y="75906"/>
                  </a:lnTo>
                  <a:lnTo>
                    <a:pt x="43444" y="73242"/>
                  </a:lnTo>
                  <a:lnTo>
                    <a:pt x="37808" y="74130"/>
                  </a:lnTo>
                  <a:lnTo>
                    <a:pt x="39686" y="78125"/>
                  </a:lnTo>
                  <a:lnTo>
                    <a:pt x="33346" y="80493"/>
                  </a:lnTo>
                  <a:lnTo>
                    <a:pt x="34520" y="83156"/>
                  </a:lnTo>
                  <a:lnTo>
                    <a:pt x="39686" y="81676"/>
                  </a:lnTo>
                  <a:lnTo>
                    <a:pt x="41095" y="85228"/>
                  </a:lnTo>
                  <a:lnTo>
                    <a:pt x="35929" y="89223"/>
                  </a:lnTo>
                  <a:lnTo>
                    <a:pt x="27710" y="91590"/>
                  </a:lnTo>
                  <a:lnTo>
                    <a:pt x="18551" y="92478"/>
                  </a:lnTo>
                  <a:lnTo>
                    <a:pt x="19726" y="97361"/>
                  </a:lnTo>
                  <a:lnTo>
                    <a:pt x="27240" y="98840"/>
                  </a:lnTo>
                  <a:lnTo>
                    <a:pt x="34520" y="100024"/>
                  </a:lnTo>
                  <a:lnTo>
                    <a:pt x="43444" y="102392"/>
                  </a:lnTo>
                  <a:lnTo>
                    <a:pt x="50958" y="101800"/>
                  </a:lnTo>
                  <a:lnTo>
                    <a:pt x="60352" y="100024"/>
                  </a:lnTo>
                  <a:lnTo>
                    <a:pt x="56125" y="102983"/>
                  </a:lnTo>
                  <a:lnTo>
                    <a:pt x="48610" y="106387"/>
                  </a:lnTo>
                  <a:lnTo>
                    <a:pt x="42035" y="106091"/>
                  </a:lnTo>
                  <a:lnTo>
                    <a:pt x="34520" y="104611"/>
                  </a:lnTo>
                  <a:lnTo>
                    <a:pt x="27240" y="106683"/>
                  </a:lnTo>
                  <a:lnTo>
                    <a:pt x="20665" y="111122"/>
                  </a:lnTo>
                  <a:lnTo>
                    <a:pt x="11506" y="114377"/>
                  </a:lnTo>
                  <a:lnTo>
                    <a:pt x="0" y="116744"/>
                  </a:lnTo>
                  <a:lnTo>
                    <a:pt x="8219" y="118224"/>
                  </a:lnTo>
                  <a:lnTo>
                    <a:pt x="18551" y="116744"/>
                  </a:lnTo>
                  <a:lnTo>
                    <a:pt x="24892" y="116152"/>
                  </a:lnTo>
                  <a:lnTo>
                    <a:pt x="30058" y="119704"/>
                  </a:lnTo>
                  <a:lnTo>
                    <a:pt x="36399" y="118224"/>
                  </a:lnTo>
                  <a:lnTo>
                    <a:pt x="37338" y="114969"/>
                  </a:lnTo>
                  <a:lnTo>
                    <a:pt x="42035" y="114969"/>
                  </a:lnTo>
                  <a:lnTo>
                    <a:pt x="49549" y="116744"/>
                  </a:lnTo>
                  <a:lnTo>
                    <a:pt x="60352" y="117632"/>
                  </a:lnTo>
                  <a:lnTo>
                    <a:pt x="69041" y="118816"/>
                  </a:lnTo>
                  <a:lnTo>
                    <a:pt x="69510" y="115856"/>
                  </a:lnTo>
                  <a:lnTo>
                    <a:pt x="77729" y="117336"/>
                  </a:lnTo>
                  <a:lnTo>
                    <a:pt x="88532" y="117336"/>
                  </a:lnTo>
                  <a:lnTo>
                    <a:pt x="99099" y="119999"/>
                  </a:lnTo>
                  <a:lnTo>
                    <a:pt x="104266" y="117928"/>
                  </a:lnTo>
                  <a:lnTo>
                    <a:pt x="113189" y="113045"/>
                  </a:lnTo>
                  <a:lnTo>
                    <a:pt x="107788" y="111713"/>
                  </a:lnTo>
                  <a:lnTo>
                    <a:pt x="99569" y="111122"/>
                  </a:lnTo>
                  <a:lnTo>
                    <a:pt x="104266" y="107570"/>
                  </a:lnTo>
                  <a:lnTo>
                    <a:pt x="110841" y="106387"/>
                  </a:lnTo>
                  <a:lnTo>
                    <a:pt x="116477" y="104019"/>
                  </a:lnTo>
                  <a:lnTo>
                    <a:pt x="120000" y="98545"/>
                  </a:lnTo>
                  <a:lnTo>
                    <a:pt x="118590" y="94254"/>
                  </a:lnTo>
                  <a:lnTo>
                    <a:pt x="114598" y="90406"/>
                  </a:lnTo>
                  <a:lnTo>
                    <a:pt x="107788" y="89519"/>
                  </a:lnTo>
                  <a:lnTo>
                    <a:pt x="102857" y="91590"/>
                  </a:lnTo>
                  <a:lnTo>
                    <a:pt x="99099" y="88631"/>
                  </a:lnTo>
                  <a:lnTo>
                    <a:pt x="103796" y="84044"/>
                  </a:lnTo>
                  <a:lnTo>
                    <a:pt x="101917" y="77829"/>
                  </a:lnTo>
                  <a:lnTo>
                    <a:pt x="101448" y="72651"/>
                  </a:lnTo>
                  <a:lnTo>
                    <a:pt x="100039" y="66880"/>
                  </a:lnTo>
                  <a:lnTo>
                    <a:pt x="92524" y="63033"/>
                  </a:lnTo>
                  <a:lnTo>
                    <a:pt x="89471" y="57706"/>
                  </a:lnTo>
                  <a:lnTo>
                    <a:pt x="88062" y="52083"/>
                  </a:lnTo>
                  <a:lnTo>
                    <a:pt x="89471" y="47792"/>
                  </a:lnTo>
                  <a:lnTo>
                    <a:pt x="85714" y="43057"/>
                  </a:lnTo>
                  <a:lnTo>
                    <a:pt x="80078" y="39358"/>
                  </a:lnTo>
                  <a:lnTo>
                    <a:pt x="72328" y="40838"/>
                  </a:lnTo>
                  <a:lnTo>
                    <a:pt x="74677" y="36991"/>
                  </a:lnTo>
                  <a:lnTo>
                    <a:pt x="81956" y="35807"/>
                  </a:lnTo>
                  <a:lnTo>
                    <a:pt x="75146" y="34327"/>
                  </a:lnTo>
                  <a:lnTo>
                    <a:pt x="78669" y="32848"/>
                  </a:lnTo>
                  <a:lnTo>
                    <a:pt x="83835" y="31516"/>
                  </a:lnTo>
                  <a:lnTo>
                    <a:pt x="89471" y="28853"/>
                  </a:lnTo>
                  <a:lnTo>
                    <a:pt x="95342" y="24710"/>
                  </a:lnTo>
                  <a:lnTo>
                    <a:pt x="98630" y="20419"/>
                  </a:lnTo>
                  <a:lnTo>
                    <a:pt x="96751" y="18051"/>
                  </a:lnTo>
                  <a:lnTo>
                    <a:pt x="91115" y="16572"/>
                  </a:lnTo>
                  <a:lnTo>
                    <a:pt x="81956" y="15980"/>
                  </a:lnTo>
                  <a:lnTo>
                    <a:pt x="76790" y="15980"/>
                  </a:lnTo>
                  <a:lnTo>
                    <a:pt x="69041" y="14056"/>
                  </a:lnTo>
                  <a:lnTo>
                    <a:pt x="72798" y="10209"/>
                  </a:lnTo>
                  <a:lnTo>
                    <a:pt x="79608" y="8729"/>
                  </a:lnTo>
                  <a:lnTo>
                    <a:pt x="89001" y="6510"/>
                  </a:lnTo>
                  <a:lnTo>
                    <a:pt x="90645" y="3107"/>
                  </a:lnTo>
                  <a:lnTo>
                    <a:pt x="82426" y="1035"/>
                  </a:lnTo>
                  <a:lnTo>
                    <a:pt x="71389" y="0"/>
                  </a:lnTo>
                  <a:lnTo>
                    <a:pt x="61291" y="1923"/>
                  </a:lnTo>
                  <a:lnTo>
                    <a:pt x="60352" y="8729"/>
                  </a:lnTo>
                  <a:lnTo>
                    <a:pt x="54246" y="8434"/>
                  </a:lnTo>
                  <a:lnTo>
                    <a:pt x="50019" y="11393"/>
                  </a:lnTo>
                  <a:lnTo>
                    <a:pt x="44853" y="11689"/>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7" name="Google Shape;1257;p59"/>
            <p:cNvSpPr/>
            <p:nvPr/>
          </p:nvSpPr>
          <p:spPr>
            <a:xfrm>
              <a:off x="7903438" y="-8508"/>
              <a:ext cx="79200" cy="78000"/>
            </a:xfrm>
            <a:custGeom>
              <a:rect b="b" l="l" r="r" t="t"/>
              <a:pathLst>
                <a:path extrusionOk="0" h="120000" w="120000">
                  <a:moveTo>
                    <a:pt x="70909" y="0"/>
                  </a:moveTo>
                  <a:lnTo>
                    <a:pt x="20000" y="0"/>
                  </a:lnTo>
                  <a:lnTo>
                    <a:pt x="0" y="31384"/>
                  </a:lnTo>
                  <a:lnTo>
                    <a:pt x="7272" y="75692"/>
                  </a:lnTo>
                  <a:lnTo>
                    <a:pt x="40000" y="120000"/>
                  </a:lnTo>
                  <a:lnTo>
                    <a:pt x="94545" y="108923"/>
                  </a:lnTo>
                  <a:lnTo>
                    <a:pt x="120000" y="53538"/>
                  </a:lnTo>
                  <a:lnTo>
                    <a:pt x="105454" y="7384"/>
                  </a:lnTo>
                  <a:lnTo>
                    <a:pt x="70909" y="0"/>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8" name="Google Shape;1258;p59"/>
            <p:cNvSpPr/>
            <p:nvPr/>
          </p:nvSpPr>
          <p:spPr>
            <a:xfrm>
              <a:off x="5791564" y="4529085"/>
              <a:ext cx="1487700" cy="637200"/>
            </a:xfrm>
            <a:custGeom>
              <a:rect b="b" l="l" r="r" t="t"/>
              <a:pathLst>
                <a:path extrusionOk="0" h="120000" w="120000">
                  <a:moveTo>
                    <a:pt x="386" y="115037"/>
                  </a:moveTo>
                  <a:lnTo>
                    <a:pt x="1932" y="120000"/>
                  </a:lnTo>
                  <a:lnTo>
                    <a:pt x="120000" y="120000"/>
                  </a:lnTo>
                  <a:lnTo>
                    <a:pt x="119323" y="81654"/>
                  </a:lnTo>
                  <a:lnTo>
                    <a:pt x="116811" y="77142"/>
                  </a:lnTo>
                  <a:lnTo>
                    <a:pt x="118164" y="70375"/>
                  </a:lnTo>
                  <a:lnTo>
                    <a:pt x="116135" y="61578"/>
                  </a:lnTo>
                  <a:lnTo>
                    <a:pt x="118357" y="47819"/>
                  </a:lnTo>
                  <a:lnTo>
                    <a:pt x="116618" y="35413"/>
                  </a:lnTo>
                  <a:lnTo>
                    <a:pt x="118743" y="28646"/>
                  </a:lnTo>
                  <a:lnTo>
                    <a:pt x="118067" y="24812"/>
                  </a:lnTo>
                  <a:lnTo>
                    <a:pt x="115072" y="23458"/>
                  </a:lnTo>
                  <a:lnTo>
                    <a:pt x="111014" y="23458"/>
                  </a:lnTo>
                  <a:lnTo>
                    <a:pt x="106280" y="22556"/>
                  </a:lnTo>
                  <a:lnTo>
                    <a:pt x="103864" y="19398"/>
                  </a:lnTo>
                  <a:lnTo>
                    <a:pt x="103285" y="10601"/>
                  </a:lnTo>
                  <a:lnTo>
                    <a:pt x="100000" y="8345"/>
                  </a:lnTo>
                  <a:lnTo>
                    <a:pt x="95362" y="6992"/>
                  </a:lnTo>
                  <a:lnTo>
                    <a:pt x="92367" y="5187"/>
                  </a:lnTo>
                  <a:lnTo>
                    <a:pt x="87729" y="10150"/>
                  </a:lnTo>
                  <a:lnTo>
                    <a:pt x="83188" y="16691"/>
                  </a:lnTo>
                  <a:lnTo>
                    <a:pt x="79613" y="26165"/>
                  </a:lnTo>
                  <a:lnTo>
                    <a:pt x="79227" y="34962"/>
                  </a:lnTo>
                  <a:lnTo>
                    <a:pt x="81062" y="44661"/>
                  </a:lnTo>
                  <a:lnTo>
                    <a:pt x="80193" y="50977"/>
                  </a:lnTo>
                  <a:lnTo>
                    <a:pt x="77101" y="58421"/>
                  </a:lnTo>
                  <a:lnTo>
                    <a:pt x="74685" y="61127"/>
                  </a:lnTo>
                  <a:lnTo>
                    <a:pt x="71207" y="61127"/>
                  </a:lnTo>
                  <a:lnTo>
                    <a:pt x="68502" y="54360"/>
                  </a:lnTo>
                  <a:lnTo>
                    <a:pt x="63671" y="48721"/>
                  </a:lnTo>
                  <a:lnTo>
                    <a:pt x="58550" y="45112"/>
                  </a:lnTo>
                  <a:lnTo>
                    <a:pt x="54589" y="43759"/>
                  </a:lnTo>
                  <a:lnTo>
                    <a:pt x="50241" y="41503"/>
                  </a:lnTo>
                  <a:lnTo>
                    <a:pt x="47149" y="37218"/>
                  </a:lnTo>
                  <a:lnTo>
                    <a:pt x="45120" y="29548"/>
                  </a:lnTo>
                  <a:lnTo>
                    <a:pt x="45120" y="22556"/>
                  </a:lnTo>
                  <a:lnTo>
                    <a:pt x="41352" y="17142"/>
                  </a:lnTo>
                  <a:lnTo>
                    <a:pt x="37777" y="13082"/>
                  </a:lnTo>
                  <a:lnTo>
                    <a:pt x="33236" y="8796"/>
                  </a:lnTo>
                  <a:lnTo>
                    <a:pt x="29758" y="6541"/>
                  </a:lnTo>
                  <a:lnTo>
                    <a:pt x="25024" y="8796"/>
                  </a:lnTo>
                  <a:lnTo>
                    <a:pt x="20483" y="4285"/>
                  </a:lnTo>
                  <a:lnTo>
                    <a:pt x="17487" y="0"/>
                  </a:lnTo>
                  <a:lnTo>
                    <a:pt x="16425" y="7669"/>
                  </a:lnTo>
                  <a:lnTo>
                    <a:pt x="16618" y="15112"/>
                  </a:lnTo>
                  <a:lnTo>
                    <a:pt x="10821" y="20751"/>
                  </a:lnTo>
                  <a:lnTo>
                    <a:pt x="8212" y="27744"/>
                  </a:lnTo>
                  <a:lnTo>
                    <a:pt x="5797" y="32030"/>
                  </a:lnTo>
                  <a:lnTo>
                    <a:pt x="5990" y="38571"/>
                  </a:lnTo>
                  <a:lnTo>
                    <a:pt x="6183" y="46466"/>
                  </a:lnTo>
                  <a:lnTo>
                    <a:pt x="3768" y="56165"/>
                  </a:lnTo>
                  <a:lnTo>
                    <a:pt x="193" y="58646"/>
                  </a:lnTo>
                  <a:lnTo>
                    <a:pt x="0" y="89774"/>
                  </a:lnTo>
                  <a:lnTo>
                    <a:pt x="2415" y="100827"/>
                  </a:lnTo>
                  <a:lnTo>
                    <a:pt x="386" y="115037"/>
                  </a:lnTo>
                  <a:close/>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59" name="Google Shape;1259;p59"/>
            <p:cNvSpPr/>
            <p:nvPr/>
          </p:nvSpPr>
          <p:spPr>
            <a:xfrm>
              <a:off x="6777425" y="3421040"/>
              <a:ext cx="126900" cy="86100"/>
            </a:xfrm>
            <a:custGeom>
              <a:rect b="b" l="l" r="r" t="t"/>
              <a:pathLst>
                <a:path extrusionOk="0" h="120000" w="120000">
                  <a:moveTo>
                    <a:pt x="0" y="45000"/>
                  </a:moveTo>
                  <a:lnTo>
                    <a:pt x="41886" y="45000"/>
                  </a:lnTo>
                  <a:lnTo>
                    <a:pt x="54339" y="3333"/>
                  </a:lnTo>
                  <a:lnTo>
                    <a:pt x="73584" y="0"/>
                  </a:lnTo>
                  <a:lnTo>
                    <a:pt x="101886" y="50000"/>
                  </a:lnTo>
                  <a:lnTo>
                    <a:pt x="97358" y="65000"/>
                  </a:lnTo>
                  <a:lnTo>
                    <a:pt x="120000" y="78333"/>
                  </a:lnTo>
                  <a:lnTo>
                    <a:pt x="120000" y="120000"/>
                  </a:lnTo>
                  <a:lnTo>
                    <a:pt x="0" y="45000"/>
                  </a:lnTo>
                  <a:close/>
                </a:path>
              </a:pathLst>
            </a:custGeom>
            <a:solidFill>
              <a:srgbClr val="BFBFB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60" name="Google Shape;1260;p59"/>
            <p:cNvSpPr/>
            <p:nvPr/>
          </p:nvSpPr>
          <p:spPr>
            <a:xfrm>
              <a:off x="6777425" y="3421040"/>
              <a:ext cx="126900" cy="86100"/>
            </a:xfrm>
            <a:custGeom>
              <a:rect b="b" l="l" r="r" t="t"/>
              <a:pathLst>
                <a:path extrusionOk="0" h="120000" w="120000">
                  <a:moveTo>
                    <a:pt x="0" y="45000"/>
                  </a:moveTo>
                  <a:lnTo>
                    <a:pt x="41886" y="45000"/>
                  </a:lnTo>
                  <a:lnTo>
                    <a:pt x="54339" y="3333"/>
                  </a:lnTo>
                  <a:lnTo>
                    <a:pt x="73584" y="0"/>
                  </a:lnTo>
                  <a:lnTo>
                    <a:pt x="101886" y="50000"/>
                  </a:lnTo>
                  <a:lnTo>
                    <a:pt x="97358" y="65000"/>
                  </a:lnTo>
                  <a:lnTo>
                    <a:pt x="120000" y="78333"/>
                  </a:lnTo>
                  <a:lnTo>
                    <a:pt x="120000" y="120000"/>
                  </a:lnTo>
                </a:path>
              </a:pathLst>
            </a:custGeom>
            <a:solidFill>
              <a:srgbClr val="EFEADC"/>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sp>
          <p:nvSpPr>
            <p:cNvPr id="1261" name="Google Shape;1261;p59"/>
            <p:cNvSpPr/>
            <p:nvPr/>
          </p:nvSpPr>
          <p:spPr>
            <a:xfrm>
              <a:off x="7286526" y="3356354"/>
              <a:ext cx="1686600" cy="808500"/>
            </a:xfrm>
            <a:custGeom>
              <a:rect b="b" l="l" r="r" t="t"/>
              <a:pathLst>
                <a:path extrusionOk="0" h="120000" w="120000">
                  <a:moveTo>
                    <a:pt x="68267" y="108800"/>
                  </a:moveTo>
                  <a:lnTo>
                    <a:pt x="68011" y="105955"/>
                  </a:lnTo>
                  <a:lnTo>
                    <a:pt x="69545" y="104355"/>
                  </a:lnTo>
                  <a:lnTo>
                    <a:pt x="68863" y="96533"/>
                  </a:lnTo>
                  <a:lnTo>
                    <a:pt x="70823" y="95288"/>
                  </a:lnTo>
                  <a:lnTo>
                    <a:pt x="71420" y="96711"/>
                  </a:lnTo>
                  <a:lnTo>
                    <a:pt x="74829" y="95288"/>
                  </a:lnTo>
                  <a:lnTo>
                    <a:pt x="77556" y="92444"/>
                  </a:lnTo>
                  <a:lnTo>
                    <a:pt x="79772" y="90844"/>
                  </a:lnTo>
                  <a:lnTo>
                    <a:pt x="82755" y="92977"/>
                  </a:lnTo>
                  <a:lnTo>
                    <a:pt x="86761" y="91200"/>
                  </a:lnTo>
                  <a:lnTo>
                    <a:pt x="90340" y="86933"/>
                  </a:lnTo>
                  <a:lnTo>
                    <a:pt x="94943" y="79822"/>
                  </a:lnTo>
                  <a:lnTo>
                    <a:pt x="96818" y="79644"/>
                  </a:lnTo>
                  <a:lnTo>
                    <a:pt x="102017" y="76444"/>
                  </a:lnTo>
                  <a:lnTo>
                    <a:pt x="103465" y="71644"/>
                  </a:lnTo>
                  <a:lnTo>
                    <a:pt x="105255" y="75200"/>
                  </a:lnTo>
                  <a:lnTo>
                    <a:pt x="105255" y="75200"/>
                  </a:lnTo>
                  <a:lnTo>
                    <a:pt x="106619" y="74133"/>
                  </a:lnTo>
                  <a:lnTo>
                    <a:pt x="107130" y="70222"/>
                  </a:lnTo>
                  <a:lnTo>
                    <a:pt x="109090" y="69333"/>
                  </a:lnTo>
                  <a:lnTo>
                    <a:pt x="112329" y="69333"/>
                  </a:lnTo>
                  <a:lnTo>
                    <a:pt x="115482" y="66666"/>
                  </a:lnTo>
                  <a:lnTo>
                    <a:pt x="117698" y="68977"/>
                  </a:lnTo>
                  <a:lnTo>
                    <a:pt x="120000" y="67200"/>
                  </a:lnTo>
                  <a:lnTo>
                    <a:pt x="119318" y="63111"/>
                  </a:lnTo>
                  <a:lnTo>
                    <a:pt x="118636" y="59911"/>
                  </a:lnTo>
                  <a:lnTo>
                    <a:pt x="115994" y="53866"/>
                  </a:lnTo>
                  <a:lnTo>
                    <a:pt x="116164" y="49244"/>
                  </a:lnTo>
                  <a:lnTo>
                    <a:pt x="113096" y="44800"/>
                  </a:lnTo>
                  <a:lnTo>
                    <a:pt x="113522" y="36444"/>
                  </a:lnTo>
                  <a:lnTo>
                    <a:pt x="111051" y="33244"/>
                  </a:lnTo>
                  <a:lnTo>
                    <a:pt x="113352" y="32355"/>
                  </a:lnTo>
                  <a:lnTo>
                    <a:pt x="112585" y="27733"/>
                  </a:lnTo>
                  <a:lnTo>
                    <a:pt x="112073" y="22044"/>
                  </a:lnTo>
                  <a:lnTo>
                    <a:pt x="111988" y="20977"/>
                  </a:lnTo>
                  <a:lnTo>
                    <a:pt x="108153" y="21155"/>
                  </a:lnTo>
                  <a:lnTo>
                    <a:pt x="106278" y="17955"/>
                  </a:lnTo>
                  <a:lnTo>
                    <a:pt x="106107" y="9777"/>
                  </a:lnTo>
                  <a:lnTo>
                    <a:pt x="102698" y="6400"/>
                  </a:lnTo>
                  <a:lnTo>
                    <a:pt x="102613" y="5688"/>
                  </a:lnTo>
                  <a:lnTo>
                    <a:pt x="101676" y="1955"/>
                  </a:lnTo>
                  <a:lnTo>
                    <a:pt x="99204" y="0"/>
                  </a:lnTo>
                  <a:lnTo>
                    <a:pt x="98863" y="3555"/>
                  </a:lnTo>
                  <a:lnTo>
                    <a:pt x="94005" y="4622"/>
                  </a:lnTo>
                  <a:lnTo>
                    <a:pt x="91107" y="3733"/>
                  </a:lnTo>
                  <a:lnTo>
                    <a:pt x="90000" y="9422"/>
                  </a:lnTo>
                  <a:lnTo>
                    <a:pt x="87784" y="16000"/>
                  </a:lnTo>
                  <a:lnTo>
                    <a:pt x="82244" y="17777"/>
                  </a:lnTo>
                  <a:lnTo>
                    <a:pt x="78920" y="18133"/>
                  </a:lnTo>
                  <a:lnTo>
                    <a:pt x="74573" y="21688"/>
                  </a:lnTo>
                  <a:lnTo>
                    <a:pt x="70397" y="22044"/>
                  </a:lnTo>
                  <a:lnTo>
                    <a:pt x="67073" y="22400"/>
                  </a:lnTo>
                  <a:lnTo>
                    <a:pt x="63920" y="20266"/>
                  </a:lnTo>
                  <a:lnTo>
                    <a:pt x="60767" y="20266"/>
                  </a:lnTo>
                  <a:lnTo>
                    <a:pt x="57869" y="16000"/>
                  </a:lnTo>
                  <a:lnTo>
                    <a:pt x="53863" y="16355"/>
                  </a:lnTo>
                  <a:lnTo>
                    <a:pt x="52500" y="12977"/>
                  </a:lnTo>
                  <a:lnTo>
                    <a:pt x="50710" y="14222"/>
                  </a:lnTo>
                  <a:lnTo>
                    <a:pt x="45596" y="15644"/>
                  </a:lnTo>
                  <a:lnTo>
                    <a:pt x="40568" y="16355"/>
                  </a:lnTo>
                  <a:lnTo>
                    <a:pt x="37159" y="22044"/>
                  </a:lnTo>
                  <a:lnTo>
                    <a:pt x="31960" y="30400"/>
                  </a:lnTo>
                  <a:lnTo>
                    <a:pt x="28636" y="35200"/>
                  </a:lnTo>
                  <a:lnTo>
                    <a:pt x="26250" y="33955"/>
                  </a:lnTo>
                  <a:lnTo>
                    <a:pt x="22840" y="36622"/>
                  </a:lnTo>
                  <a:lnTo>
                    <a:pt x="18664" y="35555"/>
                  </a:lnTo>
                  <a:lnTo>
                    <a:pt x="17471" y="40177"/>
                  </a:lnTo>
                  <a:lnTo>
                    <a:pt x="22840" y="42311"/>
                  </a:lnTo>
                  <a:lnTo>
                    <a:pt x="20710" y="45155"/>
                  </a:lnTo>
                  <a:lnTo>
                    <a:pt x="17130" y="46044"/>
                  </a:lnTo>
                  <a:lnTo>
                    <a:pt x="17471" y="50133"/>
                  </a:lnTo>
                  <a:lnTo>
                    <a:pt x="13125" y="50133"/>
                  </a:lnTo>
                  <a:lnTo>
                    <a:pt x="9289" y="50133"/>
                  </a:lnTo>
                  <a:lnTo>
                    <a:pt x="6221" y="52266"/>
                  </a:lnTo>
                  <a:lnTo>
                    <a:pt x="2386" y="55822"/>
                  </a:lnTo>
                  <a:lnTo>
                    <a:pt x="0" y="64177"/>
                  </a:lnTo>
                  <a:lnTo>
                    <a:pt x="1022" y="69333"/>
                  </a:lnTo>
                  <a:lnTo>
                    <a:pt x="4772" y="67911"/>
                  </a:lnTo>
                  <a:lnTo>
                    <a:pt x="5113" y="73955"/>
                  </a:lnTo>
                  <a:lnTo>
                    <a:pt x="5710" y="81600"/>
                  </a:lnTo>
                  <a:lnTo>
                    <a:pt x="4431" y="85511"/>
                  </a:lnTo>
                  <a:lnTo>
                    <a:pt x="2215" y="84800"/>
                  </a:lnTo>
                  <a:lnTo>
                    <a:pt x="3409" y="90666"/>
                  </a:lnTo>
                  <a:lnTo>
                    <a:pt x="6392" y="90666"/>
                  </a:lnTo>
                  <a:lnTo>
                    <a:pt x="8437" y="93511"/>
                  </a:lnTo>
                  <a:lnTo>
                    <a:pt x="7414" y="98133"/>
                  </a:lnTo>
                  <a:lnTo>
                    <a:pt x="8607" y="102933"/>
                  </a:lnTo>
                  <a:lnTo>
                    <a:pt x="10909" y="104355"/>
                  </a:lnTo>
                  <a:lnTo>
                    <a:pt x="10653" y="108266"/>
                  </a:lnTo>
                  <a:lnTo>
                    <a:pt x="14488" y="107555"/>
                  </a:lnTo>
                  <a:lnTo>
                    <a:pt x="13465" y="110755"/>
                  </a:lnTo>
                  <a:lnTo>
                    <a:pt x="10653" y="112888"/>
                  </a:lnTo>
                  <a:lnTo>
                    <a:pt x="13465" y="115733"/>
                  </a:lnTo>
                  <a:lnTo>
                    <a:pt x="16107" y="111466"/>
                  </a:lnTo>
                  <a:lnTo>
                    <a:pt x="19346" y="111822"/>
                  </a:lnTo>
                  <a:lnTo>
                    <a:pt x="21136" y="116444"/>
                  </a:lnTo>
                  <a:lnTo>
                    <a:pt x="24630" y="120000"/>
                  </a:lnTo>
                  <a:lnTo>
                    <a:pt x="26761" y="117155"/>
                  </a:lnTo>
                  <a:lnTo>
                    <a:pt x="29659" y="117155"/>
                  </a:lnTo>
                  <a:lnTo>
                    <a:pt x="30681" y="112888"/>
                  </a:lnTo>
                  <a:lnTo>
                    <a:pt x="30511" y="106844"/>
                  </a:lnTo>
                  <a:lnTo>
                    <a:pt x="32301" y="106133"/>
                  </a:lnTo>
                  <a:lnTo>
                    <a:pt x="35198" y="105777"/>
                  </a:lnTo>
                  <a:lnTo>
                    <a:pt x="39034" y="108266"/>
                  </a:lnTo>
                  <a:lnTo>
                    <a:pt x="42187" y="112888"/>
                  </a:lnTo>
                  <a:lnTo>
                    <a:pt x="45767" y="114311"/>
                  </a:lnTo>
                  <a:lnTo>
                    <a:pt x="49517" y="112888"/>
                  </a:lnTo>
                  <a:lnTo>
                    <a:pt x="53522" y="108444"/>
                  </a:lnTo>
                  <a:lnTo>
                    <a:pt x="55227" y="102933"/>
                  </a:lnTo>
                  <a:lnTo>
                    <a:pt x="57698" y="101155"/>
                  </a:lnTo>
                  <a:lnTo>
                    <a:pt x="60596" y="102577"/>
                  </a:lnTo>
                  <a:lnTo>
                    <a:pt x="62897" y="100088"/>
                  </a:lnTo>
                  <a:lnTo>
                    <a:pt x="64602" y="93511"/>
                  </a:lnTo>
                  <a:lnTo>
                    <a:pt x="66136" y="98488"/>
                  </a:lnTo>
                  <a:lnTo>
                    <a:pt x="64772" y="107555"/>
                  </a:lnTo>
                  <a:lnTo>
                    <a:pt x="65454" y="109155"/>
                  </a:lnTo>
                  <a:lnTo>
                    <a:pt x="65284" y="111288"/>
                  </a:lnTo>
                  <a:lnTo>
                    <a:pt x="66988" y="111111"/>
                  </a:lnTo>
                  <a:lnTo>
                    <a:pt x="68267" y="108800"/>
                  </a:lnTo>
                  <a:close/>
                </a:path>
              </a:pathLst>
            </a:custGeom>
            <a:solidFill>
              <a:schemeClr val="accent5"/>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6555A"/>
                </a:solidFill>
                <a:latin typeface="Verdana"/>
                <a:ea typeface="Verdana"/>
                <a:cs typeface="Verdana"/>
                <a:sym typeface="Verdana"/>
              </a:endParaRPr>
            </a:p>
          </p:txBody>
        </p:sp>
      </p:grpSp>
      <p:sp>
        <p:nvSpPr>
          <p:cNvPr id="1262" name="Google Shape;1262;p59"/>
          <p:cNvSpPr txBox="1"/>
          <p:nvPr>
            <p:ph idx="4294967295" type="subTitle"/>
          </p:nvPr>
        </p:nvSpPr>
        <p:spPr>
          <a:xfrm>
            <a:off x="540000" y="1884175"/>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263" name="Google Shape;1263;p59"/>
          <p:cNvSpPr txBox="1"/>
          <p:nvPr>
            <p:ph idx="4294967295" type="subTitle"/>
          </p:nvPr>
        </p:nvSpPr>
        <p:spPr>
          <a:xfrm>
            <a:off x="540000" y="250835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264" name="Google Shape;1264;p59"/>
          <p:cNvSpPr/>
          <p:nvPr/>
        </p:nvSpPr>
        <p:spPr>
          <a:xfrm>
            <a:off x="7302550" y="3231775"/>
            <a:ext cx="1530000" cy="1655400"/>
          </a:xfrm>
          <a:prstGeom prst="rect">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grpSp>
        <p:nvGrpSpPr>
          <p:cNvPr id="1265" name="Google Shape;1265;p59"/>
          <p:cNvGrpSpPr/>
          <p:nvPr/>
        </p:nvGrpSpPr>
        <p:grpSpPr>
          <a:xfrm>
            <a:off x="7449192" y="3318075"/>
            <a:ext cx="1236714" cy="1482783"/>
            <a:chOff x="1725400" y="336350"/>
            <a:chExt cx="4223750" cy="5064150"/>
          </a:xfrm>
        </p:grpSpPr>
        <p:sp>
          <p:nvSpPr>
            <p:cNvPr id="1266" name="Google Shape;1266;p59"/>
            <p:cNvSpPr/>
            <p:nvPr/>
          </p:nvSpPr>
          <p:spPr>
            <a:xfrm>
              <a:off x="5719950" y="3807000"/>
              <a:ext cx="54575" cy="98250"/>
            </a:xfrm>
            <a:custGeom>
              <a:rect b="b" l="l" r="r" t="t"/>
              <a:pathLst>
                <a:path extrusionOk="0" h="3930" w="2183">
                  <a:moveTo>
                    <a:pt x="2183" y="1"/>
                  </a:moveTo>
                  <a:cubicBezTo>
                    <a:pt x="1310" y="1311"/>
                    <a:pt x="873" y="2620"/>
                    <a:pt x="0" y="3930"/>
                  </a:cubicBezTo>
                  <a:cubicBezTo>
                    <a:pt x="1310" y="3057"/>
                    <a:pt x="1310" y="2184"/>
                    <a:pt x="2183" y="1311"/>
                  </a:cubicBezTo>
                  <a:cubicBezTo>
                    <a:pt x="2183" y="874"/>
                    <a:pt x="1746" y="874"/>
                    <a:pt x="2183" y="1"/>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9"/>
            <p:cNvSpPr/>
            <p:nvPr/>
          </p:nvSpPr>
          <p:spPr>
            <a:xfrm>
              <a:off x="5709025" y="3796100"/>
              <a:ext cx="87350" cy="131000"/>
            </a:xfrm>
            <a:custGeom>
              <a:rect b="b" l="l" r="r" t="t"/>
              <a:pathLst>
                <a:path extrusionOk="0" h="5240" w="3494">
                  <a:moveTo>
                    <a:pt x="1747" y="0"/>
                  </a:moveTo>
                  <a:cubicBezTo>
                    <a:pt x="1310" y="874"/>
                    <a:pt x="874" y="2183"/>
                    <a:pt x="437" y="3056"/>
                  </a:cubicBezTo>
                  <a:cubicBezTo>
                    <a:pt x="1" y="3493"/>
                    <a:pt x="1" y="3929"/>
                    <a:pt x="1" y="3929"/>
                  </a:cubicBezTo>
                  <a:cubicBezTo>
                    <a:pt x="1" y="3929"/>
                    <a:pt x="1" y="3929"/>
                    <a:pt x="1310" y="5239"/>
                  </a:cubicBezTo>
                  <a:cubicBezTo>
                    <a:pt x="1747" y="4803"/>
                    <a:pt x="2183" y="3929"/>
                    <a:pt x="2183" y="3493"/>
                  </a:cubicBezTo>
                  <a:cubicBezTo>
                    <a:pt x="2620" y="3056"/>
                    <a:pt x="2620" y="3056"/>
                    <a:pt x="3056" y="2620"/>
                  </a:cubicBezTo>
                  <a:cubicBezTo>
                    <a:pt x="3056" y="2620"/>
                    <a:pt x="3056" y="2620"/>
                    <a:pt x="3493" y="1747"/>
                  </a:cubicBezTo>
                  <a:cubicBezTo>
                    <a:pt x="3493" y="1747"/>
                    <a:pt x="3493" y="1310"/>
                    <a:pt x="3493" y="874"/>
                  </a:cubicBezTo>
                  <a:lnTo>
                    <a:pt x="3056" y="874"/>
                  </a:lnTo>
                  <a:cubicBezTo>
                    <a:pt x="3056" y="874"/>
                    <a:pt x="3056" y="874"/>
                    <a:pt x="3493" y="437"/>
                  </a:cubicBezTo>
                  <a:cubicBezTo>
                    <a:pt x="3493" y="437"/>
                    <a:pt x="3493" y="437"/>
                    <a:pt x="17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9"/>
            <p:cNvSpPr/>
            <p:nvPr/>
          </p:nvSpPr>
          <p:spPr>
            <a:xfrm>
              <a:off x="4405400" y="2704700"/>
              <a:ext cx="15800" cy="76425"/>
            </a:xfrm>
            <a:custGeom>
              <a:rect b="b" l="l" r="r" t="t"/>
              <a:pathLst>
                <a:path extrusionOk="0" h="3057" w="632">
                  <a:moveTo>
                    <a:pt x="195" y="0"/>
                  </a:moveTo>
                  <a:cubicBezTo>
                    <a:pt x="-242" y="437"/>
                    <a:pt x="195" y="2620"/>
                    <a:pt x="195" y="3056"/>
                  </a:cubicBezTo>
                  <a:cubicBezTo>
                    <a:pt x="631" y="2620"/>
                    <a:pt x="631" y="1746"/>
                    <a:pt x="631" y="1310"/>
                  </a:cubicBezTo>
                  <a:cubicBezTo>
                    <a:pt x="631" y="873"/>
                    <a:pt x="195" y="437"/>
                    <a:pt x="631" y="437"/>
                  </a:cubicBezTo>
                  <a:cubicBezTo>
                    <a:pt x="631" y="0"/>
                    <a:pt x="195" y="0"/>
                    <a:pt x="195" y="0"/>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9"/>
            <p:cNvSpPr/>
            <p:nvPr/>
          </p:nvSpPr>
          <p:spPr>
            <a:xfrm>
              <a:off x="4380250" y="2682875"/>
              <a:ext cx="62775" cy="109150"/>
            </a:xfrm>
            <a:custGeom>
              <a:rect b="b" l="l" r="r" t="t"/>
              <a:pathLst>
                <a:path extrusionOk="0" h="4366" w="2511">
                  <a:moveTo>
                    <a:pt x="1201" y="0"/>
                  </a:moveTo>
                  <a:cubicBezTo>
                    <a:pt x="764" y="0"/>
                    <a:pt x="764" y="0"/>
                    <a:pt x="328" y="437"/>
                  </a:cubicBezTo>
                  <a:cubicBezTo>
                    <a:pt x="-109" y="873"/>
                    <a:pt x="-109" y="1746"/>
                    <a:pt x="328" y="3493"/>
                  </a:cubicBezTo>
                  <a:cubicBezTo>
                    <a:pt x="328" y="3929"/>
                    <a:pt x="328" y="3929"/>
                    <a:pt x="328" y="4366"/>
                  </a:cubicBezTo>
                  <a:lnTo>
                    <a:pt x="2074" y="4366"/>
                  </a:lnTo>
                  <a:cubicBezTo>
                    <a:pt x="2511" y="3929"/>
                    <a:pt x="2511" y="2619"/>
                    <a:pt x="2511" y="2183"/>
                  </a:cubicBezTo>
                  <a:cubicBezTo>
                    <a:pt x="2511" y="1746"/>
                    <a:pt x="2511" y="1746"/>
                    <a:pt x="2511" y="1310"/>
                  </a:cubicBezTo>
                  <a:lnTo>
                    <a:pt x="2074" y="1310"/>
                  </a:lnTo>
                  <a:cubicBezTo>
                    <a:pt x="2511" y="1310"/>
                    <a:pt x="2074" y="1746"/>
                    <a:pt x="2074" y="1746"/>
                  </a:cubicBezTo>
                  <a:lnTo>
                    <a:pt x="1637" y="1746"/>
                  </a:lnTo>
                  <a:cubicBezTo>
                    <a:pt x="1637" y="1746"/>
                    <a:pt x="1637" y="1746"/>
                    <a:pt x="2511" y="873"/>
                  </a:cubicBezTo>
                  <a:cubicBezTo>
                    <a:pt x="2074" y="437"/>
                    <a:pt x="1637" y="0"/>
                    <a:pt x="12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9"/>
            <p:cNvSpPr/>
            <p:nvPr/>
          </p:nvSpPr>
          <p:spPr>
            <a:xfrm>
              <a:off x="4912300" y="3097600"/>
              <a:ext cx="57525" cy="32775"/>
            </a:xfrm>
            <a:custGeom>
              <a:rect b="b" l="l" r="r" t="t"/>
              <a:pathLst>
                <a:path extrusionOk="0" h="1311" w="2301">
                  <a:moveTo>
                    <a:pt x="1" y="874"/>
                  </a:moveTo>
                  <a:cubicBezTo>
                    <a:pt x="437" y="1310"/>
                    <a:pt x="874" y="1310"/>
                    <a:pt x="874" y="1310"/>
                  </a:cubicBezTo>
                  <a:cubicBezTo>
                    <a:pt x="1747" y="1310"/>
                    <a:pt x="3057" y="874"/>
                    <a:pt x="1747" y="0"/>
                  </a:cubicBezTo>
                  <a:cubicBezTo>
                    <a:pt x="1310" y="0"/>
                    <a:pt x="437" y="437"/>
                    <a:pt x="1" y="874"/>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9"/>
            <p:cNvSpPr/>
            <p:nvPr/>
          </p:nvSpPr>
          <p:spPr>
            <a:xfrm>
              <a:off x="4901400" y="3077350"/>
              <a:ext cx="87325" cy="74850"/>
            </a:xfrm>
            <a:custGeom>
              <a:rect b="b" l="l" r="r" t="t"/>
              <a:pathLst>
                <a:path extrusionOk="0" h="2994" w="3493">
                  <a:moveTo>
                    <a:pt x="1484" y="0"/>
                  </a:moveTo>
                  <a:cubicBezTo>
                    <a:pt x="1039" y="0"/>
                    <a:pt x="738" y="509"/>
                    <a:pt x="437" y="810"/>
                  </a:cubicBezTo>
                  <a:lnTo>
                    <a:pt x="0" y="810"/>
                  </a:lnTo>
                  <a:cubicBezTo>
                    <a:pt x="0" y="810"/>
                    <a:pt x="0" y="810"/>
                    <a:pt x="0" y="2120"/>
                  </a:cubicBezTo>
                  <a:cubicBezTo>
                    <a:pt x="437" y="2557"/>
                    <a:pt x="873" y="2557"/>
                    <a:pt x="1310" y="2993"/>
                  </a:cubicBezTo>
                  <a:cubicBezTo>
                    <a:pt x="2183" y="2993"/>
                    <a:pt x="3056" y="2557"/>
                    <a:pt x="3493" y="1684"/>
                  </a:cubicBezTo>
                  <a:cubicBezTo>
                    <a:pt x="3493" y="1247"/>
                    <a:pt x="3493" y="810"/>
                    <a:pt x="2183" y="374"/>
                  </a:cubicBezTo>
                  <a:cubicBezTo>
                    <a:pt x="1912" y="103"/>
                    <a:pt x="1683" y="0"/>
                    <a:pt x="14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9"/>
            <p:cNvSpPr/>
            <p:nvPr/>
          </p:nvSpPr>
          <p:spPr>
            <a:xfrm>
              <a:off x="2489400" y="358175"/>
              <a:ext cx="1615300" cy="1768100"/>
            </a:xfrm>
            <a:custGeom>
              <a:rect b="b" l="l" r="r" t="t"/>
              <a:pathLst>
                <a:path extrusionOk="0" h="70724" w="64612">
                  <a:moveTo>
                    <a:pt x="62865" y="61556"/>
                  </a:moveTo>
                  <a:cubicBezTo>
                    <a:pt x="62865" y="61556"/>
                    <a:pt x="62865" y="61556"/>
                    <a:pt x="62865" y="61556"/>
                  </a:cubicBezTo>
                  <a:cubicBezTo>
                    <a:pt x="62865" y="61119"/>
                    <a:pt x="62865" y="61119"/>
                    <a:pt x="62428" y="61119"/>
                  </a:cubicBezTo>
                  <a:cubicBezTo>
                    <a:pt x="62428" y="60682"/>
                    <a:pt x="61992" y="60246"/>
                    <a:pt x="61555" y="59809"/>
                  </a:cubicBezTo>
                  <a:cubicBezTo>
                    <a:pt x="61555" y="59809"/>
                    <a:pt x="61119" y="59373"/>
                    <a:pt x="61119" y="59373"/>
                  </a:cubicBezTo>
                  <a:cubicBezTo>
                    <a:pt x="60682" y="58936"/>
                    <a:pt x="60682" y="58936"/>
                    <a:pt x="60682" y="58500"/>
                  </a:cubicBezTo>
                  <a:cubicBezTo>
                    <a:pt x="60682" y="58500"/>
                    <a:pt x="60246" y="58500"/>
                    <a:pt x="60246" y="58500"/>
                  </a:cubicBezTo>
                  <a:cubicBezTo>
                    <a:pt x="60246" y="57626"/>
                    <a:pt x="60682" y="56317"/>
                    <a:pt x="60682" y="55444"/>
                  </a:cubicBezTo>
                  <a:cubicBezTo>
                    <a:pt x="60682" y="55444"/>
                    <a:pt x="60682" y="55007"/>
                    <a:pt x="60246" y="55007"/>
                  </a:cubicBezTo>
                  <a:cubicBezTo>
                    <a:pt x="60246" y="55007"/>
                    <a:pt x="60246" y="55007"/>
                    <a:pt x="60246" y="55007"/>
                  </a:cubicBezTo>
                  <a:cubicBezTo>
                    <a:pt x="60246" y="55007"/>
                    <a:pt x="60246" y="55007"/>
                    <a:pt x="60246" y="54571"/>
                  </a:cubicBezTo>
                  <a:cubicBezTo>
                    <a:pt x="60246" y="54571"/>
                    <a:pt x="60246" y="54571"/>
                    <a:pt x="60246" y="54571"/>
                  </a:cubicBezTo>
                  <a:cubicBezTo>
                    <a:pt x="60246" y="54571"/>
                    <a:pt x="60246" y="54571"/>
                    <a:pt x="60246" y="54571"/>
                  </a:cubicBezTo>
                  <a:cubicBezTo>
                    <a:pt x="59809" y="54571"/>
                    <a:pt x="59372" y="54571"/>
                    <a:pt x="58936" y="54571"/>
                  </a:cubicBezTo>
                  <a:cubicBezTo>
                    <a:pt x="58499" y="54571"/>
                    <a:pt x="58499" y="54571"/>
                    <a:pt x="58063" y="54571"/>
                  </a:cubicBezTo>
                  <a:cubicBezTo>
                    <a:pt x="58063" y="53697"/>
                    <a:pt x="58063" y="52824"/>
                    <a:pt x="58499" y="51951"/>
                  </a:cubicBezTo>
                  <a:cubicBezTo>
                    <a:pt x="58499" y="51515"/>
                    <a:pt x="58499" y="51078"/>
                    <a:pt x="58499" y="50641"/>
                  </a:cubicBezTo>
                  <a:cubicBezTo>
                    <a:pt x="58499" y="50641"/>
                    <a:pt x="58499" y="50641"/>
                    <a:pt x="58499" y="50205"/>
                  </a:cubicBezTo>
                  <a:cubicBezTo>
                    <a:pt x="58499" y="50205"/>
                    <a:pt x="58936" y="49332"/>
                    <a:pt x="58936" y="48895"/>
                  </a:cubicBezTo>
                  <a:cubicBezTo>
                    <a:pt x="58936" y="48895"/>
                    <a:pt x="58936" y="48895"/>
                    <a:pt x="58936" y="48895"/>
                  </a:cubicBezTo>
                  <a:cubicBezTo>
                    <a:pt x="58936" y="48895"/>
                    <a:pt x="59372" y="48459"/>
                    <a:pt x="59372" y="48459"/>
                  </a:cubicBezTo>
                  <a:cubicBezTo>
                    <a:pt x="59372" y="48459"/>
                    <a:pt x="59372" y="48459"/>
                    <a:pt x="59372" y="48022"/>
                  </a:cubicBezTo>
                  <a:cubicBezTo>
                    <a:pt x="59372" y="48022"/>
                    <a:pt x="59372" y="48022"/>
                    <a:pt x="59372" y="48022"/>
                  </a:cubicBezTo>
                  <a:cubicBezTo>
                    <a:pt x="59372" y="47586"/>
                    <a:pt x="58936" y="46712"/>
                    <a:pt x="58499" y="46276"/>
                  </a:cubicBezTo>
                  <a:cubicBezTo>
                    <a:pt x="58063" y="45403"/>
                    <a:pt x="57626" y="44966"/>
                    <a:pt x="57626" y="44530"/>
                  </a:cubicBezTo>
                  <a:cubicBezTo>
                    <a:pt x="57190" y="44530"/>
                    <a:pt x="57190" y="44530"/>
                    <a:pt x="57190" y="44530"/>
                  </a:cubicBezTo>
                  <a:cubicBezTo>
                    <a:pt x="57190" y="43656"/>
                    <a:pt x="56753" y="43220"/>
                    <a:pt x="56316" y="42783"/>
                  </a:cubicBezTo>
                  <a:cubicBezTo>
                    <a:pt x="55880" y="42347"/>
                    <a:pt x="55880" y="42347"/>
                    <a:pt x="55443" y="41910"/>
                  </a:cubicBezTo>
                  <a:cubicBezTo>
                    <a:pt x="55007" y="41910"/>
                    <a:pt x="54570" y="42347"/>
                    <a:pt x="54570" y="41910"/>
                  </a:cubicBezTo>
                  <a:cubicBezTo>
                    <a:pt x="54134" y="41910"/>
                    <a:pt x="54134" y="41910"/>
                    <a:pt x="54134" y="41910"/>
                  </a:cubicBezTo>
                  <a:cubicBezTo>
                    <a:pt x="53697" y="41474"/>
                    <a:pt x="53261" y="41037"/>
                    <a:pt x="52824" y="40601"/>
                  </a:cubicBezTo>
                  <a:cubicBezTo>
                    <a:pt x="52387" y="40164"/>
                    <a:pt x="51951" y="39727"/>
                    <a:pt x="51514" y="39291"/>
                  </a:cubicBezTo>
                  <a:cubicBezTo>
                    <a:pt x="51514" y="39291"/>
                    <a:pt x="51078" y="39291"/>
                    <a:pt x="51078" y="39291"/>
                  </a:cubicBezTo>
                  <a:cubicBezTo>
                    <a:pt x="50641" y="38854"/>
                    <a:pt x="50205" y="38418"/>
                    <a:pt x="49768" y="38418"/>
                  </a:cubicBezTo>
                  <a:cubicBezTo>
                    <a:pt x="49332" y="38418"/>
                    <a:pt x="49332" y="37981"/>
                    <a:pt x="48895" y="37981"/>
                  </a:cubicBezTo>
                  <a:cubicBezTo>
                    <a:pt x="48458" y="37981"/>
                    <a:pt x="48022" y="37981"/>
                    <a:pt x="48022" y="37981"/>
                  </a:cubicBezTo>
                  <a:cubicBezTo>
                    <a:pt x="47585" y="37545"/>
                    <a:pt x="47585" y="37545"/>
                    <a:pt x="47585" y="37545"/>
                  </a:cubicBezTo>
                  <a:cubicBezTo>
                    <a:pt x="47585" y="37545"/>
                    <a:pt x="47585" y="37545"/>
                    <a:pt x="47585" y="37108"/>
                  </a:cubicBezTo>
                  <a:cubicBezTo>
                    <a:pt x="47149" y="36671"/>
                    <a:pt x="47149" y="36235"/>
                    <a:pt x="47149" y="35798"/>
                  </a:cubicBezTo>
                  <a:cubicBezTo>
                    <a:pt x="47149" y="35362"/>
                    <a:pt x="47149" y="34925"/>
                    <a:pt x="46712" y="34489"/>
                  </a:cubicBezTo>
                  <a:cubicBezTo>
                    <a:pt x="46712" y="34489"/>
                    <a:pt x="46712" y="33616"/>
                    <a:pt x="46712" y="33179"/>
                  </a:cubicBezTo>
                  <a:cubicBezTo>
                    <a:pt x="46712" y="33179"/>
                    <a:pt x="46712" y="32742"/>
                    <a:pt x="46712" y="32742"/>
                  </a:cubicBezTo>
                  <a:cubicBezTo>
                    <a:pt x="46712" y="32742"/>
                    <a:pt x="46276" y="32742"/>
                    <a:pt x="45839" y="32742"/>
                  </a:cubicBezTo>
                  <a:cubicBezTo>
                    <a:pt x="45402" y="32306"/>
                    <a:pt x="45402" y="32306"/>
                    <a:pt x="45402" y="32306"/>
                  </a:cubicBezTo>
                  <a:cubicBezTo>
                    <a:pt x="45402" y="32306"/>
                    <a:pt x="44966" y="31869"/>
                    <a:pt x="44966" y="31869"/>
                  </a:cubicBezTo>
                  <a:cubicBezTo>
                    <a:pt x="44966" y="31869"/>
                    <a:pt x="44529" y="31433"/>
                    <a:pt x="44093" y="30996"/>
                  </a:cubicBezTo>
                  <a:cubicBezTo>
                    <a:pt x="44093" y="30996"/>
                    <a:pt x="44093" y="30560"/>
                    <a:pt x="44093" y="30560"/>
                  </a:cubicBezTo>
                  <a:cubicBezTo>
                    <a:pt x="44093" y="30123"/>
                    <a:pt x="44093" y="30123"/>
                    <a:pt x="44093" y="30123"/>
                  </a:cubicBezTo>
                  <a:cubicBezTo>
                    <a:pt x="43656" y="30123"/>
                    <a:pt x="43656" y="30123"/>
                    <a:pt x="43656" y="30123"/>
                  </a:cubicBezTo>
                  <a:cubicBezTo>
                    <a:pt x="43656" y="30123"/>
                    <a:pt x="43656" y="29686"/>
                    <a:pt x="43220" y="29686"/>
                  </a:cubicBezTo>
                  <a:cubicBezTo>
                    <a:pt x="43220" y="29686"/>
                    <a:pt x="43220" y="29250"/>
                    <a:pt x="43220" y="29250"/>
                  </a:cubicBezTo>
                  <a:cubicBezTo>
                    <a:pt x="43656" y="28377"/>
                    <a:pt x="43656" y="27940"/>
                    <a:pt x="44093" y="27504"/>
                  </a:cubicBezTo>
                  <a:cubicBezTo>
                    <a:pt x="44093" y="27067"/>
                    <a:pt x="44093" y="27067"/>
                    <a:pt x="44529" y="26631"/>
                  </a:cubicBezTo>
                  <a:cubicBezTo>
                    <a:pt x="44529" y="26631"/>
                    <a:pt x="44093" y="26631"/>
                    <a:pt x="44093" y="26194"/>
                  </a:cubicBezTo>
                  <a:cubicBezTo>
                    <a:pt x="44093" y="26194"/>
                    <a:pt x="44093" y="26194"/>
                    <a:pt x="44093" y="26194"/>
                  </a:cubicBezTo>
                  <a:cubicBezTo>
                    <a:pt x="44093" y="25757"/>
                    <a:pt x="43656" y="25321"/>
                    <a:pt x="43656" y="24884"/>
                  </a:cubicBezTo>
                  <a:cubicBezTo>
                    <a:pt x="44093" y="24011"/>
                    <a:pt x="44093" y="24011"/>
                    <a:pt x="44093" y="24011"/>
                  </a:cubicBezTo>
                  <a:cubicBezTo>
                    <a:pt x="44093" y="24011"/>
                    <a:pt x="44529" y="24448"/>
                    <a:pt x="44529" y="24448"/>
                  </a:cubicBezTo>
                  <a:cubicBezTo>
                    <a:pt x="44966" y="24448"/>
                    <a:pt x="44966" y="24448"/>
                    <a:pt x="45402" y="24011"/>
                  </a:cubicBezTo>
                  <a:cubicBezTo>
                    <a:pt x="45402" y="24011"/>
                    <a:pt x="45402" y="23575"/>
                    <a:pt x="45402" y="23138"/>
                  </a:cubicBezTo>
                  <a:cubicBezTo>
                    <a:pt x="45402" y="23138"/>
                    <a:pt x="45402" y="23138"/>
                    <a:pt x="45402" y="22701"/>
                  </a:cubicBezTo>
                  <a:cubicBezTo>
                    <a:pt x="45839" y="21828"/>
                    <a:pt x="45839" y="21392"/>
                    <a:pt x="46276" y="20519"/>
                  </a:cubicBezTo>
                  <a:cubicBezTo>
                    <a:pt x="46712" y="20082"/>
                    <a:pt x="47585" y="20082"/>
                    <a:pt x="48022" y="19646"/>
                  </a:cubicBezTo>
                  <a:cubicBezTo>
                    <a:pt x="48022" y="19646"/>
                    <a:pt x="48458" y="19209"/>
                    <a:pt x="48458" y="18772"/>
                  </a:cubicBezTo>
                  <a:cubicBezTo>
                    <a:pt x="48458" y="18336"/>
                    <a:pt x="48022" y="17899"/>
                    <a:pt x="47585" y="17463"/>
                  </a:cubicBezTo>
                  <a:cubicBezTo>
                    <a:pt x="47585" y="17026"/>
                    <a:pt x="47585" y="17026"/>
                    <a:pt x="47585" y="17026"/>
                  </a:cubicBezTo>
                  <a:cubicBezTo>
                    <a:pt x="47585" y="17026"/>
                    <a:pt x="47585" y="17026"/>
                    <a:pt x="47149" y="16590"/>
                  </a:cubicBezTo>
                  <a:cubicBezTo>
                    <a:pt x="47149" y="16590"/>
                    <a:pt x="47149" y="16153"/>
                    <a:pt x="47149" y="16153"/>
                  </a:cubicBezTo>
                  <a:cubicBezTo>
                    <a:pt x="47149" y="15716"/>
                    <a:pt x="47149" y="15716"/>
                    <a:pt x="47149" y="15280"/>
                  </a:cubicBezTo>
                  <a:cubicBezTo>
                    <a:pt x="47149" y="15280"/>
                    <a:pt x="47149" y="15280"/>
                    <a:pt x="47149" y="15280"/>
                  </a:cubicBezTo>
                  <a:cubicBezTo>
                    <a:pt x="47149" y="15280"/>
                    <a:pt x="47149" y="15280"/>
                    <a:pt x="47149" y="15280"/>
                  </a:cubicBezTo>
                  <a:cubicBezTo>
                    <a:pt x="47585" y="14843"/>
                    <a:pt x="47585" y="14843"/>
                    <a:pt x="47585" y="14407"/>
                  </a:cubicBezTo>
                  <a:cubicBezTo>
                    <a:pt x="48022" y="14407"/>
                    <a:pt x="48895" y="13970"/>
                    <a:pt x="49332" y="13970"/>
                  </a:cubicBezTo>
                  <a:cubicBezTo>
                    <a:pt x="48895" y="13534"/>
                    <a:pt x="48895" y="13534"/>
                    <a:pt x="48458" y="13534"/>
                  </a:cubicBezTo>
                  <a:cubicBezTo>
                    <a:pt x="48022" y="13534"/>
                    <a:pt x="48022" y="13097"/>
                    <a:pt x="47585" y="13534"/>
                  </a:cubicBezTo>
                  <a:cubicBezTo>
                    <a:pt x="47585" y="13534"/>
                    <a:pt x="47149" y="13534"/>
                    <a:pt x="47149" y="13534"/>
                  </a:cubicBezTo>
                  <a:cubicBezTo>
                    <a:pt x="47149" y="13534"/>
                    <a:pt x="47149" y="13534"/>
                    <a:pt x="47149" y="13534"/>
                  </a:cubicBezTo>
                  <a:cubicBezTo>
                    <a:pt x="46276" y="13534"/>
                    <a:pt x="46276" y="13534"/>
                    <a:pt x="45839" y="13534"/>
                  </a:cubicBezTo>
                  <a:cubicBezTo>
                    <a:pt x="45839" y="13534"/>
                    <a:pt x="45402" y="13534"/>
                    <a:pt x="45402" y="13097"/>
                  </a:cubicBezTo>
                  <a:cubicBezTo>
                    <a:pt x="44966" y="13097"/>
                    <a:pt x="44529" y="12661"/>
                    <a:pt x="44529" y="12224"/>
                  </a:cubicBezTo>
                  <a:cubicBezTo>
                    <a:pt x="44093" y="12224"/>
                    <a:pt x="44093" y="11787"/>
                    <a:pt x="44093" y="11787"/>
                  </a:cubicBezTo>
                  <a:cubicBezTo>
                    <a:pt x="43656" y="11787"/>
                    <a:pt x="43220" y="11787"/>
                    <a:pt x="43220" y="12224"/>
                  </a:cubicBezTo>
                  <a:cubicBezTo>
                    <a:pt x="43220" y="12224"/>
                    <a:pt x="42783" y="11787"/>
                    <a:pt x="42783" y="11351"/>
                  </a:cubicBezTo>
                  <a:cubicBezTo>
                    <a:pt x="42783" y="11351"/>
                    <a:pt x="42783" y="11351"/>
                    <a:pt x="42783" y="11351"/>
                  </a:cubicBezTo>
                  <a:cubicBezTo>
                    <a:pt x="42783" y="10478"/>
                    <a:pt x="42347" y="9605"/>
                    <a:pt x="42347" y="8731"/>
                  </a:cubicBezTo>
                  <a:cubicBezTo>
                    <a:pt x="42347" y="8731"/>
                    <a:pt x="42347" y="8731"/>
                    <a:pt x="41910" y="8295"/>
                  </a:cubicBezTo>
                  <a:cubicBezTo>
                    <a:pt x="41910" y="8295"/>
                    <a:pt x="41910" y="8295"/>
                    <a:pt x="41910" y="8295"/>
                  </a:cubicBezTo>
                  <a:cubicBezTo>
                    <a:pt x="41910" y="8295"/>
                    <a:pt x="41910" y="7858"/>
                    <a:pt x="41473" y="7858"/>
                  </a:cubicBezTo>
                  <a:cubicBezTo>
                    <a:pt x="41037" y="7858"/>
                    <a:pt x="41037" y="7422"/>
                    <a:pt x="41037" y="7422"/>
                  </a:cubicBezTo>
                  <a:cubicBezTo>
                    <a:pt x="40600" y="6985"/>
                    <a:pt x="41037" y="6985"/>
                    <a:pt x="41037" y="6112"/>
                  </a:cubicBezTo>
                  <a:cubicBezTo>
                    <a:pt x="41037" y="5676"/>
                    <a:pt x="40600" y="5676"/>
                    <a:pt x="40600" y="5676"/>
                  </a:cubicBezTo>
                  <a:cubicBezTo>
                    <a:pt x="40600" y="5676"/>
                    <a:pt x="40600" y="5676"/>
                    <a:pt x="40600" y="5239"/>
                  </a:cubicBezTo>
                  <a:cubicBezTo>
                    <a:pt x="40600" y="5239"/>
                    <a:pt x="40600" y="5239"/>
                    <a:pt x="40164" y="5239"/>
                  </a:cubicBezTo>
                  <a:cubicBezTo>
                    <a:pt x="40164" y="5239"/>
                    <a:pt x="40164" y="5239"/>
                    <a:pt x="40164" y="5239"/>
                  </a:cubicBezTo>
                  <a:cubicBezTo>
                    <a:pt x="39727" y="5239"/>
                    <a:pt x="39727" y="5239"/>
                    <a:pt x="39727" y="4802"/>
                  </a:cubicBezTo>
                  <a:cubicBezTo>
                    <a:pt x="39727" y="4366"/>
                    <a:pt x="39727" y="4366"/>
                    <a:pt x="39727" y="4366"/>
                  </a:cubicBezTo>
                  <a:cubicBezTo>
                    <a:pt x="39727" y="3929"/>
                    <a:pt x="39727" y="3929"/>
                    <a:pt x="39727" y="3929"/>
                  </a:cubicBezTo>
                  <a:cubicBezTo>
                    <a:pt x="39727" y="3929"/>
                    <a:pt x="39727" y="3493"/>
                    <a:pt x="39727" y="3056"/>
                  </a:cubicBezTo>
                  <a:cubicBezTo>
                    <a:pt x="39291" y="2620"/>
                    <a:pt x="39291" y="2183"/>
                    <a:pt x="39291" y="2183"/>
                  </a:cubicBezTo>
                  <a:cubicBezTo>
                    <a:pt x="39291" y="2183"/>
                    <a:pt x="39291" y="2183"/>
                    <a:pt x="39291" y="2183"/>
                  </a:cubicBezTo>
                  <a:cubicBezTo>
                    <a:pt x="38854" y="2183"/>
                    <a:pt x="38418" y="2183"/>
                    <a:pt x="37981" y="2620"/>
                  </a:cubicBezTo>
                  <a:cubicBezTo>
                    <a:pt x="37108" y="3056"/>
                    <a:pt x="36671" y="3493"/>
                    <a:pt x="36235" y="3056"/>
                  </a:cubicBezTo>
                  <a:cubicBezTo>
                    <a:pt x="36235" y="3493"/>
                    <a:pt x="36235" y="3056"/>
                    <a:pt x="35798" y="2183"/>
                  </a:cubicBezTo>
                  <a:cubicBezTo>
                    <a:pt x="35798" y="2183"/>
                    <a:pt x="35798" y="1746"/>
                    <a:pt x="35362" y="1746"/>
                  </a:cubicBezTo>
                  <a:cubicBezTo>
                    <a:pt x="35362" y="873"/>
                    <a:pt x="34925" y="437"/>
                    <a:pt x="34052" y="873"/>
                  </a:cubicBezTo>
                  <a:cubicBezTo>
                    <a:pt x="32742" y="1310"/>
                    <a:pt x="30996" y="437"/>
                    <a:pt x="29686" y="437"/>
                  </a:cubicBezTo>
                  <a:cubicBezTo>
                    <a:pt x="29250" y="0"/>
                    <a:pt x="28813" y="0"/>
                    <a:pt x="28377" y="0"/>
                  </a:cubicBezTo>
                  <a:cubicBezTo>
                    <a:pt x="27940" y="0"/>
                    <a:pt x="27940" y="0"/>
                    <a:pt x="27503" y="0"/>
                  </a:cubicBezTo>
                  <a:cubicBezTo>
                    <a:pt x="26194" y="0"/>
                    <a:pt x="25321" y="437"/>
                    <a:pt x="24011" y="1310"/>
                  </a:cubicBezTo>
                  <a:cubicBezTo>
                    <a:pt x="24011" y="1746"/>
                    <a:pt x="23574" y="2183"/>
                    <a:pt x="23138" y="2183"/>
                  </a:cubicBezTo>
                  <a:cubicBezTo>
                    <a:pt x="23138" y="2183"/>
                    <a:pt x="23138" y="2183"/>
                    <a:pt x="23138" y="2183"/>
                  </a:cubicBezTo>
                  <a:cubicBezTo>
                    <a:pt x="23574" y="2183"/>
                    <a:pt x="23574" y="2620"/>
                    <a:pt x="23574" y="2620"/>
                  </a:cubicBezTo>
                  <a:cubicBezTo>
                    <a:pt x="23574" y="2620"/>
                    <a:pt x="23574" y="2183"/>
                    <a:pt x="23138" y="2183"/>
                  </a:cubicBezTo>
                  <a:cubicBezTo>
                    <a:pt x="23138" y="2620"/>
                    <a:pt x="23574" y="2620"/>
                    <a:pt x="23138" y="2620"/>
                  </a:cubicBezTo>
                  <a:cubicBezTo>
                    <a:pt x="23138" y="3056"/>
                    <a:pt x="23138" y="3056"/>
                    <a:pt x="23138" y="3056"/>
                  </a:cubicBezTo>
                  <a:cubicBezTo>
                    <a:pt x="23138" y="3056"/>
                    <a:pt x="23138" y="3056"/>
                    <a:pt x="23138" y="3056"/>
                  </a:cubicBezTo>
                  <a:cubicBezTo>
                    <a:pt x="22701" y="3493"/>
                    <a:pt x="22701" y="3493"/>
                    <a:pt x="22701" y="3493"/>
                  </a:cubicBezTo>
                  <a:cubicBezTo>
                    <a:pt x="21828" y="4366"/>
                    <a:pt x="20955" y="5239"/>
                    <a:pt x="20082" y="6112"/>
                  </a:cubicBezTo>
                  <a:cubicBezTo>
                    <a:pt x="19645" y="6549"/>
                    <a:pt x="19645" y="6985"/>
                    <a:pt x="19209" y="6985"/>
                  </a:cubicBezTo>
                  <a:cubicBezTo>
                    <a:pt x="19209" y="6985"/>
                    <a:pt x="19209" y="6985"/>
                    <a:pt x="19209" y="6985"/>
                  </a:cubicBezTo>
                  <a:cubicBezTo>
                    <a:pt x="18772" y="6985"/>
                    <a:pt x="18772" y="6985"/>
                    <a:pt x="18772" y="6985"/>
                  </a:cubicBezTo>
                  <a:cubicBezTo>
                    <a:pt x="18772" y="6985"/>
                    <a:pt x="18336" y="6985"/>
                    <a:pt x="17899" y="6985"/>
                  </a:cubicBezTo>
                  <a:cubicBezTo>
                    <a:pt x="17463" y="7422"/>
                    <a:pt x="17026" y="7422"/>
                    <a:pt x="17026" y="7858"/>
                  </a:cubicBezTo>
                  <a:cubicBezTo>
                    <a:pt x="16589" y="8295"/>
                    <a:pt x="16589" y="8295"/>
                    <a:pt x="16589" y="8731"/>
                  </a:cubicBezTo>
                  <a:cubicBezTo>
                    <a:pt x="16153" y="10478"/>
                    <a:pt x="16153" y="11787"/>
                    <a:pt x="16153" y="13534"/>
                  </a:cubicBezTo>
                  <a:cubicBezTo>
                    <a:pt x="16589" y="14407"/>
                    <a:pt x="16589" y="15280"/>
                    <a:pt x="16589" y="15716"/>
                  </a:cubicBezTo>
                  <a:cubicBezTo>
                    <a:pt x="16589" y="16153"/>
                    <a:pt x="16153" y="17026"/>
                    <a:pt x="16153" y="17463"/>
                  </a:cubicBezTo>
                  <a:cubicBezTo>
                    <a:pt x="16153" y="18336"/>
                    <a:pt x="15716" y="19209"/>
                    <a:pt x="15716" y="20082"/>
                  </a:cubicBezTo>
                  <a:cubicBezTo>
                    <a:pt x="15716" y="20519"/>
                    <a:pt x="15716" y="20955"/>
                    <a:pt x="15716" y="21392"/>
                  </a:cubicBezTo>
                  <a:cubicBezTo>
                    <a:pt x="15716" y="21392"/>
                    <a:pt x="15716" y="21392"/>
                    <a:pt x="15716" y="21392"/>
                  </a:cubicBezTo>
                  <a:cubicBezTo>
                    <a:pt x="15716" y="21828"/>
                    <a:pt x="15716" y="22265"/>
                    <a:pt x="15716" y="22701"/>
                  </a:cubicBezTo>
                  <a:cubicBezTo>
                    <a:pt x="15280" y="23575"/>
                    <a:pt x="14843" y="24884"/>
                    <a:pt x="14407" y="25321"/>
                  </a:cubicBezTo>
                  <a:cubicBezTo>
                    <a:pt x="14407" y="25757"/>
                    <a:pt x="13534" y="25757"/>
                    <a:pt x="13097" y="26194"/>
                  </a:cubicBezTo>
                  <a:cubicBezTo>
                    <a:pt x="12660" y="26194"/>
                    <a:pt x="11787" y="26631"/>
                    <a:pt x="11351" y="27067"/>
                  </a:cubicBezTo>
                  <a:cubicBezTo>
                    <a:pt x="10914" y="27504"/>
                    <a:pt x="10478" y="27504"/>
                    <a:pt x="9605" y="27940"/>
                  </a:cubicBezTo>
                  <a:cubicBezTo>
                    <a:pt x="9605" y="27940"/>
                    <a:pt x="9605" y="27940"/>
                    <a:pt x="9605" y="27940"/>
                  </a:cubicBezTo>
                  <a:cubicBezTo>
                    <a:pt x="8295" y="28813"/>
                    <a:pt x="6985" y="29686"/>
                    <a:pt x="5675" y="30560"/>
                  </a:cubicBezTo>
                  <a:cubicBezTo>
                    <a:pt x="3929" y="31869"/>
                    <a:pt x="1746" y="33179"/>
                    <a:pt x="0" y="34489"/>
                  </a:cubicBezTo>
                  <a:cubicBezTo>
                    <a:pt x="437" y="34489"/>
                    <a:pt x="437" y="34489"/>
                    <a:pt x="437" y="34489"/>
                  </a:cubicBezTo>
                  <a:cubicBezTo>
                    <a:pt x="0" y="34489"/>
                    <a:pt x="0" y="34489"/>
                    <a:pt x="0" y="34489"/>
                  </a:cubicBezTo>
                  <a:cubicBezTo>
                    <a:pt x="0" y="34489"/>
                    <a:pt x="0" y="34489"/>
                    <a:pt x="0" y="34925"/>
                  </a:cubicBezTo>
                  <a:cubicBezTo>
                    <a:pt x="0" y="34925"/>
                    <a:pt x="0" y="35362"/>
                    <a:pt x="0" y="35362"/>
                  </a:cubicBezTo>
                  <a:cubicBezTo>
                    <a:pt x="437" y="37108"/>
                    <a:pt x="437" y="38418"/>
                    <a:pt x="873" y="39727"/>
                  </a:cubicBezTo>
                  <a:cubicBezTo>
                    <a:pt x="873" y="40601"/>
                    <a:pt x="1310" y="41474"/>
                    <a:pt x="1310" y="41910"/>
                  </a:cubicBezTo>
                  <a:cubicBezTo>
                    <a:pt x="1310" y="42347"/>
                    <a:pt x="1310" y="42783"/>
                    <a:pt x="1746" y="43656"/>
                  </a:cubicBezTo>
                  <a:cubicBezTo>
                    <a:pt x="1746" y="43656"/>
                    <a:pt x="1746" y="43656"/>
                    <a:pt x="1746" y="43656"/>
                  </a:cubicBezTo>
                  <a:cubicBezTo>
                    <a:pt x="2183" y="43656"/>
                    <a:pt x="2620" y="43656"/>
                    <a:pt x="2620" y="44093"/>
                  </a:cubicBezTo>
                  <a:cubicBezTo>
                    <a:pt x="3056" y="44093"/>
                    <a:pt x="3056" y="44093"/>
                    <a:pt x="3056" y="44093"/>
                  </a:cubicBezTo>
                  <a:cubicBezTo>
                    <a:pt x="3056" y="44093"/>
                    <a:pt x="3056" y="44093"/>
                    <a:pt x="3056" y="44093"/>
                  </a:cubicBezTo>
                  <a:cubicBezTo>
                    <a:pt x="3056" y="44530"/>
                    <a:pt x="2620" y="44966"/>
                    <a:pt x="2183" y="44966"/>
                  </a:cubicBezTo>
                  <a:cubicBezTo>
                    <a:pt x="2183" y="44966"/>
                    <a:pt x="2183" y="44966"/>
                    <a:pt x="2183" y="44966"/>
                  </a:cubicBezTo>
                  <a:cubicBezTo>
                    <a:pt x="2620" y="44966"/>
                    <a:pt x="2620" y="44966"/>
                    <a:pt x="2620" y="44966"/>
                  </a:cubicBezTo>
                  <a:cubicBezTo>
                    <a:pt x="2183" y="44966"/>
                    <a:pt x="2183" y="44966"/>
                    <a:pt x="2183" y="44966"/>
                  </a:cubicBezTo>
                  <a:cubicBezTo>
                    <a:pt x="4366" y="45403"/>
                    <a:pt x="6549" y="45839"/>
                    <a:pt x="8731" y="46276"/>
                  </a:cubicBezTo>
                  <a:cubicBezTo>
                    <a:pt x="8731" y="46276"/>
                    <a:pt x="8731" y="46276"/>
                    <a:pt x="8731" y="46276"/>
                  </a:cubicBezTo>
                  <a:cubicBezTo>
                    <a:pt x="9168" y="46276"/>
                    <a:pt x="10041" y="46712"/>
                    <a:pt x="10478" y="46712"/>
                  </a:cubicBezTo>
                  <a:cubicBezTo>
                    <a:pt x="10914" y="46712"/>
                    <a:pt x="12224" y="47586"/>
                    <a:pt x="12660" y="48022"/>
                  </a:cubicBezTo>
                  <a:cubicBezTo>
                    <a:pt x="14843" y="49768"/>
                    <a:pt x="17463" y="51515"/>
                    <a:pt x="19645" y="52824"/>
                  </a:cubicBezTo>
                  <a:cubicBezTo>
                    <a:pt x="20082" y="52824"/>
                    <a:pt x="20082" y="52824"/>
                    <a:pt x="20082" y="53261"/>
                  </a:cubicBezTo>
                  <a:cubicBezTo>
                    <a:pt x="20519" y="53261"/>
                    <a:pt x="20955" y="53697"/>
                    <a:pt x="21392" y="53697"/>
                  </a:cubicBezTo>
                  <a:cubicBezTo>
                    <a:pt x="21392" y="53697"/>
                    <a:pt x="21392" y="53697"/>
                    <a:pt x="21392" y="53697"/>
                  </a:cubicBezTo>
                  <a:cubicBezTo>
                    <a:pt x="21392" y="53697"/>
                    <a:pt x="21392" y="53697"/>
                    <a:pt x="21392" y="53697"/>
                  </a:cubicBezTo>
                  <a:cubicBezTo>
                    <a:pt x="21392" y="53697"/>
                    <a:pt x="21392" y="53697"/>
                    <a:pt x="21392" y="53697"/>
                  </a:cubicBezTo>
                  <a:cubicBezTo>
                    <a:pt x="24011" y="55444"/>
                    <a:pt x="26194" y="58500"/>
                    <a:pt x="28377" y="60246"/>
                  </a:cubicBezTo>
                  <a:cubicBezTo>
                    <a:pt x="29686" y="61119"/>
                    <a:pt x="30559" y="62429"/>
                    <a:pt x="31869" y="63302"/>
                  </a:cubicBezTo>
                  <a:cubicBezTo>
                    <a:pt x="32742" y="64175"/>
                    <a:pt x="34052" y="65485"/>
                    <a:pt x="35362" y="66358"/>
                  </a:cubicBezTo>
                  <a:cubicBezTo>
                    <a:pt x="36235" y="67231"/>
                    <a:pt x="37544" y="68104"/>
                    <a:pt x="38418" y="69414"/>
                  </a:cubicBezTo>
                  <a:cubicBezTo>
                    <a:pt x="38854" y="69850"/>
                    <a:pt x="39727" y="69414"/>
                    <a:pt x="40164" y="69414"/>
                  </a:cubicBezTo>
                  <a:cubicBezTo>
                    <a:pt x="41037" y="69850"/>
                    <a:pt x="41910" y="69850"/>
                    <a:pt x="43220" y="69850"/>
                  </a:cubicBezTo>
                  <a:cubicBezTo>
                    <a:pt x="43220" y="69850"/>
                    <a:pt x="43220" y="69850"/>
                    <a:pt x="43220" y="69850"/>
                  </a:cubicBezTo>
                  <a:cubicBezTo>
                    <a:pt x="43656" y="69850"/>
                    <a:pt x="43656" y="69850"/>
                    <a:pt x="44093" y="69850"/>
                  </a:cubicBezTo>
                  <a:cubicBezTo>
                    <a:pt x="44529" y="70287"/>
                    <a:pt x="44966" y="70287"/>
                    <a:pt x="45402" y="70287"/>
                  </a:cubicBezTo>
                  <a:cubicBezTo>
                    <a:pt x="45402" y="70287"/>
                    <a:pt x="45402" y="70287"/>
                    <a:pt x="45402" y="70287"/>
                  </a:cubicBezTo>
                  <a:cubicBezTo>
                    <a:pt x="46712" y="70287"/>
                    <a:pt x="47585" y="70287"/>
                    <a:pt x="48895" y="70723"/>
                  </a:cubicBezTo>
                  <a:cubicBezTo>
                    <a:pt x="48895" y="70723"/>
                    <a:pt x="49332" y="70723"/>
                    <a:pt x="49768" y="70723"/>
                  </a:cubicBezTo>
                  <a:cubicBezTo>
                    <a:pt x="50205" y="70723"/>
                    <a:pt x="50641" y="70287"/>
                    <a:pt x="50641" y="70287"/>
                  </a:cubicBezTo>
                  <a:cubicBezTo>
                    <a:pt x="50641" y="70287"/>
                    <a:pt x="50641" y="70287"/>
                    <a:pt x="50641" y="70287"/>
                  </a:cubicBezTo>
                  <a:cubicBezTo>
                    <a:pt x="50641" y="70287"/>
                    <a:pt x="50641" y="70287"/>
                    <a:pt x="50641" y="70287"/>
                  </a:cubicBezTo>
                  <a:cubicBezTo>
                    <a:pt x="50641" y="70287"/>
                    <a:pt x="50641" y="70287"/>
                    <a:pt x="50641" y="70287"/>
                  </a:cubicBezTo>
                  <a:cubicBezTo>
                    <a:pt x="50641" y="70287"/>
                    <a:pt x="50641" y="70287"/>
                    <a:pt x="50641" y="70287"/>
                  </a:cubicBezTo>
                  <a:cubicBezTo>
                    <a:pt x="51514" y="68977"/>
                    <a:pt x="52387" y="67231"/>
                    <a:pt x="53261" y="65921"/>
                  </a:cubicBezTo>
                  <a:cubicBezTo>
                    <a:pt x="53697" y="65048"/>
                    <a:pt x="54134" y="63302"/>
                    <a:pt x="55007" y="62429"/>
                  </a:cubicBezTo>
                  <a:cubicBezTo>
                    <a:pt x="55443" y="62429"/>
                    <a:pt x="55880" y="61992"/>
                    <a:pt x="56316" y="61992"/>
                  </a:cubicBezTo>
                  <a:cubicBezTo>
                    <a:pt x="57190" y="61992"/>
                    <a:pt x="58499" y="61992"/>
                    <a:pt x="59372" y="62429"/>
                  </a:cubicBezTo>
                  <a:cubicBezTo>
                    <a:pt x="59372" y="62429"/>
                    <a:pt x="59372" y="62865"/>
                    <a:pt x="59809" y="62865"/>
                  </a:cubicBezTo>
                  <a:cubicBezTo>
                    <a:pt x="59809" y="62865"/>
                    <a:pt x="59809" y="62865"/>
                    <a:pt x="59809" y="62865"/>
                  </a:cubicBezTo>
                  <a:cubicBezTo>
                    <a:pt x="59809" y="62429"/>
                    <a:pt x="59809" y="62429"/>
                    <a:pt x="59809" y="62429"/>
                  </a:cubicBezTo>
                  <a:cubicBezTo>
                    <a:pt x="59809" y="62429"/>
                    <a:pt x="60682" y="62865"/>
                    <a:pt x="61992" y="63302"/>
                  </a:cubicBezTo>
                  <a:cubicBezTo>
                    <a:pt x="61992" y="63302"/>
                    <a:pt x="61992" y="63302"/>
                    <a:pt x="61992" y="63302"/>
                  </a:cubicBezTo>
                  <a:cubicBezTo>
                    <a:pt x="62428" y="63738"/>
                    <a:pt x="63301" y="63738"/>
                    <a:pt x="63738" y="63738"/>
                  </a:cubicBezTo>
                  <a:cubicBezTo>
                    <a:pt x="64611" y="63738"/>
                    <a:pt x="64611" y="63738"/>
                    <a:pt x="64611" y="63738"/>
                  </a:cubicBezTo>
                  <a:cubicBezTo>
                    <a:pt x="64175" y="63302"/>
                    <a:pt x="64175" y="63302"/>
                    <a:pt x="64175" y="63302"/>
                  </a:cubicBezTo>
                  <a:cubicBezTo>
                    <a:pt x="64175" y="63302"/>
                    <a:pt x="64175" y="63302"/>
                    <a:pt x="64611" y="63302"/>
                  </a:cubicBezTo>
                  <a:cubicBezTo>
                    <a:pt x="63738" y="62429"/>
                    <a:pt x="63301" y="61992"/>
                    <a:pt x="62865" y="61556"/>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9"/>
            <p:cNvSpPr/>
            <p:nvPr/>
          </p:nvSpPr>
          <p:spPr>
            <a:xfrm>
              <a:off x="2467575" y="336350"/>
              <a:ext cx="1658950" cy="1811750"/>
            </a:xfrm>
            <a:custGeom>
              <a:rect b="b" l="l" r="r" t="t"/>
              <a:pathLst>
                <a:path extrusionOk="0" h="72470" w="66358">
                  <a:moveTo>
                    <a:pt x="30123" y="1746"/>
                  </a:moveTo>
                  <a:cubicBezTo>
                    <a:pt x="30123" y="1746"/>
                    <a:pt x="30123" y="1746"/>
                    <a:pt x="30996" y="2183"/>
                  </a:cubicBezTo>
                  <a:cubicBezTo>
                    <a:pt x="31752" y="2435"/>
                    <a:pt x="32508" y="2687"/>
                    <a:pt x="33264" y="2687"/>
                  </a:cubicBezTo>
                  <a:cubicBezTo>
                    <a:pt x="33818" y="2687"/>
                    <a:pt x="34371" y="2552"/>
                    <a:pt x="34925" y="2183"/>
                  </a:cubicBezTo>
                  <a:lnTo>
                    <a:pt x="35361" y="2183"/>
                  </a:lnTo>
                  <a:cubicBezTo>
                    <a:pt x="35361" y="2183"/>
                    <a:pt x="35361" y="2619"/>
                    <a:pt x="35798" y="2619"/>
                  </a:cubicBezTo>
                  <a:cubicBezTo>
                    <a:pt x="35798" y="2619"/>
                    <a:pt x="35798" y="2619"/>
                    <a:pt x="35798" y="3056"/>
                  </a:cubicBezTo>
                  <a:cubicBezTo>
                    <a:pt x="35798" y="3056"/>
                    <a:pt x="35798" y="3056"/>
                    <a:pt x="35798" y="3493"/>
                  </a:cubicBezTo>
                  <a:cubicBezTo>
                    <a:pt x="35798" y="3493"/>
                    <a:pt x="35798" y="3493"/>
                    <a:pt x="35798" y="3929"/>
                  </a:cubicBezTo>
                  <a:cubicBezTo>
                    <a:pt x="36151" y="4282"/>
                    <a:pt x="36219" y="4921"/>
                    <a:pt x="36694" y="4921"/>
                  </a:cubicBezTo>
                  <a:cubicBezTo>
                    <a:pt x="36806" y="4921"/>
                    <a:pt x="36941" y="4886"/>
                    <a:pt x="37108" y="4802"/>
                  </a:cubicBezTo>
                  <a:cubicBezTo>
                    <a:pt x="37981" y="4802"/>
                    <a:pt x="38417" y="4802"/>
                    <a:pt x="38854" y="4366"/>
                  </a:cubicBezTo>
                  <a:lnTo>
                    <a:pt x="39291" y="4366"/>
                  </a:lnTo>
                  <a:cubicBezTo>
                    <a:pt x="39291" y="4366"/>
                    <a:pt x="39291" y="3929"/>
                    <a:pt x="39727" y="3929"/>
                  </a:cubicBezTo>
                  <a:cubicBezTo>
                    <a:pt x="39727" y="3929"/>
                    <a:pt x="39727" y="4366"/>
                    <a:pt x="39727" y="4366"/>
                  </a:cubicBezTo>
                  <a:cubicBezTo>
                    <a:pt x="39727" y="4366"/>
                    <a:pt x="39727" y="4802"/>
                    <a:pt x="39727" y="4802"/>
                  </a:cubicBezTo>
                  <a:cubicBezTo>
                    <a:pt x="39727" y="4802"/>
                    <a:pt x="39727" y="4802"/>
                    <a:pt x="39727" y="5239"/>
                  </a:cubicBezTo>
                  <a:cubicBezTo>
                    <a:pt x="39727" y="5675"/>
                    <a:pt x="39727" y="6112"/>
                    <a:pt x="39727" y="6549"/>
                  </a:cubicBezTo>
                  <a:cubicBezTo>
                    <a:pt x="40164" y="6985"/>
                    <a:pt x="40600" y="6985"/>
                    <a:pt x="40600" y="6985"/>
                  </a:cubicBezTo>
                  <a:lnTo>
                    <a:pt x="41037" y="6985"/>
                  </a:lnTo>
                  <a:cubicBezTo>
                    <a:pt x="41037" y="7422"/>
                    <a:pt x="41037" y="7422"/>
                    <a:pt x="41037" y="7422"/>
                  </a:cubicBezTo>
                  <a:cubicBezTo>
                    <a:pt x="41037" y="7858"/>
                    <a:pt x="40600" y="8295"/>
                    <a:pt x="41037" y="8731"/>
                  </a:cubicBezTo>
                  <a:cubicBezTo>
                    <a:pt x="41473" y="9168"/>
                    <a:pt x="41473" y="9168"/>
                    <a:pt x="41910" y="9604"/>
                  </a:cubicBezTo>
                  <a:lnTo>
                    <a:pt x="42346" y="9604"/>
                  </a:lnTo>
                  <a:cubicBezTo>
                    <a:pt x="42346" y="9604"/>
                    <a:pt x="42346" y="10041"/>
                    <a:pt x="42346" y="10041"/>
                  </a:cubicBezTo>
                  <a:cubicBezTo>
                    <a:pt x="42346" y="10478"/>
                    <a:pt x="42783" y="10914"/>
                    <a:pt x="42783" y="11787"/>
                  </a:cubicBezTo>
                  <a:cubicBezTo>
                    <a:pt x="42783" y="11787"/>
                    <a:pt x="42783" y="11787"/>
                    <a:pt x="42783" y="12224"/>
                  </a:cubicBezTo>
                  <a:cubicBezTo>
                    <a:pt x="42783" y="12224"/>
                    <a:pt x="42783" y="12224"/>
                    <a:pt x="42783" y="12660"/>
                  </a:cubicBezTo>
                  <a:cubicBezTo>
                    <a:pt x="42783" y="12660"/>
                    <a:pt x="43220" y="13534"/>
                    <a:pt x="43656" y="13970"/>
                  </a:cubicBezTo>
                  <a:cubicBezTo>
                    <a:pt x="43656" y="13970"/>
                    <a:pt x="43656" y="13970"/>
                    <a:pt x="44529" y="13534"/>
                  </a:cubicBezTo>
                  <a:cubicBezTo>
                    <a:pt x="44966" y="13970"/>
                    <a:pt x="44966" y="14407"/>
                    <a:pt x="45402" y="14843"/>
                  </a:cubicBezTo>
                  <a:lnTo>
                    <a:pt x="45839" y="14843"/>
                  </a:lnTo>
                  <a:cubicBezTo>
                    <a:pt x="45839" y="14843"/>
                    <a:pt x="46275" y="15280"/>
                    <a:pt x="46712" y="15280"/>
                  </a:cubicBezTo>
                  <a:lnTo>
                    <a:pt x="47585" y="15280"/>
                  </a:lnTo>
                  <a:cubicBezTo>
                    <a:pt x="47585" y="15280"/>
                    <a:pt x="47585" y="15280"/>
                    <a:pt x="47585" y="15716"/>
                  </a:cubicBezTo>
                  <a:cubicBezTo>
                    <a:pt x="47149" y="15716"/>
                    <a:pt x="47149" y="15716"/>
                    <a:pt x="47149" y="16153"/>
                  </a:cubicBezTo>
                  <a:cubicBezTo>
                    <a:pt x="47149" y="16153"/>
                    <a:pt x="47149" y="16589"/>
                    <a:pt x="47149" y="16589"/>
                  </a:cubicBezTo>
                  <a:cubicBezTo>
                    <a:pt x="47149" y="16589"/>
                    <a:pt x="47149" y="16589"/>
                    <a:pt x="47149" y="17026"/>
                  </a:cubicBezTo>
                  <a:cubicBezTo>
                    <a:pt x="47149" y="17463"/>
                    <a:pt x="47149" y="17463"/>
                    <a:pt x="47585" y="17899"/>
                  </a:cubicBezTo>
                  <a:cubicBezTo>
                    <a:pt x="47585" y="17899"/>
                    <a:pt x="47585" y="17899"/>
                    <a:pt x="47585" y="18336"/>
                  </a:cubicBezTo>
                  <a:cubicBezTo>
                    <a:pt x="47585" y="18336"/>
                    <a:pt x="47585" y="18336"/>
                    <a:pt x="47585" y="18772"/>
                  </a:cubicBezTo>
                  <a:lnTo>
                    <a:pt x="48022" y="18772"/>
                  </a:lnTo>
                  <a:cubicBezTo>
                    <a:pt x="48022" y="19209"/>
                    <a:pt x="48458" y="19645"/>
                    <a:pt x="48458" y="19645"/>
                  </a:cubicBezTo>
                  <a:cubicBezTo>
                    <a:pt x="48458" y="19645"/>
                    <a:pt x="48458" y="19645"/>
                    <a:pt x="48022" y="20082"/>
                  </a:cubicBezTo>
                  <a:cubicBezTo>
                    <a:pt x="47585" y="20082"/>
                    <a:pt x="47149" y="20082"/>
                    <a:pt x="46712" y="20519"/>
                  </a:cubicBezTo>
                  <a:cubicBezTo>
                    <a:pt x="45839" y="21828"/>
                    <a:pt x="45839" y="22701"/>
                    <a:pt x="45402" y="23574"/>
                  </a:cubicBezTo>
                  <a:cubicBezTo>
                    <a:pt x="45402" y="23574"/>
                    <a:pt x="45402" y="24011"/>
                    <a:pt x="45402" y="24011"/>
                  </a:cubicBezTo>
                  <a:cubicBezTo>
                    <a:pt x="45402" y="24011"/>
                    <a:pt x="45402" y="24011"/>
                    <a:pt x="45402" y="24448"/>
                  </a:cubicBezTo>
                  <a:lnTo>
                    <a:pt x="44529" y="24448"/>
                  </a:lnTo>
                  <a:cubicBezTo>
                    <a:pt x="44529" y="24448"/>
                    <a:pt x="44529" y="24448"/>
                    <a:pt x="43656" y="25321"/>
                  </a:cubicBezTo>
                  <a:cubicBezTo>
                    <a:pt x="43656" y="25321"/>
                    <a:pt x="43656" y="25321"/>
                    <a:pt x="43656" y="26194"/>
                  </a:cubicBezTo>
                  <a:cubicBezTo>
                    <a:pt x="43656" y="26630"/>
                    <a:pt x="44093" y="26630"/>
                    <a:pt x="44093" y="27067"/>
                  </a:cubicBezTo>
                  <a:cubicBezTo>
                    <a:pt x="44093" y="27067"/>
                    <a:pt x="44093" y="27504"/>
                    <a:pt x="44093" y="27504"/>
                  </a:cubicBezTo>
                  <a:lnTo>
                    <a:pt x="44529" y="27504"/>
                  </a:lnTo>
                  <a:cubicBezTo>
                    <a:pt x="44093" y="27504"/>
                    <a:pt x="44093" y="27940"/>
                    <a:pt x="44093" y="27940"/>
                  </a:cubicBezTo>
                  <a:cubicBezTo>
                    <a:pt x="43656" y="28377"/>
                    <a:pt x="43656" y="29250"/>
                    <a:pt x="43220" y="29686"/>
                  </a:cubicBezTo>
                  <a:cubicBezTo>
                    <a:pt x="43220" y="29686"/>
                    <a:pt x="43220" y="29686"/>
                    <a:pt x="43220" y="30123"/>
                  </a:cubicBezTo>
                  <a:cubicBezTo>
                    <a:pt x="43220" y="30559"/>
                    <a:pt x="43220" y="30559"/>
                    <a:pt x="43656" y="30996"/>
                  </a:cubicBezTo>
                  <a:cubicBezTo>
                    <a:pt x="43656" y="31433"/>
                    <a:pt x="43656" y="31433"/>
                    <a:pt x="43656" y="31433"/>
                  </a:cubicBezTo>
                  <a:lnTo>
                    <a:pt x="44093" y="31433"/>
                  </a:lnTo>
                  <a:cubicBezTo>
                    <a:pt x="44093" y="31433"/>
                    <a:pt x="44093" y="31433"/>
                    <a:pt x="44093" y="31869"/>
                  </a:cubicBezTo>
                  <a:cubicBezTo>
                    <a:pt x="44093" y="31869"/>
                    <a:pt x="44093" y="31869"/>
                    <a:pt x="44966" y="32742"/>
                  </a:cubicBezTo>
                  <a:cubicBezTo>
                    <a:pt x="44966" y="33179"/>
                    <a:pt x="45402" y="33179"/>
                    <a:pt x="45402" y="33615"/>
                  </a:cubicBezTo>
                  <a:cubicBezTo>
                    <a:pt x="45839" y="34052"/>
                    <a:pt x="45839" y="34052"/>
                    <a:pt x="46712" y="34489"/>
                  </a:cubicBezTo>
                  <a:cubicBezTo>
                    <a:pt x="46712" y="34489"/>
                    <a:pt x="46712" y="34925"/>
                    <a:pt x="46712" y="34925"/>
                  </a:cubicBezTo>
                  <a:cubicBezTo>
                    <a:pt x="46712" y="35362"/>
                    <a:pt x="46712" y="35362"/>
                    <a:pt x="47149" y="35798"/>
                  </a:cubicBezTo>
                  <a:cubicBezTo>
                    <a:pt x="47149" y="35798"/>
                    <a:pt x="47149" y="36235"/>
                    <a:pt x="47149" y="36235"/>
                  </a:cubicBezTo>
                  <a:cubicBezTo>
                    <a:pt x="47149" y="36235"/>
                    <a:pt x="47149" y="36235"/>
                    <a:pt x="47149" y="36671"/>
                  </a:cubicBezTo>
                  <a:cubicBezTo>
                    <a:pt x="47149" y="37108"/>
                    <a:pt x="47149" y="37981"/>
                    <a:pt x="47585" y="38418"/>
                  </a:cubicBezTo>
                  <a:cubicBezTo>
                    <a:pt x="47585" y="38854"/>
                    <a:pt x="47585" y="38854"/>
                    <a:pt x="48022" y="39291"/>
                  </a:cubicBezTo>
                  <a:cubicBezTo>
                    <a:pt x="48458" y="39727"/>
                    <a:pt x="48895" y="39727"/>
                    <a:pt x="49331" y="39727"/>
                  </a:cubicBezTo>
                  <a:lnTo>
                    <a:pt x="49768" y="39727"/>
                  </a:lnTo>
                  <a:cubicBezTo>
                    <a:pt x="49768" y="39727"/>
                    <a:pt x="50205" y="39727"/>
                    <a:pt x="50205" y="40164"/>
                  </a:cubicBezTo>
                  <a:cubicBezTo>
                    <a:pt x="50641" y="40164"/>
                    <a:pt x="51078" y="40600"/>
                    <a:pt x="51514" y="40600"/>
                  </a:cubicBezTo>
                  <a:cubicBezTo>
                    <a:pt x="51514" y="40600"/>
                    <a:pt x="51514" y="40600"/>
                    <a:pt x="51951" y="41037"/>
                  </a:cubicBezTo>
                  <a:cubicBezTo>
                    <a:pt x="52387" y="41474"/>
                    <a:pt x="52824" y="41910"/>
                    <a:pt x="53260" y="42347"/>
                  </a:cubicBezTo>
                  <a:cubicBezTo>
                    <a:pt x="53697" y="42347"/>
                    <a:pt x="53697" y="42783"/>
                    <a:pt x="54134" y="43220"/>
                  </a:cubicBezTo>
                  <a:cubicBezTo>
                    <a:pt x="54570" y="43656"/>
                    <a:pt x="54570" y="43656"/>
                    <a:pt x="55007" y="43656"/>
                  </a:cubicBezTo>
                  <a:cubicBezTo>
                    <a:pt x="55152" y="43802"/>
                    <a:pt x="55298" y="43850"/>
                    <a:pt x="55427" y="43850"/>
                  </a:cubicBezTo>
                  <a:cubicBezTo>
                    <a:pt x="55686" y="43850"/>
                    <a:pt x="55880" y="43656"/>
                    <a:pt x="55880" y="43656"/>
                  </a:cubicBezTo>
                  <a:lnTo>
                    <a:pt x="56316" y="43656"/>
                  </a:lnTo>
                  <a:cubicBezTo>
                    <a:pt x="56316" y="43656"/>
                    <a:pt x="56316" y="43656"/>
                    <a:pt x="56316" y="44093"/>
                  </a:cubicBezTo>
                  <a:cubicBezTo>
                    <a:pt x="56753" y="44529"/>
                    <a:pt x="57189" y="44966"/>
                    <a:pt x="57189" y="45403"/>
                  </a:cubicBezTo>
                  <a:cubicBezTo>
                    <a:pt x="57626" y="45839"/>
                    <a:pt x="57626" y="45839"/>
                    <a:pt x="57626" y="45839"/>
                  </a:cubicBezTo>
                  <a:cubicBezTo>
                    <a:pt x="57626" y="45839"/>
                    <a:pt x="57626" y="45839"/>
                    <a:pt x="58063" y="46276"/>
                  </a:cubicBezTo>
                  <a:cubicBezTo>
                    <a:pt x="58063" y="46712"/>
                    <a:pt x="58499" y="47149"/>
                    <a:pt x="58499" y="47585"/>
                  </a:cubicBezTo>
                  <a:cubicBezTo>
                    <a:pt x="58936" y="48459"/>
                    <a:pt x="59372" y="48895"/>
                    <a:pt x="59372" y="48895"/>
                  </a:cubicBezTo>
                  <a:cubicBezTo>
                    <a:pt x="59372" y="48895"/>
                    <a:pt x="59372" y="48895"/>
                    <a:pt x="58936" y="49332"/>
                  </a:cubicBezTo>
                  <a:cubicBezTo>
                    <a:pt x="58936" y="49768"/>
                    <a:pt x="58936" y="50205"/>
                    <a:pt x="58936" y="50641"/>
                  </a:cubicBezTo>
                  <a:cubicBezTo>
                    <a:pt x="58499" y="50641"/>
                    <a:pt x="58499" y="50641"/>
                    <a:pt x="58499" y="51078"/>
                  </a:cubicBezTo>
                  <a:cubicBezTo>
                    <a:pt x="58499" y="51078"/>
                    <a:pt x="58499" y="51514"/>
                    <a:pt x="58499" y="51514"/>
                  </a:cubicBezTo>
                  <a:cubicBezTo>
                    <a:pt x="58499" y="51951"/>
                    <a:pt x="58499" y="52388"/>
                    <a:pt x="58499" y="52824"/>
                  </a:cubicBezTo>
                  <a:cubicBezTo>
                    <a:pt x="58063" y="53697"/>
                    <a:pt x="58063" y="54570"/>
                    <a:pt x="58063" y="55444"/>
                  </a:cubicBezTo>
                  <a:cubicBezTo>
                    <a:pt x="58063" y="55444"/>
                    <a:pt x="58063" y="55444"/>
                    <a:pt x="58936" y="56317"/>
                  </a:cubicBezTo>
                  <a:lnTo>
                    <a:pt x="60682" y="56317"/>
                  </a:lnTo>
                  <a:cubicBezTo>
                    <a:pt x="60682" y="56753"/>
                    <a:pt x="60682" y="57626"/>
                    <a:pt x="60682" y="58499"/>
                  </a:cubicBezTo>
                  <a:cubicBezTo>
                    <a:pt x="60245" y="58499"/>
                    <a:pt x="60245" y="58936"/>
                    <a:pt x="60245" y="59373"/>
                  </a:cubicBezTo>
                  <a:cubicBezTo>
                    <a:pt x="60245" y="59373"/>
                    <a:pt x="60245" y="59373"/>
                    <a:pt x="60682" y="59809"/>
                  </a:cubicBezTo>
                  <a:cubicBezTo>
                    <a:pt x="60682" y="60246"/>
                    <a:pt x="61119" y="60682"/>
                    <a:pt x="61555" y="60682"/>
                  </a:cubicBezTo>
                  <a:cubicBezTo>
                    <a:pt x="61555" y="61119"/>
                    <a:pt x="61555" y="61119"/>
                    <a:pt x="61992" y="61555"/>
                  </a:cubicBezTo>
                  <a:cubicBezTo>
                    <a:pt x="62428" y="61555"/>
                    <a:pt x="62428" y="61992"/>
                    <a:pt x="62865" y="62429"/>
                  </a:cubicBezTo>
                  <a:cubicBezTo>
                    <a:pt x="62865" y="62865"/>
                    <a:pt x="62865" y="62865"/>
                    <a:pt x="62865" y="62865"/>
                  </a:cubicBezTo>
                  <a:lnTo>
                    <a:pt x="63301" y="62865"/>
                  </a:lnTo>
                  <a:cubicBezTo>
                    <a:pt x="63301" y="63302"/>
                    <a:pt x="63301" y="63302"/>
                    <a:pt x="63738" y="63738"/>
                  </a:cubicBezTo>
                  <a:cubicBezTo>
                    <a:pt x="63301" y="63738"/>
                    <a:pt x="63301" y="63738"/>
                    <a:pt x="62865" y="63302"/>
                  </a:cubicBezTo>
                  <a:cubicBezTo>
                    <a:pt x="61992" y="62865"/>
                    <a:pt x="61119" y="62429"/>
                    <a:pt x="61119" y="62429"/>
                  </a:cubicBezTo>
                  <a:cubicBezTo>
                    <a:pt x="61119" y="62429"/>
                    <a:pt x="61119" y="62429"/>
                    <a:pt x="60682" y="62865"/>
                  </a:cubicBezTo>
                  <a:cubicBezTo>
                    <a:pt x="60682" y="62429"/>
                    <a:pt x="60682" y="62429"/>
                    <a:pt x="60245" y="62429"/>
                  </a:cubicBezTo>
                  <a:cubicBezTo>
                    <a:pt x="58936" y="61992"/>
                    <a:pt x="58063" y="61992"/>
                    <a:pt x="57189" y="61992"/>
                  </a:cubicBezTo>
                  <a:cubicBezTo>
                    <a:pt x="56316" y="61992"/>
                    <a:pt x="55880" y="62429"/>
                    <a:pt x="55443" y="62865"/>
                  </a:cubicBezTo>
                  <a:cubicBezTo>
                    <a:pt x="54570" y="63302"/>
                    <a:pt x="54134" y="64611"/>
                    <a:pt x="53697" y="65484"/>
                  </a:cubicBezTo>
                  <a:cubicBezTo>
                    <a:pt x="53260" y="65921"/>
                    <a:pt x="53260" y="66358"/>
                    <a:pt x="53260" y="66358"/>
                  </a:cubicBezTo>
                  <a:cubicBezTo>
                    <a:pt x="53260" y="66358"/>
                    <a:pt x="53260" y="66358"/>
                    <a:pt x="51078" y="70287"/>
                  </a:cubicBezTo>
                  <a:cubicBezTo>
                    <a:pt x="51078" y="70723"/>
                    <a:pt x="50641" y="70723"/>
                    <a:pt x="50641" y="70723"/>
                  </a:cubicBezTo>
                  <a:lnTo>
                    <a:pt x="49768" y="70723"/>
                  </a:lnTo>
                  <a:cubicBezTo>
                    <a:pt x="49768" y="70723"/>
                    <a:pt x="49768" y="70723"/>
                    <a:pt x="43656" y="69850"/>
                  </a:cubicBezTo>
                  <a:cubicBezTo>
                    <a:pt x="42783" y="69850"/>
                    <a:pt x="41910" y="69850"/>
                    <a:pt x="41037" y="69414"/>
                  </a:cubicBezTo>
                  <a:lnTo>
                    <a:pt x="39727" y="69414"/>
                  </a:lnTo>
                  <a:cubicBezTo>
                    <a:pt x="38854" y="68540"/>
                    <a:pt x="37981" y="67667"/>
                    <a:pt x="36671" y="66794"/>
                  </a:cubicBezTo>
                  <a:cubicBezTo>
                    <a:pt x="35798" y="65484"/>
                    <a:pt x="34488" y="64611"/>
                    <a:pt x="33179" y="63302"/>
                  </a:cubicBezTo>
                  <a:cubicBezTo>
                    <a:pt x="32306" y="62429"/>
                    <a:pt x="30996" y="61555"/>
                    <a:pt x="30123" y="60682"/>
                  </a:cubicBezTo>
                  <a:cubicBezTo>
                    <a:pt x="29250" y="59809"/>
                    <a:pt x="28376" y="58936"/>
                    <a:pt x="27503" y="58063"/>
                  </a:cubicBezTo>
                  <a:cubicBezTo>
                    <a:pt x="26194" y="56753"/>
                    <a:pt x="24447" y="55007"/>
                    <a:pt x="22701" y="54134"/>
                  </a:cubicBezTo>
                  <a:cubicBezTo>
                    <a:pt x="22701" y="54134"/>
                    <a:pt x="22701" y="54134"/>
                    <a:pt x="22701" y="53697"/>
                  </a:cubicBezTo>
                  <a:cubicBezTo>
                    <a:pt x="22701" y="53697"/>
                    <a:pt x="22701" y="53697"/>
                    <a:pt x="21828" y="53261"/>
                  </a:cubicBezTo>
                  <a:cubicBezTo>
                    <a:pt x="21392" y="53261"/>
                    <a:pt x="21392" y="52824"/>
                    <a:pt x="21392" y="52824"/>
                  </a:cubicBezTo>
                  <a:cubicBezTo>
                    <a:pt x="21392" y="52824"/>
                    <a:pt x="21392" y="52824"/>
                    <a:pt x="19645" y="51951"/>
                  </a:cubicBezTo>
                  <a:cubicBezTo>
                    <a:pt x="17462" y="50641"/>
                    <a:pt x="15716" y="49768"/>
                    <a:pt x="13970" y="48459"/>
                  </a:cubicBezTo>
                  <a:cubicBezTo>
                    <a:pt x="13970" y="48022"/>
                    <a:pt x="13533" y="48022"/>
                    <a:pt x="13533" y="48022"/>
                  </a:cubicBezTo>
                  <a:cubicBezTo>
                    <a:pt x="13097" y="47585"/>
                    <a:pt x="12224" y="46712"/>
                    <a:pt x="11351" y="46712"/>
                  </a:cubicBezTo>
                  <a:cubicBezTo>
                    <a:pt x="11351" y="46712"/>
                    <a:pt x="11351" y="46712"/>
                    <a:pt x="4802" y="45403"/>
                  </a:cubicBezTo>
                  <a:cubicBezTo>
                    <a:pt x="4802" y="45403"/>
                    <a:pt x="4802" y="45403"/>
                    <a:pt x="4366" y="44093"/>
                  </a:cubicBezTo>
                  <a:lnTo>
                    <a:pt x="3929" y="44093"/>
                  </a:lnTo>
                  <a:cubicBezTo>
                    <a:pt x="3929" y="44093"/>
                    <a:pt x="3493" y="43656"/>
                    <a:pt x="3056" y="43656"/>
                  </a:cubicBezTo>
                  <a:cubicBezTo>
                    <a:pt x="3056" y="43220"/>
                    <a:pt x="3056" y="43220"/>
                    <a:pt x="3056" y="42783"/>
                  </a:cubicBezTo>
                  <a:cubicBezTo>
                    <a:pt x="3056" y="42783"/>
                    <a:pt x="3056" y="42783"/>
                    <a:pt x="1746" y="35798"/>
                  </a:cubicBezTo>
                  <a:cubicBezTo>
                    <a:pt x="1746" y="35798"/>
                    <a:pt x="1746" y="35798"/>
                    <a:pt x="3056" y="34925"/>
                  </a:cubicBezTo>
                  <a:cubicBezTo>
                    <a:pt x="4366" y="34052"/>
                    <a:pt x="5675" y="33179"/>
                    <a:pt x="6985" y="32306"/>
                  </a:cubicBezTo>
                  <a:cubicBezTo>
                    <a:pt x="6985" y="32306"/>
                    <a:pt x="6985" y="32306"/>
                    <a:pt x="12660" y="28377"/>
                  </a:cubicBezTo>
                  <a:cubicBezTo>
                    <a:pt x="13097" y="28377"/>
                    <a:pt x="13533" y="28377"/>
                    <a:pt x="13970" y="27940"/>
                  </a:cubicBezTo>
                  <a:lnTo>
                    <a:pt x="14407" y="27940"/>
                  </a:lnTo>
                  <a:cubicBezTo>
                    <a:pt x="14843" y="27504"/>
                    <a:pt x="15716" y="27067"/>
                    <a:pt x="16153" y="26630"/>
                  </a:cubicBezTo>
                  <a:cubicBezTo>
                    <a:pt x="16589" y="26194"/>
                    <a:pt x="17026" y="24884"/>
                    <a:pt x="17462" y="24011"/>
                  </a:cubicBezTo>
                  <a:cubicBezTo>
                    <a:pt x="17462" y="23574"/>
                    <a:pt x="17462" y="22701"/>
                    <a:pt x="17462" y="22265"/>
                  </a:cubicBezTo>
                  <a:cubicBezTo>
                    <a:pt x="17462" y="21828"/>
                    <a:pt x="17462" y="21392"/>
                    <a:pt x="17462" y="20955"/>
                  </a:cubicBezTo>
                  <a:cubicBezTo>
                    <a:pt x="17462" y="20082"/>
                    <a:pt x="17462" y="19209"/>
                    <a:pt x="17899" y="18336"/>
                  </a:cubicBezTo>
                  <a:cubicBezTo>
                    <a:pt x="17899" y="17899"/>
                    <a:pt x="18336" y="17463"/>
                    <a:pt x="18336" y="17026"/>
                  </a:cubicBezTo>
                  <a:cubicBezTo>
                    <a:pt x="18336" y="16153"/>
                    <a:pt x="18336" y="15280"/>
                    <a:pt x="17899" y="14407"/>
                  </a:cubicBezTo>
                  <a:cubicBezTo>
                    <a:pt x="17899" y="12660"/>
                    <a:pt x="17899" y="11351"/>
                    <a:pt x="18336" y="10041"/>
                  </a:cubicBezTo>
                  <a:cubicBezTo>
                    <a:pt x="18336" y="10041"/>
                    <a:pt x="18336" y="10041"/>
                    <a:pt x="18336" y="9604"/>
                  </a:cubicBezTo>
                  <a:cubicBezTo>
                    <a:pt x="18336" y="9604"/>
                    <a:pt x="18336" y="9168"/>
                    <a:pt x="18336" y="9168"/>
                  </a:cubicBezTo>
                  <a:cubicBezTo>
                    <a:pt x="18336" y="9168"/>
                    <a:pt x="18772" y="9168"/>
                    <a:pt x="19209" y="8731"/>
                  </a:cubicBezTo>
                  <a:lnTo>
                    <a:pt x="20518" y="8731"/>
                  </a:lnTo>
                  <a:cubicBezTo>
                    <a:pt x="20955" y="8295"/>
                    <a:pt x="20955" y="8295"/>
                    <a:pt x="21392" y="7858"/>
                  </a:cubicBezTo>
                  <a:cubicBezTo>
                    <a:pt x="22265" y="6985"/>
                    <a:pt x="23138" y="6112"/>
                    <a:pt x="24011" y="4802"/>
                  </a:cubicBezTo>
                  <a:lnTo>
                    <a:pt x="24447" y="4802"/>
                  </a:lnTo>
                  <a:cubicBezTo>
                    <a:pt x="24447" y="4802"/>
                    <a:pt x="24447" y="4802"/>
                    <a:pt x="24884" y="4366"/>
                  </a:cubicBezTo>
                  <a:cubicBezTo>
                    <a:pt x="24884" y="3929"/>
                    <a:pt x="24884" y="3929"/>
                    <a:pt x="24884" y="3493"/>
                  </a:cubicBezTo>
                  <a:cubicBezTo>
                    <a:pt x="25321" y="3493"/>
                    <a:pt x="25321" y="3056"/>
                    <a:pt x="25757" y="3056"/>
                  </a:cubicBezTo>
                  <a:cubicBezTo>
                    <a:pt x="26630" y="2183"/>
                    <a:pt x="27067" y="1746"/>
                    <a:pt x="28376" y="1746"/>
                  </a:cubicBezTo>
                  <a:close/>
                  <a:moveTo>
                    <a:pt x="28376" y="0"/>
                  </a:moveTo>
                  <a:cubicBezTo>
                    <a:pt x="26630" y="0"/>
                    <a:pt x="25321" y="873"/>
                    <a:pt x="24447" y="1746"/>
                  </a:cubicBezTo>
                  <a:cubicBezTo>
                    <a:pt x="24447" y="1746"/>
                    <a:pt x="24011" y="2183"/>
                    <a:pt x="24011" y="2183"/>
                  </a:cubicBezTo>
                  <a:cubicBezTo>
                    <a:pt x="24011" y="2183"/>
                    <a:pt x="24011" y="2183"/>
                    <a:pt x="23574" y="2619"/>
                  </a:cubicBezTo>
                  <a:cubicBezTo>
                    <a:pt x="23138" y="2619"/>
                    <a:pt x="23138" y="3056"/>
                    <a:pt x="23138" y="3493"/>
                  </a:cubicBezTo>
                  <a:cubicBezTo>
                    <a:pt x="23138" y="3493"/>
                    <a:pt x="23138" y="3493"/>
                    <a:pt x="22701" y="3929"/>
                  </a:cubicBezTo>
                  <a:cubicBezTo>
                    <a:pt x="21828" y="4802"/>
                    <a:pt x="20955" y="5675"/>
                    <a:pt x="20082" y="6549"/>
                  </a:cubicBezTo>
                  <a:cubicBezTo>
                    <a:pt x="20082" y="6985"/>
                    <a:pt x="20082" y="6985"/>
                    <a:pt x="19645" y="6985"/>
                  </a:cubicBezTo>
                  <a:lnTo>
                    <a:pt x="18772" y="6985"/>
                  </a:lnTo>
                  <a:cubicBezTo>
                    <a:pt x="17899" y="7422"/>
                    <a:pt x="17462" y="7422"/>
                    <a:pt x="17026" y="8295"/>
                  </a:cubicBezTo>
                  <a:cubicBezTo>
                    <a:pt x="17026" y="8731"/>
                    <a:pt x="16589" y="8731"/>
                    <a:pt x="16589" y="9168"/>
                  </a:cubicBezTo>
                  <a:cubicBezTo>
                    <a:pt x="16153" y="10914"/>
                    <a:pt x="16153" y="12660"/>
                    <a:pt x="16153" y="14407"/>
                  </a:cubicBezTo>
                  <a:cubicBezTo>
                    <a:pt x="16153" y="14407"/>
                    <a:pt x="16153" y="14407"/>
                    <a:pt x="16153" y="14843"/>
                  </a:cubicBezTo>
                  <a:cubicBezTo>
                    <a:pt x="16589" y="15280"/>
                    <a:pt x="16589" y="16153"/>
                    <a:pt x="16589" y="16589"/>
                  </a:cubicBezTo>
                  <a:cubicBezTo>
                    <a:pt x="16589" y="17026"/>
                    <a:pt x="16153" y="17463"/>
                    <a:pt x="16153" y="17899"/>
                  </a:cubicBezTo>
                  <a:cubicBezTo>
                    <a:pt x="15716" y="19209"/>
                    <a:pt x="15716" y="20082"/>
                    <a:pt x="15716" y="20955"/>
                  </a:cubicBezTo>
                  <a:cubicBezTo>
                    <a:pt x="15716" y="21392"/>
                    <a:pt x="15716" y="21828"/>
                    <a:pt x="15716" y="22265"/>
                  </a:cubicBezTo>
                  <a:cubicBezTo>
                    <a:pt x="15716" y="22701"/>
                    <a:pt x="15716" y="23138"/>
                    <a:pt x="15716" y="23574"/>
                  </a:cubicBezTo>
                  <a:cubicBezTo>
                    <a:pt x="15280" y="24448"/>
                    <a:pt x="14843" y="25321"/>
                    <a:pt x="14843" y="25757"/>
                  </a:cubicBezTo>
                  <a:cubicBezTo>
                    <a:pt x="14407" y="25757"/>
                    <a:pt x="13970" y="26194"/>
                    <a:pt x="13970" y="26194"/>
                  </a:cubicBezTo>
                  <a:lnTo>
                    <a:pt x="13097" y="26194"/>
                  </a:lnTo>
                  <a:cubicBezTo>
                    <a:pt x="12660" y="26630"/>
                    <a:pt x="12224" y="26630"/>
                    <a:pt x="11787" y="27067"/>
                  </a:cubicBezTo>
                  <a:cubicBezTo>
                    <a:pt x="11787" y="27067"/>
                    <a:pt x="11787" y="27067"/>
                    <a:pt x="6112" y="30996"/>
                  </a:cubicBezTo>
                  <a:cubicBezTo>
                    <a:pt x="4802" y="31869"/>
                    <a:pt x="3493" y="32742"/>
                    <a:pt x="2183" y="33615"/>
                  </a:cubicBezTo>
                  <a:cubicBezTo>
                    <a:pt x="2183" y="33615"/>
                    <a:pt x="2183" y="33615"/>
                    <a:pt x="437" y="34489"/>
                  </a:cubicBezTo>
                  <a:cubicBezTo>
                    <a:pt x="437" y="34489"/>
                    <a:pt x="437" y="34489"/>
                    <a:pt x="437" y="34925"/>
                  </a:cubicBezTo>
                  <a:lnTo>
                    <a:pt x="0" y="34925"/>
                  </a:lnTo>
                  <a:cubicBezTo>
                    <a:pt x="0" y="34925"/>
                    <a:pt x="0" y="35362"/>
                    <a:pt x="0" y="35798"/>
                  </a:cubicBezTo>
                  <a:cubicBezTo>
                    <a:pt x="0" y="35798"/>
                    <a:pt x="0" y="35798"/>
                    <a:pt x="1310" y="43220"/>
                  </a:cubicBezTo>
                  <a:cubicBezTo>
                    <a:pt x="1310" y="43656"/>
                    <a:pt x="1746" y="44093"/>
                    <a:pt x="1746" y="44529"/>
                  </a:cubicBezTo>
                  <a:cubicBezTo>
                    <a:pt x="1746" y="44529"/>
                    <a:pt x="1746" y="44529"/>
                    <a:pt x="2183" y="44966"/>
                  </a:cubicBezTo>
                  <a:cubicBezTo>
                    <a:pt x="2183" y="44966"/>
                    <a:pt x="2183" y="44966"/>
                    <a:pt x="2619" y="45403"/>
                  </a:cubicBezTo>
                  <a:cubicBezTo>
                    <a:pt x="2619" y="45403"/>
                    <a:pt x="2619" y="45403"/>
                    <a:pt x="3056" y="46276"/>
                  </a:cubicBezTo>
                  <a:cubicBezTo>
                    <a:pt x="3056" y="46276"/>
                    <a:pt x="3056" y="46276"/>
                    <a:pt x="3056" y="46712"/>
                  </a:cubicBezTo>
                  <a:cubicBezTo>
                    <a:pt x="3056" y="46712"/>
                    <a:pt x="3056" y="46712"/>
                    <a:pt x="11351" y="48459"/>
                  </a:cubicBezTo>
                  <a:cubicBezTo>
                    <a:pt x="11351" y="48459"/>
                    <a:pt x="12224" y="48895"/>
                    <a:pt x="12224" y="49332"/>
                  </a:cubicBezTo>
                  <a:cubicBezTo>
                    <a:pt x="12660" y="49332"/>
                    <a:pt x="12660" y="49768"/>
                    <a:pt x="13097" y="49768"/>
                  </a:cubicBezTo>
                  <a:cubicBezTo>
                    <a:pt x="14843" y="51078"/>
                    <a:pt x="16589" y="52388"/>
                    <a:pt x="18336" y="53261"/>
                  </a:cubicBezTo>
                  <a:cubicBezTo>
                    <a:pt x="18336" y="53261"/>
                    <a:pt x="18336" y="53261"/>
                    <a:pt x="20082" y="54570"/>
                  </a:cubicBezTo>
                  <a:lnTo>
                    <a:pt x="20518" y="54570"/>
                  </a:lnTo>
                  <a:cubicBezTo>
                    <a:pt x="20518" y="54570"/>
                    <a:pt x="20518" y="54570"/>
                    <a:pt x="21828" y="55444"/>
                  </a:cubicBezTo>
                  <a:cubicBezTo>
                    <a:pt x="23138" y="56317"/>
                    <a:pt x="24884" y="58063"/>
                    <a:pt x="26194" y="59373"/>
                  </a:cubicBezTo>
                  <a:cubicBezTo>
                    <a:pt x="27067" y="60246"/>
                    <a:pt x="27940" y="61119"/>
                    <a:pt x="28813" y="61992"/>
                  </a:cubicBezTo>
                  <a:cubicBezTo>
                    <a:pt x="29686" y="62865"/>
                    <a:pt x="30996" y="63738"/>
                    <a:pt x="31869" y="64611"/>
                  </a:cubicBezTo>
                  <a:cubicBezTo>
                    <a:pt x="33179" y="65921"/>
                    <a:pt x="34488" y="66794"/>
                    <a:pt x="35798" y="68104"/>
                  </a:cubicBezTo>
                  <a:cubicBezTo>
                    <a:pt x="36671" y="68977"/>
                    <a:pt x="37544" y="69850"/>
                    <a:pt x="38854" y="70723"/>
                  </a:cubicBezTo>
                  <a:cubicBezTo>
                    <a:pt x="39291" y="71160"/>
                    <a:pt x="40164" y="71160"/>
                    <a:pt x="40600" y="71160"/>
                  </a:cubicBezTo>
                  <a:lnTo>
                    <a:pt x="41037" y="71160"/>
                  </a:lnTo>
                  <a:cubicBezTo>
                    <a:pt x="41910" y="71596"/>
                    <a:pt x="42346" y="71596"/>
                    <a:pt x="43220" y="71596"/>
                  </a:cubicBezTo>
                  <a:cubicBezTo>
                    <a:pt x="43220" y="71596"/>
                    <a:pt x="43220" y="71596"/>
                    <a:pt x="49768" y="72469"/>
                  </a:cubicBezTo>
                  <a:lnTo>
                    <a:pt x="50641" y="72469"/>
                  </a:lnTo>
                  <a:cubicBezTo>
                    <a:pt x="51078" y="72469"/>
                    <a:pt x="51514" y="72469"/>
                    <a:pt x="51514" y="72033"/>
                  </a:cubicBezTo>
                  <a:cubicBezTo>
                    <a:pt x="51514" y="72033"/>
                    <a:pt x="51514" y="72033"/>
                    <a:pt x="52387" y="71596"/>
                  </a:cubicBezTo>
                  <a:cubicBezTo>
                    <a:pt x="52387" y="71596"/>
                    <a:pt x="52387" y="71596"/>
                    <a:pt x="54570" y="67231"/>
                  </a:cubicBezTo>
                  <a:cubicBezTo>
                    <a:pt x="55007" y="66794"/>
                    <a:pt x="55007" y="66794"/>
                    <a:pt x="55007" y="66358"/>
                  </a:cubicBezTo>
                  <a:cubicBezTo>
                    <a:pt x="55443" y="65484"/>
                    <a:pt x="55880" y="64611"/>
                    <a:pt x="56316" y="64175"/>
                  </a:cubicBezTo>
                  <a:cubicBezTo>
                    <a:pt x="56753" y="63738"/>
                    <a:pt x="57189" y="63738"/>
                    <a:pt x="57626" y="63738"/>
                  </a:cubicBezTo>
                  <a:cubicBezTo>
                    <a:pt x="58063" y="63738"/>
                    <a:pt x="58936" y="63738"/>
                    <a:pt x="59809" y="64175"/>
                  </a:cubicBezTo>
                  <a:lnTo>
                    <a:pt x="60682" y="64175"/>
                  </a:lnTo>
                  <a:cubicBezTo>
                    <a:pt x="61119" y="64611"/>
                    <a:pt x="61555" y="64611"/>
                    <a:pt x="62428" y="65048"/>
                  </a:cubicBezTo>
                  <a:cubicBezTo>
                    <a:pt x="62865" y="65484"/>
                    <a:pt x="63738" y="65484"/>
                    <a:pt x="64611" y="65484"/>
                  </a:cubicBezTo>
                  <a:lnTo>
                    <a:pt x="65484" y="65484"/>
                  </a:lnTo>
                  <a:cubicBezTo>
                    <a:pt x="65484" y="65484"/>
                    <a:pt x="65484" y="65484"/>
                    <a:pt x="66357" y="64611"/>
                  </a:cubicBezTo>
                  <a:cubicBezTo>
                    <a:pt x="66357" y="64611"/>
                    <a:pt x="66357" y="64611"/>
                    <a:pt x="65921" y="63738"/>
                  </a:cubicBezTo>
                  <a:lnTo>
                    <a:pt x="65484" y="63738"/>
                  </a:lnTo>
                  <a:cubicBezTo>
                    <a:pt x="65484" y="63738"/>
                    <a:pt x="65484" y="63738"/>
                    <a:pt x="65921" y="63302"/>
                  </a:cubicBezTo>
                  <a:cubicBezTo>
                    <a:pt x="65048" y="62865"/>
                    <a:pt x="64611" y="61992"/>
                    <a:pt x="64611" y="61992"/>
                  </a:cubicBezTo>
                  <a:cubicBezTo>
                    <a:pt x="64611" y="61555"/>
                    <a:pt x="64174" y="61555"/>
                    <a:pt x="64174" y="61119"/>
                  </a:cubicBezTo>
                  <a:cubicBezTo>
                    <a:pt x="63738" y="61119"/>
                    <a:pt x="63738" y="60682"/>
                    <a:pt x="63301" y="60246"/>
                  </a:cubicBezTo>
                  <a:cubicBezTo>
                    <a:pt x="62865" y="59809"/>
                    <a:pt x="62428" y="59373"/>
                    <a:pt x="62428" y="59373"/>
                  </a:cubicBezTo>
                  <a:lnTo>
                    <a:pt x="61992" y="59373"/>
                  </a:lnTo>
                  <a:cubicBezTo>
                    <a:pt x="61992" y="58936"/>
                    <a:pt x="61992" y="58936"/>
                    <a:pt x="62428" y="58499"/>
                  </a:cubicBezTo>
                  <a:cubicBezTo>
                    <a:pt x="62428" y="57626"/>
                    <a:pt x="62428" y="56753"/>
                    <a:pt x="62428" y="56317"/>
                  </a:cubicBezTo>
                  <a:cubicBezTo>
                    <a:pt x="62428" y="55880"/>
                    <a:pt x="62428" y="55880"/>
                    <a:pt x="61992" y="55880"/>
                  </a:cubicBezTo>
                  <a:cubicBezTo>
                    <a:pt x="61992" y="55444"/>
                    <a:pt x="61992" y="55444"/>
                    <a:pt x="61992" y="55444"/>
                  </a:cubicBezTo>
                  <a:cubicBezTo>
                    <a:pt x="61992" y="55444"/>
                    <a:pt x="61992" y="55444"/>
                    <a:pt x="61992" y="55007"/>
                  </a:cubicBezTo>
                  <a:lnTo>
                    <a:pt x="61555" y="55007"/>
                  </a:lnTo>
                  <a:cubicBezTo>
                    <a:pt x="61555" y="55007"/>
                    <a:pt x="61555" y="55007"/>
                    <a:pt x="61555" y="54570"/>
                  </a:cubicBezTo>
                  <a:lnTo>
                    <a:pt x="59809" y="54570"/>
                  </a:lnTo>
                  <a:cubicBezTo>
                    <a:pt x="59809" y="54134"/>
                    <a:pt x="59809" y="53697"/>
                    <a:pt x="60245" y="52824"/>
                  </a:cubicBezTo>
                  <a:cubicBezTo>
                    <a:pt x="60245" y="52388"/>
                    <a:pt x="60245" y="51951"/>
                    <a:pt x="60245" y="51514"/>
                  </a:cubicBezTo>
                  <a:cubicBezTo>
                    <a:pt x="60245" y="51514"/>
                    <a:pt x="60245" y="51078"/>
                    <a:pt x="60245" y="51078"/>
                  </a:cubicBezTo>
                  <a:cubicBezTo>
                    <a:pt x="60682" y="50641"/>
                    <a:pt x="60682" y="50641"/>
                    <a:pt x="60682" y="49768"/>
                  </a:cubicBezTo>
                  <a:cubicBezTo>
                    <a:pt x="61119" y="49332"/>
                    <a:pt x="61119" y="49332"/>
                    <a:pt x="61119" y="48895"/>
                  </a:cubicBezTo>
                  <a:cubicBezTo>
                    <a:pt x="61119" y="48459"/>
                    <a:pt x="60682" y="47585"/>
                    <a:pt x="59809" y="46712"/>
                  </a:cubicBezTo>
                  <a:cubicBezTo>
                    <a:pt x="59809" y="46276"/>
                    <a:pt x="59372" y="45839"/>
                    <a:pt x="59372" y="45403"/>
                  </a:cubicBezTo>
                  <a:cubicBezTo>
                    <a:pt x="59372" y="45403"/>
                    <a:pt x="59372" y="45403"/>
                    <a:pt x="58936" y="44966"/>
                  </a:cubicBezTo>
                  <a:cubicBezTo>
                    <a:pt x="58499" y="44529"/>
                    <a:pt x="58499" y="43656"/>
                    <a:pt x="58063" y="42783"/>
                  </a:cubicBezTo>
                  <a:cubicBezTo>
                    <a:pt x="57626" y="42783"/>
                    <a:pt x="57189" y="42347"/>
                    <a:pt x="56753" y="41910"/>
                  </a:cubicBezTo>
                  <a:lnTo>
                    <a:pt x="55443" y="41910"/>
                  </a:lnTo>
                  <a:cubicBezTo>
                    <a:pt x="55007" y="41474"/>
                    <a:pt x="54570" y="41037"/>
                    <a:pt x="54134" y="41037"/>
                  </a:cubicBezTo>
                  <a:cubicBezTo>
                    <a:pt x="53697" y="40600"/>
                    <a:pt x="53260" y="40164"/>
                    <a:pt x="52824" y="39727"/>
                  </a:cubicBezTo>
                  <a:cubicBezTo>
                    <a:pt x="52824" y="39727"/>
                    <a:pt x="52824" y="39727"/>
                    <a:pt x="52387" y="39291"/>
                  </a:cubicBezTo>
                  <a:cubicBezTo>
                    <a:pt x="51951" y="38854"/>
                    <a:pt x="51514" y="38854"/>
                    <a:pt x="51078" y="38418"/>
                  </a:cubicBezTo>
                  <a:cubicBezTo>
                    <a:pt x="50641" y="38418"/>
                    <a:pt x="50205" y="37981"/>
                    <a:pt x="50205" y="37981"/>
                  </a:cubicBezTo>
                  <a:lnTo>
                    <a:pt x="49331" y="37981"/>
                  </a:lnTo>
                  <a:cubicBezTo>
                    <a:pt x="48895" y="37544"/>
                    <a:pt x="48895" y="36671"/>
                    <a:pt x="48895" y="36235"/>
                  </a:cubicBezTo>
                  <a:cubicBezTo>
                    <a:pt x="48895" y="35798"/>
                    <a:pt x="48895" y="35362"/>
                    <a:pt x="48458" y="35362"/>
                  </a:cubicBezTo>
                  <a:cubicBezTo>
                    <a:pt x="48458" y="35362"/>
                    <a:pt x="48458" y="34925"/>
                    <a:pt x="48458" y="34925"/>
                  </a:cubicBezTo>
                  <a:cubicBezTo>
                    <a:pt x="48458" y="34489"/>
                    <a:pt x="48458" y="34052"/>
                    <a:pt x="48458" y="33615"/>
                  </a:cubicBezTo>
                  <a:cubicBezTo>
                    <a:pt x="48458" y="33615"/>
                    <a:pt x="48458" y="33615"/>
                    <a:pt x="48458" y="33179"/>
                  </a:cubicBezTo>
                  <a:cubicBezTo>
                    <a:pt x="48022" y="32742"/>
                    <a:pt x="47585" y="32742"/>
                    <a:pt x="47149" y="32742"/>
                  </a:cubicBezTo>
                  <a:cubicBezTo>
                    <a:pt x="46712" y="32742"/>
                    <a:pt x="46712" y="32742"/>
                    <a:pt x="46712" y="32306"/>
                  </a:cubicBezTo>
                  <a:cubicBezTo>
                    <a:pt x="46712" y="32306"/>
                    <a:pt x="46275" y="31869"/>
                    <a:pt x="46275" y="31869"/>
                  </a:cubicBezTo>
                  <a:cubicBezTo>
                    <a:pt x="46275" y="31869"/>
                    <a:pt x="46275" y="31869"/>
                    <a:pt x="45402" y="30996"/>
                  </a:cubicBezTo>
                  <a:cubicBezTo>
                    <a:pt x="45402" y="30996"/>
                    <a:pt x="45402" y="30996"/>
                    <a:pt x="45402" y="30559"/>
                  </a:cubicBezTo>
                  <a:cubicBezTo>
                    <a:pt x="44966" y="30123"/>
                    <a:pt x="44966" y="30123"/>
                    <a:pt x="44966" y="30123"/>
                  </a:cubicBezTo>
                  <a:cubicBezTo>
                    <a:pt x="45402" y="29686"/>
                    <a:pt x="45402" y="29250"/>
                    <a:pt x="45839" y="28377"/>
                  </a:cubicBezTo>
                  <a:cubicBezTo>
                    <a:pt x="45839" y="28377"/>
                    <a:pt x="45839" y="27940"/>
                    <a:pt x="45839" y="27940"/>
                  </a:cubicBezTo>
                  <a:cubicBezTo>
                    <a:pt x="46275" y="27504"/>
                    <a:pt x="46275" y="27067"/>
                    <a:pt x="45839" y="26630"/>
                  </a:cubicBezTo>
                  <a:cubicBezTo>
                    <a:pt x="45839" y="26630"/>
                    <a:pt x="45839" y="26194"/>
                    <a:pt x="45402" y="26194"/>
                  </a:cubicBezTo>
                  <a:lnTo>
                    <a:pt x="45839" y="26194"/>
                  </a:lnTo>
                  <a:cubicBezTo>
                    <a:pt x="46712" y="26194"/>
                    <a:pt x="46712" y="25757"/>
                    <a:pt x="47149" y="25321"/>
                  </a:cubicBezTo>
                  <a:cubicBezTo>
                    <a:pt x="47149" y="25321"/>
                    <a:pt x="47149" y="24884"/>
                    <a:pt x="47149" y="24448"/>
                  </a:cubicBezTo>
                  <a:cubicBezTo>
                    <a:pt x="47149" y="24448"/>
                    <a:pt x="47149" y="24448"/>
                    <a:pt x="47149" y="24011"/>
                  </a:cubicBezTo>
                  <a:cubicBezTo>
                    <a:pt x="47149" y="23138"/>
                    <a:pt x="47585" y="22701"/>
                    <a:pt x="48022" y="21828"/>
                  </a:cubicBezTo>
                  <a:cubicBezTo>
                    <a:pt x="48022" y="21828"/>
                    <a:pt x="48458" y="21828"/>
                    <a:pt x="48895" y="21392"/>
                  </a:cubicBezTo>
                  <a:lnTo>
                    <a:pt x="49331" y="21392"/>
                  </a:lnTo>
                  <a:cubicBezTo>
                    <a:pt x="49331" y="21392"/>
                    <a:pt x="49331" y="21392"/>
                    <a:pt x="49768" y="20519"/>
                  </a:cubicBezTo>
                  <a:lnTo>
                    <a:pt x="50205" y="20519"/>
                  </a:lnTo>
                  <a:cubicBezTo>
                    <a:pt x="50205" y="20082"/>
                    <a:pt x="50205" y="20082"/>
                    <a:pt x="50205" y="19645"/>
                  </a:cubicBezTo>
                  <a:cubicBezTo>
                    <a:pt x="50205" y="18772"/>
                    <a:pt x="49768" y="18336"/>
                    <a:pt x="49331" y="17899"/>
                  </a:cubicBezTo>
                  <a:cubicBezTo>
                    <a:pt x="49331" y="17463"/>
                    <a:pt x="49331" y="17463"/>
                    <a:pt x="48895" y="17463"/>
                  </a:cubicBezTo>
                  <a:cubicBezTo>
                    <a:pt x="48895" y="17026"/>
                    <a:pt x="48895" y="17026"/>
                    <a:pt x="48895" y="17026"/>
                  </a:cubicBezTo>
                  <a:cubicBezTo>
                    <a:pt x="48895" y="17026"/>
                    <a:pt x="48895" y="17026"/>
                    <a:pt x="48895" y="16589"/>
                  </a:cubicBezTo>
                  <a:cubicBezTo>
                    <a:pt x="48895" y="16589"/>
                    <a:pt x="48895" y="16589"/>
                    <a:pt x="48895" y="16153"/>
                  </a:cubicBezTo>
                  <a:lnTo>
                    <a:pt x="49331" y="16153"/>
                  </a:lnTo>
                  <a:cubicBezTo>
                    <a:pt x="49331" y="16153"/>
                    <a:pt x="49768" y="15716"/>
                    <a:pt x="49768" y="15716"/>
                  </a:cubicBezTo>
                  <a:cubicBezTo>
                    <a:pt x="50205" y="15716"/>
                    <a:pt x="50641" y="15716"/>
                    <a:pt x="50641" y="15280"/>
                  </a:cubicBezTo>
                  <a:cubicBezTo>
                    <a:pt x="50641" y="15280"/>
                    <a:pt x="50641" y="15280"/>
                    <a:pt x="50641" y="13970"/>
                  </a:cubicBezTo>
                  <a:cubicBezTo>
                    <a:pt x="50641" y="13970"/>
                    <a:pt x="50641" y="13970"/>
                    <a:pt x="50205" y="13534"/>
                  </a:cubicBezTo>
                  <a:lnTo>
                    <a:pt x="49768" y="13534"/>
                  </a:lnTo>
                  <a:cubicBezTo>
                    <a:pt x="49477" y="13534"/>
                    <a:pt x="49186" y="13339"/>
                    <a:pt x="48895" y="13339"/>
                  </a:cubicBezTo>
                  <a:cubicBezTo>
                    <a:pt x="48749" y="13339"/>
                    <a:pt x="48604" y="13388"/>
                    <a:pt x="48458" y="13534"/>
                  </a:cubicBezTo>
                  <a:lnTo>
                    <a:pt x="46712" y="13534"/>
                  </a:lnTo>
                  <a:cubicBezTo>
                    <a:pt x="46712" y="13097"/>
                    <a:pt x="46275" y="12660"/>
                    <a:pt x="45839" y="12660"/>
                  </a:cubicBezTo>
                  <a:cubicBezTo>
                    <a:pt x="45839" y="12224"/>
                    <a:pt x="45402" y="12224"/>
                    <a:pt x="44966" y="11787"/>
                  </a:cubicBezTo>
                  <a:lnTo>
                    <a:pt x="44529" y="11787"/>
                  </a:lnTo>
                  <a:cubicBezTo>
                    <a:pt x="44529" y="11787"/>
                    <a:pt x="44529" y="11787"/>
                    <a:pt x="44529" y="11351"/>
                  </a:cubicBezTo>
                  <a:cubicBezTo>
                    <a:pt x="44529" y="10914"/>
                    <a:pt x="44093" y="10041"/>
                    <a:pt x="44093" y="9604"/>
                  </a:cubicBezTo>
                  <a:cubicBezTo>
                    <a:pt x="44093" y="9168"/>
                    <a:pt x="43656" y="9168"/>
                    <a:pt x="43656" y="9168"/>
                  </a:cubicBezTo>
                  <a:cubicBezTo>
                    <a:pt x="43656" y="9168"/>
                    <a:pt x="43656" y="9168"/>
                    <a:pt x="43656" y="8731"/>
                  </a:cubicBezTo>
                  <a:cubicBezTo>
                    <a:pt x="43656" y="8295"/>
                    <a:pt x="43220" y="8295"/>
                    <a:pt x="42783" y="7858"/>
                  </a:cubicBezTo>
                  <a:cubicBezTo>
                    <a:pt x="42783" y="7422"/>
                    <a:pt x="42783" y="7422"/>
                    <a:pt x="42783" y="6985"/>
                  </a:cubicBezTo>
                  <a:cubicBezTo>
                    <a:pt x="42783" y="6112"/>
                    <a:pt x="42346" y="6112"/>
                    <a:pt x="41910" y="5675"/>
                  </a:cubicBezTo>
                  <a:cubicBezTo>
                    <a:pt x="41910" y="5675"/>
                    <a:pt x="41910" y="5675"/>
                    <a:pt x="41473" y="5239"/>
                  </a:cubicBezTo>
                  <a:cubicBezTo>
                    <a:pt x="41473" y="5239"/>
                    <a:pt x="41473" y="4802"/>
                    <a:pt x="41473" y="4802"/>
                  </a:cubicBezTo>
                  <a:cubicBezTo>
                    <a:pt x="41473" y="4366"/>
                    <a:pt x="41473" y="4366"/>
                    <a:pt x="41473" y="3493"/>
                  </a:cubicBezTo>
                  <a:cubicBezTo>
                    <a:pt x="41037" y="3493"/>
                    <a:pt x="41037" y="3056"/>
                    <a:pt x="41037" y="2619"/>
                  </a:cubicBezTo>
                  <a:cubicBezTo>
                    <a:pt x="41037" y="2619"/>
                    <a:pt x="41037" y="2619"/>
                    <a:pt x="39727" y="2183"/>
                  </a:cubicBezTo>
                  <a:cubicBezTo>
                    <a:pt x="39291" y="2183"/>
                    <a:pt x="38854" y="2619"/>
                    <a:pt x="38417" y="2619"/>
                  </a:cubicBezTo>
                  <a:cubicBezTo>
                    <a:pt x="38417" y="2619"/>
                    <a:pt x="37981" y="3056"/>
                    <a:pt x="37981" y="3056"/>
                  </a:cubicBezTo>
                  <a:lnTo>
                    <a:pt x="37544" y="3056"/>
                  </a:lnTo>
                  <a:cubicBezTo>
                    <a:pt x="37544" y="3056"/>
                    <a:pt x="37544" y="3056"/>
                    <a:pt x="37544" y="2619"/>
                  </a:cubicBezTo>
                  <a:cubicBezTo>
                    <a:pt x="37108" y="2183"/>
                    <a:pt x="37108" y="2183"/>
                    <a:pt x="37108" y="2183"/>
                  </a:cubicBezTo>
                  <a:cubicBezTo>
                    <a:pt x="37108" y="1832"/>
                    <a:pt x="36825" y="632"/>
                    <a:pt x="35577" y="632"/>
                  </a:cubicBezTo>
                  <a:cubicBezTo>
                    <a:pt x="35274" y="632"/>
                    <a:pt x="34915" y="703"/>
                    <a:pt x="34488" y="873"/>
                  </a:cubicBezTo>
                  <a:cubicBezTo>
                    <a:pt x="33615" y="873"/>
                    <a:pt x="32306" y="873"/>
                    <a:pt x="31432" y="437"/>
                  </a:cubicBezTo>
                  <a:lnTo>
                    <a:pt x="30123" y="437"/>
                  </a:lnTo>
                  <a:cubicBezTo>
                    <a:pt x="30123" y="0"/>
                    <a:pt x="29686" y="0"/>
                    <a:pt x="292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9"/>
            <p:cNvSpPr/>
            <p:nvPr/>
          </p:nvSpPr>
          <p:spPr>
            <a:xfrm>
              <a:off x="1856375" y="1220375"/>
              <a:ext cx="709450" cy="873150"/>
            </a:xfrm>
            <a:custGeom>
              <a:rect b="b" l="l" r="r" t="t"/>
              <a:pathLst>
                <a:path extrusionOk="0" h="34926" w="28378">
                  <a:moveTo>
                    <a:pt x="1310" y="33616"/>
                  </a:moveTo>
                  <a:cubicBezTo>
                    <a:pt x="1310" y="33616"/>
                    <a:pt x="1310" y="33616"/>
                    <a:pt x="1310" y="33616"/>
                  </a:cubicBezTo>
                  <a:cubicBezTo>
                    <a:pt x="2620" y="33616"/>
                    <a:pt x="3930" y="34053"/>
                    <a:pt x="5239" y="34489"/>
                  </a:cubicBezTo>
                  <a:cubicBezTo>
                    <a:pt x="5239" y="34489"/>
                    <a:pt x="5239" y="34489"/>
                    <a:pt x="5676" y="34489"/>
                  </a:cubicBezTo>
                  <a:cubicBezTo>
                    <a:pt x="6113" y="34489"/>
                    <a:pt x="7422" y="34926"/>
                    <a:pt x="7859" y="34926"/>
                  </a:cubicBezTo>
                  <a:cubicBezTo>
                    <a:pt x="7859" y="34926"/>
                    <a:pt x="7859" y="34926"/>
                    <a:pt x="7859" y="34926"/>
                  </a:cubicBezTo>
                  <a:cubicBezTo>
                    <a:pt x="8295" y="34489"/>
                    <a:pt x="9168" y="33179"/>
                    <a:pt x="9168" y="32743"/>
                  </a:cubicBezTo>
                  <a:cubicBezTo>
                    <a:pt x="9605" y="32306"/>
                    <a:pt x="9605" y="32306"/>
                    <a:pt x="10042" y="31870"/>
                  </a:cubicBezTo>
                  <a:cubicBezTo>
                    <a:pt x="10915" y="30997"/>
                    <a:pt x="11351" y="29687"/>
                    <a:pt x="12661" y="29250"/>
                  </a:cubicBezTo>
                  <a:cubicBezTo>
                    <a:pt x="13097" y="28814"/>
                    <a:pt x="13097" y="28814"/>
                    <a:pt x="13534" y="28814"/>
                  </a:cubicBezTo>
                  <a:cubicBezTo>
                    <a:pt x="13971" y="28814"/>
                    <a:pt x="13971" y="28814"/>
                    <a:pt x="14407" y="28814"/>
                  </a:cubicBezTo>
                  <a:cubicBezTo>
                    <a:pt x="14407" y="28814"/>
                    <a:pt x="14407" y="28814"/>
                    <a:pt x="14407" y="28814"/>
                  </a:cubicBezTo>
                  <a:cubicBezTo>
                    <a:pt x="15280" y="28377"/>
                    <a:pt x="16153" y="28377"/>
                    <a:pt x="17027" y="27941"/>
                  </a:cubicBezTo>
                  <a:cubicBezTo>
                    <a:pt x="17027" y="27941"/>
                    <a:pt x="17027" y="27504"/>
                    <a:pt x="17463" y="27504"/>
                  </a:cubicBezTo>
                  <a:cubicBezTo>
                    <a:pt x="18336" y="26631"/>
                    <a:pt x="20082" y="24448"/>
                    <a:pt x="20082" y="24012"/>
                  </a:cubicBezTo>
                  <a:cubicBezTo>
                    <a:pt x="20082" y="23575"/>
                    <a:pt x="20082" y="23575"/>
                    <a:pt x="20082" y="23575"/>
                  </a:cubicBezTo>
                  <a:cubicBezTo>
                    <a:pt x="20082" y="23575"/>
                    <a:pt x="19646" y="23138"/>
                    <a:pt x="19646" y="23138"/>
                  </a:cubicBezTo>
                  <a:cubicBezTo>
                    <a:pt x="19646" y="23138"/>
                    <a:pt x="19646" y="23138"/>
                    <a:pt x="19646" y="23138"/>
                  </a:cubicBezTo>
                  <a:cubicBezTo>
                    <a:pt x="19209" y="22702"/>
                    <a:pt x="18773" y="22265"/>
                    <a:pt x="18773" y="21829"/>
                  </a:cubicBezTo>
                  <a:cubicBezTo>
                    <a:pt x="17027" y="19646"/>
                    <a:pt x="15280" y="17900"/>
                    <a:pt x="13534" y="15717"/>
                  </a:cubicBezTo>
                  <a:cubicBezTo>
                    <a:pt x="16590" y="14844"/>
                    <a:pt x="19209" y="13971"/>
                    <a:pt x="22265" y="12661"/>
                  </a:cubicBezTo>
                  <a:cubicBezTo>
                    <a:pt x="23575" y="11788"/>
                    <a:pt x="25758" y="11351"/>
                    <a:pt x="27067" y="10478"/>
                  </a:cubicBezTo>
                  <a:cubicBezTo>
                    <a:pt x="27941" y="10478"/>
                    <a:pt x="27941" y="10478"/>
                    <a:pt x="27941" y="10478"/>
                  </a:cubicBezTo>
                  <a:cubicBezTo>
                    <a:pt x="27941" y="10478"/>
                    <a:pt x="27941" y="10478"/>
                    <a:pt x="27504" y="10478"/>
                  </a:cubicBezTo>
                  <a:cubicBezTo>
                    <a:pt x="27941" y="10042"/>
                    <a:pt x="28377" y="9605"/>
                    <a:pt x="28377" y="9605"/>
                  </a:cubicBezTo>
                  <a:cubicBezTo>
                    <a:pt x="28377" y="9605"/>
                    <a:pt x="28377" y="9605"/>
                    <a:pt x="28377" y="9605"/>
                  </a:cubicBezTo>
                  <a:cubicBezTo>
                    <a:pt x="28377" y="9605"/>
                    <a:pt x="28377" y="9168"/>
                    <a:pt x="28377" y="9168"/>
                  </a:cubicBezTo>
                  <a:cubicBezTo>
                    <a:pt x="27941" y="9168"/>
                    <a:pt x="27504" y="9168"/>
                    <a:pt x="27067" y="8732"/>
                  </a:cubicBezTo>
                  <a:cubicBezTo>
                    <a:pt x="27067" y="8732"/>
                    <a:pt x="27067" y="8732"/>
                    <a:pt x="27067" y="8732"/>
                  </a:cubicBezTo>
                  <a:cubicBezTo>
                    <a:pt x="27067" y="8295"/>
                    <a:pt x="26631" y="7859"/>
                    <a:pt x="26631" y="7422"/>
                  </a:cubicBezTo>
                  <a:cubicBezTo>
                    <a:pt x="26631" y="6549"/>
                    <a:pt x="26631" y="5676"/>
                    <a:pt x="26194" y="5239"/>
                  </a:cubicBezTo>
                  <a:cubicBezTo>
                    <a:pt x="26194" y="3930"/>
                    <a:pt x="25758" y="2183"/>
                    <a:pt x="25321" y="874"/>
                  </a:cubicBezTo>
                  <a:cubicBezTo>
                    <a:pt x="25321" y="874"/>
                    <a:pt x="25321" y="437"/>
                    <a:pt x="25321" y="437"/>
                  </a:cubicBezTo>
                  <a:cubicBezTo>
                    <a:pt x="25321" y="1"/>
                    <a:pt x="25321" y="1"/>
                    <a:pt x="25321" y="1"/>
                  </a:cubicBezTo>
                  <a:cubicBezTo>
                    <a:pt x="25321" y="1"/>
                    <a:pt x="17027" y="5239"/>
                    <a:pt x="14407" y="7422"/>
                  </a:cubicBezTo>
                  <a:cubicBezTo>
                    <a:pt x="12661" y="9168"/>
                    <a:pt x="13097" y="9605"/>
                    <a:pt x="7859" y="6986"/>
                  </a:cubicBezTo>
                  <a:cubicBezTo>
                    <a:pt x="6549" y="5676"/>
                    <a:pt x="5676" y="5239"/>
                    <a:pt x="5239" y="5676"/>
                  </a:cubicBezTo>
                  <a:cubicBezTo>
                    <a:pt x="4803" y="5676"/>
                    <a:pt x="4803" y="5676"/>
                    <a:pt x="4803" y="5676"/>
                  </a:cubicBezTo>
                  <a:cubicBezTo>
                    <a:pt x="4803" y="6113"/>
                    <a:pt x="4803" y="6549"/>
                    <a:pt x="4803" y="6986"/>
                  </a:cubicBezTo>
                  <a:cubicBezTo>
                    <a:pt x="4803" y="7422"/>
                    <a:pt x="4366" y="7859"/>
                    <a:pt x="4366" y="8295"/>
                  </a:cubicBezTo>
                  <a:cubicBezTo>
                    <a:pt x="4366" y="8295"/>
                    <a:pt x="4366" y="8295"/>
                    <a:pt x="4366" y="8295"/>
                  </a:cubicBezTo>
                  <a:cubicBezTo>
                    <a:pt x="4366" y="8295"/>
                    <a:pt x="4366" y="8295"/>
                    <a:pt x="4366" y="8295"/>
                  </a:cubicBezTo>
                  <a:cubicBezTo>
                    <a:pt x="4366" y="8732"/>
                    <a:pt x="4366" y="8732"/>
                    <a:pt x="4366" y="8732"/>
                  </a:cubicBezTo>
                  <a:cubicBezTo>
                    <a:pt x="4366" y="10042"/>
                    <a:pt x="4366" y="11351"/>
                    <a:pt x="4366" y="12661"/>
                  </a:cubicBezTo>
                  <a:cubicBezTo>
                    <a:pt x="4366" y="12661"/>
                    <a:pt x="4366" y="12661"/>
                    <a:pt x="4366" y="12661"/>
                  </a:cubicBezTo>
                  <a:cubicBezTo>
                    <a:pt x="3930" y="13534"/>
                    <a:pt x="3930" y="14407"/>
                    <a:pt x="3930" y="15280"/>
                  </a:cubicBezTo>
                  <a:cubicBezTo>
                    <a:pt x="3930" y="15280"/>
                    <a:pt x="3930" y="15280"/>
                    <a:pt x="3930" y="15280"/>
                  </a:cubicBezTo>
                  <a:cubicBezTo>
                    <a:pt x="3493" y="16590"/>
                    <a:pt x="3493" y="18336"/>
                    <a:pt x="3493" y="19209"/>
                  </a:cubicBezTo>
                  <a:cubicBezTo>
                    <a:pt x="3057" y="19646"/>
                    <a:pt x="3057" y="20519"/>
                    <a:pt x="3057" y="20956"/>
                  </a:cubicBezTo>
                  <a:cubicBezTo>
                    <a:pt x="2620" y="21829"/>
                    <a:pt x="2620" y="22265"/>
                    <a:pt x="2183" y="23138"/>
                  </a:cubicBezTo>
                  <a:cubicBezTo>
                    <a:pt x="2183" y="24012"/>
                    <a:pt x="2183" y="24448"/>
                    <a:pt x="1747" y="25321"/>
                  </a:cubicBezTo>
                  <a:cubicBezTo>
                    <a:pt x="1310" y="27504"/>
                    <a:pt x="874" y="29687"/>
                    <a:pt x="437" y="31870"/>
                  </a:cubicBezTo>
                  <a:cubicBezTo>
                    <a:pt x="437" y="31870"/>
                    <a:pt x="437" y="32743"/>
                    <a:pt x="1" y="33616"/>
                  </a:cubicBezTo>
                  <a:cubicBezTo>
                    <a:pt x="437" y="33616"/>
                    <a:pt x="437" y="33616"/>
                    <a:pt x="437" y="33616"/>
                  </a:cubicBezTo>
                  <a:cubicBezTo>
                    <a:pt x="437" y="33616"/>
                    <a:pt x="874" y="33616"/>
                    <a:pt x="1310" y="33616"/>
                  </a:cubicBezTo>
                  <a:close/>
                </a:path>
              </a:pathLst>
            </a:cu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9"/>
            <p:cNvSpPr/>
            <p:nvPr/>
          </p:nvSpPr>
          <p:spPr>
            <a:xfrm>
              <a:off x="1834550" y="1198550"/>
              <a:ext cx="753100" cy="916800"/>
            </a:xfrm>
            <a:custGeom>
              <a:rect b="b" l="l" r="r" t="t"/>
              <a:pathLst>
                <a:path extrusionOk="0" h="36672" w="30124">
                  <a:moveTo>
                    <a:pt x="25758" y="2183"/>
                  </a:moveTo>
                  <a:cubicBezTo>
                    <a:pt x="25758" y="3493"/>
                    <a:pt x="26194" y="4803"/>
                    <a:pt x="26194" y="6112"/>
                  </a:cubicBezTo>
                  <a:cubicBezTo>
                    <a:pt x="26194" y="6112"/>
                    <a:pt x="26194" y="6112"/>
                    <a:pt x="27067" y="9605"/>
                  </a:cubicBezTo>
                  <a:cubicBezTo>
                    <a:pt x="27067" y="9605"/>
                    <a:pt x="27067" y="9605"/>
                    <a:pt x="27504" y="10478"/>
                  </a:cubicBezTo>
                  <a:lnTo>
                    <a:pt x="27940" y="10478"/>
                  </a:lnTo>
                  <a:cubicBezTo>
                    <a:pt x="27940" y="10478"/>
                    <a:pt x="27940" y="10478"/>
                    <a:pt x="27504" y="10915"/>
                  </a:cubicBezTo>
                  <a:cubicBezTo>
                    <a:pt x="26631" y="11351"/>
                    <a:pt x="25321" y="11788"/>
                    <a:pt x="24448" y="12224"/>
                  </a:cubicBezTo>
                  <a:cubicBezTo>
                    <a:pt x="24011" y="12224"/>
                    <a:pt x="23138" y="12661"/>
                    <a:pt x="22702" y="12661"/>
                  </a:cubicBezTo>
                  <a:cubicBezTo>
                    <a:pt x="20519" y="13534"/>
                    <a:pt x="18336" y="14407"/>
                    <a:pt x="16153" y="14844"/>
                  </a:cubicBezTo>
                  <a:cubicBezTo>
                    <a:pt x="16153" y="14844"/>
                    <a:pt x="16153" y="14844"/>
                    <a:pt x="14407" y="15717"/>
                  </a:cubicBezTo>
                  <a:cubicBezTo>
                    <a:pt x="14407" y="15717"/>
                    <a:pt x="14407" y="15717"/>
                    <a:pt x="13970" y="17026"/>
                  </a:cubicBezTo>
                  <a:cubicBezTo>
                    <a:pt x="15280" y="18773"/>
                    <a:pt x="17026" y="20956"/>
                    <a:pt x="18773" y="23138"/>
                  </a:cubicBezTo>
                  <a:cubicBezTo>
                    <a:pt x="18773" y="23575"/>
                    <a:pt x="19209" y="23575"/>
                    <a:pt x="19209" y="24011"/>
                  </a:cubicBezTo>
                  <a:cubicBezTo>
                    <a:pt x="19209" y="24011"/>
                    <a:pt x="19646" y="24011"/>
                    <a:pt x="19646" y="24448"/>
                  </a:cubicBezTo>
                  <a:cubicBezTo>
                    <a:pt x="20082" y="24448"/>
                    <a:pt x="20082" y="24448"/>
                    <a:pt x="20082" y="24885"/>
                  </a:cubicBezTo>
                  <a:cubicBezTo>
                    <a:pt x="20082" y="24885"/>
                    <a:pt x="19209" y="25758"/>
                    <a:pt x="17463" y="27504"/>
                  </a:cubicBezTo>
                  <a:cubicBezTo>
                    <a:pt x="17463" y="27504"/>
                    <a:pt x="17463" y="27504"/>
                    <a:pt x="17463" y="27941"/>
                  </a:cubicBezTo>
                  <a:cubicBezTo>
                    <a:pt x="17463" y="27941"/>
                    <a:pt x="17463" y="28377"/>
                    <a:pt x="17026" y="28377"/>
                  </a:cubicBezTo>
                  <a:cubicBezTo>
                    <a:pt x="17026" y="28377"/>
                    <a:pt x="16590" y="28377"/>
                    <a:pt x="16153" y="28814"/>
                  </a:cubicBezTo>
                  <a:lnTo>
                    <a:pt x="14407" y="28814"/>
                  </a:lnTo>
                  <a:cubicBezTo>
                    <a:pt x="13970" y="28814"/>
                    <a:pt x="13534" y="29250"/>
                    <a:pt x="13097" y="29250"/>
                  </a:cubicBezTo>
                  <a:cubicBezTo>
                    <a:pt x="12224" y="29687"/>
                    <a:pt x="11351" y="30560"/>
                    <a:pt x="10478" y="31433"/>
                  </a:cubicBezTo>
                  <a:cubicBezTo>
                    <a:pt x="10478" y="31870"/>
                    <a:pt x="10478" y="31870"/>
                    <a:pt x="10041" y="32306"/>
                  </a:cubicBezTo>
                  <a:cubicBezTo>
                    <a:pt x="10041" y="32306"/>
                    <a:pt x="10041" y="32306"/>
                    <a:pt x="9605" y="33179"/>
                  </a:cubicBezTo>
                  <a:cubicBezTo>
                    <a:pt x="9605" y="33179"/>
                    <a:pt x="9168" y="33179"/>
                    <a:pt x="9168" y="33616"/>
                  </a:cubicBezTo>
                  <a:cubicBezTo>
                    <a:pt x="9168" y="34052"/>
                    <a:pt x="8295" y="34489"/>
                    <a:pt x="8295" y="34926"/>
                  </a:cubicBezTo>
                  <a:cubicBezTo>
                    <a:pt x="7859" y="34926"/>
                    <a:pt x="7422" y="34489"/>
                    <a:pt x="6986" y="34489"/>
                  </a:cubicBezTo>
                  <a:lnTo>
                    <a:pt x="6549" y="34489"/>
                  </a:lnTo>
                  <a:cubicBezTo>
                    <a:pt x="6549" y="34489"/>
                    <a:pt x="6549" y="34489"/>
                    <a:pt x="2183" y="33616"/>
                  </a:cubicBezTo>
                  <a:cubicBezTo>
                    <a:pt x="2183" y="33616"/>
                    <a:pt x="2183" y="33616"/>
                    <a:pt x="2183" y="32743"/>
                  </a:cubicBezTo>
                  <a:cubicBezTo>
                    <a:pt x="2620" y="30560"/>
                    <a:pt x="3056" y="28377"/>
                    <a:pt x="3493" y="26194"/>
                  </a:cubicBezTo>
                  <a:cubicBezTo>
                    <a:pt x="3493" y="26194"/>
                    <a:pt x="3493" y="26194"/>
                    <a:pt x="3930" y="24011"/>
                  </a:cubicBezTo>
                  <a:cubicBezTo>
                    <a:pt x="4366" y="23575"/>
                    <a:pt x="4366" y="22702"/>
                    <a:pt x="4803" y="21829"/>
                  </a:cubicBezTo>
                  <a:cubicBezTo>
                    <a:pt x="4803" y="21829"/>
                    <a:pt x="4803" y="21829"/>
                    <a:pt x="4803" y="21392"/>
                  </a:cubicBezTo>
                  <a:cubicBezTo>
                    <a:pt x="4803" y="20956"/>
                    <a:pt x="4803" y="20519"/>
                    <a:pt x="4803" y="20519"/>
                  </a:cubicBezTo>
                  <a:cubicBezTo>
                    <a:pt x="5239" y="19646"/>
                    <a:pt x="5239" y="18336"/>
                    <a:pt x="5239" y="17463"/>
                  </a:cubicBezTo>
                  <a:cubicBezTo>
                    <a:pt x="5239" y="17463"/>
                    <a:pt x="5239" y="17463"/>
                    <a:pt x="5676" y="16590"/>
                  </a:cubicBezTo>
                  <a:cubicBezTo>
                    <a:pt x="5676" y="16590"/>
                    <a:pt x="5676" y="16590"/>
                    <a:pt x="5676" y="16153"/>
                  </a:cubicBezTo>
                  <a:cubicBezTo>
                    <a:pt x="5676" y="15280"/>
                    <a:pt x="5676" y="14407"/>
                    <a:pt x="6112" y="13534"/>
                  </a:cubicBezTo>
                  <a:cubicBezTo>
                    <a:pt x="6112" y="13097"/>
                    <a:pt x="6112" y="12224"/>
                    <a:pt x="6112" y="11788"/>
                  </a:cubicBezTo>
                  <a:cubicBezTo>
                    <a:pt x="6112" y="10915"/>
                    <a:pt x="6112" y="10041"/>
                    <a:pt x="6112" y="9605"/>
                  </a:cubicBezTo>
                  <a:cubicBezTo>
                    <a:pt x="6112" y="9605"/>
                    <a:pt x="6112" y="9605"/>
                    <a:pt x="6112" y="9168"/>
                  </a:cubicBezTo>
                  <a:cubicBezTo>
                    <a:pt x="6112" y="9168"/>
                    <a:pt x="6549" y="8295"/>
                    <a:pt x="6549" y="7859"/>
                  </a:cubicBezTo>
                  <a:cubicBezTo>
                    <a:pt x="6549" y="7859"/>
                    <a:pt x="6549" y="7422"/>
                    <a:pt x="6549" y="7422"/>
                  </a:cubicBezTo>
                  <a:cubicBezTo>
                    <a:pt x="6986" y="7422"/>
                    <a:pt x="7422" y="7859"/>
                    <a:pt x="8295" y="8732"/>
                  </a:cubicBezTo>
                  <a:cubicBezTo>
                    <a:pt x="10755" y="9962"/>
                    <a:pt x="12106" y="10499"/>
                    <a:pt x="13129" y="10499"/>
                  </a:cubicBezTo>
                  <a:cubicBezTo>
                    <a:pt x="13922" y="10499"/>
                    <a:pt x="14518" y="10177"/>
                    <a:pt x="15280" y="9605"/>
                  </a:cubicBezTo>
                  <a:cubicBezTo>
                    <a:pt x="15280" y="9605"/>
                    <a:pt x="15717" y="9168"/>
                    <a:pt x="15717" y="9168"/>
                  </a:cubicBezTo>
                  <a:cubicBezTo>
                    <a:pt x="17900" y="7422"/>
                    <a:pt x="23138" y="3930"/>
                    <a:pt x="25758" y="2183"/>
                  </a:cubicBezTo>
                  <a:close/>
                  <a:moveTo>
                    <a:pt x="25758" y="1"/>
                  </a:moveTo>
                  <a:cubicBezTo>
                    <a:pt x="25321" y="1"/>
                    <a:pt x="17463" y="5676"/>
                    <a:pt x="14844" y="7859"/>
                  </a:cubicBezTo>
                  <a:cubicBezTo>
                    <a:pt x="14407" y="7859"/>
                    <a:pt x="14407" y="8295"/>
                    <a:pt x="13970" y="8295"/>
                  </a:cubicBezTo>
                  <a:cubicBezTo>
                    <a:pt x="13609" y="8657"/>
                    <a:pt x="13397" y="8869"/>
                    <a:pt x="12994" y="8869"/>
                  </a:cubicBezTo>
                  <a:cubicBezTo>
                    <a:pt x="12423" y="8869"/>
                    <a:pt x="11470" y="8445"/>
                    <a:pt x="9168" y="7422"/>
                  </a:cubicBezTo>
                  <a:cubicBezTo>
                    <a:pt x="8091" y="6344"/>
                    <a:pt x="7309" y="5562"/>
                    <a:pt x="6336" y="5562"/>
                  </a:cubicBezTo>
                  <a:cubicBezTo>
                    <a:pt x="6126" y="5562"/>
                    <a:pt x="5908" y="5598"/>
                    <a:pt x="5676" y="5676"/>
                  </a:cubicBezTo>
                  <a:lnTo>
                    <a:pt x="5239" y="5676"/>
                  </a:lnTo>
                  <a:cubicBezTo>
                    <a:pt x="5239" y="6112"/>
                    <a:pt x="4803" y="6112"/>
                    <a:pt x="4803" y="6549"/>
                  </a:cubicBezTo>
                  <a:cubicBezTo>
                    <a:pt x="4803" y="6986"/>
                    <a:pt x="4803" y="6986"/>
                    <a:pt x="4803" y="7422"/>
                  </a:cubicBezTo>
                  <a:cubicBezTo>
                    <a:pt x="4803" y="7859"/>
                    <a:pt x="4366" y="8732"/>
                    <a:pt x="4366" y="9168"/>
                  </a:cubicBezTo>
                  <a:cubicBezTo>
                    <a:pt x="4366" y="9168"/>
                    <a:pt x="4366" y="9168"/>
                    <a:pt x="4366" y="9605"/>
                  </a:cubicBezTo>
                  <a:cubicBezTo>
                    <a:pt x="4366" y="10041"/>
                    <a:pt x="4366" y="10915"/>
                    <a:pt x="4366" y="11351"/>
                  </a:cubicBezTo>
                  <a:cubicBezTo>
                    <a:pt x="4366" y="12224"/>
                    <a:pt x="4366" y="12661"/>
                    <a:pt x="4366" y="13534"/>
                  </a:cubicBezTo>
                  <a:cubicBezTo>
                    <a:pt x="3930" y="14407"/>
                    <a:pt x="3930" y="15280"/>
                    <a:pt x="3930" y="15717"/>
                  </a:cubicBezTo>
                  <a:cubicBezTo>
                    <a:pt x="3930" y="15717"/>
                    <a:pt x="3930" y="15717"/>
                    <a:pt x="3493" y="17463"/>
                  </a:cubicBezTo>
                  <a:cubicBezTo>
                    <a:pt x="3493" y="18336"/>
                    <a:pt x="3493" y="19209"/>
                    <a:pt x="3493" y="20082"/>
                  </a:cubicBezTo>
                  <a:cubicBezTo>
                    <a:pt x="3056" y="20519"/>
                    <a:pt x="3056" y="20519"/>
                    <a:pt x="3056" y="20956"/>
                  </a:cubicBezTo>
                  <a:cubicBezTo>
                    <a:pt x="3056" y="20956"/>
                    <a:pt x="3056" y="20956"/>
                    <a:pt x="3056" y="21829"/>
                  </a:cubicBezTo>
                  <a:cubicBezTo>
                    <a:pt x="2620" y="22265"/>
                    <a:pt x="2620" y="23138"/>
                    <a:pt x="2183" y="24011"/>
                  </a:cubicBezTo>
                  <a:cubicBezTo>
                    <a:pt x="2183" y="24011"/>
                    <a:pt x="2183" y="24011"/>
                    <a:pt x="2183" y="25758"/>
                  </a:cubicBezTo>
                  <a:cubicBezTo>
                    <a:pt x="1310" y="28377"/>
                    <a:pt x="874" y="30123"/>
                    <a:pt x="874" y="32306"/>
                  </a:cubicBezTo>
                  <a:cubicBezTo>
                    <a:pt x="874" y="32306"/>
                    <a:pt x="874" y="32306"/>
                    <a:pt x="1" y="34489"/>
                  </a:cubicBezTo>
                  <a:cubicBezTo>
                    <a:pt x="1" y="34489"/>
                    <a:pt x="1" y="34489"/>
                    <a:pt x="1310" y="35362"/>
                  </a:cubicBezTo>
                  <a:lnTo>
                    <a:pt x="2183" y="35362"/>
                  </a:lnTo>
                  <a:cubicBezTo>
                    <a:pt x="2183" y="35362"/>
                    <a:pt x="2183" y="35362"/>
                    <a:pt x="6112" y="36235"/>
                  </a:cubicBezTo>
                  <a:lnTo>
                    <a:pt x="6549" y="36235"/>
                  </a:lnTo>
                  <a:cubicBezTo>
                    <a:pt x="7422" y="36235"/>
                    <a:pt x="7859" y="36672"/>
                    <a:pt x="8295" y="36672"/>
                  </a:cubicBezTo>
                  <a:cubicBezTo>
                    <a:pt x="8732" y="36672"/>
                    <a:pt x="9168" y="36672"/>
                    <a:pt x="9168" y="36235"/>
                  </a:cubicBezTo>
                  <a:cubicBezTo>
                    <a:pt x="9605" y="35799"/>
                    <a:pt x="10041" y="35362"/>
                    <a:pt x="10478" y="34489"/>
                  </a:cubicBezTo>
                  <a:cubicBezTo>
                    <a:pt x="10915" y="34489"/>
                    <a:pt x="10915" y="34052"/>
                    <a:pt x="10915" y="34052"/>
                  </a:cubicBezTo>
                  <a:cubicBezTo>
                    <a:pt x="10915" y="34052"/>
                    <a:pt x="10915" y="34052"/>
                    <a:pt x="11351" y="33179"/>
                  </a:cubicBezTo>
                  <a:cubicBezTo>
                    <a:pt x="11788" y="33179"/>
                    <a:pt x="11788" y="32743"/>
                    <a:pt x="12224" y="32743"/>
                  </a:cubicBezTo>
                  <a:cubicBezTo>
                    <a:pt x="12661" y="31870"/>
                    <a:pt x="13097" y="30996"/>
                    <a:pt x="13970" y="30996"/>
                  </a:cubicBezTo>
                  <a:cubicBezTo>
                    <a:pt x="13970" y="30560"/>
                    <a:pt x="14407" y="30560"/>
                    <a:pt x="14407" y="30560"/>
                  </a:cubicBezTo>
                  <a:lnTo>
                    <a:pt x="15280" y="30560"/>
                  </a:lnTo>
                  <a:cubicBezTo>
                    <a:pt x="15717" y="30560"/>
                    <a:pt x="15717" y="30560"/>
                    <a:pt x="16153" y="30123"/>
                  </a:cubicBezTo>
                  <a:cubicBezTo>
                    <a:pt x="17026" y="30123"/>
                    <a:pt x="17900" y="30123"/>
                    <a:pt x="18336" y="29687"/>
                  </a:cubicBezTo>
                  <a:cubicBezTo>
                    <a:pt x="18773" y="29687"/>
                    <a:pt x="18773" y="29250"/>
                    <a:pt x="18773" y="28814"/>
                  </a:cubicBezTo>
                  <a:cubicBezTo>
                    <a:pt x="21829" y="26194"/>
                    <a:pt x="21829" y="25321"/>
                    <a:pt x="21829" y="24885"/>
                  </a:cubicBezTo>
                  <a:cubicBezTo>
                    <a:pt x="21829" y="24448"/>
                    <a:pt x="21829" y="24011"/>
                    <a:pt x="21392" y="23575"/>
                  </a:cubicBezTo>
                  <a:cubicBezTo>
                    <a:pt x="21392" y="23575"/>
                    <a:pt x="21392" y="23575"/>
                    <a:pt x="20955" y="23138"/>
                  </a:cubicBezTo>
                  <a:cubicBezTo>
                    <a:pt x="20955" y="23138"/>
                    <a:pt x="20519" y="22702"/>
                    <a:pt x="20519" y="22702"/>
                  </a:cubicBezTo>
                  <a:cubicBezTo>
                    <a:pt x="20519" y="22702"/>
                    <a:pt x="20082" y="22265"/>
                    <a:pt x="20082" y="22265"/>
                  </a:cubicBezTo>
                  <a:cubicBezTo>
                    <a:pt x="18773" y="20519"/>
                    <a:pt x="17463" y="18773"/>
                    <a:pt x="16153" y="17026"/>
                  </a:cubicBezTo>
                  <a:cubicBezTo>
                    <a:pt x="16153" y="17026"/>
                    <a:pt x="16153" y="17026"/>
                    <a:pt x="16590" y="16590"/>
                  </a:cubicBezTo>
                  <a:cubicBezTo>
                    <a:pt x="18773" y="16153"/>
                    <a:pt x="21392" y="15280"/>
                    <a:pt x="23575" y="14407"/>
                  </a:cubicBezTo>
                  <a:cubicBezTo>
                    <a:pt x="24011" y="13971"/>
                    <a:pt x="24448" y="13971"/>
                    <a:pt x="24884" y="13534"/>
                  </a:cubicBezTo>
                  <a:cubicBezTo>
                    <a:pt x="26194" y="13534"/>
                    <a:pt x="27504" y="13097"/>
                    <a:pt x="28377" y="12224"/>
                  </a:cubicBezTo>
                  <a:lnTo>
                    <a:pt x="28814" y="12224"/>
                  </a:lnTo>
                  <a:cubicBezTo>
                    <a:pt x="28814" y="12224"/>
                    <a:pt x="28814" y="12224"/>
                    <a:pt x="28814" y="11351"/>
                  </a:cubicBezTo>
                  <a:cubicBezTo>
                    <a:pt x="28814" y="11351"/>
                    <a:pt x="28814" y="11351"/>
                    <a:pt x="29250" y="11788"/>
                  </a:cubicBezTo>
                  <a:cubicBezTo>
                    <a:pt x="29250" y="11788"/>
                    <a:pt x="29250" y="11788"/>
                    <a:pt x="30123" y="10915"/>
                  </a:cubicBezTo>
                  <a:cubicBezTo>
                    <a:pt x="30123" y="10915"/>
                    <a:pt x="30123" y="10915"/>
                    <a:pt x="30123" y="9605"/>
                  </a:cubicBezTo>
                  <a:lnTo>
                    <a:pt x="29687" y="9605"/>
                  </a:lnTo>
                  <a:cubicBezTo>
                    <a:pt x="29687" y="9605"/>
                    <a:pt x="29687" y="9605"/>
                    <a:pt x="29250" y="9168"/>
                  </a:cubicBezTo>
                  <a:lnTo>
                    <a:pt x="28814" y="9168"/>
                  </a:lnTo>
                  <a:cubicBezTo>
                    <a:pt x="28814" y="9168"/>
                    <a:pt x="28814" y="9168"/>
                    <a:pt x="27940" y="5676"/>
                  </a:cubicBezTo>
                  <a:cubicBezTo>
                    <a:pt x="27940" y="4366"/>
                    <a:pt x="27504" y="3056"/>
                    <a:pt x="27067" y="1747"/>
                  </a:cubicBezTo>
                  <a:cubicBezTo>
                    <a:pt x="27067" y="1747"/>
                    <a:pt x="27067" y="1747"/>
                    <a:pt x="27067" y="1310"/>
                  </a:cubicBezTo>
                  <a:cubicBezTo>
                    <a:pt x="27067" y="1310"/>
                    <a:pt x="27067" y="1310"/>
                    <a:pt x="257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9"/>
            <p:cNvSpPr/>
            <p:nvPr/>
          </p:nvSpPr>
          <p:spPr>
            <a:xfrm>
              <a:off x="3115225" y="4134425"/>
              <a:ext cx="1720700" cy="1244225"/>
            </a:xfrm>
            <a:custGeom>
              <a:rect b="b" l="l" r="r" t="t"/>
              <a:pathLst>
                <a:path extrusionOk="0" h="49769" w="68828">
                  <a:moveTo>
                    <a:pt x="57914" y="874"/>
                  </a:moveTo>
                  <a:cubicBezTo>
                    <a:pt x="54858" y="1747"/>
                    <a:pt x="52238" y="2184"/>
                    <a:pt x="49619" y="2620"/>
                  </a:cubicBezTo>
                  <a:cubicBezTo>
                    <a:pt x="46563" y="2620"/>
                    <a:pt x="43507" y="2620"/>
                    <a:pt x="40888" y="4366"/>
                  </a:cubicBezTo>
                  <a:cubicBezTo>
                    <a:pt x="40015" y="4803"/>
                    <a:pt x="37832" y="5676"/>
                    <a:pt x="36522" y="6986"/>
                  </a:cubicBezTo>
                  <a:cubicBezTo>
                    <a:pt x="36522" y="6986"/>
                    <a:pt x="36522" y="6986"/>
                    <a:pt x="36086" y="6986"/>
                  </a:cubicBezTo>
                  <a:cubicBezTo>
                    <a:pt x="35649" y="7859"/>
                    <a:pt x="35213" y="8732"/>
                    <a:pt x="34776" y="9605"/>
                  </a:cubicBezTo>
                  <a:cubicBezTo>
                    <a:pt x="33903" y="11351"/>
                    <a:pt x="33030" y="12661"/>
                    <a:pt x="31720" y="14407"/>
                  </a:cubicBezTo>
                  <a:cubicBezTo>
                    <a:pt x="31720" y="14844"/>
                    <a:pt x="31283" y="15281"/>
                    <a:pt x="30410" y="15717"/>
                  </a:cubicBezTo>
                  <a:cubicBezTo>
                    <a:pt x="29974" y="16154"/>
                    <a:pt x="29537" y="16154"/>
                    <a:pt x="29101" y="16154"/>
                  </a:cubicBezTo>
                  <a:cubicBezTo>
                    <a:pt x="28664" y="16154"/>
                    <a:pt x="28228" y="16154"/>
                    <a:pt x="28228" y="15717"/>
                  </a:cubicBezTo>
                  <a:cubicBezTo>
                    <a:pt x="27791" y="15281"/>
                    <a:pt x="27354" y="13971"/>
                    <a:pt x="26918" y="13971"/>
                  </a:cubicBezTo>
                  <a:cubicBezTo>
                    <a:pt x="26918" y="13971"/>
                    <a:pt x="26481" y="13971"/>
                    <a:pt x="26481" y="13971"/>
                  </a:cubicBezTo>
                  <a:cubicBezTo>
                    <a:pt x="26481" y="13971"/>
                    <a:pt x="26481" y="13971"/>
                    <a:pt x="26481" y="13971"/>
                  </a:cubicBezTo>
                  <a:cubicBezTo>
                    <a:pt x="26481" y="13971"/>
                    <a:pt x="26481" y="13971"/>
                    <a:pt x="26045" y="13971"/>
                  </a:cubicBezTo>
                  <a:cubicBezTo>
                    <a:pt x="22552" y="13534"/>
                    <a:pt x="18623" y="12661"/>
                    <a:pt x="15131" y="12661"/>
                  </a:cubicBezTo>
                  <a:cubicBezTo>
                    <a:pt x="13821" y="12661"/>
                    <a:pt x="12511" y="13098"/>
                    <a:pt x="11202" y="13098"/>
                  </a:cubicBezTo>
                  <a:cubicBezTo>
                    <a:pt x="10329" y="13534"/>
                    <a:pt x="9892" y="13534"/>
                    <a:pt x="9019" y="13534"/>
                  </a:cubicBezTo>
                  <a:cubicBezTo>
                    <a:pt x="9019" y="13534"/>
                    <a:pt x="8582" y="13534"/>
                    <a:pt x="8146" y="13534"/>
                  </a:cubicBezTo>
                  <a:cubicBezTo>
                    <a:pt x="8146" y="13534"/>
                    <a:pt x="8146" y="13534"/>
                    <a:pt x="7709" y="13534"/>
                  </a:cubicBezTo>
                  <a:cubicBezTo>
                    <a:pt x="7709" y="13098"/>
                    <a:pt x="7273" y="13098"/>
                    <a:pt x="6836" y="12661"/>
                  </a:cubicBezTo>
                  <a:cubicBezTo>
                    <a:pt x="6836" y="12661"/>
                    <a:pt x="6400" y="12225"/>
                    <a:pt x="6400" y="12225"/>
                  </a:cubicBezTo>
                  <a:cubicBezTo>
                    <a:pt x="5963" y="12225"/>
                    <a:pt x="5526" y="12225"/>
                    <a:pt x="5090" y="12225"/>
                  </a:cubicBezTo>
                  <a:cubicBezTo>
                    <a:pt x="5090" y="12225"/>
                    <a:pt x="4653" y="12225"/>
                    <a:pt x="4653" y="12225"/>
                  </a:cubicBezTo>
                  <a:cubicBezTo>
                    <a:pt x="4217" y="12225"/>
                    <a:pt x="3780" y="13534"/>
                    <a:pt x="3780" y="14407"/>
                  </a:cubicBezTo>
                  <a:cubicBezTo>
                    <a:pt x="3344" y="14844"/>
                    <a:pt x="3344" y="15281"/>
                    <a:pt x="3344" y="15281"/>
                  </a:cubicBezTo>
                  <a:cubicBezTo>
                    <a:pt x="3344" y="15717"/>
                    <a:pt x="3344" y="15717"/>
                    <a:pt x="3344" y="16154"/>
                  </a:cubicBezTo>
                  <a:cubicBezTo>
                    <a:pt x="3344" y="16154"/>
                    <a:pt x="3344" y="16590"/>
                    <a:pt x="3344" y="16590"/>
                  </a:cubicBezTo>
                  <a:cubicBezTo>
                    <a:pt x="3344" y="17027"/>
                    <a:pt x="3344" y="17027"/>
                    <a:pt x="3344" y="17463"/>
                  </a:cubicBezTo>
                  <a:cubicBezTo>
                    <a:pt x="3780" y="18336"/>
                    <a:pt x="3780" y="18773"/>
                    <a:pt x="3344" y="18773"/>
                  </a:cubicBezTo>
                  <a:cubicBezTo>
                    <a:pt x="3344" y="18773"/>
                    <a:pt x="3344" y="18773"/>
                    <a:pt x="3344" y="18773"/>
                  </a:cubicBezTo>
                  <a:cubicBezTo>
                    <a:pt x="2907" y="19210"/>
                    <a:pt x="1597" y="20083"/>
                    <a:pt x="1161" y="20519"/>
                  </a:cubicBezTo>
                  <a:cubicBezTo>
                    <a:pt x="724" y="20956"/>
                    <a:pt x="724" y="20956"/>
                    <a:pt x="724" y="20956"/>
                  </a:cubicBezTo>
                  <a:cubicBezTo>
                    <a:pt x="1161" y="21392"/>
                    <a:pt x="1161" y="21392"/>
                    <a:pt x="1161" y="21392"/>
                  </a:cubicBezTo>
                  <a:cubicBezTo>
                    <a:pt x="1161" y="22266"/>
                    <a:pt x="1161" y="23575"/>
                    <a:pt x="1161" y="24448"/>
                  </a:cubicBezTo>
                  <a:cubicBezTo>
                    <a:pt x="1161" y="24885"/>
                    <a:pt x="724" y="24885"/>
                    <a:pt x="724" y="25321"/>
                  </a:cubicBezTo>
                  <a:cubicBezTo>
                    <a:pt x="1161" y="26195"/>
                    <a:pt x="1161" y="27068"/>
                    <a:pt x="1161" y="27504"/>
                  </a:cubicBezTo>
                  <a:cubicBezTo>
                    <a:pt x="1161" y="28377"/>
                    <a:pt x="1161" y="29251"/>
                    <a:pt x="1161" y="30124"/>
                  </a:cubicBezTo>
                  <a:cubicBezTo>
                    <a:pt x="1161" y="30124"/>
                    <a:pt x="724" y="29251"/>
                    <a:pt x="724" y="29687"/>
                  </a:cubicBezTo>
                  <a:cubicBezTo>
                    <a:pt x="-149" y="29687"/>
                    <a:pt x="-149" y="30124"/>
                    <a:pt x="288" y="30124"/>
                  </a:cubicBezTo>
                  <a:cubicBezTo>
                    <a:pt x="288" y="30124"/>
                    <a:pt x="724" y="30124"/>
                    <a:pt x="1161" y="30124"/>
                  </a:cubicBezTo>
                  <a:cubicBezTo>
                    <a:pt x="1597" y="30997"/>
                    <a:pt x="1597" y="32743"/>
                    <a:pt x="1597" y="33616"/>
                  </a:cubicBezTo>
                  <a:cubicBezTo>
                    <a:pt x="2034" y="34489"/>
                    <a:pt x="2034" y="35362"/>
                    <a:pt x="2470" y="36236"/>
                  </a:cubicBezTo>
                  <a:cubicBezTo>
                    <a:pt x="2470" y="37982"/>
                    <a:pt x="2907" y="39291"/>
                    <a:pt x="3780" y="41038"/>
                  </a:cubicBezTo>
                  <a:cubicBezTo>
                    <a:pt x="4217" y="42347"/>
                    <a:pt x="4217" y="42784"/>
                    <a:pt x="4217" y="44094"/>
                  </a:cubicBezTo>
                  <a:cubicBezTo>
                    <a:pt x="3780" y="44530"/>
                    <a:pt x="3780" y="44967"/>
                    <a:pt x="3780" y="45403"/>
                  </a:cubicBezTo>
                  <a:cubicBezTo>
                    <a:pt x="4217" y="46713"/>
                    <a:pt x="5090" y="48459"/>
                    <a:pt x="5526" y="49769"/>
                  </a:cubicBezTo>
                  <a:cubicBezTo>
                    <a:pt x="5526" y="49769"/>
                    <a:pt x="10765" y="49769"/>
                    <a:pt x="11638" y="49769"/>
                  </a:cubicBezTo>
                  <a:cubicBezTo>
                    <a:pt x="12075" y="49769"/>
                    <a:pt x="12948" y="48896"/>
                    <a:pt x="13821" y="48896"/>
                  </a:cubicBezTo>
                  <a:cubicBezTo>
                    <a:pt x="14258" y="48896"/>
                    <a:pt x="15131" y="48896"/>
                    <a:pt x="16004" y="48896"/>
                  </a:cubicBezTo>
                  <a:cubicBezTo>
                    <a:pt x="15567" y="47150"/>
                    <a:pt x="18187" y="46276"/>
                    <a:pt x="19060" y="45403"/>
                  </a:cubicBezTo>
                  <a:cubicBezTo>
                    <a:pt x="19933" y="44530"/>
                    <a:pt x="20369" y="44530"/>
                    <a:pt x="21679" y="44094"/>
                  </a:cubicBezTo>
                  <a:cubicBezTo>
                    <a:pt x="24299" y="43657"/>
                    <a:pt x="26918" y="43221"/>
                    <a:pt x="29537" y="42347"/>
                  </a:cubicBezTo>
                  <a:cubicBezTo>
                    <a:pt x="31283" y="42347"/>
                    <a:pt x="32593" y="41038"/>
                    <a:pt x="33903" y="39728"/>
                  </a:cubicBezTo>
                  <a:cubicBezTo>
                    <a:pt x="35213" y="38855"/>
                    <a:pt x="35649" y="39291"/>
                    <a:pt x="36959" y="39291"/>
                  </a:cubicBezTo>
                  <a:cubicBezTo>
                    <a:pt x="37395" y="39291"/>
                    <a:pt x="39142" y="39291"/>
                    <a:pt x="39578" y="39291"/>
                  </a:cubicBezTo>
                  <a:cubicBezTo>
                    <a:pt x="40451" y="37982"/>
                    <a:pt x="40888" y="37109"/>
                    <a:pt x="41761" y="36236"/>
                  </a:cubicBezTo>
                  <a:cubicBezTo>
                    <a:pt x="42634" y="35362"/>
                    <a:pt x="43507" y="34926"/>
                    <a:pt x="44380" y="34489"/>
                  </a:cubicBezTo>
                  <a:cubicBezTo>
                    <a:pt x="45253" y="33616"/>
                    <a:pt x="46127" y="33616"/>
                    <a:pt x="47000" y="33180"/>
                  </a:cubicBezTo>
                  <a:cubicBezTo>
                    <a:pt x="48746" y="32743"/>
                    <a:pt x="50492" y="32306"/>
                    <a:pt x="52675" y="31433"/>
                  </a:cubicBezTo>
                  <a:cubicBezTo>
                    <a:pt x="53985" y="30997"/>
                    <a:pt x="55731" y="30560"/>
                    <a:pt x="57041" y="29687"/>
                  </a:cubicBezTo>
                  <a:cubicBezTo>
                    <a:pt x="58350" y="29251"/>
                    <a:pt x="59660" y="28377"/>
                    <a:pt x="60970" y="27941"/>
                  </a:cubicBezTo>
                  <a:cubicBezTo>
                    <a:pt x="61406" y="27504"/>
                    <a:pt x="62716" y="27068"/>
                    <a:pt x="62716" y="26631"/>
                  </a:cubicBezTo>
                  <a:cubicBezTo>
                    <a:pt x="63152" y="26631"/>
                    <a:pt x="62716" y="26195"/>
                    <a:pt x="62716" y="25758"/>
                  </a:cubicBezTo>
                  <a:cubicBezTo>
                    <a:pt x="62716" y="25758"/>
                    <a:pt x="62716" y="25321"/>
                    <a:pt x="62716" y="25321"/>
                  </a:cubicBezTo>
                  <a:cubicBezTo>
                    <a:pt x="62716" y="24885"/>
                    <a:pt x="62716" y="24885"/>
                    <a:pt x="62716" y="24885"/>
                  </a:cubicBezTo>
                  <a:cubicBezTo>
                    <a:pt x="62716" y="23575"/>
                    <a:pt x="63589" y="22702"/>
                    <a:pt x="64026" y="21829"/>
                  </a:cubicBezTo>
                  <a:cubicBezTo>
                    <a:pt x="64462" y="20519"/>
                    <a:pt x="64899" y="20519"/>
                    <a:pt x="65772" y="20083"/>
                  </a:cubicBezTo>
                  <a:cubicBezTo>
                    <a:pt x="66645" y="19646"/>
                    <a:pt x="67518" y="19210"/>
                    <a:pt x="67955" y="19210"/>
                  </a:cubicBezTo>
                  <a:cubicBezTo>
                    <a:pt x="67955" y="19210"/>
                    <a:pt x="68391" y="19210"/>
                    <a:pt x="68391" y="19210"/>
                  </a:cubicBezTo>
                  <a:cubicBezTo>
                    <a:pt x="68828" y="19210"/>
                    <a:pt x="68828" y="19210"/>
                    <a:pt x="68828" y="19210"/>
                  </a:cubicBezTo>
                  <a:cubicBezTo>
                    <a:pt x="66208" y="13098"/>
                    <a:pt x="63589" y="6113"/>
                    <a:pt x="61406" y="1"/>
                  </a:cubicBezTo>
                  <a:cubicBezTo>
                    <a:pt x="60096" y="437"/>
                    <a:pt x="59223" y="874"/>
                    <a:pt x="57914" y="874"/>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9"/>
            <p:cNvSpPr/>
            <p:nvPr/>
          </p:nvSpPr>
          <p:spPr>
            <a:xfrm>
              <a:off x="3089675" y="4123525"/>
              <a:ext cx="1768075" cy="1276975"/>
            </a:xfrm>
            <a:custGeom>
              <a:rect b="b" l="l" r="r" t="t"/>
              <a:pathLst>
                <a:path extrusionOk="0" h="51079" w="70723">
                  <a:moveTo>
                    <a:pt x="1746" y="30560"/>
                  </a:moveTo>
                  <a:cubicBezTo>
                    <a:pt x="1746" y="30560"/>
                    <a:pt x="1746" y="30560"/>
                    <a:pt x="1746" y="30996"/>
                  </a:cubicBezTo>
                  <a:cubicBezTo>
                    <a:pt x="1746" y="30996"/>
                    <a:pt x="1310" y="30560"/>
                    <a:pt x="1310" y="30560"/>
                  </a:cubicBezTo>
                  <a:close/>
                  <a:moveTo>
                    <a:pt x="61992" y="1747"/>
                  </a:moveTo>
                  <a:cubicBezTo>
                    <a:pt x="63738" y="6985"/>
                    <a:pt x="66357" y="13534"/>
                    <a:pt x="68540" y="18772"/>
                  </a:cubicBezTo>
                  <a:cubicBezTo>
                    <a:pt x="68540" y="18772"/>
                    <a:pt x="68540" y="18772"/>
                    <a:pt x="67667" y="19209"/>
                  </a:cubicBezTo>
                  <a:cubicBezTo>
                    <a:pt x="67230" y="19209"/>
                    <a:pt x="66794" y="19646"/>
                    <a:pt x="66357" y="19646"/>
                  </a:cubicBezTo>
                  <a:cubicBezTo>
                    <a:pt x="65048" y="20082"/>
                    <a:pt x="65048" y="20519"/>
                    <a:pt x="64174" y="21828"/>
                  </a:cubicBezTo>
                  <a:cubicBezTo>
                    <a:pt x="64174" y="21828"/>
                    <a:pt x="63738" y="22265"/>
                    <a:pt x="63738" y="22265"/>
                  </a:cubicBezTo>
                  <a:cubicBezTo>
                    <a:pt x="63301" y="23138"/>
                    <a:pt x="62865" y="24011"/>
                    <a:pt x="62865" y="25321"/>
                  </a:cubicBezTo>
                  <a:cubicBezTo>
                    <a:pt x="62865" y="25321"/>
                    <a:pt x="62865" y="25757"/>
                    <a:pt x="62865" y="25757"/>
                  </a:cubicBezTo>
                  <a:cubicBezTo>
                    <a:pt x="62865" y="26194"/>
                    <a:pt x="62865" y="26194"/>
                    <a:pt x="62865" y="26194"/>
                  </a:cubicBezTo>
                  <a:cubicBezTo>
                    <a:pt x="62865" y="26631"/>
                    <a:pt x="62865" y="26631"/>
                    <a:pt x="62865" y="26631"/>
                  </a:cubicBezTo>
                  <a:cubicBezTo>
                    <a:pt x="62865" y="26631"/>
                    <a:pt x="62865" y="26631"/>
                    <a:pt x="62865" y="27067"/>
                  </a:cubicBezTo>
                  <a:cubicBezTo>
                    <a:pt x="62865" y="27067"/>
                    <a:pt x="62428" y="27067"/>
                    <a:pt x="61992" y="27504"/>
                  </a:cubicBezTo>
                  <a:lnTo>
                    <a:pt x="61555" y="27504"/>
                  </a:lnTo>
                  <a:cubicBezTo>
                    <a:pt x="61555" y="27504"/>
                    <a:pt x="61555" y="27504"/>
                    <a:pt x="57626" y="29687"/>
                  </a:cubicBezTo>
                  <a:cubicBezTo>
                    <a:pt x="57189" y="29687"/>
                    <a:pt x="56316" y="30123"/>
                    <a:pt x="55443" y="30560"/>
                  </a:cubicBezTo>
                  <a:cubicBezTo>
                    <a:pt x="54570" y="30560"/>
                    <a:pt x="54134" y="30560"/>
                    <a:pt x="53260" y="30996"/>
                  </a:cubicBezTo>
                  <a:cubicBezTo>
                    <a:pt x="52387" y="31433"/>
                    <a:pt x="51078" y="31869"/>
                    <a:pt x="50204" y="32306"/>
                  </a:cubicBezTo>
                  <a:cubicBezTo>
                    <a:pt x="49331" y="32306"/>
                    <a:pt x="48458" y="32742"/>
                    <a:pt x="48022" y="32742"/>
                  </a:cubicBezTo>
                  <a:cubicBezTo>
                    <a:pt x="47585" y="32742"/>
                    <a:pt x="47149" y="33179"/>
                    <a:pt x="47149" y="33179"/>
                  </a:cubicBezTo>
                  <a:cubicBezTo>
                    <a:pt x="46275" y="33179"/>
                    <a:pt x="45839" y="33616"/>
                    <a:pt x="44966" y="34052"/>
                  </a:cubicBezTo>
                  <a:cubicBezTo>
                    <a:pt x="43656" y="34489"/>
                    <a:pt x="42783" y="34925"/>
                    <a:pt x="41910" y="36235"/>
                  </a:cubicBezTo>
                  <a:cubicBezTo>
                    <a:pt x="41910" y="36235"/>
                    <a:pt x="41910" y="36235"/>
                    <a:pt x="40164" y="38854"/>
                  </a:cubicBezTo>
                  <a:lnTo>
                    <a:pt x="37108" y="38854"/>
                  </a:lnTo>
                  <a:cubicBezTo>
                    <a:pt x="36235" y="38854"/>
                    <a:pt x="35798" y="38854"/>
                    <a:pt x="34488" y="39727"/>
                  </a:cubicBezTo>
                  <a:cubicBezTo>
                    <a:pt x="34052" y="39727"/>
                    <a:pt x="34052" y="40164"/>
                    <a:pt x="33615" y="40164"/>
                  </a:cubicBezTo>
                  <a:cubicBezTo>
                    <a:pt x="32305" y="41037"/>
                    <a:pt x="31432" y="41910"/>
                    <a:pt x="30123" y="41910"/>
                  </a:cubicBezTo>
                  <a:cubicBezTo>
                    <a:pt x="30123" y="41910"/>
                    <a:pt x="30123" y="41910"/>
                    <a:pt x="22265" y="43657"/>
                  </a:cubicBezTo>
                  <a:cubicBezTo>
                    <a:pt x="20955" y="44093"/>
                    <a:pt x="20082" y="44093"/>
                    <a:pt x="19209" y="45403"/>
                  </a:cubicBezTo>
                  <a:cubicBezTo>
                    <a:pt x="19209" y="45403"/>
                    <a:pt x="18772" y="45839"/>
                    <a:pt x="18336" y="46276"/>
                  </a:cubicBezTo>
                  <a:cubicBezTo>
                    <a:pt x="17462" y="46712"/>
                    <a:pt x="16589" y="47586"/>
                    <a:pt x="16153" y="48459"/>
                  </a:cubicBezTo>
                  <a:lnTo>
                    <a:pt x="14843" y="48459"/>
                  </a:lnTo>
                  <a:cubicBezTo>
                    <a:pt x="13970" y="48459"/>
                    <a:pt x="13533" y="48459"/>
                    <a:pt x="13097" y="48895"/>
                  </a:cubicBezTo>
                  <a:cubicBezTo>
                    <a:pt x="13097" y="48895"/>
                    <a:pt x="12660" y="49332"/>
                    <a:pt x="12660" y="49332"/>
                  </a:cubicBezTo>
                  <a:lnTo>
                    <a:pt x="6985" y="49332"/>
                  </a:lnTo>
                  <a:cubicBezTo>
                    <a:pt x="6985" y="48895"/>
                    <a:pt x="6985" y="48459"/>
                    <a:pt x="6548" y="48459"/>
                  </a:cubicBezTo>
                  <a:cubicBezTo>
                    <a:pt x="6548" y="47586"/>
                    <a:pt x="6112" y="46276"/>
                    <a:pt x="5675" y="45403"/>
                  </a:cubicBezTo>
                  <a:cubicBezTo>
                    <a:pt x="5675" y="45403"/>
                    <a:pt x="5675" y="44966"/>
                    <a:pt x="5675" y="44966"/>
                  </a:cubicBezTo>
                  <a:cubicBezTo>
                    <a:pt x="5675" y="44966"/>
                    <a:pt x="5675" y="44966"/>
                    <a:pt x="6112" y="44093"/>
                  </a:cubicBezTo>
                  <a:cubicBezTo>
                    <a:pt x="6112" y="43220"/>
                    <a:pt x="6112" y="42347"/>
                    <a:pt x="5675" y="41037"/>
                  </a:cubicBezTo>
                  <a:cubicBezTo>
                    <a:pt x="4802" y="39291"/>
                    <a:pt x="4366" y="37981"/>
                    <a:pt x="4366" y="36672"/>
                  </a:cubicBezTo>
                  <a:cubicBezTo>
                    <a:pt x="3929" y="36235"/>
                    <a:pt x="3929" y="35798"/>
                    <a:pt x="3929" y="35362"/>
                  </a:cubicBezTo>
                  <a:cubicBezTo>
                    <a:pt x="3929" y="35362"/>
                    <a:pt x="3929" y="35362"/>
                    <a:pt x="3492" y="34052"/>
                  </a:cubicBezTo>
                  <a:cubicBezTo>
                    <a:pt x="3492" y="33616"/>
                    <a:pt x="3492" y="33616"/>
                    <a:pt x="3492" y="33179"/>
                  </a:cubicBezTo>
                  <a:cubicBezTo>
                    <a:pt x="3492" y="31869"/>
                    <a:pt x="3056" y="30996"/>
                    <a:pt x="3056" y="30560"/>
                  </a:cubicBezTo>
                  <a:cubicBezTo>
                    <a:pt x="3056" y="29687"/>
                    <a:pt x="3056" y="28813"/>
                    <a:pt x="3056" y="28377"/>
                  </a:cubicBezTo>
                  <a:cubicBezTo>
                    <a:pt x="3056" y="28377"/>
                    <a:pt x="3056" y="28377"/>
                    <a:pt x="3056" y="27940"/>
                  </a:cubicBezTo>
                  <a:cubicBezTo>
                    <a:pt x="3056" y="27504"/>
                    <a:pt x="3056" y="27504"/>
                    <a:pt x="3056" y="27067"/>
                  </a:cubicBezTo>
                  <a:cubicBezTo>
                    <a:pt x="3056" y="26631"/>
                    <a:pt x="3056" y="26194"/>
                    <a:pt x="2619" y="25757"/>
                  </a:cubicBezTo>
                  <a:lnTo>
                    <a:pt x="3056" y="25757"/>
                  </a:lnTo>
                  <a:cubicBezTo>
                    <a:pt x="3056" y="25757"/>
                    <a:pt x="3056" y="25321"/>
                    <a:pt x="3056" y="24884"/>
                  </a:cubicBezTo>
                  <a:cubicBezTo>
                    <a:pt x="3056" y="24011"/>
                    <a:pt x="3056" y="22702"/>
                    <a:pt x="3056" y="21828"/>
                  </a:cubicBezTo>
                  <a:cubicBezTo>
                    <a:pt x="3056" y="21828"/>
                    <a:pt x="3056" y="21828"/>
                    <a:pt x="3056" y="21392"/>
                  </a:cubicBezTo>
                  <a:cubicBezTo>
                    <a:pt x="3056" y="20955"/>
                    <a:pt x="3929" y="20519"/>
                    <a:pt x="4366" y="20519"/>
                  </a:cubicBezTo>
                  <a:cubicBezTo>
                    <a:pt x="4802" y="20082"/>
                    <a:pt x="4802" y="20082"/>
                    <a:pt x="4802" y="20082"/>
                  </a:cubicBezTo>
                  <a:lnTo>
                    <a:pt x="5239" y="20082"/>
                  </a:lnTo>
                  <a:cubicBezTo>
                    <a:pt x="5675" y="19209"/>
                    <a:pt x="5675" y="18336"/>
                    <a:pt x="5239" y="17899"/>
                  </a:cubicBezTo>
                  <a:cubicBezTo>
                    <a:pt x="5239" y="17899"/>
                    <a:pt x="5239" y="17899"/>
                    <a:pt x="5239" y="17463"/>
                  </a:cubicBezTo>
                  <a:cubicBezTo>
                    <a:pt x="5239" y="17463"/>
                    <a:pt x="5239" y="17026"/>
                    <a:pt x="5239" y="17026"/>
                  </a:cubicBezTo>
                  <a:cubicBezTo>
                    <a:pt x="5239" y="17026"/>
                    <a:pt x="5239" y="16590"/>
                    <a:pt x="5239" y="16590"/>
                  </a:cubicBezTo>
                  <a:cubicBezTo>
                    <a:pt x="5239" y="16590"/>
                    <a:pt x="5239" y="16590"/>
                    <a:pt x="5239" y="16153"/>
                  </a:cubicBezTo>
                  <a:cubicBezTo>
                    <a:pt x="5239" y="15717"/>
                    <a:pt x="5239" y="15717"/>
                    <a:pt x="5239" y="15280"/>
                  </a:cubicBezTo>
                  <a:cubicBezTo>
                    <a:pt x="5675" y="14407"/>
                    <a:pt x="5675" y="13970"/>
                    <a:pt x="6112" y="13534"/>
                  </a:cubicBezTo>
                  <a:lnTo>
                    <a:pt x="6985" y="13534"/>
                  </a:lnTo>
                  <a:cubicBezTo>
                    <a:pt x="7422" y="13970"/>
                    <a:pt x="7858" y="14407"/>
                    <a:pt x="8731" y="14843"/>
                  </a:cubicBezTo>
                  <a:lnTo>
                    <a:pt x="11351" y="14843"/>
                  </a:lnTo>
                  <a:cubicBezTo>
                    <a:pt x="11787" y="14843"/>
                    <a:pt x="11787" y="14407"/>
                    <a:pt x="12224" y="14407"/>
                  </a:cubicBezTo>
                  <a:lnTo>
                    <a:pt x="13533" y="14407"/>
                  </a:lnTo>
                  <a:cubicBezTo>
                    <a:pt x="14407" y="14407"/>
                    <a:pt x="15280" y="13970"/>
                    <a:pt x="16153" y="13970"/>
                  </a:cubicBezTo>
                  <a:cubicBezTo>
                    <a:pt x="18772" y="13970"/>
                    <a:pt x="21391" y="14407"/>
                    <a:pt x="23574" y="14407"/>
                  </a:cubicBezTo>
                  <a:cubicBezTo>
                    <a:pt x="24884" y="14843"/>
                    <a:pt x="25757" y="14843"/>
                    <a:pt x="27067" y="15280"/>
                  </a:cubicBezTo>
                  <a:lnTo>
                    <a:pt x="27503" y="15280"/>
                  </a:lnTo>
                  <a:cubicBezTo>
                    <a:pt x="27503" y="15280"/>
                    <a:pt x="27940" y="15717"/>
                    <a:pt x="27940" y="16153"/>
                  </a:cubicBezTo>
                  <a:cubicBezTo>
                    <a:pt x="28376" y="16153"/>
                    <a:pt x="28376" y="16590"/>
                    <a:pt x="28376" y="16590"/>
                  </a:cubicBezTo>
                  <a:cubicBezTo>
                    <a:pt x="28813" y="17026"/>
                    <a:pt x="29250" y="17463"/>
                    <a:pt x="29686" y="17463"/>
                  </a:cubicBezTo>
                  <a:lnTo>
                    <a:pt x="30559" y="17463"/>
                  </a:lnTo>
                  <a:cubicBezTo>
                    <a:pt x="30996" y="17463"/>
                    <a:pt x="31432" y="17026"/>
                    <a:pt x="31869" y="17026"/>
                  </a:cubicBezTo>
                  <a:cubicBezTo>
                    <a:pt x="32742" y="16590"/>
                    <a:pt x="33179" y="15717"/>
                    <a:pt x="33615" y="15280"/>
                  </a:cubicBezTo>
                  <a:cubicBezTo>
                    <a:pt x="33615" y="15280"/>
                    <a:pt x="33615" y="15280"/>
                    <a:pt x="37981" y="7858"/>
                  </a:cubicBezTo>
                  <a:cubicBezTo>
                    <a:pt x="38854" y="6985"/>
                    <a:pt x="40164" y="6549"/>
                    <a:pt x="41037" y="6112"/>
                  </a:cubicBezTo>
                  <a:cubicBezTo>
                    <a:pt x="41473" y="5676"/>
                    <a:pt x="41910" y="5676"/>
                    <a:pt x="42346" y="5239"/>
                  </a:cubicBezTo>
                  <a:cubicBezTo>
                    <a:pt x="44529" y="4366"/>
                    <a:pt x="46712" y="3929"/>
                    <a:pt x="49331" y="3929"/>
                  </a:cubicBezTo>
                  <a:lnTo>
                    <a:pt x="50641" y="3929"/>
                  </a:lnTo>
                  <a:cubicBezTo>
                    <a:pt x="53697" y="3493"/>
                    <a:pt x="56316" y="3056"/>
                    <a:pt x="58936" y="2183"/>
                  </a:cubicBezTo>
                  <a:cubicBezTo>
                    <a:pt x="59809" y="2183"/>
                    <a:pt x="60682" y="1747"/>
                    <a:pt x="61992" y="1747"/>
                  </a:cubicBezTo>
                  <a:close/>
                  <a:moveTo>
                    <a:pt x="61992" y="0"/>
                  </a:moveTo>
                  <a:cubicBezTo>
                    <a:pt x="61118" y="0"/>
                    <a:pt x="59809" y="437"/>
                    <a:pt x="58936" y="873"/>
                  </a:cubicBezTo>
                  <a:cubicBezTo>
                    <a:pt x="58936" y="873"/>
                    <a:pt x="58936" y="873"/>
                    <a:pt x="58499" y="437"/>
                  </a:cubicBezTo>
                  <a:cubicBezTo>
                    <a:pt x="56316" y="1310"/>
                    <a:pt x="53697" y="1747"/>
                    <a:pt x="50204" y="2183"/>
                  </a:cubicBezTo>
                  <a:lnTo>
                    <a:pt x="49331" y="2183"/>
                  </a:lnTo>
                  <a:cubicBezTo>
                    <a:pt x="46712" y="2183"/>
                    <a:pt x="44093" y="2620"/>
                    <a:pt x="41473" y="3929"/>
                  </a:cubicBezTo>
                  <a:cubicBezTo>
                    <a:pt x="41473" y="3929"/>
                    <a:pt x="40600" y="4366"/>
                    <a:pt x="40164" y="4366"/>
                  </a:cubicBezTo>
                  <a:cubicBezTo>
                    <a:pt x="39290" y="5239"/>
                    <a:pt x="37981" y="5676"/>
                    <a:pt x="37108" y="6549"/>
                  </a:cubicBezTo>
                  <a:cubicBezTo>
                    <a:pt x="36671" y="6549"/>
                    <a:pt x="36671" y="6985"/>
                    <a:pt x="36671" y="6985"/>
                  </a:cubicBezTo>
                  <a:cubicBezTo>
                    <a:pt x="36671" y="6985"/>
                    <a:pt x="36671" y="6985"/>
                    <a:pt x="32305" y="14407"/>
                  </a:cubicBezTo>
                  <a:cubicBezTo>
                    <a:pt x="31869" y="14843"/>
                    <a:pt x="31432" y="15280"/>
                    <a:pt x="30996" y="15280"/>
                  </a:cubicBezTo>
                  <a:cubicBezTo>
                    <a:pt x="30996" y="15717"/>
                    <a:pt x="30559" y="15717"/>
                    <a:pt x="30123" y="15717"/>
                  </a:cubicBezTo>
                  <a:lnTo>
                    <a:pt x="29686" y="15717"/>
                  </a:lnTo>
                  <a:cubicBezTo>
                    <a:pt x="29686" y="15717"/>
                    <a:pt x="29686" y="15280"/>
                    <a:pt x="29686" y="15280"/>
                  </a:cubicBezTo>
                  <a:cubicBezTo>
                    <a:pt x="29250" y="14407"/>
                    <a:pt x="28813" y="13534"/>
                    <a:pt x="27940" y="13534"/>
                  </a:cubicBezTo>
                  <a:lnTo>
                    <a:pt x="27067" y="13534"/>
                  </a:lnTo>
                  <a:cubicBezTo>
                    <a:pt x="26194" y="13097"/>
                    <a:pt x="24884" y="13097"/>
                    <a:pt x="24011" y="13097"/>
                  </a:cubicBezTo>
                  <a:cubicBezTo>
                    <a:pt x="21391" y="12661"/>
                    <a:pt x="18772" y="12224"/>
                    <a:pt x="16153" y="12224"/>
                  </a:cubicBezTo>
                  <a:cubicBezTo>
                    <a:pt x="15280" y="12224"/>
                    <a:pt x="13970" y="12661"/>
                    <a:pt x="13097" y="12661"/>
                  </a:cubicBezTo>
                  <a:lnTo>
                    <a:pt x="11787" y="12661"/>
                  </a:lnTo>
                  <a:cubicBezTo>
                    <a:pt x="11787" y="13097"/>
                    <a:pt x="11351" y="13097"/>
                    <a:pt x="10914" y="13097"/>
                  </a:cubicBezTo>
                  <a:lnTo>
                    <a:pt x="9168" y="13097"/>
                  </a:lnTo>
                  <a:cubicBezTo>
                    <a:pt x="8731" y="12661"/>
                    <a:pt x="8731" y="12661"/>
                    <a:pt x="8295" y="12661"/>
                  </a:cubicBezTo>
                  <a:cubicBezTo>
                    <a:pt x="8295" y="12224"/>
                    <a:pt x="8295" y="12224"/>
                    <a:pt x="7858" y="12224"/>
                  </a:cubicBezTo>
                  <a:cubicBezTo>
                    <a:pt x="7422" y="11787"/>
                    <a:pt x="6548" y="11787"/>
                    <a:pt x="5675" y="11787"/>
                  </a:cubicBezTo>
                  <a:cubicBezTo>
                    <a:pt x="5239" y="11787"/>
                    <a:pt x="4366" y="12224"/>
                    <a:pt x="3929" y="14843"/>
                  </a:cubicBezTo>
                  <a:cubicBezTo>
                    <a:pt x="3492" y="14843"/>
                    <a:pt x="3492" y="15280"/>
                    <a:pt x="3492" y="15717"/>
                  </a:cubicBezTo>
                  <a:cubicBezTo>
                    <a:pt x="3492" y="15717"/>
                    <a:pt x="3492" y="16153"/>
                    <a:pt x="3492" y="16590"/>
                  </a:cubicBezTo>
                  <a:cubicBezTo>
                    <a:pt x="3492" y="16590"/>
                    <a:pt x="3492" y="17026"/>
                    <a:pt x="3492" y="17026"/>
                  </a:cubicBezTo>
                  <a:cubicBezTo>
                    <a:pt x="3492" y="17463"/>
                    <a:pt x="3492" y="17899"/>
                    <a:pt x="3492" y="18336"/>
                  </a:cubicBezTo>
                  <a:cubicBezTo>
                    <a:pt x="3929" y="18336"/>
                    <a:pt x="3929" y="18772"/>
                    <a:pt x="3929" y="18772"/>
                  </a:cubicBezTo>
                  <a:lnTo>
                    <a:pt x="3492" y="18772"/>
                  </a:lnTo>
                  <a:cubicBezTo>
                    <a:pt x="2619" y="19646"/>
                    <a:pt x="1746" y="20082"/>
                    <a:pt x="1746" y="20519"/>
                  </a:cubicBezTo>
                  <a:cubicBezTo>
                    <a:pt x="1746" y="20519"/>
                    <a:pt x="1746" y="20519"/>
                    <a:pt x="1310" y="20955"/>
                  </a:cubicBezTo>
                  <a:cubicBezTo>
                    <a:pt x="1310" y="20955"/>
                    <a:pt x="1310" y="20955"/>
                    <a:pt x="1310" y="22265"/>
                  </a:cubicBezTo>
                  <a:cubicBezTo>
                    <a:pt x="1310" y="23138"/>
                    <a:pt x="1310" y="24011"/>
                    <a:pt x="1310" y="24884"/>
                  </a:cubicBezTo>
                  <a:cubicBezTo>
                    <a:pt x="1310" y="24884"/>
                    <a:pt x="873" y="25321"/>
                    <a:pt x="873" y="26194"/>
                  </a:cubicBezTo>
                  <a:cubicBezTo>
                    <a:pt x="1310" y="26194"/>
                    <a:pt x="1310" y="26631"/>
                    <a:pt x="1310" y="27067"/>
                  </a:cubicBezTo>
                  <a:cubicBezTo>
                    <a:pt x="1310" y="27504"/>
                    <a:pt x="1310" y="27940"/>
                    <a:pt x="1310" y="27940"/>
                  </a:cubicBezTo>
                  <a:cubicBezTo>
                    <a:pt x="1310" y="27940"/>
                    <a:pt x="1310" y="27940"/>
                    <a:pt x="1310" y="28377"/>
                  </a:cubicBezTo>
                  <a:cubicBezTo>
                    <a:pt x="1310" y="28813"/>
                    <a:pt x="1310" y="28813"/>
                    <a:pt x="1310" y="29250"/>
                  </a:cubicBezTo>
                  <a:cubicBezTo>
                    <a:pt x="873" y="29250"/>
                    <a:pt x="437" y="29687"/>
                    <a:pt x="0" y="30123"/>
                  </a:cubicBezTo>
                  <a:cubicBezTo>
                    <a:pt x="0" y="30560"/>
                    <a:pt x="0" y="30996"/>
                    <a:pt x="873" y="31433"/>
                  </a:cubicBezTo>
                  <a:lnTo>
                    <a:pt x="1310" y="31433"/>
                  </a:lnTo>
                  <a:cubicBezTo>
                    <a:pt x="1746" y="31869"/>
                    <a:pt x="1746" y="32742"/>
                    <a:pt x="1746" y="33179"/>
                  </a:cubicBezTo>
                  <a:cubicBezTo>
                    <a:pt x="1746" y="33616"/>
                    <a:pt x="1746" y="34052"/>
                    <a:pt x="1746" y="34052"/>
                  </a:cubicBezTo>
                  <a:cubicBezTo>
                    <a:pt x="1746" y="34052"/>
                    <a:pt x="1746" y="34052"/>
                    <a:pt x="2183" y="35798"/>
                  </a:cubicBezTo>
                  <a:cubicBezTo>
                    <a:pt x="2183" y="36235"/>
                    <a:pt x="2619" y="36672"/>
                    <a:pt x="2619" y="37108"/>
                  </a:cubicBezTo>
                  <a:cubicBezTo>
                    <a:pt x="2619" y="38418"/>
                    <a:pt x="3056" y="40164"/>
                    <a:pt x="3929" y="41474"/>
                  </a:cubicBezTo>
                  <a:cubicBezTo>
                    <a:pt x="4366" y="42783"/>
                    <a:pt x="4366" y="42783"/>
                    <a:pt x="4366" y="44093"/>
                  </a:cubicBezTo>
                  <a:cubicBezTo>
                    <a:pt x="4366" y="44093"/>
                    <a:pt x="4366" y="44093"/>
                    <a:pt x="4366" y="44530"/>
                  </a:cubicBezTo>
                  <a:cubicBezTo>
                    <a:pt x="3929" y="44966"/>
                    <a:pt x="3929" y="45403"/>
                    <a:pt x="4366" y="45839"/>
                  </a:cubicBezTo>
                  <a:cubicBezTo>
                    <a:pt x="4366" y="46712"/>
                    <a:pt x="4802" y="48022"/>
                    <a:pt x="5239" y="48895"/>
                  </a:cubicBezTo>
                  <a:cubicBezTo>
                    <a:pt x="5239" y="49332"/>
                    <a:pt x="5675" y="49768"/>
                    <a:pt x="5675" y="50205"/>
                  </a:cubicBezTo>
                  <a:cubicBezTo>
                    <a:pt x="5675" y="51078"/>
                    <a:pt x="6112" y="51078"/>
                    <a:pt x="8295" y="51078"/>
                  </a:cubicBezTo>
                  <a:lnTo>
                    <a:pt x="12660" y="51078"/>
                  </a:lnTo>
                  <a:cubicBezTo>
                    <a:pt x="13097" y="51078"/>
                    <a:pt x="13533" y="50642"/>
                    <a:pt x="13970" y="50205"/>
                  </a:cubicBezTo>
                  <a:lnTo>
                    <a:pt x="17026" y="50205"/>
                  </a:lnTo>
                  <a:cubicBezTo>
                    <a:pt x="17026" y="50205"/>
                    <a:pt x="17026" y="50205"/>
                    <a:pt x="17899" y="49332"/>
                  </a:cubicBezTo>
                  <a:cubicBezTo>
                    <a:pt x="17899" y="48895"/>
                    <a:pt x="18336" y="48022"/>
                    <a:pt x="19209" y="47586"/>
                  </a:cubicBezTo>
                  <a:cubicBezTo>
                    <a:pt x="19645" y="47149"/>
                    <a:pt x="20518" y="46712"/>
                    <a:pt x="20518" y="46276"/>
                  </a:cubicBezTo>
                  <a:cubicBezTo>
                    <a:pt x="21391" y="45839"/>
                    <a:pt x="21391" y="45839"/>
                    <a:pt x="22265" y="45403"/>
                  </a:cubicBezTo>
                  <a:cubicBezTo>
                    <a:pt x="22265" y="45403"/>
                    <a:pt x="22265" y="45403"/>
                    <a:pt x="30559" y="43657"/>
                  </a:cubicBezTo>
                  <a:cubicBezTo>
                    <a:pt x="32305" y="43657"/>
                    <a:pt x="33615" y="42347"/>
                    <a:pt x="34488" y="41474"/>
                  </a:cubicBezTo>
                  <a:cubicBezTo>
                    <a:pt x="34925" y="41474"/>
                    <a:pt x="35361" y="41037"/>
                    <a:pt x="35361" y="41037"/>
                  </a:cubicBezTo>
                  <a:cubicBezTo>
                    <a:pt x="36235" y="40601"/>
                    <a:pt x="36235" y="40601"/>
                    <a:pt x="37108" y="40601"/>
                  </a:cubicBezTo>
                  <a:lnTo>
                    <a:pt x="37981" y="40601"/>
                  </a:lnTo>
                  <a:cubicBezTo>
                    <a:pt x="40164" y="40601"/>
                    <a:pt x="41037" y="40601"/>
                    <a:pt x="41473" y="40164"/>
                  </a:cubicBezTo>
                  <a:cubicBezTo>
                    <a:pt x="41473" y="40164"/>
                    <a:pt x="41473" y="40164"/>
                    <a:pt x="43220" y="37108"/>
                  </a:cubicBezTo>
                  <a:cubicBezTo>
                    <a:pt x="44093" y="36672"/>
                    <a:pt x="44529" y="36235"/>
                    <a:pt x="45839" y="35798"/>
                  </a:cubicBezTo>
                  <a:cubicBezTo>
                    <a:pt x="45839" y="35798"/>
                    <a:pt x="45839" y="35798"/>
                    <a:pt x="45839" y="35362"/>
                  </a:cubicBezTo>
                  <a:cubicBezTo>
                    <a:pt x="46275" y="35362"/>
                    <a:pt x="47149" y="34925"/>
                    <a:pt x="47585" y="34925"/>
                  </a:cubicBezTo>
                  <a:cubicBezTo>
                    <a:pt x="48022" y="34489"/>
                    <a:pt x="48022" y="34489"/>
                    <a:pt x="48458" y="34489"/>
                  </a:cubicBezTo>
                  <a:cubicBezTo>
                    <a:pt x="49331" y="34052"/>
                    <a:pt x="49768" y="34052"/>
                    <a:pt x="50641" y="33616"/>
                  </a:cubicBezTo>
                  <a:cubicBezTo>
                    <a:pt x="51514" y="33616"/>
                    <a:pt x="52824" y="33179"/>
                    <a:pt x="54134" y="32742"/>
                  </a:cubicBezTo>
                  <a:cubicBezTo>
                    <a:pt x="54570" y="32306"/>
                    <a:pt x="55007" y="32306"/>
                    <a:pt x="55880" y="31869"/>
                  </a:cubicBezTo>
                  <a:cubicBezTo>
                    <a:pt x="56753" y="31869"/>
                    <a:pt x="57626" y="31433"/>
                    <a:pt x="58499" y="30996"/>
                  </a:cubicBezTo>
                  <a:cubicBezTo>
                    <a:pt x="58499" y="30996"/>
                    <a:pt x="58499" y="30996"/>
                    <a:pt x="62428" y="29250"/>
                  </a:cubicBezTo>
                  <a:cubicBezTo>
                    <a:pt x="62428" y="29250"/>
                    <a:pt x="62428" y="28813"/>
                    <a:pt x="62865" y="28813"/>
                  </a:cubicBezTo>
                  <a:cubicBezTo>
                    <a:pt x="63738" y="28377"/>
                    <a:pt x="64611" y="28377"/>
                    <a:pt x="64611" y="27504"/>
                  </a:cubicBezTo>
                  <a:cubicBezTo>
                    <a:pt x="65048" y="27067"/>
                    <a:pt x="64611" y="26631"/>
                    <a:pt x="64611" y="26194"/>
                  </a:cubicBezTo>
                  <a:cubicBezTo>
                    <a:pt x="64611" y="25757"/>
                    <a:pt x="64611" y="25757"/>
                    <a:pt x="64611" y="25321"/>
                  </a:cubicBezTo>
                  <a:cubicBezTo>
                    <a:pt x="64611" y="25321"/>
                    <a:pt x="64611" y="25321"/>
                    <a:pt x="64611" y="24884"/>
                  </a:cubicBezTo>
                  <a:cubicBezTo>
                    <a:pt x="64611" y="24448"/>
                    <a:pt x="65048" y="24011"/>
                    <a:pt x="65048" y="23575"/>
                  </a:cubicBezTo>
                  <a:cubicBezTo>
                    <a:pt x="65484" y="23138"/>
                    <a:pt x="65484" y="22702"/>
                    <a:pt x="65921" y="22702"/>
                  </a:cubicBezTo>
                  <a:cubicBezTo>
                    <a:pt x="66357" y="21828"/>
                    <a:pt x="66357" y="21828"/>
                    <a:pt x="67230" y="21392"/>
                  </a:cubicBezTo>
                  <a:cubicBezTo>
                    <a:pt x="67667" y="20955"/>
                    <a:pt x="68103" y="20955"/>
                    <a:pt x="68540" y="20519"/>
                  </a:cubicBezTo>
                  <a:lnTo>
                    <a:pt x="69850" y="20519"/>
                  </a:lnTo>
                  <a:cubicBezTo>
                    <a:pt x="69850" y="20519"/>
                    <a:pt x="69850" y="20519"/>
                    <a:pt x="70286" y="20082"/>
                  </a:cubicBezTo>
                  <a:cubicBezTo>
                    <a:pt x="70286" y="20082"/>
                    <a:pt x="70286" y="20082"/>
                    <a:pt x="70723" y="19209"/>
                  </a:cubicBezTo>
                  <a:cubicBezTo>
                    <a:pt x="68103" y="13097"/>
                    <a:pt x="65484" y="6112"/>
                    <a:pt x="63301" y="437"/>
                  </a:cubicBezTo>
                  <a:cubicBezTo>
                    <a:pt x="63301" y="437"/>
                    <a:pt x="63301" y="437"/>
                    <a:pt x="619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9"/>
            <p:cNvSpPr/>
            <p:nvPr/>
          </p:nvSpPr>
          <p:spPr>
            <a:xfrm>
              <a:off x="1976425" y="390900"/>
              <a:ext cx="1091425" cy="1057450"/>
            </a:xfrm>
            <a:custGeom>
              <a:rect b="b" l="l" r="r" t="t"/>
              <a:pathLst>
                <a:path extrusionOk="0" h="42298" w="43657">
                  <a:moveTo>
                    <a:pt x="5240" y="22702"/>
                  </a:moveTo>
                  <a:cubicBezTo>
                    <a:pt x="5240" y="23139"/>
                    <a:pt x="4803" y="23575"/>
                    <a:pt x="4803" y="23575"/>
                  </a:cubicBezTo>
                  <a:cubicBezTo>
                    <a:pt x="5240" y="24012"/>
                    <a:pt x="5676" y="24012"/>
                    <a:pt x="5676" y="24885"/>
                  </a:cubicBezTo>
                  <a:cubicBezTo>
                    <a:pt x="5676" y="24885"/>
                    <a:pt x="6113" y="25322"/>
                    <a:pt x="6113" y="25322"/>
                  </a:cubicBezTo>
                  <a:cubicBezTo>
                    <a:pt x="6113" y="25758"/>
                    <a:pt x="6549" y="26195"/>
                    <a:pt x="6113" y="26631"/>
                  </a:cubicBezTo>
                  <a:cubicBezTo>
                    <a:pt x="5676" y="27068"/>
                    <a:pt x="4366" y="27941"/>
                    <a:pt x="4366" y="28814"/>
                  </a:cubicBezTo>
                  <a:cubicBezTo>
                    <a:pt x="4366" y="28814"/>
                    <a:pt x="4366" y="29251"/>
                    <a:pt x="4803" y="29687"/>
                  </a:cubicBezTo>
                  <a:cubicBezTo>
                    <a:pt x="3930" y="29251"/>
                    <a:pt x="3493" y="29251"/>
                    <a:pt x="3057" y="29687"/>
                  </a:cubicBezTo>
                  <a:cubicBezTo>
                    <a:pt x="2620" y="29687"/>
                    <a:pt x="2184" y="30124"/>
                    <a:pt x="2184" y="30560"/>
                  </a:cubicBezTo>
                  <a:cubicBezTo>
                    <a:pt x="2184" y="30997"/>
                    <a:pt x="2620" y="31433"/>
                    <a:pt x="2620" y="31870"/>
                  </a:cubicBezTo>
                  <a:cubicBezTo>
                    <a:pt x="2620" y="31870"/>
                    <a:pt x="2620" y="31870"/>
                    <a:pt x="2184" y="31870"/>
                  </a:cubicBezTo>
                  <a:cubicBezTo>
                    <a:pt x="2184" y="32307"/>
                    <a:pt x="1747" y="32743"/>
                    <a:pt x="1311" y="33180"/>
                  </a:cubicBezTo>
                  <a:cubicBezTo>
                    <a:pt x="874" y="33616"/>
                    <a:pt x="1" y="34053"/>
                    <a:pt x="1" y="34489"/>
                  </a:cubicBezTo>
                  <a:cubicBezTo>
                    <a:pt x="1" y="34489"/>
                    <a:pt x="1" y="34489"/>
                    <a:pt x="437" y="34489"/>
                  </a:cubicBezTo>
                  <a:cubicBezTo>
                    <a:pt x="437" y="35362"/>
                    <a:pt x="1" y="36236"/>
                    <a:pt x="1" y="36672"/>
                  </a:cubicBezTo>
                  <a:cubicBezTo>
                    <a:pt x="1" y="37545"/>
                    <a:pt x="1" y="37982"/>
                    <a:pt x="1" y="38418"/>
                  </a:cubicBezTo>
                  <a:cubicBezTo>
                    <a:pt x="1" y="38418"/>
                    <a:pt x="1" y="38418"/>
                    <a:pt x="1" y="38418"/>
                  </a:cubicBezTo>
                  <a:cubicBezTo>
                    <a:pt x="1" y="38855"/>
                    <a:pt x="437" y="38855"/>
                    <a:pt x="437" y="38855"/>
                  </a:cubicBezTo>
                  <a:cubicBezTo>
                    <a:pt x="1" y="38855"/>
                    <a:pt x="1" y="38855"/>
                    <a:pt x="1" y="38855"/>
                  </a:cubicBezTo>
                  <a:cubicBezTo>
                    <a:pt x="874" y="38855"/>
                    <a:pt x="1747" y="39292"/>
                    <a:pt x="3057" y="40601"/>
                  </a:cubicBezTo>
                  <a:cubicBezTo>
                    <a:pt x="8295" y="43221"/>
                    <a:pt x="7859" y="42347"/>
                    <a:pt x="9605" y="41038"/>
                  </a:cubicBezTo>
                  <a:cubicBezTo>
                    <a:pt x="12225" y="38855"/>
                    <a:pt x="20519" y="33180"/>
                    <a:pt x="20519" y="33180"/>
                  </a:cubicBezTo>
                  <a:cubicBezTo>
                    <a:pt x="22265" y="31870"/>
                    <a:pt x="24448" y="30997"/>
                    <a:pt x="26194" y="29687"/>
                  </a:cubicBezTo>
                  <a:cubicBezTo>
                    <a:pt x="27504" y="28814"/>
                    <a:pt x="28814" y="27941"/>
                    <a:pt x="30124" y="27068"/>
                  </a:cubicBezTo>
                  <a:cubicBezTo>
                    <a:pt x="30124" y="27068"/>
                    <a:pt x="30124" y="27068"/>
                    <a:pt x="30124" y="26631"/>
                  </a:cubicBezTo>
                  <a:cubicBezTo>
                    <a:pt x="30560" y="26631"/>
                    <a:pt x="31433" y="26195"/>
                    <a:pt x="31870" y="25758"/>
                  </a:cubicBezTo>
                  <a:cubicBezTo>
                    <a:pt x="32306" y="25322"/>
                    <a:pt x="33179" y="25322"/>
                    <a:pt x="33616" y="24885"/>
                  </a:cubicBezTo>
                  <a:cubicBezTo>
                    <a:pt x="34053" y="24885"/>
                    <a:pt x="34489" y="24448"/>
                    <a:pt x="34926" y="24012"/>
                  </a:cubicBezTo>
                  <a:cubicBezTo>
                    <a:pt x="35362" y="23575"/>
                    <a:pt x="35799" y="22702"/>
                    <a:pt x="35799" y="21829"/>
                  </a:cubicBezTo>
                  <a:cubicBezTo>
                    <a:pt x="36235" y="21392"/>
                    <a:pt x="36235" y="20956"/>
                    <a:pt x="36235" y="20083"/>
                  </a:cubicBezTo>
                  <a:cubicBezTo>
                    <a:pt x="36235" y="20083"/>
                    <a:pt x="36235" y="20083"/>
                    <a:pt x="36235" y="20083"/>
                  </a:cubicBezTo>
                  <a:cubicBezTo>
                    <a:pt x="36235" y="19646"/>
                    <a:pt x="36235" y="19210"/>
                    <a:pt x="36235" y="18773"/>
                  </a:cubicBezTo>
                  <a:cubicBezTo>
                    <a:pt x="36235" y="17900"/>
                    <a:pt x="36235" y="17027"/>
                    <a:pt x="36672" y="16154"/>
                  </a:cubicBezTo>
                  <a:cubicBezTo>
                    <a:pt x="36672" y="15717"/>
                    <a:pt x="36672" y="15281"/>
                    <a:pt x="36672" y="14844"/>
                  </a:cubicBezTo>
                  <a:cubicBezTo>
                    <a:pt x="36672" y="13971"/>
                    <a:pt x="36672" y="13534"/>
                    <a:pt x="36672" y="12661"/>
                  </a:cubicBezTo>
                  <a:cubicBezTo>
                    <a:pt x="36672" y="10915"/>
                    <a:pt x="36235" y="9169"/>
                    <a:pt x="37108" y="7422"/>
                  </a:cubicBezTo>
                  <a:cubicBezTo>
                    <a:pt x="37108" y="7422"/>
                    <a:pt x="37108" y="6986"/>
                    <a:pt x="37108" y="6986"/>
                  </a:cubicBezTo>
                  <a:cubicBezTo>
                    <a:pt x="37545" y="6549"/>
                    <a:pt x="37545" y="6113"/>
                    <a:pt x="38418" y="6113"/>
                  </a:cubicBezTo>
                  <a:cubicBezTo>
                    <a:pt x="38855" y="6113"/>
                    <a:pt x="38855" y="6113"/>
                    <a:pt x="39291" y="6113"/>
                  </a:cubicBezTo>
                  <a:cubicBezTo>
                    <a:pt x="39291" y="6113"/>
                    <a:pt x="39291" y="6113"/>
                    <a:pt x="39291" y="5676"/>
                  </a:cubicBezTo>
                  <a:cubicBezTo>
                    <a:pt x="39291" y="5676"/>
                    <a:pt x="39291" y="5676"/>
                    <a:pt x="39291" y="5676"/>
                  </a:cubicBezTo>
                  <a:cubicBezTo>
                    <a:pt x="39728" y="5676"/>
                    <a:pt x="40164" y="5676"/>
                    <a:pt x="40164" y="5240"/>
                  </a:cubicBezTo>
                  <a:cubicBezTo>
                    <a:pt x="41038" y="4367"/>
                    <a:pt x="41911" y="3493"/>
                    <a:pt x="42784" y="2620"/>
                  </a:cubicBezTo>
                  <a:cubicBezTo>
                    <a:pt x="42784" y="2184"/>
                    <a:pt x="43220" y="2184"/>
                    <a:pt x="43220" y="2184"/>
                  </a:cubicBezTo>
                  <a:cubicBezTo>
                    <a:pt x="43220" y="2184"/>
                    <a:pt x="43220" y="2184"/>
                    <a:pt x="43220" y="2184"/>
                  </a:cubicBezTo>
                  <a:cubicBezTo>
                    <a:pt x="43220" y="2184"/>
                    <a:pt x="43220" y="1747"/>
                    <a:pt x="43657" y="1747"/>
                  </a:cubicBezTo>
                  <a:cubicBezTo>
                    <a:pt x="43657" y="1747"/>
                    <a:pt x="43220" y="1311"/>
                    <a:pt x="43657" y="1311"/>
                  </a:cubicBezTo>
                  <a:cubicBezTo>
                    <a:pt x="43657" y="874"/>
                    <a:pt x="43220" y="437"/>
                    <a:pt x="43220" y="1"/>
                  </a:cubicBezTo>
                  <a:cubicBezTo>
                    <a:pt x="42347" y="437"/>
                    <a:pt x="41474" y="437"/>
                    <a:pt x="41038" y="874"/>
                  </a:cubicBezTo>
                  <a:cubicBezTo>
                    <a:pt x="41038" y="874"/>
                    <a:pt x="41038" y="874"/>
                    <a:pt x="41038" y="874"/>
                  </a:cubicBezTo>
                  <a:cubicBezTo>
                    <a:pt x="38418" y="1311"/>
                    <a:pt x="36235" y="1311"/>
                    <a:pt x="34053" y="1311"/>
                  </a:cubicBezTo>
                  <a:cubicBezTo>
                    <a:pt x="32743" y="1311"/>
                    <a:pt x="31433" y="2184"/>
                    <a:pt x="30124" y="2620"/>
                  </a:cubicBezTo>
                  <a:cubicBezTo>
                    <a:pt x="30124" y="2620"/>
                    <a:pt x="30124" y="2620"/>
                    <a:pt x="30124" y="2620"/>
                  </a:cubicBezTo>
                  <a:cubicBezTo>
                    <a:pt x="30124" y="3057"/>
                    <a:pt x="29687" y="3057"/>
                    <a:pt x="29687" y="3057"/>
                  </a:cubicBezTo>
                  <a:cubicBezTo>
                    <a:pt x="29687" y="3057"/>
                    <a:pt x="29687" y="3057"/>
                    <a:pt x="29250" y="3057"/>
                  </a:cubicBezTo>
                  <a:cubicBezTo>
                    <a:pt x="27941" y="3930"/>
                    <a:pt x="26194" y="4367"/>
                    <a:pt x="24885" y="4803"/>
                  </a:cubicBezTo>
                  <a:cubicBezTo>
                    <a:pt x="24885" y="4803"/>
                    <a:pt x="24885" y="4803"/>
                    <a:pt x="24885" y="4803"/>
                  </a:cubicBezTo>
                  <a:cubicBezTo>
                    <a:pt x="24448" y="4803"/>
                    <a:pt x="24448" y="4803"/>
                    <a:pt x="24448" y="4803"/>
                  </a:cubicBezTo>
                  <a:cubicBezTo>
                    <a:pt x="22702" y="4803"/>
                    <a:pt x="21392" y="4803"/>
                    <a:pt x="19646" y="4367"/>
                  </a:cubicBezTo>
                  <a:cubicBezTo>
                    <a:pt x="19646" y="4367"/>
                    <a:pt x="19646" y="4367"/>
                    <a:pt x="19209" y="4367"/>
                  </a:cubicBezTo>
                  <a:cubicBezTo>
                    <a:pt x="19209" y="3930"/>
                    <a:pt x="19209" y="3493"/>
                    <a:pt x="18773" y="3493"/>
                  </a:cubicBezTo>
                  <a:cubicBezTo>
                    <a:pt x="18336" y="3493"/>
                    <a:pt x="18336" y="3493"/>
                    <a:pt x="17900" y="3493"/>
                  </a:cubicBezTo>
                  <a:cubicBezTo>
                    <a:pt x="17900" y="3493"/>
                    <a:pt x="17900" y="3493"/>
                    <a:pt x="17900" y="3493"/>
                  </a:cubicBezTo>
                  <a:cubicBezTo>
                    <a:pt x="17900" y="3493"/>
                    <a:pt x="17463" y="3493"/>
                    <a:pt x="17463" y="3493"/>
                  </a:cubicBezTo>
                  <a:cubicBezTo>
                    <a:pt x="16590" y="3057"/>
                    <a:pt x="16590" y="3057"/>
                    <a:pt x="15280" y="3930"/>
                  </a:cubicBezTo>
                  <a:cubicBezTo>
                    <a:pt x="13971" y="4367"/>
                    <a:pt x="12661" y="5240"/>
                    <a:pt x="10915" y="5240"/>
                  </a:cubicBezTo>
                  <a:cubicBezTo>
                    <a:pt x="10915" y="5240"/>
                    <a:pt x="10915" y="5240"/>
                    <a:pt x="10915" y="5240"/>
                  </a:cubicBezTo>
                  <a:cubicBezTo>
                    <a:pt x="10478" y="5240"/>
                    <a:pt x="10478" y="5240"/>
                    <a:pt x="10478" y="5240"/>
                  </a:cubicBezTo>
                  <a:cubicBezTo>
                    <a:pt x="10042" y="5240"/>
                    <a:pt x="9169" y="5676"/>
                    <a:pt x="8732" y="5240"/>
                  </a:cubicBezTo>
                  <a:cubicBezTo>
                    <a:pt x="8295" y="4803"/>
                    <a:pt x="7422" y="4367"/>
                    <a:pt x="6549" y="3493"/>
                  </a:cubicBezTo>
                  <a:cubicBezTo>
                    <a:pt x="6549" y="4367"/>
                    <a:pt x="6113" y="5676"/>
                    <a:pt x="6113" y="6986"/>
                  </a:cubicBezTo>
                  <a:cubicBezTo>
                    <a:pt x="6113" y="7422"/>
                    <a:pt x="6113" y="7859"/>
                    <a:pt x="6549" y="8296"/>
                  </a:cubicBezTo>
                  <a:cubicBezTo>
                    <a:pt x="6113" y="8296"/>
                    <a:pt x="5676" y="8732"/>
                    <a:pt x="5240" y="9169"/>
                  </a:cubicBezTo>
                  <a:cubicBezTo>
                    <a:pt x="5240" y="9169"/>
                    <a:pt x="5240" y="9169"/>
                    <a:pt x="5240" y="9169"/>
                  </a:cubicBezTo>
                  <a:cubicBezTo>
                    <a:pt x="5240" y="9169"/>
                    <a:pt x="4803" y="9605"/>
                    <a:pt x="4803" y="9605"/>
                  </a:cubicBezTo>
                  <a:cubicBezTo>
                    <a:pt x="4803" y="9605"/>
                    <a:pt x="4803" y="9605"/>
                    <a:pt x="4803" y="10042"/>
                  </a:cubicBezTo>
                  <a:cubicBezTo>
                    <a:pt x="4803" y="10042"/>
                    <a:pt x="4803" y="10042"/>
                    <a:pt x="4803" y="10042"/>
                  </a:cubicBezTo>
                  <a:cubicBezTo>
                    <a:pt x="4803" y="10915"/>
                    <a:pt x="4366" y="10915"/>
                    <a:pt x="3930" y="11352"/>
                  </a:cubicBezTo>
                  <a:cubicBezTo>
                    <a:pt x="3930" y="11352"/>
                    <a:pt x="3930" y="11352"/>
                    <a:pt x="3930" y="11352"/>
                  </a:cubicBezTo>
                  <a:cubicBezTo>
                    <a:pt x="3930" y="11352"/>
                    <a:pt x="3930" y="11352"/>
                    <a:pt x="3930" y="11352"/>
                  </a:cubicBezTo>
                  <a:cubicBezTo>
                    <a:pt x="3493" y="11352"/>
                    <a:pt x="3493" y="12225"/>
                    <a:pt x="3493" y="12661"/>
                  </a:cubicBezTo>
                  <a:cubicBezTo>
                    <a:pt x="3057" y="12225"/>
                    <a:pt x="1747" y="11788"/>
                    <a:pt x="1311" y="11352"/>
                  </a:cubicBezTo>
                  <a:cubicBezTo>
                    <a:pt x="1311" y="12225"/>
                    <a:pt x="1311" y="12225"/>
                    <a:pt x="1311" y="12225"/>
                  </a:cubicBezTo>
                  <a:cubicBezTo>
                    <a:pt x="1311" y="12225"/>
                    <a:pt x="1311" y="12225"/>
                    <a:pt x="1311" y="12225"/>
                  </a:cubicBezTo>
                  <a:cubicBezTo>
                    <a:pt x="874" y="12661"/>
                    <a:pt x="874" y="12661"/>
                    <a:pt x="874" y="13534"/>
                  </a:cubicBezTo>
                  <a:cubicBezTo>
                    <a:pt x="874" y="13971"/>
                    <a:pt x="874" y="14407"/>
                    <a:pt x="437" y="14407"/>
                  </a:cubicBezTo>
                  <a:cubicBezTo>
                    <a:pt x="874" y="15281"/>
                    <a:pt x="1747" y="15717"/>
                    <a:pt x="1747" y="16590"/>
                  </a:cubicBezTo>
                  <a:cubicBezTo>
                    <a:pt x="1747" y="17463"/>
                    <a:pt x="1747" y="18773"/>
                    <a:pt x="1747" y="19646"/>
                  </a:cubicBezTo>
                  <a:cubicBezTo>
                    <a:pt x="1747" y="20519"/>
                    <a:pt x="1747" y="21392"/>
                    <a:pt x="2184" y="21829"/>
                  </a:cubicBezTo>
                  <a:cubicBezTo>
                    <a:pt x="2184" y="22702"/>
                    <a:pt x="2184" y="22702"/>
                    <a:pt x="2184" y="22702"/>
                  </a:cubicBezTo>
                  <a:cubicBezTo>
                    <a:pt x="2184" y="22702"/>
                    <a:pt x="3057" y="22702"/>
                    <a:pt x="3057" y="22702"/>
                  </a:cubicBezTo>
                  <a:cubicBezTo>
                    <a:pt x="3930" y="22702"/>
                    <a:pt x="4803" y="22702"/>
                    <a:pt x="5240" y="22702"/>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9"/>
            <p:cNvSpPr/>
            <p:nvPr/>
          </p:nvSpPr>
          <p:spPr>
            <a:xfrm>
              <a:off x="1954600" y="369075"/>
              <a:ext cx="1135075" cy="1102350"/>
            </a:xfrm>
            <a:custGeom>
              <a:rect b="b" l="l" r="r" t="t"/>
              <a:pathLst>
                <a:path extrusionOk="0" h="44094" w="45403">
                  <a:moveTo>
                    <a:pt x="43657" y="2184"/>
                  </a:moveTo>
                  <a:cubicBezTo>
                    <a:pt x="43220" y="2620"/>
                    <a:pt x="43220" y="2620"/>
                    <a:pt x="43220" y="2620"/>
                  </a:cubicBezTo>
                  <a:cubicBezTo>
                    <a:pt x="43220" y="2620"/>
                    <a:pt x="43220" y="2620"/>
                    <a:pt x="40601" y="5676"/>
                  </a:cubicBezTo>
                  <a:lnTo>
                    <a:pt x="40164" y="5676"/>
                  </a:lnTo>
                  <a:cubicBezTo>
                    <a:pt x="40164" y="5676"/>
                    <a:pt x="40164" y="5676"/>
                    <a:pt x="40164" y="6549"/>
                  </a:cubicBezTo>
                  <a:cubicBezTo>
                    <a:pt x="40164" y="6549"/>
                    <a:pt x="40164" y="6549"/>
                    <a:pt x="39728" y="6113"/>
                  </a:cubicBezTo>
                  <a:lnTo>
                    <a:pt x="38855" y="6113"/>
                  </a:lnTo>
                  <a:cubicBezTo>
                    <a:pt x="38418" y="6549"/>
                    <a:pt x="37545" y="6549"/>
                    <a:pt x="37108" y="7422"/>
                  </a:cubicBezTo>
                  <a:cubicBezTo>
                    <a:pt x="37108" y="7422"/>
                    <a:pt x="37108" y="7859"/>
                    <a:pt x="37108" y="8295"/>
                  </a:cubicBezTo>
                  <a:cubicBezTo>
                    <a:pt x="36235" y="10042"/>
                    <a:pt x="36672" y="11788"/>
                    <a:pt x="36672" y="13098"/>
                  </a:cubicBezTo>
                  <a:cubicBezTo>
                    <a:pt x="36672" y="13098"/>
                    <a:pt x="36672" y="13098"/>
                    <a:pt x="36672" y="13534"/>
                  </a:cubicBezTo>
                  <a:cubicBezTo>
                    <a:pt x="36672" y="14407"/>
                    <a:pt x="36672" y="14844"/>
                    <a:pt x="36672" y="15717"/>
                  </a:cubicBezTo>
                  <a:cubicBezTo>
                    <a:pt x="36672" y="16154"/>
                    <a:pt x="36672" y="16154"/>
                    <a:pt x="36672" y="17027"/>
                  </a:cubicBezTo>
                  <a:cubicBezTo>
                    <a:pt x="36235" y="17900"/>
                    <a:pt x="36235" y="18773"/>
                    <a:pt x="36235" y="19646"/>
                  </a:cubicBezTo>
                  <a:cubicBezTo>
                    <a:pt x="36235" y="19646"/>
                    <a:pt x="36235" y="19646"/>
                    <a:pt x="36235" y="20956"/>
                  </a:cubicBezTo>
                  <a:cubicBezTo>
                    <a:pt x="36235" y="21392"/>
                    <a:pt x="36235" y="21829"/>
                    <a:pt x="35799" y="22265"/>
                  </a:cubicBezTo>
                  <a:cubicBezTo>
                    <a:pt x="35799" y="23139"/>
                    <a:pt x="35362" y="24012"/>
                    <a:pt x="34926" y="24448"/>
                  </a:cubicBezTo>
                  <a:cubicBezTo>
                    <a:pt x="34926" y="24885"/>
                    <a:pt x="34489" y="24885"/>
                    <a:pt x="34052" y="24885"/>
                  </a:cubicBezTo>
                  <a:cubicBezTo>
                    <a:pt x="34052" y="25321"/>
                    <a:pt x="33616" y="25321"/>
                    <a:pt x="33616" y="25321"/>
                  </a:cubicBezTo>
                  <a:cubicBezTo>
                    <a:pt x="33179" y="25321"/>
                    <a:pt x="32743" y="25758"/>
                    <a:pt x="32306" y="26195"/>
                  </a:cubicBezTo>
                  <a:cubicBezTo>
                    <a:pt x="32306" y="26195"/>
                    <a:pt x="32306" y="26195"/>
                    <a:pt x="30560" y="27068"/>
                  </a:cubicBezTo>
                  <a:cubicBezTo>
                    <a:pt x="30560" y="27068"/>
                    <a:pt x="30560" y="27068"/>
                    <a:pt x="26631" y="29687"/>
                  </a:cubicBezTo>
                  <a:cubicBezTo>
                    <a:pt x="25321" y="30560"/>
                    <a:pt x="24012" y="31433"/>
                    <a:pt x="22702" y="32306"/>
                  </a:cubicBezTo>
                  <a:cubicBezTo>
                    <a:pt x="22702" y="32306"/>
                    <a:pt x="22702" y="32306"/>
                    <a:pt x="20956" y="33616"/>
                  </a:cubicBezTo>
                  <a:cubicBezTo>
                    <a:pt x="20519" y="33616"/>
                    <a:pt x="12224" y="38855"/>
                    <a:pt x="9605" y="41038"/>
                  </a:cubicBezTo>
                  <a:cubicBezTo>
                    <a:pt x="9605" y="41474"/>
                    <a:pt x="9168" y="41474"/>
                    <a:pt x="9168" y="41911"/>
                  </a:cubicBezTo>
                  <a:cubicBezTo>
                    <a:pt x="8812" y="42089"/>
                    <a:pt x="8601" y="42267"/>
                    <a:pt x="8209" y="42267"/>
                  </a:cubicBezTo>
                  <a:cubicBezTo>
                    <a:pt x="7641" y="42267"/>
                    <a:pt x="6691" y="41893"/>
                    <a:pt x="4366" y="40601"/>
                  </a:cubicBezTo>
                  <a:cubicBezTo>
                    <a:pt x="3493" y="39728"/>
                    <a:pt x="2620" y="39291"/>
                    <a:pt x="1747" y="38855"/>
                  </a:cubicBezTo>
                  <a:cubicBezTo>
                    <a:pt x="1747" y="38418"/>
                    <a:pt x="1747" y="37982"/>
                    <a:pt x="1747" y="37982"/>
                  </a:cubicBezTo>
                  <a:cubicBezTo>
                    <a:pt x="1747" y="37545"/>
                    <a:pt x="1747" y="37109"/>
                    <a:pt x="1747" y="36672"/>
                  </a:cubicBezTo>
                  <a:cubicBezTo>
                    <a:pt x="1747" y="36235"/>
                    <a:pt x="2184" y="35799"/>
                    <a:pt x="2184" y="35362"/>
                  </a:cubicBezTo>
                  <a:cubicBezTo>
                    <a:pt x="2184" y="34926"/>
                    <a:pt x="2620" y="34926"/>
                    <a:pt x="3057" y="34489"/>
                  </a:cubicBezTo>
                  <a:cubicBezTo>
                    <a:pt x="3057" y="34489"/>
                    <a:pt x="3493" y="34053"/>
                    <a:pt x="3930" y="33180"/>
                  </a:cubicBezTo>
                  <a:lnTo>
                    <a:pt x="4366" y="33180"/>
                  </a:lnTo>
                  <a:cubicBezTo>
                    <a:pt x="4366" y="33180"/>
                    <a:pt x="4366" y="33180"/>
                    <a:pt x="4366" y="32743"/>
                  </a:cubicBezTo>
                  <a:cubicBezTo>
                    <a:pt x="4366" y="32306"/>
                    <a:pt x="4366" y="31870"/>
                    <a:pt x="3930" y="31433"/>
                  </a:cubicBezTo>
                  <a:cubicBezTo>
                    <a:pt x="3930" y="31433"/>
                    <a:pt x="3930" y="31433"/>
                    <a:pt x="4366" y="30997"/>
                  </a:cubicBezTo>
                  <a:lnTo>
                    <a:pt x="4803" y="30997"/>
                  </a:lnTo>
                  <a:cubicBezTo>
                    <a:pt x="4803" y="30997"/>
                    <a:pt x="4803" y="30997"/>
                    <a:pt x="6113" y="29687"/>
                  </a:cubicBezTo>
                  <a:cubicBezTo>
                    <a:pt x="6113" y="29250"/>
                    <a:pt x="6986" y="28814"/>
                    <a:pt x="7422" y="28377"/>
                  </a:cubicBezTo>
                  <a:cubicBezTo>
                    <a:pt x="7422" y="28377"/>
                    <a:pt x="7422" y="27941"/>
                    <a:pt x="7859" y="27941"/>
                  </a:cubicBezTo>
                  <a:cubicBezTo>
                    <a:pt x="8295" y="27068"/>
                    <a:pt x="7859" y="26195"/>
                    <a:pt x="7422" y="25758"/>
                  </a:cubicBezTo>
                  <a:cubicBezTo>
                    <a:pt x="7422" y="25758"/>
                    <a:pt x="7422" y="25758"/>
                    <a:pt x="7422" y="25321"/>
                  </a:cubicBezTo>
                  <a:cubicBezTo>
                    <a:pt x="7422" y="24885"/>
                    <a:pt x="6986" y="24448"/>
                    <a:pt x="6549" y="24448"/>
                  </a:cubicBezTo>
                  <a:cubicBezTo>
                    <a:pt x="6549" y="24448"/>
                    <a:pt x="6549" y="24448"/>
                    <a:pt x="6986" y="24012"/>
                  </a:cubicBezTo>
                  <a:cubicBezTo>
                    <a:pt x="6986" y="24012"/>
                    <a:pt x="6986" y="24012"/>
                    <a:pt x="6549" y="23575"/>
                  </a:cubicBezTo>
                  <a:cubicBezTo>
                    <a:pt x="6549" y="23575"/>
                    <a:pt x="6549" y="23575"/>
                    <a:pt x="6113" y="22702"/>
                  </a:cubicBezTo>
                  <a:lnTo>
                    <a:pt x="3930" y="22702"/>
                  </a:lnTo>
                  <a:cubicBezTo>
                    <a:pt x="3493" y="22265"/>
                    <a:pt x="3493" y="21829"/>
                    <a:pt x="3493" y="21392"/>
                  </a:cubicBezTo>
                  <a:cubicBezTo>
                    <a:pt x="3493" y="20956"/>
                    <a:pt x="3493" y="20519"/>
                    <a:pt x="3493" y="20519"/>
                  </a:cubicBezTo>
                  <a:cubicBezTo>
                    <a:pt x="3493" y="19646"/>
                    <a:pt x="3493" y="19210"/>
                    <a:pt x="3493" y="18773"/>
                  </a:cubicBezTo>
                  <a:cubicBezTo>
                    <a:pt x="3493" y="18336"/>
                    <a:pt x="3493" y="17900"/>
                    <a:pt x="3493" y="17027"/>
                  </a:cubicBezTo>
                  <a:cubicBezTo>
                    <a:pt x="3493" y="16154"/>
                    <a:pt x="3057" y="15717"/>
                    <a:pt x="2620" y="15280"/>
                  </a:cubicBezTo>
                  <a:cubicBezTo>
                    <a:pt x="2620" y="14844"/>
                    <a:pt x="2620" y="14844"/>
                    <a:pt x="2620" y="14407"/>
                  </a:cubicBezTo>
                  <a:cubicBezTo>
                    <a:pt x="2620" y="14407"/>
                    <a:pt x="2620" y="14407"/>
                    <a:pt x="2620" y="13971"/>
                  </a:cubicBezTo>
                  <a:cubicBezTo>
                    <a:pt x="2620" y="13534"/>
                    <a:pt x="2620" y="13534"/>
                    <a:pt x="2620" y="13534"/>
                  </a:cubicBezTo>
                  <a:cubicBezTo>
                    <a:pt x="3057" y="13971"/>
                    <a:pt x="3493" y="13971"/>
                    <a:pt x="3930" y="13971"/>
                  </a:cubicBezTo>
                  <a:cubicBezTo>
                    <a:pt x="3930" y="13971"/>
                    <a:pt x="3930" y="13971"/>
                    <a:pt x="5239" y="13534"/>
                  </a:cubicBezTo>
                  <a:cubicBezTo>
                    <a:pt x="5239" y="13534"/>
                    <a:pt x="5239" y="13534"/>
                    <a:pt x="5239" y="13098"/>
                  </a:cubicBezTo>
                  <a:cubicBezTo>
                    <a:pt x="5239" y="13098"/>
                    <a:pt x="5239" y="13098"/>
                    <a:pt x="5239" y="12661"/>
                  </a:cubicBezTo>
                  <a:lnTo>
                    <a:pt x="5676" y="12661"/>
                  </a:lnTo>
                  <a:cubicBezTo>
                    <a:pt x="6113" y="12225"/>
                    <a:pt x="6549" y="11788"/>
                    <a:pt x="6549" y="10915"/>
                  </a:cubicBezTo>
                  <a:cubicBezTo>
                    <a:pt x="6549" y="10915"/>
                    <a:pt x="6549" y="10915"/>
                    <a:pt x="6549" y="10478"/>
                  </a:cubicBezTo>
                  <a:cubicBezTo>
                    <a:pt x="6986" y="10478"/>
                    <a:pt x="6986" y="10478"/>
                    <a:pt x="7422" y="10042"/>
                  </a:cubicBezTo>
                  <a:lnTo>
                    <a:pt x="7859" y="10042"/>
                  </a:lnTo>
                  <a:cubicBezTo>
                    <a:pt x="7859" y="10042"/>
                    <a:pt x="7859" y="10042"/>
                    <a:pt x="7859" y="8295"/>
                  </a:cubicBezTo>
                  <a:cubicBezTo>
                    <a:pt x="7859" y="8295"/>
                    <a:pt x="7859" y="8295"/>
                    <a:pt x="7859" y="7859"/>
                  </a:cubicBezTo>
                  <a:cubicBezTo>
                    <a:pt x="7859" y="6986"/>
                    <a:pt x="7859" y="6549"/>
                    <a:pt x="7859" y="6113"/>
                  </a:cubicBezTo>
                  <a:cubicBezTo>
                    <a:pt x="7859" y="6113"/>
                    <a:pt x="7859" y="6113"/>
                    <a:pt x="9168" y="6986"/>
                  </a:cubicBezTo>
                  <a:cubicBezTo>
                    <a:pt x="9460" y="7131"/>
                    <a:pt x="9751" y="7180"/>
                    <a:pt x="10042" y="7180"/>
                  </a:cubicBezTo>
                  <a:cubicBezTo>
                    <a:pt x="10624" y="7180"/>
                    <a:pt x="11206" y="6986"/>
                    <a:pt x="11788" y="6986"/>
                  </a:cubicBezTo>
                  <a:lnTo>
                    <a:pt x="12224" y="6986"/>
                  </a:lnTo>
                  <a:cubicBezTo>
                    <a:pt x="13098" y="6986"/>
                    <a:pt x="14844" y="6113"/>
                    <a:pt x="16590" y="5240"/>
                  </a:cubicBezTo>
                  <a:lnTo>
                    <a:pt x="17027" y="5240"/>
                  </a:lnTo>
                  <a:cubicBezTo>
                    <a:pt x="17245" y="5021"/>
                    <a:pt x="17354" y="4912"/>
                    <a:pt x="17518" y="4912"/>
                  </a:cubicBezTo>
                  <a:cubicBezTo>
                    <a:pt x="17681" y="4912"/>
                    <a:pt x="17900" y="5021"/>
                    <a:pt x="18336" y="5240"/>
                  </a:cubicBezTo>
                  <a:lnTo>
                    <a:pt x="19209" y="5240"/>
                  </a:lnTo>
                  <a:cubicBezTo>
                    <a:pt x="19209" y="5240"/>
                    <a:pt x="19646" y="5676"/>
                    <a:pt x="19646" y="5676"/>
                  </a:cubicBezTo>
                  <a:cubicBezTo>
                    <a:pt x="20082" y="6113"/>
                    <a:pt x="20082" y="6113"/>
                    <a:pt x="20519" y="6113"/>
                  </a:cubicBezTo>
                  <a:cubicBezTo>
                    <a:pt x="22265" y="6549"/>
                    <a:pt x="23575" y="6549"/>
                    <a:pt x="25321" y="6549"/>
                  </a:cubicBezTo>
                  <a:lnTo>
                    <a:pt x="25758" y="6549"/>
                  </a:lnTo>
                  <a:cubicBezTo>
                    <a:pt x="27067" y="6113"/>
                    <a:pt x="28377" y="5676"/>
                    <a:pt x="29687" y="5240"/>
                  </a:cubicBezTo>
                  <a:cubicBezTo>
                    <a:pt x="29687" y="5240"/>
                    <a:pt x="29687" y="5240"/>
                    <a:pt x="31433" y="4366"/>
                  </a:cubicBezTo>
                  <a:cubicBezTo>
                    <a:pt x="31870" y="4366"/>
                    <a:pt x="32306" y="3930"/>
                    <a:pt x="32306" y="3930"/>
                  </a:cubicBezTo>
                  <a:cubicBezTo>
                    <a:pt x="33179" y="3493"/>
                    <a:pt x="34052" y="3057"/>
                    <a:pt x="34926" y="3057"/>
                  </a:cubicBezTo>
                  <a:cubicBezTo>
                    <a:pt x="37545" y="3057"/>
                    <a:pt x="39728" y="3057"/>
                    <a:pt x="41911" y="2620"/>
                  </a:cubicBezTo>
                  <a:cubicBezTo>
                    <a:pt x="42347" y="2184"/>
                    <a:pt x="43220" y="2184"/>
                    <a:pt x="43657" y="2184"/>
                  </a:cubicBezTo>
                  <a:close/>
                  <a:moveTo>
                    <a:pt x="43657" y="1"/>
                  </a:moveTo>
                  <a:cubicBezTo>
                    <a:pt x="43220" y="437"/>
                    <a:pt x="42347" y="437"/>
                    <a:pt x="41474" y="874"/>
                  </a:cubicBezTo>
                  <a:cubicBezTo>
                    <a:pt x="39291" y="1310"/>
                    <a:pt x="37545" y="1310"/>
                    <a:pt x="34926" y="1310"/>
                  </a:cubicBezTo>
                  <a:cubicBezTo>
                    <a:pt x="33616" y="1310"/>
                    <a:pt x="32306" y="1747"/>
                    <a:pt x="31433" y="2620"/>
                  </a:cubicBezTo>
                  <a:cubicBezTo>
                    <a:pt x="31433" y="2620"/>
                    <a:pt x="30997" y="2620"/>
                    <a:pt x="30560" y="3057"/>
                  </a:cubicBezTo>
                  <a:cubicBezTo>
                    <a:pt x="30560" y="3057"/>
                    <a:pt x="30560" y="3057"/>
                    <a:pt x="29250" y="3493"/>
                  </a:cubicBezTo>
                  <a:cubicBezTo>
                    <a:pt x="27941" y="3930"/>
                    <a:pt x="26631" y="4366"/>
                    <a:pt x="25758" y="4803"/>
                  </a:cubicBezTo>
                  <a:lnTo>
                    <a:pt x="25321" y="4803"/>
                  </a:lnTo>
                  <a:cubicBezTo>
                    <a:pt x="23575" y="4803"/>
                    <a:pt x="22265" y="4803"/>
                    <a:pt x="20956" y="4366"/>
                  </a:cubicBezTo>
                  <a:cubicBezTo>
                    <a:pt x="20519" y="3930"/>
                    <a:pt x="20519" y="3930"/>
                    <a:pt x="20082" y="3493"/>
                  </a:cubicBezTo>
                  <a:lnTo>
                    <a:pt x="18773" y="3493"/>
                  </a:lnTo>
                  <a:cubicBezTo>
                    <a:pt x="18118" y="3275"/>
                    <a:pt x="17681" y="3166"/>
                    <a:pt x="17299" y="3166"/>
                  </a:cubicBezTo>
                  <a:cubicBezTo>
                    <a:pt x="16917" y="3166"/>
                    <a:pt x="16590" y="3275"/>
                    <a:pt x="16153" y="3493"/>
                  </a:cubicBezTo>
                  <a:cubicBezTo>
                    <a:pt x="16153" y="3493"/>
                    <a:pt x="16153" y="3493"/>
                    <a:pt x="15717" y="3930"/>
                  </a:cubicBezTo>
                  <a:cubicBezTo>
                    <a:pt x="14407" y="4803"/>
                    <a:pt x="13098" y="5240"/>
                    <a:pt x="11788" y="5240"/>
                  </a:cubicBezTo>
                  <a:lnTo>
                    <a:pt x="11351" y="5240"/>
                  </a:lnTo>
                  <a:cubicBezTo>
                    <a:pt x="11060" y="5240"/>
                    <a:pt x="10769" y="5434"/>
                    <a:pt x="10478" y="5434"/>
                  </a:cubicBezTo>
                  <a:cubicBezTo>
                    <a:pt x="10333" y="5434"/>
                    <a:pt x="10187" y="5385"/>
                    <a:pt x="10042" y="5240"/>
                  </a:cubicBezTo>
                  <a:cubicBezTo>
                    <a:pt x="10042" y="5240"/>
                    <a:pt x="10042" y="5240"/>
                    <a:pt x="7859" y="3930"/>
                  </a:cubicBezTo>
                  <a:cubicBezTo>
                    <a:pt x="7859" y="3930"/>
                    <a:pt x="7859" y="3930"/>
                    <a:pt x="6549" y="4366"/>
                  </a:cubicBezTo>
                  <a:cubicBezTo>
                    <a:pt x="6549" y="4366"/>
                    <a:pt x="6549" y="4366"/>
                    <a:pt x="6549" y="4803"/>
                  </a:cubicBezTo>
                  <a:cubicBezTo>
                    <a:pt x="6113" y="5676"/>
                    <a:pt x="6113" y="6549"/>
                    <a:pt x="6113" y="7859"/>
                  </a:cubicBezTo>
                  <a:cubicBezTo>
                    <a:pt x="6113" y="8295"/>
                    <a:pt x="6113" y="8732"/>
                    <a:pt x="6113" y="8732"/>
                  </a:cubicBezTo>
                  <a:cubicBezTo>
                    <a:pt x="6113" y="8732"/>
                    <a:pt x="5676" y="9169"/>
                    <a:pt x="5676" y="9169"/>
                  </a:cubicBezTo>
                  <a:cubicBezTo>
                    <a:pt x="5676" y="9169"/>
                    <a:pt x="5239" y="9605"/>
                    <a:pt x="5239" y="9605"/>
                  </a:cubicBezTo>
                  <a:cubicBezTo>
                    <a:pt x="5239" y="9605"/>
                    <a:pt x="5239" y="10042"/>
                    <a:pt x="4803" y="10042"/>
                  </a:cubicBezTo>
                  <a:cubicBezTo>
                    <a:pt x="4803" y="10042"/>
                    <a:pt x="4803" y="10478"/>
                    <a:pt x="4803" y="10915"/>
                  </a:cubicBezTo>
                  <a:cubicBezTo>
                    <a:pt x="4803" y="10915"/>
                    <a:pt x="4803" y="10915"/>
                    <a:pt x="4803" y="11351"/>
                  </a:cubicBezTo>
                  <a:lnTo>
                    <a:pt x="4366" y="11351"/>
                  </a:lnTo>
                  <a:cubicBezTo>
                    <a:pt x="4366" y="11351"/>
                    <a:pt x="3930" y="11788"/>
                    <a:pt x="3930" y="11788"/>
                  </a:cubicBezTo>
                  <a:cubicBezTo>
                    <a:pt x="3930" y="11788"/>
                    <a:pt x="3930" y="11788"/>
                    <a:pt x="3930" y="12225"/>
                  </a:cubicBezTo>
                  <a:cubicBezTo>
                    <a:pt x="3493" y="11788"/>
                    <a:pt x="3057" y="11788"/>
                    <a:pt x="2620" y="11351"/>
                  </a:cubicBezTo>
                  <a:cubicBezTo>
                    <a:pt x="2620" y="11351"/>
                    <a:pt x="2620" y="11351"/>
                    <a:pt x="1310" y="12225"/>
                  </a:cubicBezTo>
                  <a:cubicBezTo>
                    <a:pt x="1310" y="12225"/>
                    <a:pt x="1310" y="12225"/>
                    <a:pt x="1310" y="12661"/>
                  </a:cubicBezTo>
                  <a:cubicBezTo>
                    <a:pt x="1310" y="13098"/>
                    <a:pt x="874" y="13534"/>
                    <a:pt x="874" y="13971"/>
                  </a:cubicBezTo>
                  <a:cubicBezTo>
                    <a:pt x="874" y="13971"/>
                    <a:pt x="874" y="13971"/>
                    <a:pt x="874" y="14407"/>
                  </a:cubicBezTo>
                  <a:cubicBezTo>
                    <a:pt x="874" y="14407"/>
                    <a:pt x="874" y="14844"/>
                    <a:pt x="874" y="14844"/>
                  </a:cubicBezTo>
                  <a:cubicBezTo>
                    <a:pt x="874" y="14844"/>
                    <a:pt x="874" y="14844"/>
                    <a:pt x="874" y="15717"/>
                  </a:cubicBezTo>
                  <a:cubicBezTo>
                    <a:pt x="874" y="16154"/>
                    <a:pt x="1310" y="16154"/>
                    <a:pt x="1310" y="16590"/>
                  </a:cubicBezTo>
                  <a:cubicBezTo>
                    <a:pt x="1747" y="17027"/>
                    <a:pt x="1747" y="17027"/>
                    <a:pt x="1747" y="17463"/>
                  </a:cubicBezTo>
                  <a:cubicBezTo>
                    <a:pt x="1747" y="17900"/>
                    <a:pt x="1747" y="18336"/>
                    <a:pt x="1747" y="18773"/>
                  </a:cubicBezTo>
                  <a:cubicBezTo>
                    <a:pt x="1747" y="19210"/>
                    <a:pt x="1747" y="20083"/>
                    <a:pt x="1747" y="20519"/>
                  </a:cubicBezTo>
                  <a:cubicBezTo>
                    <a:pt x="1747" y="20956"/>
                    <a:pt x="1747" y="20956"/>
                    <a:pt x="1747" y="21392"/>
                  </a:cubicBezTo>
                  <a:cubicBezTo>
                    <a:pt x="1747" y="21829"/>
                    <a:pt x="1747" y="22265"/>
                    <a:pt x="2184" y="23139"/>
                  </a:cubicBezTo>
                  <a:cubicBezTo>
                    <a:pt x="2184" y="23139"/>
                    <a:pt x="2184" y="23139"/>
                    <a:pt x="2620" y="24012"/>
                  </a:cubicBezTo>
                  <a:cubicBezTo>
                    <a:pt x="3057" y="24448"/>
                    <a:pt x="3493" y="24448"/>
                    <a:pt x="3930" y="24448"/>
                  </a:cubicBezTo>
                  <a:lnTo>
                    <a:pt x="4803" y="24448"/>
                  </a:lnTo>
                  <a:cubicBezTo>
                    <a:pt x="4803" y="24448"/>
                    <a:pt x="4803" y="24448"/>
                    <a:pt x="5239" y="25321"/>
                  </a:cubicBezTo>
                  <a:cubicBezTo>
                    <a:pt x="5239" y="25321"/>
                    <a:pt x="5676" y="25758"/>
                    <a:pt x="5676" y="25758"/>
                  </a:cubicBezTo>
                  <a:cubicBezTo>
                    <a:pt x="5676" y="25758"/>
                    <a:pt x="5676" y="25758"/>
                    <a:pt x="5676" y="26195"/>
                  </a:cubicBezTo>
                  <a:cubicBezTo>
                    <a:pt x="6113" y="26195"/>
                    <a:pt x="6113" y="26631"/>
                    <a:pt x="6113" y="26631"/>
                  </a:cubicBezTo>
                  <a:cubicBezTo>
                    <a:pt x="6113" y="26631"/>
                    <a:pt x="6113" y="26631"/>
                    <a:pt x="6113" y="27068"/>
                  </a:cubicBezTo>
                  <a:cubicBezTo>
                    <a:pt x="5676" y="27504"/>
                    <a:pt x="4803" y="28377"/>
                    <a:pt x="4366" y="29250"/>
                  </a:cubicBezTo>
                  <a:cubicBezTo>
                    <a:pt x="3930" y="29250"/>
                    <a:pt x="3930" y="29250"/>
                    <a:pt x="3493" y="29687"/>
                  </a:cubicBezTo>
                  <a:cubicBezTo>
                    <a:pt x="2620" y="30124"/>
                    <a:pt x="2184" y="30997"/>
                    <a:pt x="2184" y="31870"/>
                  </a:cubicBezTo>
                  <a:cubicBezTo>
                    <a:pt x="2184" y="31870"/>
                    <a:pt x="2184" y="32306"/>
                    <a:pt x="2620" y="32306"/>
                  </a:cubicBezTo>
                  <a:cubicBezTo>
                    <a:pt x="2184" y="32743"/>
                    <a:pt x="2184" y="33180"/>
                    <a:pt x="1747" y="33180"/>
                  </a:cubicBezTo>
                  <a:cubicBezTo>
                    <a:pt x="874" y="34053"/>
                    <a:pt x="437" y="34489"/>
                    <a:pt x="1" y="34926"/>
                  </a:cubicBezTo>
                  <a:cubicBezTo>
                    <a:pt x="1" y="34926"/>
                    <a:pt x="1" y="34926"/>
                    <a:pt x="437" y="35362"/>
                  </a:cubicBezTo>
                  <a:cubicBezTo>
                    <a:pt x="437" y="35799"/>
                    <a:pt x="1" y="36235"/>
                    <a:pt x="1" y="36672"/>
                  </a:cubicBezTo>
                  <a:cubicBezTo>
                    <a:pt x="1" y="37109"/>
                    <a:pt x="1" y="37109"/>
                    <a:pt x="1" y="37545"/>
                  </a:cubicBezTo>
                  <a:cubicBezTo>
                    <a:pt x="1" y="38418"/>
                    <a:pt x="1" y="38855"/>
                    <a:pt x="1" y="39291"/>
                  </a:cubicBezTo>
                  <a:cubicBezTo>
                    <a:pt x="1" y="39291"/>
                    <a:pt x="1" y="39291"/>
                    <a:pt x="437" y="39728"/>
                  </a:cubicBezTo>
                  <a:cubicBezTo>
                    <a:pt x="437" y="39728"/>
                    <a:pt x="437" y="39728"/>
                    <a:pt x="1310" y="40601"/>
                  </a:cubicBezTo>
                  <a:cubicBezTo>
                    <a:pt x="1310" y="40601"/>
                    <a:pt x="1747" y="40601"/>
                    <a:pt x="3057" y="41911"/>
                  </a:cubicBezTo>
                  <a:cubicBezTo>
                    <a:pt x="3057" y="41911"/>
                    <a:pt x="3057" y="41911"/>
                    <a:pt x="3493" y="42347"/>
                  </a:cubicBezTo>
                  <a:cubicBezTo>
                    <a:pt x="6113" y="43657"/>
                    <a:pt x="7422" y="44094"/>
                    <a:pt x="8295" y="44094"/>
                  </a:cubicBezTo>
                  <a:cubicBezTo>
                    <a:pt x="9168" y="44094"/>
                    <a:pt x="9605" y="43657"/>
                    <a:pt x="10478" y="42784"/>
                  </a:cubicBezTo>
                  <a:cubicBezTo>
                    <a:pt x="10478" y="42784"/>
                    <a:pt x="10915" y="42784"/>
                    <a:pt x="10915" y="42347"/>
                  </a:cubicBezTo>
                  <a:cubicBezTo>
                    <a:pt x="13534" y="40165"/>
                    <a:pt x="21829" y="34926"/>
                    <a:pt x="21829" y="34926"/>
                  </a:cubicBezTo>
                  <a:cubicBezTo>
                    <a:pt x="21829" y="34926"/>
                    <a:pt x="21829" y="34926"/>
                    <a:pt x="23575" y="33616"/>
                  </a:cubicBezTo>
                  <a:cubicBezTo>
                    <a:pt x="24885" y="32743"/>
                    <a:pt x="26194" y="31870"/>
                    <a:pt x="27504" y="30997"/>
                  </a:cubicBezTo>
                  <a:cubicBezTo>
                    <a:pt x="27504" y="30997"/>
                    <a:pt x="27504" y="30997"/>
                    <a:pt x="31433" y="28377"/>
                  </a:cubicBezTo>
                  <a:cubicBezTo>
                    <a:pt x="31433" y="28377"/>
                    <a:pt x="31433" y="28377"/>
                    <a:pt x="33179" y="27504"/>
                  </a:cubicBezTo>
                  <a:cubicBezTo>
                    <a:pt x="33179" y="27068"/>
                    <a:pt x="33616" y="27068"/>
                    <a:pt x="34052" y="27068"/>
                  </a:cubicBezTo>
                  <a:cubicBezTo>
                    <a:pt x="34489" y="26631"/>
                    <a:pt x="34489" y="26631"/>
                    <a:pt x="34926" y="26631"/>
                  </a:cubicBezTo>
                  <a:cubicBezTo>
                    <a:pt x="35362" y="26195"/>
                    <a:pt x="35799" y="26195"/>
                    <a:pt x="36235" y="25758"/>
                  </a:cubicBezTo>
                  <a:cubicBezTo>
                    <a:pt x="37108" y="24885"/>
                    <a:pt x="37545" y="24012"/>
                    <a:pt x="37545" y="22702"/>
                  </a:cubicBezTo>
                  <a:cubicBezTo>
                    <a:pt x="37981" y="22265"/>
                    <a:pt x="37981" y="21829"/>
                    <a:pt x="37981" y="20956"/>
                  </a:cubicBezTo>
                  <a:cubicBezTo>
                    <a:pt x="37981" y="20956"/>
                    <a:pt x="37981" y="20956"/>
                    <a:pt x="37981" y="19646"/>
                  </a:cubicBezTo>
                  <a:cubicBezTo>
                    <a:pt x="37981" y="18773"/>
                    <a:pt x="37981" y="17900"/>
                    <a:pt x="37981" y="17463"/>
                  </a:cubicBezTo>
                  <a:cubicBezTo>
                    <a:pt x="38418" y="16590"/>
                    <a:pt x="38418" y="16154"/>
                    <a:pt x="38418" y="15717"/>
                  </a:cubicBezTo>
                  <a:cubicBezTo>
                    <a:pt x="38418" y="14844"/>
                    <a:pt x="38418" y="14407"/>
                    <a:pt x="38418" y="13534"/>
                  </a:cubicBezTo>
                  <a:cubicBezTo>
                    <a:pt x="38418" y="13534"/>
                    <a:pt x="38418" y="13534"/>
                    <a:pt x="38418" y="13098"/>
                  </a:cubicBezTo>
                  <a:cubicBezTo>
                    <a:pt x="38418" y="11351"/>
                    <a:pt x="37981" y="10042"/>
                    <a:pt x="38418" y="8732"/>
                  </a:cubicBezTo>
                  <a:cubicBezTo>
                    <a:pt x="38855" y="8295"/>
                    <a:pt x="38855" y="8295"/>
                    <a:pt x="38855" y="8295"/>
                  </a:cubicBezTo>
                  <a:cubicBezTo>
                    <a:pt x="38855" y="8295"/>
                    <a:pt x="38855" y="7859"/>
                    <a:pt x="39291" y="7859"/>
                  </a:cubicBezTo>
                  <a:cubicBezTo>
                    <a:pt x="39291" y="7859"/>
                    <a:pt x="39291" y="7859"/>
                    <a:pt x="40601" y="7422"/>
                  </a:cubicBezTo>
                  <a:cubicBezTo>
                    <a:pt x="41037" y="7422"/>
                    <a:pt x="41474" y="6986"/>
                    <a:pt x="41911" y="6549"/>
                  </a:cubicBezTo>
                  <a:cubicBezTo>
                    <a:pt x="41911" y="6549"/>
                    <a:pt x="41911" y="6549"/>
                    <a:pt x="44530" y="3930"/>
                  </a:cubicBezTo>
                  <a:cubicBezTo>
                    <a:pt x="44530" y="3930"/>
                    <a:pt x="44530" y="3930"/>
                    <a:pt x="44530" y="3493"/>
                  </a:cubicBezTo>
                  <a:cubicBezTo>
                    <a:pt x="44966" y="3493"/>
                    <a:pt x="44966" y="3493"/>
                    <a:pt x="44966" y="3057"/>
                  </a:cubicBezTo>
                  <a:cubicBezTo>
                    <a:pt x="45403" y="3057"/>
                    <a:pt x="45403" y="2620"/>
                    <a:pt x="45403" y="2184"/>
                  </a:cubicBezTo>
                  <a:lnTo>
                    <a:pt x="45403" y="2184"/>
                  </a:lnTo>
                  <a:cubicBezTo>
                    <a:pt x="45403" y="2186"/>
                    <a:pt x="45402" y="2620"/>
                    <a:pt x="44966" y="2620"/>
                  </a:cubicBezTo>
                  <a:cubicBezTo>
                    <a:pt x="44966" y="2620"/>
                    <a:pt x="44966" y="2620"/>
                    <a:pt x="45403" y="1747"/>
                  </a:cubicBezTo>
                  <a:cubicBezTo>
                    <a:pt x="45403" y="1747"/>
                    <a:pt x="44966" y="1310"/>
                    <a:pt x="44966" y="1310"/>
                  </a:cubicBezTo>
                  <a:cubicBezTo>
                    <a:pt x="44966" y="874"/>
                    <a:pt x="44966" y="874"/>
                    <a:pt x="44966" y="874"/>
                  </a:cubicBezTo>
                  <a:cubicBezTo>
                    <a:pt x="44966" y="874"/>
                    <a:pt x="44966" y="874"/>
                    <a:pt x="436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9"/>
            <p:cNvSpPr/>
            <p:nvPr/>
          </p:nvSpPr>
          <p:spPr>
            <a:xfrm>
              <a:off x="1889125" y="947525"/>
              <a:ext cx="251050" cy="338350"/>
            </a:xfrm>
            <a:custGeom>
              <a:rect b="b" l="l" r="r" t="t"/>
              <a:pathLst>
                <a:path extrusionOk="0" h="13534" w="10042">
                  <a:moveTo>
                    <a:pt x="3493" y="12224"/>
                  </a:moveTo>
                  <a:cubicBezTo>
                    <a:pt x="3493" y="12224"/>
                    <a:pt x="3493" y="12224"/>
                    <a:pt x="3493" y="12224"/>
                  </a:cubicBezTo>
                  <a:cubicBezTo>
                    <a:pt x="3493" y="12224"/>
                    <a:pt x="3493" y="12224"/>
                    <a:pt x="3929" y="12224"/>
                  </a:cubicBezTo>
                  <a:cubicBezTo>
                    <a:pt x="3929" y="11788"/>
                    <a:pt x="4366" y="11351"/>
                    <a:pt x="5239" y="10915"/>
                  </a:cubicBezTo>
                  <a:cubicBezTo>
                    <a:pt x="5676" y="10478"/>
                    <a:pt x="5676" y="10042"/>
                    <a:pt x="6112" y="9605"/>
                  </a:cubicBezTo>
                  <a:cubicBezTo>
                    <a:pt x="6112" y="9605"/>
                    <a:pt x="6112" y="9605"/>
                    <a:pt x="6549" y="9605"/>
                  </a:cubicBezTo>
                  <a:cubicBezTo>
                    <a:pt x="6549" y="9168"/>
                    <a:pt x="6112" y="8732"/>
                    <a:pt x="6112" y="8295"/>
                  </a:cubicBezTo>
                  <a:cubicBezTo>
                    <a:pt x="5676" y="7859"/>
                    <a:pt x="6112" y="7422"/>
                    <a:pt x="6549" y="7422"/>
                  </a:cubicBezTo>
                  <a:cubicBezTo>
                    <a:pt x="6985" y="6986"/>
                    <a:pt x="7858" y="6986"/>
                    <a:pt x="8295" y="6986"/>
                  </a:cubicBezTo>
                  <a:cubicBezTo>
                    <a:pt x="8295" y="6986"/>
                    <a:pt x="7858" y="6549"/>
                    <a:pt x="8295" y="6549"/>
                  </a:cubicBezTo>
                  <a:cubicBezTo>
                    <a:pt x="8295" y="5676"/>
                    <a:pt x="9605" y="4803"/>
                    <a:pt x="10041" y="4366"/>
                  </a:cubicBezTo>
                  <a:cubicBezTo>
                    <a:pt x="10041" y="3930"/>
                    <a:pt x="10041" y="3493"/>
                    <a:pt x="9605" y="3057"/>
                  </a:cubicBezTo>
                  <a:cubicBezTo>
                    <a:pt x="9605" y="3057"/>
                    <a:pt x="9605" y="2620"/>
                    <a:pt x="9605" y="2620"/>
                  </a:cubicBezTo>
                  <a:cubicBezTo>
                    <a:pt x="9168" y="1747"/>
                    <a:pt x="9168" y="1747"/>
                    <a:pt x="8295" y="1310"/>
                  </a:cubicBezTo>
                  <a:cubicBezTo>
                    <a:pt x="8732" y="874"/>
                    <a:pt x="8732" y="874"/>
                    <a:pt x="9168" y="437"/>
                  </a:cubicBezTo>
                  <a:cubicBezTo>
                    <a:pt x="8295" y="437"/>
                    <a:pt x="7422" y="437"/>
                    <a:pt x="6985" y="437"/>
                  </a:cubicBezTo>
                  <a:cubicBezTo>
                    <a:pt x="6549" y="437"/>
                    <a:pt x="6112" y="437"/>
                    <a:pt x="5676" y="1"/>
                  </a:cubicBezTo>
                  <a:cubicBezTo>
                    <a:pt x="5676" y="874"/>
                    <a:pt x="5676" y="874"/>
                    <a:pt x="5676" y="874"/>
                  </a:cubicBezTo>
                  <a:cubicBezTo>
                    <a:pt x="5676" y="874"/>
                    <a:pt x="5676" y="874"/>
                    <a:pt x="5676" y="874"/>
                  </a:cubicBezTo>
                  <a:cubicBezTo>
                    <a:pt x="5676" y="1310"/>
                    <a:pt x="5676" y="1310"/>
                    <a:pt x="5239" y="1747"/>
                  </a:cubicBezTo>
                  <a:cubicBezTo>
                    <a:pt x="4803" y="2183"/>
                    <a:pt x="4366" y="2620"/>
                    <a:pt x="4366" y="3057"/>
                  </a:cubicBezTo>
                  <a:cubicBezTo>
                    <a:pt x="3493" y="3930"/>
                    <a:pt x="3929" y="5239"/>
                    <a:pt x="3056" y="6549"/>
                  </a:cubicBezTo>
                  <a:cubicBezTo>
                    <a:pt x="3056" y="6986"/>
                    <a:pt x="2620" y="6986"/>
                    <a:pt x="2620" y="7859"/>
                  </a:cubicBezTo>
                  <a:cubicBezTo>
                    <a:pt x="2183" y="8295"/>
                    <a:pt x="2183" y="9168"/>
                    <a:pt x="1747" y="9605"/>
                  </a:cubicBezTo>
                  <a:cubicBezTo>
                    <a:pt x="1310" y="10478"/>
                    <a:pt x="873" y="11788"/>
                    <a:pt x="437" y="12661"/>
                  </a:cubicBezTo>
                  <a:cubicBezTo>
                    <a:pt x="437" y="12661"/>
                    <a:pt x="437" y="12661"/>
                    <a:pt x="0" y="12661"/>
                  </a:cubicBezTo>
                  <a:cubicBezTo>
                    <a:pt x="437" y="13534"/>
                    <a:pt x="437" y="13534"/>
                    <a:pt x="437" y="13534"/>
                  </a:cubicBezTo>
                  <a:cubicBezTo>
                    <a:pt x="873" y="13534"/>
                    <a:pt x="1747" y="13534"/>
                    <a:pt x="2183" y="13534"/>
                  </a:cubicBezTo>
                  <a:cubicBezTo>
                    <a:pt x="3056" y="13097"/>
                    <a:pt x="3056" y="13097"/>
                    <a:pt x="3493" y="12224"/>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9"/>
            <p:cNvSpPr/>
            <p:nvPr/>
          </p:nvSpPr>
          <p:spPr>
            <a:xfrm>
              <a:off x="1867300" y="925700"/>
              <a:ext cx="296375" cy="382025"/>
            </a:xfrm>
            <a:custGeom>
              <a:rect b="b" l="l" r="r" t="t"/>
              <a:pathLst>
                <a:path extrusionOk="0" h="15281" w="11855">
                  <a:moveTo>
                    <a:pt x="8731" y="2183"/>
                  </a:moveTo>
                  <a:cubicBezTo>
                    <a:pt x="8731" y="2183"/>
                    <a:pt x="8731" y="2183"/>
                    <a:pt x="9168" y="3056"/>
                  </a:cubicBezTo>
                  <a:cubicBezTo>
                    <a:pt x="9168" y="3056"/>
                    <a:pt x="9605" y="3493"/>
                    <a:pt x="9605" y="3493"/>
                  </a:cubicBezTo>
                  <a:cubicBezTo>
                    <a:pt x="9605" y="3493"/>
                    <a:pt x="9605" y="3493"/>
                    <a:pt x="9605" y="3930"/>
                  </a:cubicBezTo>
                  <a:lnTo>
                    <a:pt x="10478" y="3930"/>
                  </a:lnTo>
                  <a:cubicBezTo>
                    <a:pt x="10478" y="3930"/>
                    <a:pt x="10478" y="3930"/>
                    <a:pt x="10041" y="4366"/>
                  </a:cubicBezTo>
                  <a:cubicBezTo>
                    <a:pt x="10041" y="4366"/>
                    <a:pt x="10041" y="4366"/>
                    <a:pt x="10041" y="4803"/>
                  </a:cubicBezTo>
                  <a:cubicBezTo>
                    <a:pt x="9168" y="5239"/>
                    <a:pt x="8295" y="6112"/>
                    <a:pt x="8295" y="6985"/>
                  </a:cubicBezTo>
                  <a:cubicBezTo>
                    <a:pt x="7858" y="6985"/>
                    <a:pt x="7422" y="6985"/>
                    <a:pt x="6985" y="7422"/>
                  </a:cubicBezTo>
                  <a:cubicBezTo>
                    <a:pt x="6112" y="7859"/>
                    <a:pt x="5676" y="8732"/>
                    <a:pt x="6112" y="9605"/>
                  </a:cubicBezTo>
                  <a:cubicBezTo>
                    <a:pt x="6112" y="9605"/>
                    <a:pt x="6112" y="10041"/>
                    <a:pt x="6112" y="10041"/>
                  </a:cubicBezTo>
                  <a:cubicBezTo>
                    <a:pt x="6112" y="10478"/>
                    <a:pt x="5676" y="10915"/>
                    <a:pt x="5676" y="10915"/>
                  </a:cubicBezTo>
                  <a:cubicBezTo>
                    <a:pt x="4802" y="11351"/>
                    <a:pt x="4366" y="11788"/>
                    <a:pt x="3929" y="12224"/>
                  </a:cubicBezTo>
                  <a:cubicBezTo>
                    <a:pt x="3929" y="12224"/>
                    <a:pt x="3929" y="12224"/>
                    <a:pt x="3929" y="12661"/>
                  </a:cubicBezTo>
                  <a:lnTo>
                    <a:pt x="3493" y="12661"/>
                  </a:lnTo>
                  <a:cubicBezTo>
                    <a:pt x="3493" y="13097"/>
                    <a:pt x="3493" y="13097"/>
                    <a:pt x="3493" y="13097"/>
                  </a:cubicBezTo>
                  <a:cubicBezTo>
                    <a:pt x="3056" y="13097"/>
                    <a:pt x="3056" y="13534"/>
                    <a:pt x="3056" y="13534"/>
                  </a:cubicBezTo>
                  <a:lnTo>
                    <a:pt x="2620" y="13534"/>
                  </a:lnTo>
                  <a:cubicBezTo>
                    <a:pt x="3056" y="12661"/>
                    <a:pt x="3056" y="11788"/>
                    <a:pt x="3493" y="10915"/>
                  </a:cubicBezTo>
                  <a:cubicBezTo>
                    <a:pt x="3929" y="10478"/>
                    <a:pt x="3929" y="10041"/>
                    <a:pt x="3929" y="9605"/>
                  </a:cubicBezTo>
                  <a:cubicBezTo>
                    <a:pt x="3929" y="9605"/>
                    <a:pt x="3929" y="9605"/>
                    <a:pt x="4366" y="8732"/>
                  </a:cubicBezTo>
                  <a:cubicBezTo>
                    <a:pt x="4366" y="8732"/>
                    <a:pt x="4366" y="8732"/>
                    <a:pt x="4366" y="8295"/>
                  </a:cubicBezTo>
                  <a:cubicBezTo>
                    <a:pt x="4366" y="8295"/>
                    <a:pt x="4802" y="8295"/>
                    <a:pt x="4802" y="7859"/>
                  </a:cubicBezTo>
                  <a:cubicBezTo>
                    <a:pt x="5239" y="6985"/>
                    <a:pt x="5239" y="6549"/>
                    <a:pt x="5676" y="5676"/>
                  </a:cubicBezTo>
                  <a:cubicBezTo>
                    <a:pt x="5676" y="5239"/>
                    <a:pt x="5676" y="4803"/>
                    <a:pt x="6112" y="3930"/>
                  </a:cubicBezTo>
                  <a:cubicBezTo>
                    <a:pt x="6112" y="3930"/>
                    <a:pt x="6112" y="3493"/>
                    <a:pt x="6549" y="3493"/>
                  </a:cubicBezTo>
                  <a:cubicBezTo>
                    <a:pt x="6549" y="3493"/>
                    <a:pt x="6549" y="3493"/>
                    <a:pt x="6985" y="3056"/>
                  </a:cubicBezTo>
                  <a:cubicBezTo>
                    <a:pt x="7422" y="2620"/>
                    <a:pt x="7422" y="2620"/>
                    <a:pt x="7422" y="2183"/>
                  </a:cubicBezTo>
                  <a:close/>
                  <a:moveTo>
                    <a:pt x="6985" y="0"/>
                  </a:moveTo>
                  <a:cubicBezTo>
                    <a:pt x="6985" y="0"/>
                    <a:pt x="6985" y="0"/>
                    <a:pt x="5676" y="874"/>
                  </a:cubicBezTo>
                  <a:cubicBezTo>
                    <a:pt x="5676" y="874"/>
                    <a:pt x="5676" y="874"/>
                    <a:pt x="5676" y="1310"/>
                  </a:cubicBezTo>
                  <a:cubicBezTo>
                    <a:pt x="5676" y="1310"/>
                    <a:pt x="5676" y="1310"/>
                    <a:pt x="5676" y="1747"/>
                  </a:cubicBezTo>
                  <a:cubicBezTo>
                    <a:pt x="5676" y="1747"/>
                    <a:pt x="5676" y="1747"/>
                    <a:pt x="5239" y="2183"/>
                  </a:cubicBezTo>
                  <a:cubicBezTo>
                    <a:pt x="5239" y="2620"/>
                    <a:pt x="4802" y="3056"/>
                    <a:pt x="4366" y="3493"/>
                  </a:cubicBezTo>
                  <a:cubicBezTo>
                    <a:pt x="3929" y="3930"/>
                    <a:pt x="3929" y="4803"/>
                    <a:pt x="3929" y="5239"/>
                  </a:cubicBezTo>
                  <a:cubicBezTo>
                    <a:pt x="3493" y="6112"/>
                    <a:pt x="3493" y="6549"/>
                    <a:pt x="3056" y="6985"/>
                  </a:cubicBezTo>
                  <a:cubicBezTo>
                    <a:pt x="3056" y="7422"/>
                    <a:pt x="3056" y="7422"/>
                    <a:pt x="3056" y="7422"/>
                  </a:cubicBezTo>
                  <a:cubicBezTo>
                    <a:pt x="3056" y="7859"/>
                    <a:pt x="2620" y="7859"/>
                    <a:pt x="2620" y="8295"/>
                  </a:cubicBezTo>
                  <a:cubicBezTo>
                    <a:pt x="2620" y="8295"/>
                    <a:pt x="2620" y="8295"/>
                    <a:pt x="2620" y="8732"/>
                  </a:cubicBezTo>
                  <a:cubicBezTo>
                    <a:pt x="2183" y="9168"/>
                    <a:pt x="2183" y="9605"/>
                    <a:pt x="2183" y="10041"/>
                  </a:cubicBezTo>
                  <a:cubicBezTo>
                    <a:pt x="1746" y="10915"/>
                    <a:pt x="1310" y="12224"/>
                    <a:pt x="437" y="13097"/>
                  </a:cubicBezTo>
                  <a:cubicBezTo>
                    <a:pt x="437" y="13097"/>
                    <a:pt x="437" y="13097"/>
                    <a:pt x="0" y="13534"/>
                  </a:cubicBezTo>
                  <a:cubicBezTo>
                    <a:pt x="0" y="13534"/>
                    <a:pt x="0" y="13534"/>
                    <a:pt x="437" y="14407"/>
                  </a:cubicBezTo>
                  <a:cubicBezTo>
                    <a:pt x="437" y="14407"/>
                    <a:pt x="437" y="14407"/>
                    <a:pt x="1310" y="15280"/>
                  </a:cubicBezTo>
                  <a:lnTo>
                    <a:pt x="3056" y="15280"/>
                  </a:lnTo>
                  <a:cubicBezTo>
                    <a:pt x="3929" y="14844"/>
                    <a:pt x="4366" y="14844"/>
                    <a:pt x="5239" y="13970"/>
                  </a:cubicBezTo>
                  <a:cubicBezTo>
                    <a:pt x="5239" y="13970"/>
                    <a:pt x="5239" y="13970"/>
                    <a:pt x="5239" y="13534"/>
                  </a:cubicBezTo>
                  <a:cubicBezTo>
                    <a:pt x="5239" y="13097"/>
                    <a:pt x="5676" y="13097"/>
                    <a:pt x="6549" y="12224"/>
                  </a:cubicBezTo>
                  <a:cubicBezTo>
                    <a:pt x="6985" y="11788"/>
                    <a:pt x="7422" y="11788"/>
                    <a:pt x="7858" y="10915"/>
                  </a:cubicBezTo>
                  <a:cubicBezTo>
                    <a:pt x="7858" y="10915"/>
                    <a:pt x="7858" y="10915"/>
                    <a:pt x="8295" y="10478"/>
                  </a:cubicBezTo>
                  <a:cubicBezTo>
                    <a:pt x="8295" y="10041"/>
                    <a:pt x="7858" y="9605"/>
                    <a:pt x="7858" y="9168"/>
                  </a:cubicBezTo>
                  <a:cubicBezTo>
                    <a:pt x="7858" y="9168"/>
                    <a:pt x="7858" y="9168"/>
                    <a:pt x="7858" y="8732"/>
                  </a:cubicBezTo>
                  <a:lnTo>
                    <a:pt x="8731" y="8732"/>
                  </a:lnTo>
                  <a:cubicBezTo>
                    <a:pt x="8731" y="8732"/>
                    <a:pt x="8731" y="8732"/>
                    <a:pt x="10041" y="7422"/>
                  </a:cubicBezTo>
                  <a:cubicBezTo>
                    <a:pt x="10041" y="6985"/>
                    <a:pt x="10478" y="6549"/>
                    <a:pt x="10914" y="6112"/>
                  </a:cubicBezTo>
                  <a:cubicBezTo>
                    <a:pt x="11351" y="6112"/>
                    <a:pt x="11351" y="5676"/>
                    <a:pt x="11351" y="5676"/>
                  </a:cubicBezTo>
                  <a:cubicBezTo>
                    <a:pt x="12224" y="4803"/>
                    <a:pt x="11787" y="3930"/>
                    <a:pt x="11351" y="3493"/>
                  </a:cubicBezTo>
                  <a:cubicBezTo>
                    <a:pt x="11351" y="3493"/>
                    <a:pt x="11351" y="3493"/>
                    <a:pt x="11351" y="3056"/>
                  </a:cubicBezTo>
                  <a:cubicBezTo>
                    <a:pt x="10914" y="2620"/>
                    <a:pt x="10914" y="2183"/>
                    <a:pt x="10478" y="2183"/>
                  </a:cubicBezTo>
                  <a:cubicBezTo>
                    <a:pt x="10478" y="2183"/>
                    <a:pt x="10478" y="2183"/>
                    <a:pt x="10914" y="1747"/>
                  </a:cubicBezTo>
                  <a:cubicBezTo>
                    <a:pt x="10914" y="1747"/>
                    <a:pt x="10914" y="1747"/>
                    <a:pt x="10041" y="437"/>
                  </a:cubicBezTo>
                  <a:lnTo>
                    <a:pt x="7858" y="437"/>
                  </a:lnTo>
                  <a:cubicBezTo>
                    <a:pt x="7422" y="437"/>
                    <a:pt x="6985" y="437"/>
                    <a:pt x="698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9"/>
            <p:cNvSpPr/>
            <p:nvPr/>
          </p:nvSpPr>
          <p:spPr>
            <a:xfrm>
              <a:off x="1809675" y="1482325"/>
              <a:ext cx="3419150" cy="3186925"/>
            </a:xfrm>
            <a:custGeom>
              <a:rect b="b" l="l" r="r" t="t"/>
              <a:pathLst>
                <a:path extrusionOk="0" h="127477" w="136766">
                  <a:moveTo>
                    <a:pt x="85688" y="29686"/>
                  </a:moveTo>
                  <a:cubicBezTo>
                    <a:pt x="85688" y="29686"/>
                    <a:pt x="85688" y="29686"/>
                    <a:pt x="85688" y="29686"/>
                  </a:cubicBezTo>
                  <a:cubicBezTo>
                    <a:pt x="85252" y="29250"/>
                    <a:pt x="84815" y="29250"/>
                    <a:pt x="84815" y="28813"/>
                  </a:cubicBezTo>
                  <a:cubicBezTo>
                    <a:pt x="84815" y="28813"/>
                    <a:pt x="84815" y="28813"/>
                    <a:pt x="84815" y="28377"/>
                  </a:cubicBezTo>
                  <a:cubicBezTo>
                    <a:pt x="84815" y="28377"/>
                    <a:pt x="84815" y="28377"/>
                    <a:pt x="84815" y="28377"/>
                  </a:cubicBezTo>
                  <a:cubicBezTo>
                    <a:pt x="84815" y="28377"/>
                    <a:pt x="84815" y="28377"/>
                    <a:pt x="84815" y="28377"/>
                  </a:cubicBezTo>
                  <a:cubicBezTo>
                    <a:pt x="84815" y="28377"/>
                    <a:pt x="84815" y="27940"/>
                    <a:pt x="84815" y="27940"/>
                  </a:cubicBezTo>
                  <a:cubicBezTo>
                    <a:pt x="84379" y="27504"/>
                    <a:pt x="84379" y="27067"/>
                    <a:pt x="83942" y="27067"/>
                  </a:cubicBezTo>
                  <a:cubicBezTo>
                    <a:pt x="83942" y="27067"/>
                    <a:pt x="83942" y="27067"/>
                    <a:pt x="83942" y="27067"/>
                  </a:cubicBezTo>
                  <a:cubicBezTo>
                    <a:pt x="78267" y="25321"/>
                    <a:pt x="78267" y="25321"/>
                    <a:pt x="78267" y="25321"/>
                  </a:cubicBezTo>
                  <a:cubicBezTo>
                    <a:pt x="78267" y="25321"/>
                    <a:pt x="78267" y="25321"/>
                    <a:pt x="77830" y="25321"/>
                  </a:cubicBezTo>
                  <a:cubicBezTo>
                    <a:pt x="77830" y="25321"/>
                    <a:pt x="77830" y="25321"/>
                    <a:pt x="77830" y="25321"/>
                  </a:cubicBezTo>
                  <a:cubicBezTo>
                    <a:pt x="77830" y="25321"/>
                    <a:pt x="77394" y="25321"/>
                    <a:pt x="76957" y="25757"/>
                  </a:cubicBezTo>
                  <a:cubicBezTo>
                    <a:pt x="76957" y="25757"/>
                    <a:pt x="76521" y="25321"/>
                    <a:pt x="76084" y="25321"/>
                  </a:cubicBezTo>
                  <a:cubicBezTo>
                    <a:pt x="75211" y="25321"/>
                    <a:pt x="73901" y="25321"/>
                    <a:pt x="73028" y="24884"/>
                  </a:cubicBezTo>
                  <a:cubicBezTo>
                    <a:pt x="73028" y="24884"/>
                    <a:pt x="72591" y="24884"/>
                    <a:pt x="72591" y="24884"/>
                  </a:cubicBezTo>
                  <a:cubicBezTo>
                    <a:pt x="72155" y="24884"/>
                    <a:pt x="71718" y="24884"/>
                    <a:pt x="71282" y="24884"/>
                  </a:cubicBezTo>
                  <a:cubicBezTo>
                    <a:pt x="71282" y="24884"/>
                    <a:pt x="70845" y="24884"/>
                    <a:pt x="70409" y="24884"/>
                  </a:cubicBezTo>
                  <a:cubicBezTo>
                    <a:pt x="70409" y="24884"/>
                    <a:pt x="70409" y="24884"/>
                    <a:pt x="70409" y="24884"/>
                  </a:cubicBezTo>
                  <a:cubicBezTo>
                    <a:pt x="69536" y="24884"/>
                    <a:pt x="68226" y="24448"/>
                    <a:pt x="67353" y="24448"/>
                  </a:cubicBezTo>
                  <a:cubicBezTo>
                    <a:pt x="66916" y="24448"/>
                    <a:pt x="66043" y="24448"/>
                    <a:pt x="65607" y="24011"/>
                  </a:cubicBezTo>
                  <a:cubicBezTo>
                    <a:pt x="64733" y="23138"/>
                    <a:pt x="63860" y="22265"/>
                    <a:pt x="62987" y="21392"/>
                  </a:cubicBezTo>
                  <a:cubicBezTo>
                    <a:pt x="61677" y="20082"/>
                    <a:pt x="60368" y="19209"/>
                    <a:pt x="59058" y="17899"/>
                  </a:cubicBezTo>
                  <a:cubicBezTo>
                    <a:pt x="58185" y="17026"/>
                    <a:pt x="56875" y="16153"/>
                    <a:pt x="56002" y="15280"/>
                  </a:cubicBezTo>
                  <a:cubicBezTo>
                    <a:pt x="53819" y="13097"/>
                    <a:pt x="51637" y="10478"/>
                    <a:pt x="49017" y="8731"/>
                  </a:cubicBezTo>
                  <a:cubicBezTo>
                    <a:pt x="49017" y="8731"/>
                    <a:pt x="49017" y="8731"/>
                    <a:pt x="49017" y="8731"/>
                  </a:cubicBezTo>
                  <a:cubicBezTo>
                    <a:pt x="49017" y="8731"/>
                    <a:pt x="49017" y="8731"/>
                    <a:pt x="49017" y="8731"/>
                  </a:cubicBezTo>
                  <a:cubicBezTo>
                    <a:pt x="48581" y="8731"/>
                    <a:pt x="48581" y="8731"/>
                    <a:pt x="48581" y="8731"/>
                  </a:cubicBezTo>
                  <a:cubicBezTo>
                    <a:pt x="48144" y="8295"/>
                    <a:pt x="48144" y="8295"/>
                    <a:pt x="47708" y="7858"/>
                  </a:cubicBezTo>
                  <a:cubicBezTo>
                    <a:pt x="47708" y="7858"/>
                    <a:pt x="47271" y="7858"/>
                    <a:pt x="47271" y="7858"/>
                  </a:cubicBezTo>
                  <a:cubicBezTo>
                    <a:pt x="45088" y="6112"/>
                    <a:pt x="42469" y="4802"/>
                    <a:pt x="40286" y="3056"/>
                  </a:cubicBezTo>
                  <a:cubicBezTo>
                    <a:pt x="39413" y="2620"/>
                    <a:pt x="38540" y="1746"/>
                    <a:pt x="38103" y="1310"/>
                  </a:cubicBezTo>
                  <a:cubicBezTo>
                    <a:pt x="37230" y="1310"/>
                    <a:pt x="36794" y="1310"/>
                    <a:pt x="36357" y="1310"/>
                  </a:cubicBezTo>
                  <a:cubicBezTo>
                    <a:pt x="36357" y="1310"/>
                    <a:pt x="36357" y="1310"/>
                    <a:pt x="36357" y="1310"/>
                  </a:cubicBezTo>
                  <a:cubicBezTo>
                    <a:pt x="34174" y="873"/>
                    <a:pt x="31991" y="437"/>
                    <a:pt x="29809" y="0"/>
                  </a:cubicBezTo>
                  <a:cubicBezTo>
                    <a:pt x="29372" y="0"/>
                    <a:pt x="29372" y="0"/>
                    <a:pt x="29372" y="0"/>
                  </a:cubicBezTo>
                  <a:cubicBezTo>
                    <a:pt x="27626" y="873"/>
                    <a:pt x="25879" y="1746"/>
                    <a:pt x="24133" y="2183"/>
                  </a:cubicBezTo>
                  <a:cubicBezTo>
                    <a:pt x="21514" y="3493"/>
                    <a:pt x="18458" y="4366"/>
                    <a:pt x="15839" y="5239"/>
                  </a:cubicBezTo>
                  <a:cubicBezTo>
                    <a:pt x="17585" y="7422"/>
                    <a:pt x="18895" y="9605"/>
                    <a:pt x="20641" y="11351"/>
                  </a:cubicBezTo>
                  <a:cubicBezTo>
                    <a:pt x="21077" y="11787"/>
                    <a:pt x="21514" y="12224"/>
                    <a:pt x="21514" y="12660"/>
                  </a:cubicBezTo>
                  <a:cubicBezTo>
                    <a:pt x="21950" y="12660"/>
                    <a:pt x="21950" y="12660"/>
                    <a:pt x="21950" y="13097"/>
                  </a:cubicBezTo>
                  <a:cubicBezTo>
                    <a:pt x="21950" y="13097"/>
                    <a:pt x="21950" y="13097"/>
                    <a:pt x="21950" y="13097"/>
                  </a:cubicBezTo>
                  <a:cubicBezTo>
                    <a:pt x="21950" y="13097"/>
                    <a:pt x="22387" y="13534"/>
                    <a:pt x="22387" y="13534"/>
                  </a:cubicBezTo>
                  <a:cubicBezTo>
                    <a:pt x="22387" y="14407"/>
                    <a:pt x="20204" y="16153"/>
                    <a:pt x="19331" y="17026"/>
                  </a:cubicBezTo>
                  <a:cubicBezTo>
                    <a:pt x="19331" y="17463"/>
                    <a:pt x="19331" y="17899"/>
                    <a:pt x="18895" y="17899"/>
                  </a:cubicBezTo>
                  <a:cubicBezTo>
                    <a:pt x="18458" y="18336"/>
                    <a:pt x="17148" y="18336"/>
                    <a:pt x="16275" y="18336"/>
                  </a:cubicBezTo>
                  <a:cubicBezTo>
                    <a:pt x="16275" y="18336"/>
                    <a:pt x="16275" y="18336"/>
                    <a:pt x="16275" y="18336"/>
                  </a:cubicBezTo>
                  <a:cubicBezTo>
                    <a:pt x="16275" y="18336"/>
                    <a:pt x="15839" y="18336"/>
                    <a:pt x="15402" y="18336"/>
                  </a:cubicBezTo>
                  <a:cubicBezTo>
                    <a:pt x="15402" y="18772"/>
                    <a:pt x="14965" y="18772"/>
                    <a:pt x="14529" y="18772"/>
                  </a:cubicBezTo>
                  <a:cubicBezTo>
                    <a:pt x="13656" y="19209"/>
                    <a:pt x="12783" y="20519"/>
                    <a:pt x="11910" y="21392"/>
                  </a:cubicBezTo>
                  <a:cubicBezTo>
                    <a:pt x="11910" y="21828"/>
                    <a:pt x="11473" y="22265"/>
                    <a:pt x="11473" y="22265"/>
                  </a:cubicBezTo>
                  <a:cubicBezTo>
                    <a:pt x="11036" y="22701"/>
                    <a:pt x="10163" y="24448"/>
                    <a:pt x="9727" y="24448"/>
                  </a:cubicBezTo>
                  <a:cubicBezTo>
                    <a:pt x="9727" y="24448"/>
                    <a:pt x="9727" y="24448"/>
                    <a:pt x="9727" y="24448"/>
                  </a:cubicBezTo>
                  <a:cubicBezTo>
                    <a:pt x="9727" y="24884"/>
                    <a:pt x="7981" y="24011"/>
                    <a:pt x="7544" y="24011"/>
                  </a:cubicBezTo>
                  <a:cubicBezTo>
                    <a:pt x="7544" y="24011"/>
                    <a:pt x="7107" y="24011"/>
                    <a:pt x="7107" y="24011"/>
                  </a:cubicBezTo>
                  <a:cubicBezTo>
                    <a:pt x="5798" y="23575"/>
                    <a:pt x="4488" y="23575"/>
                    <a:pt x="3615" y="23138"/>
                  </a:cubicBezTo>
                  <a:cubicBezTo>
                    <a:pt x="3178" y="23138"/>
                    <a:pt x="3178" y="23138"/>
                    <a:pt x="3178" y="23138"/>
                  </a:cubicBezTo>
                  <a:cubicBezTo>
                    <a:pt x="2742" y="23138"/>
                    <a:pt x="2305" y="23138"/>
                    <a:pt x="2305" y="23575"/>
                  </a:cubicBezTo>
                  <a:cubicBezTo>
                    <a:pt x="2305" y="23575"/>
                    <a:pt x="2305" y="23575"/>
                    <a:pt x="2305" y="23575"/>
                  </a:cubicBezTo>
                  <a:cubicBezTo>
                    <a:pt x="2305" y="23575"/>
                    <a:pt x="2305" y="23575"/>
                    <a:pt x="2305" y="23575"/>
                  </a:cubicBezTo>
                  <a:cubicBezTo>
                    <a:pt x="2305" y="23575"/>
                    <a:pt x="2305" y="23575"/>
                    <a:pt x="2305" y="23575"/>
                  </a:cubicBezTo>
                  <a:cubicBezTo>
                    <a:pt x="2305" y="23575"/>
                    <a:pt x="2305" y="23575"/>
                    <a:pt x="2305" y="23575"/>
                  </a:cubicBezTo>
                  <a:cubicBezTo>
                    <a:pt x="1869" y="25757"/>
                    <a:pt x="1432" y="28377"/>
                    <a:pt x="559" y="30560"/>
                  </a:cubicBezTo>
                  <a:cubicBezTo>
                    <a:pt x="559" y="30996"/>
                    <a:pt x="-314" y="34052"/>
                    <a:pt x="122" y="34052"/>
                  </a:cubicBezTo>
                  <a:cubicBezTo>
                    <a:pt x="559" y="34052"/>
                    <a:pt x="559" y="33615"/>
                    <a:pt x="559" y="33615"/>
                  </a:cubicBezTo>
                  <a:cubicBezTo>
                    <a:pt x="996" y="33179"/>
                    <a:pt x="1432" y="33615"/>
                    <a:pt x="1432" y="33615"/>
                  </a:cubicBezTo>
                  <a:cubicBezTo>
                    <a:pt x="1869" y="34052"/>
                    <a:pt x="2305" y="33179"/>
                    <a:pt x="2742" y="33179"/>
                  </a:cubicBezTo>
                  <a:cubicBezTo>
                    <a:pt x="3178" y="33179"/>
                    <a:pt x="3615" y="34052"/>
                    <a:pt x="4051" y="34489"/>
                  </a:cubicBezTo>
                  <a:cubicBezTo>
                    <a:pt x="5798" y="37108"/>
                    <a:pt x="7107" y="39727"/>
                    <a:pt x="8417" y="42347"/>
                  </a:cubicBezTo>
                  <a:cubicBezTo>
                    <a:pt x="10163" y="44966"/>
                    <a:pt x="11473" y="48895"/>
                    <a:pt x="13656" y="50641"/>
                  </a:cubicBezTo>
                  <a:cubicBezTo>
                    <a:pt x="14092" y="50641"/>
                    <a:pt x="14092" y="51078"/>
                    <a:pt x="14092" y="51515"/>
                  </a:cubicBezTo>
                  <a:cubicBezTo>
                    <a:pt x="14092" y="52824"/>
                    <a:pt x="14092" y="52824"/>
                    <a:pt x="14965" y="53697"/>
                  </a:cubicBezTo>
                  <a:cubicBezTo>
                    <a:pt x="15839" y="55007"/>
                    <a:pt x="17148" y="56317"/>
                    <a:pt x="17585" y="58063"/>
                  </a:cubicBezTo>
                  <a:cubicBezTo>
                    <a:pt x="17585" y="58936"/>
                    <a:pt x="17585" y="59809"/>
                    <a:pt x="18021" y="61119"/>
                  </a:cubicBezTo>
                  <a:cubicBezTo>
                    <a:pt x="18021" y="62429"/>
                    <a:pt x="18458" y="62865"/>
                    <a:pt x="19331" y="64175"/>
                  </a:cubicBezTo>
                  <a:cubicBezTo>
                    <a:pt x="19768" y="65048"/>
                    <a:pt x="20204" y="65048"/>
                    <a:pt x="21514" y="65048"/>
                  </a:cubicBezTo>
                  <a:cubicBezTo>
                    <a:pt x="22387" y="65048"/>
                    <a:pt x="23697" y="66794"/>
                    <a:pt x="24570" y="67667"/>
                  </a:cubicBezTo>
                  <a:cubicBezTo>
                    <a:pt x="25006" y="68104"/>
                    <a:pt x="25006" y="68540"/>
                    <a:pt x="25443" y="68977"/>
                  </a:cubicBezTo>
                  <a:cubicBezTo>
                    <a:pt x="26316" y="70723"/>
                    <a:pt x="26753" y="72033"/>
                    <a:pt x="27626" y="73779"/>
                  </a:cubicBezTo>
                  <a:cubicBezTo>
                    <a:pt x="28062" y="75525"/>
                    <a:pt x="28935" y="76835"/>
                    <a:pt x="29372" y="78581"/>
                  </a:cubicBezTo>
                  <a:cubicBezTo>
                    <a:pt x="29372" y="79018"/>
                    <a:pt x="29809" y="79455"/>
                    <a:pt x="29809" y="79891"/>
                  </a:cubicBezTo>
                  <a:cubicBezTo>
                    <a:pt x="29809" y="79891"/>
                    <a:pt x="29372" y="80328"/>
                    <a:pt x="29372" y="80764"/>
                  </a:cubicBezTo>
                  <a:cubicBezTo>
                    <a:pt x="28935" y="81637"/>
                    <a:pt x="29372" y="82947"/>
                    <a:pt x="29372" y="84257"/>
                  </a:cubicBezTo>
                  <a:cubicBezTo>
                    <a:pt x="29809" y="86440"/>
                    <a:pt x="29372" y="89059"/>
                    <a:pt x="30245" y="90369"/>
                  </a:cubicBezTo>
                  <a:cubicBezTo>
                    <a:pt x="30682" y="91242"/>
                    <a:pt x="31118" y="91678"/>
                    <a:pt x="31555" y="92551"/>
                  </a:cubicBezTo>
                  <a:cubicBezTo>
                    <a:pt x="32428" y="94298"/>
                    <a:pt x="33301" y="95607"/>
                    <a:pt x="34611" y="96480"/>
                  </a:cubicBezTo>
                  <a:cubicBezTo>
                    <a:pt x="34611" y="96480"/>
                    <a:pt x="34611" y="96480"/>
                    <a:pt x="34611" y="96480"/>
                  </a:cubicBezTo>
                  <a:cubicBezTo>
                    <a:pt x="35047" y="96480"/>
                    <a:pt x="35484" y="96480"/>
                    <a:pt x="35920" y="96480"/>
                  </a:cubicBezTo>
                  <a:cubicBezTo>
                    <a:pt x="36357" y="96917"/>
                    <a:pt x="37230" y="97790"/>
                    <a:pt x="37667" y="98227"/>
                  </a:cubicBezTo>
                  <a:cubicBezTo>
                    <a:pt x="38103" y="98663"/>
                    <a:pt x="38540" y="99100"/>
                    <a:pt x="38540" y="99536"/>
                  </a:cubicBezTo>
                  <a:cubicBezTo>
                    <a:pt x="39849" y="102156"/>
                    <a:pt x="41159" y="104775"/>
                    <a:pt x="42469" y="106958"/>
                  </a:cubicBezTo>
                  <a:cubicBezTo>
                    <a:pt x="43342" y="109141"/>
                    <a:pt x="44652" y="111324"/>
                    <a:pt x="45525" y="113506"/>
                  </a:cubicBezTo>
                  <a:cubicBezTo>
                    <a:pt x="46398" y="115253"/>
                    <a:pt x="48144" y="116562"/>
                    <a:pt x="49454" y="117872"/>
                  </a:cubicBezTo>
                  <a:cubicBezTo>
                    <a:pt x="50763" y="119182"/>
                    <a:pt x="50327" y="120055"/>
                    <a:pt x="50763" y="122238"/>
                  </a:cubicBezTo>
                  <a:cubicBezTo>
                    <a:pt x="50763" y="122238"/>
                    <a:pt x="50763" y="122238"/>
                    <a:pt x="50763" y="121801"/>
                  </a:cubicBezTo>
                  <a:cubicBezTo>
                    <a:pt x="52510" y="122238"/>
                    <a:pt x="52946" y="124420"/>
                    <a:pt x="53383" y="126603"/>
                  </a:cubicBezTo>
                  <a:cubicBezTo>
                    <a:pt x="52946" y="127040"/>
                    <a:pt x="52946" y="127040"/>
                    <a:pt x="52946" y="127040"/>
                  </a:cubicBezTo>
                  <a:cubicBezTo>
                    <a:pt x="53383" y="127476"/>
                    <a:pt x="53383" y="127476"/>
                    <a:pt x="53383" y="127476"/>
                  </a:cubicBezTo>
                  <a:cubicBezTo>
                    <a:pt x="53819" y="127040"/>
                    <a:pt x="53819" y="127040"/>
                    <a:pt x="53819" y="127040"/>
                  </a:cubicBezTo>
                  <a:cubicBezTo>
                    <a:pt x="53819" y="126603"/>
                    <a:pt x="55566" y="125294"/>
                    <a:pt x="56002" y="125294"/>
                  </a:cubicBezTo>
                  <a:cubicBezTo>
                    <a:pt x="56002" y="125294"/>
                    <a:pt x="56002" y="125294"/>
                    <a:pt x="56002" y="125294"/>
                  </a:cubicBezTo>
                  <a:cubicBezTo>
                    <a:pt x="56002" y="124857"/>
                    <a:pt x="56002" y="124420"/>
                    <a:pt x="56002" y="123984"/>
                  </a:cubicBezTo>
                  <a:cubicBezTo>
                    <a:pt x="56002" y="123547"/>
                    <a:pt x="55566" y="123111"/>
                    <a:pt x="55566" y="123111"/>
                  </a:cubicBezTo>
                  <a:cubicBezTo>
                    <a:pt x="55566" y="122674"/>
                    <a:pt x="55566" y="122674"/>
                    <a:pt x="55566" y="122238"/>
                  </a:cubicBezTo>
                  <a:cubicBezTo>
                    <a:pt x="55566" y="122238"/>
                    <a:pt x="55566" y="121801"/>
                    <a:pt x="55566" y="121801"/>
                  </a:cubicBezTo>
                  <a:cubicBezTo>
                    <a:pt x="56002" y="121365"/>
                    <a:pt x="56002" y="120928"/>
                    <a:pt x="56002" y="120928"/>
                  </a:cubicBezTo>
                  <a:cubicBezTo>
                    <a:pt x="56439" y="119618"/>
                    <a:pt x="56875" y="118745"/>
                    <a:pt x="57312" y="118745"/>
                  </a:cubicBezTo>
                  <a:cubicBezTo>
                    <a:pt x="57312" y="118745"/>
                    <a:pt x="57312" y="118745"/>
                    <a:pt x="57312" y="118745"/>
                  </a:cubicBezTo>
                  <a:cubicBezTo>
                    <a:pt x="58185" y="118309"/>
                    <a:pt x="58622" y="118309"/>
                    <a:pt x="59058" y="118745"/>
                  </a:cubicBezTo>
                  <a:cubicBezTo>
                    <a:pt x="59058" y="118745"/>
                    <a:pt x="59058" y="118745"/>
                    <a:pt x="59058" y="118745"/>
                  </a:cubicBezTo>
                  <a:cubicBezTo>
                    <a:pt x="59495" y="119182"/>
                    <a:pt x="59931" y="119618"/>
                    <a:pt x="60368" y="119618"/>
                  </a:cubicBezTo>
                  <a:cubicBezTo>
                    <a:pt x="60368" y="119618"/>
                    <a:pt x="60804" y="119618"/>
                    <a:pt x="60804" y="119618"/>
                  </a:cubicBezTo>
                  <a:cubicBezTo>
                    <a:pt x="60804" y="120055"/>
                    <a:pt x="61241" y="120055"/>
                    <a:pt x="61677" y="120055"/>
                  </a:cubicBezTo>
                  <a:cubicBezTo>
                    <a:pt x="62114" y="120055"/>
                    <a:pt x="62987" y="119618"/>
                    <a:pt x="63424" y="119618"/>
                  </a:cubicBezTo>
                  <a:cubicBezTo>
                    <a:pt x="64733" y="119182"/>
                    <a:pt x="66480" y="119182"/>
                    <a:pt x="67789" y="119182"/>
                  </a:cubicBezTo>
                  <a:cubicBezTo>
                    <a:pt x="71282" y="118745"/>
                    <a:pt x="75211" y="119618"/>
                    <a:pt x="78703" y="120055"/>
                  </a:cubicBezTo>
                  <a:cubicBezTo>
                    <a:pt x="78703" y="120055"/>
                    <a:pt x="78703" y="120055"/>
                    <a:pt x="79140" y="120055"/>
                  </a:cubicBezTo>
                  <a:cubicBezTo>
                    <a:pt x="79140" y="120055"/>
                    <a:pt x="79140" y="120055"/>
                    <a:pt x="79140" y="120055"/>
                  </a:cubicBezTo>
                  <a:cubicBezTo>
                    <a:pt x="79140" y="120055"/>
                    <a:pt x="79140" y="120055"/>
                    <a:pt x="79140" y="120055"/>
                  </a:cubicBezTo>
                  <a:cubicBezTo>
                    <a:pt x="79576" y="120055"/>
                    <a:pt x="80013" y="121365"/>
                    <a:pt x="80450" y="122238"/>
                  </a:cubicBezTo>
                  <a:cubicBezTo>
                    <a:pt x="80886" y="122238"/>
                    <a:pt x="80886" y="122674"/>
                    <a:pt x="81323" y="122674"/>
                  </a:cubicBezTo>
                  <a:cubicBezTo>
                    <a:pt x="81759" y="122238"/>
                    <a:pt x="82196" y="122238"/>
                    <a:pt x="83069" y="122238"/>
                  </a:cubicBezTo>
                  <a:cubicBezTo>
                    <a:pt x="83505" y="121801"/>
                    <a:pt x="83942" y="121365"/>
                    <a:pt x="84379" y="120491"/>
                  </a:cubicBezTo>
                  <a:cubicBezTo>
                    <a:pt x="85252" y="119182"/>
                    <a:pt x="86125" y="117435"/>
                    <a:pt x="86998" y="115689"/>
                  </a:cubicBezTo>
                  <a:cubicBezTo>
                    <a:pt x="87435" y="115253"/>
                    <a:pt x="88308" y="114380"/>
                    <a:pt x="88744" y="113506"/>
                  </a:cubicBezTo>
                  <a:cubicBezTo>
                    <a:pt x="88744" y="113070"/>
                    <a:pt x="88744" y="113070"/>
                    <a:pt x="88744" y="113070"/>
                  </a:cubicBezTo>
                  <a:cubicBezTo>
                    <a:pt x="90054" y="111760"/>
                    <a:pt x="92237" y="111324"/>
                    <a:pt x="93546" y="110450"/>
                  </a:cubicBezTo>
                  <a:cubicBezTo>
                    <a:pt x="95729" y="109141"/>
                    <a:pt x="98785" y="109141"/>
                    <a:pt x="101841" y="108704"/>
                  </a:cubicBezTo>
                  <a:cubicBezTo>
                    <a:pt x="104460" y="108268"/>
                    <a:pt x="107080" y="107831"/>
                    <a:pt x="110136" y="107395"/>
                  </a:cubicBezTo>
                  <a:cubicBezTo>
                    <a:pt x="111445" y="106958"/>
                    <a:pt x="112318" y="106958"/>
                    <a:pt x="113628" y="106521"/>
                  </a:cubicBezTo>
                  <a:cubicBezTo>
                    <a:pt x="113628" y="106521"/>
                    <a:pt x="113628" y="106521"/>
                    <a:pt x="113192" y="106085"/>
                  </a:cubicBezTo>
                  <a:cubicBezTo>
                    <a:pt x="113628" y="106521"/>
                    <a:pt x="113628" y="106521"/>
                    <a:pt x="113628" y="106521"/>
                  </a:cubicBezTo>
                  <a:cubicBezTo>
                    <a:pt x="114065" y="106521"/>
                    <a:pt x="114501" y="106085"/>
                    <a:pt x="115374" y="106085"/>
                  </a:cubicBezTo>
                  <a:cubicBezTo>
                    <a:pt x="118430" y="104775"/>
                    <a:pt x="121923" y="103465"/>
                    <a:pt x="124979" y="102156"/>
                  </a:cubicBezTo>
                  <a:cubicBezTo>
                    <a:pt x="127162" y="100846"/>
                    <a:pt x="129781" y="99973"/>
                    <a:pt x="131964" y="99100"/>
                  </a:cubicBezTo>
                  <a:cubicBezTo>
                    <a:pt x="131964" y="99100"/>
                    <a:pt x="132400" y="99100"/>
                    <a:pt x="132837" y="99100"/>
                  </a:cubicBezTo>
                  <a:cubicBezTo>
                    <a:pt x="132837" y="98663"/>
                    <a:pt x="132837" y="98663"/>
                    <a:pt x="132837" y="98663"/>
                  </a:cubicBezTo>
                  <a:cubicBezTo>
                    <a:pt x="133273" y="98663"/>
                    <a:pt x="133273" y="98663"/>
                    <a:pt x="133273" y="98227"/>
                  </a:cubicBezTo>
                  <a:cubicBezTo>
                    <a:pt x="133710" y="97354"/>
                    <a:pt x="133710" y="96044"/>
                    <a:pt x="133710" y="95607"/>
                  </a:cubicBezTo>
                  <a:cubicBezTo>
                    <a:pt x="134147" y="95171"/>
                    <a:pt x="134147" y="94734"/>
                    <a:pt x="134147" y="94298"/>
                  </a:cubicBezTo>
                  <a:cubicBezTo>
                    <a:pt x="134147" y="94298"/>
                    <a:pt x="134583" y="93861"/>
                    <a:pt x="134583" y="93861"/>
                  </a:cubicBezTo>
                  <a:cubicBezTo>
                    <a:pt x="135020" y="91678"/>
                    <a:pt x="135456" y="89495"/>
                    <a:pt x="136329" y="87749"/>
                  </a:cubicBezTo>
                  <a:cubicBezTo>
                    <a:pt x="136329" y="86876"/>
                    <a:pt x="136766" y="86003"/>
                    <a:pt x="136766" y="85130"/>
                  </a:cubicBezTo>
                  <a:cubicBezTo>
                    <a:pt x="136766" y="84693"/>
                    <a:pt x="136766" y="84257"/>
                    <a:pt x="136766" y="83384"/>
                  </a:cubicBezTo>
                  <a:cubicBezTo>
                    <a:pt x="136766" y="82947"/>
                    <a:pt x="136766" y="82510"/>
                    <a:pt x="136766" y="82074"/>
                  </a:cubicBezTo>
                  <a:cubicBezTo>
                    <a:pt x="136766" y="82074"/>
                    <a:pt x="136329" y="82074"/>
                    <a:pt x="136329" y="81637"/>
                  </a:cubicBezTo>
                  <a:cubicBezTo>
                    <a:pt x="136329" y="81201"/>
                    <a:pt x="135893" y="80764"/>
                    <a:pt x="135893" y="80328"/>
                  </a:cubicBezTo>
                  <a:cubicBezTo>
                    <a:pt x="135456" y="79455"/>
                    <a:pt x="135020" y="78581"/>
                    <a:pt x="134583" y="77708"/>
                  </a:cubicBezTo>
                  <a:cubicBezTo>
                    <a:pt x="134583" y="77272"/>
                    <a:pt x="134583" y="77272"/>
                    <a:pt x="134583" y="77272"/>
                  </a:cubicBezTo>
                  <a:cubicBezTo>
                    <a:pt x="134147" y="77272"/>
                    <a:pt x="134147" y="77272"/>
                    <a:pt x="134147" y="77272"/>
                  </a:cubicBezTo>
                  <a:cubicBezTo>
                    <a:pt x="134147" y="77272"/>
                    <a:pt x="134147" y="77272"/>
                    <a:pt x="133710" y="77272"/>
                  </a:cubicBezTo>
                  <a:cubicBezTo>
                    <a:pt x="132837" y="76835"/>
                    <a:pt x="131964" y="76835"/>
                    <a:pt x="130654" y="76835"/>
                  </a:cubicBezTo>
                  <a:cubicBezTo>
                    <a:pt x="130654" y="76835"/>
                    <a:pt x="130217" y="76835"/>
                    <a:pt x="129781" y="76835"/>
                  </a:cubicBezTo>
                  <a:cubicBezTo>
                    <a:pt x="129344" y="76835"/>
                    <a:pt x="128908" y="76399"/>
                    <a:pt x="128471" y="76399"/>
                  </a:cubicBezTo>
                  <a:cubicBezTo>
                    <a:pt x="125415" y="76399"/>
                    <a:pt x="122359" y="75962"/>
                    <a:pt x="119303" y="75525"/>
                  </a:cubicBezTo>
                  <a:cubicBezTo>
                    <a:pt x="118867" y="75525"/>
                    <a:pt x="117994" y="75525"/>
                    <a:pt x="117557" y="75525"/>
                  </a:cubicBezTo>
                  <a:cubicBezTo>
                    <a:pt x="117121" y="75089"/>
                    <a:pt x="117121" y="75089"/>
                    <a:pt x="117121" y="75089"/>
                  </a:cubicBezTo>
                  <a:cubicBezTo>
                    <a:pt x="116248" y="73343"/>
                    <a:pt x="114938" y="72033"/>
                    <a:pt x="114065" y="70287"/>
                  </a:cubicBezTo>
                  <a:cubicBezTo>
                    <a:pt x="114065" y="70287"/>
                    <a:pt x="113192" y="69414"/>
                    <a:pt x="113192" y="68977"/>
                  </a:cubicBezTo>
                  <a:cubicBezTo>
                    <a:pt x="112318" y="68104"/>
                    <a:pt x="111009" y="66794"/>
                    <a:pt x="111009" y="65485"/>
                  </a:cubicBezTo>
                  <a:cubicBezTo>
                    <a:pt x="110572" y="64611"/>
                    <a:pt x="110572" y="64611"/>
                    <a:pt x="110572" y="64611"/>
                  </a:cubicBezTo>
                  <a:cubicBezTo>
                    <a:pt x="110136" y="64611"/>
                    <a:pt x="110136" y="64611"/>
                    <a:pt x="110136" y="64611"/>
                  </a:cubicBezTo>
                  <a:cubicBezTo>
                    <a:pt x="109699" y="64611"/>
                    <a:pt x="109263" y="64611"/>
                    <a:pt x="108826" y="64175"/>
                  </a:cubicBezTo>
                  <a:cubicBezTo>
                    <a:pt x="108826" y="64175"/>
                    <a:pt x="108826" y="63738"/>
                    <a:pt x="109263" y="63302"/>
                  </a:cubicBezTo>
                  <a:cubicBezTo>
                    <a:pt x="109263" y="62865"/>
                    <a:pt x="109699" y="62865"/>
                    <a:pt x="109699" y="62429"/>
                  </a:cubicBezTo>
                  <a:cubicBezTo>
                    <a:pt x="110136" y="62429"/>
                    <a:pt x="110136" y="62429"/>
                    <a:pt x="110136" y="62429"/>
                  </a:cubicBezTo>
                  <a:cubicBezTo>
                    <a:pt x="110136" y="61555"/>
                    <a:pt x="110136" y="61555"/>
                    <a:pt x="110136" y="61555"/>
                  </a:cubicBezTo>
                  <a:cubicBezTo>
                    <a:pt x="109699" y="61992"/>
                    <a:pt x="109263" y="61992"/>
                    <a:pt x="109263" y="61992"/>
                  </a:cubicBezTo>
                  <a:cubicBezTo>
                    <a:pt x="109263" y="61992"/>
                    <a:pt x="108826" y="61992"/>
                    <a:pt x="108826" y="61992"/>
                  </a:cubicBezTo>
                  <a:cubicBezTo>
                    <a:pt x="108389" y="61992"/>
                    <a:pt x="107953" y="61992"/>
                    <a:pt x="107953" y="61992"/>
                  </a:cubicBezTo>
                  <a:cubicBezTo>
                    <a:pt x="107516" y="61992"/>
                    <a:pt x="107516" y="61992"/>
                    <a:pt x="107080" y="61992"/>
                  </a:cubicBezTo>
                  <a:cubicBezTo>
                    <a:pt x="107080" y="61992"/>
                    <a:pt x="107080" y="61992"/>
                    <a:pt x="107080" y="61992"/>
                  </a:cubicBezTo>
                  <a:cubicBezTo>
                    <a:pt x="107080" y="61992"/>
                    <a:pt x="107080" y="61992"/>
                    <a:pt x="107080" y="61992"/>
                  </a:cubicBezTo>
                  <a:cubicBezTo>
                    <a:pt x="107080" y="61992"/>
                    <a:pt x="107080" y="61992"/>
                    <a:pt x="107080" y="61992"/>
                  </a:cubicBezTo>
                  <a:cubicBezTo>
                    <a:pt x="107080" y="61992"/>
                    <a:pt x="107080" y="61992"/>
                    <a:pt x="106643" y="61992"/>
                  </a:cubicBezTo>
                  <a:cubicBezTo>
                    <a:pt x="106643" y="61992"/>
                    <a:pt x="106643" y="61992"/>
                    <a:pt x="106643" y="61992"/>
                  </a:cubicBezTo>
                  <a:cubicBezTo>
                    <a:pt x="106207" y="61992"/>
                    <a:pt x="106207" y="61555"/>
                    <a:pt x="105770" y="60682"/>
                  </a:cubicBezTo>
                  <a:cubicBezTo>
                    <a:pt x="105770" y="60246"/>
                    <a:pt x="105770" y="60246"/>
                    <a:pt x="105770" y="60246"/>
                  </a:cubicBezTo>
                  <a:cubicBezTo>
                    <a:pt x="105770" y="60246"/>
                    <a:pt x="105770" y="60246"/>
                    <a:pt x="105770" y="60246"/>
                  </a:cubicBezTo>
                  <a:cubicBezTo>
                    <a:pt x="104897" y="58500"/>
                    <a:pt x="104024" y="57190"/>
                    <a:pt x="103151" y="55444"/>
                  </a:cubicBezTo>
                  <a:cubicBezTo>
                    <a:pt x="102278" y="54134"/>
                    <a:pt x="100968" y="52388"/>
                    <a:pt x="100531" y="50641"/>
                  </a:cubicBezTo>
                  <a:cubicBezTo>
                    <a:pt x="100531" y="50205"/>
                    <a:pt x="100095" y="49332"/>
                    <a:pt x="100531" y="49332"/>
                  </a:cubicBezTo>
                  <a:cubicBezTo>
                    <a:pt x="100968" y="48895"/>
                    <a:pt x="100968" y="49768"/>
                    <a:pt x="101404" y="50205"/>
                  </a:cubicBezTo>
                  <a:cubicBezTo>
                    <a:pt x="101404" y="49768"/>
                    <a:pt x="101841" y="48022"/>
                    <a:pt x="101841" y="47585"/>
                  </a:cubicBezTo>
                  <a:cubicBezTo>
                    <a:pt x="101404" y="46276"/>
                    <a:pt x="100095" y="46276"/>
                    <a:pt x="100531" y="44530"/>
                  </a:cubicBezTo>
                  <a:cubicBezTo>
                    <a:pt x="100531" y="44966"/>
                    <a:pt x="100968" y="45403"/>
                    <a:pt x="101404" y="44966"/>
                  </a:cubicBezTo>
                  <a:cubicBezTo>
                    <a:pt x="100968" y="44966"/>
                    <a:pt x="100531" y="44093"/>
                    <a:pt x="100095" y="43656"/>
                  </a:cubicBezTo>
                  <a:cubicBezTo>
                    <a:pt x="99658" y="43656"/>
                    <a:pt x="99222" y="43656"/>
                    <a:pt x="98785" y="43220"/>
                  </a:cubicBezTo>
                  <a:cubicBezTo>
                    <a:pt x="98349" y="42347"/>
                    <a:pt x="97912" y="41037"/>
                    <a:pt x="97039" y="41037"/>
                  </a:cubicBezTo>
                  <a:cubicBezTo>
                    <a:pt x="97475" y="41037"/>
                    <a:pt x="97475" y="41474"/>
                    <a:pt x="97475" y="41474"/>
                  </a:cubicBezTo>
                  <a:cubicBezTo>
                    <a:pt x="96166" y="41037"/>
                    <a:pt x="95729" y="39291"/>
                    <a:pt x="94856" y="38854"/>
                  </a:cubicBezTo>
                  <a:cubicBezTo>
                    <a:pt x="95293" y="38854"/>
                    <a:pt x="95293" y="38854"/>
                    <a:pt x="95729" y="38418"/>
                  </a:cubicBezTo>
                  <a:cubicBezTo>
                    <a:pt x="95293" y="37981"/>
                    <a:pt x="94856" y="38418"/>
                    <a:pt x="94420" y="37981"/>
                  </a:cubicBezTo>
                  <a:cubicBezTo>
                    <a:pt x="94420" y="37981"/>
                    <a:pt x="93983" y="37545"/>
                    <a:pt x="93983" y="37545"/>
                  </a:cubicBezTo>
                  <a:cubicBezTo>
                    <a:pt x="93110" y="37108"/>
                    <a:pt x="93110" y="37545"/>
                    <a:pt x="92673" y="36671"/>
                  </a:cubicBezTo>
                  <a:cubicBezTo>
                    <a:pt x="92237" y="36235"/>
                    <a:pt x="92237" y="34925"/>
                    <a:pt x="91800" y="34052"/>
                  </a:cubicBezTo>
                  <a:cubicBezTo>
                    <a:pt x="91364" y="32742"/>
                    <a:pt x="90927" y="31433"/>
                    <a:pt x="90054" y="30123"/>
                  </a:cubicBezTo>
                  <a:cubicBezTo>
                    <a:pt x="90490" y="30123"/>
                    <a:pt x="90490" y="30123"/>
                    <a:pt x="90490" y="30123"/>
                  </a:cubicBezTo>
                  <a:cubicBezTo>
                    <a:pt x="90490" y="30123"/>
                    <a:pt x="90490" y="30123"/>
                    <a:pt x="90490" y="30123"/>
                  </a:cubicBezTo>
                  <a:cubicBezTo>
                    <a:pt x="90054" y="29686"/>
                    <a:pt x="90054" y="29686"/>
                    <a:pt x="90054" y="29686"/>
                  </a:cubicBezTo>
                  <a:cubicBezTo>
                    <a:pt x="88744" y="29686"/>
                    <a:pt x="86561" y="30123"/>
                    <a:pt x="85688" y="29686"/>
                  </a:cubicBezTo>
                  <a:close/>
                </a:path>
              </a:pathLst>
            </a:cu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9"/>
            <p:cNvSpPr/>
            <p:nvPr/>
          </p:nvSpPr>
          <p:spPr>
            <a:xfrm>
              <a:off x="1786375" y="1460500"/>
              <a:ext cx="3464275" cy="3219650"/>
            </a:xfrm>
            <a:custGeom>
              <a:rect b="b" l="l" r="r" t="t"/>
              <a:pathLst>
                <a:path extrusionOk="0" h="128786" w="138571">
                  <a:moveTo>
                    <a:pt x="30741" y="1746"/>
                  </a:moveTo>
                  <a:cubicBezTo>
                    <a:pt x="30741" y="1746"/>
                    <a:pt x="30741" y="1746"/>
                    <a:pt x="38599" y="3056"/>
                  </a:cubicBezTo>
                  <a:cubicBezTo>
                    <a:pt x="39035" y="3056"/>
                    <a:pt x="39908" y="3929"/>
                    <a:pt x="39908" y="4366"/>
                  </a:cubicBezTo>
                  <a:cubicBezTo>
                    <a:pt x="40345" y="4366"/>
                    <a:pt x="40345" y="4366"/>
                    <a:pt x="40781" y="4802"/>
                  </a:cubicBezTo>
                  <a:cubicBezTo>
                    <a:pt x="42528" y="6112"/>
                    <a:pt x="44274" y="6985"/>
                    <a:pt x="46020" y="8295"/>
                  </a:cubicBezTo>
                  <a:cubicBezTo>
                    <a:pt x="46020" y="8295"/>
                    <a:pt x="46020" y="8295"/>
                    <a:pt x="47766" y="9168"/>
                  </a:cubicBezTo>
                  <a:cubicBezTo>
                    <a:pt x="47766" y="9604"/>
                    <a:pt x="48203" y="9604"/>
                    <a:pt x="48203" y="9604"/>
                  </a:cubicBezTo>
                  <a:cubicBezTo>
                    <a:pt x="48203" y="9604"/>
                    <a:pt x="48203" y="9604"/>
                    <a:pt x="49076" y="10041"/>
                  </a:cubicBezTo>
                  <a:cubicBezTo>
                    <a:pt x="49076" y="10041"/>
                    <a:pt x="49076" y="10041"/>
                    <a:pt x="49513" y="10478"/>
                  </a:cubicBezTo>
                  <a:cubicBezTo>
                    <a:pt x="50822" y="11351"/>
                    <a:pt x="52132" y="12660"/>
                    <a:pt x="53878" y="14407"/>
                  </a:cubicBezTo>
                  <a:cubicBezTo>
                    <a:pt x="54751" y="15280"/>
                    <a:pt x="55624" y="16153"/>
                    <a:pt x="56498" y="16589"/>
                  </a:cubicBezTo>
                  <a:cubicBezTo>
                    <a:pt x="56498" y="16589"/>
                    <a:pt x="56498" y="16589"/>
                    <a:pt x="57371" y="17899"/>
                  </a:cubicBezTo>
                  <a:cubicBezTo>
                    <a:pt x="58244" y="18336"/>
                    <a:pt x="58680" y="19209"/>
                    <a:pt x="59554" y="19645"/>
                  </a:cubicBezTo>
                  <a:cubicBezTo>
                    <a:pt x="60863" y="20518"/>
                    <a:pt x="61736" y="21828"/>
                    <a:pt x="63046" y="22701"/>
                  </a:cubicBezTo>
                  <a:cubicBezTo>
                    <a:pt x="63046" y="22701"/>
                    <a:pt x="63046" y="22701"/>
                    <a:pt x="66102" y="25757"/>
                  </a:cubicBezTo>
                  <a:cubicBezTo>
                    <a:pt x="66539" y="26194"/>
                    <a:pt x="67412" y="26194"/>
                    <a:pt x="67848" y="26194"/>
                  </a:cubicBezTo>
                  <a:lnTo>
                    <a:pt x="68285" y="26194"/>
                  </a:lnTo>
                  <a:cubicBezTo>
                    <a:pt x="69158" y="26194"/>
                    <a:pt x="70031" y="26630"/>
                    <a:pt x="70904" y="26630"/>
                  </a:cubicBezTo>
                  <a:lnTo>
                    <a:pt x="73523" y="26630"/>
                  </a:lnTo>
                  <a:cubicBezTo>
                    <a:pt x="74833" y="27067"/>
                    <a:pt x="75706" y="27067"/>
                    <a:pt x="77016" y="27067"/>
                  </a:cubicBezTo>
                  <a:cubicBezTo>
                    <a:pt x="77307" y="27067"/>
                    <a:pt x="77598" y="27261"/>
                    <a:pt x="77889" y="27261"/>
                  </a:cubicBezTo>
                  <a:cubicBezTo>
                    <a:pt x="78035" y="27261"/>
                    <a:pt x="78180" y="27212"/>
                    <a:pt x="78326" y="27067"/>
                  </a:cubicBezTo>
                  <a:lnTo>
                    <a:pt x="79199" y="27067"/>
                  </a:lnTo>
                  <a:cubicBezTo>
                    <a:pt x="79199" y="27067"/>
                    <a:pt x="79199" y="27067"/>
                    <a:pt x="84437" y="28813"/>
                  </a:cubicBezTo>
                  <a:lnTo>
                    <a:pt x="84874" y="28813"/>
                  </a:lnTo>
                  <a:cubicBezTo>
                    <a:pt x="84874" y="28813"/>
                    <a:pt x="84874" y="29250"/>
                    <a:pt x="84874" y="29250"/>
                  </a:cubicBezTo>
                  <a:cubicBezTo>
                    <a:pt x="84874" y="29250"/>
                    <a:pt x="84874" y="29250"/>
                    <a:pt x="84874" y="29686"/>
                  </a:cubicBezTo>
                  <a:cubicBezTo>
                    <a:pt x="84874" y="29686"/>
                    <a:pt x="84874" y="29686"/>
                    <a:pt x="84874" y="30123"/>
                  </a:cubicBezTo>
                  <a:cubicBezTo>
                    <a:pt x="85311" y="30559"/>
                    <a:pt x="85747" y="30996"/>
                    <a:pt x="86184" y="31433"/>
                  </a:cubicBezTo>
                  <a:cubicBezTo>
                    <a:pt x="86620" y="31651"/>
                    <a:pt x="87275" y="31760"/>
                    <a:pt x="87985" y="31760"/>
                  </a:cubicBezTo>
                  <a:cubicBezTo>
                    <a:pt x="88694" y="31760"/>
                    <a:pt x="89458" y="31651"/>
                    <a:pt x="90113" y="31433"/>
                  </a:cubicBezTo>
                  <a:lnTo>
                    <a:pt x="90549" y="31433"/>
                  </a:lnTo>
                  <a:cubicBezTo>
                    <a:pt x="90986" y="32742"/>
                    <a:pt x="91422" y="34052"/>
                    <a:pt x="91859" y="35362"/>
                  </a:cubicBezTo>
                  <a:cubicBezTo>
                    <a:pt x="91859" y="35798"/>
                    <a:pt x="92296" y="36235"/>
                    <a:pt x="92296" y="36671"/>
                  </a:cubicBezTo>
                  <a:cubicBezTo>
                    <a:pt x="92296" y="37108"/>
                    <a:pt x="92296" y="37544"/>
                    <a:pt x="92732" y="37981"/>
                  </a:cubicBezTo>
                  <a:cubicBezTo>
                    <a:pt x="93169" y="38854"/>
                    <a:pt x="93605" y="39291"/>
                    <a:pt x="94042" y="39291"/>
                  </a:cubicBezTo>
                  <a:lnTo>
                    <a:pt x="94478" y="39291"/>
                  </a:lnTo>
                  <a:cubicBezTo>
                    <a:pt x="94478" y="39291"/>
                    <a:pt x="94915" y="39727"/>
                    <a:pt x="94915" y="39727"/>
                  </a:cubicBezTo>
                  <a:lnTo>
                    <a:pt x="95352" y="39727"/>
                  </a:lnTo>
                  <a:cubicBezTo>
                    <a:pt x="95352" y="39727"/>
                    <a:pt x="95352" y="39727"/>
                    <a:pt x="95352" y="40600"/>
                  </a:cubicBezTo>
                  <a:cubicBezTo>
                    <a:pt x="95788" y="40600"/>
                    <a:pt x="95788" y="41037"/>
                    <a:pt x="96225" y="41473"/>
                  </a:cubicBezTo>
                  <a:cubicBezTo>
                    <a:pt x="96661" y="42347"/>
                    <a:pt x="97098" y="42783"/>
                    <a:pt x="97971" y="43220"/>
                  </a:cubicBezTo>
                  <a:cubicBezTo>
                    <a:pt x="97971" y="43220"/>
                    <a:pt x="97971" y="43220"/>
                    <a:pt x="98407" y="42783"/>
                  </a:cubicBezTo>
                  <a:cubicBezTo>
                    <a:pt x="98407" y="43220"/>
                    <a:pt x="98407" y="43220"/>
                    <a:pt x="98407" y="43220"/>
                  </a:cubicBezTo>
                  <a:cubicBezTo>
                    <a:pt x="98844" y="43656"/>
                    <a:pt x="98844" y="44529"/>
                    <a:pt x="99281" y="44529"/>
                  </a:cubicBezTo>
                  <a:cubicBezTo>
                    <a:pt x="99717" y="44966"/>
                    <a:pt x="100154" y="44966"/>
                    <a:pt x="100154" y="45403"/>
                  </a:cubicBezTo>
                  <a:lnTo>
                    <a:pt x="100590" y="45403"/>
                  </a:lnTo>
                  <a:cubicBezTo>
                    <a:pt x="100154" y="46712"/>
                    <a:pt x="101027" y="47585"/>
                    <a:pt x="101463" y="48022"/>
                  </a:cubicBezTo>
                  <a:cubicBezTo>
                    <a:pt x="101463" y="48022"/>
                    <a:pt x="101900" y="48458"/>
                    <a:pt x="101900" y="48458"/>
                  </a:cubicBezTo>
                  <a:cubicBezTo>
                    <a:pt x="101900" y="48895"/>
                    <a:pt x="101900" y="48895"/>
                    <a:pt x="101900" y="49332"/>
                  </a:cubicBezTo>
                  <a:lnTo>
                    <a:pt x="100590" y="49332"/>
                  </a:lnTo>
                  <a:cubicBezTo>
                    <a:pt x="100154" y="50205"/>
                    <a:pt x="100590" y="51514"/>
                    <a:pt x="100590" y="51951"/>
                  </a:cubicBezTo>
                  <a:cubicBezTo>
                    <a:pt x="101027" y="52824"/>
                    <a:pt x="101463" y="54134"/>
                    <a:pt x="102336" y="55443"/>
                  </a:cubicBezTo>
                  <a:cubicBezTo>
                    <a:pt x="102773" y="55880"/>
                    <a:pt x="102773" y="56317"/>
                    <a:pt x="103210" y="56753"/>
                  </a:cubicBezTo>
                  <a:cubicBezTo>
                    <a:pt x="103646" y="57190"/>
                    <a:pt x="103646" y="57626"/>
                    <a:pt x="104083" y="58499"/>
                  </a:cubicBezTo>
                  <a:cubicBezTo>
                    <a:pt x="104519" y="59373"/>
                    <a:pt x="105392" y="60682"/>
                    <a:pt x="105829" y="61555"/>
                  </a:cubicBezTo>
                  <a:cubicBezTo>
                    <a:pt x="105829" y="61555"/>
                    <a:pt x="105829" y="61555"/>
                    <a:pt x="105829" y="61992"/>
                  </a:cubicBezTo>
                  <a:cubicBezTo>
                    <a:pt x="106266" y="62865"/>
                    <a:pt x="106702" y="63302"/>
                    <a:pt x="107139" y="63738"/>
                  </a:cubicBezTo>
                  <a:lnTo>
                    <a:pt x="109321" y="63738"/>
                  </a:lnTo>
                  <a:cubicBezTo>
                    <a:pt x="108885" y="64175"/>
                    <a:pt x="108448" y="65484"/>
                    <a:pt x="109321" y="65921"/>
                  </a:cubicBezTo>
                  <a:cubicBezTo>
                    <a:pt x="109758" y="66358"/>
                    <a:pt x="110195" y="66358"/>
                    <a:pt x="110631" y="66358"/>
                  </a:cubicBezTo>
                  <a:lnTo>
                    <a:pt x="111068" y="66358"/>
                  </a:lnTo>
                  <a:cubicBezTo>
                    <a:pt x="111068" y="66358"/>
                    <a:pt x="111068" y="66358"/>
                    <a:pt x="111068" y="66794"/>
                  </a:cubicBezTo>
                  <a:cubicBezTo>
                    <a:pt x="111068" y="67667"/>
                    <a:pt x="111941" y="68977"/>
                    <a:pt x="112814" y="69850"/>
                  </a:cubicBezTo>
                  <a:cubicBezTo>
                    <a:pt x="112814" y="69850"/>
                    <a:pt x="112814" y="69850"/>
                    <a:pt x="113250" y="70287"/>
                  </a:cubicBezTo>
                  <a:cubicBezTo>
                    <a:pt x="113250" y="70723"/>
                    <a:pt x="114124" y="71596"/>
                    <a:pt x="114124" y="71596"/>
                  </a:cubicBezTo>
                  <a:cubicBezTo>
                    <a:pt x="114997" y="73343"/>
                    <a:pt x="116306" y="75089"/>
                    <a:pt x="117180" y="76398"/>
                  </a:cubicBezTo>
                  <a:cubicBezTo>
                    <a:pt x="117616" y="76835"/>
                    <a:pt x="117616" y="76835"/>
                    <a:pt x="118053" y="76835"/>
                  </a:cubicBezTo>
                  <a:cubicBezTo>
                    <a:pt x="118053" y="76835"/>
                    <a:pt x="118053" y="76835"/>
                    <a:pt x="118489" y="77272"/>
                  </a:cubicBezTo>
                  <a:lnTo>
                    <a:pt x="120235" y="77272"/>
                  </a:lnTo>
                  <a:cubicBezTo>
                    <a:pt x="120235" y="77272"/>
                    <a:pt x="120235" y="77272"/>
                    <a:pt x="130713" y="78581"/>
                  </a:cubicBezTo>
                  <a:lnTo>
                    <a:pt x="131586" y="78581"/>
                  </a:lnTo>
                  <a:cubicBezTo>
                    <a:pt x="131586" y="78581"/>
                    <a:pt x="131586" y="78581"/>
                    <a:pt x="134642" y="79018"/>
                  </a:cubicBezTo>
                  <a:cubicBezTo>
                    <a:pt x="135079" y="79454"/>
                    <a:pt x="135079" y="79454"/>
                    <a:pt x="135079" y="79891"/>
                  </a:cubicBezTo>
                  <a:cubicBezTo>
                    <a:pt x="135515" y="80328"/>
                    <a:pt x="135952" y="80764"/>
                    <a:pt x="135952" y="81637"/>
                  </a:cubicBezTo>
                  <a:cubicBezTo>
                    <a:pt x="136388" y="82074"/>
                    <a:pt x="136388" y="82510"/>
                    <a:pt x="136825" y="82947"/>
                  </a:cubicBezTo>
                  <a:cubicBezTo>
                    <a:pt x="136825" y="82947"/>
                    <a:pt x="136825" y="82947"/>
                    <a:pt x="136825" y="83383"/>
                  </a:cubicBezTo>
                  <a:cubicBezTo>
                    <a:pt x="136825" y="83820"/>
                    <a:pt x="136825" y="84257"/>
                    <a:pt x="136825" y="84257"/>
                  </a:cubicBezTo>
                  <a:cubicBezTo>
                    <a:pt x="136825" y="84693"/>
                    <a:pt x="136825" y="85130"/>
                    <a:pt x="136825" y="85566"/>
                  </a:cubicBezTo>
                  <a:cubicBezTo>
                    <a:pt x="136825" y="86876"/>
                    <a:pt x="136388" y="87749"/>
                    <a:pt x="136388" y="88186"/>
                  </a:cubicBezTo>
                  <a:cubicBezTo>
                    <a:pt x="136388" y="88186"/>
                    <a:pt x="136388" y="88186"/>
                    <a:pt x="134642" y="94298"/>
                  </a:cubicBezTo>
                  <a:cubicBezTo>
                    <a:pt x="134642" y="94298"/>
                    <a:pt x="134642" y="94298"/>
                    <a:pt x="134642" y="94734"/>
                  </a:cubicBezTo>
                  <a:cubicBezTo>
                    <a:pt x="134642" y="94734"/>
                    <a:pt x="134205" y="95171"/>
                    <a:pt x="134205" y="95171"/>
                  </a:cubicBezTo>
                  <a:cubicBezTo>
                    <a:pt x="134205" y="95607"/>
                    <a:pt x="134205" y="96044"/>
                    <a:pt x="134205" y="96480"/>
                  </a:cubicBezTo>
                  <a:cubicBezTo>
                    <a:pt x="133769" y="96480"/>
                    <a:pt x="133769" y="96917"/>
                    <a:pt x="133769" y="96917"/>
                  </a:cubicBezTo>
                  <a:cubicBezTo>
                    <a:pt x="133769" y="97353"/>
                    <a:pt x="133769" y="98227"/>
                    <a:pt x="133332" y="98663"/>
                  </a:cubicBezTo>
                  <a:cubicBezTo>
                    <a:pt x="133332" y="98663"/>
                    <a:pt x="133332" y="99100"/>
                    <a:pt x="133332" y="99100"/>
                  </a:cubicBezTo>
                  <a:cubicBezTo>
                    <a:pt x="133332" y="99100"/>
                    <a:pt x="133332" y="99100"/>
                    <a:pt x="132459" y="99536"/>
                  </a:cubicBezTo>
                  <a:cubicBezTo>
                    <a:pt x="130276" y="100409"/>
                    <a:pt x="128094" y="101283"/>
                    <a:pt x="125911" y="102156"/>
                  </a:cubicBezTo>
                  <a:cubicBezTo>
                    <a:pt x="123728" y="102592"/>
                    <a:pt x="121982" y="103465"/>
                    <a:pt x="119799" y="104338"/>
                  </a:cubicBezTo>
                  <a:cubicBezTo>
                    <a:pt x="119799" y="104338"/>
                    <a:pt x="119799" y="104338"/>
                    <a:pt x="115870" y="106085"/>
                  </a:cubicBezTo>
                  <a:lnTo>
                    <a:pt x="115433" y="106085"/>
                  </a:lnTo>
                  <a:cubicBezTo>
                    <a:pt x="114997" y="106085"/>
                    <a:pt x="114560" y="106521"/>
                    <a:pt x="114124" y="106521"/>
                  </a:cubicBezTo>
                  <a:cubicBezTo>
                    <a:pt x="113250" y="106958"/>
                    <a:pt x="111941" y="106958"/>
                    <a:pt x="110631" y="107394"/>
                  </a:cubicBezTo>
                  <a:cubicBezTo>
                    <a:pt x="108012" y="107831"/>
                    <a:pt x="104956" y="108268"/>
                    <a:pt x="102773" y="108704"/>
                  </a:cubicBezTo>
                  <a:lnTo>
                    <a:pt x="101463" y="108704"/>
                  </a:lnTo>
                  <a:cubicBezTo>
                    <a:pt x="98844" y="109141"/>
                    <a:pt x="96225" y="109141"/>
                    <a:pt x="94042" y="110450"/>
                  </a:cubicBezTo>
                  <a:cubicBezTo>
                    <a:pt x="93605" y="110887"/>
                    <a:pt x="93169" y="110887"/>
                    <a:pt x="92732" y="111323"/>
                  </a:cubicBezTo>
                  <a:cubicBezTo>
                    <a:pt x="91422" y="111760"/>
                    <a:pt x="90113" y="112633"/>
                    <a:pt x="89240" y="113070"/>
                  </a:cubicBezTo>
                  <a:cubicBezTo>
                    <a:pt x="89240" y="113506"/>
                    <a:pt x="88803" y="113506"/>
                    <a:pt x="88803" y="113943"/>
                  </a:cubicBezTo>
                  <a:cubicBezTo>
                    <a:pt x="88803" y="113943"/>
                    <a:pt x="88803" y="113943"/>
                    <a:pt x="86620" y="117872"/>
                  </a:cubicBezTo>
                  <a:cubicBezTo>
                    <a:pt x="85747" y="118745"/>
                    <a:pt x="85311" y="120055"/>
                    <a:pt x="84437" y="120928"/>
                  </a:cubicBezTo>
                  <a:cubicBezTo>
                    <a:pt x="84437" y="121364"/>
                    <a:pt x="84001" y="121801"/>
                    <a:pt x="83564" y="122238"/>
                  </a:cubicBezTo>
                  <a:cubicBezTo>
                    <a:pt x="83128" y="122238"/>
                    <a:pt x="82691" y="122238"/>
                    <a:pt x="82255" y="122674"/>
                  </a:cubicBezTo>
                  <a:cubicBezTo>
                    <a:pt x="82255" y="122674"/>
                    <a:pt x="82255" y="122674"/>
                    <a:pt x="82255" y="122238"/>
                  </a:cubicBezTo>
                  <a:cubicBezTo>
                    <a:pt x="82255" y="122238"/>
                    <a:pt x="81818" y="122238"/>
                    <a:pt x="81818" y="121801"/>
                  </a:cubicBezTo>
                  <a:cubicBezTo>
                    <a:pt x="81382" y="121364"/>
                    <a:pt x="80945" y="120491"/>
                    <a:pt x="80072" y="120055"/>
                  </a:cubicBezTo>
                  <a:lnTo>
                    <a:pt x="79635" y="120055"/>
                  </a:lnTo>
                  <a:cubicBezTo>
                    <a:pt x="78326" y="120055"/>
                    <a:pt x="77453" y="119618"/>
                    <a:pt x="76143" y="119618"/>
                  </a:cubicBezTo>
                  <a:cubicBezTo>
                    <a:pt x="74291" y="119309"/>
                    <a:pt x="72439" y="119001"/>
                    <a:pt x="70741" y="119001"/>
                  </a:cubicBezTo>
                  <a:cubicBezTo>
                    <a:pt x="70037" y="119001"/>
                    <a:pt x="69361" y="119054"/>
                    <a:pt x="68721" y="119182"/>
                  </a:cubicBezTo>
                  <a:cubicBezTo>
                    <a:pt x="67412" y="119182"/>
                    <a:pt x="66539" y="119182"/>
                    <a:pt x="65665" y="119618"/>
                  </a:cubicBezTo>
                  <a:lnTo>
                    <a:pt x="63483" y="119618"/>
                  </a:lnTo>
                  <a:cubicBezTo>
                    <a:pt x="63046" y="120055"/>
                    <a:pt x="62609" y="120055"/>
                    <a:pt x="62609" y="120055"/>
                  </a:cubicBezTo>
                  <a:lnTo>
                    <a:pt x="62173" y="120055"/>
                  </a:lnTo>
                  <a:cubicBezTo>
                    <a:pt x="61736" y="119618"/>
                    <a:pt x="61736" y="119618"/>
                    <a:pt x="61736" y="119618"/>
                  </a:cubicBezTo>
                  <a:cubicBezTo>
                    <a:pt x="61300" y="119618"/>
                    <a:pt x="60863" y="119618"/>
                    <a:pt x="60863" y="119182"/>
                  </a:cubicBezTo>
                  <a:cubicBezTo>
                    <a:pt x="60863" y="119182"/>
                    <a:pt x="60427" y="118745"/>
                    <a:pt x="60427" y="118745"/>
                  </a:cubicBezTo>
                  <a:cubicBezTo>
                    <a:pt x="59990" y="118527"/>
                    <a:pt x="59554" y="118418"/>
                    <a:pt x="59172" y="118418"/>
                  </a:cubicBezTo>
                  <a:cubicBezTo>
                    <a:pt x="58790" y="118418"/>
                    <a:pt x="58462" y="118527"/>
                    <a:pt x="58244" y="118745"/>
                  </a:cubicBezTo>
                  <a:cubicBezTo>
                    <a:pt x="57371" y="118745"/>
                    <a:pt x="56934" y="119182"/>
                    <a:pt x="56061" y="121364"/>
                  </a:cubicBezTo>
                  <a:cubicBezTo>
                    <a:pt x="56061" y="121801"/>
                    <a:pt x="56061" y="122238"/>
                    <a:pt x="55624" y="122238"/>
                  </a:cubicBezTo>
                  <a:cubicBezTo>
                    <a:pt x="55624" y="122674"/>
                    <a:pt x="55624" y="122674"/>
                    <a:pt x="55624" y="123111"/>
                  </a:cubicBezTo>
                  <a:cubicBezTo>
                    <a:pt x="55624" y="123547"/>
                    <a:pt x="55624" y="123547"/>
                    <a:pt x="55624" y="123984"/>
                  </a:cubicBezTo>
                  <a:cubicBezTo>
                    <a:pt x="55624" y="123984"/>
                    <a:pt x="56061" y="124420"/>
                    <a:pt x="56061" y="124857"/>
                  </a:cubicBezTo>
                  <a:cubicBezTo>
                    <a:pt x="56061" y="125293"/>
                    <a:pt x="56061" y="125293"/>
                    <a:pt x="56061" y="125293"/>
                  </a:cubicBezTo>
                  <a:cubicBezTo>
                    <a:pt x="56061" y="125730"/>
                    <a:pt x="56061" y="125730"/>
                    <a:pt x="56061" y="125730"/>
                  </a:cubicBezTo>
                  <a:cubicBezTo>
                    <a:pt x="55624" y="125730"/>
                    <a:pt x="55188" y="126167"/>
                    <a:pt x="55188" y="126167"/>
                  </a:cubicBezTo>
                  <a:cubicBezTo>
                    <a:pt x="54751" y="124420"/>
                    <a:pt x="53878" y="122674"/>
                    <a:pt x="52569" y="122238"/>
                  </a:cubicBezTo>
                  <a:cubicBezTo>
                    <a:pt x="52569" y="121801"/>
                    <a:pt x="52132" y="121364"/>
                    <a:pt x="52132" y="121364"/>
                  </a:cubicBezTo>
                  <a:cubicBezTo>
                    <a:pt x="52132" y="120055"/>
                    <a:pt x="52132" y="119182"/>
                    <a:pt x="51259" y="118308"/>
                  </a:cubicBezTo>
                  <a:cubicBezTo>
                    <a:pt x="50822" y="117872"/>
                    <a:pt x="50386" y="117435"/>
                    <a:pt x="49949" y="116562"/>
                  </a:cubicBezTo>
                  <a:cubicBezTo>
                    <a:pt x="48640" y="115689"/>
                    <a:pt x="47766" y="114816"/>
                    <a:pt x="47330" y="113943"/>
                  </a:cubicBezTo>
                  <a:cubicBezTo>
                    <a:pt x="46893" y="112633"/>
                    <a:pt x="46457" y="111760"/>
                    <a:pt x="45584" y="110887"/>
                  </a:cubicBezTo>
                  <a:cubicBezTo>
                    <a:pt x="45147" y="109577"/>
                    <a:pt x="44710" y="108704"/>
                    <a:pt x="44274" y="107394"/>
                  </a:cubicBezTo>
                  <a:cubicBezTo>
                    <a:pt x="42964" y="105212"/>
                    <a:pt x="41655" y="102592"/>
                    <a:pt x="40345" y="99973"/>
                  </a:cubicBezTo>
                  <a:cubicBezTo>
                    <a:pt x="39908" y="99100"/>
                    <a:pt x="39908" y="99100"/>
                    <a:pt x="39035" y="98663"/>
                  </a:cubicBezTo>
                  <a:cubicBezTo>
                    <a:pt x="39035" y="98227"/>
                    <a:pt x="39035" y="98227"/>
                    <a:pt x="38599" y="98227"/>
                  </a:cubicBezTo>
                  <a:cubicBezTo>
                    <a:pt x="38162" y="97353"/>
                    <a:pt x="37726" y="96917"/>
                    <a:pt x="37289" y="96480"/>
                  </a:cubicBezTo>
                  <a:lnTo>
                    <a:pt x="35979" y="96480"/>
                  </a:lnTo>
                  <a:cubicBezTo>
                    <a:pt x="34670" y="95607"/>
                    <a:pt x="33796" y="94298"/>
                    <a:pt x="33360" y="92988"/>
                  </a:cubicBezTo>
                  <a:cubicBezTo>
                    <a:pt x="32923" y="92551"/>
                    <a:pt x="32923" y="92551"/>
                    <a:pt x="32487" y="92115"/>
                  </a:cubicBezTo>
                  <a:cubicBezTo>
                    <a:pt x="32487" y="91678"/>
                    <a:pt x="32050" y="91242"/>
                    <a:pt x="32050" y="91242"/>
                  </a:cubicBezTo>
                  <a:cubicBezTo>
                    <a:pt x="31614" y="89932"/>
                    <a:pt x="31177" y="88186"/>
                    <a:pt x="31177" y="86876"/>
                  </a:cubicBezTo>
                  <a:cubicBezTo>
                    <a:pt x="31177" y="86439"/>
                    <a:pt x="31177" y="85566"/>
                    <a:pt x="31177" y="85130"/>
                  </a:cubicBezTo>
                  <a:cubicBezTo>
                    <a:pt x="31177" y="85130"/>
                    <a:pt x="31177" y="85130"/>
                    <a:pt x="31177" y="84257"/>
                  </a:cubicBezTo>
                  <a:cubicBezTo>
                    <a:pt x="31177" y="83383"/>
                    <a:pt x="30741" y="82510"/>
                    <a:pt x="31177" y="81637"/>
                  </a:cubicBezTo>
                  <a:cubicBezTo>
                    <a:pt x="31177" y="81201"/>
                    <a:pt x="31614" y="81201"/>
                    <a:pt x="31614" y="80764"/>
                  </a:cubicBezTo>
                  <a:cubicBezTo>
                    <a:pt x="31614" y="80328"/>
                    <a:pt x="31177" y="79454"/>
                    <a:pt x="31177" y="79018"/>
                  </a:cubicBezTo>
                  <a:cubicBezTo>
                    <a:pt x="31177" y="79018"/>
                    <a:pt x="31177" y="79018"/>
                    <a:pt x="29431" y="74652"/>
                  </a:cubicBezTo>
                  <a:cubicBezTo>
                    <a:pt x="28558" y="72906"/>
                    <a:pt x="28121" y="71160"/>
                    <a:pt x="27248" y="69850"/>
                  </a:cubicBezTo>
                  <a:cubicBezTo>
                    <a:pt x="27248" y="69850"/>
                    <a:pt x="27248" y="69850"/>
                    <a:pt x="26811" y="69413"/>
                  </a:cubicBezTo>
                  <a:cubicBezTo>
                    <a:pt x="26811" y="68977"/>
                    <a:pt x="26375" y="68540"/>
                    <a:pt x="25938" y="68104"/>
                  </a:cubicBezTo>
                  <a:cubicBezTo>
                    <a:pt x="25938" y="67667"/>
                    <a:pt x="25502" y="67667"/>
                    <a:pt x="25502" y="67231"/>
                  </a:cubicBezTo>
                  <a:cubicBezTo>
                    <a:pt x="24629" y="66358"/>
                    <a:pt x="23756" y="65048"/>
                    <a:pt x="22446" y="65048"/>
                  </a:cubicBezTo>
                  <a:lnTo>
                    <a:pt x="22009" y="65048"/>
                  </a:lnTo>
                  <a:cubicBezTo>
                    <a:pt x="21136" y="65048"/>
                    <a:pt x="21136" y="65048"/>
                    <a:pt x="20700" y="64611"/>
                  </a:cubicBezTo>
                  <a:cubicBezTo>
                    <a:pt x="20263" y="63302"/>
                    <a:pt x="19827" y="62865"/>
                    <a:pt x="19827" y="61555"/>
                  </a:cubicBezTo>
                  <a:cubicBezTo>
                    <a:pt x="19827" y="61119"/>
                    <a:pt x="19390" y="60682"/>
                    <a:pt x="19390" y="60246"/>
                  </a:cubicBezTo>
                  <a:cubicBezTo>
                    <a:pt x="19390" y="59809"/>
                    <a:pt x="19390" y="58936"/>
                    <a:pt x="19390" y="58499"/>
                  </a:cubicBezTo>
                  <a:cubicBezTo>
                    <a:pt x="18953" y="57190"/>
                    <a:pt x="18080" y="55880"/>
                    <a:pt x="17207" y="55007"/>
                  </a:cubicBezTo>
                  <a:cubicBezTo>
                    <a:pt x="16771" y="54570"/>
                    <a:pt x="16771" y="54570"/>
                    <a:pt x="16334" y="54134"/>
                  </a:cubicBezTo>
                  <a:cubicBezTo>
                    <a:pt x="16334" y="54134"/>
                    <a:pt x="16334" y="54134"/>
                    <a:pt x="16334" y="53697"/>
                  </a:cubicBezTo>
                  <a:cubicBezTo>
                    <a:pt x="15897" y="53261"/>
                    <a:pt x="15897" y="53261"/>
                    <a:pt x="15897" y="52388"/>
                  </a:cubicBezTo>
                  <a:cubicBezTo>
                    <a:pt x="15897" y="51951"/>
                    <a:pt x="15897" y="51078"/>
                    <a:pt x="15024" y="50641"/>
                  </a:cubicBezTo>
                  <a:cubicBezTo>
                    <a:pt x="13715" y="49768"/>
                    <a:pt x="12842" y="47585"/>
                    <a:pt x="11968" y="45839"/>
                  </a:cubicBezTo>
                  <a:cubicBezTo>
                    <a:pt x="11532" y="44966"/>
                    <a:pt x="11095" y="43656"/>
                    <a:pt x="10222" y="42783"/>
                  </a:cubicBezTo>
                  <a:cubicBezTo>
                    <a:pt x="9349" y="41473"/>
                    <a:pt x="8913" y="40164"/>
                    <a:pt x="8039" y="39291"/>
                  </a:cubicBezTo>
                  <a:cubicBezTo>
                    <a:pt x="7603" y="37544"/>
                    <a:pt x="6730" y="36235"/>
                    <a:pt x="5857" y="34925"/>
                  </a:cubicBezTo>
                  <a:cubicBezTo>
                    <a:pt x="4983" y="34052"/>
                    <a:pt x="4547" y="33179"/>
                    <a:pt x="3674" y="33179"/>
                  </a:cubicBezTo>
                  <a:cubicBezTo>
                    <a:pt x="3237" y="33179"/>
                    <a:pt x="2801" y="33615"/>
                    <a:pt x="2801" y="33615"/>
                  </a:cubicBezTo>
                  <a:lnTo>
                    <a:pt x="1928" y="33615"/>
                  </a:lnTo>
                  <a:cubicBezTo>
                    <a:pt x="1928" y="33179"/>
                    <a:pt x="2364" y="32742"/>
                    <a:pt x="2364" y="32306"/>
                  </a:cubicBezTo>
                  <a:cubicBezTo>
                    <a:pt x="2364" y="31869"/>
                    <a:pt x="2364" y="31869"/>
                    <a:pt x="2364" y="31869"/>
                  </a:cubicBezTo>
                  <a:cubicBezTo>
                    <a:pt x="3237" y="29250"/>
                    <a:pt x="3674" y="27067"/>
                    <a:pt x="4110" y="24884"/>
                  </a:cubicBezTo>
                  <a:cubicBezTo>
                    <a:pt x="5420" y="25321"/>
                    <a:pt x="6730" y="25321"/>
                    <a:pt x="8039" y="25757"/>
                  </a:cubicBezTo>
                  <a:lnTo>
                    <a:pt x="8476" y="25757"/>
                  </a:lnTo>
                  <a:cubicBezTo>
                    <a:pt x="9232" y="26009"/>
                    <a:pt x="9843" y="26261"/>
                    <a:pt x="10392" y="26261"/>
                  </a:cubicBezTo>
                  <a:cubicBezTo>
                    <a:pt x="10794" y="26261"/>
                    <a:pt x="11163" y="26126"/>
                    <a:pt x="11532" y="25757"/>
                  </a:cubicBezTo>
                  <a:cubicBezTo>
                    <a:pt x="11532" y="25757"/>
                    <a:pt x="11968" y="25321"/>
                    <a:pt x="12842" y="24011"/>
                  </a:cubicBezTo>
                  <a:cubicBezTo>
                    <a:pt x="12842" y="24011"/>
                    <a:pt x="12842" y="24011"/>
                    <a:pt x="13715" y="23138"/>
                  </a:cubicBezTo>
                  <a:cubicBezTo>
                    <a:pt x="13715" y="22701"/>
                    <a:pt x="14151" y="22701"/>
                    <a:pt x="14151" y="22265"/>
                  </a:cubicBezTo>
                  <a:cubicBezTo>
                    <a:pt x="14588" y="21392"/>
                    <a:pt x="15461" y="20518"/>
                    <a:pt x="15897" y="20518"/>
                  </a:cubicBezTo>
                  <a:cubicBezTo>
                    <a:pt x="16334" y="20518"/>
                    <a:pt x="16334" y="20518"/>
                    <a:pt x="16771" y="20082"/>
                  </a:cubicBezTo>
                  <a:lnTo>
                    <a:pt x="18080" y="20082"/>
                  </a:lnTo>
                  <a:cubicBezTo>
                    <a:pt x="18953" y="20082"/>
                    <a:pt x="19827" y="19645"/>
                    <a:pt x="20700" y="19209"/>
                  </a:cubicBezTo>
                  <a:cubicBezTo>
                    <a:pt x="20700" y="19209"/>
                    <a:pt x="20700" y="18772"/>
                    <a:pt x="21136" y="18336"/>
                  </a:cubicBezTo>
                  <a:cubicBezTo>
                    <a:pt x="23756" y="15716"/>
                    <a:pt x="24192" y="14843"/>
                    <a:pt x="24192" y="14407"/>
                  </a:cubicBezTo>
                  <a:cubicBezTo>
                    <a:pt x="24192" y="13970"/>
                    <a:pt x="23756" y="13533"/>
                    <a:pt x="23756" y="13533"/>
                  </a:cubicBezTo>
                  <a:cubicBezTo>
                    <a:pt x="23319" y="13097"/>
                    <a:pt x="23319" y="13097"/>
                    <a:pt x="23319" y="13097"/>
                  </a:cubicBezTo>
                  <a:cubicBezTo>
                    <a:pt x="23319" y="12660"/>
                    <a:pt x="22882" y="12660"/>
                    <a:pt x="22882" y="12224"/>
                  </a:cubicBezTo>
                  <a:cubicBezTo>
                    <a:pt x="22446" y="12224"/>
                    <a:pt x="22446" y="11787"/>
                    <a:pt x="22446" y="11787"/>
                  </a:cubicBezTo>
                  <a:cubicBezTo>
                    <a:pt x="20700" y="10041"/>
                    <a:pt x="19390" y="8295"/>
                    <a:pt x="18080" y="6548"/>
                  </a:cubicBezTo>
                  <a:cubicBezTo>
                    <a:pt x="18080" y="6548"/>
                    <a:pt x="18080" y="6548"/>
                    <a:pt x="18953" y="6112"/>
                  </a:cubicBezTo>
                  <a:cubicBezTo>
                    <a:pt x="21136" y="5675"/>
                    <a:pt x="23319" y="4802"/>
                    <a:pt x="25502" y="3929"/>
                  </a:cubicBezTo>
                  <a:cubicBezTo>
                    <a:pt x="25938" y="3929"/>
                    <a:pt x="26375" y="3493"/>
                    <a:pt x="27248" y="3493"/>
                  </a:cubicBezTo>
                  <a:cubicBezTo>
                    <a:pt x="28121" y="3056"/>
                    <a:pt x="29431" y="2619"/>
                    <a:pt x="30741" y="1746"/>
                  </a:cubicBezTo>
                  <a:close/>
                  <a:moveTo>
                    <a:pt x="30741" y="0"/>
                  </a:moveTo>
                  <a:cubicBezTo>
                    <a:pt x="30741" y="0"/>
                    <a:pt x="30741" y="0"/>
                    <a:pt x="29867" y="437"/>
                  </a:cubicBezTo>
                  <a:cubicBezTo>
                    <a:pt x="28994" y="873"/>
                    <a:pt x="27685" y="1310"/>
                    <a:pt x="26375" y="1746"/>
                  </a:cubicBezTo>
                  <a:cubicBezTo>
                    <a:pt x="25938" y="1746"/>
                    <a:pt x="25502" y="2183"/>
                    <a:pt x="25065" y="2183"/>
                  </a:cubicBezTo>
                  <a:cubicBezTo>
                    <a:pt x="22882" y="3056"/>
                    <a:pt x="20700" y="3929"/>
                    <a:pt x="18517" y="4366"/>
                  </a:cubicBezTo>
                  <a:cubicBezTo>
                    <a:pt x="18517" y="4366"/>
                    <a:pt x="18517" y="4366"/>
                    <a:pt x="16334" y="5239"/>
                  </a:cubicBezTo>
                  <a:cubicBezTo>
                    <a:pt x="16334" y="5239"/>
                    <a:pt x="16334" y="5239"/>
                    <a:pt x="15897" y="6548"/>
                  </a:cubicBezTo>
                  <a:cubicBezTo>
                    <a:pt x="17644" y="8731"/>
                    <a:pt x="19390" y="10478"/>
                    <a:pt x="21136" y="13097"/>
                  </a:cubicBezTo>
                  <a:cubicBezTo>
                    <a:pt x="21136" y="13097"/>
                    <a:pt x="21136" y="13097"/>
                    <a:pt x="21573" y="13533"/>
                  </a:cubicBezTo>
                  <a:cubicBezTo>
                    <a:pt x="21573" y="13533"/>
                    <a:pt x="22009" y="13970"/>
                    <a:pt x="22009" y="13970"/>
                  </a:cubicBezTo>
                  <a:cubicBezTo>
                    <a:pt x="22009" y="13970"/>
                    <a:pt x="22009" y="14407"/>
                    <a:pt x="22009" y="14407"/>
                  </a:cubicBezTo>
                  <a:lnTo>
                    <a:pt x="22446" y="14407"/>
                  </a:lnTo>
                  <a:cubicBezTo>
                    <a:pt x="22009" y="14843"/>
                    <a:pt x="21573" y="15280"/>
                    <a:pt x="19827" y="17463"/>
                  </a:cubicBezTo>
                  <a:lnTo>
                    <a:pt x="19390" y="17463"/>
                  </a:lnTo>
                  <a:cubicBezTo>
                    <a:pt x="19390" y="17899"/>
                    <a:pt x="19390" y="17899"/>
                    <a:pt x="19390" y="17899"/>
                  </a:cubicBezTo>
                  <a:cubicBezTo>
                    <a:pt x="18953" y="18336"/>
                    <a:pt x="18517" y="18336"/>
                    <a:pt x="18080" y="18336"/>
                  </a:cubicBezTo>
                  <a:lnTo>
                    <a:pt x="17207" y="18336"/>
                  </a:lnTo>
                  <a:cubicBezTo>
                    <a:pt x="16771" y="18336"/>
                    <a:pt x="16771" y="18336"/>
                    <a:pt x="16334" y="18772"/>
                  </a:cubicBezTo>
                  <a:lnTo>
                    <a:pt x="15461" y="18772"/>
                  </a:lnTo>
                  <a:cubicBezTo>
                    <a:pt x="14151" y="19209"/>
                    <a:pt x="13278" y="20082"/>
                    <a:pt x="12842" y="21392"/>
                  </a:cubicBezTo>
                  <a:cubicBezTo>
                    <a:pt x="12405" y="21392"/>
                    <a:pt x="12405" y="21828"/>
                    <a:pt x="12405" y="21828"/>
                  </a:cubicBezTo>
                  <a:cubicBezTo>
                    <a:pt x="12405" y="21828"/>
                    <a:pt x="12405" y="21828"/>
                    <a:pt x="11532" y="22701"/>
                  </a:cubicBezTo>
                  <a:cubicBezTo>
                    <a:pt x="11532" y="22701"/>
                    <a:pt x="11532" y="23138"/>
                    <a:pt x="11095" y="23138"/>
                  </a:cubicBezTo>
                  <a:cubicBezTo>
                    <a:pt x="11095" y="23574"/>
                    <a:pt x="10659" y="24448"/>
                    <a:pt x="10222" y="24448"/>
                  </a:cubicBezTo>
                  <a:lnTo>
                    <a:pt x="10222" y="24884"/>
                  </a:lnTo>
                  <a:lnTo>
                    <a:pt x="9786" y="24884"/>
                  </a:lnTo>
                  <a:cubicBezTo>
                    <a:pt x="10222" y="24884"/>
                    <a:pt x="10222" y="24448"/>
                    <a:pt x="10222" y="24448"/>
                  </a:cubicBezTo>
                  <a:lnTo>
                    <a:pt x="9349" y="24448"/>
                  </a:lnTo>
                  <a:cubicBezTo>
                    <a:pt x="8913" y="24011"/>
                    <a:pt x="8913" y="24011"/>
                    <a:pt x="8476" y="24011"/>
                  </a:cubicBezTo>
                  <a:lnTo>
                    <a:pt x="8039" y="24011"/>
                  </a:lnTo>
                  <a:cubicBezTo>
                    <a:pt x="7166" y="23574"/>
                    <a:pt x="5857" y="23574"/>
                    <a:pt x="4547" y="23138"/>
                  </a:cubicBezTo>
                  <a:lnTo>
                    <a:pt x="4110" y="23138"/>
                  </a:lnTo>
                  <a:cubicBezTo>
                    <a:pt x="3674" y="23138"/>
                    <a:pt x="2801" y="23138"/>
                    <a:pt x="2364" y="23574"/>
                  </a:cubicBezTo>
                  <a:cubicBezTo>
                    <a:pt x="2364" y="23574"/>
                    <a:pt x="2364" y="23574"/>
                    <a:pt x="2801" y="24011"/>
                  </a:cubicBezTo>
                  <a:lnTo>
                    <a:pt x="2364" y="24011"/>
                  </a:lnTo>
                  <a:cubicBezTo>
                    <a:pt x="2364" y="24448"/>
                    <a:pt x="2364" y="24448"/>
                    <a:pt x="2364" y="24448"/>
                  </a:cubicBezTo>
                  <a:cubicBezTo>
                    <a:pt x="2364" y="24448"/>
                    <a:pt x="2364" y="24884"/>
                    <a:pt x="2364" y="24884"/>
                  </a:cubicBezTo>
                  <a:cubicBezTo>
                    <a:pt x="1928" y="27067"/>
                    <a:pt x="1491" y="29250"/>
                    <a:pt x="1054" y="31433"/>
                  </a:cubicBezTo>
                  <a:lnTo>
                    <a:pt x="618" y="31433"/>
                  </a:lnTo>
                  <a:cubicBezTo>
                    <a:pt x="181" y="33615"/>
                    <a:pt x="-255" y="34925"/>
                    <a:pt x="181" y="35362"/>
                  </a:cubicBezTo>
                  <a:cubicBezTo>
                    <a:pt x="618" y="35798"/>
                    <a:pt x="618" y="35798"/>
                    <a:pt x="1054" y="35798"/>
                  </a:cubicBezTo>
                  <a:lnTo>
                    <a:pt x="1928" y="35798"/>
                  </a:lnTo>
                  <a:cubicBezTo>
                    <a:pt x="1928" y="35362"/>
                    <a:pt x="1928" y="35362"/>
                    <a:pt x="1928" y="35362"/>
                  </a:cubicBezTo>
                  <a:lnTo>
                    <a:pt x="2364" y="35362"/>
                  </a:lnTo>
                  <a:cubicBezTo>
                    <a:pt x="2801" y="35362"/>
                    <a:pt x="3237" y="35362"/>
                    <a:pt x="3674" y="34925"/>
                  </a:cubicBezTo>
                  <a:cubicBezTo>
                    <a:pt x="3674" y="34925"/>
                    <a:pt x="4110" y="35362"/>
                    <a:pt x="4547" y="35798"/>
                  </a:cubicBezTo>
                  <a:cubicBezTo>
                    <a:pt x="5420" y="37108"/>
                    <a:pt x="5857" y="38418"/>
                    <a:pt x="6730" y="39727"/>
                  </a:cubicBezTo>
                  <a:cubicBezTo>
                    <a:pt x="7166" y="41037"/>
                    <a:pt x="8039" y="42347"/>
                    <a:pt x="8913" y="43656"/>
                  </a:cubicBezTo>
                  <a:cubicBezTo>
                    <a:pt x="9349" y="44529"/>
                    <a:pt x="9786" y="45403"/>
                    <a:pt x="10222" y="46712"/>
                  </a:cubicBezTo>
                  <a:cubicBezTo>
                    <a:pt x="11532" y="48458"/>
                    <a:pt x="12405" y="50641"/>
                    <a:pt x="14151" y="51951"/>
                  </a:cubicBezTo>
                  <a:cubicBezTo>
                    <a:pt x="14151" y="51951"/>
                    <a:pt x="14151" y="51951"/>
                    <a:pt x="14151" y="52388"/>
                  </a:cubicBezTo>
                  <a:cubicBezTo>
                    <a:pt x="14151" y="53697"/>
                    <a:pt x="14588" y="54134"/>
                    <a:pt x="15024" y="55007"/>
                  </a:cubicBezTo>
                  <a:cubicBezTo>
                    <a:pt x="15461" y="55443"/>
                    <a:pt x="15461" y="55880"/>
                    <a:pt x="15897" y="55880"/>
                  </a:cubicBezTo>
                  <a:cubicBezTo>
                    <a:pt x="16334" y="56753"/>
                    <a:pt x="17207" y="58063"/>
                    <a:pt x="17644" y="58936"/>
                  </a:cubicBezTo>
                  <a:cubicBezTo>
                    <a:pt x="17644" y="59373"/>
                    <a:pt x="17644" y="59809"/>
                    <a:pt x="17644" y="60682"/>
                  </a:cubicBezTo>
                  <a:cubicBezTo>
                    <a:pt x="17644" y="61119"/>
                    <a:pt x="18080" y="61555"/>
                    <a:pt x="18080" y="61992"/>
                  </a:cubicBezTo>
                  <a:cubicBezTo>
                    <a:pt x="18517" y="63302"/>
                    <a:pt x="18517" y="64175"/>
                    <a:pt x="19390" y="65484"/>
                  </a:cubicBezTo>
                  <a:cubicBezTo>
                    <a:pt x="20263" y="66358"/>
                    <a:pt x="21136" y="66794"/>
                    <a:pt x="21573" y="66794"/>
                  </a:cubicBezTo>
                  <a:lnTo>
                    <a:pt x="22446" y="66794"/>
                  </a:lnTo>
                  <a:cubicBezTo>
                    <a:pt x="22882" y="66794"/>
                    <a:pt x="23756" y="68104"/>
                    <a:pt x="24192" y="68540"/>
                  </a:cubicBezTo>
                  <a:cubicBezTo>
                    <a:pt x="24192" y="68977"/>
                    <a:pt x="24629" y="68977"/>
                    <a:pt x="24629" y="69413"/>
                  </a:cubicBezTo>
                  <a:cubicBezTo>
                    <a:pt x="25065" y="69413"/>
                    <a:pt x="25065" y="69850"/>
                    <a:pt x="25502" y="70287"/>
                  </a:cubicBezTo>
                  <a:cubicBezTo>
                    <a:pt x="26375" y="72033"/>
                    <a:pt x="27248" y="73343"/>
                    <a:pt x="27685" y="75089"/>
                  </a:cubicBezTo>
                  <a:cubicBezTo>
                    <a:pt x="27685" y="75089"/>
                    <a:pt x="27685" y="75089"/>
                    <a:pt x="29431" y="79454"/>
                  </a:cubicBezTo>
                  <a:cubicBezTo>
                    <a:pt x="29431" y="79454"/>
                    <a:pt x="29431" y="79454"/>
                    <a:pt x="29431" y="79891"/>
                  </a:cubicBezTo>
                  <a:cubicBezTo>
                    <a:pt x="29431" y="80328"/>
                    <a:pt x="29867" y="80328"/>
                    <a:pt x="29867" y="80328"/>
                  </a:cubicBezTo>
                  <a:cubicBezTo>
                    <a:pt x="29867" y="80764"/>
                    <a:pt x="29867" y="80764"/>
                    <a:pt x="29431" y="80764"/>
                  </a:cubicBezTo>
                  <a:cubicBezTo>
                    <a:pt x="29431" y="81201"/>
                    <a:pt x="29431" y="81201"/>
                    <a:pt x="29431" y="81201"/>
                  </a:cubicBezTo>
                  <a:cubicBezTo>
                    <a:pt x="28994" y="82510"/>
                    <a:pt x="29431" y="83383"/>
                    <a:pt x="29431" y="84693"/>
                  </a:cubicBezTo>
                  <a:cubicBezTo>
                    <a:pt x="29431" y="84693"/>
                    <a:pt x="29431" y="84693"/>
                    <a:pt x="29431" y="85130"/>
                  </a:cubicBezTo>
                  <a:cubicBezTo>
                    <a:pt x="29431" y="86003"/>
                    <a:pt x="29431" y="86439"/>
                    <a:pt x="29431" y="86876"/>
                  </a:cubicBezTo>
                  <a:cubicBezTo>
                    <a:pt x="29431" y="88622"/>
                    <a:pt x="29867" y="90368"/>
                    <a:pt x="30304" y="91678"/>
                  </a:cubicBezTo>
                  <a:cubicBezTo>
                    <a:pt x="30741" y="92115"/>
                    <a:pt x="30741" y="92551"/>
                    <a:pt x="31177" y="92988"/>
                  </a:cubicBezTo>
                  <a:cubicBezTo>
                    <a:pt x="31177" y="93424"/>
                    <a:pt x="31614" y="93424"/>
                    <a:pt x="31614" y="93861"/>
                  </a:cubicBezTo>
                  <a:cubicBezTo>
                    <a:pt x="32487" y="95171"/>
                    <a:pt x="33360" y="96917"/>
                    <a:pt x="35106" y="98227"/>
                  </a:cubicBezTo>
                  <a:lnTo>
                    <a:pt x="36416" y="98227"/>
                  </a:lnTo>
                  <a:cubicBezTo>
                    <a:pt x="36852" y="98227"/>
                    <a:pt x="37289" y="99100"/>
                    <a:pt x="37726" y="99100"/>
                  </a:cubicBezTo>
                  <a:cubicBezTo>
                    <a:pt x="37726" y="99536"/>
                    <a:pt x="37726" y="99536"/>
                    <a:pt x="38162" y="99536"/>
                  </a:cubicBezTo>
                  <a:cubicBezTo>
                    <a:pt x="38599" y="99973"/>
                    <a:pt x="38599" y="100409"/>
                    <a:pt x="38599" y="100846"/>
                  </a:cubicBezTo>
                  <a:cubicBezTo>
                    <a:pt x="39908" y="103465"/>
                    <a:pt x="41218" y="105648"/>
                    <a:pt x="42528" y="108268"/>
                  </a:cubicBezTo>
                  <a:cubicBezTo>
                    <a:pt x="42964" y="109577"/>
                    <a:pt x="43837" y="110450"/>
                    <a:pt x="44274" y="111323"/>
                  </a:cubicBezTo>
                  <a:cubicBezTo>
                    <a:pt x="44710" y="112633"/>
                    <a:pt x="45147" y="113506"/>
                    <a:pt x="46020" y="114816"/>
                  </a:cubicBezTo>
                  <a:cubicBezTo>
                    <a:pt x="46457" y="116126"/>
                    <a:pt x="47330" y="116999"/>
                    <a:pt x="48640" y="117872"/>
                  </a:cubicBezTo>
                  <a:cubicBezTo>
                    <a:pt x="49076" y="118308"/>
                    <a:pt x="49513" y="118745"/>
                    <a:pt x="49949" y="119182"/>
                  </a:cubicBezTo>
                  <a:cubicBezTo>
                    <a:pt x="50386" y="120055"/>
                    <a:pt x="50386" y="120491"/>
                    <a:pt x="50386" y="121364"/>
                  </a:cubicBezTo>
                  <a:cubicBezTo>
                    <a:pt x="50822" y="121801"/>
                    <a:pt x="50822" y="122674"/>
                    <a:pt x="50822" y="123111"/>
                  </a:cubicBezTo>
                  <a:lnTo>
                    <a:pt x="51695" y="123111"/>
                  </a:lnTo>
                  <a:cubicBezTo>
                    <a:pt x="51695" y="123111"/>
                    <a:pt x="51695" y="123111"/>
                    <a:pt x="51695" y="123547"/>
                  </a:cubicBezTo>
                  <a:cubicBezTo>
                    <a:pt x="52569" y="123984"/>
                    <a:pt x="53005" y="125293"/>
                    <a:pt x="53442" y="127040"/>
                  </a:cubicBezTo>
                  <a:cubicBezTo>
                    <a:pt x="53442" y="127040"/>
                    <a:pt x="53442" y="127040"/>
                    <a:pt x="53005" y="128349"/>
                  </a:cubicBezTo>
                  <a:cubicBezTo>
                    <a:pt x="53005" y="128349"/>
                    <a:pt x="53005" y="128349"/>
                    <a:pt x="53442" y="128786"/>
                  </a:cubicBezTo>
                  <a:lnTo>
                    <a:pt x="54751" y="128786"/>
                  </a:lnTo>
                  <a:lnTo>
                    <a:pt x="55624" y="127913"/>
                  </a:lnTo>
                  <a:cubicBezTo>
                    <a:pt x="55624" y="127913"/>
                    <a:pt x="56498" y="127476"/>
                    <a:pt x="56934" y="127040"/>
                  </a:cubicBezTo>
                  <a:cubicBezTo>
                    <a:pt x="56934" y="127040"/>
                    <a:pt x="57371" y="126603"/>
                    <a:pt x="57371" y="126603"/>
                  </a:cubicBezTo>
                  <a:cubicBezTo>
                    <a:pt x="58244" y="126167"/>
                    <a:pt x="57807" y="125293"/>
                    <a:pt x="57807" y="124420"/>
                  </a:cubicBezTo>
                  <a:cubicBezTo>
                    <a:pt x="57807" y="124420"/>
                    <a:pt x="57807" y="124420"/>
                    <a:pt x="57807" y="123984"/>
                  </a:cubicBezTo>
                  <a:cubicBezTo>
                    <a:pt x="57371" y="123984"/>
                    <a:pt x="57371" y="123984"/>
                    <a:pt x="57371" y="123547"/>
                  </a:cubicBezTo>
                  <a:cubicBezTo>
                    <a:pt x="57371" y="123547"/>
                    <a:pt x="57371" y="123547"/>
                    <a:pt x="57371" y="123111"/>
                  </a:cubicBezTo>
                  <a:cubicBezTo>
                    <a:pt x="57371" y="123111"/>
                    <a:pt x="57371" y="122674"/>
                    <a:pt x="57371" y="122674"/>
                  </a:cubicBezTo>
                  <a:cubicBezTo>
                    <a:pt x="57807" y="122674"/>
                    <a:pt x="57807" y="122238"/>
                    <a:pt x="57807" y="121801"/>
                  </a:cubicBezTo>
                  <a:cubicBezTo>
                    <a:pt x="58244" y="121364"/>
                    <a:pt x="58244" y="120491"/>
                    <a:pt x="58244" y="120491"/>
                  </a:cubicBezTo>
                  <a:lnTo>
                    <a:pt x="58680" y="120491"/>
                  </a:lnTo>
                  <a:cubicBezTo>
                    <a:pt x="59117" y="120055"/>
                    <a:pt x="59554" y="120055"/>
                    <a:pt x="59554" y="120055"/>
                  </a:cubicBezTo>
                  <a:cubicBezTo>
                    <a:pt x="59554" y="120055"/>
                    <a:pt x="59554" y="120055"/>
                    <a:pt x="59990" y="120491"/>
                  </a:cubicBezTo>
                  <a:lnTo>
                    <a:pt x="59554" y="120491"/>
                  </a:lnTo>
                  <a:cubicBezTo>
                    <a:pt x="59990" y="120928"/>
                    <a:pt x="60427" y="120928"/>
                    <a:pt x="60863" y="121364"/>
                  </a:cubicBezTo>
                  <a:lnTo>
                    <a:pt x="61300" y="121364"/>
                  </a:lnTo>
                  <a:cubicBezTo>
                    <a:pt x="61736" y="121801"/>
                    <a:pt x="62173" y="121801"/>
                    <a:pt x="62609" y="121801"/>
                  </a:cubicBezTo>
                  <a:cubicBezTo>
                    <a:pt x="63046" y="121801"/>
                    <a:pt x="63483" y="121364"/>
                    <a:pt x="63919" y="121364"/>
                  </a:cubicBezTo>
                  <a:lnTo>
                    <a:pt x="64792" y="121364"/>
                  </a:lnTo>
                  <a:cubicBezTo>
                    <a:pt x="64792" y="121364"/>
                    <a:pt x="65229" y="121364"/>
                    <a:pt x="65665" y="120928"/>
                  </a:cubicBezTo>
                  <a:lnTo>
                    <a:pt x="68721" y="120928"/>
                  </a:lnTo>
                  <a:cubicBezTo>
                    <a:pt x="69361" y="120800"/>
                    <a:pt x="70037" y="120747"/>
                    <a:pt x="70741" y="120747"/>
                  </a:cubicBezTo>
                  <a:cubicBezTo>
                    <a:pt x="72439" y="120747"/>
                    <a:pt x="74291" y="121056"/>
                    <a:pt x="76143" y="121364"/>
                  </a:cubicBezTo>
                  <a:cubicBezTo>
                    <a:pt x="77016" y="121364"/>
                    <a:pt x="78326" y="121801"/>
                    <a:pt x="79199" y="121801"/>
                  </a:cubicBezTo>
                  <a:lnTo>
                    <a:pt x="79635" y="121801"/>
                  </a:lnTo>
                  <a:cubicBezTo>
                    <a:pt x="80072" y="122238"/>
                    <a:pt x="80072" y="122674"/>
                    <a:pt x="80508" y="122674"/>
                  </a:cubicBezTo>
                  <a:cubicBezTo>
                    <a:pt x="80508" y="123111"/>
                    <a:pt x="80508" y="123111"/>
                    <a:pt x="80508" y="123547"/>
                  </a:cubicBezTo>
                  <a:cubicBezTo>
                    <a:pt x="80945" y="123984"/>
                    <a:pt x="81382" y="124420"/>
                    <a:pt x="82255" y="124420"/>
                  </a:cubicBezTo>
                  <a:cubicBezTo>
                    <a:pt x="82255" y="124420"/>
                    <a:pt x="82255" y="124420"/>
                    <a:pt x="83128" y="123984"/>
                  </a:cubicBezTo>
                  <a:lnTo>
                    <a:pt x="84001" y="123984"/>
                  </a:lnTo>
                  <a:cubicBezTo>
                    <a:pt x="84001" y="123984"/>
                    <a:pt x="84001" y="123984"/>
                    <a:pt x="84437" y="123547"/>
                  </a:cubicBezTo>
                  <a:cubicBezTo>
                    <a:pt x="84874" y="123111"/>
                    <a:pt x="85747" y="122674"/>
                    <a:pt x="86184" y="121801"/>
                  </a:cubicBezTo>
                  <a:cubicBezTo>
                    <a:pt x="86620" y="120928"/>
                    <a:pt x="87493" y="119618"/>
                    <a:pt x="87930" y="118745"/>
                  </a:cubicBezTo>
                  <a:cubicBezTo>
                    <a:pt x="87930" y="118745"/>
                    <a:pt x="87930" y="118745"/>
                    <a:pt x="90113" y="114816"/>
                  </a:cubicBezTo>
                  <a:cubicBezTo>
                    <a:pt x="90113" y="114816"/>
                    <a:pt x="90113" y="114816"/>
                    <a:pt x="90549" y="114379"/>
                  </a:cubicBezTo>
                  <a:cubicBezTo>
                    <a:pt x="90986" y="113943"/>
                    <a:pt x="92296" y="113506"/>
                    <a:pt x="93169" y="112633"/>
                  </a:cubicBezTo>
                  <a:cubicBezTo>
                    <a:pt x="94042" y="112633"/>
                    <a:pt x="94478" y="112197"/>
                    <a:pt x="94915" y="112197"/>
                  </a:cubicBezTo>
                  <a:cubicBezTo>
                    <a:pt x="96661" y="110887"/>
                    <a:pt x="99281" y="110887"/>
                    <a:pt x="101463" y="110450"/>
                  </a:cubicBezTo>
                  <a:lnTo>
                    <a:pt x="102773" y="110450"/>
                  </a:lnTo>
                  <a:cubicBezTo>
                    <a:pt x="105392" y="110014"/>
                    <a:pt x="108448" y="109577"/>
                    <a:pt x="111068" y="109141"/>
                  </a:cubicBezTo>
                  <a:cubicBezTo>
                    <a:pt x="112377" y="108704"/>
                    <a:pt x="113687" y="108704"/>
                    <a:pt x="114560" y="108268"/>
                  </a:cubicBezTo>
                  <a:cubicBezTo>
                    <a:pt x="114997" y="108268"/>
                    <a:pt x="115433" y="107831"/>
                    <a:pt x="115870" y="107831"/>
                  </a:cubicBezTo>
                  <a:cubicBezTo>
                    <a:pt x="115870" y="107831"/>
                    <a:pt x="115870" y="107831"/>
                    <a:pt x="120672" y="106085"/>
                  </a:cubicBezTo>
                  <a:cubicBezTo>
                    <a:pt x="122418" y="105212"/>
                    <a:pt x="124601" y="104338"/>
                    <a:pt x="126347" y="103465"/>
                  </a:cubicBezTo>
                  <a:cubicBezTo>
                    <a:pt x="128530" y="102592"/>
                    <a:pt x="130713" y="101719"/>
                    <a:pt x="132896" y="100846"/>
                  </a:cubicBezTo>
                  <a:cubicBezTo>
                    <a:pt x="132896" y="100846"/>
                    <a:pt x="132896" y="100846"/>
                    <a:pt x="133769" y="100409"/>
                  </a:cubicBezTo>
                  <a:lnTo>
                    <a:pt x="134205" y="100409"/>
                  </a:lnTo>
                  <a:cubicBezTo>
                    <a:pt x="134642" y="100409"/>
                    <a:pt x="135079" y="99973"/>
                    <a:pt x="135079" y="99536"/>
                  </a:cubicBezTo>
                  <a:cubicBezTo>
                    <a:pt x="135079" y="98663"/>
                    <a:pt x="135515" y="97790"/>
                    <a:pt x="135515" y="97353"/>
                  </a:cubicBezTo>
                  <a:cubicBezTo>
                    <a:pt x="135515" y="96917"/>
                    <a:pt x="135515" y="96917"/>
                    <a:pt x="135515" y="96917"/>
                  </a:cubicBezTo>
                  <a:cubicBezTo>
                    <a:pt x="135952" y="96480"/>
                    <a:pt x="135952" y="96044"/>
                    <a:pt x="135952" y="95607"/>
                  </a:cubicBezTo>
                  <a:cubicBezTo>
                    <a:pt x="135952" y="95607"/>
                    <a:pt x="135952" y="95607"/>
                    <a:pt x="138134" y="88622"/>
                  </a:cubicBezTo>
                  <a:cubicBezTo>
                    <a:pt x="138134" y="87749"/>
                    <a:pt x="138571" y="86876"/>
                    <a:pt x="138571" y="86003"/>
                  </a:cubicBezTo>
                  <a:cubicBezTo>
                    <a:pt x="138571" y="85566"/>
                    <a:pt x="138571" y="85130"/>
                    <a:pt x="138571" y="84257"/>
                  </a:cubicBezTo>
                  <a:cubicBezTo>
                    <a:pt x="138571" y="83820"/>
                    <a:pt x="138571" y="83383"/>
                    <a:pt x="138134" y="82510"/>
                  </a:cubicBezTo>
                  <a:cubicBezTo>
                    <a:pt x="138134" y="82510"/>
                    <a:pt x="138134" y="82510"/>
                    <a:pt x="138134" y="82074"/>
                  </a:cubicBezTo>
                  <a:cubicBezTo>
                    <a:pt x="138134" y="82074"/>
                    <a:pt x="137698" y="81637"/>
                    <a:pt x="137698" y="80764"/>
                  </a:cubicBezTo>
                  <a:cubicBezTo>
                    <a:pt x="137261" y="80328"/>
                    <a:pt x="137261" y="79454"/>
                    <a:pt x="136825" y="79018"/>
                  </a:cubicBezTo>
                  <a:cubicBezTo>
                    <a:pt x="136825" y="78581"/>
                    <a:pt x="136388" y="78581"/>
                    <a:pt x="136388" y="78145"/>
                  </a:cubicBezTo>
                  <a:cubicBezTo>
                    <a:pt x="136388" y="78145"/>
                    <a:pt x="136388" y="78145"/>
                    <a:pt x="135952" y="77708"/>
                  </a:cubicBezTo>
                  <a:cubicBezTo>
                    <a:pt x="135952" y="77708"/>
                    <a:pt x="135952" y="77708"/>
                    <a:pt x="135515" y="77272"/>
                  </a:cubicBezTo>
                  <a:lnTo>
                    <a:pt x="135079" y="77272"/>
                  </a:lnTo>
                  <a:cubicBezTo>
                    <a:pt x="135079" y="77272"/>
                    <a:pt x="135079" y="77272"/>
                    <a:pt x="132023" y="76835"/>
                  </a:cubicBezTo>
                  <a:lnTo>
                    <a:pt x="130713" y="76835"/>
                  </a:lnTo>
                  <a:cubicBezTo>
                    <a:pt x="130713" y="76835"/>
                    <a:pt x="130713" y="76835"/>
                    <a:pt x="120235" y="75525"/>
                  </a:cubicBezTo>
                  <a:lnTo>
                    <a:pt x="118926" y="75525"/>
                  </a:lnTo>
                  <a:cubicBezTo>
                    <a:pt x="117616" y="73779"/>
                    <a:pt x="116743" y="72033"/>
                    <a:pt x="115433" y="70723"/>
                  </a:cubicBezTo>
                  <a:cubicBezTo>
                    <a:pt x="115433" y="70723"/>
                    <a:pt x="114997" y="69850"/>
                    <a:pt x="114560" y="69413"/>
                  </a:cubicBezTo>
                  <a:cubicBezTo>
                    <a:pt x="114560" y="69413"/>
                    <a:pt x="114560" y="69413"/>
                    <a:pt x="114124" y="68977"/>
                  </a:cubicBezTo>
                  <a:cubicBezTo>
                    <a:pt x="113687" y="68104"/>
                    <a:pt x="112814" y="67231"/>
                    <a:pt x="112814" y="66358"/>
                  </a:cubicBezTo>
                  <a:cubicBezTo>
                    <a:pt x="112814" y="66358"/>
                    <a:pt x="112814" y="66358"/>
                    <a:pt x="112377" y="65048"/>
                  </a:cubicBezTo>
                  <a:cubicBezTo>
                    <a:pt x="112377" y="65048"/>
                    <a:pt x="112377" y="65048"/>
                    <a:pt x="111068" y="64611"/>
                  </a:cubicBezTo>
                  <a:cubicBezTo>
                    <a:pt x="111068" y="64175"/>
                    <a:pt x="111504" y="64175"/>
                    <a:pt x="111504" y="63738"/>
                  </a:cubicBezTo>
                  <a:cubicBezTo>
                    <a:pt x="111504" y="63738"/>
                    <a:pt x="111504" y="63738"/>
                    <a:pt x="111941" y="62865"/>
                  </a:cubicBezTo>
                  <a:cubicBezTo>
                    <a:pt x="111941" y="62865"/>
                    <a:pt x="111941" y="62865"/>
                    <a:pt x="111941" y="62428"/>
                  </a:cubicBezTo>
                  <a:cubicBezTo>
                    <a:pt x="111941" y="62428"/>
                    <a:pt x="111941" y="62428"/>
                    <a:pt x="110631" y="61992"/>
                  </a:cubicBezTo>
                  <a:lnTo>
                    <a:pt x="108012" y="61992"/>
                  </a:lnTo>
                  <a:cubicBezTo>
                    <a:pt x="108012" y="61992"/>
                    <a:pt x="108012" y="61992"/>
                    <a:pt x="107575" y="61119"/>
                  </a:cubicBezTo>
                  <a:cubicBezTo>
                    <a:pt x="107575" y="61119"/>
                    <a:pt x="107575" y="61119"/>
                    <a:pt x="107575" y="60682"/>
                  </a:cubicBezTo>
                  <a:lnTo>
                    <a:pt x="107139" y="60682"/>
                  </a:lnTo>
                  <a:cubicBezTo>
                    <a:pt x="106702" y="59809"/>
                    <a:pt x="106266" y="58499"/>
                    <a:pt x="105392" y="57626"/>
                  </a:cubicBezTo>
                  <a:cubicBezTo>
                    <a:pt x="105392" y="56753"/>
                    <a:pt x="104956" y="56317"/>
                    <a:pt x="104519" y="55880"/>
                  </a:cubicBezTo>
                  <a:cubicBezTo>
                    <a:pt x="104519" y="55443"/>
                    <a:pt x="104083" y="55007"/>
                    <a:pt x="103646" y="54134"/>
                  </a:cubicBezTo>
                  <a:cubicBezTo>
                    <a:pt x="103210" y="53261"/>
                    <a:pt x="102773" y="52388"/>
                    <a:pt x="102336" y="51514"/>
                  </a:cubicBezTo>
                  <a:lnTo>
                    <a:pt x="103210" y="51514"/>
                  </a:lnTo>
                  <a:cubicBezTo>
                    <a:pt x="103210" y="51514"/>
                    <a:pt x="103210" y="51514"/>
                    <a:pt x="103210" y="51078"/>
                  </a:cubicBezTo>
                  <a:cubicBezTo>
                    <a:pt x="103646" y="49768"/>
                    <a:pt x="103646" y="48895"/>
                    <a:pt x="103646" y="48022"/>
                  </a:cubicBezTo>
                  <a:cubicBezTo>
                    <a:pt x="103210" y="47585"/>
                    <a:pt x="102773" y="47149"/>
                    <a:pt x="102773" y="46712"/>
                  </a:cubicBezTo>
                  <a:cubicBezTo>
                    <a:pt x="102773" y="46712"/>
                    <a:pt x="102773" y="46712"/>
                    <a:pt x="102773" y="45403"/>
                  </a:cubicBezTo>
                  <a:cubicBezTo>
                    <a:pt x="102773" y="45403"/>
                    <a:pt x="102773" y="44966"/>
                    <a:pt x="102336" y="44966"/>
                  </a:cubicBezTo>
                  <a:cubicBezTo>
                    <a:pt x="102336" y="44529"/>
                    <a:pt x="101900" y="44093"/>
                    <a:pt x="101463" y="43656"/>
                  </a:cubicBezTo>
                  <a:lnTo>
                    <a:pt x="100590" y="43656"/>
                  </a:lnTo>
                  <a:cubicBezTo>
                    <a:pt x="100590" y="43220"/>
                    <a:pt x="100154" y="42783"/>
                    <a:pt x="100154" y="42783"/>
                  </a:cubicBezTo>
                  <a:cubicBezTo>
                    <a:pt x="99717" y="41910"/>
                    <a:pt x="99281" y="41037"/>
                    <a:pt x="97971" y="41037"/>
                  </a:cubicBezTo>
                  <a:cubicBezTo>
                    <a:pt x="97971" y="41037"/>
                    <a:pt x="97971" y="40600"/>
                    <a:pt x="97534" y="40600"/>
                  </a:cubicBezTo>
                  <a:cubicBezTo>
                    <a:pt x="97534" y="40600"/>
                    <a:pt x="97534" y="40164"/>
                    <a:pt x="97098" y="40164"/>
                  </a:cubicBezTo>
                  <a:lnTo>
                    <a:pt x="97534" y="40164"/>
                  </a:lnTo>
                  <a:cubicBezTo>
                    <a:pt x="97534" y="40164"/>
                    <a:pt x="97534" y="40164"/>
                    <a:pt x="97534" y="38854"/>
                  </a:cubicBezTo>
                  <a:cubicBezTo>
                    <a:pt x="97098" y="37981"/>
                    <a:pt x="96225" y="37981"/>
                    <a:pt x="95788" y="37981"/>
                  </a:cubicBezTo>
                  <a:cubicBezTo>
                    <a:pt x="95788" y="37981"/>
                    <a:pt x="95352" y="37544"/>
                    <a:pt x="94915" y="37544"/>
                  </a:cubicBezTo>
                  <a:lnTo>
                    <a:pt x="94478" y="37544"/>
                  </a:lnTo>
                  <a:cubicBezTo>
                    <a:pt x="94042" y="37108"/>
                    <a:pt x="94042" y="36671"/>
                    <a:pt x="94042" y="36235"/>
                  </a:cubicBezTo>
                  <a:cubicBezTo>
                    <a:pt x="93605" y="35798"/>
                    <a:pt x="93605" y="34925"/>
                    <a:pt x="93605" y="34925"/>
                  </a:cubicBezTo>
                  <a:cubicBezTo>
                    <a:pt x="93169" y="33179"/>
                    <a:pt x="92732" y="31869"/>
                    <a:pt x="91859" y="30559"/>
                  </a:cubicBezTo>
                  <a:cubicBezTo>
                    <a:pt x="91859" y="30559"/>
                    <a:pt x="91859" y="30559"/>
                    <a:pt x="91859" y="30123"/>
                  </a:cubicBezTo>
                  <a:cubicBezTo>
                    <a:pt x="91422" y="30123"/>
                    <a:pt x="90986" y="29686"/>
                    <a:pt x="90986" y="29686"/>
                  </a:cubicBezTo>
                  <a:cubicBezTo>
                    <a:pt x="90549" y="29686"/>
                    <a:pt x="90113" y="29686"/>
                    <a:pt x="89676" y="30123"/>
                  </a:cubicBezTo>
                  <a:cubicBezTo>
                    <a:pt x="88803" y="30123"/>
                    <a:pt x="87493" y="30123"/>
                    <a:pt x="87057" y="29686"/>
                  </a:cubicBezTo>
                  <a:cubicBezTo>
                    <a:pt x="86620" y="29686"/>
                    <a:pt x="86620" y="29686"/>
                    <a:pt x="86620" y="29250"/>
                  </a:cubicBezTo>
                  <a:cubicBezTo>
                    <a:pt x="86620" y="29250"/>
                    <a:pt x="86620" y="29250"/>
                    <a:pt x="86620" y="28813"/>
                  </a:cubicBezTo>
                  <a:cubicBezTo>
                    <a:pt x="86620" y="28813"/>
                    <a:pt x="86620" y="28813"/>
                    <a:pt x="86184" y="28377"/>
                  </a:cubicBezTo>
                  <a:cubicBezTo>
                    <a:pt x="86184" y="28377"/>
                    <a:pt x="86184" y="27067"/>
                    <a:pt x="84874" y="27067"/>
                  </a:cubicBezTo>
                  <a:cubicBezTo>
                    <a:pt x="84874" y="27067"/>
                    <a:pt x="84874" y="27067"/>
                    <a:pt x="79199" y="25321"/>
                  </a:cubicBezTo>
                  <a:cubicBezTo>
                    <a:pt x="78762" y="25321"/>
                    <a:pt x="78326" y="25321"/>
                    <a:pt x="77889" y="25757"/>
                  </a:cubicBezTo>
                  <a:cubicBezTo>
                    <a:pt x="77889" y="25757"/>
                    <a:pt x="77453" y="25321"/>
                    <a:pt x="77453" y="25321"/>
                  </a:cubicBezTo>
                  <a:lnTo>
                    <a:pt x="77016" y="25321"/>
                  </a:lnTo>
                  <a:cubicBezTo>
                    <a:pt x="76143" y="25321"/>
                    <a:pt x="74833" y="25321"/>
                    <a:pt x="73960" y="24884"/>
                  </a:cubicBezTo>
                  <a:lnTo>
                    <a:pt x="71341" y="24884"/>
                  </a:lnTo>
                  <a:cubicBezTo>
                    <a:pt x="70468" y="24884"/>
                    <a:pt x="69158" y="24448"/>
                    <a:pt x="68285" y="24448"/>
                  </a:cubicBezTo>
                  <a:lnTo>
                    <a:pt x="67412" y="24448"/>
                  </a:lnTo>
                  <a:cubicBezTo>
                    <a:pt x="67412" y="24448"/>
                    <a:pt x="67412" y="24448"/>
                    <a:pt x="64356" y="21392"/>
                  </a:cubicBezTo>
                  <a:cubicBezTo>
                    <a:pt x="63046" y="20518"/>
                    <a:pt x="61736" y="19209"/>
                    <a:pt x="60427" y="18336"/>
                  </a:cubicBezTo>
                  <a:cubicBezTo>
                    <a:pt x="59990" y="17899"/>
                    <a:pt x="59117" y="17026"/>
                    <a:pt x="58680" y="16589"/>
                  </a:cubicBezTo>
                  <a:cubicBezTo>
                    <a:pt x="58680" y="16589"/>
                    <a:pt x="58680" y="16589"/>
                    <a:pt x="57371" y="15280"/>
                  </a:cubicBezTo>
                  <a:cubicBezTo>
                    <a:pt x="56498" y="14843"/>
                    <a:pt x="55624" y="13970"/>
                    <a:pt x="54751" y="13097"/>
                  </a:cubicBezTo>
                  <a:cubicBezTo>
                    <a:pt x="53442" y="11351"/>
                    <a:pt x="52132" y="10041"/>
                    <a:pt x="50386" y="8731"/>
                  </a:cubicBezTo>
                  <a:cubicBezTo>
                    <a:pt x="50386" y="8731"/>
                    <a:pt x="50386" y="8731"/>
                    <a:pt x="49076" y="8295"/>
                  </a:cubicBezTo>
                  <a:cubicBezTo>
                    <a:pt x="49076" y="7858"/>
                    <a:pt x="49076" y="7858"/>
                    <a:pt x="48640" y="7858"/>
                  </a:cubicBezTo>
                  <a:cubicBezTo>
                    <a:pt x="48640" y="7858"/>
                    <a:pt x="48640" y="7858"/>
                    <a:pt x="46893" y="6548"/>
                  </a:cubicBezTo>
                  <a:cubicBezTo>
                    <a:pt x="45147" y="5675"/>
                    <a:pt x="43401" y="4366"/>
                    <a:pt x="41655" y="3056"/>
                  </a:cubicBezTo>
                  <a:lnTo>
                    <a:pt x="41218" y="3056"/>
                  </a:lnTo>
                  <a:cubicBezTo>
                    <a:pt x="40345" y="2183"/>
                    <a:pt x="39908" y="1746"/>
                    <a:pt x="39035" y="1310"/>
                  </a:cubicBezTo>
                  <a:cubicBezTo>
                    <a:pt x="39035" y="1310"/>
                    <a:pt x="39035" y="1310"/>
                    <a:pt x="311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9"/>
            <p:cNvSpPr/>
            <p:nvPr/>
          </p:nvSpPr>
          <p:spPr>
            <a:xfrm>
              <a:off x="3755425" y="1907975"/>
              <a:ext cx="316525" cy="332275"/>
            </a:xfrm>
            <a:custGeom>
              <a:rect b="b" l="l" r="r" t="t"/>
              <a:pathLst>
                <a:path extrusionOk="0" h="13291" w="12661">
                  <a:moveTo>
                    <a:pt x="9168" y="873"/>
                  </a:moveTo>
                  <a:cubicBezTo>
                    <a:pt x="9168" y="873"/>
                    <a:pt x="9168" y="873"/>
                    <a:pt x="9168" y="873"/>
                  </a:cubicBezTo>
                  <a:cubicBezTo>
                    <a:pt x="8731" y="873"/>
                    <a:pt x="8731" y="873"/>
                    <a:pt x="8295" y="437"/>
                  </a:cubicBezTo>
                  <a:cubicBezTo>
                    <a:pt x="7422" y="437"/>
                    <a:pt x="6549" y="0"/>
                    <a:pt x="5675" y="0"/>
                  </a:cubicBezTo>
                  <a:cubicBezTo>
                    <a:pt x="5239" y="437"/>
                    <a:pt x="4802" y="437"/>
                    <a:pt x="4366" y="873"/>
                  </a:cubicBezTo>
                  <a:cubicBezTo>
                    <a:pt x="3493" y="1310"/>
                    <a:pt x="3056" y="3056"/>
                    <a:pt x="2183" y="4366"/>
                  </a:cubicBezTo>
                  <a:cubicBezTo>
                    <a:pt x="1746" y="5675"/>
                    <a:pt x="873" y="6985"/>
                    <a:pt x="0" y="8295"/>
                  </a:cubicBezTo>
                  <a:cubicBezTo>
                    <a:pt x="5675" y="10041"/>
                    <a:pt x="5675" y="10041"/>
                    <a:pt x="5675" y="10041"/>
                  </a:cubicBezTo>
                  <a:cubicBezTo>
                    <a:pt x="5675" y="10041"/>
                    <a:pt x="6112" y="10041"/>
                    <a:pt x="6112" y="10041"/>
                  </a:cubicBezTo>
                  <a:cubicBezTo>
                    <a:pt x="6549" y="10478"/>
                    <a:pt x="6549" y="10478"/>
                    <a:pt x="6549" y="10914"/>
                  </a:cubicBezTo>
                  <a:cubicBezTo>
                    <a:pt x="6549" y="11351"/>
                    <a:pt x="6549" y="11351"/>
                    <a:pt x="6549" y="11351"/>
                  </a:cubicBezTo>
                  <a:cubicBezTo>
                    <a:pt x="6549" y="11787"/>
                    <a:pt x="6549" y="11787"/>
                    <a:pt x="6549" y="11787"/>
                  </a:cubicBezTo>
                  <a:cubicBezTo>
                    <a:pt x="6549" y="11787"/>
                    <a:pt x="6549" y="11787"/>
                    <a:pt x="6549" y="11787"/>
                  </a:cubicBezTo>
                  <a:cubicBezTo>
                    <a:pt x="6985" y="11787"/>
                    <a:pt x="6985" y="12224"/>
                    <a:pt x="6985" y="12224"/>
                  </a:cubicBezTo>
                  <a:cubicBezTo>
                    <a:pt x="6985" y="12660"/>
                    <a:pt x="7422" y="12660"/>
                    <a:pt x="7422" y="13097"/>
                  </a:cubicBezTo>
                  <a:cubicBezTo>
                    <a:pt x="7422" y="13097"/>
                    <a:pt x="7422" y="13097"/>
                    <a:pt x="7422" y="13097"/>
                  </a:cubicBezTo>
                  <a:cubicBezTo>
                    <a:pt x="8731" y="13534"/>
                    <a:pt x="10914" y="13097"/>
                    <a:pt x="11787" y="13097"/>
                  </a:cubicBezTo>
                  <a:cubicBezTo>
                    <a:pt x="11787" y="13097"/>
                    <a:pt x="12224" y="13097"/>
                    <a:pt x="12224" y="13097"/>
                  </a:cubicBezTo>
                  <a:cubicBezTo>
                    <a:pt x="12660" y="13097"/>
                    <a:pt x="12660" y="13097"/>
                    <a:pt x="12660" y="13097"/>
                  </a:cubicBezTo>
                  <a:cubicBezTo>
                    <a:pt x="12660" y="12660"/>
                    <a:pt x="12224" y="12660"/>
                    <a:pt x="11787" y="12660"/>
                  </a:cubicBezTo>
                  <a:cubicBezTo>
                    <a:pt x="11787" y="12660"/>
                    <a:pt x="11787" y="12660"/>
                    <a:pt x="11787" y="12660"/>
                  </a:cubicBezTo>
                  <a:cubicBezTo>
                    <a:pt x="11351" y="10914"/>
                    <a:pt x="10914" y="9604"/>
                    <a:pt x="10478" y="8295"/>
                  </a:cubicBezTo>
                  <a:cubicBezTo>
                    <a:pt x="10041" y="7858"/>
                    <a:pt x="10041" y="7422"/>
                    <a:pt x="9605" y="6549"/>
                  </a:cubicBezTo>
                  <a:cubicBezTo>
                    <a:pt x="9605" y="6112"/>
                    <a:pt x="8731" y="6112"/>
                    <a:pt x="7858" y="6112"/>
                  </a:cubicBezTo>
                  <a:cubicBezTo>
                    <a:pt x="8295" y="5675"/>
                    <a:pt x="8731" y="4366"/>
                    <a:pt x="9605" y="3929"/>
                  </a:cubicBezTo>
                  <a:cubicBezTo>
                    <a:pt x="9605" y="3929"/>
                    <a:pt x="10041" y="4802"/>
                    <a:pt x="10478" y="4802"/>
                  </a:cubicBezTo>
                  <a:cubicBezTo>
                    <a:pt x="10478" y="4366"/>
                    <a:pt x="10041" y="3493"/>
                    <a:pt x="10041" y="3056"/>
                  </a:cubicBezTo>
                  <a:cubicBezTo>
                    <a:pt x="10041" y="3056"/>
                    <a:pt x="9605" y="2183"/>
                    <a:pt x="9168" y="1746"/>
                  </a:cubicBezTo>
                  <a:cubicBezTo>
                    <a:pt x="9605" y="1746"/>
                    <a:pt x="9605" y="1746"/>
                    <a:pt x="9605" y="1746"/>
                  </a:cubicBezTo>
                  <a:cubicBezTo>
                    <a:pt x="9605" y="1310"/>
                    <a:pt x="9605" y="1310"/>
                    <a:pt x="9605" y="1310"/>
                  </a:cubicBezTo>
                  <a:cubicBezTo>
                    <a:pt x="9605" y="1310"/>
                    <a:pt x="10041" y="1310"/>
                    <a:pt x="10041" y="1310"/>
                  </a:cubicBezTo>
                  <a:cubicBezTo>
                    <a:pt x="10041" y="1310"/>
                    <a:pt x="10478" y="1310"/>
                    <a:pt x="10478" y="1310"/>
                  </a:cubicBezTo>
                  <a:cubicBezTo>
                    <a:pt x="10041" y="1746"/>
                    <a:pt x="10041" y="2183"/>
                    <a:pt x="10041" y="2619"/>
                  </a:cubicBezTo>
                  <a:cubicBezTo>
                    <a:pt x="10041" y="3056"/>
                    <a:pt x="10478" y="3929"/>
                    <a:pt x="10914" y="4366"/>
                  </a:cubicBezTo>
                  <a:cubicBezTo>
                    <a:pt x="11787" y="3929"/>
                    <a:pt x="11787" y="3056"/>
                    <a:pt x="11351" y="2183"/>
                  </a:cubicBezTo>
                  <a:cubicBezTo>
                    <a:pt x="11351" y="2183"/>
                    <a:pt x="10914" y="1746"/>
                    <a:pt x="10914" y="1746"/>
                  </a:cubicBezTo>
                  <a:cubicBezTo>
                    <a:pt x="10041" y="873"/>
                    <a:pt x="9168" y="437"/>
                    <a:pt x="9168" y="437"/>
                  </a:cubicBezTo>
                  <a:cubicBezTo>
                    <a:pt x="9168" y="873"/>
                    <a:pt x="9168" y="873"/>
                    <a:pt x="9168" y="873"/>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9"/>
            <p:cNvSpPr/>
            <p:nvPr/>
          </p:nvSpPr>
          <p:spPr>
            <a:xfrm>
              <a:off x="3744500" y="1886125"/>
              <a:ext cx="349275" cy="371125"/>
            </a:xfrm>
            <a:custGeom>
              <a:rect b="b" l="l" r="r" t="t"/>
              <a:pathLst>
                <a:path extrusionOk="0" h="14845" w="13971">
                  <a:moveTo>
                    <a:pt x="6112" y="1747"/>
                  </a:moveTo>
                  <a:cubicBezTo>
                    <a:pt x="6549" y="1747"/>
                    <a:pt x="7422" y="1747"/>
                    <a:pt x="8732" y="2184"/>
                  </a:cubicBezTo>
                  <a:cubicBezTo>
                    <a:pt x="8732" y="2184"/>
                    <a:pt x="8732" y="2620"/>
                    <a:pt x="8732" y="2620"/>
                  </a:cubicBezTo>
                  <a:lnTo>
                    <a:pt x="9168" y="2620"/>
                  </a:lnTo>
                  <a:cubicBezTo>
                    <a:pt x="9168" y="2620"/>
                    <a:pt x="9168" y="2620"/>
                    <a:pt x="8732" y="3057"/>
                  </a:cubicBezTo>
                  <a:cubicBezTo>
                    <a:pt x="9168" y="3057"/>
                    <a:pt x="9168" y="3930"/>
                    <a:pt x="9605" y="4367"/>
                  </a:cubicBezTo>
                  <a:cubicBezTo>
                    <a:pt x="8732" y="4367"/>
                    <a:pt x="8295" y="5240"/>
                    <a:pt x="7859" y="6113"/>
                  </a:cubicBezTo>
                  <a:cubicBezTo>
                    <a:pt x="7859" y="6113"/>
                    <a:pt x="7859" y="6549"/>
                    <a:pt x="7859" y="6549"/>
                  </a:cubicBezTo>
                  <a:cubicBezTo>
                    <a:pt x="7859" y="6549"/>
                    <a:pt x="7859" y="6549"/>
                    <a:pt x="8295" y="7859"/>
                  </a:cubicBezTo>
                  <a:lnTo>
                    <a:pt x="9605" y="7859"/>
                  </a:lnTo>
                  <a:cubicBezTo>
                    <a:pt x="9605" y="8296"/>
                    <a:pt x="9605" y="8732"/>
                    <a:pt x="9605" y="9169"/>
                  </a:cubicBezTo>
                  <a:cubicBezTo>
                    <a:pt x="9605" y="9169"/>
                    <a:pt x="9605" y="9169"/>
                    <a:pt x="11351" y="13098"/>
                  </a:cubicBezTo>
                  <a:cubicBezTo>
                    <a:pt x="10769" y="13098"/>
                    <a:pt x="9993" y="13292"/>
                    <a:pt x="9282" y="13292"/>
                  </a:cubicBezTo>
                  <a:cubicBezTo>
                    <a:pt x="8926" y="13292"/>
                    <a:pt x="8586" y="13243"/>
                    <a:pt x="8295" y="13098"/>
                  </a:cubicBezTo>
                  <a:cubicBezTo>
                    <a:pt x="8295" y="13098"/>
                    <a:pt x="8295" y="12661"/>
                    <a:pt x="7859" y="12661"/>
                  </a:cubicBezTo>
                  <a:cubicBezTo>
                    <a:pt x="7859" y="12661"/>
                    <a:pt x="7859" y="12225"/>
                    <a:pt x="7859" y="12225"/>
                  </a:cubicBezTo>
                  <a:cubicBezTo>
                    <a:pt x="7859" y="12225"/>
                    <a:pt x="7859" y="12225"/>
                    <a:pt x="7859" y="11788"/>
                  </a:cubicBezTo>
                  <a:cubicBezTo>
                    <a:pt x="7859" y="11352"/>
                    <a:pt x="7859" y="10478"/>
                    <a:pt x="6549" y="10042"/>
                  </a:cubicBezTo>
                  <a:cubicBezTo>
                    <a:pt x="6549" y="10042"/>
                    <a:pt x="6549" y="10042"/>
                    <a:pt x="1747" y="8732"/>
                  </a:cubicBezTo>
                  <a:cubicBezTo>
                    <a:pt x="2620" y="7423"/>
                    <a:pt x="3057" y="6549"/>
                    <a:pt x="3493" y="5240"/>
                  </a:cubicBezTo>
                  <a:cubicBezTo>
                    <a:pt x="3930" y="5240"/>
                    <a:pt x="3930" y="4803"/>
                    <a:pt x="3930" y="4367"/>
                  </a:cubicBezTo>
                  <a:cubicBezTo>
                    <a:pt x="4366" y="3493"/>
                    <a:pt x="4803" y="2620"/>
                    <a:pt x="5239" y="2184"/>
                  </a:cubicBezTo>
                  <a:cubicBezTo>
                    <a:pt x="5676" y="2184"/>
                    <a:pt x="5676" y="1747"/>
                    <a:pt x="6112" y="1747"/>
                  </a:cubicBezTo>
                  <a:close/>
                  <a:moveTo>
                    <a:pt x="6112" y="1"/>
                  </a:moveTo>
                  <a:cubicBezTo>
                    <a:pt x="5239" y="438"/>
                    <a:pt x="4803" y="438"/>
                    <a:pt x="4366" y="874"/>
                  </a:cubicBezTo>
                  <a:cubicBezTo>
                    <a:pt x="3493" y="1747"/>
                    <a:pt x="3057" y="2620"/>
                    <a:pt x="2620" y="3493"/>
                  </a:cubicBezTo>
                  <a:cubicBezTo>
                    <a:pt x="2183" y="3930"/>
                    <a:pt x="2183" y="4367"/>
                    <a:pt x="2183" y="4803"/>
                  </a:cubicBezTo>
                  <a:cubicBezTo>
                    <a:pt x="1310" y="6113"/>
                    <a:pt x="437" y="7423"/>
                    <a:pt x="1" y="8732"/>
                  </a:cubicBezTo>
                  <a:cubicBezTo>
                    <a:pt x="1" y="8732"/>
                    <a:pt x="1" y="8732"/>
                    <a:pt x="437" y="10042"/>
                  </a:cubicBezTo>
                  <a:cubicBezTo>
                    <a:pt x="437" y="10042"/>
                    <a:pt x="437" y="10042"/>
                    <a:pt x="6112" y="11788"/>
                  </a:cubicBezTo>
                  <a:cubicBezTo>
                    <a:pt x="6112" y="11788"/>
                    <a:pt x="6112" y="11788"/>
                    <a:pt x="6112" y="12225"/>
                  </a:cubicBezTo>
                  <a:cubicBezTo>
                    <a:pt x="6112" y="12225"/>
                    <a:pt x="6112" y="12661"/>
                    <a:pt x="6112" y="12661"/>
                  </a:cubicBezTo>
                  <a:cubicBezTo>
                    <a:pt x="6112" y="12661"/>
                    <a:pt x="6112" y="12661"/>
                    <a:pt x="6549" y="13098"/>
                  </a:cubicBezTo>
                  <a:cubicBezTo>
                    <a:pt x="6549" y="13098"/>
                    <a:pt x="6549" y="13098"/>
                    <a:pt x="6549" y="13534"/>
                  </a:cubicBezTo>
                  <a:cubicBezTo>
                    <a:pt x="6549" y="13971"/>
                    <a:pt x="6986" y="14408"/>
                    <a:pt x="7422" y="14408"/>
                  </a:cubicBezTo>
                  <a:cubicBezTo>
                    <a:pt x="8295" y="14844"/>
                    <a:pt x="9168" y="14844"/>
                    <a:pt x="9605" y="14844"/>
                  </a:cubicBezTo>
                  <a:lnTo>
                    <a:pt x="13534" y="14844"/>
                  </a:lnTo>
                  <a:cubicBezTo>
                    <a:pt x="13534" y="14844"/>
                    <a:pt x="13534" y="14844"/>
                    <a:pt x="13971" y="14408"/>
                  </a:cubicBezTo>
                  <a:cubicBezTo>
                    <a:pt x="13971" y="14408"/>
                    <a:pt x="13971" y="14408"/>
                    <a:pt x="13971" y="13098"/>
                  </a:cubicBezTo>
                  <a:cubicBezTo>
                    <a:pt x="13534" y="13098"/>
                    <a:pt x="13097" y="12661"/>
                    <a:pt x="13097" y="12661"/>
                  </a:cubicBezTo>
                  <a:cubicBezTo>
                    <a:pt x="13097" y="12661"/>
                    <a:pt x="13097" y="12661"/>
                    <a:pt x="11351" y="8296"/>
                  </a:cubicBezTo>
                  <a:cubicBezTo>
                    <a:pt x="11351" y="7859"/>
                    <a:pt x="11351" y="7423"/>
                    <a:pt x="10915" y="7423"/>
                  </a:cubicBezTo>
                  <a:cubicBezTo>
                    <a:pt x="10478" y="6549"/>
                    <a:pt x="10042" y="6549"/>
                    <a:pt x="9605" y="6113"/>
                  </a:cubicBezTo>
                  <a:lnTo>
                    <a:pt x="10042" y="6113"/>
                  </a:lnTo>
                  <a:cubicBezTo>
                    <a:pt x="10042" y="6113"/>
                    <a:pt x="10478" y="6549"/>
                    <a:pt x="10915" y="6549"/>
                  </a:cubicBezTo>
                  <a:cubicBezTo>
                    <a:pt x="10915" y="6549"/>
                    <a:pt x="10915" y="6549"/>
                    <a:pt x="11351" y="6113"/>
                  </a:cubicBezTo>
                  <a:lnTo>
                    <a:pt x="11788" y="6113"/>
                  </a:lnTo>
                  <a:cubicBezTo>
                    <a:pt x="12224" y="5676"/>
                    <a:pt x="12661" y="5240"/>
                    <a:pt x="13097" y="4367"/>
                  </a:cubicBezTo>
                  <a:cubicBezTo>
                    <a:pt x="13097" y="3493"/>
                    <a:pt x="12661" y="3057"/>
                    <a:pt x="12661" y="2620"/>
                  </a:cubicBezTo>
                  <a:cubicBezTo>
                    <a:pt x="12661" y="2620"/>
                    <a:pt x="12661" y="2620"/>
                    <a:pt x="12224" y="2184"/>
                  </a:cubicBezTo>
                  <a:cubicBezTo>
                    <a:pt x="12224" y="2184"/>
                    <a:pt x="12224" y="2184"/>
                    <a:pt x="11788" y="1747"/>
                  </a:cubicBezTo>
                  <a:cubicBezTo>
                    <a:pt x="10915" y="1311"/>
                    <a:pt x="10042" y="438"/>
                    <a:pt x="10042" y="438"/>
                  </a:cubicBezTo>
                  <a:cubicBezTo>
                    <a:pt x="10042" y="438"/>
                    <a:pt x="10042" y="438"/>
                    <a:pt x="9605" y="874"/>
                  </a:cubicBezTo>
                  <a:lnTo>
                    <a:pt x="9168" y="874"/>
                  </a:lnTo>
                  <a:cubicBezTo>
                    <a:pt x="7859" y="1"/>
                    <a:pt x="6986" y="1"/>
                    <a:pt x="61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9"/>
            <p:cNvSpPr/>
            <p:nvPr/>
          </p:nvSpPr>
          <p:spPr>
            <a:xfrm>
              <a:off x="4432075" y="2718325"/>
              <a:ext cx="155800" cy="313800"/>
            </a:xfrm>
            <a:custGeom>
              <a:rect b="b" l="l" r="r" t="t"/>
              <a:pathLst>
                <a:path extrusionOk="0" h="12552" w="6232">
                  <a:moveTo>
                    <a:pt x="1747" y="12552"/>
                  </a:moveTo>
                  <a:cubicBezTo>
                    <a:pt x="1747" y="12552"/>
                    <a:pt x="1747" y="12552"/>
                    <a:pt x="1747" y="12552"/>
                  </a:cubicBezTo>
                  <a:cubicBezTo>
                    <a:pt x="1747" y="12552"/>
                    <a:pt x="1747" y="12552"/>
                    <a:pt x="1747" y="12552"/>
                  </a:cubicBezTo>
                  <a:cubicBezTo>
                    <a:pt x="1747" y="12552"/>
                    <a:pt x="1747" y="12552"/>
                    <a:pt x="2184" y="12552"/>
                  </a:cubicBezTo>
                  <a:cubicBezTo>
                    <a:pt x="2184" y="12552"/>
                    <a:pt x="2184" y="12552"/>
                    <a:pt x="2184" y="12552"/>
                  </a:cubicBezTo>
                  <a:cubicBezTo>
                    <a:pt x="2184" y="12552"/>
                    <a:pt x="2184" y="12552"/>
                    <a:pt x="2184" y="12552"/>
                  </a:cubicBezTo>
                  <a:cubicBezTo>
                    <a:pt x="2184" y="12552"/>
                    <a:pt x="2620" y="12552"/>
                    <a:pt x="2620" y="12552"/>
                  </a:cubicBezTo>
                  <a:cubicBezTo>
                    <a:pt x="3057" y="12552"/>
                    <a:pt x="3493" y="12552"/>
                    <a:pt x="3930" y="12552"/>
                  </a:cubicBezTo>
                  <a:cubicBezTo>
                    <a:pt x="3930" y="12552"/>
                    <a:pt x="4367" y="12552"/>
                    <a:pt x="4367" y="12552"/>
                  </a:cubicBezTo>
                  <a:cubicBezTo>
                    <a:pt x="4367" y="12552"/>
                    <a:pt x="4803" y="12115"/>
                    <a:pt x="5240" y="12115"/>
                  </a:cubicBezTo>
                  <a:cubicBezTo>
                    <a:pt x="5240" y="11679"/>
                    <a:pt x="5240" y="11679"/>
                    <a:pt x="5240" y="11679"/>
                  </a:cubicBezTo>
                  <a:cubicBezTo>
                    <a:pt x="5240" y="11679"/>
                    <a:pt x="5240" y="11679"/>
                    <a:pt x="5240" y="11679"/>
                  </a:cubicBezTo>
                  <a:cubicBezTo>
                    <a:pt x="5240" y="11242"/>
                    <a:pt x="5240" y="10806"/>
                    <a:pt x="5240" y="10369"/>
                  </a:cubicBezTo>
                  <a:cubicBezTo>
                    <a:pt x="5676" y="9933"/>
                    <a:pt x="6549" y="7750"/>
                    <a:pt x="6113" y="7313"/>
                  </a:cubicBezTo>
                  <a:cubicBezTo>
                    <a:pt x="5676" y="6440"/>
                    <a:pt x="5240" y="5567"/>
                    <a:pt x="5240" y="4694"/>
                  </a:cubicBezTo>
                  <a:cubicBezTo>
                    <a:pt x="5676" y="3821"/>
                    <a:pt x="6113" y="2511"/>
                    <a:pt x="5676" y="1638"/>
                  </a:cubicBezTo>
                  <a:cubicBezTo>
                    <a:pt x="5240" y="1638"/>
                    <a:pt x="4803" y="1638"/>
                    <a:pt x="4803" y="1638"/>
                  </a:cubicBezTo>
                  <a:cubicBezTo>
                    <a:pt x="4367" y="1201"/>
                    <a:pt x="3930" y="328"/>
                    <a:pt x="3930" y="328"/>
                  </a:cubicBezTo>
                  <a:cubicBezTo>
                    <a:pt x="3493" y="-108"/>
                    <a:pt x="3493" y="-108"/>
                    <a:pt x="3057" y="328"/>
                  </a:cubicBezTo>
                  <a:cubicBezTo>
                    <a:pt x="2184" y="328"/>
                    <a:pt x="1747" y="1638"/>
                    <a:pt x="1747" y="2511"/>
                  </a:cubicBezTo>
                  <a:cubicBezTo>
                    <a:pt x="874" y="3384"/>
                    <a:pt x="874" y="4257"/>
                    <a:pt x="874" y="5130"/>
                  </a:cubicBezTo>
                  <a:cubicBezTo>
                    <a:pt x="438" y="6004"/>
                    <a:pt x="1" y="7313"/>
                    <a:pt x="1" y="8186"/>
                  </a:cubicBezTo>
                  <a:cubicBezTo>
                    <a:pt x="438" y="8623"/>
                    <a:pt x="438" y="9933"/>
                    <a:pt x="438" y="10806"/>
                  </a:cubicBezTo>
                  <a:cubicBezTo>
                    <a:pt x="438" y="10806"/>
                    <a:pt x="438" y="10806"/>
                    <a:pt x="438" y="10806"/>
                  </a:cubicBezTo>
                  <a:cubicBezTo>
                    <a:pt x="874" y="11242"/>
                    <a:pt x="874" y="11242"/>
                    <a:pt x="874" y="11242"/>
                  </a:cubicBezTo>
                  <a:cubicBezTo>
                    <a:pt x="874" y="11679"/>
                    <a:pt x="1311" y="12115"/>
                    <a:pt x="1747" y="12552"/>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9"/>
            <p:cNvSpPr/>
            <p:nvPr/>
          </p:nvSpPr>
          <p:spPr>
            <a:xfrm>
              <a:off x="4416325" y="2696500"/>
              <a:ext cx="194925" cy="357475"/>
            </a:xfrm>
            <a:custGeom>
              <a:rect b="b" l="l" r="r" t="t"/>
              <a:pathLst>
                <a:path extrusionOk="0" h="14299" w="7797">
                  <a:moveTo>
                    <a:pt x="4123" y="1638"/>
                  </a:moveTo>
                  <a:cubicBezTo>
                    <a:pt x="4123" y="2074"/>
                    <a:pt x="4123" y="2074"/>
                    <a:pt x="4560" y="2511"/>
                  </a:cubicBezTo>
                  <a:cubicBezTo>
                    <a:pt x="4560" y="2511"/>
                    <a:pt x="4560" y="2948"/>
                    <a:pt x="4560" y="2948"/>
                  </a:cubicBezTo>
                  <a:cubicBezTo>
                    <a:pt x="4997" y="3384"/>
                    <a:pt x="5433" y="3384"/>
                    <a:pt x="5433" y="3384"/>
                  </a:cubicBezTo>
                  <a:cubicBezTo>
                    <a:pt x="5433" y="3821"/>
                    <a:pt x="5433" y="4257"/>
                    <a:pt x="5433" y="4694"/>
                  </a:cubicBezTo>
                  <a:cubicBezTo>
                    <a:pt x="5433" y="5130"/>
                    <a:pt x="4997" y="5130"/>
                    <a:pt x="4997" y="5567"/>
                  </a:cubicBezTo>
                  <a:cubicBezTo>
                    <a:pt x="4997" y="6440"/>
                    <a:pt x="5433" y="7750"/>
                    <a:pt x="5870" y="8623"/>
                  </a:cubicBezTo>
                  <a:cubicBezTo>
                    <a:pt x="5870" y="8623"/>
                    <a:pt x="5433" y="9933"/>
                    <a:pt x="5433" y="10369"/>
                  </a:cubicBezTo>
                  <a:cubicBezTo>
                    <a:pt x="5433" y="10806"/>
                    <a:pt x="4997" y="10806"/>
                    <a:pt x="4997" y="11242"/>
                  </a:cubicBezTo>
                  <a:cubicBezTo>
                    <a:pt x="4997" y="11242"/>
                    <a:pt x="4997" y="11679"/>
                    <a:pt x="4997" y="12115"/>
                  </a:cubicBezTo>
                  <a:cubicBezTo>
                    <a:pt x="4997" y="12115"/>
                    <a:pt x="4997" y="12115"/>
                    <a:pt x="4997" y="12552"/>
                  </a:cubicBezTo>
                  <a:lnTo>
                    <a:pt x="2377" y="12552"/>
                  </a:lnTo>
                  <a:cubicBezTo>
                    <a:pt x="2377" y="12552"/>
                    <a:pt x="2377" y="12115"/>
                    <a:pt x="1941" y="11679"/>
                  </a:cubicBezTo>
                  <a:cubicBezTo>
                    <a:pt x="1941" y="11679"/>
                    <a:pt x="1941" y="11679"/>
                    <a:pt x="1941" y="11242"/>
                  </a:cubicBezTo>
                  <a:cubicBezTo>
                    <a:pt x="1941" y="10806"/>
                    <a:pt x="1941" y="9933"/>
                    <a:pt x="1941" y="9496"/>
                  </a:cubicBezTo>
                  <a:cubicBezTo>
                    <a:pt x="1941" y="9496"/>
                    <a:pt x="1941" y="9059"/>
                    <a:pt x="1504" y="9059"/>
                  </a:cubicBezTo>
                  <a:cubicBezTo>
                    <a:pt x="1504" y="8623"/>
                    <a:pt x="1941" y="7750"/>
                    <a:pt x="1941" y="7313"/>
                  </a:cubicBezTo>
                  <a:cubicBezTo>
                    <a:pt x="1941" y="6877"/>
                    <a:pt x="2377" y="6440"/>
                    <a:pt x="2377" y="6440"/>
                  </a:cubicBezTo>
                  <a:cubicBezTo>
                    <a:pt x="2377" y="6440"/>
                    <a:pt x="2377" y="6440"/>
                    <a:pt x="2377" y="6003"/>
                  </a:cubicBezTo>
                  <a:cubicBezTo>
                    <a:pt x="2377" y="5130"/>
                    <a:pt x="2377" y="4694"/>
                    <a:pt x="2814" y="3821"/>
                  </a:cubicBezTo>
                  <a:cubicBezTo>
                    <a:pt x="2814" y="3821"/>
                    <a:pt x="2814" y="3821"/>
                    <a:pt x="3250" y="3384"/>
                  </a:cubicBezTo>
                  <a:cubicBezTo>
                    <a:pt x="3250" y="2074"/>
                    <a:pt x="3687" y="2074"/>
                    <a:pt x="3687" y="2074"/>
                  </a:cubicBezTo>
                  <a:cubicBezTo>
                    <a:pt x="3687" y="2074"/>
                    <a:pt x="4123" y="2074"/>
                    <a:pt x="4123" y="1638"/>
                  </a:cubicBezTo>
                  <a:close/>
                  <a:moveTo>
                    <a:pt x="4123" y="1"/>
                  </a:moveTo>
                  <a:cubicBezTo>
                    <a:pt x="3905" y="1"/>
                    <a:pt x="3687" y="110"/>
                    <a:pt x="3250" y="328"/>
                  </a:cubicBezTo>
                  <a:cubicBezTo>
                    <a:pt x="1941" y="765"/>
                    <a:pt x="1504" y="2511"/>
                    <a:pt x="1504" y="2948"/>
                  </a:cubicBezTo>
                  <a:cubicBezTo>
                    <a:pt x="1068" y="4257"/>
                    <a:pt x="631" y="4694"/>
                    <a:pt x="631" y="5567"/>
                  </a:cubicBezTo>
                  <a:cubicBezTo>
                    <a:pt x="631" y="5567"/>
                    <a:pt x="631" y="5567"/>
                    <a:pt x="631" y="6003"/>
                  </a:cubicBezTo>
                  <a:cubicBezTo>
                    <a:pt x="631" y="6003"/>
                    <a:pt x="631" y="6440"/>
                    <a:pt x="194" y="6877"/>
                  </a:cubicBezTo>
                  <a:cubicBezTo>
                    <a:pt x="194" y="7750"/>
                    <a:pt x="-242" y="8623"/>
                    <a:pt x="194" y="9496"/>
                  </a:cubicBezTo>
                  <a:cubicBezTo>
                    <a:pt x="194" y="9496"/>
                    <a:pt x="194" y="9496"/>
                    <a:pt x="194" y="9933"/>
                  </a:cubicBezTo>
                  <a:cubicBezTo>
                    <a:pt x="194" y="10369"/>
                    <a:pt x="194" y="11242"/>
                    <a:pt x="194" y="11679"/>
                  </a:cubicBezTo>
                  <a:cubicBezTo>
                    <a:pt x="194" y="11679"/>
                    <a:pt x="194" y="11679"/>
                    <a:pt x="194" y="12115"/>
                  </a:cubicBezTo>
                  <a:cubicBezTo>
                    <a:pt x="194" y="12115"/>
                    <a:pt x="194" y="12115"/>
                    <a:pt x="631" y="12552"/>
                  </a:cubicBezTo>
                  <a:cubicBezTo>
                    <a:pt x="631" y="13425"/>
                    <a:pt x="1068" y="13862"/>
                    <a:pt x="1941" y="14298"/>
                  </a:cubicBezTo>
                  <a:lnTo>
                    <a:pt x="4997" y="14298"/>
                  </a:lnTo>
                  <a:cubicBezTo>
                    <a:pt x="5433" y="14298"/>
                    <a:pt x="5433" y="14298"/>
                    <a:pt x="5433" y="13862"/>
                  </a:cubicBezTo>
                  <a:lnTo>
                    <a:pt x="5870" y="13862"/>
                  </a:lnTo>
                  <a:cubicBezTo>
                    <a:pt x="5870" y="13862"/>
                    <a:pt x="5870" y="13862"/>
                    <a:pt x="6743" y="13425"/>
                  </a:cubicBezTo>
                  <a:cubicBezTo>
                    <a:pt x="6743" y="13425"/>
                    <a:pt x="6743" y="13425"/>
                    <a:pt x="6743" y="12552"/>
                  </a:cubicBezTo>
                  <a:cubicBezTo>
                    <a:pt x="6743" y="12115"/>
                    <a:pt x="6743" y="11679"/>
                    <a:pt x="6743" y="11679"/>
                  </a:cubicBezTo>
                  <a:cubicBezTo>
                    <a:pt x="6743" y="11242"/>
                    <a:pt x="7179" y="11242"/>
                    <a:pt x="7179" y="10806"/>
                  </a:cubicBezTo>
                  <a:cubicBezTo>
                    <a:pt x="7616" y="9496"/>
                    <a:pt x="8052" y="8186"/>
                    <a:pt x="7616" y="7750"/>
                  </a:cubicBezTo>
                  <a:cubicBezTo>
                    <a:pt x="7179" y="6877"/>
                    <a:pt x="6743" y="6440"/>
                    <a:pt x="6743" y="5567"/>
                  </a:cubicBezTo>
                  <a:cubicBezTo>
                    <a:pt x="6743" y="5567"/>
                    <a:pt x="6743" y="5567"/>
                    <a:pt x="7179" y="5130"/>
                  </a:cubicBezTo>
                  <a:cubicBezTo>
                    <a:pt x="7179" y="4257"/>
                    <a:pt x="7616" y="2948"/>
                    <a:pt x="6743" y="2074"/>
                  </a:cubicBezTo>
                  <a:cubicBezTo>
                    <a:pt x="6743" y="1638"/>
                    <a:pt x="6306" y="1638"/>
                    <a:pt x="5870" y="1638"/>
                  </a:cubicBezTo>
                  <a:cubicBezTo>
                    <a:pt x="5433" y="1201"/>
                    <a:pt x="5433" y="328"/>
                    <a:pt x="4997" y="328"/>
                  </a:cubicBezTo>
                  <a:cubicBezTo>
                    <a:pt x="4560" y="110"/>
                    <a:pt x="4342" y="1"/>
                    <a:pt x="41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9"/>
            <p:cNvSpPr/>
            <p:nvPr/>
          </p:nvSpPr>
          <p:spPr>
            <a:xfrm>
              <a:off x="4639450" y="2955725"/>
              <a:ext cx="1287875" cy="1658950"/>
            </a:xfrm>
            <a:custGeom>
              <a:rect b="b" l="l" r="r" t="t"/>
              <a:pathLst>
                <a:path extrusionOk="0" h="66358" w="51515">
                  <a:moveTo>
                    <a:pt x="27940" y="1310"/>
                  </a:moveTo>
                  <a:cubicBezTo>
                    <a:pt x="27940" y="1310"/>
                    <a:pt x="27067" y="1746"/>
                    <a:pt x="27067" y="1746"/>
                  </a:cubicBezTo>
                  <a:cubicBezTo>
                    <a:pt x="26631" y="1746"/>
                    <a:pt x="26631" y="2183"/>
                    <a:pt x="26631" y="2183"/>
                  </a:cubicBezTo>
                  <a:cubicBezTo>
                    <a:pt x="26631" y="1746"/>
                    <a:pt x="26631" y="1746"/>
                    <a:pt x="26631" y="1746"/>
                  </a:cubicBezTo>
                  <a:cubicBezTo>
                    <a:pt x="25321" y="1746"/>
                    <a:pt x="25321" y="1746"/>
                    <a:pt x="25321" y="1746"/>
                  </a:cubicBezTo>
                  <a:cubicBezTo>
                    <a:pt x="24885" y="3056"/>
                    <a:pt x="24885" y="4366"/>
                    <a:pt x="24885" y="6112"/>
                  </a:cubicBezTo>
                  <a:cubicBezTo>
                    <a:pt x="24885" y="6112"/>
                    <a:pt x="26194" y="6985"/>
                    <a:pt x="26194" y="7422"/>
                  </a:cubicBezTo>
                  <a:cubicBezTo>
                    <a:pt x="25758" y="7422"/>
                    <a:pt x="25321" y="7858"/>
                    <a:pt x="24448" y="7858"/>
                  </a:cubicBezTo>
                  <a:cubicBezTo>
                    <a:pt x="24448" y="7858"/>
                    <a:pt x="24448" y="7858"/>
                    <a:pt x="24448" y="7858"/>
                  </a:cubicBezTo>
                  <a:cubicBezTo>
                    <a:pt x="24011" y="7858"/>
                    <a:pt x="24011" y="7858"/>
                    <a:pt x="24011" y="7858"/>
                  </a:cubicBezTo>
                  <a:cubicBezTo>
                    <a:pt x="24011" y="7858"/>
                    <a:pt x="23575" y="7858"/>
                    <a:pt x="23575" y="7858"/>
                  </a:cubicBezTo>
                  <a:cubicBezTo>
                    <a:pt x="22702" y="8295"/>
                    <a:pt x="22702" y="8731"/>
                    <a:pt x="22265" y="9604"/>
                  </a:cubicBezTo>
                  <a:cubicBezTo>
                    <a:pt x="22265" y="10041"/>
                    <a:pt x="22265" y="10478"/>
                    <a:pt x="22265" y="11351"/>
                  </a:cubicBezTo>
                  <a:cubicBezTo>
                    <a:pt x="21829" y="12224"/>
                    <a:pt x="21829" y="13534"/>
                    <a:pt x="21392" y="14843"/>
                  </a:cubicBezTo>
                  <a:cubicBezTo>
                    <a:pt x="21392" y="15280"/>
                    <a:pt x="21392" y="15716"/>
                    <a:pt x="21392" y="16153"/>
                  </a:cubicBezTo>
                  <a:cubicBezTo>
                    <a:pt x="21392" y="16589"/>
                    <a:pt x="20956" y="17899"/>
                    <a:pt x="20956" y="18336"/>
                  </a:cubicBezTo>
                  <a:cubicBezTo>
                    <a:pt x="20956" y="18336"/>
                    <a:pt x="20956" y="18336"/>
                    <a:pt x="20956" y="18336"/>
                  </a:cubicBezTo>
                  <a:cubicBezTo>
                    <a:pt x="20956" y="18772"/>
                    <a:pt x="20956" y="18772"/>
                    <a:pt x="20956" y="18772"/>
                  </a:cubicBezTo>
                  <a:cubicBezTo>
                    <a:pt x="21392" y="19645"/>
                    <a:pt x="21829" y="20519"/>
                    <a:pt x="22265" y="21392"/>
                  </a:cubicBezTo>
                  <a:cubicBezTo>
                    <a:pt x="22702" y="21828"/>
                    <a:pt x="22702" y="22701"/>
                    <a:pt x="23138" y="22701"/>
                  </a:cubicBezTo>
                  <a:cubicBezTo>
                    <a:pt x="23138" y="23138"/>
                    <a:pt x="23138" y="23138"/>
                    <a:pt x="23138" y="23138"/>
                  </a:cubicBezTo>
                  <a:cubicBezTo>
                    <a:pt x="23138" y="23574"/>
                    <a:pt x="23138" y="24011"/>
                    <a:pt x="23138" y="24884"/>
                  </a:cubicBezTo>
                  <a:cubicBezTo>
                    <a:pt x="23138" y="25321"/>
                    <a:pt x="23138" y="25757"/>
                    <a:pt x="23138" y="26194"/>
                  </a:cubicBezTo>
                  <a:cubicBezTo>
                    <a:pt x="23138" y="27067"/>
                    <a:pt x="22702" y="27940"/>
                    <a:pt x="22702" y="28813"/>
                  </a:cubicBezTo>
                  <a:cubicBezTo>
                    <a:pt x="22265" y="30996"/>
                    <a:pt x="21392" y="32742"/>
                    <a:pt x="20956" y="34925"/>
                  </a:cubicBezTo>
                  <a:cubicBezTo>
                    <a:pt x="20956" y="35362"/>
                    <a:pt x="20956" y="35362"/>
                    <a:pt x="20956" y="35798"/>
                  </a:cubicBezTo>
                  <a:cubicBezTo>
                    <a:pt x="20519" y="36235"/>
                    <a:pt x="20519" y="36671"/>
                    <a:pt x="20519" y="37108"/>
                  </a:cubicBezTo>
                  <a:cubicBezTo>
                    <a:pt x="20519" y="37108"/>
                    <a:pt x="20082" y="38854"/>
                    <a:pt x="19646" y="39291"/>
                  </a:cubicBezTo>
                  <a:cubicBezTo>
                    <a:pt x="19646" y="39727"/>
                    <a:pt x="19646" y="39727"/>
                    <a:pt x="19209" y="40164"/>
                  </a:cubicBezTo>
                  <a:cubicBezTo>
                    <a:pt x="19209" y="40164"/>
                    <a:pt x="19209" y="40164"/>
                    <a:pt x="19209" y="40164"/>
                  </a:cubicBezTo>
                  <a:cubicBezTo>
                    <a:pt x="18773" y="40164"/>
                    <a:pt x="18773" y="40164"/>
                    <a:pt x="18336" y="40600"/>
                  </a:cubicBezTo>
                  <a:cubicBezTo>
                    <a:pt x="16153" y="41474"/>
                    <a:pt x="13971" y="42347"/>
                    <a:pt x="11351" y="43220"/>
                  </a:cubicBezTo>
                  <a:cubicBezTo>
                    <a:pt x="8295" y="44529"/>
                    <a:pt x="4803" y="45839"/>
                    <a:pt x="1310" y="47149"/>
                  </a:cubicBezTo>
                  <a:cubicBezTo>
                    <a:pt x="874" y="47149"/>
                    <a:pt x="437" y="47585"/>
                    <a:pt x="1" y="47585"/>
                  </a:cubicBezTo>
                  <a:cubicBezTo>
                    <a:pt x="2183" y="53697"/>
                    <a:pt x="4803" y="60682"/>
                    <a:pt x="7422" y="66358"/>
                  </a:cubicBezTo>
                  <a:cubicBezTo>
                    <a:pt x="7859" y="66358"/>
                    <a:pt x="7859" y="66358"/>
                    <a:pt x="7859" y="66358"/>
                  </a:cubicBezTo>
                  <a:cubicBezTo>
                    <a:pt x="7859" y="66358"/>
                    <a:pt x="7859" y="66358"/>
                    <a:pt x="7859" y="65921"/>
                  </a:cubicBezTo>
                  <a:cubicBezTo>
                    <a:pt x="8732" y="65921"/>
                    <a:pt x="10478" y="65048"/>
                    <a:pt x="10915" y="64611"/>
                  </a:cubicBezTo>
                  <a:cubicBezTo>
                    <a:pt x="12661" y="63738"/>
                    <a:pt x="13971" y="63302"/>
                    <a:pt x="15717" y="63302"/>
                  </a:cubicBezTo>
                  <a:cubicBezTo>
                    <a:pt x="16590" y="63302"/>
                    <a:pt x="18773" y="64175"/>
                    <a:pt x="19646" y="63302"/>
                  </a:cubicBezTo>
                  <a:cubicBezTo>
                    <a:pt x="19646" y="63302"/>
                    <a:pt x="19646" y="63302"/>
                    <a:pt x="20082" y="63302"/>
                  </a:cubicBezTo>
                  <a:cubicBezTo>
                    <a:pt x="21829" y="61992"/>
                    <a:pt x="20519" y="57626"/>
                    <a:pt x="23138" y="56753"/>
                  </a:cubicBezTo>
                  <a:cubicBezTo>
                    <a:pt x="23575" y="56317"/>
                    <a:pt x="24448" y="56317"/>
                    <a:pt x="24885" y="56317"/>
                  </a:cubicBezTo>
                  <a:cubicBezTo>
                    <a:pt x="25758" y="56317"/>
                    <a:pt x="26631" y="56317"/>
                    <a:pt x="27067" y="56317"/>
                  </a:cubicBezTo>
                  <a:cubicBezTo>
                    <a:pt x="27940" y="55880"/>
                    <a:pt x="29250" y="55444"/>
                    <a:pt x="29687" y="54570"/>
                  </a:cubicBezTo>
                  <a:cubicBezTo>
                    <a:pt x="30123" y="54134"/>
                    <a:pt x="29687" y="54570"/>
                    <a:pt x="29687" y="54134"/>
                  </a:cubicBezTo>
                  <a:cubicBezTo>
                    <a:pt x="30123" y="53697"/>
                    <a:pt x="30123" y="53261"/>
                    <a:pt x="30123" y="52824"/>
                  </a:cubicBezTo>
                  <a:cubicBezTo>
                    <a:pt x="30560" y="51951"/>
                    <a:pt x="30996" y="50641"/>
                    <a:pt x="31433" y="49768"/>
                  </a:cubicBezTo>
                  <a:cubicBezTo>
                    <a:pt x="31870" y="49332"/>
                    <a:pt x="33179" y="49332"/>
                    <a:pt x="33616" y="49332"/>
                  </a:cubicBezTo>
                  <a:cubicBezTo>
                    <a:pt x="34489" y="48895"/>
                    <a:pt x="37981" y="48459"/>
                    <a:pt x="38418" y="47585"/>
                  </a:cubicBezTo>
                  <a:cubicBezTo>
                    <a:pt x="37981" y="47585"/>
                    <a:pt x="37981" y="46276"/>
                    <a:pt x="37981" y="46712"/>
                  </a:cubicBezTo>
                  <a:cubicBezTo>
                    <a:pt x="37981" y="46276"/>
                    <a:pt x="37545" y="45839"/>
                    <a:pt x="37545" y="45839"/>
                  </a:cubicBezTo>
                  <a:cubicBezTo>
                    <a:pt x="37545" y="45403"/>
                    <a:pt x="37981" y="44966"/>
                    <a:pt x="37981" y="44529"/>
                  </a:cubicBezTo>
                  <a:cubicBezTo>
                    <a:pt x="37545" y="43656"/>
                    <a:pt x="37108" y="43220"/>
                    <a:pt x="37545" y="42347"/>
                  </a:cubicBezTo>
                  <a:cubicBezTo>
                    <a:pt x="37545" y="41910"/>
                    <a:pt x="37981" y="40600"/>
                    <a:pt x="37981" y="39727"/>
                  </a:cubicBezTo>
                  <a:cubicBezTo>
                    <a:pt x="38418" y="38854"/>
                    <a:pt x="39291" y="35362"/>
                    <a:pt x="40601" y="35362"/>
                  </a:cubicBezTo>
                  <a:cubicBezTo>
                    <a:pt x="41037" y="34925"/>
                    <a:pt x="41474" y="35362"/>
                    <a:pt x="41037" y="35798"/>
                  </a:cubicBezTo>
                  <a:cubicBezTo>
                    <a:pt x="40164" y="37108"/>
                    <a:pt x="41474" y="37108"/>
                    <a:pt x="41910" y="36671"/>
                  </a:cubicBezTo>
                  <a:cubicBezTo>
                    <a:pt x="42784" y="36671"/>
                    <a:pt x="42347" y="36671"/>
                    <a:pt x="42784" y="35798"/>
                  </a:cubicBezTo>
                  <a:cubicBezTo>
                    <a:pt x="43220" y="35362"/>
                    <a:pt x="43657" y="34489"/>
                    <a:pt x="44093" y="34052"/>
                  </a:cubicBezTo>
                  <a:cubicBezTo>
                    <a:pt x="44966" y="32306"/>
                    <a:pt x="44966" y="30996"/>
                    <a:pt x="46276" y="30123"/>
                  </a:cubicBezTo>
                  <a:cubicBezTo>
                    <a:pt x="47149" y="29250"/>
                    <a:pt x="48022" y="28377"/>
                    <a:pt x="48459" y="27504"/>
                  </a:cubicBezTo>
                  <a:cubicBezTo>
                    <a:pt x="49332" y="26194"/>
                    <a:pt x="50205" y="24884"/>
                    <a:pt x="50205" y="24011"/>
                  </a:cubicBezTo>
                  <a:cubicBezTo>
                    <a:pt x="50642" y="22701"/>
                    <a:pt x="51515" y="22265"/>
                    <a:pt x="51515" y="20955"/>
                  </a:cubicBezTo>
                  <a:cubicBezTo>
                    <a:pt x="51515" y="19645"/>
                    <a:pt x="51078" y="19645"/>
                    <a:pt x="50205" y="19645"/>
                  </a:cubicBezTo>
                  <a:cubicBezTo>
                    <a:pt x="49332" y="19645"/>
                    <a:pt x="49332" y="19209"/>
                    <a:pt x="48895" y="18772"/>
                  </a:cubicBezTo>
                  <a:cubicBezTo>
                    <a:pt x="48459" y="18336"/>
                    <a:pt x="48022" y="17899"/>
                    <a:pt x="47586" y="17463"/>
                  </a:cubicBezTo>
                  <a:cubicBezTo>
                    <a:pt x="47149" y="16589"/>
                    <a:pt x="46713" y="16153"/>
                    <a:pt x="46276" y="15280"/>
                  </a:cubicBezTo>
                  <a:cubicBezTo>
                    <a:pt x="45839" y="14407"/>
                    <a:pt x="44966" y="13534"/>
                    <a:pt x="44530" y="12660"/>
                  </a:cubicBezTo>
                  <a:cubicBezTo>
                    <a:pt x="44093" y="12224"/>
                    <a:pt x="43657" y="10914"/>
                    <a:pt x="43220" y="10914"/>
                  </a:cubicBezTo>
                  <a:cubicBezTo>
                    <a:pt x="42784" y="10478"/>
                    <a:pt x="42784" y="10914"/>
                    <a:pt x="42347" y="10914"/>
                  </a:cubicBezTo>
                  <a:cubicBezTo>
                    <a:pt x="41474" y="10914"/>
                    <a:pt x="41474" y="10914"/>
                    <a:pt x="40601" y="10478"/>
                  </a:cubicBezTo>
                  <a:cubicBezTo>
                    <a:pt x="39728" y="10041"/>
                    <a:pt x="38855" y="10478"/>
                    <a:pt x="37981" y="9604"/>
                  </a:cubicBezTo>
                  <a:cubicBezTo>
                    <a:pt x="36672" y="9168"/>
                    <a:pt x="34489" y="8731"/>
                    <a:pt x="32743" y="7422"/>
                  </a:cubicBezTo>
                  <a:cubicBezTo>
                    <a:pt x="32306" y="6985"/>
                    <a:pt x="31870" y="6549"/>
                    <a:pt x="31433" y="5675"/>
                  </a:cubicBezTo>
                  <a:cubicBezTo>
                    <a:pt x="30996" y="5239"/>
                    <a:pt x="30560" y="4802"/>
                    <a:pt x="30123" y="3929"/>
                  </a:cubicBezTo>
                  <a:cubicBezTo>
                    <a:pt x="29687" y="3493"/>
                    <a:pt x="29687" y="3056"/>
                    <a:pt x="29250" y="2619"/>
                  </a:cubicBezTo>
                  <a:cubicBezTo>
                    <a:pt x="29250" y="2183"/>
                    <a:pt x="29250" y="1746"/>
                    <a:pt x="29250" y="1310"/>
                  </a:cubicBezTo>
                  <a:cubicBezTo>
                    <a:pt x="29250" y="1310"/>
                    <a:pt x="28814" y="873"/>
                    <a:pt x="28814" y="873"/>
                  </a:cubicBezTo>
                  <a:cubicBezTo>
                    <a:pt x="29250" y="437"/>
                    <a:pt x="29250" y="0"/>
                    <a:pt x="29250" y="0"/>
                  </a:cubicBezTo>
                  <a:cubicBezTo>
                    <a:pt x="28814" y="0"/>
                    <a:pt x="28814" y="0"/>
                    <a:pt x="28814" y="0"/>
                  </a:cubicBezTo>
                  <a:cubicBezTo>
                    <a:pt x="28377" y="0"/>
                    <a:pt x="28377" y="873"/>
                    <a:pt x="27940" y="873"/>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9"/>
            <p:cNvSpPr/>
            <p:nvPr/>
          </p:nvSpPr>
          <p:spPr>
            <a:xfrm>
              <a:off x="4617625" y="2933875"/>
              <a:ext cx="1331525" cy="1702625"/>
            </a:xfrm>
            <a:custGeom>
              <a:rect b="b" l="l" r="r" t="t"/>
              <a:pathLst>
                <a:path extrusionOk="0" h="68105" w="53261">
                  <a:moveTo>
                    <a:pt x="29250" y="2620"/>
                  </a:moveTo>
                  <a:cubicBezTo>
                    <a:pt x="29250" y="3057"/>
                    <a:pt x="29250" y="3057"/>
                    <a:pt x="29250" y="3057"/>
                  </a:cubicBezTo>
                  <a:cubicBezTo>
                    <a:pt x="29250" y="3057"/>
                    <a:pt x="29250" y="3493"/>
                    <a:pt x="29687" y="3493"/>
                  </a:cubicBezTo>
                  <a:cubicBezTo>
                    <a:pt x="29687" y="3930"/>
                    <a:pt x="29687" y="4367"/>
                    <a:pt x="30123" y="4803"/>
                  </a:cubicBezTo>
                  <a:cubicBezTo>
                    <a:pt x="30123" y="4803"/>
                    <a:pt x="30123" y="4803"/>
                    <a:pt x="30123" y="5240"/>
                  </a:cubicBezTo>
                  <a:cubicBezTo>
                    <a:pt x="30560" y="5676"/>
                    <a:pt x="30996" y="6113"/>
                    <a:pt x="30996" y="6549"/>
                  </a:cubicBezTo>
                  <a:cubicBezTo>
                    <a:pt x="31433" y="6549"/>
                    <a:pt x="31433" y="6986"/>
                    <a:pt x="31869" y="6986"/>
                  </a:cubicBezTo>
                  <a:cubicBezTo>
                    <a:pt x="31869" y="6986"/>
                    <a:pt x="31869" y="6986"/>
                    <a:pt x="31869" y="7423"/>
                  </a:cubicBezTo>
                  <a:cubicBezTo>
                    <a:pt x="32306" y="7859"/>
                    <a:pt x="32743" y="8732"/>
                    <a:pt x="33179" y="9169"/>
                  </a:cubicBezTo>
                  <a:cubicBezTo>
                    <a:pt x="34052" y="10042"/>
                    <a:pt x="35362" y="10478"/>
                    <a:pt x="36672" y="10915"/>
                  </a:cubicBezTo>
                  <a:cubicBezTo>
                    <a:pt x="37108" y="10915"/>
                    <a:pt x="37981" y="11352"/>
                    <a:pt x="38418" y="11352"/>
                  </a:cubicBezTo>
                  <a:cubicBezTo>
                    <a:pt x="39291" y="11788"/>
                    <a:pt x="39728" y="11788"/>
                    <a:pt x="40164" y="11788"/>
                  </a:cubicBezTo>
                  <a:cubicBezTo>
                    <a:pt x="40601" y="11788"/>
                    <a:pt x="40601" y="12225"/>
                    <a:pt x="41037" y="12225"/>
                  </a:cubicBezTo>
                  <a:lnTo>
                    <a:pt x="41474" y="12225"/>
                  </a:lnTo>
                  <a:cubicBezTo>
                    <a:pt x="41910" y="12661"/>
                    <a:pt x="42347" y="12661"/>
                    <a:pt x="43220" y="12661"/>
                  </a:cubicBezTo>
                  <a:lnTo>
                    <a:pt x="43657" y="12661"/>
                  </a:lnTo>
                  <a:cubicBezTo>
                    <a:pt x="44093" y="12661"/>
                    <a:pt x="44093" y="13098"/>
                    <a:pt x="44530" y="13534"/>
                  </a:cubicBezTo>
                  <a:cubicBezTo>
                    <a:pt x="44530" y="13971"/>
                    <a:pt x="44530" y="13971"/>
                    <a:pt x="44530" y="13971"/>
                  </a:cubicBezTo>
                  <a:cubicBezTo>
                    <a:pt x="44530" y="13971"/>
                    <a:pt x="44530" y="13971"/>
                    <a:pt x="45403" y="15281"/>
                  </a:cubicBezTo>
                  <a:cubicBezTo>
                    <a:pt x="45839" y="15717"/>
                    <a:pt x="46276" y="16154"/>
                    <a:pt x="46712" y="16590"/>
                  </a:cubicBezTo>
                  <a:cubicBezTo>
                    <a:pt x="46712" y="17027"/>
                    <a:pt x="47149" y="17463"/>
                    <a:pt x="47149" y="17900"/>
                  </a:cubicBezTo>
                  <a:cubicBezTo>
                    <a:pt x="47586" y="17900"/>
                    <a:pt x="47586" y="18337"/>
                    <a:pt x="48022" y="18773"/>
                  </a:cubicBezTo>
                  <a:cubicBezTo>
                    <a:pt x="48022" y="19210"/>
                    <a:pt x="48459" y="19646"/>
                    <a:pt x="48895" y="20083"/>
                  </a:cubicBezTo>
                  <a:cubicBezTo>
                    <a:pt x="49332" y="20956"/>
                    <a:pt x="49768" y="21393"/>
                    <a:pt x="51078" y="21393"/>
                  </a:cubicBezTo>
                  <a:lnTo>
                    <a:pt x="51515" y="21393"/>
                  </a:lnTo>
                  <a:cubicBezTo>
                    <a:pt x="51515" y="21393"/>
                    <a:pt x="51515" y="21829"/>
                    <a:pt x="51515" y="21829"/>
                  </a:cubicBezTo>
                  <a:cubicBezTo>
                    <a:pt x="51515" y="22702"/>
                    <a:pt x="51078" y="23139"/>
                    <a:pt x="50642" y="23575"/>
                  </a:cubicBezTo>
                  <a:cubicBezTo>
                    <a:pt x="50642" y="24012"/>
                    <a:pt x="50642" y="24012"/>
                    <a:pt x="50205" y="24448"/>
                  </a:cubicBezTo>
                  <a:cubicBezTo>
                    <a:pt x="50205" y="24448"/>
                    <a:pt x="50205" y="24448"/>
                    <a:pt x="50205" y="24885"/>
                  </a:cubicBezTo>
                  <a:cubicBezTo>
                    <a:pt x="50205" y="25322"/>
                    <a:pt x="49768" y="26195"/>
                    <a:pt x="49332" y="26631"/>
                  </a:cubicBezTo>
                  <a:cubicBezTo>
                    <a:pt x="49332" y="27068"/>
                    <a:pt x="48895" y="27504"/>
                    <a:pt x="48895" y="27941"/>
                  </a:cubicBezTo>
                  <a:cubicBezTo>
                    <a:pt x="48459" y="28814"/>
                    <a:pt x="47586" y="29251"/>
                    <a:pt x="46712" y="30124"/>
                  </a:cubicBezTo>
                  <a:cubicBezTo>
                    <a:pt x="45839" y="30997"/>
                    <a:pt x="45403" y="31870"/>
                    <a:pt x="44966" y="33180"/>
                  </a:cubicBezTo>
                  <a:cubicBezTo>
                    <a:pt x="44530" y="33616"/>
                    <a:pt x="44530" y="34053"/>
                    <a:pt x="44093" y="34489"/>
                  </a:cubicBezTo>
                  <a:cubicBezTo>
                    <a:pt x="44093" y="34926"/>
                    <a:pt x="43657" y="34926"/>
                    <a:pt x="43657" y="35363"/>
                  </a:cubicBezTo>
                  <a:cubicBezTo>
                    <a:pt x="43220" y="35799"/>
                    <a:pt x="43220" y="35799"/>
                    <a:pt x="42783" y="36236"/>
                  </a:cubicBezTo>
                  <a:cubicBezTo>
                    <a:pt x="42783" y="35985"/>
                    <a:pt x="42783" y="35799"/>
                    <a:pt x="42783" y="35799"/>
                  </a:cubicBezTo>
                  <a:cubicBezTo>
                    <a:pt x="42475" y="35490"/>
                    <a:pt x="42166" y="35182"/>
                    <a:pt x="41703" y="35182"/>
                  </a:cubicBezTo>
                  <a:cubicBezTo>
                    <a:pt x="41511" y="35182"/>
                    <a:pt x="41293" y="35235"/>
                    <a:pt x="41037" y="35363"/>
                  </a:cubicBezTo>
                  <a:cubicBezTo>
                    <a:pt x="39728" y="35363"/>
                    <a:pt x="38854" y="37545"/>
                    <a:pt x="38418" y="39292"/>
                  </a:cubicBezTo>
                  <a:cubicBezTo>
                    <a:pt x="38418" y="39728"/>
                    <a:pt x="38418" y="40165"/>
                    <a:pt x="37981" y="40601"/>
                  </a:cubicBezTo>
                  <a:cubicBezTo>
                    <a:pt x="37981" y="40601"/>
                    <a:pt x="37981" y="41038"/>
                    <a:pt x="37981" y="41474"/>
                  </a:cubicBezTo>
                  <a:cubicBezTo>
                    <a:pt x="37545" y="41911"/>
                    <a:pt x="37545" y="42784"/>
                    <a:pt x="37545" y="43221"/>
                  </a:cubicBezTo>
                  <a:cubicBezTo>
                    <a:pt x="37545" y="44094"/>
                    <a:pt x="37545" y="44530"/>
                    <a:pt x="37545" y="44967"/>
                  </a:cubicBezTo>
                  <a:cubicBezTo>
                    <a:pt x="37545" y="44967"/>
                    <a:pt x="37981" y="45403"/>
                    <a:pt x="37981" y="45403"/>
                  </a:cubicBezTo>
                  <a:cubicBezTo>
                    <a:pt x="37981" y="45403"/>
                    <a:pt x="37981" y="45840"/>
                    <a:pt x="37545" y="45840"/>
                  </a:cubicBezTo>
                  <a:cubicBezTo>
                    <a:pt x="37545" y="45840"/>
                    <a:pt x="37545" y="46277"/>
                    <a:pt x="37545" y="46713"/>
                  </a:cubicBezTo>
                  <a:cubicBezTo>
                    <a:pt x="37545" y="47150"/>
                    <a:pt x="37981" y="47150"/>
                    <a:pt x="37981" y="47586"/>
                  </a:cubicBezTo>
                  <a:cubicBezTo>
                    <a:pt x="37981" y="47586"/>
                    <a:pt x="37981" y="48023"/>
                    <a:pt x="37981" y="48023"/>
                  </a:cubicBezTo>
                  <a:cubicBezTo>
                    <a:pt x="37545" y="48459"/>
                    <a:pt x="35798" y="48896"/>
                    <a:pt x="35362" y="48896"/>
                  </a:cubicBezTo>
                  <a:cubicBezTo>
                    <a:pt x="34925" y="48896"/>
                    <a:pt x="34489" y="49333"/>
                    <a:pt x="34052" y="49333"/>
                  </a:cubicBezTo>
                  <a:lnTo>
                    <a:pt x="33616" y="49333"/>
                  </a:lnTo>
                  <a:cubicBezTo>
                    <a:pt x="32743" y="49333"/>
                    <a:pt x="31869" y="49769"/>
                    <a:pt x="31433" y="50206"/>
                  </a:cubicBezTo>
                  <a:cubicBezTo>
                    <a:pt x="31433" y="50206"/>
                    <a:pt x="31433" y="50206"/>
                    <a:pt x="30996" y="51079"/>
                  </a:cubicBezTo>
                  <a:cubicBezTo>
                    <a:pt x="30996" y="51952"/>
                    <a:pt x="30560" y="52825"/>
                    <a:pt x="30123" y="53262"/>
                  </a:cubicBezTo>
                  <a:cubicBezTo>
                    <a:pt x="30123" y="53698"/>
                    <a:pt x="30123" y="53698"/>
                    <a:pt x="30123" y="54135"/>
                  </a:cubicBezTo>
                  <a:cubicBezTo>
                    <a:pt x="30123" y="54135"/>
                    <a:pt x="30123" y="54571"/>
                    <a:pt x="29687" y="54571"/>
                  </a:cubicBezTo>
                  <a:cubicBezTo>
                    <a:pt x="29687" y="55008"/>
                    <a:pt x="29687" y="55008"/>
                    <a:pt x="29687" y="55008"/>
                  </a:cubicBezTo>
                  <a:cubicBezTo>
                    <a:pt x="29687" y="55444"/>
                    <a:pt x="28813" y="55881"/>
                    <a:pt x="28377" y="55881"/>
                  </a:cubicBezTo>
                  <a:cubicBezTo>
                    <a:pt x="27940" y="55881"/>
                    <a:pt x="27504" y="56318"/>
                    <a:pt x="27504" y="56318"/>
                  </a:cubicBezTo>
                  <a:lnTo>
                    <a:pt x="25321" y="56318"/>
                  </a:lnTo>
                  <a:cubicBezTo>
                    <a:pt x="24884" y="56318"/>
                    <a:pt x="24448" y="56318"/>
                    <a:pt x="23575" y="56754"/>
                  </a:cubicBezTo>
                  <a:cubicBezTo>
                    <a:pt x="21829" y="57627"/>
                    <a:pt x="21392" y="59373"/>
                    <a:pt x="21392" y="60683"/>
                  </a:cubicBezTo>
                  <a:cubicBezTo>
                    <a:pt x="20955" y="61993"/>
                    <a:pt x="20955" y="62866"/>
                    <a:pt x="20082" y="63303"/>
                  </a:cubicBezTo>
                  <a:cubicBezTo>
                    <a:pt x="20082" y="63303"/>
                    <a:pt x="20082" y="63303"/>
                    <a:pt x="20082" y="63739"/>
                  </a:cubicBezTo>
                  <a:cubicBezTo>
                    <a:pt x="19646" y="63739"/>
                    <a:pt x="18773" y="63739"/>
                    <a:pt x="18336" y="63303"/>
                  </a:cubicBezTo>
                  <a:lnTo>
                    <a:pt x="16590" y="63303"/>
                  </a:lnTo>
                  <a:cubicBezTo>
                    <a:pt x="14407" y="63303"/>
                    <a:pt x="13097" y="63739"/>
                    <a:pt x="11351" y="64612"/>
                  </a:cubicBezTo>
                  <a:cubicBezTo>
                    <a:pt x="10915" y="64612"/>
                    <a:pt x="10915" y="65049"/>
                    <a:pt x="10478" y="65049"/>
                  </a:cubicBezTo>
                  <a:cubicBezTo>
                    <a:pt x="10041" y="65485"/>
                    <a:pt x="9168" y="65922"/>
                    <a:pt x="8732" y="65922"/>
                  </a:cubicBezTo>
                  <a:cubicBezTo>
                    <a:pt x="6549" y="61120"/>
                    <a:pt x="4366" y="55881"/>
                    <a:pt x="2620" y="51079"/>
                  </a:cubicBezTo>
                  <a:cubicBezTo>
                    <a:pt x="2620" y="51079"/>
                    <a:pt x="2620" y="51079"/>
                    <a:pt x="1747" y="48896"/>
                  </a:cubicBezTo>
                  <a:lnTo>
                    <a:pt x="2620" y="48896"/>
                  </a:lnTo>
                  <a:cubicBezTo>
                    <a:pt x="2620" y="48896"/>
                    <a:pt x="2620" y="48896"/>
                    <a:pt x="19646" y="41911"/>
                  </a:cubicBezTo>
                  <a:cubicBezTo>
                    <a:pt x="19646" y="41911"/>
                    <a:pt x="19646" y="41911"/>
                    <a:pt x="20519" y="41474"/>
                  </a:cubicBezTo>
                  <a:cubicBezTo>
                    <a:pt x="20955" y="41474"/>
                    <a:pt x="21392" y="41038"/>
                    <a:pt x="21392" y="40601"/>
                  </a:cubicBezTo>
                  <a:cubicBezTo>
                    <a:pt x="21829" y="40165"/>
                    <a:pt x="21829" y="39292"/>
                    <a:pt x="21829" y="38855"/>
                  </a:cubicBezTo>
                  <a:cubicBezTo>
                    <a:pt x="21829" y="38418"/>
                    <a:pt x="22265" y="37982"/>
                    <a:pt x="22265" y="37982"/>
                  </a:cubicBezTo>
                  <a:cubicBezTo>
                    <a:pt x="22265" y="37545"/>
                    <a:pt x="22265" y="37109"/>
                    <a:pt x="22702" y="36672"/>
                  </a:cubicBezTo>
                  <a:cubicBezTo>
                    <a:pt x="22702" y="36236"/>
                    <a:pt x="22702" y="36236"/>
                    <a:pt x="22702" y="36236"/>
                  </a:cubicBezTo>
                  <a:cubicBezTo>
                    <a:pt x="22702" y="36236"/>
                    <a:pt x="22702" y="36236"/>
                    <a:pt x="24448" y="29687"/>
                  </a:cubicBezTo>
                  <a:cubicBezTo>
                    <a:pt x="24884" y="28814"/>
                    <a:pt x="24884" y="27941"/>
                    <a:pt x="24884" y="27068"/>
                  </a:cubicBezTo>
                  <a:cubicBezTo>
                    <a:pt x="24884" y="26631"/>
                    <a:pt x="24884" y="26195"/>
                    <a:pt x="24884" y="25758"/>
                  </a:cubicBezTo>
                  <a:cubicBezTo>
                    <a:pt x="24884" y="24885"/>
                    <a:pt x="24884" y="24448"/>
                    <a:pt x="24884" y="24012"/>
                  </a:cubicBezTo>
                  <a:cubicBezTo>
                    <a:pt x="24884" y="24012"/>
                    <a:pt x="24884" y="24012"/>
                    <a:pt x="24884" y="23575"/>
                  </a:cubicBezTo>
                  <a:cubicBezTo>
                    <a:pt x="24448" y="23139"/>
                    <a:pt x="24448" y="22702"/>
                    <a:pt x="24448" y="22266"/>
                  </a:cubicBezTo>
                  <a:cubicBezTo>
                    <a:pt x="24448" y="22266"/>
                    <a:pt x="24448" y="22266"/>
                    <a:pt x="24011" y="21829"/>
                  </a:cubicBezTo>
                  <a:cubicBezTo>
                    <a:pt x="24011" y="21393"/>
                    <a:pt x="23575" y="20956"/>
                    <a:pt x="23575" y="20519"/>
                  </a:cubicBezTo>
                  <a:cubicBezTo>
                    <a:pt x="23138" y="20083"/>
                    <a:pt x="23138" y="19646"/>
                    <a:pt x="22702" y="19210"/>
                  </a:cubicBezTo>
                  <a:cubicBezTo>
                    <a:pt x="22702" y="18773"/>
                    <a:pt x="22702" y="17900"/>
                    <a:pt x="23138" y="17900"/>
                  </a:cubicBezTo>
                  <a:cubicBezTo>
                    <a:pt x="23138" y="17900"/>
                    <a:pt x="23138" y="17900"/>
                    <a:pt x="24011" y="12225"/>
                  </a:cubicBezTo>
                  <a:cubicBezTo>
                    <a:pt x="24011" y="11788"/>
                    <a:pt x="24011" y="11352"/>
                    <a:pt x="24011" y="10915"/>
                  </a:cubicBezTo>
                  <a:cubicBezTo>
                    <a:pt x="24448" y="10042"/>
                    <a:pt x="24448" y="9605"/>
                    <a:pt x="24884" y="9605"/>
                  </a:cubicBezTo>
                  <a:lnTo>
                    <a:pt x="25758" y="9605"/>
                  </a:lnTo>
                  <a:cubicBezTo>
                    <a:pt x="26194" y="9605"/>
                    <a:pt x="26631" y="9169"/>
                    <a:pt x="27067" y="9169"/>
                  </a:cubicBezTo>
                  <a:lnTo>
                    <a:pt x="27504" y="9169"/>
                  </a:lnTo>
                  <a:cubicBezTo>
                    <a:pt x="27504" y="9169"/>
                    <a:pt x="27504" y="9169"/>
                    <a:pt x="27940" y="7859"/>
                  </a:cubicBezTo>
                  <a:cubicBezTo>
                    <a:pt x="27940" y="7423"/>
                    <a:pt x="27504" y="7423"/>
                    <a:pt x="26631" y="6549"/>
                  </a:cubicBezTo>
                  <a:cubicBezTo>
                    <a:pt x="26631" y="5240"/>
                    <a:pt x="26631" y="4367"/>
                    <a:pt x="27067" y="3493"/>
                  </a:cubicBezTo>
                  <a:lnTo>
                    <a:pt x="27504" y="3493"/>
                  </a:lnTo>
                  <a:cubicBezTo>
                    <a:pt x="27504" y="3493"/>
                    <a:pt x="27504" y="3493"/>
                    <a:pt x="27504" y="3057"/>
                  </a:cubicBezTo>
                  <a:cubicBezTo>
                    <a:pt x="27504" y="3057"/>
                    <a:pt x="27504" y="3057"/>
                    <a:pt x="27940" y="3493"/>
                  </a:cubicBezTo>
                  <a:lnTo>
                    <a:pt x="28377" y="3493"/>
                  </a:lnTo>
                  <a:cubicBezTo>
                    <a:pt x="28813" y="3057"/>
                    <a:pt x="28813" y="3057"/>
                    <a:pt x="29250" y="2620"/>
                  </a:cubicBezTo>
                  <a:close/>
                  <a:moveTo>
                    <a:pt x="29687" y="1"/>
                  </a:moveTo>
                  <a:cubicBezTo>
                    <a:pt x="29687" y="1"/>
                    <a:pt x="29687" y="1"/>
                    <a:pt x="28813" y="438"/>
                  </a:cubicBezTo>
                  <a:cubicBezTo>
                    <a:pt x="28813" y="874"/>
                    <a:pt x="28377" y="874"/>
                    <a:pt x="28377" y="1311"/>
                  </a:cubicBezTo>
                  <a:cubicBezTo>
                    <a:pt x="27940" y="1311"/>
                    <a:pt x="27940" y="1311"/>
                    <a:pt x="27504" y="1747"/>
                  </a:cubicBezTo>
                  <a:lnTo>
                    <a:pt x="26194" y="1747"/>
                  </a:lnTo>
                  <a:cubicBezTo>
                    <a:pt x="26194" y="1747"/>
                    <a:pt x="26194" y="1747"/>
                    <a:pt x="25321" y="2620"/>
                  </a:cubicBezTo>
                  <a:cubicBezTo>
                    <a:pt x="24884" y="3930"/>
                    <a:pt x="24884" y="5240"/>
                    <a:pt x="24884" y="6986"/>
                  </a:cubicBezTo>
                  <a:cubicBezTo>
                    <a:pt x="24884" y="6986"/>
                    <a:pt x="24884" y="7423"/>
                    <a:pt x="25321" y="7859"/>
                  </a:cubicBezTo>
                  <a:lnTo>
                    <a:pt x="24011" y="7859"/>
                  </a:lnTo>
                  <a:cubicBezTo>
                    <a:pt x="22702" y="8732"/>
                    <a:pt x="22702" y="9605"/>
                    <a:pt x="22265" y="10478"/>
                  </a:cubicBezTo>
                  <a:cubicBezTo>
                    <a:pt x="22265" y="10478"/>
                    <a:pt x="22265" y="10478"/>
                    <a:pt x="22265" y="10915"/>
                  </a:cubicBezTo>
                  <a:cubicBezTo>
                    <a:pt x="22265" y="11352"/>
                    <a:pt x="22265" y="11352"/>
                    <a:pt x="22265" y="11788"/>
                  </a:cubicBezTo>
                  <a:cubicBezTo>
                    <a:pt x="22265" y="11788"/>
                    <a:pt x="22265" y="11788"/>
                    <a:pt x="21392" y="17463"/>
                  </a:cubicBezTo>
                  <a:cubicBezTo>
                    <a:pt x="20955" y="18337"/>
                    <a:pt x="20955" y="18773"/>
                    <a:pt x="20955" y="19210"/>
                  </a:cubicBezTo>
                  <a:cubicBezTo>
                    <a:pt x="20955" y="19210"/>
                    <a:pt x="20955" y="19210"/>
                    <a:pt x="20955" y="19646"/>
                  </a:cubicBezTo>
                  <a:cubicBezTo>
                    <a:pt x="20955" y="19646"/>
                    <a:pt x="20955" y="19646"/>
                    <a:pt x="21392" y="20083"/>
                  </a:cubicBezTo>
                  <a:cubicBezTo>
                    <a:pt x="21392" y="20519"/>
                    <a:pt x="21392" y="20956"/>
                    <a:pt x="21829" y="20956"/>
                  </a:cubicBezTo>
                  <a:cubicBezTo>
                    <a:pt x="22265" y="21829"/>
                    <a:pt x="22265" y="22266"/>
                    <a:pt x="22265" y="22702"/>
                  </a:cubicBezTo>
                  <a:lnTo>
                    <a:pt x="22702" y="22702"/>
                  </a:lnTo>
                  <a:cubicBezTo>
                    <a:pt x="22702" y="23139"/>
                    <a:pt x="23138" y="24012"/>
                    <a:pt x="23138" y="24012"/>
                  </a:cubicBezTo>
                  <a:cubicBezTo>
                    <a:pt x="23138" y="24012"/>
                    <a:pt x="23138" y="24012"/>
                    <a:pt x="23138" y="24448"/>
                  </a:cubicBezTo>
                  <a:cubicBezTo>
                    <a:pt x="23138" y="24885"/>
                    <a:pt x="23138" y="25322"/>
                    <a:pt x="23138" y="25758"/>
                  </a:cubicBezTo>
                  <a:cubicBezTo>
                    <a:pt x="23138" y="26195"/>
                    <a:pt x="23138" y="26631"/>
                    <a:pt x="23138" y="27068"/>
                  </a:cubicBezTo>
                  <a:cubicBezTo>
                    <a:pt x="23138" y="27504"/>
                    <a:pt x="23138" y="28378"/>
                    <a:pt x="22702" y="29251"/>
                  </a:cubicBezTo>
                  <a:cubicBezTo>
                    <a:pt x="22702" y="29251"/>
                    <a:pt x="22702" y="29251"/>
                    <a:pt x="20955" y="35799"/>
                  </a:cubicBezTo>
                  <a:cubicBezTo>
                    <a:pt x="20955" y="35799"/>
                    <a:pt x="20955" y="36236"/>
                    <a:pt x="20955" y="36236"/>
                  </a:cubicBezTo>
                  <a:cubicBezTo>
                    <a:pt x="20519" y="36672"/>
                    <a:pt x="20519" y="37109"/>
                    <a:pt x="20519" y="37545"/>
                  </a:cubicBezTo>
                  <a:cubicBezTo>
                    <a:pt x="20519" y="37545"/>
                    <a:pt x="20519" y="37982"/>
                    <a:pt x="20082" y="38418"/>
                  </a:cubicBezTo>
                  <a:cubicBezTo>
                    <a:pt x="20082" y="38855"/>
                    <a:pt x="20082" y="39728"/>
                    <a:pt x="20082" y="39728"/>
                  </a:cubicBezTo>
                  <a:cubicBezTo>
                    <a:pt x="20082" y="40165"/>
                    <a:pt x="19646" y="40165"/>
                    <a:pt x="19646" y="40165"/>
                  </a:cubicBezTo>
                  <a:cubicBezTo>
                    <a:pt x="19646" y="40165"/>
                    <a:pt x="19646" y="40165"/>
                    <a:pt x="2183" y="47150"/>
                  </a:cubicBezTo>
                  <a:cubicBezTo>
                    <a:pt x="1747" y="47150"/>
                    <a:pt x="1310" y="47150"/>
                    <a:pt x="1310" y="47586"/>
                  </a:cubicBezTo>
                  <a:lnTo>
                    <a:pt x="437" y="47586"/>
                  </a:lnTo>
                  <a:cubicBezTo>
                    <a:pt x="437" y="47586"/>
                    <a:pt x="437" y="47586"/>
                    <a:pt x="0" y="48896"/>
                  </a:cubicBezTo>
                  <a:cubicBezTo>
                    <a:pt x="0" y="48896"/>
                    <a:pt x="0" y="48896"/>
                    <a:pt x="874" y="51515"/>
                  </a:cubicBezTo>
                  <a:cubicBezTo>
                    <a:pt x="3056" y="56754"/>
                    <a:pt x="5239" y="62866"/>
                    <a:pt x="7422" y="67668"/>
                  </a:cubicBezTo>
                  <a:cubicBezTo>
                    <a:pt x="7422" y="67668"/>
                    <a:pt x="7422" y="67668"/>
                    <a:pt x="8732" y="68105"/>
                  </a:cubicBezTo>
                  <a:lnTo>
                    <a:pt x="9168" y="68105"/>
                  </a:lnTo>
                  <a:cubicBezTo>
                    <a:pt x="9168" y="68105"/>
                    <a:pt x="9168" y="68105"/>
                    <a:pt x="9168" y="67668"/>
                  </a:cubicBezTo>
                  <a:cubicBezTo>
                    <a:pt x="9605" y="67668"/>
                    <a:pt x="10478" y="67232"/>
                    <a:pt x="11351" y="66795"/>
                  </a:cubicBezTo>
                  <a:cubicBezTo>
                    <a:pt x="11788" y="66358"/>
                    <a:pt x="11788" y="66358"/>
                    <a:pt x="11788" y="66358"/>
                  </a:cubicBezTo>
                  <a:cubicBezTo>
                    <a:pt x="13534" y="65485"/>
                    <a:pt x="14844" y="65049"/>
                    <a:pt x="16590" y="65049"/>
                  </a:cubicBezTo>
                  <a:lnTo>
                    <a:pt x="17899" y="65049"/>
                  </a:lnTo>
                  <a:cubicBezTo>
                    <a:pt x="18336" y="65267"/>
                    <a:pt x="18882" y="65376"/>
                    <a:pt x="19427" y="65376"/>
                  </a:cubicBezTo>
                  <a:cubicBezTo>
                    <a:pt x="19973" y="65376"/>
                    <a:pt x="20519" y="65267"/>
                    <a:pt x="20955" y="65049"/>
                  </a:cubicBezTo>
                  <a:lnTo>
                    <a:pt x="21392" y="65049"/>
                  </a:lnTo>
                  <a:cubicBezTo>
                    <a:pt x="22702" y="64176"/>
                    <a:pt x="22702" y="62429"/>
                    <a:pt x="23138" y="61120"/>
                  </a:cubicBezTo>
                  <a:cubicBezTo>
                    <a:pt x="23138" y="59810"/>
                    <a:pt x="23575" y="58937"/>
                    <a:pt x="24448" y="58500"/>
                  </a:cubicBezTo>
                  <a:cubicBezTo>
                    <a:pt x="24884" y="58064"/>
                    <a:pt x="24884" y="58064"/>
                    <a:pt x="25321" y="58064"/>
                  </a:cubicBezTo>
                  <a:lnTo>
                    <a:pt x="26631" y="58064"/>
                  </a:lnTo>
                  <a:cubicBezTo>
                    <a:pt x="27067" y="58064"/>
                    <a:pt x="27940" y="58064"/>
                    <a:pt x="28377" y="57627"/>
                  </a:cubicBezTo>
                  <a:lnTo>
                    <a:pt x="28813" y="57627"/>
                  </a:lnTo>
                  <a:cubicBezTo>
                    <a:pt x="29687" y="57191"/>
                    <a:pt x="30560" y="56754"/>
                    <a:pt x="30996" y="56318"/>
                  </a:cubicBezTo>
                  <a:cubicBezTo>
                    <a:pt x="31433" y="55881"/>
                    <a:pt x="31433" y="55444"/>
                    <a:pt x="31433" y="55444"/>
                  </a:cubicBezTo>
                  <a:cubicBezTo>
                    <a:pt x="31433" y="55008"/>
                    <a:pt x="31869" y="54571"/>
                    <a:pt x="31869" y="54571"/>
                  </a:cubicBezTo>
                  <a:cubicBezTo>
                    <a:pt x="31869" y="54135"/>
                    <a:pt x="31869" y="54135"/>
                    <a:pt x="31869" y="54135"/>
                  </a:cubicBezTo>
                  <a:cubicBezTo>
                    <a:pt x="32306" y="53262"/>
                    <a:pt x="32306" y="52825"/>
                    <a:pt x="32743" y="51952"/>
                  </a:cubicBezTo>
                  <a:cubicBezTo>
                    <a:pt x="32743" y="51952"/>
                    <a:pt x="32743" y="51952"/>
                    <a:pt x="33179" y="51079"/>
                  </a:cubicBezTo>
                  <a:lnTo>
                    <a:pt x="34925" y="51079"/>
                  </a:lnTo>
                  <a:cubicBezTo>
                    <a:pt x="34925" y="50642"/>
                    <a:pt x="35362" y="50642"/>
                    <a:pt x="35798" y="50642"/>
                  </a:cubicBezTo>
                  <a:cubicBezTo>
                    <a:pt x="37981" y="50206"/>
                    <a:pt x="39728" y="49769"/>
                    <a:pt x="39728" y="48459"/>
                  </a:cubicBezTo>
                  <a:lnTo>
                    <a:pt x="39291" y="48459"/>
                  </a:lnTo>
                  <a:cubicBezTo>
                    <a:pt x="39291" y="48459"/>
                    <a:pt x="39291" y="48459"/>
                    <a:pt x="39728" y="48023"/>
                  </a:cubicBezTo>
                  <a:cubicBezTo>
                    <a:pt x="39728" y="48023"/>
                    <a:pt x="39728" y="47586"/>
                    <a:pt x="39728" y="47150"/>
                  </a:cubicBezTo>
                  <a:cubicBezTo>
                    <a:pt x="39728" y="46713"/>
                    <a:pt x="39728" y="46713"/>
                    <a:pt x="39291" y="46277"/>
                  </a:cubicBezTo>
                  <a:cubicBezTo>
                    <a:pt x="39291" y="45840"/>
                    <a:pt x="39728" y="45840"/>
                    <a:pt x="39728" y="45403"/>
                  </a:cubicBezTo>
                  <a:cubicBezTo>
                    <a:pt x="39291" y="44967"/>
                    <a:pt x="39291" y="44530"/>
                    <a:pt x="39291" y="44094"/>
                  </a:cubicBezTo>
                  <a:cubicBezTo>
                    <a:pt x="39291" y="44094"/>
                    <a:pt x="39291" y="43657"/>
                    <a:pt x="39291" y="43657"/>
                  </a:cubicBezTo>
                  <a:cubicBezTo>
                    <a:pt x="39291" y="43221"/>
                    <a:pt x="39291" y="42348"/>
                    <a:pt x="39728" y="41911"/>
                  </a:cubicBezTo>
                  <a:cubicBezTo>
                    <a:pt x="39728" y="41474"/>
                    <a:pt x="39728" y="41474"/>
                    <a:pt x="39728" y="41038"/>
                  </a:cubicBezTo>
                  <a:cubicBezTo>
                    <a:pt x="39728" y="40601"/>
                    <a:pt x="40164" y="40165"/>
                    <a:pt x="40164" y="39728"/>
                  </a:cubicBezTo>
                  <a:cubicBezTo>
                    <a:pt x="40164" y="39292"/>
                    <a:pt x="40601" y="38855"/>
                    <a:pt x="41037" y="37982"/>
                  </a:cubicBezTo>
                  <a:cubicBezTo>
                    <a:pt x="41255" y="38418"/>
                    <a:pt x="41583" y="38528"/>
                    <a:pt x="41910" y="38528"/>
                  </a:cubicBezTo>
                  <a:cubicBezTo>
                    <a:pt x="42238" y="38528"/>
                    <a:pt x="42565" y="38418"/>
                    <a:pt x="42783" y="38418"/>
                  </a:cubicBezTo>
                  <a:cubicBezTo>
                    <a:pt x="43657" y="38418"/>
                    <a:pt x="44093" y="38418"/>
                    <a:pt x="44530" y="37545"/>
                  </a:cubicBezTo>
                  <a:cubicBezTo>
                    <a:pt x="44530" y="37545"/>
                    <a:pt x="44530" y="37109"/>
                    <a:pt x="44530" y="37109"/>
                  </a:cubicBezTo>
                  <a:cubicBezTo>
                    <a:pt x="44530" y="36672"/>
                    <a:pt x="44966" y="36672"/>
                    <a:pt x="44966" y="36236"/>
                  </a:cubicBezTo>
                  <a:cubicBezTo>
                    <a:pt x="45403" y="35799"/>
                    <a:pt x="45403" y="35799"/>
                    <a:pt x="45839" y="35363"/>
                  </a:cubicBezTo>
                  <a:cubicBezTo>
                    <a:pt x="45839" y="34926"/>
                    <a:pt x="46276" y="34053"/>
                    <a:pt x="46276" y="33616"/>
                  </a:cubicBezTo>
                  <a:cubicBezTo>
                    <a:pt x="46712" y="32743"/>
                    <a:pt x="47149" y="32307"/>
                    <a:pt x="48022" y="31433"/>
                  </a:cubicBezTo>
                  <a:cubicBezTo>
                    <a:pt x="48895" y="30560"/>
                    <a:pt x="49768" y="29687"/>
                    <a:pt x="50205" y="28814"/>
                  </a:cubicBezTo>
                  <a:cubicBezTo>
                    <a:pt x="50642" y="28378"/>
                    <a:pt x="50642" y="27941"/>
                    <a:pt x="51078" y="27504"/>
                  </a:cubicBezTo>
                  <a:cubicBezTo>
                    <a:pt x="51515" y="27068"/>
                    <a:pt x="51951" y="26195"/>
                    <a:pt x="51951" y="24885"/>
                  </a:cubicBezTo>
                  <a:cubicBezTo>
                    <a:pt x="51951" y="24885"/>
                    <a:pt x="52388" y="24448"/>
                    <a:pt x="52388" y="24448"/>
                  </a:cubicBezTo>
                  <a:cubicBezTo>
                    <a:pt x="52824" y="23575"/>
                    <a:pt x="53261" y="23139"/>
                    <a:pt x="53261" y="21829"/>
                  </a:cubicBezTo>
                  <a:cubicBezTo>
                    <a:pt x="53261" y="20083"/>
                    <a:pt x="52824" y="19646"/>
                    <a:pt x="51078" y="19646"/>
                  </a:cubicBezTo>
                  <a:cubicBezTo>
                    <a:pt x="50642" y="19646"/>
                    <a:pt x="50642" y="19646"/>
                    <a:pt x="50205" y="19210"/>
                  </a:cubicBezTo>
                  <a:cubicBezTo>
                    <a:pt x="49768" y="18773"/>
                    <a:pt x="49768" y="18337"/>
                    <a:pt x="49332" y="17900"/>
                  </a:cubicBezTo>
                  <a:cubicBezTo>
                    <a:pt x="48895" y="17463"/>
                    <a:pt x="48895" y="17027"/>
                    <a:pt x="48459" y="16590"/>
                  </a:cubicBezTo>
                  <a:cubicBezTo>
                    <a:pt x="48459" y="16590"/>
                    <a:pt x="48022" y="16154"/>
                    <a:pt x="48022" y="15717"/>
                  </a:cubicBezTo>
                  <a:cubicBezTo>
                    <a:pt x="47586" y="15281"/>
                    <a:pt x="47149" y="14844"/>
                    <a:pt x="46712" y="14408"/>
                  </a:cubicBezTo>
                  <a:cubicBezTo>
                    <a:pt x="46712" y="14408"/>
                    <a:pt x="46712" y="14408"/>
                    <a:pt x="46276" y="13098"/>
                  </a:cubicBezTo>
                  <a:cubicBezTo>
                    <a:pt x="45839" y="13098"/>
                    <a:pt x="45839" y="12661"/>
                    <a:pt x="45839" y="12661"/>
                  </a:cubicBezTo>
                  <a:cubicBezTo>
                    <a:pt x="45403" y="11788"/>
                    <a:pt x="44966" y="11352"/>
                    <a:pt x="44530" y="10915"/>
                  </a:cubicBezTo>
                  <a:cubicBezTo>
                    <a:pt x="44239" y="10769"/>
                    <a:pt x="43996" y="10721"/>
                    <a:pt x="43802" y="10721"/>
                  </a:cubicBezTo>
                  <a:cubicBezTo>
                    <a:pt x="43414" y="10721"/>
                    <a:pt x="43220" y="10915"/>
                    <a:pt x="43220" y="10915"/>
                  </a:cubicBezTo>
                  <a:lnTo>
                    <a:pt x="42347" y="10915"/>
                  </a:lnTo>
                  <a:cubicBezTo>
                    <a:pt x="42347" y="10915"/>
                    <a:pt x="41910" y="10478"/>
                    <a:pt x="41910" y="10478"/>
                  </a:cubicBezTo>
                  <a:cubicBezTo>
                    <a:pt x="41474" y="10478"/>
                    <a:pt x="40601" y="10042"/>
                    <a:pt x="40164" y="10042"/>
                  </a:cubicBezTo>
                  <a:lnTo>
                    <a:pt x="39291" y="10042"/>
                  </a:lnTo>
                  <a:cubicBezTo>
                    <a:pt x="38418" y="9605"/>
                    <a:pt x="37981" y="9169"/>
                    <a:pt x="37108" y="9169"/>
                  </a:cubicBezTo>
                  <a:cubicBezTo>
                    <a:pt x="36235" y="8732"/>
                    <a:pt x="34925" y="8296"/>
                    <a:pt x="34489" y="7859"/>
                  </a:cubicBezTo>
                  <a:cubicBezTo>
                    <a:pt x="34052" y="7423"/>
                    <a:pt x="33616" y="6986"/>
                    <a:pt x="33179" y="6549"/>
                  </a:cubicBezTo>
                  <a:cubicBezTo>
                    <a:pt x="33179" y="6549"/>
                    <a:pt x="33179" y="6549"/>
                    <a:pt x="33179" y="6113"/>
                  </a:cubicBezTo>
                  <a:cubicBezTo>
                    <a:pt x="33179" y="5676"/>
                    <a:pt x="32743" y="5676"/>
                    <a:pt x="32306" y="5240"/>
                  </a:cubicBezTo>
                  <a:cubicBezTo>
                    <a:pt x="32306" y="4803"/>
                    <a:pt x="31869" y="4803"/>
                    <a:pt x="31869" y="4367"/>
                  </a:cubicBezTo>
                  <a:cubicBezTo>
                    <a:pt x="31869" y="4367"/>
                    <a:pt x="31433" y="3930"/>
                    <a:pt x="31433" y="3930"/>
                  </a:cubicBezTo>
                  <a:cubicBezTo>
                    <a:pt x="31433" y="3493"/>
                    <a:pt x="31433" y="3057"/>
                    <a:pt x="30996" y="3057"/>
                  </a:cubicBezTo>
                  <a:cubicBezTo>
                    <a:pt x="30996" y="3057"/>
                    <a:pt x="30996" y="2620"/>
                    <a:pt x="30996" y="2620"/>
                  </a:cubicBezTo>
                  <a:cubicBezTo>
                    <a:pt x="30996" y="2184"/>
                    <a:pt x="30996" y="2184"/>
                    <a:pt x="30996" y="1747"/>
                  </a:cubicBezTo>
                  <a:lnTo>
                    <a:pt x="30560" y="1747"/>
                  </a:lnTo>
                  <a:cubicBezTo>
                    <a:pt x="30996" y="1311"/>
                    <a:pt x="30996" y="874"/>
                    <a:pt x="30996" y="874"/>
                  </a:cubicBezTo>
                  <a:cubicBezTo>
                    <a:pt x="30996" y="874"/>
                    <a:pt x="30996" y="874"/>
                    <a:pt x="301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9"/>
            <p:cNvSpPr/>
            <p:nvPr/>
          </p:nvSpPr>
          <p:spPr>
            <a:xfrm>
              <a:off x="1747250" y="1253125"/>
              <a:ext cx="229200" cy="785825"/>
            </a:xfrm>
            <a:custGeom>
              <a:rect b="b" l="l" r="r" t="t"/>
              <a:pathLst>
                <a:path extrusionOk="0" h="31433" w="9168">
                  <a:moveTo>
                    <a:pt x="4366" y="31433"/>
                  </a:moveTo>
                  <a:cubicBezTo>
                    <a:pt x="4366" y="31433"/>
                    <a:pt x="4366" y="30996"/>
                    <a:pt x="4366" y="30996"/>
                  </a:cubicBezTo>
                  <a:cubicBezTo>
                    <a:pt x="4366" y="30996"/>
                    <a:pt x="4366" y="30996"/>
                    <a:pt x="4366" y="30996"/>
                  </a:cubicBezTo>
                  <a:cubicBezTo>
                    <a:pt x="4366" y="30996"/>
                    <a:pt x="4802" y="30996"/>
                    <a:pt x="4802" y="30560"/>
                  </a:cubicBezTo>
                  <a:cubicBezTo>
                    <a:pt x="5239" y="28377"/>
                    <a:pt x="5675" y="26194"/>
                    <a:pt x="6112" y="24011"/>
                  </a:cubicBezTo>
                  <a:cubicBezTo>
                    <a:pt x="6112" y="23575"/>
                    <a:pt x="6112" y="22702"/>
                    <a:pt x="6548" y="21828"/>
                  </a:cubicBezTo>
                  <a:cubicBezTo>
                    <a:pt x="6548" y="21392"/>
                    <a:pt x="6985" y="20519"/>
                    <a:pt x="6985" y="19646"/>
                  </a:cubicBezTo>
                  <a:cubicBezTo>
                    <a:pt x="6985" y="19209"/>
                    <a:pt x="7422" y="18773"/>
                    <a:pt x="7422" y="18336"/>
                  </a:cubicBezTo>
                  <a:cubicBezTo>
                    <a:pt x="7422" y="17026"/>
                    <a:pt x="7858" y="15717"/>
                    <a:pt x="7858" y="14843"/>
                  </a:cubicBezTo>
                  <a:cubicBezTo>
                    <a:pt x="7858" y="14843"/>
                    <a:pt x="7858" y="14407"/>
                    <a:pt x="7858" y="14407"/>
                  </a:cubicBezTo>
                  <a:cubicBezTo>
                    <a:pt x="7422" y="14843"/>
                    <a:pt x="6548" y="15280"/>
                    <a:pt x="6112" y="15717"/>
                  </a:cubicBezTo>
                  <a:cubicBezTo>
                    <a:pt x="6112" y="15717"/>
                    <a:pt x="6112" y="15717"/>
                    <a:pt x="6112" y="15717"/>
                  </a:cubicBezTo>
                  <a:cubicBezTo>
                    <a:pt x="6112" y="15717"/>
                    <a:pt x="6112" y="15717"/>
                    <a:pt x="5675" y="15717"/>
                  </a:cubicBezTo>
                  <a:cubicBezTo>
                    <a:pt x="5675" y="15717"/>
                    <a:pt x="5675" y="15717"/>
                    <a:pt x="5675" y="15717"/>
                  </a:cubicBezTo>
                  <a:cubicBezTo>
                    <a:pt x="5239" y="15717"/>
                    <a:pt x="4802" y="15717"/>
                    <a:pt x="4366" y="15717"/>
                  </a:cubicBezTo>
                  <a:cubicBezTo>
                    <a:pt x="4366" y="14843"/>
                    <a:pt x="4802" y="12224"/>
                    <a:pt x="6112" y="12661"/>
                  </a:cubicBezTo>
                  <a:cubicBezTo>
                    <a:pt x="5675" y="11788"/>
                    <a:pt x="5239" y="11788"/>
                    <a:pt x="4802" y="11351"/>
                  </a:cubicBezTo>
                  <a:cubicBezTo>
                    <a:pt x="4802" y="10041"/>
                    <a:pt x="4802" y="8295"/>
                    <a:pt x="5239" y="6985"/>
                  </a:cubicBezTo>
                  <a:cubicBezTo>
                    <a:pt x="5239" y="6549"/>
                    <a:pt x="5675" y="6112"/>
                    <a:pt x="6112" y="6112"/>
                  </a:cubicBezTo>
                  <a:cubicBezTo>
                    <a:pt x="6112" y="6112"/>
                    <a:pt x="6112" y="5676"/>
                    <a:pt x="6112" y="5676"/>
                  </a:cubicBezTo>
                  <a:cubicBezTo>
                    <a:pt x="6548" y="6112"/>
                    <a:pt x="8295" y="6549"/>
                    <a:pt x="8295" y="6985"/>
                  </a:cubicBezTo>
                  <a:cubicBezTo>
                    <a:pt x="8295" y="6985"/>
                    <a:pt x="8295" y="7422"/>
                    <a:pt x="8295" y="7422"/>
                  </a:cubicBezTo>
                  <a:cubicBezTo>
                    <a:pt x="8731" y="6985"/>
                    <a:pt x="8731" y="6112"/>
                    <a:pt x="8731" y="5676"/>
                  </a:cubicBezTo>
                  <a:cubicBezTo>
                    <a:pt x="8731" y="5239"/>
                    <a:pt x="8731" y="5239"/>
                    <a:pt x="8731" y="4803"/>
                  </a:cubicBezTo>
                  <a:cubicBezTo>
                    <a:pt x="8731" y="4366"/>
                    <a:pt x="9168" y="4366"/>
                    <a:pt x="9168" y="4366"/>
                  </a:cubicBezTo>
                  <a:cubicBezTo>
                    <a:pt x="9168" y="4366"/>
                    <a:pt x="9168" y="3929"/>
                    <a:pt x="9168" y="3929"/>
                  </a:cubicBezTo>
                  <a:cubicBezTo>
                    <a:pt x="9168" y="3929"/>
                    <a:pt x="9168" y="3929"/>
                    <a:pt x="9168" y="3929"/>
                  </a:cubicBezTo>
                  <a:cubicBezTo>
                    <a:pt x="9168" y="3493"/>
                    <a:pt x="8731" y="3056"/>
                    <a:pt x="8731" y="2183"/>
                  </a:cubicBezTo>
                  <a:cubicBezTo>
                    <a:pt x="9168" y="1310"/>
                    <a:pt x="9168" y="873"/>
                    <a:pt x="9168" y="0"/>
                  </a:cubicBezTo>
                  <a:cubicBezTo>
                    <a:pt x="9168" y="0"/>
                    <a:pt x="9168" y="0"/>
                    <a:pt x="8731" y="0"/>
                  </a:cubicBezTo>
                  <a:cubicBezTo>
                    <a:pt x="8731" y="0"/>
                    <a:pt x="8731" y="0"/>
                    <a:pt x="8731" y="0"/>
                  </a:cubicBezTo>
                  <a:cubicBezTo>
                    <a:pt x="8295" y="873"/>
                    <a:pt x="8295" y="873"/>
                    <a:pt x="7422" y="873"/>
                  </a:cubicBezTo>
                  <a:cubicBezTo>
                    <a:pt x="6985" y="873"/>
                    <a:pt x="6985" y="873"/>
                    <a:pt x="6548" y="1310"/>
                  </a:cubicBezTo>
                  <a:cubicBezTo>
                    <a:pt x="6548" y="1310"/>
                    <a:pt x="6112" y="1310"/>
                    <a:pt x="6112" y="1310"/>
                  </a:cubicBezTo>
                  <a:cubicBezTo>
                    <a:pt x="6112" y="1310"/>
                    <a:pt x="6112" y="1310"/>
                    <a:pt x="6112" y="1310"/>
                  </a:cubicBezTo>
                  <a:cubicBezTo>
                    <a:pt x="5239" y="1310"/>
                    <a:pt x="5239" y="1747"/>
                    <a:pt x="5239" y="2620"/>
                  </a:cubicBezTo>
                  <a:cubicBezTo>
                    <a:pt x="5239" y="3493"/>
                    <a:pt x="4802" y="3929"/>
                    <a:pt x="4802" y="4803"/>
                  </a:cubicBezTo>
                  <a:cubicBezTo>
                    <a:pt x="3929" y="7858"/>
                    <a:pt x="3056" y="10914"/>
                    <a:pt x="1746" y="13534"/>
                  </a:cubicBezTo>
                  <a:cubicBezTo>
                    <a:pt x="1746" y="13534"/>
                    <a:pt x="1746" y="13534"/>
                    <a:pt x="1746" y="13534"/>
                  </a:cubicBezTo>
                  <a:cubicBezTo>
                    <a:pt x="873" y="14407"/>
                    <a:pt x="0" y="15280"/>
                    <a:pt x="0" y="16153"/>
                  </a:cubicBezTo>
                  <a:cubicBezTo>
                    <a:pt x="0" y="16153"/>
                    <a:pt x="0" y="16153"/>
                    <a:pt x="0" y="16153"/>
                  </a:cubicBezTo>
                  <a:cubicBezTo>
                    <a:pt x="3929" y="31433"/>
                    <a:pt x="3929" y="31433"/>
                    <a:pt x="3929" y="31433"/>
                  </a:cubicBezTo>
                  <a:cubicBezTo>
                    <a:pt x="4366" y="31433"/>
                    <a:pt x="4366" y="31433"/>
                    <a:pt x="4366" y="30996"/>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9"/>
            <p:cNvSpPr/>
            <p:nvPr/>
          </p:nvSpPr>
          <p:spPr>
            <a:xfrm>
              <a:off x="1725400" y="1231300"/>
              <a:ext cx="272875" cy="818575"/>
            </a:xfrm>
            <a:custGeom>
              <a:rect b="b" l="l" r="r" t="t"/>
              <a:pathLst>
                <a:path extrusionOk="0" h="32743" w="10915">
                  <a:moveTo>
                    <a:pt x="9169" y="2620"/>
                  </a:moveTo>
                  <a:cubicBezTo>
                    <a:pt x="9169" y="2620"/>
                    <a:pt x="8732" y="3056"/>
                    <a:pt x="8732" y="3056"/>
                  </a:cubicBezTo>
                  <a:cubicBezTo>
                    <a:pt x="8732" y="3493"/>
                    <a:pt x="9169" y="4366"/>
                    <a:pt x="9169" y="4802"/>
                  </a:cubicBezTo>
                  <a:cubicBezTo>
                    <a:pt x="9169" y="5239"/>
                    <a:pt x="9169" y="5239"/>
                    <a:pt x="8732" y="5239"/>
                  </a:cubicBezTo>
                  <a:cubicBezTo>
                    <a:pt x="8732" y="5239"/>
                    <a:pt x="8732" y="5239"/>
                    <a:pt x="8732" y="5676"/>
                  </a:cubicBezTo>
                  <a:cubicBezTo>
                    <a:pt x="8732" y="5676"/>
                    <a:pt x="8732" y="6112"/>
                    <a:pt x="8732" y="6549"/>
                  </a:cubicBezTo>
                  <a:cubicBezTo>
                    <a:pt x="8296" y="6549"/>
                    <a:pt x="8296" y="6112"/>
                    <a:pt x="7859" y="6112"/>
                  </a:cubicBezTo>
                  <a:lnTo>
                    <a:pt x="6549" y="6112"/>
                  </a:lnTo>
                  <a:cubicBezTo>
                    <a:pt x="6549" y="6112"/>
                    <a:pt x="6549" y="6112"/>
                    <a:pt x="6549" y="5676"/>
                  </a:cubicBezTo>
                  <a:cubicBezTo>
                    <a:pt x="6549" y="5676"/>
                    <a:pt x="6549" y="5676"/>
                    <a:pt x="6549" y="5239"/>
                  </a:cubicBezTo>
                  <a:cubicBezTo>
                    <a:pt x="6986" y="4802"/>
                    <a:pt x="6986" y="4366"/>
                    <a:pt x="6986" y="3929"/>
                  </a:cubicBezTo>
                  <a:cubicBezTo>
                    <a:pt x="6986" y="3493"/>
                    <a:pt x="6986" y="3056"/>
                    <a:pt x="6986" y="3056"/>
                  </a:cubicBezTo>
                  <a:lnTo>
                    <a:pt x="7422" y="3056"/>
                  </a:lnTo>
                  <a:cubicBezTo>
                    <a:pt x="7859" y="2620"/>
                    <a:pt x="7859" y="2620"/>
                    <a:pt x="8296" y="2620"/>
                  </a:cubicBezTo>
                  <a:close/>
                  <a:moveTo>
                    <a:pt x="4803" y="11351"/>
                  </a:moveTo>
                  <a:cubicBezTo>
                    <a:pt x="4803" y="11787"/>
                    <a:pt x="4803" y="11787"/>
                    <a:pt x="4803" y="12224"/>
                  </a:cubicBezTo>
                  <a:cubicBezTo>
                    <a:pt x="4803" y="12224"/>
                    <a:pt x="4803" y="12224"/>
                    <a:pt x="5240" y="13097"/>
                  </a:cubicBezTo>
                  <a:cubicBezTo>
                    <a:pt x="4367" y="14407"/>
                    <a:pt x="4367" y="16590"/>
                    <a:pt x="4367" y="16590"/>
                  </a:cubicBezTo>
                  <a:cubicBezTo>
                    <a:pt x="4367" y="16590"/>
                    <a:pt x="4367" y="16590"/>
                    <a:pt x="5676" y="17463"/>
                  </a:cubicBezTo>
                  <a:lnTo>
                    <a:pt x="6986" y="17463"/>
                  </a:lnTo>
                  <a:cubicBezTo>
                    <a:pt x="6986" y="17463"/>
                    <a:pt x="6986" y="17463"/>
                    <a:pt x="7422" y="17026"/>
                  </a:cubicBezTo>
                  <a:lnTo>
                    <a:pt x="7859" y="17026"/>
                  </a:lnTo>
                  <a:cubicBezTo>
                    <a:pt x="7422" y="17463"/>
                    <a:pt x="7422" y="18336"/>
                    <a:pt x="7422" y="18772"/>
                  </a:cubicBezTo>
                  <a:cubicBezTo>
                    <a:pt x="7422" y="19209"/>
                    <a:pt x="7422" y="19646"/>
                    <a:pt x="6986" y="20082"/>
                  </a:cubicBezTo>
                  <a:cubicBezTo>
                    <a:pt x="6986" y="20082"/>
                    <a:pt x="6986" y="20082"/>
                    <a:pt x="6986" y="20519"/>
                  </a:cubicBezTo>
                  <a:cubicBezTo>
                    <a:pt x="6986" y="21392"/>
                    <a:pt x="6549" y="21828"/>
                    <a:pt x="6549" y="22701"/>
                  </a:cubicBezTo>
                  <a:cubicBezTo>
                    <a:pt x="6549" y="22701"/>
                    <a:pt x="6549" y="22701"/>
                    <a:pt x="6113" y="24884"/>
                  </a:cubicBezTo>
                  <a:cubicBezTo>
                    <a:pt x="5676" y="26194"/>
                    <a:pt x="5240" y="27940"/>
                    <a:pt x="5240" y="29250"/>
                  </a:cubicBezTo>
                  <a:cubicBezTo>
                    <a:pt x="5240" y="29250"/>
                    <a:pt x="5240" y="29250"/>
                    <a:pt x="1747" y="17026"/>
                  </a:cubicBezTo>
                  <a:cubicBezTo>
                    <a:pt x="1747" y="16590"/>
                    <a:pt x="2184" y="16590"/>
                    <a:pt x="2620" y="15716"/>
                  </a:cubicBezTo>
                  <a:cubicBezTo>
                    <a:pt x="2620" y="15716"/>
                    <a:pt x="3057" y="15280"/>
                    <a:pt x="3057" y="15280"/>
                  </a:cubicBezTo>
                  <a:cubicBezTo>
                    <a:pt x="3057" y="15280"/>
                    <a:pt x="3057" y="15280"/>
                    <a:pt x="3057" y="14843"/>
                  </a:cubicBezTo>
                  <a:cubicBezTo>
                    <a:pt x="3930" y="13534"/>
                    <a:pt x="4367" y="12661"/>
                    <a:pt x="4803" y="11351"/>
                  </a:cubicBezTo>
                  <a:close/>
                  <a:moveTo>
                    <a:pt x="9169" y="0"/>
                  </a:moveTo>
                  <a:cubicBezTo>
                    <a:pt x="9169" y="0"/>
                    <a:pt x="9169" y="0"/>
                    <a:pt x="8732" y="437"/>
                  </a:cubicBezTo>
                  <a:cubicBezTo>
                    <a:pt x="8732" y="873"/>
                    <a:pt x="8732" y="873"/>
                    <a:pt x="8296" y="873"/>
                  </a:cubicBezTo>
                  <a:cubicBezTo>
                    <a:pt x="7859" y="873"/>
                    <a:pt x="7422" y="873"/>
                    <a:pt x="7422" y="1310"/>
                  </a:cubicBezTo>
                  <a:lnTo>
                    <a:pt x="6986" y="1310"/>
                  </a:lnTo>
                  <a:cubicBezTo>
                    <a:pt x="5240" y="1310"/>
                    <a:pt x="5240" y="2620"/>
                    <a:pt x="5240" y="3056"/>
                  </a:cubicBezTo>
                  <a:cubicBezTo>
                    <a:pt x="5240" y="3056"/>
                    <a:pt x="5240" y="3493"/>
                    <a:pt x="5240" y="3493"/>
                  </a:cubicBezTo>
                  <a:cubicBezTo>
                    <a:pt x="5240" y="3929"/>
                    <a:pt x="5240" y="4366"/>
                    <a:pt x="4803" y="4802"/>
                  </a:cubicBezTo>
                  <a:cubicBezTo>
                    <a:pt x="4803" y="4802"/>
                    <a:pt x="4803" y="5239"/>
                    <a:pt x="4803" y="5239"/>
                  </a:cubicBezTo>
                  <a:cubicBezTo>
                    <a:pt x="4367" y="6112"/>
                    <a:pt x="4367" y="6985"/>
                    <a:pt x="3930" y="7858"/>
                  </a:cubicBezTo>
                  <a:cubicBezTo>
                    <a:pt x="3493" y="10041"/>
                    <a:pt x="2620" y="12224"/>
                    <a:pt x="1747" y="13970"/>
                  </a:cubicBezTo>
                  <a:cubicBezTo>
                    <a:pt x="1747" y="14407"/>
                    <a:pt x="1311" y="14407"/>
                    <a:pt x="1311" y="14843"/>
                  </a:cubicBezTo>
                  <a:cubicBezTo>
                    <a:pt x="437" y="15280"/>
                    <a:pt x="1" y="16153"/>
                    <a:pt x="1" y="17463"/>
                  </a:cubicBezTo>
                  <a:cubicBezTo>
                    <a:pt x="1" y="17463"/>
                    <a:pt x="1" y="17463"/>
                    <a:pt x="3930" y="32742"/>
                  </a:cubicBezTo>
                  <a:lnTo>
                    <a:pt x="5676" y="32742"/>
                  </a:lnTo>
                  <a:cubicBezTo>
                    <a:pt x="6113" y="32306"/>
                    <a:pt x="6113" y="32306"/>
                    <a:pt x="6549" y="31869"/>
                  </a:cubicBezTo>
                  <a:cubicBezTo>
                    <a:pt x="6549" y="31869"/>
                    <a:pt x="6549" y="31869"/>
                    <a:pt x="6549" y="31433"/>
                  </a:cubicBezTo>
                  <a:cubicBezTo>
                    <a:pt x="6549" y="29250"/>
                    <a:pt x="7422" y="27504"/>
                    <a:pt x="7859" y="25321"/>
                  </a:cubicBezTo>
                  <a:cubicBezTo>
                    <a:pt x="7859" y="25321"/>
                    <a:pt x="7859" y="25321"/>
                    <a:pt x="8296" y="23138"/>
                  </a:cubicBezTo>
                  <a:cubicBezTo>
                    <a:pt x="8296" y="22265"/>
                    <a:pt x="8296" y="21828"/>
                    <a:pt x="8732" y="20955"/>
                  </a:cubicBezTo>
                  <a:cubicBezTo>
                    <a:pt x="8732" y="20955"/>
                    <a:pt x="8732" y="20955"/>
                    <a:pt x="8732" y="20519"/>
                  </a:cubicBezTo>
                  <a:cubicBezTo>
                    <a:pt x="8732" y="20082"/>
                    <a:pt x="9169" y="19646"/>
                    <a:pt x="9169" y="19209"/>
                  </a:cubicBezTo>
                  <a:cubicBezTo>
                    <a:pt x="9169" y="17899"/>
                    <a:pt x="9605" y="17026"/>
                    <a:pt x="9605" y="15716"/>
                  </a:cubicBezTo>
                  <a:cubicBezTo>
                    <a:pt x="9605" y="15716"/>
                    <a:pt x="9605" y="15716"/>
                    <a:pt x="9605" y="15280"/>
                  </a:cubicBezTo>
                  <a:cubicBezTo>
                    <a:pt x="9605" y="15280"/>
                    <a:pt x="9605" y="15280"/>
                    <a:pt x="8296" y="14843"/>
                  </a:cubicBezTo>
                  <a:cubicBezTo>
                    <a:pt x="8296" y="14843"/>
                    <a:pt x="7859" y="14843"/>
                    <a:pt x="7422" y="15280"/>
                  </a:cubicBezTo>
                  <a:cubicBezTo>
                    <a:pt x="7422" y="15280"/>
                    <a:pt x="6986" y="15280"/>
                    <a:pt x="6549" y="15716"/>
                  </a:cubicBezTo>
                  <a:lnTo>
                    <a:pt x="6113" y="15716"/>
                  </a:lnTo>
                  <a:cubicBezTo>
                    <a:pt x="6549" y="14843"/>
                    <a:pt x="6549" y="14407"/>
                    <a:pt x="6986" y="14407"/>
                  </a:cubicBezTo>
                  <a:cubicBezTo>
                    <a:pt x="6986" y="14407"/>
                    <a:pt x="6986" y="14407"/>
                    <a:pt x="7859" y="12661"/>
                  </a:cubicBezTo>
                  <a:cubicBezTo>
                    <a:pt x="7422" y="12224"/>
                    <a:pt x="6986" y="11787"/>
                    <a:pt x="6549" y="11787"/>
                  </a:cubicBezTo>
                  <a:cubicBezTo>
                    <a:pt x="6549" y="11351"/>
                    <a:pt x="6549" y="10914"/>
                    <a:pt x="6549" y="10478"/>
                  </a:cubicBezTo>
                  <a:cubicBezTo>
                    <a:pt x="6549" y="9605"/>
                    <a:pt x="6549" y="8731"/>
                    <a:pt x="6986" y="8295"/>
                  </a:cubicBezTo>
                  <a:cubicBezTo>
                    <a:pt x="6986" y="7858"/>
                    <a:pt x="6986" y="7858"/>
                    <a:pt x="6986" y="7858"/>
                  </a:cubicBezTo>
                  <a:lnTo>
                    <a:pt x="7422" y="7858"/>
                  </a:lnTo>
                  <a:cubicBezTo>
                    <a:pt x="7859" y="7858"/>
                    <a:pt x="8296" y="8295"/>
                    <a:pt x="8296" y="8295"/>
                  </a:cubicBezTo>
                  <a:lnTo>
                    <a:pt x="10042" y="8295"/>
                  </a:lnTo>
                  <a:cubicBezTo>
                    <a:pt x="10478" y="7858"/>
                    <a:pt x="10478" y="7422"/>
                    <a:pt x="10478" y="6985"/>
                  </a:cubicBezTo>
                  <a:cubicBezTo>
                    <a:pt x="10478" y="6694"/>
                    <a:pt x="10478" y="6403"/>
                    <a:pt x="10478" y="6112"/>
                  </a:cubicBezTo>
                  <a:cubicBezTo>
                    <a:pt x="10478" y="6112"/>
                    <a:pt x="10478" y="6112"/>
                    <a:pt x="10915" y="5239"/>
                  </a:cubicBezTo>
                  <a:cubicBezTo>
                    <a:pt x="10915" y="5239"/>
                    <a:pt x="10915" y="4802"/>
                    <a:pt x="10915" y="4802"/>
                  </a:cubicBezTo>
                  <a:cubicBezTo>
                    <a:pt x="10915" y="4802"/>
                    <a:pt x="10915" y="4802"/>
                    <a:pt x="10915" y="4366"/>
                  </a:cubicBezTo>
                  <a:cubicBezTo>
                    <a:pt x="10915" y="3929"/>
                    <a:pt x="10478" y="3493"/>
                    <a:pt x="10478" y="3056"/>
                  </a:cubicBezTo>
                  <a:cubicBezTo>
                    <a:pt x="10915" y="3056"/>
                    <a:pt x="10915" y="2620"/>
                    <a:pt x="10915" y="2183"/>
                  </a:cubicBezTo>
                  <a:cubicBezTo>
                    <a:pt x="10915" y="1746"/>
                    <a:pt x="10915" y="1310"/>
                    <a:pt x="10915" y="873"/>
                  </a:cubicBezTo>
                  <a:cubicBezTo>
                    <a:pt x="10915" y="873"/>
                    <a:pt x="10915" y="873"/>
                    <a:pt x="100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9"/>
            <p:cNvSpPr/>
            <p:nvPr/>
          </p:nvSpPr>
          <p:spPr>
            <a:xfrm>
              <a:off x="4573975" y="2737425"/>
              <a:ext cx="785825" cy="676700"/>
            </a:xfrm>
            <a:custGeom>
              <a:rect b="b" l="l" r="r" t="t"/>
              <a:pathLst>
                <a:path extrusionOk="0" h="27068" w="31433">
                  <a:moveTo>
                    <a:pt x="29686" y="874"/>
                  </a:moveTo>
                  <a:cubicBezTo>
                    <a:pt x="29686" y="437"/>
                    <a:pt x="29686" y="437"/>
                    <a:pt x="29686" y="1"/>
                  </a:cubicBezTo>
                  <a:cubicBezTo>
                    <a:pt x="29686" y="1"/>
                    <a:pt x="29686" y="1"/>
                    <a:pt x="29686" y="1"/>
                  </a:cubicBezTo>
                  <a:cubicBezTo>
                    <a:pt x="28813" y="1"/>
                    <a:pt x="28813" y="1"/>
                    <a:pt x="28813" y="1"/>
                  </a:cubicBezTo>
                  <a:cubicBezTo>
                    <a:pt x="28813" y="437"/>
                    <a:pt x="28813" y="437"/>
                    <a:pt x="28813" y="437"/>
                  </a:cubicBezTo>
                  <a:cubicBezTo>
                    <a:pt x="28813" y="437"/>
                    <a:pt x="28813" y="874"/>
                    <a:pt x="28813" y="874"/>
                  </a:cubicBezTo>
                  <a:cubicBezTo>
                    <a:pt x="28377" y="1747"/>
                    <a:pt x="27940" y="2620"/>
                    <a:pt x="27504" y="3493"/>
                  </a:cubicBezTo>
                  <a:cubicBezTo>
                    <a:pt x="27067" y="3930"/>
                    <a:pt x="26194" y="4803"/>
                    <a:pt x="25757" y="5240"/>
                  </a:cubicBezTo>
                  <a:cubicBezTo>
                    <a:pt x="24011" y="6986"/>
                    <a:pt x="22701" y="8732"/>
                    <a:pt x="20955" y="10042"/>
                  </a:cubicBezTo>
                  <a:cubicBezTo>
                    <a:pt x="20082" y="10478"/>
                    <a:pt x="20082" y="10915"/>
                    <a:pt x="19645" y="12225"/>
                  </a:cubicBezTo>
                  <a:cubicBezTo>
                    <a:pt x="19209" y="12661"/>
                    <a:pt x="19209" y="13971"/>
                    <a:pt x="18336" y="14844"/>
                  </a:cubicBezTo>
                  <a:cubicBezTo>
                    <a:pt x="17463" y="15281"/>
                    <a:pt x="17026" y="14407"/>
                    <a:pt x="16153" y="14407"/>
                  </a:cubicBezTo>
                  <a:cubicBezTo>
                    <a:pt x="17463" y="15281"/>
                    <a:pt x="14843" y="16154"/>
                    <a:pt x="14407" y="16154"/>
                  </a:cubicBezTo>
                  <a:cubicBezTo>
                    <a:pt x="13534" y="16590"/>
                    <a:pt x="13097" y="16154"/>
                    <a:pt x="12661" y="16154"/>
                  </a:cubicBezTo>
                  <a:cubicBezTo>
                    <a:pt x="10914" y="15717"/>
                    <a:pt x="9168" y="15717"/>
                    <a:pt x="7422" y="16154"/>
                  </a:cubicBezTo>
                  <a:cubicBezTo>
                    <a:pt x="6549" y="16154"/>
                    <a:pt x="2620" y="17900"/>
                    <a:pt x="1310" y="16590"/>
                  </a:cubicBezTo>
                  <a:cubicBezTo>
                    <a:pt x="1310" y="16590"/>
                    <a:pt x="1310" y="15717"/>
                    <a:pt x="1310" y="15281"/>
                  </a:cubicBezTo>
                  <a:cubicBezTo>
                    <a:pt x="873" y="14844"/>
                    <a:pt x="873" y="15281"/>
                    <a:pt x="437" y="15281"/>
                  </a:cubicBezTo>
                  <a:cubicBezTo>
                    <a:pt x="437" y="14407"/>
                    <a:pt x="437" y="14407"/>
                    <a:pt x="437" y="14407"/>
                  </a:cubicBezTo>
                  <a:cubicBezTo>
                    <a:pt x="0" y="14407"/>
                    <a:pt x="0" y="14407"/>
                    <a:pt x="0" y="14407"/>
                  </a:cubicBezTo>
                  <a:cubicBezTo>
                    <a:pt x="0" y="14407"/>
                    <a:pt x="0" y="13971"/>
                    <a:pt x="0" y="13971"/>
                  </a:cubicBezTo>
                  <a:cubicBezTo>
                    <a:pt x="0" y="13971"/>
                    <a:pt x="0" y="14407"/>
                    <a:pt x="0" y="14407"/>
                  </a:cubicBezTo>
                  <a:cubicBezTo>
                    <a:pt x="0" y="14407"/>
                    <a:pt x="0" y="14407"/>
                    <a:pt x="0" y="14407"/>
                  </a:cubicBezTo>
                  <a:cubicBezTo>
                    <a:pt x="0" y="15717"/>
                    <a:pt x="0" y="15717"/>
                    <a:pt x="0" y="15717"/>
                  </a:cubicBezTo>
                  <a:cubicBezTo>
                    <a:pt x="437" y="16590"/>
                    <a:pt x="1310" y="17900"/>
                    <a:pt x="2183" y="18773"/>
                  </a:cubicBezTo>
                  <a:cubicBezTo>
                    <a:pt x="2183" y="19210"/>
                    <a:pt x="3056" y="20083"/>
                    <a:pt x="3056" y="20083"/>
                  </a:cubicBezTo>
                  <a:cubicBezTo>
                    <a:pt x="4366" y="21829"/>
                    <a:pt x="5239" y="23139"/>
                    <a:pt x="6549" y="24885"/>
                  </a:cubicBezTo>
                  <a:cubicBezTo>
                    <a:pt x="6549" y="24885"/>
                    <a:pt x="6549" y="24885"/>
                    <a:pt x="6549" y="25321"/>
                  </a:cubicBezTo>
                  <a:cubicBezTo>
                    <a:pt x="7422" y="25321"/>
                    <a:pt x="7858" y="25321"/>
                    <a:pt x="8731" y="25321"/>
                  </a:cubicBezTo>
                  <a:cubicBezTo>
                    <a:pt x="11787" y="25758"/>
                    <a:pt x="14843" y="26195"/>
                    <a:pt x="17899" y="26195"/>
                  </a:cubicBezTo>
                  <a:cubicBezTo>
                    <a:pt x="18336" y="26195"/>
                    <a:pt x="18772" y="26631"/>
                    <a:pt x="19209" y="26631"/>
                  </a:cubicBezTo>
                  <a:cubicBezTo>
                    <a:pt x="19645" y="26631"/>
                    <a:pt x="19645" y="26631"/>
                    <a:pt x="20082" y="26631"/>
                  </a:cubicBezTo>
                  <a:cubicBezTo>
                    <a:pt x="21392" y="26631"/>
                    <a:pt x="22265" y="26631"/>
                    <a:pt x="23138" y="27068"/>
                  </a:cubicBezTo>
                  <a:cubicBezTo>
                    <a:pt x="23138" y="27068"/>
                    <a:pt x="23575" y="27068"/>
                    <a:pt x="23575" y="27068"/>
                  </a:cubicBezTo>
                  <a:cubicBezTo>
                    <a:pt x="23575" y="27068"/>
                    <a:pt x="23575" y="27068"/>
                    <a:pt x="23575" y="27068"/>
                  </a:cubicBezTo>
                  <a:cubicBezTo>
                    <a:pt x="23575" y="26631"/>
                    <a:pt x="23575" y="26631"/>
                    <a:pt x="23575" y="26631"/>
                  </a:cubicBezTo>
                  <a:cubicBezTo>
                    <a:pt x="23575" y="27068"/>
                    <a:pt x="23575" y="27068"/>
                    <a:pt x="23575" y="27068"/>
                  </a:cubicBezTo>
                  <a:cubicBezTo>
                    <a:pt x="23575" y="27068"/>
                    <a:pt x="23575" y="27068"/>
                    <a:pt x="24011" y="27068"/>
                  </a:cubicBezTo>
                  <a:cubicBezTo>
                    <a:pt x="23575" y="26631"/>
                    <a:pt x="24011" y="25321"/>
                    <a:pt x="24011" y="24885"/>
                  </a:cubicBezTo>
                  <a:cubicBezTo>
                    <a:pt x="24448" y="24448"/>
                    <a:pt x="24448" y="24012"/>
                    <a:pt x="24448" y="23575"/>
                  </a:cubicBezTo>
                  <a:cubicBezTo>
                    <a:pt x="24448" y="22266"/>
                    <a:pt x="24884" y="20956"/>
                    <a:pt x="24884" y="20083"/>
                  </a:cubicBezTo>
                  <a:cubicBezTo>
                    <a:pt x="25321" y="19646"/>
                    <a:pt x="25321" y="18773"/>
                    <a:pt x="25321" y="18336"/>
                  </a:cubicBezTo>
                  <a:cubicBezTo>
                    <a:pt x="25321" y="17900"/>
                    <a:pt x="25757" y="17027"/>
                    <a:pt x="26630" y="16590"/>
                  </a:cubicBezTo>
                  <a:cubicBezTo>
                    <a:pt x="26630" y="16590"/>
                    <a:pt x="26630" y="16590"/>
                    <a:pt x="26630" y="16590"/>
                  </a:cubicBezTo>
                  <a:cubicBezTo>
                    <a:pt x="27067" y="16590"/>
                    <a:pt x="27067" y="16590"/>
                    <a:pt x="27067" y="16590"/>
                  </a:cubicBezTo>
                  <a:cubicBezTo>
                    <a:pt x="27067" y="16590"/>
                    <a:pt x="27504" y="16590"/>
                    <a:pt x="27504" y="16590"/>
                  </a:cubicBezTo>
                  <a:cubicBezTo>
                    <a:pt x="27940" y="16590"/>
                    <a:pt x="28377" y="16154"/>
                    <a:pt x="29250" y="16154"/>
                  </a:cubicBezTo>
                  <a:cubicBezTo>
                    <a:pt x="28813" y="15717"/>
                    <a:pt x="27504" y="14844"/>
                    <a:pt x="27504" y="14844"/>
                  </a:cubicBezTo>
                  <a:cubicBezTo>
                    <a:pt x="27504" y="13098"/>
                    <a:pt x="27940" y="11788"/>
                    <a:pt x="27940" y="10915"/>
                  </a:cubicBezTo>
                  <a:cubicBezTo>
                    <a:pt x="29250" y="10915"/>
                    <a:pt x="29250" y="10915"/>
                    <a:pt x="29250" y="10915"/>
                  </a:cubicBezTo>
                  <a:cubicBezTo>
                    <a:pt x="29250" y="10915"/>
                    <a:pt x="29686" y="10915"/>
                    <a:pt x="29686" y="10915"/>
                  </a:cubicBezTo>
                  <a:cubicBezTo>
                    <a:pt x="29686" y="10915"/>
                    <a:pt x="29686" y="10915"/>
                    <a:pt x="29686" y="10915"/>
                  </a:cubicBezTo>
                  <a:cubicBezTo>
                    <a:pt x="29686" y="10915"/>
                    <a:pt x="30559" y="10042"/>
                    <a:pt x="30996" y="10042"/>
                  </a:cubicBezTo>
                  <a:cubicBezTo>
                    <a:pt x="30996" y="10042"/>
                    <a:pt x="31433" y="9169"/>
                    <a:pt x="31433" y="8732"/>
                  </a:cubicBezTo>
                  <a:cubicBezTo>
                    <a:pt x="31433" y="8732"/>
                    <a:pt x="31433" y="8732"/>
                    <a:pt x="31433" y="8732"/>
                  </a:cubicBezTo>
                  <a:cubicBezTo>
                    <a:pt x="31433" y="8732"/>
                    <a:pt x="31433" y="8732"/>
                    <a:pt x="31433" y="8732"/>
                  </a:cubicBezTo>
                  <a:cubicBezTo>
                    <a:pt x="31433" y="7859"/>
                    <a:pt x="31433" y="6549"/>
                    <a:pt x="31433" y="6113"/>
                  </a:cubicBezTo>
                  <a:cubicBezTo>
                    <a:pt x="31433" y="5676"/>
                    <a:pt x="30996" y="5240"/>
                    <a:pt x="30996" y="4366"/>
                  </a:cubicBezTo>
                  <a:cubicBezTo>
                    <a:pt x="30996" y="4366"/>
                    <a:pt x="31433" y="4366"/>
                    <a:pt x="31433" y="4366"/>
                  </a:cubicBezTo>
                  <a:cubicBezTo>
                    <a:pt x="30996" y="3493"/>
                    <a:pt x="30996" y="3493"/>
                    <a:pt x="30996" y="3493"/>
                  </a:cubicBezTo>
                  <a:cubicBezTo>
                    <a:pt x="30996" y="3493"/>
                    <a:pt x="30559" y="3930"/>
                    <a:pt x="30559" y="3930"/>
                  </a:cubicBezTo>
                  <a:cubicBezTo>
                    <a:pt x="29686" y="4366"/>
                    <a:pt x="29686" y="2184"/>
                    <a:pt x="29686" y="874"/>
                  </a:cubicBez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9"/>
            <p:cNvSpPr/>
            <p:nvPr/>
          </p:nvSpPr>
          <p:spPr>
            <a:xfrm>
              <a:off x="4552150" y="2715600"/>
              <a:ext cx="829475" cy="720350"/>
            </a:xfrm>
            <a:custGeom>
              <a:rect b="b" l="l" r="r" t="t"/>
              <a:pathLst>
                <a:path extrusionOk="0" h="28814" w="33179">
                  <a:moveTo>
                    <a:pt x="29686" y="3493"/>
                  </a:moveTo>
                  <a:cubicBezTo>
                    <a:pt x="29686" y="4366"/>
                    <a:pt x="30123" y="5239"/>
                    <a:pt x="30559" y="5239"/>
                  </a:cubicBezTo>
                  <a:cubicBezTo>
                    <a:pt x="30996" y="5239"/>
                    <a:pt x="30996" y="5676"/>
                    <a:pt x="30996" y="5676"/>
                  </a:cubicBezTo>
                  <a:cubicBezTo>
                    <a:pt x="31432" y="6113"/>
                    <a:pt x="31432" y="6549"/>
                    <a:pt x="31432" y="6986"/>
                  </a:cubicBezTo>
                  <a:cubicBezTo>
                    <a:pt x="31432" y="7422"/>
                    <a:pt x="31432" y="8732"/>
                    <a:pt x="31432" y="9605"/>
                  </a:cubicBezTo>
                  <a:cubicBezTo>
                    <a:pt x="31432" y="9605"/>
                    <a:pt x="31432" y="10042"/>
                    <a:pt x="30996" y="10042"/>
                  </a:cubicBezTo>
                  <a:cubicBezTo>
                    <a:pt x="30996" y="10042"/>
                    <a:pt x="30559" y="10478"/>
                    <a:pt x="30123" y="10915"/>
                  </a:cubicBezTo>
                  <a:lnTo>
                    <a:pt x="28813" y="10915"/>
                  </a:lnTo>
                  <a:cubicBezTo>
                    <a:pt x="28813" y="10915"/>
                    <a:pt x="28813" y="10915"/>
                    <a:pt x="28377" y="11351"/>
                  </a:cubicBezTo>
                  <a:cubicBezTo>
                    <a:pt x="27940" y="12661"/>
                    <a:pt x="27503" y="13971"/>
                    <a:pt x="27503" y="15717"/>
                  </a:cubicBezTo>
                  <a:cubicBezTo>
                    <a:pt x="27503" y="16154"/>
                    <a:pt x="27503" y="16154"/>
                    <a:pt x="27940" y="16590"/>
                  </a:cubicBezTo>
                  <a:lnTo>
                    <a:pt x="27067" y="16590"/>
                  </a:lnTo>
                  <a:cubicBezTo>
                    <a:pt x="25757" y="17463"/>
                    <a:pt x="25321" y="18336"/>
                    <a:pt x="25321" y="19209"/>
                  </a:cubicBezTo>
                  <a:cubicBezTo>
                    <a:pt x="25321" y="19646"/>
                    <a:pt x="25321" y="19646"/>
                    <a:pt x="25321" y="20083"/>
                  </a:cubicBezTo>
                  <a:cubicBezTo>
                    <a:pt x="25321" y="20083"/>
                    <a:pt x="25321" y="20519"/>
                    <a:pt x="24884" y="20519"/>
                  </a:cubicBezTo>
                  <a:cubicBezTo>
                    <a:pt x="24884" y="21829"/>
                    <a:pt x="24448" y="23139"/>
                    <a:pt x="24448" y="24448"/>
                  </a:cubicBezTo>
                  <a:cubicBezTo>
                    <a:pt x="24448" y="24448"/>
                    <a:pt x="24448" y="24448"/>
                    <a:pt x="24011" y="26194"/>
                  </a:cubicBezTo>
                  <a:cubicBezTo>
                    <a:pt x="24011" y="26194"/>
                    <a:pt x="24011" y="26631"/>
                    <a:pt x="24011" y="27068"/>
                  </a:cubicBezTo>
                  <a:cubicBezTo>
                    <a:pt x="24011" y="27068"/>
                    <a:pt x="24011" y="27068"/>
                    <a:pt x="20955" y="26631"/>
                  </a:cubicBezTo>
                  <a:lnTo>
                    <a:pt x="20082" y="26631"/>
                  </a:lnTo>
                  <a:cubicBezTo>
                    <a:pt x="20082" y="26631"/>
                    <a:pt x="20082" y="26631"/>
                    <a:pt x="7858" y="25321"/>
                  </a:cubicBezTo>
                  <a:cubicBezTo>
                    <a:pt x="6985" y="23575"/>
                    <a:pt x="5675" y="22265"/>
                    <a:pt x="4802" y="20519"/>
                  </a:cubicBezTo>
                  <a:cubicBezTo>
                    <a:pt x="4802" y="20519"/>
                    <a:pt x="3929" y="19646"/>
                    <a:pt x="3929" y="19209"/>
                  </a:cubicBezTo>
                  <a:cubicBezTo>
                    <a:pt x="3929" y="19209"/>
                    <a:pt x="3929" y="19209"/>
                    <a:pt x="3493" y="18773"/>
                  </a:cubicBezTo>
                  <a:lnTo>
                    <a:pt x="3493" y="18773"/>
                  </a:lnTo>
                  <a:cubicBezTo>
                    <a:pt x="3844" y="18890"/>
                    <a:pt x="4226" y="18944"/>
                    <a:pt x="4623" y="18944"/>
                  </a:cubicBezTo>
                  <a:cubicBezTo>
                    <a:pt x="5707" y="18944"/>
                    <a:pt x="6899" y="18539"/>
                    <a:pt x="7858" y="17900"/>
                  </a:cubicBezTo>
                  <a:lnTo>
                    <a:pt x="8731" y="17900"/>
                  </a:lnTo>
                  <a:cubicBezTo>
                    <a:pt x="9386" y="17681"/>
                    <a:pt x="10150" y="17572"/>
                    <a:pt x="10969" y="17572"/>
                  </a:cubicBezTo>
                  <a:cubicBezTo>
                    <a:pt x="11787" y="17572"/>
                    <a:pt x="12660" y="17681"/>
                    <a:pt x="13534" y="17900"/>
                  </a:cubicBezTo>
                  <a:cubicBezTo>
                    <a:pt x="13825" y="17900"/>
                    <a:pt x="14116" y="18094"/>
                    <a:pt x="14536" y="18094"/>
                  </a:cubicBezTo>
                  <a:cubicBezTo>
                    <a:pt x="14746" y="18094"/>
                    <a:pt x="14989" y="18045"/>
                    <a:pt x="15280" y="17900"/>
                  </a:cubicBezTo>
                  <a:cubicBezTo>
                    <a:pt x="15716" y="17900"/>
                    <a:pt x="17463" y="17463"/>
                    <a:pt x="17899" y="16590"/>
                  </a:cubicBezTo>
                  <a:cubicBezTo>
                    <a:pt x="18336" y="16590"/>
                    <a:pt x="19209" y="16590"/>
                    <a:pt x="19645" y="16154"/>
                  </a:cubicBezTo>
                  <a:cubicBezTo>
                    <a:pt x="20518" y="15717"/>
                    <a:pt x="20955" y="14844"/>
                    <a:pt x="20955" y="13971"/>
                  </a:cubicBezTo>
                  <a:cubicBezTo>
                    <a:pt x="21392" y="13534"/>
                    <a:pt x="21392" y="13534"/>
                    <a:pt x="21392" y="13098"/>
                  </a:cubicBezTo>
                  <a:cubicBezTo>
                    <a:pt x="21828" y="12224"/>
                    <a:pt x="21828" y="12224"/>
                    <a:pt x="22701" y="11788"/>
                  </a:cubicBezTo>
                  <a:cubicBezTo>
                    <a:pt x="24011" y="10478"/>
                    <a:pt x="24884" y="9169"/>
                    <a:pt x="26194" y="7859"/>
                  </a:cubicBezTo>
                  <a:cubicBezTo>
                    <a:pt x="26630" y="7422"/>
                    <a:pt x="26630" y="6986"/>
                    <a:pt x="27067" y="6549"/>
                  </a:cubicBezTo>
                  <a:cubicBezTo>
                    <a:pt x="27503" y="6549"/>
                    <a:pt x="27503" y="6113"/>
                    <a:pt x="27940" y="6113"/>
                  </a:cubicBezTo>
                  <a:cubicBezTo>
                    <a:pt x="28377" y="5676"/>
                    <a:pt x="28813" y="5239"/>
                    <a:pt x="28813" y="4803"/>
                  </a:cubicBezTo>
                  <a:cubicBezTo>
                    <a:pt x="29250" y="4366"/>
                    <a:pt x="29686" y="3930"/>
                    <a:pt x="29686" y="3493"/>
                  </a:cubicBezTo>
                  <a:close/>
                  <a:moveTo>
                    <a:pt x="29686" y="1"/>
                  </a:moveTo>
                  <a:cubicBezTo>
                    <a:pt x="29686" y="1"/>
                    <a:pt x="29686" y="1"/>
                    <a:pt x="28813" y="1310"/>
                  </a:cubicBezTo>
                  <a:cubicBezTo>
                    <a:pt x="28813" y="1747"/>
                    <a:pt x="28813" y="1747"/>
                    <a:pt x="28813" y="1747"/>
                  </a:cubicBezTo>
                  <a:cubicBezTo>
                    <a:pt x="28813" y="1747"/>
                    <a:pt x="28813" y="1747"/>
                    <a:pt x="28813" y="2184"/>
                  </a:cubicBezTo>
                  <a:cubicBezTo>
                    <a:pt x="28377" y="2620"/>
                    <a:pt x="27940" y="3057"/>
                    <a:pt x="27503" y="3930"/>
                  </a:cubicBezTo>
                  <a:cubicBezTo>
                    <a:pt x="27503" y="3930"/>
                    <a:pt x="27067" y="4366"/>
                    <a:pt x="26630" y="4803"/>
                  </a:cubicBezTo>
                  <a:cubicBezTo>
                    <a:pt x="26194" y="4803"/>
                    <a:pt x="26194" y="5239"/>
                    <a:pt x="25757" y="5676"/>
                  </a:cubicBezTo>
                  <a:cubicBezTo>
                    <a:pt x="25321" y="6113"/>
                    <a:pt x="24884" y="6113"/>
                    <a:pt x="24884" y="6549"/>
                  </a:cubicBezTo>
                  <a:cubicBezTo>
                    <a:pt x="23574" y="7859"/>
                    <a:pt x="22701" y="9169"/>
                    <a:pt x="21392" y="10042"/>
                  </a:cubicBezTo>
                  <a:cubicBezTo>
                    <a:pt x="20518" y="10915"/>
                    <a:pt x="20082" y="11351"/>
                    <a:pt x="19645" y="12661"/>
                  </a:cubicBezTo>
                  <a:cubicBezTo>
                    <a:pt x="19645" y="12661"/>
                    <a:pt x="19645" y="13098"/>
                    <a:pt x="19645" y="13098"/>
                  </a:cubicBezTo>
                  <a:cubicBezTo>
                    <a:pt x="19209" y="13534"/>
                    <a:pt x="18772" y="14844"/>
                    <a:pt x="18772" y="14844"/>
                  </a:cubicBezTo>
                  <a:lnTo>
                    <a:pt x="18336" y="14844"/>
                  </a:lnTo>
                  <a:cubicBezTo>
                    <a:pt x="17899" y="14844"/>
                    <a:pt x="17899" y="14407"/>
                    <a:pt x="17463" y="14407"/>
                  </a:cubicBezTo>
                  <a:cubicBezTo>
                    <a:pt x="17463" y="14407"/>
                    <a:pt x="17463" y="14407"/>
                    <a:pt x="16589" y="16154"/>
                  </a:cubicBezTo>
                  <a:cubicBezTo>
                    <a:pt x="16589" y="15717"/>
                    <a:pt x="16589" y="15717"/>
                    <a:pt x="16589" y="15717"/>
                  </a:cubicBezTo>
                  <a:cubicBezTo>
                    <a:pt x="16589" y="15717"/>
                    <a:pt x="15716" y="16154"/>
                    <a:pt x="15280" y="16154"/>
                  </a:cubicBezTo>
                  <a:lnTo>
                    <a:pt x="13534" y="16154"/>
                  </a:lnTo>
                  <a:cubicBezTo>
                    <a:pt x="12660" y="15935"/>
                    <a:pt x="11787" y="15826"/>
                    <a:pt x="10914" y="15826"/>
                  </a:cubicBezTo>
                  <a:cubicBezTo>
                    <a:pt x="10041" y="15826"/>
                    <a:pt x="9168" y="15935"/>
                    <a:pt x="8295" y="16154"/>
                  </a:cubicBezTo>
                  <a:cubicBezTo>
                    <a:pt x="7858" y="16154"/>
                    <a:pt x="7858" y="16154"/>
                    <a:pt x="7422" y="16590"/>
                  </a:cubicBezTo>
                  <a:cubicBezTo>
                    <a:pt x="5632" y="17102"/>
                    <a:pt x="4590" y="17313"/>
                    <a:pt x="3947" y="17313"/>
                  </a:cubicBezTo>
                  <a:cubicBezTo>
                    <a:pt x="3493" y="17313"/>
                    <a:pt x="3237" y="17207"/>
                    <a:pt x="3056" y="17027"/>
                  </a:cubicBezTo>
                  <a:cubicBezTo>
                    <a:pt x="3056" y="16590"/>
                    <a:pt x="3056" y="16154"/>
                    <a:pt x="3056" y="15717"/>
                  </a:cubicBezTo>
                  <a:cubicBezTo>
                    <a:pt x="2619" y="15280"/>
                    <a:pt x="2183" y="15280"/>
                    <a:pt x="2183" y="15280"/>
                  </a:cubicBezTo>
                  <a:cubicBezTo>
                    <a:pt x="2183" y="15280"/>
                    <a:pt x="2183" y="15280"/>
                    <a:pt x="2183" y="14844"/>
                  </a:cubicBezTo>
                  <a:lnTo>
                    <a:pt x="1746" y="14844"/>
                  </a:lnTo>
                  <a:cubicBezTo>
                    <a:pt x="1746" y="14844"/>
                    <a:pt x="1746" y="14407"/>
                    <a:pt x="1310" y="14407"/>
                  </a:cubicBezTo>
                  <a:lnTo>
                    <a:pt x="437" y="14407"/>
                  </a:lnTo>
                  <a:cubicBezTo>
                    <a:pt x="437" y="14407"/>
                    <a:pt x="437" y="14407"/>
                    <a:pt x="437" y="14844"/>
                  </a:cubicBezTo>
                  <a:lnTo>
                    <a:pt x="0" y="14844"/>
                  </a:lnTo>
                  <a:cubicBezTo>
                    <a:pt x="0" y="14844"/>
                    <a:pt x="0" y="14844"/>
                    <a:pt x="0" y="15280"/>
                  </a:cubicBezTo>
                  <a:cubicBezTo>
                    <a:pt x="0" y="15280"/>
                    <a:pt x="0" y="15280"/>
                    <a:pt x="0" y="15717"/>
                  </a:cubicBezTo>
                  <a:cubicBezTo>
                    <a:pt x="0" y="15717"/>
                    <a:pt x="0" y="15717"/>
                    <a:pt x="0" y="16590"/>
                  </a:cubicBezTo>
                  <a:cubicBezTo>
                    <a:pt x="437" y="17900"/>
                    <a:pt x="1310" y="18773"/>
                    <a:pt x="2183" y="20083"/>
                  </a:cubicBezTo>
                  <a:cubicBezTo>
                    <a:pt x="2183" y="20083"/>
                    <a:pt x="2183" y="20083"/>
                    <a:pt x="2619" y="20519"/>
                  </a:cubicBezTo>
                  <a:cubicBezTo>
                    <a:pt x="2619" y="20519"/>
                    <a:pt x="3056" y="21392"/>
                    <a:pt x="3056" y="21392"/>
                  </a:cubicBezTo>
                  <a:cubicBezTo>
                    <a:pt x="4366" y="23139"/>
                    <a:pt x="5239" y="24885"/>
                    <a:pt x="6549" y="26194"/>
                  </a:cubicBezTo>
                  <a:cubicBezTo>
                    <a:pt x="6549" y="26631"/>
                    <a:pt x="6985" y="26631"/>
                    <a:pt x="6985" y="26631"/>
                  </a:cubicBezTo>
                  <a:cubicBezTo>
                    <a:pt x="6985" y="26631"/>
                    <a:pt x="6985" y="26631"/>
                    <a:pt x="7422" y="27068"/>
                  </a:cubicBezTo>
                  <a:cubicBezTo>
                    <a:pt x="7422" y="27068"/>
                    <a:pt x="7422" y="27068"/>
                    <a:pt x="20082" y="28377"/>
                  </a:cubicBezTo>
                  <a:lnTo>
                    <a:pt x="20955" y="28377"/>
                  </a:lnTo>
                  <a:cubicBezTo>
                    <a:pt x="20955" y="28377"/>
                    <a:pt x="20955" y="28377"/>
                    <a:pt x="24011" y="28814"/>
                  </a:cubicBezTo>
                  <a:lnTo>
                    <a:pt x="24448" y="28814"/>
                  </a:lnTo>
                  <a:lnTo>
                    <a:pt x="25321" y="28377"/>
                  </a:lnTo>
                  <a:cubicBezTo>
                    <a:pt x="25321" y="28377"/>
                    <a:pt x="25321" y="28377"/>
                    <a:pt x="25757" y="27941"/>
                  </a:cubicBezTo>
                  <a:cubicBezTo>
                    <a:pt x="25321" y="27504"/>
                    <a:pt x="25757" y="26631"/>
                    <a:pt x="25757" y="26631"/>
                  </a:cubicBezTo>
                  <a:cubicBezTo>
                    <a:pt x="25757" y="26631"/>
                    <a:pt x="25757" y="26631"/>
                    <a:pt x="26194" y="24448"/>
                  </a:cubicBezTo>
                  <a:cubicBezTo>
                    <a:pt x="26194" y="23575"/>
                    <a:pt x="26630" y="22265"/>
                    <a:pt x="26630" y="20956"/>
                  </a:cubicBezTo>
                  <a:cubicBezTo>
                    <a:pt x="27067" y="20519"/>
                    <a:pt x="27067" y="20519"/>
                    <a:pt x="27067" y="20083"/>
                  </a:cubicBezTo>
                  <a:cubicBezTo>
                    <a:pt x="27067" y="20083"/>
                    <a:pt x="27067" y="19646"/>
                    <a:pt x="27067" y="19646"/>
                  </a:cubicBezTo>
                  <a:cubicBezTo>
                    <a:pt x="27067" y="18773"/>
                    <a:pt x="27067" y="18336"/>
                    <a:pt x="27503" y="18336"/>
                  </a:cubicBezTo>
                  <a:lnTo>
                    <a:pt x="28377" y="18336"/>
                  </a:lnTo>
                  <a:cubicBezTo>
                    <a:pt x="28813" y="18336"/>
                    <a:pt x="29250" y="18336"/>
                    <a:pt x="29686" y="17900"/>
                  </a:cubicBezTo>
                  <a:lnTo>
                    <a:pt x="30123" y="17900"/>
                  </a:lnTo>
                  <a:cubicBezTo>
                    <a:pt x="30123" y="17900"/>
                    <a:pt x="30123" y="17900"/>
                    <a:pt x="30559" y="16590"/>
                  </a:cubicBezTo>
                  <a:cubicBezTo>
                    <a:pt x="30559" y="16590"/>
                    <a:pt x="30123" y="16154"/>
                    <a:pt x="29686" y="15717"/>
                  </a:cubicBezTo>
                  <a:cubicBezTo>
                    <a:pt x="29686" y="15280"/>
                    <a:pt x="29250" y="15280"/>
                    <a:pt x="29250" y="15280"/>
                  </a:cubicBezTo>
                  <a:cubicBezTo>
                    <a:pt x="29250" y="14407"/>
                    <a:pt x="29250" y="13534"/>
                    <a:pt x="29686" y="12661"/>
                  </a:cubicBezTo>
                  <a:lnTo>
                    <a:pt x="30123" y="12661"/>
                  </a:lnTo>
                  <a:cubicBezTo>
                    <a:pt x="30123" y="12661"/>
                    <a:pt x="30123" y="12661"/>
                    <a:pt x="30123" y="12224"/>
                  </a:cubicBezTo>
                  <a:lnTo>
                    <a:pt x="30996" y="12224"/>
                  </a:lnTo>
                  <a:cubicBezTo>
                    <a:pt x="31432" y="12224"/>
                    <a:pt x="31869" y="11788"/>
                    <a:pt x="31869" y="11788"/>
                  </a:cubicBezTo>
                  <a:cubicBezTo>
                    <a:pt x="32306" y="11788"/>
                    <a:pt x="32742" y="11351"/>
                    <a:pt x="33179" y="10042"/>
                  </a:cubicBezTo>
                  <a:cubicBezTo>
                    <a:pt x="33179" y="10042"/>
                    <a:pt x="33179" y="10042"/>
                    <a:pt x="33179" y="9605"/>
                  </a:cubicBezTo>
                  <a:cubicBezTo>
                    <a:pt x="33179" y="9605"/>
                    <a:pt x="33179" y="7422"/>
                    <a:pt x="33179" y="6986"/>
                  </a:cubicBezTo>
                  <a:cubicBezTo>
                    <a:pt x="33179" y="6549"/>
                    <a:pt x="33179" y="6113"/>
                    <a:pt x="32742" y="5676"/>
                  </a:cubicBezTo>
                  <a:cubicBezTo>
                    <a:pt x="32742" y="5676"/>
                    <a:pt x="32742" y="5676"/>
                    <a:pt x="32742" y="4803"/>
                  </a:cubicBezTo>
                  <a:cubicBezTo>
                    <a:pt x="32742" y="4803"/>
                    <a:pt x="32742" y="4803"/>
                    <a:pt x="32742" y="3930"/>
                  </a:cubicBezTo>
                  <a:lnTo>
                    <a:pt x="31432" y="3930"/>
                  </a:lnTo>
                  <a:cubicBezTo>
                    <a:pt x="31432" y="3493"/>
                    <a:pt x="31432" y="2620"/>
                    <a:pt x="31432" y="2184"/>
                  </a:cubicBezTo>
                  <a:cubicBezTo>
                    <a:pt x="31432" y="2184"/>
                    <a:pt x="31432" y="2184"/>
                    <a:pt x="31432" y="1310"/>
                  </a:cubicBezTo>
                  <a:cubicBezTo>
                    <a:pt x="31432" y="1310"/>
                    <a:pt x="31432" y="1310"/>
                    <a:pt x="31432" y="874"/>
                  </a:cubicBezTo>
                  <a:cubicBezTo>
                    <a:pt x="31432" y="874"/>
                    <a:pt x="31432" y="874"/>
                    <a:pt x="301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4" name="Google Shape;1294;p59"/>
          <p:cNvSpPr txBox="1"/>
          <p:nvPr/>
        </p:nvSpPr>
        <p:spPr>
          <a:xfrm>
            <a:off x="810800" y="4046200"/>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1</a:t>
            </a:r>
            <a:endParaRPr sz="800">
              <a:solidFill>
                <a:schemeClr val="dk1"/>
              </a:solidFill>
              <a:latin typeface="Montserrat"/>
              <a:ea typeface="Montserrat"/>
              <a:cs typeface="Montserrat"/>
              <a:sym typeface="Montserrat"/>
            </a:endParaRPr>
          </a:p>
        </p:txBody>
      </p:sp>
      <p:sp>
        <p:nvSpPr>
          <p:cNvPr id="1295" name="Google Shape;1295;p59"/>
          <p:cNvSpPr/>
          <p:nvPr/>
        </p:nvSpPr>
        <p:spPr>
          <a:xfrm>
            <a:off x="540084" y="4046197"/>
            <a:ext cx="170100" cy="170400"/>
          </a:xfrm>
          <a:prstGeom prst="ellipse">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9"/>
          <p:cNvSpPr txBox="1"/>
          <p:nvPr/>
        </p:nvSpPr>
        <p:spPr>
          <a:xfrm>
            <a:off x="810725" y="4376875"/>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2</a:t>
            </a:r>
            <a:endParaRPr sz="800">
              <a:solidFill>
                <a:schemeClr val="dk1"/>
              </a:solidFill>
              <a:latin typeface="Montserrat"/>
              <a:ea typeface="Montserrat"/>
              <a:cs typeface="Montserrat"/>
              <a:sym typeface="Montserrat"/>
            </a:endParaRPr>
          </a:p>
        </p:txBody>
      </p:sp>
      <p:sp>
        <p:nvSpPr>
          <p:cNvPr id="1297" name="Google Shape;1297;p59"/>
          <p:cNvSpPr/>
          <p:nvPr/>
        </p:nvSpPr>
        <p:spPr>
          <a:xfrm>
            <a:off x="540009" y="4376872"/>
            <a:ext cx="170100" cy="170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8" name="Google Shape;1298;p59"/>
          <p:cNvGrpSpPr/>
          <p:nvPr/>
        </p:nvGrpSpPr>
        <p:grpSpPr>
          <a:xfrm>
            <a:off x="7302550" y="2389375"/>
            <a:ext cx="1533900" cy="723900"/>
            <a:chOff x="7302550" y="2389375"/>
            <a:chExt cx="1533900" cy="723900"/>
          </a:xfrm>
        </p:grpSpPr>
        <p:sp>
          <p:nvSpPr>
            <p:cNvPr id="1299" name="Google Shape;1299;p59"/>
            <p:cNvSpPr/>
            <p:nvPr/>
          </p:nvSpPr>
          <p:spPr>
            <a:xfrm>
              <a:off x="7302550" y="2389375"/>
              <a:ext cx="1533900" cy="723900"/>
            </a:xfrm>
            <a:prstGeom prst="rect">
              <a:avLst/>
            </a:prstGeom>
            <a:solidFill>
              <a:srgbClr val="FFFFFF"/>
            </a:solidFill>
            <a:ln cap="flat" cmpd="sng" w="9525">
              <a:solidFill>
                <a:srgbClr val="FCA2A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grpSp>
          <p:nvGrpSpPr>
            <p:cNvPr id="1300" name="Google Shape;1300;p59"/>
            <p:cNvGrpSpPr/>
            <p:nvPr/>
          </p:nvGrpSpPr>
          <p:grpSpPr>
            <a:xfrm>
              <a:off x="7459200" y="2498767"/>
              <a:ext cx="1375878" cy="505100"/>
              <a:chOff x="239900" y="1551900"/>
              <a:chExt cx="7140000" cy="2621175"/>
            </a:xfrm>
          </p:grpSpPr>
          <p:sp>
            <p:nvSpPr>
              <p:cNvPr id="1301" name="Google Shape;1301;p59"/>
              <p:cNvSpPr/>
              <p:nvPr/>
            </p:nvSpPr>
            <p:spPr>
              <a:xfrm>
                <a:off x="2574625" y="3635775"/>
                <a:ext cx="123675" cy="99975"/>
              </a:xfrm>
              <a:custGeom>
                <a:rect b="b" l="l" r="r" t="t"/>
                <a:pathLst>
                  <a:path extrusionOk="0" h="3999" w="4947">
                    <a:moveTo>
                      <a:pt x="4932" y="3927"/>
                    </a:moveTo>
                    <a:cubicBezTo>
                      <a:pt x="5003" y="3713"/>
                      <a:pt x="4789" y="3570"/>
                      <a:pt x="4717" y="3427"/>
                    </a:cubicBezTo>
                    <a:cubicBezTo>
                      <a:pt x="4646" y="2999"/>
                      <a:pt x="4717" y="2428"/>
                      <a:pt x="4646" y="1999"/>
                    </a:cubicBezTo>
                    <a:cubicBezTo>
                      <a:pt x="4646" y="1714"/>
                      <a:pt x="4360" y="1642"/>
                      <a:pt x="4146" y="1571"/>
                    </a:cubicBezTo>
                    <a:cubicBezTo>
                      <a:pt x="3646" y="1499"/>
                      <a:pt x="3004" y="1642"/>
                      <a:pt x="2790" y="1142"/>
                    </a:cubicBezTo>
                    <a:cubicBezTo>
                      <a:pt x="2575" y="785"/>
                      <a:pt x="2647" y="357"/>
                      <a:pt x="2433" y="0"/>
                    </a:cubicBezTo>
                    <a:cubicBezTo>
                      <a:pt x="2218" y="0"/>
                      <a:pt x="2076" y="286"/>
                      <a:pt x="1861" y="357"/>
                    </a:cubicBezTo>
                    <a:cubicBezTo>
                      <a:pt x="1719" y="500"/>
                      <a:pt x="1576" y="643"/>
                      <a:pt x="1362" y="785"/>
                    </a:cubicBezTo>
                    <a:cubicBezTo>
                      <a:pt x="1290" y="785"/>
                      <a:pt x="1219" y="643"/>
                      <a:pt x="1076" y="643"/>
                    </a:cubicBezTo>
                    <a:cubicBezTo>
                      <a:pt x="362" y="428"/>
                      <a:pt x="576" y="1000"/>
                      <a:pt x="219" y="1428"/>
                    </a:cubicBezTo>
                    <a:cubicBezTo>
                      <a:pt x="-138" y="1999"/>
                      <a:pt x="-66" y="1999"/>
                      <a:pt x="505" y="2285"/>
                    </a:cubicBezTo>
                    <a:cubicBezTo>
                      <a:pt x="862" y="2499"/>
                      <a:pt x="1433" y="2713"/>
                      <a:pt x="1790" y="2927"/>
                    </a:cubicBezTo>
                    <a:cubicBezTo>
                      <a:pt x="2504" y="3427"/>
                      <a:pt x="3361" y="3570"/>
                      <a:pt x="4146" y="3927"/>
                    </a:cubicBezTo>
                    <a:cubicBezTo>
                      <a:pt x="4289" y="3998"/>
                      <a:pt x="4503" y="3998"/>
                      <a:pt x="4789" y="3998"/>
                    </a:cubicBezTo>
                    <a:cubicBezTo>
                      <a:pt x="4860" y="3998"/>
                      <a:pt x="4932" y="3998"/>
                      <a:pt x="4932" y="3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9"/>
              <p:cNvSpPr/>
              <p:nvPr/>
            </p:nvSpPr>
            <p:spPr>
              <a:xfrm>
                <a:off x="2574625" y="3635775"/>
                <a:ext cx="123675" cy="99975"/>
              </a:xfrm>
              <a:custGeom>
                <a:rect b="b" l="l" r="r" t="t"/>
                <a:pathLst>
                  <a:path extrusionOk="0" fill="none" h="3999" w="4947">
                    <a:moveTo>
                      <a:pt x="4932" y="3927"/>
                    </a:moveTo>
                    <a:cubicBezTo>
                      <a:pt x="5003" y="3713"/>
                      <a:pt x="4789" y="3570"/>
                      <a:pt x="4717" y="3427"/>
                    </a:cubicBezTo>
                    <a:cubicBezTo>
                      <a:pt x="4646" y="2999"/>
                      <a:pt x="4717" y="2428"/>
                      <a:pt x="4646" y="1999"/>
                    </a:cubicBezTo>
                    <a:cubicBezTo>
                      <a:pt x="4646" y="1714"/>
                      <a:pt x="4360" y="1642"/>
                      <a:pt x="4146" y="1571"/>
                    </a:cubicBezTo>
                    <a:cubicBezTo>
                      <a:pt x="3646" y="1499"/>
                      <a:pt x="3004" y="1642"/>
                      <a:pt x="2790" y="1142"/>
                    </a:cubicBezTo>
                    <a:cubicBezTo>
                      <a:pt x="2575" y="785"/>
                      <a:pt x="2647" y="357"/>
                      <a:pt x="2433" y="0"/>
                    </a:cubicBezTo>
                    <a:cubicBezTo>
                      <a:pt x="2218" y="0"/>
                      <a:pt x="2076" y="286"/>
                      <a:pt x="1861" y="357"/>
                    </a:cubicBezTo>
                    <a:cubicBezTo>
                      <a:pt x="1719" y="500"/>
                      <a:pt x="1576" y="643"/>
                      <a:pt x="1362" y="785"/>
                    </a:cubicBezTo>
                    <a:cubicBezTo>
                      <a:pt x="1290" y="785"/>
                      <a:pt x="1219" y="643"/>
                      <a:pt x="1076" y="643"/>
                    </a:cubicBezTo>
                    <a:cubicBezTo>
                      <a:pt x="362" y="428"/>
                      <a:pt x="576" y="1000"/>
                      <a:pt x="219" y="1428"/>
                    </a:cubicBezTo>
                    <a:cubicBezTo>
                      <a:pt x="-138" y="1999"/>
                      <a:pt x="-66" y="1999"/>
                      <a:pt x="505" y="2285"/>
                    </a:cubicBezTo>
                    <a:cubicBezTo>
                      <a:pt x="862" y="2499"/>
                      <a:pt x="1433" y="2713"/>
                      <a:pt x="1790" y="2927"/>
                    </a:cubicBezTo>
                    <a:cubicBezTo>
                      <a:pt x="2504" y="3427"/>
                      <a:pt x="3361" y="3570"/>
                      <a:pt x="4146" y="3927"/>
                    </a:cubicBezTo>
                    <a:cubicBezTo>
                      <a:pt x="4289" y="3998"/>
                      <a:pt x="4503" y="3998"/>
                      <a:pt x="4789" y="3998"/>
                    </a:cubicBezTo>
                    <a:cubicBezTo>
                      <a:pt x="4860" y="3998"/>
                      <a:pt x="4932" y="3998"/>
                      <a:pt x="4932" y="3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9"/>
              <p:cNvSpPr/>
              <p:nvPr/>
            </p:nvSpPr>
            <p:spPr>
              <a:xfrm>
                <a:off x="796825" y="2328325"/>
                <a:ext cx="503900" cy="673775"/>
              </a:xfrm>
              <a:custGeom>
                <a:rect b="b" l="l" r="r" t="t"/>
                <a:pathLst>
                  <a:path extrusionOk="0" h="26951" w="20156">
                    <a:moveTo>
                      <a:pt x="1684" y="11101"/>
                    </a:moveTo>
                    <a:cubicBezTo>
                      <a:pt x="1503" y="11101"/>
                      <a:pt x="1281" y="11252"/>
                      <a:pt x="1082" y="11252"/>
                    </a:cubicBezTo>
                    <a:cubicBezTo>
                      <a:pt x="1054" y="11252"/>
                      <a:pt x="1027" y="11249"/>
                      <a:pt x="1000" y="11242"/>
                    </a:cubicBezTo>
                    <a:cubicBezTo>
                      <a:pt x="501" y="11242"/>
                      <a:pt x="286" y="11314"/>
                      <a:pt x="286" y="11813"/>
                    </a:cubicBezTo>
                    <a:cubicBezTo>
                      <a:pt x="286" y="12170"/>
                      <a:pt x="1" y="12456"/>
                      <a:pt x="1" y="12813"/>
                    </a:cubicBezTo>
                    <a:cubicBezTo>
                      <a:pt x="144" y="13456"/>
                      <a:pt x="572" y="13813"/>
                      <a:pt x="929" y="14455"/>
                    </a:cubicBezTo>
                    <a:cubicBezTo>
                      <a:pt x="1072" y="14669"/>
                      <a:pt x="1286" y="14812"/>
                      <a:pt x="1357" y="15026"/>
                    </a:cubicBezTo>
                    <a:cubicBezTo>
                      <a:pt x="1429" y="15241"/>
                      <a:pt x="1429" y="15455"/>
                      <a:pt x="1572" y="15669"/>
                    </a:cubicBezTo>
                    <a:cubicBezTo>
                      <a:pt x="1929" y="15955"/>
                      <a:pt x="2357" y="16169"/>
                      <a:pt x="2714" y="16383"/>
                    </a:cubicBezTo>
                    <a:cubicBezTo>
                      <a:pt x="2871" y="16488"/>
                      <a:pt x="3028" y="16554"/>
                      <a:pt x="3184" y="16554"/>
                    </a:cubicBezTo>
                    <a:cubicBezTo>
                      <a:pt x="3242" y="16554"/>
                      <a:pt x="3299" y="16545"/>
                      <a:pt x="3357" y="16526"/>
                    </a:cubicBezTo>
                    <a:cubicBezTo>
                      <a:pt x="4071" y="16383"/>
                      <a:pt x="4213" y="16526"/>
                      <a:pt x="3928" y="15741"/>
                    </a:cubicBezTo>
                    <a:cubicBezTo>
                      <a:pt x="3889" y="15623"/>
                      <a:pt x="3893" y="15570"/>
                      <a:pt x="3916" y="15570"/>
                    </a:cubicBezTo>
                    <a:cubicBezTo>
                      <a:pt x="3935" y="15570"/>
                      <a:pt x="3967" y="15605"/>
                      <a:pt x="3999" y="15669"/>
                    </a:cubicBezTo>
                    <a:cubicBezTo>
                      <a:pt x="4142" y="15741"/>
                      <a:pt x="4142" y="15955"/>
                      <a:pt x="4285" y="16026"/>
                    </a:cubicBezTo>
                    <a:cubicBezTo>
                      <a:pt x="4296" y="16032"/>
                      <a:pt x="4305" y="16034"/>
                      <a:pt x="4313" y="16034"/>
                    </a:cubicBezTo>
                    <a:cubicBezTo>
                      <a:pt x="4407" y="16034"/>
                      <a:pt x="4285" y="15664"/>
                      <a:pt x="4285" y="15598"/>
                    </a:cubicBezTo>
                    <a:lnTo>
                      <a:pt x="4285" y="15526"/>
                    </a:lnTo>
                    <a:cubicBezTo>
                      <a:pt x="4213" y="15383"/>
                      <a:pt x="4071" y="15241"/>
                      <a:pt x="3928" y="15169"/>
                    </a:cubicBezTo>
                    <a:cubicBezTo>
                      <a:pt x="3856" y="15098"/>
                      <a:pt x="3856" y="15026"/>
                      <a:pt x="3785" y="14955"/>
                    </a:cubicBezTo>
                    <a:cubicBezTo>
                      <a:pt x="3714" y="14741"/>
                      <a:pt x="3499" y="14669"/>
                      <a:pt x="3428" y="14455"/>
                    </a:cubicBezTo>
                    <a:cubicBezTo>
                      <a:pt x="3428" y="14384"/>
                      <a:pt x="3499" y="14312"/>
                      <a:pt x="3499" y="14170"/>
                    </a:cubicBezTo>
                    <a:cubicBezTo>
                      <a:pt x="3428" y="14098"/>
                      <a:pt x="3357" y="14027"/>
                      <a:pt x="3285" y="13955"/>
                    </a:cubicBezTo>
                    <a:cubicBezTo>
                      <a:pt x="3000" y="13527"/>
                      <a:pt x="2928" y="13027"/>
                      <a:pt x="2643" y="12670"/>
                    </a:cubicBezTo>
                    <a:cubicBezTo>
                      <a:pt x="2500" y="12313"/>
                      <a:pt x="2214" y="12099"/>
                      <a:pt x="2000" y="11742"/>
                    </a:cubicBezTo>
                    <a:cubicBezTo>
                      <a:pt x="2000" y="11671"/>
                      <a:pt x="2000" y="11599"/>
                      <a:pt x="2071" y="11528"/>
                    </a:cubicBezTo>
                    <a:cubicBezTo>
                      <a:pt x="2071" y="11385"/>
                      <a:pt x="2000" y="11242"/>
                      <a:pt x="1857" y="11171"/>
                    </a:cubicBezTo>
                    <a:cubicBezTo>
                      <a:pt x="1807" y="11120"/>
                      <a:pt x="1748" y="11101"/>
                      <a:pt x="1684" y="11101"/>
                    </a:cubicBezTo>
                    <a:close/>
                    <a:moveTo>
                      <a:pt x="4071" y="16455"/>
                    </a:moveTo>
                    <a:cubicBezTo>
                      <a:pt x="4071" y="16526"/>
                      <a:pt x="4071" y="16526"/>
                      <a:pt x="4071" y="16526"/>
                    </a:cubicBezTo>
                    <a:lnTo>
                      <a:pt x="4142" y="16526"/>
                    </a:lnTo>
                    <a:cubicBezTo>
                      <a:pt x="4142" y="16669"/>
                      <a:pt x="4142" y="16669"/>
                      <a:pt x="4142" y="16669"/>
                    </a:cubicBezTo>
                    <a:cubicBezTo>
                      <a:pt x="3999" y="16812"/>
                      <a:pt x="3999" y="16812"/>
                      <a:pt x="3999" y="16812"/>
                    </a:cubicBezTo>
                    <a:lnTo>
                      <a:pt x="4285" y="16812"/>
                    </a:lnTo>
                    <a:cubicBezTo>
                      <a:pt x="4285" y="16740"/>
                      <a:pt x="4285" y="16740"/>
                      <a:pt x="4285" y="16740"/>
                    </a:cubicBezTo>
                    <a:cubicBezTo>
                      <a:pt x="4285" y="16669"/>
                      <a:pt x="4285" y="16669"/>
                      <a:pt x="4285" y="16669"/>
                    </a:cubicBezTo>
                    <a:cubicBezTo>
                      <a:pt x="4285" y="16597"/>
                      <a:pt x="4285" y="16597"/>
                      <a:pt x="4285" y="16597"/>
                    </a:cubicBezTo>
                    <a:cubicBezTo>
                      <a:pt x="4213" y="16526"/>
                      <a:pt x="4213" y="16526"/>
                      <a:pt x="4213" y="16526"/>
                    </a:cubicBezTo>
                    <a:cubicBezTo>
                      <a:pt x="4071" y="16455"/>
                      <a:pt x="4071" y="16455"/>
                      <a:pt x="4071" y="16455"/>
                    </a:cubicBezTo>
                    <a:close/>
                    <a:moveTo>
                      <a:pt x="6276" y="17901"/>
                    </a:moveTo>
                    <a:cubicBezTo>
                      <a:pt x="6118" y="17901"/>
                      <a:pt x="5970" y="17995"/>
                      <a:pt x="5927" y="18168"/>
                    </a:cubicBezTo>
                    <a:cubicBezTo>
                      <a:pt x="5856" y="18240"/>
                      <a:pt x="5927" y="18382"/>
                      <a:pt x="5927" y="18525"/>
                    </a:cubicBezTo>
                    <a:cubicBezTo>
                      <a:pt x="5927" y="18597"/>
                      <a:pt x="5784" y="18668"/>
                      <a:pt x="5784" y="18739"/>
                    </a:cubicBezTo>
                    <a:cubicBezTo>
                      <a:pt x="5856" y="18811"/>
                      <a:pt x="5927" y="18954"/>
                      <a:pt x="5999" y="19025"/>
                    </a:cubicBezTo>
                    <a:cubicBezTo>
                      <a:pt x="5999" y="19168"/>
                      <a:pt x="6141" y="19168"/>
                      <a:pt x="6213" y="19239"/>
                    </a:cubicBezTo>
                    <a:cubicBezTo>
                      <a:pt x="6284" y="19311"/>
                      <a:pt x="6213" y="19382"/>
                      <a:pt x="6284" y="19453"/>
                    </a:cubicBezTo>
                    <a:cubicBezTo>
                      <a:pt x="6427" y="19453"/>
                      <a:pt x="6570" y="19453"/>
                      <a:pt x="6641" y="19525"/>
                    </a:cubicBezTo>
                    <a:cubicBezTo>
                      <a:pt x="6784" y="19596"/>
                      <a:pt x="6855" y="19668"/>
                      <a:pt x="6927" y="19739"/>
                    </a:cubicBezTo>
                    <a:cubicBezTo>
                      <a:pt x="7070" y="19810"/>
                      <a:pt x="7141" y="19810"/>
                      <a:pt x="7212" y="19810"/>
                    </a:cubicBezTo>
                    <a:cubicBezTo>
                      <a:pt x="7284" y="19810"/>
                      <a:pt x="7355" y="19882"/>
                      <a:pt x="7427" y="19953"/>
                    </a:cubicBezTo>
                    <a:cubicBezTo>
                      <a:pt x="7498" y="19953"/>
                      <a:pt x="7641" y="20025"/>
                      <a:pt x="7784" y="20096"/>
                    </a:cubicBezTo>
                    <a:cubicBezTo>
                      <a:pt x="7798" y="20101"/>
                      <a:pt x="7809" y="20103"/>
                      <a:pt x="7819" y="20103"/>
                    </a:cubicBezTo>
                    <a:cubicBezTo>
                      <a:pt x="7952" y="20103"/>
                      <a:pt x="7641" y="19663"/>
                      <a:pt x="7641" y="19596"/>
                    </a:cubicBezTo>
                    <a:cubicBezTo>
                      <a:pt x="7498" y="19525"/>
                      <a:pt x="7355" y="19382"/>
                      <a:pt x="7284" y="19239"/>
                    </a:cubicBezTo>
                    <a:cubicBezTo>
                      <a:pt x="7212" y="19025"/>
                      <a:pt x="6998" y="18882"/>
                      <a:pt x="6927" y="18668"/>
                    </a:cubicBezTo>
                    <a:cubicBezTo>
                      <a:pt x="6855" y="18525"/>
                      <a:pt x="6855" y="18240"/>
                      <a:pt x="6784" y="18168"/>
                    </a:cubicBezTo>
                    <a:cubicBezTo>
                      <a:pt x="6713" y="18097"/>
                      <a:pt x="6570" y="18097"/>
                      <a:pt x="6570" y="18025"/>
                    </a:cubicBezTo>
                    <a:cubicBezTo>
                      <a:pt x="6485" y="17941"/>
                      <a:pt x="6379" y="17901"/>
                      <a:pt x="6276" y="17901"/>
                    </a:cubicBezTo>
                    <a:close/>
                    <a:moveTo>
                      <a:pt x="7088" y="0"/>
                    </a:moveTo>
                    <a:cubicBezTo>
                      <a:pt x="7030" y="0"/>
                      <a:pt x="6974" y="8"/>
                      <a:pt x="6927" y="32"/>
                    </a:cubicBezTo>
                    <a:cubicBezTo>
                      <a:pt x="6784" y="246"/>
                      <a:pt x="7212" y="461"/>
                      <a:pt x="7355" y="603"/>
                    </a:cubicBezTo>
                    <a:cubicBezTo>
                      <a:pt x="7498" y="746"/>
                      <a:pt x="7498" y="960"/>
                      <a:pt x="7712" y="1175"/>
                    </a:cubicBezTo>
                    <a:cubicBezTo>
                      <a:pt x="7926" y="1460"/>
                      <a:pt x="8355" y="1960"/>
                      <a:pt x="7998" y="2317"/>
                    </a:cubicBezTo>
                    <a:cubicBezTo>
                      <a:pt x="7840" y="2415"/>
                      <a:pt x="7677" y="2454"/>
                      <a:pt x="7514" y="2454"/>
                    </a:cubicBezTo>
                    <a:cubicBezTo>
                      <a:pt x="7083" y="2454"/>
                      <a:pt x="6646" y="2187"/>
                      <a:pt x="6284" y="2031"/>
                    </a:cubicBezTo>
                    <a:cubicBezTo>
                      <a:pt x="6193" y="1976"/>
                      <a:pt x="6101" y="1954"/>
                      <a:pt x="6009" y="1954"/>
                    </a:cubicBezTo>
                    <a:cubicBezTo>
                      <a:pt x="5744" y="1954"/>
                      <a:pt x="5478" y="2139"/>
                      <a:pt x="5213" y="2246"/>
                    </a:cubicBezTo>
                    <a:cubicBezTo>
                      <a:pt x="4999" y="2317"/>
                      <a:pt x="4713" y="2317"/>
                      <a:pt x="4499" y="2531"/>
                    </a:cubicBezTo>
                    <a:cubicBezTo>
                      <a:pt x="4142" y="2888"/>
                      <a:pt x="3928" y="3245"/>
                      <a:pt x="3499" y="3674"/>
                    </a:cubicBezTo>
                    <a:cubicBezTo>
                      <a:pt x="3499" y="3745"/>
                      <a:pt x="3499" y="3745"/>
                      <a:pt x="3499" y="3816"/>
                    </a:cubicBezTo>
                    <a:cubicBezTo>
                      <a:pt x="3499" y="3959"/>
                      <a:pt x="3785" y="4031"/>
                      <a:pt x="3928" y="4031"/>
                    </a:cubicBezTo>
                    <a:cubicBezTo>
                      <a:pt x="4050" y="4031"/>
                      <a:pt x="4196" y="3984"/>
                      <a:pt x="4325" y="3984"/>
                    </a:cubicBezTo>
                    <a:cubicBezTo>
                      <a:pt x="4422" y="3984"/>
                      <a:pt x="4509" y="4010"/>
                      <a:pt x="4570" y="4102"/>
                    </a:cubicBezTo>
                    <a:cubicBezTo>
                      <a:pt x="4785" y="4245"/>
                      <a:pt x="5070" y="4388"/>
                      <a:pt x="5356" y="4459"/>
                    </a:cubicBezTo>
                    <a:cubicBezTo>
                      <a:pt x="6070" y="4602"/>
                      <a:pt x="6713" y="5173"/>
                      <a:pt x="7070" y="5744"/>
                    </a:cubicBezTo>
                    <a:cubicBezTo>
                      <a:pt x="7212" y="6030"/>
                      <a:pt x="7070" y="6387"/>
                      <a:pt x="7284" y="6673"/>
                    </a:cubicBezTo>
                    <a:cubicBezTo>
                      <a:pt x="7427" y="6815"/>
                      <a:pt x="7427" y="7030"/>
                      <a:pt x="7569" y="7244"/>
                    </a:cubicBezTo>
                    <a:cubicBezTo>
                      <a:pt x="7784" y="7672"/>
                      <a:pt x="8283" y="7958"/>
                      <a:pt x="8712" y="8315"/>
                    </a:cubicBezTo>
                    <a:cubicBezTo>
                      <a:pt x="9283" y="8886"/>
                      <a:pt x="9640" y="9671"/>
                      <a:pt x="10283" y="10171"/>
                    </a:cubicBezTo>
                    <a:cubicBezTo>
                      <a:pt x="10568" y="10528"/>
                      <a:pt x="10782" y="10885"/>
                      <a:pt x="10854" y="11314"/>
                    </a:cubicBezTo>
                    <a:cubicBezTo>
                      <a:pt x="10925" y="11528"/>
                      <a:pt x="11068" y="11813"/>
                      <a:pt x="11211" y="11956"/>
                    </a:cubicBezTo>
                    <a:cubicBezTo>
                      <a:pt x="11211" y="12099"/>
                      <a:pt x="10997" y="12313"/>
                      <a:pt x="11068" y="12456"/>
                    </a:cubicBezTo>
                    <a:cubicBezTo>
                      <a:pt x="11068" y="12670"/>
                      <a:pt x="11354" y="12813"/>
                      <a:pt x="11354" y="13099"/>
                    </a:cubicBezTo>
                    <a:cubicBezTo>
                      <a:pt x="11354" y="13099"/>
                      <a:pt x="11354" y="13170"/>
                      <a:pt x="11354" y="13170"/>
                    </a:cubicBezTo>
                    <a:cubicBezTo>
                      <a:pt x="11354" y="13384"/>
                      <a:pt x="11568" y="13384"/>
                      <a:pt x="11782" y="13456"/>
                    </a:cubicBezTo>
                    <a:cubicBezTo>
                      <a:pt x="11996" y="13527"/>
                      <a:pt x="12210" y="13741"/>
                      <a:pt x="12282" y="14027"/>
                    </a:cubicBezTo>
                    <a:cubicBezTo>
                      <a:pt x="12353" y="14170"/>
                      <a:pt x="12282" y="14312"/>
                      <a:pt x="12353" y="14455"/>
                    </a:cubicBezTo>
                    <a:cubicBezTo>
                      <a:pt x="12639" y="14812"/>
                      <a:pt x="12710" y="15241"/>
                      <a:pt x="12853" y="15598"/>
                    </a:cubicBezTo>
                    <a:cubicBezTo>
                      <a:pt x="13210" y="16026"/>
                      <a:pt x="13496" y="16597"/>
                      <a:pt x="13853" y="17026"/>
                    </a:cubicBezTo>
                    <a:cubicBezTo>
                      <a:pt x="14138" y="17383"/>
                      <a:pt x="14281" y="17954"/>
                      <a:pt x="14138" y="18454"/>
                    </a:cubicBezTo>
                    <a:cubicBezTo>
                      <a:pt x="14067" y="18597"/>
                      <a:pt x="13924" y="18811"/>
                      <a:pt x="13996" y="19025"/>
                    </a:cubicBezTo>
                    <a:cubicBezTo>
                      <a:pt x="14281" y="19668"/>
                      <a:pt x="14567" y="20096"/>
                      <a:pt x="14995" y="20667"/>
                    </a:cubicBezTo>
                    <a:cubicBezTo>
                      <a:pt x="15047" y="20736"/>
                      <a:pt x="15102" y="20763"/>
                      <a:pt x="15160" y="20763"/>
                    </a:cubicBezTo>
                    <a:cubicBezTo>
                      <a:pt x="15343" y="20763"/>
                      <a:pt x="15546" y="20490"/>
                      <a:pt x="15709" y="20382"/>
                    </a:cubicBezTo>
                    <a:cubicBezTo>
                      <a:pt x="16066" y="20096"/>
                      <a:pt x="16637" y="20096"/>
                      <a:pt x="16923" y="19739"/>
                    </a:cubicBezTo>
                    <a:cubicBezTo>
                      <a:pt x="16994" y="19596"/>
                      <a:pt x="16994" y="19453"/>
                      <a:pt x="16923" y="19382"/>
                    </a:cubicBezTo>
                    <a:cubicBezTo>
                      <a:pt x="16852" y="18954"/>
                      <a:pt x="16709" y="18597"/>
                      <a:pt x="16495" y="18311"/>
                    </a:cubicBezTo>
                    <a:cubicBezTo>
                      <a:pt x="16066" y="17811"/>
                      <a:pt x="15638" y="17169"/>
                      <a:pt x="15709" y="16455"/>
                    </a:cubicBezTo>
                    <a:cubicBezTo>
                      <a:pt x="15709" y="16188"/>
                      <a:pt x="15820" y="16115"/>
                      <a:pt x="15972" y="16115"/>
                    </a:cubicBezTo>
                    <a:cubicBezTo>
                      <a:pt x="16064" y="16115"/>
                      <a:pt x="16172" y="16142"/>
                      <a:pt x="16280" y="16169"/>
                    </a:cubicBezTo>
                    <a:cubicBezTo>
                      <a:pt x="16566" y="16169"/>
                      <a:pt x="17066" y="16098"/>
                      <a:pt x="17423" y="16098"/>
                    </a:cubicBezTo>
                    <a:cubicBezTo>
                      <a:pt x="17566" y="16098"/>
                      <a:pt x="17708" y="16098"/>
                      <a:pt x="17851" y="16026"/>
                    </a:cubicBezTo>
                    <a:cubicBezTo>
                      <a:pt x="17994" y="15955"/>
                      <a:pt x="18137" y="15741"/>
                      <a:pt x="18280" y="15598"/>
                    </a:cubicBezTo>
                    <a:cubicBezTo>
                      <a:pt x="18637" y="15312"/>
                      <a:pt x="18922" y="15098"/>
                      <a:pt x="19065" y="14884"/>
                    </a:cubicBezTo>
                    <a:cubicBezTo>
                      <a:pt x="19279" y="14741"/>
                      <a:pt x="19279" y="14241"/>
                      <a:pt x="19208" y="13741"/>
                    </a:cubicBezTo>
                    <a:cubicBezTo>
                      <a:pt x="19208" y="13313"/>
                      <a:pt x="19708" y="13384"/>
                      <a:pt x="19922" y="13099"/>
                    </a:cubicBezTo>
                    <a:cubicBezTo>
                      <a:pt x="20065" y="12956"/>
                      <a:pt x="20207" y="12813"/>
                      <a:pt x="20136" y="12670"/>
                    </a:cubicBezTo>
                    <a:lnTo>
                      <a:pt x="20136" y="12599"/>
                    </a:lnTo>
                    <a:cubicBezTo>
                      <a:pt x="19993" y="12527"/>
                      <a:pt x="19922" y="12385"/>
                      <a:pt x="19850" y="12170"/>
                    </a:cubicBezTo>
                    <a:cubicBezTo>
                      <a:pt x="19708" y="11385"/>
                      <a:pt x="18779" y="11456"/>
                      <a:pt x="18208" y="11171"/>
                    </a:cubicBezTo>
                    <a:cubicBezTo>
                      <a:pt x="17994" y="11099"/>
                      <a:pt x="17851" y="10885"/>
                      <a:pt x="17637" y="10742"/>
                    </a:cubicBezTo>
                    <a:cubicBezTo>
                      <a:pt x="16709" y="10171"/>
                      <a:pt x="15923" y="9243"/>
                      <a:pt x="15281" y="8386"/>
                    </a:cubicBezTo>
                    <a:cubicBezTo>
                      <a:pt x="14995" y="7958"/>
                      <a:pt x="14567" y="7815"/>
                      <a:pt x="14210" y="7529"/>
                    </a:cubicBezTo>
                    <a:cubicBezTo>
                      <a:pt x="13781" y="7101"/>
                      <a:pt x="13496" y="6530"/>
                      <a:pt x="13424" y="5959"/>
                    </a:cubicBezTo>
                    <a:cubicBezTo>
                      <a:pt x="13424" y="5887"/>
                      <a:pt x="13567" y="5816"/>
                      <a:pt x="13710" y="5744"/>
                    </a:cubicBezTo>
                    <a:cubicBezTo>
                      <a:pt x="13853" y="5673"/>
                      <a:pt x="13924" y="5530"/>
                      <a:pt x="13924" y="5387"/>
                    </a:cubicBezTo>
                    <a:cubicBezTo>
                      <a:pt x="13924" y="5030"/>
                      <a:pt x="14138" y="4530"/>
                      <a:pt x="13924" y="4173"/>
                    </a:cubicBezTo>
                    <a:cubicBezTo>
                      <a:pt x="13781" y="3959"/>
                      <a:pt x="13567" y="3816"/>
                      <a:pt x="13281" y="3674"/>
                    </a:cubicBezTo>
                    <a:cubicBezTo>
                      <a:pt x="12853" y="3317"/>
                      <a:pt x="12353" y="3102"/>
                      <a:pt x="11925" y="2745"/>
                    </a:cubicBezTo>
                    <a:cubicBezTo>
                      <a:pt x="11834" y="2672"/>
                      <a:pt x="11747" y="2646"/>
                      <a:pt x="11662" y="2646"/>
                    </a:cubicBezTo>
                    <a:cubicBezTo>
                      <a:pt x="11439" y="2646"/>
                      <a:pt x="11224" y="2825"/>
                      <a:pt x="10953" y="2825"/>
                    </a:cubicBezTo>
                    <a:cubicBezTo>
                      <a:pt x="10921" y="2825"/>
                      <a:pt x="10888" y="2822"/>
                      <a:pt x="10854" y="2817"/>
                    </a:cubicBezTo>
                    <a:cubicBezTo>
                      <a:pt x="10425" y="2745"/>
                      <a:pt x="10140" y="2246"/>
                      <a:pt x="9926" y="1889"/>
                    </a:cubicBezTo>
                    <a:cubicBezTo>
                      <a:pt x="9783" y="1674"/>
                      <a:pt x="9711" y="1389"/>
                      <a:pt x="9783" y="1175"/>
                    </a:cubicBezTo>
                    <a:cubicBezTo>
                      <a:pt x="9854" y="1103"/>
                      <a:pt x="9854" y="1032"/>
                      <a:pt x="9854" y="960"/>
                    </a:cubicBezTo>
                    <a:cubicBezTo>
                      <a:pt x="9854" y="889"/>
                      <a:pt x="9783" y="818"/>
                      <a:pt x="9711" y="746"/>
                    </a:cubicBezTo>
                    <a:cubicBezTo>
                      <a:pt x="8926" y="603"/>
                      <a:pt x="8283" y="32"/>
                      <a:pt x="7427" y="32"/>
                    </a:cubicBezTo>
                    <a:cubicBezTo>
                      <a:pt x="7331" y="32"/>
                      <a:pt x="7204" y="0"/>
                      <a:pt x="7088" y="0"/>
                    </a:cubicBezTo>
                    <a:close/>
                    <a:moveTo>
                      <a:pt x="8569" y="20810"/>
                    </a:moveTo>
                    <a:cubicBezTo>
                      <a:pt x="8426" y="21024"/>
                      <a:pt x="8498" y="21381"/>
                      <a:pt x="8569" y="21595"/>
                    </a:cubicBezTo>
                    <a:cubicBezTo>
                      <a:pt x="8640" y="21667"/>
                      <a:pt x="8712" y="21738"/>
                      <a:pt x="8712" y="21881"/>
                    </a:cubicBezTo>
                    <a:cubicBezTo>
                      <a:pt x="8712" y="22024"/>
                      <a:pt x="8640" y="22309"/>
                      <a:pt x="8640" y="22452"/>
                    </a:cubicBezTo>
                    <a:cubicBezTo>
                      <a:pt x="8640" y="22524"/>
                      <a:pt x="8712" y="22595"/>
                      <a:pt x="8712" y="22666"/>
                    </a:cubicBezTo>
                    <a:cubicBezTo>
                      <a:pt x="8770" y="22782"/>
                      <a:pt x="8781" y="22991"/>
                      <a:pt x="8858" y="22991"/>
                    </a:cubicBezTo>
                    <a:cubicBezTo>
                      <a:pt x="8877" y="22991"/>
                      <a:pt x="8899" y="22979"/>
                      <a:pt x="8926" y="22952"/>
                    </a:cubicBezTo>
                    <a:cubicBezTo>
                      <a:pt x="8997" y="22881"/>
                      <a:pt x="8997" y="22881"/>
                      <a:pt x="9069" y="22881"/>
                    </a:cubicBezTo>
                    <a:cubicBezTo>
                      <a:pt x="9215" y="22910"/>
                      <a:pt x="9325" y="22939"/>
                      <a:pt x="9414" y="22939"/>
                    </a:cubicBezTo>
                    <a:cubicBezTo>
                      <a:pt x="9542" y="22939"/>
                      <a:pt x="9627" y="22878"/>
                      <a:pt x="9711" y="22666"/>
                    </a:cubicBezTo>
                    <a:cubicBezTo>
                      <a:pt x="9783" y="22524"/>
                      <a:pt x="9997" y="22524"/>
                      <a:pt x="10068" y="22452"/>
                    </a:cubicBezTo>
                    <a:cubicBezTo>
                      <a:pt x="10140" y="22167"/>
                      <a:pt x="9854" y="21881"/>
                      <a:pt x="9711" y="21667"/>
                    </a:cubicBezTo>
                    <a:cubicBezTo>
                      <a:pt x="9569" y="21524"/>
                      <a:pt x="9354" y="21524"/>
                      <a:pt x="9212" y="21310"/>
                    </a:cubicBezTo>
                    <a:cubicBezTo>
                      <a:pt x="9069" y="21167"/>
                      <a:pt x="8855" y="21024"/>
                      <a:pt x="8712" y="20810"/>
                    </a:cubicBezTo>
                    <a:close/>
                    <a:moveTo>
                      <a:pt x="11853" y="24737"/>
                    </a:moveTo>
                    <a:cubicBezTo>
                      <a:pt x="11782" y="24808"/>
                      <a:pt x="11782" y="24808"/>
                      <a:pt x="11782" y="24808"/>
                    </a:cubicBezTo>
                    <a:cubicBezTo>
                      <a:pt x="11782" y="24951"/>
                      <a:pt x="11782" y="24951"/>
                      <a:pt x="11782" y="24951"/>
                    </a:cubicBezTo>
                    <a:cubicBezTo>
                      <a:pt x="11853" y="25094"/>
                      <a:pt x="11853" y="25094"/>
                      <a:pt x="11853" y="25094"/>
                    </a:cubicBezTo>
                    <a:lnTo>
                      <a:pt x="12068" y="25094"/>
                    </a:lnTo>
                    <a:cubicBezTo>
                      <a:pt x="11925" y="24951"/>
                      <a:pt x="11925" y="24951"/>
                      <a:pt x="11925" y="24951"/>
                    </a:cubicBezTo>
                    <a:lnTo>
                      <a:pt x="11853" y="24880"/>
                    </a:lnTo>
                    <a:cubicBezTo>
                      <a:pt x="11853" y="24737"/>
                      <a:pt x="11853" y="24737"/>
                      <a:pt x="11853" y="24737"/>
                    </a:cubicBezTo>
                    <a:close/>
                    <a:moveTo>
                      <a:pt x="10062" y="22565"/>
                    </a:moveTo>
                    <a:cubicBezTo>
                      <a:pt x="9991" y="22565"/>
                      <a:pt x="9905" y="22616"/>
                      <a:pt x="9854" y="22666"/>
                    </a:cubicBezTo>
                    <a:cubicBezTo>
                      <a:pt x="9711" y="22809"/>
                      <a:pt x="9854" y="23095"/>
                      <a:pt x="9926" y="23309"/>
                    </a:cubicBezTo>
                    <a:cubicBezTo>
                      <a:pt x="9926" y="23523"/>
                      <a:pt x="9783" y="23737"/>
                      <a:pt x="9926" y="23880"/>
                    </a:cubicBezTo>
                    <a:cubicBezTo>
                      <a:pt x="10068" y="24094"/>
                      <a:pt x="10211" y="24237"/>
                      <a:pt x="10354" y="24380"/>
                    </a:cubicBezTo>
                    <a:cubicBezTo>
                      <a:pt x="10497" y="24451"/>
                      <a:pt x="10640" y="24594"/>
                      <a:pt x="10782" y="24666"/>
                    </a:cubicBezTo>
                    <a:cubicBezTo>
                      <a:pt x="10854" y="24808"/>
                      <a:pt x="10854" y="24951"/>
                      <a:pt x="10854" y="25094"/>
                    </a:cubicBezTo>
                    <a:cubicBezTo>
                      <a:pt x="10854" y="25165"/>
                      <a:pt x="10925" y="25237"/>
                      <a:pt x="10854" y="25237"/>
                    </a:cubicBezTo>
                    <a:cubicBezTo>
                      <a:pt x="10854" y="25308"/>
                      <a:pt x="10782" y="25308"/>
                      <a:pt x="10782" y="25308"/>
                    </a:cubicBezTo>
                    <a:cubicBezTo>
                      <a:pt x="10854" y="25380"/>
                      <a:pt x="10925" y="25451"/>
                      <a:pt x="10997" y="25522"/>
                    </a:cubicBezTo>
                    <a:cubicBezTo>
                      <a:pt x="11139" y="25737"/>
                      <a:pt x="11354" y="25951"/>
                      <a:pt x="11639" y="26022"/>
                    </a:cubicBezTo>
                    <a:cubicBezTo>
                      <a:pt x="11782" y="25951"/>
                      <a:pt x="11425" y="25594"/>
                      <a:pt x="11354" y="25522"/>
                    </a:cubicBezTo>
                    <a:lnTo>
                      <a:pt x="11354" y="25451"/>
                    </a:lnTo>
                    <a:cubicBezTo>
                      <a:pt x="11282" y="25380"/>
                      <a:pt x="11211" y="25094"/>
                      <a:pt x="11139" y="24951"/>
                    </a:cubicBezTo>
                    <a:cubicBezTo>
                      <a:pt x="11139" y="24880"/>
                      <a:pt x="11282" y="24808"/>
                      <a:pt x="11425" y="24808"/>
                    </a:cubicBezTo>
                    <a:cubicBezTo>
                      <a:pt x="11782" y="24808"/>
                      <a:pt x="11711" y="24380"/>
                      <a:pt x="11639" y="24094"/>
                    </a:cubicBezTo>
                    <a:cubicBezTo>
                      <a:pt x="11425" y="23809"/>
                      <a:pt x="11139" y="23523"/>
                      <a:pt x="10854" y="23238"/>
                    </a:cubicBezTo>
                    <a:cubicBezTo>
                      <a:pt x="10568" y="23023"/>
                      <a:pt x="10425" y="22738"/>
                      <a:pt x="10140" y="22595"/>
                    </a:cubicBezTo>
                    <a:cubicBezTo>
                      <a:pt x="10119" y="22574"/>
                      <a:pt x="10092" y="22565"/>
                      <a:pt x="10062" y="22565"/>
                    </a:cubicBezTo>
                    <a:close/>
                    <a:moveTo>
                      <a:pt x="12639" y="26879"/>
                    </a:moveTo>
                    <a:cubicBezTo>
                      <a:pt x="12639" y="26951"/>
                      <a:pt x="12639" y="26951"/>
                      <a:pt x="12639" y="26951"/>
                    </a:cubicBezTo>
                    <a:lnTo>
                      <a:pt x="12924" y="26951"/>
                    </a:lnTo>
                    <a:lnTo>
                      <a:pt x="12853" y="2687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59"/>
              <p:cNvSpPr/>
              <p:nvPr/>
            </p:nvSpPr>
            <p:spPr>
              <a:xfrm>
                <a:off x="796825" y="2328325"/>
                <a:ext cx="503900" cy="673775"/>
              </a:xfrm>
              <a:custGeom>
                <a:rect b="b" l="l" r="r" t="t"/>
                <a:pathLst>
                  <a:path extrusionOk="0" fill="none" h="26951" w="20156">
                    <a:moveTo>
                      <a:pt x="7641" y="19596"/>
                    </a:moveTo>
                    <a:cubicBezTo>
                      <a:pt x="7498" y="19525"/>
                      <a:pt x="7355" y="19382"/>
                      <a:pt x="7284" y="19239"/>
                    </a:cubicBezTo>
                    <a:cubicBezTo>
                      <a:pt x="7212" y="19025"/>
                      <a:pt x="6998" y="18882"/>
                      <a:pt x="6927" y="18668"/>
                    </a:cubicBezTo>
                    <a:cubicBezTo>
                      <a:pt x="6855" y="18525"/>
                      <a:pt x="6855" y="18240"/>
                      <a:pt x="6784" y="18168"/>
                    </a:cubicBezTo>
                    <a:cubicBezTo>
                      <a:pt x="6713" y="18097"/>
                      <a:pt x="6570" y="18097"/>
                      <a:pt x="6570" y="18025"/>
                    </a:cubicBezTo>
                    <a:cubicBezTo>
                      <a:pt x="6356" y="17811"/>
                      <a:pt x="5999" y="17883"/>
                      <a:pt x="5927" y="18168"/>
                    </a:cubicBezTo>
                    <a:cubicBezTo>
                      <a:pt x="5856" y="18240"/>
                      <a:pt x="5927" y="18382"/>
                      <a:pt x="5927" y="18525"/>
                    </a:cubicBezTo>
                    <a:cubicBezTo>
                      <a:pt x="5927" y="18597"/>
                      <a:pt x="5784" y="18668"/>
                      <a:pt x="5784" y="18739"/>
                    </a:cubicBezTo>
                    <a:cubicBezTo>
                      <a:pt x="5856" y="18811"/>
                      <a:pt x="5927" y="18954"/>
                      <a:pt x="5999" y="19025"/>
                    </a:cubicBezTo>
                    <a:cubicBezTo>
                      <a:pt x="5999" y="19168"/>
                      <a:pt x="6141" y="19168"/>
                      <a:pt x="6213" y="19239"/>
                    </a:cubicBezTo>
                    <a:cubicBezTo>
                      <a:pt x="6284" y="19311"/>
                      <a:pt x="6213" y="19382"/>
                      <a:pt x="6284" y="19453"/>
                    </a:cubicBezTo>
                    <a:cubicBezTo>
                      <a:pt x="6427" y="19453"/>
                      <a:pt x="6570" y="19453"/>
                      <a:pt x="6641" y="19525"/>
                    </a:cubicBezTo>
                    <a:cubicBezTo>
                      <a:pt x="6784" y="19596"/>
                      <a:pt x="6855" y="19668"/>
                      <a:pt x="6927" y="19739"/>
                    </a:cubicBezTo>
                    <a:cubicBezTo>
                      <a:pt x="7070" y="19810"/>
                      <a:pt x="7141" y="19810"/>
                      <a:pt x="7212" y="19810"/>
                    </a:cubicBezTo>
                    <a:cubicBezTo>
                      <a:pt x="7284" y="19810"/>
                      <a:pt x="7355" y="19882"/>
                      <a:pt x="7427" y="19953"/>
                    </a:cubicBezTo>
                    <a:cubicBezTo>
                      <a:pt x="7498" y="19953"/>
                      <a:pt x="7641" y="20025"/>
                      <a:pt x="7784" y="20096"/>
                    </a:cubicBezTo>
                    <a:cubicBezTo>
                      <a:pt x="7998" y="20167"/>
                      <a:pt x="7641" y="19668"/>
                      <a:pt x="7641" y="19596"/>
                    </a:cubicBezTo>
                    <a:close/>
                    <a:moveTo>
                      <a:pt x="4285" y="15526"/>
                    </a:moveTo>
                    <a:cubicBezTo>
                      <a:pt x="4213" y="15383"/>
                      <a:pt x="4071" y="15241"/>
                      <a:pt x="3928" y="15169"/>
                    </a:cubicBezTo>
                    <a:cubicBezTo>
                      <a:pt x="3856" y="15098"/>
                      <a:pt x="3856" y="15026"/>
                      <a:pt x="3785" y="14955"/>
                    </a:cubicBezTo>
                    <a:cubicBezTo>
                      <a:pt x="3714" y="14741"/>
                      <a:pt x="3499" y="14669"/>
                      <a:pt x="3428" y="14455"/>
                    </a:cubicBezTo>
                    <a:cubicBezTo>
                      <a:pt x="3428" y="14384"/>
                      <a:pt x="3499" y="14312"/>
                      <a:pt x="3499" y="14170"/>
                    </a:cubicBezTo>
                    <a:cubicBezTo>
                      <a:pt x="3428" y="14098"/>
                      <a:pt x="3357" y="14027"/>
                      <a:pt x="3285" y="13955"/>
                    </a:cubicBezTo>
                    <a:cubicBezTo>
                      <a:pt x="3000" y="13527"/>
                      <a:pt x="2928" y="13027"/>
                      <a:pt x="2643" y="12670"/>
                    </a:cubicBezTo>
                    <a:cubicBezTo>
                      <a:pt x="2500" y="12313"/>
                      <a:pt x="2214" y="12099"/>
                      <a:pt x="2000" y="11742"/>
                    </a:cubicBezTo>
                    <a:cubicBezTo>
                      <a:pt x="2000" y="11671"/>
                      <a:pt x="2000" y="11599"/>
                      <a:pt x="2071" y="11528"/>
                    </a:cubicBezTo>
                    <a:cubicBezTo>
                      <a:pt x="2071" y="11385"/>
                      <a:pt x="2000" y="11242"/>
                      <a:pt x="1857" y="11171"/>
                    </a:cubicBezTo>
                    <a:cubicBezTo>
                      <a:pt x="1643" y="10957"/>
                      <a:pt x="1286" y="11314"/>
                      <a:pt x="1000" y="11242"/>
                    </a:cubicBezTo>
                    <a:cubicBezTo>
                      <a:pt x="501" y="11242"/>
                      <a:pt x="286" y="11314"/>
                      <a:pt x="286" y="11813"/>
                    </a:cubicBezTo>
                    <a:cubicBezTo>
                      <a:pt x="286" y="12170"/>
                      <a:pt x="1" y="12456"/>
                      <a:pt x="1" y="12813"/>
                    </a:cubicBezTo>
                    <a:cubicBezTo>
                      <a:pt x="144" y="13456"/>
                      <a:pt x="572" y="13813"/>
                      <a:pt x="929" y="14455"/>
                    </a:cubicBezTo>
                    <a:cubicBezTo>
                      <a:pt x="1072" y="14669"/>
                      <a:pt x="1286" y="14812"/>
                      <a:pt x="1357" y="15026"/>
                    </a:cubicBezTo>
                    <a:cubicBezTo>
                      <a:pt x="1429" y="15241"/>
                      <a:pt x="1429" y="15455"/>
                      <a:pt x="1572" y="15669"/>
                    </a:cubicBezTo>
                    <a:cubicBezTo>
                      <a:pt x="1929" y="15955"/>
                      <a:pt x="2357" y="16169"/>
                      <a:pt x="2714" y="16383"/>
                    </a:cubicBezTo>
                    <a:cubicBezTo>
                      <a:pt x="2928" y="16526"/>
                      <a:pt x="3142" y="16597"/>
                      <a:pt x="3357" y="16526"/>
                    </a:cubicBezTo>
                    <a:cubicBezTo>
                      <a:pt x="4071" y="16383"/>
                      <a:pt x="4213" y="16526"/>
                      <a:pt x="3928" y="15741"/>
                    </a:cubicBezTo>
                    <a:cubicBezTo>
                      <a:pt x="3856" y="15526"/>
                      <a:pt x="3928" y="15526"/>
                      <a:pt x="3999" y="15669"/>
                    </a:cubicBezTo>
                    <a:cubicBezTo>
                      <a:pt x="4142" y="15741"/>
                      <a:pt x="4142" y="15955"/>
                      <a:pt x="4285" y="16026"/>
                    </a:cubicBezTo>
                    <a:cubicBezTo>
                      <a:pt x="4428" y="16098"/>
                      <a:pt x="4285" y="15669"/>
                      <a:pt x="4285" y="15598"/>
                    </a:cubicBezTo>
                    <a:close/>
                    <a:moveTo>
                      <a:pt x="4285" y="16669"/>
                    </a:moveTo>
                    <a:cubicBezTo>
                      <a:pt x="4285" y="16669"/>
                      <a:pt x="4285" y="16669"/>
                      <a:pt x="4285" y="16669"/>
                    </a:cubicBezTo>
                    <a:cubicBezTo>
                      <a:pt x="4285" y="16597"/>
                      <a:pt x="4285" y="16597"/>
                      <a:pt x="4285" y="16597"/>
                    </a:cubicBezTo>
                    <a:cubicBezTo>
                      <a:pt x="4285" y="16597"/>
                      <a:pt x="4285" y="16597"/>
                      <a:pt x="4285" y="16597"/>
                    </a:cubicBezTo>
                    <a:cubicBezTo>
                      <a:pt x="4213" y="16526"/>
                      <a:pt x="4213" y="16526"/>
                      <a:pt x="4213" y="16526"/>
                    </a:cubicBezTo>
                    <a:cubicBezTo>
                      <a:pt x="4071" y="16455"/>
                      <a:pt x="4071" y="16455"/>
                      <a:pt x="4071" y="16455"/>
                    </a:cubicBezTo>
                    <a:cubicBezTo>
                      <a:pt x="4071" y="16526"/>
                      <a:pt x="4071" y="16526"/>
                      <a:pt x="4071" y="16526"/>
                    </a:cubicBezTo>
                    <a:cubicBezTo>
                      <a:pt x="4142" y="16526"/>
                      <a:pt x="4142" y="16526"/>
                      <a:pt x="4142" y="16526"/>
                    </a:cubicBezTo>
                    <a:cubicBezTo>
                      <a:pt x="4142" y="16669"/>
                      <a:pt x="4142" y="16669"/>
                      <a:pt x="4142" y="16669"/>
                    </a:cubicBezTo>
                    <a:cubicBezTo>
                      <a:pt x="3999" y="16812"/>
                      <a:pt x="3999" y="16812"/>
                      <a:pt x="3999" y="16812"/>
                    </a:cubicBezTo>
                    <a:cubicBezTo>
                      <a:pt x="3999" y="16812"/>
                      <a:pt x="3999" y="16812"/>
                      <a:pt x="3999" y="16812"/>
                    </a:cubicBezTo>
                    <a:cubicBezTo>
                      <a:pt x="4071" y="16812"/>
                      <a:pt x="4071" y="16812"/>
                      <a:pt x="4071" y="16812"/>
                    </a:cubicBezTo>
                    <a:cubicBezTo>
                      <a:pt x="4142" y="16812"/>
                      <a:pt x="4142" y="16812"/>
                      <a:pt x="4142" y="16812"/>
                    </a:cubicBezTo>
                    <a:cubicBezTo>
                      <a:pt x="4285" y="16812"/>
                      <a:pt x="4285" y="16812"/>
                      <a:pt x="4285" y="16812"/>
                    </a:cubicBezTo>
                    <a:cubicBezTo>
                      <a:pt x="4285" y="16740"/>
                      <a:pt x="4285" y="16740"/>
                      <a:pt x="4285" y="16740"/>
                    </a:cubicBezTo>
                    <a:cubicBezTo>
                      <a:pt x="4285" y="16740"/>
                      <a:pt x="4285" y="16740"/>
                      <a:pt x="4285" y="16740"/>
                    </a:cubicBezTo>
                    <a:cubicBezTo>
                      <a:pt x="4285" y="16669"/>
                      <a:pt x="4285" y="16669"/>
                      <a:pt x="4285" y="16669"/>
                    </a:cubicBezTo>
                    <a:close/>
                    <a:moveTo>
                      <a:pt x="10068" y="22452"/>
                    </a:moveTo>
                    <a:cubicBezTo>
                      <a:pt x="10140" y="22167"/>
                      <a:pt x="9854" y="21881"/>
                      <a:pt x="9711" y="21667"/>
                    </a:cubicBezTo>
                    <a:cubicBezTo>
                      <a:pt x="9569" y="21524"/>
                      <a:pt x="9354" y="21524"/>
                      <a:pt x="9212" y="21310"/>
                    </a:cubicBezTo>
                    <a:cubicBezTo>
                      <a:pt x="9069" y="21167"/>
                      <a:pt x="8855" y="21024"/>
                      <a:pt x="8712" y="20810"/>
                    </a:cubicBezTo>
                    <a:cubicBezTo>
                      <a:pt x="8712" y="20810"/>
                      <a:pt x="8640" y="20810"/>
                      <a:pt x="8569" y="20810"/>
                    </a:cubicBezTo>
                    <a:cubicBezTo>
                      <a:pt x="8426" y="21024"/>
                      <a:pt x="8498" y="21381"/>
                      <a:pt x="8569" y="21595"/>
                    </a:cubicBezTo>
                    <a:cubicBezTo>
                      <a:pt x="8640" y="21667"/>
                      <a:pt x="8712" y="21738"/>
                      <a:pt x="8712" y="21881"/>
                    </a:cubicBezTo>
                    <a:cubicBezTo>
                      <a:pt x="8712" y="22024"/>
                      <a:pt x="8640" y="22309"/>
                      <a:pt x="8640" y="22452"/>
                    </a:cubicBezTo>
                    <a:cubicBezTo>
                      <a:pt x="8640" y="22524"/>
                      <a:pt x="8712" y="22595"/>
                      <a:pt x="8712" y="22666"/>
                    </a:cubicBezTo>
                    <a:cubicBezTo>
                      <a:pt x="8783" y="22809"/>
                      <a:pt x="8783" y="23095"/>
                      <a:pt x="8926" y="22952"/>
                    </a:cubicBezTo>
                    <a:cubicBezTo>
                      <a:pt x="8997" y="22881"/>
                      <a:pt x="8997" y="22881"/>
                      <a:pt x="9069" y="22881"/>
                    </a:cubicBezTo>
                    <a:cubicBezTo>
                      <a:pt x="9426" y="22952"/>
                      <a:pt x="9569" y="23023"/>
                      <a:pt x="9711" y="22666"/>
                    </a:cubicBezTo>
                    <a:cubicBezTo>
                      <a:pt x="9783" y="22524"/>
                      <a:pt x="9997" y="22524"/>
                      <a:pt x="10068" y="22452"/>
                    </a:cubicBezTo>
                    <a:close/>
                    <a:moveTo>
                      <a:pt x="20136" y="12599"/>
                    </a:moveTo>
                    <a:cubicBezTo>
                      <a:pt x="19993" y="12527"/>
                      <a:pt x="19922" y="12385"/>
                      <a:pt x="19850" y="12170"/>
                    </a:cubicBezTo>
                    <a:cubicBezTo>
                      <a:pt x="19708" y="11385"/>
                      <a:pt x="18779" y="11456"/>
                      <a:pt x="18208" y="11171"/>
                    </a:cubicBezTo>
                    <a:cubicBezTo>
                      <a:pt x="17994" y="11099"/>
                      <a:pt x="17851" y="10885"/>
                      <a:pt x="17637" y="10742"/>
                    </a:cubicBezTo>
                    <a:cubicBezTo>
                      <a:pt x="16709" y="10171"/>
                      <a:pt x="15923" y="9243"/>
                      <a:pt x="15281" y="8386"/>
                    </a:cubicBezTo>
                    <a:cubicBezTo>
                      <a:pt x="14995" y="7958"/>
                      <a:pt x="14567" y="7815"/>
                      <a:pt x="14210" y="7529"/>
                    </a:cubicBezTo>
                    <a:cubicBezTo>
                      <a:pt x="13781" y="7101"/>
                      <a:pt x="13496" y="6530"/>
                      <a:pt x="13424" y="5959"/>
                    </a:cubicBezTo>
                    <a:cubicBezTo>
                      <a:pt x="13424" y="5887"/>
                      <a:pt x="13567" y="5816"/>
                      <a:pt x="13710" y="5744"/>
                    </a:cubicBezTo>
                    <a:cubicBezTo>
                      <a:pt x="13853" y="5673"/>
                      <a:pt x="13924" y="5530"/>
                      <a:pt x="13924" y="5387"/>
                    </a:cubicBezTo>
                    <a:cubicBezTo>
                      <a:pt x="13924" y="5030"/>
                      <a:pt x="14138" y="4530"/>
                      <a:pt x="13924" y="4173"/>
                    </a:cubicBezTo>
                    <a:cubicBezTo>
                      <a:pt x="13781" y="3959"/>
                      <a:pt x="13567" y="3816"/>
                      <a:pt x="13281" y="3674"/>
                    </a:cubicBezTo>
                    <a:cubicBezTo>
                      <a:pt x="12853" y="3317"/>
                      <a:pt x="12353" y="3102"/>
                      <a:pt x="11925" y="2745"/>
                    </a:cubicBezTo>
                    <a:cubicBezTo>
                      <a:pt x="11568" y="2460"/>
                      <a:pt x="11282" y="2888"/>
                      <a:pt x="10854" y="2817"/>
                    </a:cubicBezTo>
                    <a:cubicBezTo>
                      <a:pt x="10425" y="2745"/>
                      <a:pt x="10140" y="2246"/>
                      <a:pt x="9926" y="1889"/>
                    </a:cubicBezTo>
                    <a:cubicBezTo>
                      <a:pt x="9783" y="1674"/>
                      <a:pt x="9711" y="1389"/>
                      <a:pt x="9783" y="1175"/>
                    </a:cubicBezTo>
                    <a:cubicBezTo>
                      <a:pt x="9854" y="1103"/>
                      <a:pt x="9854" y="1032"/>
                      <a:pt x="9854" y="960"/>
                    </a:cubicBezTo>
                    <a:cubicBezTo>
                      <a:pt x="9854" y="889"/>
                      <a:pt x="9783" y="818"/>
                      <a:pt x="9711" y="746"/>
                    </a:cubicBezTo>
                    <a:cubicBezTo>
                      <a:pt x="8926" y="603"/>
                      <a:pt x="8283" y="32"/>
                      <a:pt x="7427" y="32"/>
                    </a:cubicBezTo>
                    <a:cubicBezTo>
                      <a:pt x="7284" y="32"/>
                      <a:pt x="7070" y="-39"/>
                      <a:pt x="6927" y="32"/>
                    </a:cubicBezTo>
                    <a:cubicBezTo>
                      <a:pt x="6784" y="246"/>
                      <a:pt x="7212" y="461"/>
                      <a:pt x="7355" y="603"/>
                    </a:cubicBezTo>
                    <a:cubicBezTo>
                      <a:pt x="7498" y="746"/>
                      <a:pt x="7498" y="960"/>
                      <a:pt x="7712" y="1175"/>
                    </a:cubicBezTo>
                    <a:cubicBezTo>
                      <a:pt x="7926" y="1460"/>
                      <a:pt x="8355" y="1960"/>
                      <a:pt x="7998" y="2317"/>
                    </a:cubicBezTo>
                    <a:cubicBezTo>
                      <a:pt x="7427" y="2674"/>
                      <a:pt x="6784" y="2246"/>
                      <a:pt x="6284" y="2031"/>
                    </a:cubicBezTo>
                    <a:cubicBezTo>
                      <a:pt x="5927" y="1817"/>
                      <a:pt x="5570" y="2103"/>
                      <a:pt x="5213" y="2246"/>
                    </a:cubicBezTo>
                    <a:cubicBezTo>
                      <a:pt x="4999" y="2317"/>
                      <a:pt x="4713" y="2317"/>
                      <a:pt x="4499" y="2531"/>
                    </a:cubicBezTo>
                    <a:cubicBezTo>
                      <a:pt x="4142" y="2888"/>
                      <a:pt x="3928" y="3245"/>
                      <a:pt x="3499" y="3674"/>
                    </a:cubicBezTo>
                    <a:cubicBezTo>
                      <a:pt x="3499" y="3745"/>
                      <a:pt x="3499" y="3745"/>
                      <a:pt x="3499" y="3816"/>
                    </a:cubicBezTo>
                    <a:cubicBezTo>
                      <a:pt x="3499" y="3959"/>
                      <a:pt x="3785" y="4031"/>
                      <a:pt x="3928" y="4031"/>
                    </a:cubicBezTo>
                    <a:cubicBezTo>
                      <a:pt x="4142" y="4031"/>
                      <a:pt x="4428" y="3888"/>
                      <a:pt x="4570" y="4102"/>
                    </a:cubicBezTo>
                    <a:cubicBezTo>
                      <a:pt x="4785" y="4245"/>
                      <a:pt x="5070" y="4388"/>
                      <a:pt x="5356" y="4459"/>
                    </a:cubicBezTo>
                    <a:cubicBezTo>
                      <a:pt x="6070" y="4602"/>
                      <a:pt x="6713" y="5173"/>
                      <a:pt x="7070" y="5744"/>
                    </a:cubicBezTo>
                    <a:cubicBezTo>
                      <a:pt x="7212" y="6030"/>
                      <a:pt x="7070" y="6387"/>
                      <a:pt x="7284" y="6673"/>
                    </a:cubicBezTo>
                    <a:cubicBezTo>
                      <a:pt x="7427" y="6815"/>
                      <a:pt x="7427" y="7030"/>
                      <a:pt x="7569" y="7244"/>
                    </a:cubicBezTo>
                    <a:cubicBezTo>
                      <a:pt x="7784" y="7672"/>
                      <a:pt x="8283" y="7958"/>
                      <a:pt x="8712" y="8315"/>
                    </a:cubicBezTo>
                    <a:cubicBezTo>
                      <a:pt x="9283" y="8886"/>
                      <a:pt x="9640" y="9671"/>
                      <a:pt x="10283" y="10171"/>
                    </a:cubicBezTo>
                    <a:cubicBezTo>
                      <a:pt x="10568" y="10528"/>
                      <a:pt x="10782" y="10885"/>
                      <a:pt x="10854" y="11314"/>
                    </a:cubicBezTo>
                    <a:cubicBezTo>
                      <a:pt x="10925" y="11528"/>
                      <a:pt x="11068" y="11813"/>
                      <a:pt x="11211" y="11956"/>
                    </a:cubicBezTo>
                    <a:cubicBezTo>
                      <a:pt x="11211" y="12099"/>
                      <a:pt x="10997" y="12313"/>
                      <a:pt x="11068" y="12456"/>
                    </a:cubicBezTo>
                    <a:cubicBezTo>
                      <a:pt x="11068" y="12670"/>
                      <a:pt x="11354" y="12813"/>
                      <a:pt x="11354" y="13099"/>
                    </a:cubicBezTo>
                    <a:cubicBezTo>
                      <a:pt x="11354" y="13099"/>
                      <a:pt x="11354" y="13170"/>
                      <a:pt x="11354" y="13170"/>
                    </a:cubicBezTo>
                    <a:cubicBezTo>
                      <a:pt x="11354" y="13384"/>
                      <a:pt x="11568" y="13384"/>
                      <a:pt x="11782" y="13456"/>
                    </a:cubicBezTo>
                    <a:cubicBezTo>
                      <a:pt x="11996" y="13527"/>
                      <a:pt x="12210" y="13741"/>
                      <a:pt x="12282" y="14027"/>
                    </a:cubicBezTo>
                    <a:cubicBezTo>
                      <a:pt x="12353" y="14170"/>
                      <a:pt x="12282" y="14312"/>
                      <a:pt x="12353" y="14455"/>
                    </a:cubicBezTo>
                    <a:cubicBezTo>
                      <a:pt x="12639" y="14812"/>
                      <a:pt x="12710" y="15241"/>
                      <a:pt x="12853" y="15598"/>
                    </a:cubicBezTo>
                    <a:cubicBezTo>
                      <a:pt x="13210" y="16026"/>
                      <a:pt x="13496" y="16597"/>
                      <a:pt x="13853" y="17026"/>
                    </a:cubicBezTo>
                    <a:cubicBezTo>
                      <a:pt x="14138" y="17383"/>
                      <a:pt x="14281" y="17954"/>
                      <a:pt x="14138" y="18454"/>
                    </a:cubicBezTo>
                    <a:cubicBezTo>
                      <a:pt x="14067" y="18597"/>
                      <a:pt x="13924" y="18811"/>
                      <a:pt x="13996" y="19025"/>
                    </a:cubicBezTo>
                    <a:cubicBezTo>
                      <a:pt x="14281" y="19668"/>
                      <a:pt x="14567" y="20096"/>
                      <a:pt x="14995" y="20667"/>
                    </a:cubicBezTo>
                    <a:cubicBezTo>
                      <a:pt x="15209" y="20953"/>
                      <a:pt x="15495" y="20524"/>
                      <a:pt x="15709" y="20382"/>
                    </a:cubicBezTo>
                    <a:cubicBezTo>
                      <a:pt x="16066" y="20096"/>
                      <a:pt x="16637" y="20096"/>
                      <a:pt x="16923" y="19739"/>
                    </a:cubicBezTo>
                    <a:cubicBezTo>
                      <a:pt x="16994" y="19596"/>
                      <a:pt x="16994" y="19453"/>
                      <a:pt x="16923" y="19382"/>
                    </a:cubicBezTo>
                    <a:cubicBezTo>
                      <a:pt x="16852" y="18954"/>
                      <a:pt x="16709" y="18597"/>
                      <a:pt x="16495" y="18311"/>
                    </a:cubicBezTo>
                    <a:cubicBezTo>
                      <a:pt x="16066" y="17811"/>
                      <a:pt x="15638" y="17169"/>
                      <a:pt x="15709" y="16455"/>
                    </a:cubicBezTo>
                    <a:cubicBezTo>
                      <a:pt x="15709" y="16026"/>
                      <a:pt x="15995" y="16098"/>
                      <a:pt x="16280" y="16169"/>
                    </a:cubicBezTo>
                    <a:cubicBezTo>
                      <a:pt x="16566" y="16169"/>
                      <a:pt x="17066" y="16098"/>
                      <a:pt x="17423" y="16098"/>
                    </a:cubicBezTo>
                    <a:cubicBezTo>
                      <a:pt x="17566" y="16098"/>
                      <a:pt x="17708" y="16098"/>
                      <a:pt x="17851" y="16026"/>
                    </a:cubicBezTo>
                    <a:cubicBezTo>
                      <a:pt x="17994" y="15955"/>
                      <a:pt x="18137" y="15741"/>
                      <a:pt x="18280" y="15598"/>
                    </a:cubicBezTo>
                    <a:cubicBezTo>
                      <a:pt x="18637" y="15312"/>
                      <a:pt x="18922" y="15098"/>
                      <a:pt x="19065" y="14884"/>
                    </a:cubicBezTo>
                    <a:cubicBezTo>
                      <a:pt x="19279" y="14741"/>
                      <a:pt x="19279" y="14241"/>
                      <a:pt x="19208" y="13741"/>
                    </a:cubicBezTo>
                    <a:cubicBezTo>
                      <a:pt x="19208" y="13313"/>
                      <a:pt x="19708" y="13384"/>
                      <a:pt x="19922" y="13099"/>
                    </a:cubicBezTo>
                    <a:cubicBezTo>
                      <a:pt x="20065" y="12956"/>
                      <a:pt x="20207" y="12813"/>
                      <a:pt x="20136" y="12670"/>
                    </a:cubicBezTo>
                    <a:close/>
                    <a:moveTo>
                      <a:pt x="12853" y="26879"/>
                    </a:moveTo>
                    <a:cubicBezTo>
                      <a:pt x="12853" y="26879"/>
                      <a:pt x="12853" y="26879"/>
                      <a:pt x="12853" y="26879"/>
                    </a:cubicBezTo>
                    <a:cubicBezTo>
                      <a:pt x="12782" y="26879"/>
                      <a:pt x="12782" y="26879"/>
                      <a:pt x="12782" y="26879"/>
                    </a:cubicBezTo>
                    <a:cubicBezTo>
                      <a:pt x="12710" y="26879"/>
                      <a:pt x="12710" y="26879"/>
                      <a:pt x="12710" y="26879"/>
                    </a:cubicBezTo>
                    <a:cubicBezTo>
                      <a:pt x="12639" y="26879"/>
                      <a:pt x="12639" y="26879"/>
                      <a:pt x="12639" y="26879"/>
                    </a:cubicBezTo>
                    <a:cubicBezTo>
                      <a:pt x="12639" y="26879"/>
                      <a:pt x="12639" y="26879"/>
                      <a:pt x="12639" y="26879"/>
                    </a:cubicBezTo>
                    <a:cubicBezTo>
                      <a:pt x="12639" y="26951"/>
                      <a:pt x="12639" y="26951"/>
                      <a:pt x="12639" y="26951"/>
                    </a:cubicBezTo>
                    <a:cubicBezTo>
                      <a:pt x="12639" y="26951"/>
                      <a:pt x="12639" y="26951"/>
                      <a:pt x="12639" y="26951"/>
                    </a:cubicBezTo>
                    <a:cubicBezTo>
                      <a:pt x="12710" y="26951"/>
                      <a:pt x="12710" y="26951"/>
                      <a:pt x="12710" y="26951"/>
                    </a:cubicBezTo>
                    <a:cubicBezTo>
                      <a:pt x="12782" y="26951"/>
                      <a:pt x="12782" y="26951"/>
                      <a:pt x="12782" y="26951"/>
                    </a:cubicBezTo>
                    <a:cubicBezTo>
                      <a:pt x="12924" y="26951"/>
                      <a:pt x="12924" y="26951"/>
                      <a:pt x="12924" y="26951"/>
                    </a:cubicBezTo>
                    <a:cubicBezTo>
                      <a:pt x="12924" y="26951"/>
                      <a:pt x="12924" y="26951"/>
                      <a:pt x="12924" y="26951"/>
                    </a:cubicBezTo>
                    <a:close/>
                    <a:moveTo>
                      <a:pt x="11853" y="24880"/>
                    </a:moveTo>
                    <a:cubicBezTo>
                      <a:pt x="11853" y="24737"/>
                      <a:pt x="11853" y="24737"/>
                      <a:pt x="11853" y="24737"/>
                    </a:cubicBezTo>
                    <a:cubicBezTo>
                      <a:pt x="11782" y="24808"/>
                      <a:pt x="11782" y="24808"/>
                      <a:pt x="11782" y="24808"/>
                    </a:cubicBezTo>
                    <a:cubicBezTo>
                      <a:pt x="11782" y="24951"/>
                      <a:pt x="11782" y="24951"/>
                      <a:pt x="11782" y="24951"/>
                    </a:cubicBezTo>
                    <a:cubicBezTo>
                      <a:pt x="11853" y="25094"/>
                      <a:pt x="11853" y="25094"/>
                      <a:pt x="11853" y="25094"/>
                    </a:cubicBezTo>
                    <a:cubicBezTo>
                      <a:pt x="11996" y="25094"/>
                      <a:pt x="11996" y="25094"/>
                      <a:pt x="11996" y="25094"/>
                    </a:cubicBezTo>
                    <a:cubicBezTo>
                      <a:pt x="12068" y="25094"/>
                      <a:pt x="12068" y="25094"/>
                      <a:pt x="12068" y="25094"/>
                    </a:cubicBezTo>
                    <a:cubicBezTo>
                      <a:pt x="11925" y="24951"/>
                      <a:pt x="11925" y="24951"/>
                      <a:pt x="11925" y="24951"/>
                    </a:cubicBezTo>
                    <a:close/>
                    <a:moveTo>
                      <a:pt x="11354" y="25451"/>
                    </a:moveTo>
                    <a:cubicBezTo>
                      <a:pt x="11282" y="25380"/>
                      <a:pt x="11211" y="25094"/>
                      <a:pt x="11139" y="24951"/>
                    </a:cubicBezTo>
                    <a:cubicBezTo>
                      <a:pt x="11139" y="24880"/>
                      <a:pt x="11282" y="24808"/>
                      <a:pt x="11425" y="24808"/>
                    </a:cubicBezTo>
                    <a:cubicBezTo>
                      <a:pt x="11782" y="24808"/>
                      <a:pt x="11711" y="24380"/>
                      <a:pt x="11639" y="24094"/>
                    </a:cubicBezTo>
                    <a:cubicBezTo>
                      <a:pt x="11425" y="23809"/>
                      <a:pt x="11139" y="23523"/>
                      <a:pt x="10854" y="23238"/>
                    </a:cubicBezTo>
                    <a:cubicBezTo>
                      <a:pt x="10568" y="23023"/>
                      <a:pt x="10425" y="22738"/>
                      <a:pt x="10140" y="22595"/>
                    </a:cubicBezTo>
                    <a:cubicBezTo>
                      <a:pt x="10068" y="22524"/>
                      <a:pt x="9926" y="22595"/>
                      <a:pt x="9854" y="22666"/>
                    </a:cubicBezTo>
                    <a:cubicBezTo>
                      <a:pt x="9711" y="22809"/>
                      <a:pt x="9854" y="23095"/>
                      <a:pt x="9926" y="23309"/>
                    </a:cubicBezTo>
                    <a:cubicBezTo>
                      <a:pt x="9926" y="23523"/>
                      <a:pt x="9783" y="23737"/>
                      <a:pt x="9926" y="23880"/>
                    </a:cubicBezTo>
                    <a:cubicBezTo>
                      <a:pt x="10068" y="24094"/>
                      <a:pt x="10211" y="24237"/>
                      <a:pt x="10354" y="24380"/>
                    </a:cubicBezTo>
                    <a:cubicBezTo>
                      <a:pt x="10497" y="24451"/>
                      <a:pt x="10640" y="24594"/>
                      <a:pt x="10782" y="24666"/>
                    </a:cubicBezTo>
                    <a:cubicBezTo>
                      <a:pt x="10854" y="24808"/>
                      <a:pt x="10854" y="24951"/>
                      <a:pt x="10854" y="25094"/>
                    </a:cubicBezTo>
                    <a:cubicBezTo>
                      <a:pt x="10854" y="25165"/>
                      <a:pt x="10925" y="25237"/>
                      <a:pt x="10854" y="25237"/>
                    </a:cubicBezTo>
                    <a:cubicBezTo>
                      <a:pt x="10854" y="25308"/>
                      <a:pt x="10782" y="25308"/>
                      <a:pt x="10782" y="25308"/>
                    </a:cubicBezTo>
                    <a:cubicBezTo>
                      <a:pt x="10854" y="25380"/>
                      <a:pt x="10925" y="25451"/>
                      <a:pt x="10997" y="25522"/>
                    </a:cubicBezTo>
                    <a:cubicBezTo>
                      <a:pt x="11139" y="25737"/>
                      <a:pt x="11354" y="25951"/>
                      <a:pt x="11639" y="26022"/>
                    </a:cubicBezTo>
                    <a:cubicBezTo>
                      <a:pt x="11782" y="25951"/>
                      <a:pt x="11425" y="25594"/>
                      <a:pt x="11354" y="2552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9"/>
              <p:cNvSpPr/>
              <p:nvPr/>
            </p:nvSpPr>
            <p:spPr>
              <a:xfrm>
                <a:off x="3926750" y="2593300"/>
                <a:ext cx="173250" cy="423325"/>
              </a:xfrm>
              <a:custGeom>
                <a:rect b="b" l="l" r="r" t="t"/>
                <a:pathLst>
                  <a:path extrusionOk="0" h="16933" w="6930">
                    <a:moveTo>
                      <a:pt x="6897" y="6855"/>
                    </a:moveTo>
                    <a:cubicBezTo>
                      <a:pt x="6754" y="6641"/>
                      <a:pt x="6754" y="6284"/>
                      <a:pt x="6826" y="6070"/>
                    </a:cubicBezTo>
                    <a:cubicBezTo>
                      <a:pt x="6969" y="5499"/>
                      <a:pt x="6326" y="5142"/>
                      <a:pt x="6112" y="4713"/>
                    </a:cubicBezTo>
                    <a:cubicBezTo>
                      <a:pt x="5897" y="4213"/>
                      <a:pt x="5969" y="3571"/>
                      <a:pt x="5540" y="3356"/>
                    </a:cubicBezTo>
                    <a:cubicBezTo>
                      <a:pt x="5326" y="3285"/>
                      <a:pt x="5041" y="3214"/>
                      <a:pt x="4826" y="3071"/>
                    </a:cubicBezTo>
                    <a:cubicBezTo>
                      <a:pt x="4684" y="2999"/>
                      <a:pt x="4612" y="2714"/>
                      <a:pt x="4684" y="2500"/>
                    </a:cubicBezTo>
                    <a:cubicBezTo>
                      <a:pt x="4755" y="2428"/>
                      <a:pt x="4898" y="2285"/>
                      <a:pt x="5041" y="2214"/>
                    </a:cubicBezTo>
                    <a:cubicBezTo>
                      <a:pt x="5255" y="2000"/>
                      <a:pt x="5326" y="1786"/>
                      <a:pt x="5183" y="1500"/>
                    </a:cubicBezTo>
                    <a:cubicBezTo>
                      <a:pt x="5112" y="1214"/>
                      <a:pt x="5112" y="929"/>
                      <a:pt x="5112" y="572"/>
                    </a:cubicBezTo>
                    <a:cubicBezTo>
                      <a:pt x="5112" y="358"/>
                      <a:pt x="5112" y="358"/>
                      <a:pt x="5112" y="143"/>
                    </a:cubicBezTo>
                    <a:cubicBezTo>
                      <a:pt x="5112" y="72"/>
                      <a:pt x="5041" y="1"/>
                      <a:pt x="4969" y="1"/>
                    </a:cubicBezTo>
                    <a:cubicBezTo>
                      <a:pt x="4898" y="1"/>
                      <a:pt x="4826" y="215"/>
                      <a:pt x="4755" y="286"/>
                    </a:cubicBezTo>
                    <a:cubicBezTo>
                      <a:pt x="4541" y="572"/>
                      <a:pt x="4541" y="1000"/>
                      <a:pt x="4398" y="1286"/>
                    </a:cubicBezTo>
                    <a:cubicBezTo>
                      <a:pt x="4255" y="1786"/>
                      <a:pt x="3684" y="1928"/>
                      <a:pt x="3541" y="2428"/>
                    </a:cubicBezTo>
                    <a:cubicBezTo>
                      <a:pt x="3470" y="2714"/>
                      <a:pt x="3613" y="3071"/>
                      <a:pt x="3470" y="3285"/>
                    </a:cubicBezTo>
                    <a:cubicBezTo>
                      <a:pt x="3256" y="3642"/>
                      <a:pt x="3541" y="4070"/>
                      <a:pt x="3541" y="4427"/>
                    </a:cubicBezTo>
                    <a:cubicBezTo>
                      <a:pt x="3541" y="4784"/>
                      <a:pt x="3398" y="5070"/>
                      <a:pt x="3470" y="5356"/>
                    </a:cubicBezTo>
                    <a:cubicBezTo>
                      <a:pt x="3541" y="5784"/>
                      <a:pt x="3898" y="6141"/>
                      <a:pt x="3755" y="6570"/>
                    </a:cubicBezTo>
                    <a:cubicBezTo>
                      <a:pt x="3684" y="7069"/>
                      <a:pt x="3041" y="6855"/>
                      <a:pt x="2899" y="7284"/>
                    </a:cubicBezTo>
                    <a:cubicBezTo>
                      <a:pt x="2756" y="7783"/>
                      <a:pt x="2470" y="8212"/>
                      <a:pt x="2327" y="8640"/>
                    </a:cubicBezTo>
                    <a:cubicBezTo>
                      <a:pt x="2185" y="9426"/>
                      <a:pt x="2684" y="9854"/>
                      <a:pt x="1828" y="10425"/>
                    </a:cubicBezTo>
                    <a:cubicBezTo>
                      <a:pt x="1542" y="10711"/>
                      <a:pt x="1185" y="11211"/>
                      <a:pt x="757" y="11211"/>
                    </a:cubicBezTo>
                    <a:cubicBezTo>
                      <a:pt x="185" y="11068"/>
                      <a:pt x="114" y="11353"/>
                      <a:pt x="43" y="11853"/>
                    </a:cubicBezTo>
                    <a:cubicBezTo>
                      <a:pt x="-243" y="12996"/>
                      <a:pt x="1042" y="11925"/>
                      <a:pt x="614" y="13210"/>
                    </a:cubicBezTo>
                    <a:cubicBezTo>
                      <a:pt x="542" y="13567"/>
                      <a:pt x="542" y="13852"/>
                      <a:pt x="257" y="13924"/>
                    </a:cubicBezTo>
                    <a:cubicBezTo>
                      <a:pt x="-172" y="14067"/>
                      <a:pt x="257" y="14424"/>
                      <a:pt x="328" y="14638"/>
                    </a:cubicBezTo>
                    <a:cubicBezTo>
                      <a:pt x="542" y="15209"/>
                      <a:pt x="400" y="15852"/>
                      <a:pt x="757" y="16423"/>
                    </a:cubicBezTo>
                    <a:cubicBezTo>
                      <a:pt x="899" y="16637"/>
                      <a:pt x="971" y="16994"/>
                      <a:pt x="1256" y="16923"/>
                    </a:cubicBezTo>
                    <a:cubicBezTo>
                      <a:pt x="1471" y="16851"/>
                      <a:pt x="1613" y="16709"/>
                      <a:pt x="1828" y="16637"/>
                    </a:cubicBezTo>
                    <a:cubicBezTo>
                      <a:pt x="2185" y="16494"/>
                      <a:pt x="2542" y="16566"/>
                      <a:pt x="2899" y="16423"/>
                    </a:cubicBezTo>
                    <a:cubicBezTo>
                      <a:pt x="3184" y="16352"/>
                      <a:pt x="3398" y="16066"/>
                      <a:pt x="3755" y="16209"/>
                    </a:cubicBezTo>
                    <a:cubicBezTo>
                      <a:pt x="3970" y="16280"/>
                      <a:pt x="4255" y="16494"/>
                      <a:pt x="4541" y="16352"/>
                    </a:cubicBezTo>
                    <a:cubicBezTo>
                      <a:pt x="4612" y="16280"/>
                      <a:pt x="4541" y="16137"/>
                      <a:pt x="4541" y="15995"/>
                    </a:cubicBezTo>
                    <a:cubicBezTo>
                      <a:pt x="4469" y="15638"/>
                      <a:pt x="4327" y="15280"/>
                      <a:pt x="4184" y="14923"/>
                    </a:cubicBezTo>
                    <a:cubicBezTo>
                      <a:pt x="4112" y="14709"/>
                      <a:pt x="4327" y="14638"/>
                      <a:pt x="4541" y="14638"/>
                    </a:cubicBezTo>
                    <a:cubicBezTo>
                      <a:pt x="4826" y="14495"/>
                      <a:pt x="5112" y="14352"/>
                      <a:pt x="5326" y="14209"/>
                    </a:cubicBezTo>
                    <a:cubicBezTo>
                      <a:pt x="5398" y="14209"/>
                      <a:pt x="5469" y="14138"/>
                      <a:pt x="5469" y="14067"/>
                    </a:cubicBezTo>
                    <a:cubicBezTo>
                      <a:pt x="5326" y="13638"/>
                      <a:pt x="5041" y="13281"/>
                      <a:pt x="4969" y="12781"/>
                    </a:cubicBezTo>
                    <a:cubicBezTo>
                      <a:pt x="4898" y="12567"/>
                      <a:pt x="4898" y="12353"/>
                      <a:pt x="4898" y="12139"/>
                    </a:cubicBezTo>
                    <a:cubicBezTo>
                      <a:pt x="4898" y="12067"/>
                      <a:pt x="4898" y="11996"/>
                      <a:pt x="4969" y="11996"/>
                    </a:cubicBezTo>
                    <a:cubicBezTo>
                      <a:pt x="5255" y="11782"/>
                      <a:pt x="5826" y="11996"/>
                      <a:pt x="6254" y="11710"/>
                    </a:cubicBezTo>
                    <a:cubicBezTo>
                      <a:pt x="6469" y="11568"/>
                      <a:pt x="6397" y="11211"/>
                      <a:pt x="6326" y="10925"/>
                    </a:cubicBezTo>
                    <a:cubicBezTo>
                      <a:pt x="6183" y="10639"/>
                      <a:pt x="6112" y="10282"/>
                      <a:pt x="6112" y="9997"/>
                    </a:cubicBezTo>
                    <a:cubicBezTo>
                      <a:pt x="6112" y="9783"/>
                      <a:pt x="6112" y="9568"/>
                      <a:pt x="5897" y="9354"/>
                    </a:cubicBezTo>
                    <a:cubicBezTo>
                      <a:pt x="5755" y="9211"/>
                      <a:pt x="5540" y="9069"/>
                      <a:pt x="5469" y="8854"/>
                    </a:cubicBezTo>
                    <a:cubicBezTo>
                      <a:pt x="5398" y="8283"/>
                      <a:pt x="5969" y="7926"/>
                      <a:pt x="6397" y="7712"/>
                    </a:cubicBezTo>
                    <a:cubicBezTo>
                      <a:pt x="6683" y="7569"/>
                      <a:pt x="7040" y="7141"/>
                      <a:pt x="6897" y="68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59"/>
              <p:cNvSpPr/>
              <p:nvPr/>
            </p:nvSpPr>
            <p:spPr>
              <a:xfrm>
                <a:off x="3926750" y="2593300"/>
                <a:ext cx="173250" cy="423325"/>
              </a:xfrm>
              <a:custGeom>
                <a:rect b="b" l="l" r="r" t="t"/>
                <a:pathLst>
                  <a:path extrusionOk="0" fill="none" h="16933" w="6930">
                    <a:moveTo>
                      <a:pt x="6897" y="6855"/>
                    </a:moveTo>
                    <a:cubicBezTo>
                      <a:pt x="6754" y="6641"/>
                      <a:pt x="6754" y="6284"/>
                      <a:pt x="6826" y="6070"/>
                    </a:cubicBezTo>
                    <a:cubicBezTo>
                      <a:pt x="6969" y="5499"/>
                      <a:pt x="6326" y="5142"/>
                      <a:pt x="6112" y="4713"/>
                    </a:cubicBezTo>
                    <a:cubicBezTo>
                      <a:pt x="5897" y="4213"/>
                      <a:pt x="5969" y="3571"/>
                      <a:pt x="5540" y="3356"/>
                    </a:cubicBezTo>
                    <a:cubicBezTo>
                      <a:pt x="5326" y="3285"/>
                      <a:pt x="5041" y="3214"/>
                      <a:pt x="4826" y="3071"/>
                    </a:cubicBezTo>
                    <a:cubicBezTo>
                      <a:pt x="4684" y="2999"/>
                      <a:pt x="4612" y="2714"/>
                      <a:pt x="4684" y="2500"/>
                    </a:cubicBezTo>
                    <a:cubicBezTo>
                      <a:pt x="4755" y="2428"/>
                      <a:pt x="4898" y="2285"/>
                      <a:pt x="5041" y="2214"/>
                    </a:cubicBezTo>
                    <a:cubicBezTo>
                      <a:pt x="5255" y="2000"/>
                      <a:pt x="5326" y="1786"/>
                      <a:pt x="5183" y="1500"/>
                    </a:cubicBezTo>
                    <a:cubicBezTo>
                      <a:pt x="5112" y="1214"/>
                      <a:pt x="5112" y="929"/>
                      <a:pt x="5112" y="572"/>
                    </a:cubicBezTo>
                    <a:cubicBezTo>
                      <a:pt x="5112" y="358"/>
                      <a:pt x="5112" y="358"/>
                      <a:pt x="5112" y="143"/>
                    </a:cubicBezTo>
                    <a:cubicBezTo>
                      <a:pt x="5112" y="72"/>
                      <a:pt x="5041" y="1"/>
                      <a:pt x="4969" y="1"/>
                    </a:cubicBezTo>
                    <a:cubicBezTo>
                      <a:pt x="4898" y="1"/>
                      <a:pt x="4826" y="215"/>
                      <a:pt x="4755" y="286"/>
                    </a:cubicBezTo>
                    <a:cubicBezTo>
                      <a:pt x="4541" y="572"/>
                      <a:pt x="4541" y="1000"/>
                      <a:pt x="4398" y="1286"/>
                    </a:cubicBezTo>
                    <a:cubicBezTo>
                      <a:pt x="4255" y="1786"/>
                      <a:pt x="3684" y="1928"/>
                      <a:pt x="3541" y="2428"/>
                    </a:cubicBezTo>
                    <a:cubicBezTo>
                      <a:pt x="3470" y="2714"/>
                      <a:pt x="3613" y="3071"/>
                      <a:pt x="3470" y="3285"/>
                    </a:cubicBezTo>
                    <a:cubicBezTo>
                      <a:pt x="3256" y="3642"/>
                      <a:pt x="3541" y="4070"/>
                      <a:pt x="3541" y="4427"/>
                    </a:cubicBezTo>
                    <a:cubicBezTo>
                      <a:pt x="3541" y="4784"/>
                      <a:pt x="3398" y="5070"/>
                      <a:pt x="3470" y="5356"/>
                    </a:cubicBezTo>
                    <a:cubicBezTo>
                      <a:pt x="3541" y="5784"/>
                      <a:pt x="3898" y="6141"/>
                      <a:pt x="3755" y="6570"/>
                    </a:cubicBezTo>
                    <a:cubicBezTo>
                      <a:pt x="3684" y="7069"/>
                      <a:pt x="3041" y="6855"/>
                      <a:pt x="2899" y="7284"/>
                    </a:cubicBezTo>
                    <a:cubicBezTo>
                      <a:pt x="2756" y="7783"/>
                      <a:pt x="2470" y="8212"/>
                      <a:pt x="2327" y="8640"/>
                    </a:cubicBezTo>
                    <a:cubicBezTo>
                      <a:pt x="2185" y="9426"/>
                      <a:pt x="2684" y="9854"/>
                      <a:pt x="1828" y="10425"/>
                    </a:cubicBezTo>
                    <a:cubicBezTo>
                      <a:pt x="1542" y="10711"/>
                      <a:pt x="1185" y="11211"/>
                      <a:pt x="757" y="11211"/>
                    </a:cubicBezTo>
                    <a:cubicBezTo>
                      <a:pt x="185" y="11068"/>
                      <a:pt x="114" y="11353"/>
                      <a:pt x="43" y="11853"/>
                    </a:cubicBezTo>
                    <a:cubicBezTo>
                      <a:pt x="-243" y="12996"/>
                      <a:pt x="1042" y="11925"/>
                      <a:pt x="614" y="13210"/>
                    </a:cubicBezTo>
                    <a:cubicBezTo>
                      <a:pt x="542" y="13567"/>
                      <a:pt x="542" y="13852"/>
                      <a:pt x="257" y="13924"/>
                    </a:cubicBezTo>
                    <a:cubicBezTo>
                      <a:pt x="-172" y="14067"/>
                      <a:pt x="257" y="14424"/>
                      <a:pt x="328" y="14638"/>
                    </a:cubicBezTo>
                    <a:cubicBezTo>
                      <a:pt x="542" y="15209"/>
                      <a:pt x="400" y="15852"/>
                      <a:pt x="757" y="16423"/>
                    </a:cubicBezTo>
                    <a:cubicBezTo>
                      <a:pt x="899" y="16637"/>
                      <a:pt x="971" y="16994"/>
                      <a:pt x="1256" y="16923"/>
                    </a:cubicBezTo>
                    <a:cubicBezTo>
                      <a:pt x="1471" y="16851"/>
                      <a:pt x="1613" y="16709"/>
                      <a:pt x="1828" y="16637"/>
                    </a:cubicBezTo>
                    <a:cubicBezTo>
                      <a:pt x="2185" y="16494"/>
                      <a:pt x="2542" y="16566"/>
                      <a:pt x="2899" y="16423"/>
                    </a:cubicBezTo>
                    <a:cubicBezTo>
                      <a:pt x="3184" y="16352"/>
                      <a:pt x="3398" y="16066"/>
                      <a:pt x="3755" y="16209"/>
                    </a:cubicBezTo>
                    <a:cubicBezTo>
                      <a:pt x="3970" y="16280"/>
                      <a:pt x="4255" y="16494"/>
                      <a:pt x="4541" y="16352"/>
                    </a:cubicBezTo>
                    <a:cubicBezTo>
                      <a:pt x="4612" y="16280"/>
                      <a:pt x="4541" y="16137"/>
                      <a:pt x="4541" y="15995"/>
                    </a:cubicBezTo>
                    <a:cubicBezTo>
                      <a:pt x="4469" y="15638"/>
                      <a:pt x="4327" y="15280"/>
                      <a:pt x="4184" y="14923"/>
                    </a:cubicBezTo>
                    <a:cubicBezTo>
                      <a:pt x="4112" y="14709"/>
                      <a:pt x="4327" y="14638"/>
                      <a:pt x="4541" y="14638"/>
                    </a:cubicBezTo>
                    <a:cubicBezTo>
                      <a:pt x="4826" y="14495"/>
                      <a:pt x="5112" y="14352"/>
                      <a:pt x="5326" y="14209"/>
                    </a:cubicBezTo>
                    <a:cubicBezTo>
                      <a:pt x="5398" y="14209"/>
                      <a:pt x="5469" y="14138"/>
                      <a:pt x="5469" y="14067"/>
                    </a:cubicBezTo>
                    <a:cubicBezTo>
                      <a:pt x="5326" y="13638"/>
                      <a:pt x="5041" y="13281"/>
                      <a:pt x="4969" y="12781"/>
                    </a:cubicBezTo>
                    <a:cubicBezTo>
                      <a:pt x="4898" y="12567"/>
                      <a:pt x="4898" y="12353"/>
                      <a:pt x="4898" y="12139"/>
                    </a:cubicBezTo>
                    <a:cubicBezTo>
                      <a:pt x="4898" y="12067"/>
                      <a:pt x="4898" y="11996"/>
                      <a:pt x="4969" y="11996"/>
                    </a:cubicBezTo>
                    <a:cubicBezTo>
                      <a:pt x="5255" y="11782"/>
                      <a:pt x="5826" y="11996"/>
                      <a:pt x="6254" y="11710"/>
                    </a:cubicBezTo>
                    <a:cubicBezTo>
                      <a:pt x="6469" y="11568"/>
                      <a:pt x="6397" y="11211"/>
                      <a:pt x="6326" y="10925"/>
                    </a:cubicBezTo>
                    <a:cubicBezTo>
                      <a:pt x="6183" y="10639"/>
                      <a:pt x="6112" y="10282"/>
                      <a:pt x="6112" y="9997"/>
                    </a:cubicBezTo>
                    <a:cubicBezTo>
                      <a:pt x="6112" y="9783"/>
                      <a:pt x="6112" y="9568"/>
                      <a:pt x="5897" y="9354"/>
                    </a:cubicBezTo>
                    <a:cubicBezTo>
                      <a:pt x="5755" y="9211"/>
                      <a:pt x="5540" y="9069"/>
                      <a:pt x="5469" y="8854"/>
                    </a:cubicBezTo>
                    <a:cubicBezTo>
                      <a:pt x="5398" y="8283"/>
                      <a:pt x="5969" y="7926"/>
                      <a:pt x="6397" y="7712"/>
                    </a:cubicBezTo>
                    <a:cubicBezTo>
                      <a:pt x="6683" y="7569"/>
                      <a:pt x="7040" y="7141"/>
                      <a:pt x="6897" y="68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9"/>
              <p:cNvSpPr/>
              <p:nvPr/>
            </p:nvSpPr>
            <p:spPr>
              <a:xfrm>
                <a:off x="5564675" y="2298775"/>
                <a:ext cx="926475" cy="830550"/>
              </a:xfrm>
              <a:custGeom>
                <a:rect b="b" l="l" r="r" t="t"/>
                <a:pathLst>
                  <a:path extrusionOk="0" h="33222" w="37059">
                    <a:moveTo>
                      <a:pt x="12211" y="0"/>
                    </a:moveTo>
                    <a:cubicBezTo>
                      <a:pt x="12139" y="72"/>
                      <a:pt x="12139" y="72"/>
                      <a:pt x="12139" y="72"/>
                    </a:cubicBezTo>
                    <a:cubicBezTo>
                      <a:pt x="12139" y="143"/>
                      <a:pt x="12139" y="143"/>
                      <a:pt x="12139" y="143"/>
                    </a:cubicBezTo>
                    <a:cubicBezTo>
                      <a:pt x="12139" y="215"/>
                      <a:pt x="12139" y="215"/>
                      <a:pt x="12139" y="215"/>
                    </a:cubicBezTo>
                    <a:lnTo>
                      <a:pt x="12211" y="143"/>
                    </a:lnTo>
                    <a:cubicBezTo>
                      <a:pt x="12211" y="72"/>
                      <a:pt x="12211" y="72"/>
                      <a:pt x="12211" y="72"/>
                    </a:cubicBezTo>
                    <a:cubicBezTo>
                      <a:pt x="12282" y="0"/>
                      <a:pt x="12282" y="0"/>
                      <a:pt x="12282" y="0"/>
                    </a:cubicBezTo>
                    <a:close/>
                    <a:moveTo>
                      <a:pt x="31204" y="1928"/>
                    </a:moveTo>
                    <a:cubicBezTo>
                      <a:pt x="31132" y="2000"/>
                      <a:pt x="31132" y="2000"/>
                      <a:pt x="31132" y="2000"/>
                    </a:cubicBezTo>
                    <a:cubicBezTo>
                      <a:pt x="31061" y="2071"/>
                      <a:pt x="31061" y="2071"/>
                      <a:pt x="31061" y="2071"/>
                    </a:cubicBezTo>
                    <a:cubicBezTo>
                      <a:pt x="31061" y="2142"/>
                      <a:pt x="31061" y="2142"/>
                      <a:pt x="31061" y="2142"/>
                    </a:cubicBezTo>
                    <a:lnTo>
                      <a:pt x="31204" y="2142"/>
                    </a:lnTo>
                    <a:cubicBezTo>
                      <a:pt x="31275" y="2071"/>
                      <a:pt x="31275" y="2071"/>
                      <a:pt x="31275" y="2071"/>
                    </a:cubicBezTo>
                    <a:cubicBezTo>
                      <a:pt x="31346" y="2000"/>
                      <a:pt x="31346" y="2000"/>
                      <a:pt x="31346" y="2000"/>
                    </a:cubicBezTo>
                    <a:cubicBezTo>
                      <a:pt x="31346" y="1928"/>
                      <a:pt x="31346" y="1928"/>
                      <a:pt x="31346" y="1928"/>
                    </a:cubicBezTo>
                    <a:close/>
                    <a:moveTo>
                      <a:pt x="9517" y="6670"/>
                    </a:moveTo>
                    <a:cubicBezTo>
                      <a:pt x="9402" y="6670"/>
                      <a:pt x="9296" y="6699"/>
                      <a:pt x="9212" y="6784"/>
                    </a:cubicBezTo>
                    <a:cubicBezTo>
                      <a:pt x="9140" y="6784"/>
                      <a:pt x="9140" y="6855"/>
                      <a:pt x="9069" y="6855"/>
                    </a:cubicBezTo>
                    <a:cubicBezTo>
                      <a:pt x="8926" y="6891"/>
                      <a:pt x="8783" y="6891"/>
                      <a:pt x="8641" y="6891"/>
                    </a:cubicBezTo>
                    <a:cubicBezTo>
                      <a:pt x="8498" y="6891"/>
                      <a:pt x="8355" y="6891"/>
                      <a:pt x="8212" y="6926"/>
                    </a:cubicBezTo>
                    <a:cubicBezTo>
                      <a:pt x="7927" y="6926"/>
                      <a:pt x="7784" y="6998"/>
                      <a:pt x="7570" y="6998"/>
                    </a:cubicBezTo>
                    <a:cubicBezTo>
                      <a:pt x="7498" y="6998"/>
                      <a:pt x="7355" y="6998"/>
                      <a:pt x="7284" y="7069"/>
                    </a:cubicBezTo>
                    <a:cubicBezTo>
                      <a:pt x="7141" y="7141"/>
                      <a:pt x="6998" y="7212"/>
                      <a:pt x="6784" y="7212"/>
                    </a:cubicBezTo>
                    <a:cubicBezTo>
                      <a:pt x="6742" y="7191"/>
                      <a:pt x="6707" y="7182"/>
                      <a:pt x="6673" y="7182"/>
                    </a:cubicBezTo>
                    <a:cubicBezTo>
                      <a:pt x="6593" y="7182"/>
                      <a:pt x="6528" y="7233"/>
                      <a:pt x="6427" y="7283"/>
                    </a:cubicBezTo>
                    <a:cubicBezTo>
                      <a:pt x="6380" y="7283"/>
                      <a:pt x="6332" y="7252"/>
                      <a:pt x="6263" y="7252"/>
                    </a:cubicBezTo>
                    <a:cubicBezTo>
                      <a:pt x="6229" y="7252"/>
                      <a:pt x="6189" y="7260"/>
                      <a:pt x="6142" y="7283"/>
                    </a:cubicBezTo>
                    <a:cubicBezTo>
                      <a:pt x="6070" y="7283"/>
                      <a:pt x="6070" y="7355"/>
                      <a:pt x="6070" y="7426"/>
                    </a:cubicBezTo>
                    <a:cubicBezTo>
                      <a:pt x="5999" y="7569"/>
                      <a:pt x="6142" y="7712"/>
                      <a:pt x="6284" y="7712"/>
                    </a:cubicBezTo>
                    <a:cubicBezTo>
                      <a:pt x="6356" y="7712"/>
                      <a:pt x="6356" y="7640"/>
                      <a:pt x="6427" y="7569"/>
                    </a:cubicBezTo>
                    <a:cubicBezTo>
                      <a:pt x="6463" y="7533"/>
                      <a:pt x="6516" y="7515"/>
                      <a:pt x="6570" y="7515"/>
                    </a:cubicBezTo>
                    <a:cubicBezTo>
                      <a:pt x="6623" y="7515"/>
                      <a:pt x="6677" y="7533"/>
                      <a:pt x="6713" y="7569"/>
                    </a:cubicBezTo>
                    <a:cubicBezTo>
                      <a:pt x="6927" y="7926"/>
                      <a:pt x="6713" y="7926"/>
                      <a:pt x="6356" y="7926"/>
                    </a:cubicBezTo>
                    <a:cubicBezTo>
                      <a:pt x="6284" y="7926"/>
                      <a:pt x="6070" y="7908"/>
                      <a:pt x="5918" y="7908"/>
                    </a:cubicBezTo>
                    <a:cubicBezTo>
                      <a:pt x="5767" y="7908"/>
                      <a:pt x="5677" y="7926"/>
                      <a:pt x="5856" y="7997"/>
                    </a:cubicBezTo>
                    <a:lnTo>
                      <a:pt x="5927" y="8069"/>
                    </a:lnTo>
                    <a:cubicBezTo>
                      <a:pt x="6236" y="8223"/>
                      <a:pt x="6582" y="8340"/>
                      <a:pt x="6938" y="8340"/>
                    </a:cubicBezTo>
                    <a:cubicBezTo>
                      <a:pt x="7076" y="8340"/>
                      <a:pt x="7216" y="8323"/>
                      <a:pt x="7355" y="8283"/>
                    </a:cubicBezTo>
                    <a:cubicBezTo>
                      <a:pt x="7641" y="8354"/>
                      <a:pt x="7641" y="8926"/>
                      <a:pt x="7712" y="9140"/>
                    </a:cubicBezTo>
                    <a:cubicBezTo>
                      <a:pt x="7730" y="9174"/>
                      <a:pt x="7747" y="9188"/>
                      <a:pt x="7763" y="9188"/>
                    </a:cubicBezTo>
                    <a:cubicBezTo>
                      <a:pt x="7814" y="9188"/>
                      <a:pt x="7855" y="9051"/>
                      <a:pt x="7855" y="8997"/>
                    </a:cubicBezTo>
                    <a:cubicBezTo>
                      <a:pt x="7908" y="8786"/>
                      <a:pt x="8196" y="8535"/>
                      <a:pt x="8399" y="8535"/>
                    </a:cubicBezTo>
                    <a:cubicBezTo>
                      <a:pt x="8471" y="8535"/>
                      <a:pt x="8532" y="8566"/>
                      <a:pt x="8569" y="8640"/>
                    </a:cubicBezTo>
                    <a:cubicBezTo>
                      <a:pt x="8641" y="8926"/>
                      <a:pt x="8712" y="9354"/>
                      <a:pt x="9069" y="9425"/>
                    </a:cubicBezTo>
                    <a:cubicBezTo>
                      <a:pt x="9355" y="9425"/>
                      <a:pt x="9712" y="9354"/>
                      <a:pt x="9997" y="9211"/>
                    </a:cubicBezTo>
                    <a:cubicBezTo>
                      <a:pt x="10464" y="8944"/>
                      <a:pt x="10058" y="8490"/>
                      <a:pt x="9654" y="8490"/>
                    </a:cubicBezTo>
                    <a:cubicBezTo>
                      <a:pt x="9625" y="8490"/>
                      <a:pt x="9597" y="8492"/>
                      <a:pt x="9569" y="8497"/>
                    </a:cubicBezTo>
                    <a:lnTo>
                      <a:pt x="9355" y="8497"/>
                    </a:lnTo>
                    <a:cubicBezTo>
                      <a:pt x="8926" y="8497"/>
                      <a:pt x="8855" y="7926"/>
                      <a:pt x="8569" y="7712"/>
                    </a:cubicBezTo>
                    <a:cubicBezTo>
                      <a:pt x="8426" y="7569"/>
                      <a:pt x="8284" y="7426"/>
                      <a:pt x="8284" y="7283"/>
                    </a:cubicBezTo>
                    <a:cubicBezTo>
                      <a:pt x="8316" y="7187"/>
                      <a:pt x="8392" y="7148"/>
                      <a:pt x="8472" y="7148"/>
                    </a:cubicBezTo>
                    <a:cubicBezTo>
                      <a:pt x="8569" y="7148"/>
                      <a:pt x="8673" y="7205"/>
                      <a:pt x="8712" y="7283"/>
                    </a:cubicBezTo>
                    <a:cubicBezTo>
                      <a:pt x="8926" y="7426"/>
                      <a:pt x="9212" y="7712"/>
                      <a:pt x="9283" y="7926"/>
                    </a:cubicBezTo>
                    <a:cubicBezTo>
                      <a:pt x="9426" y="8212"/>
                      <a:pt x="9712" y="8140"/>
                      <a:pt x="9926" y="8354"/>
                    </a:cubicBezTo>
                    <a:cubicBezTo>
                      <a:pt x="10236" y="8709"/>
                      <a:pt x="10381" y="8843"/>
                      <a:pt x="10634" y="8843"/>
                    </a:cubicBezTo>
                    <a:cubicBezTo>
                      <a:pt x="10789" y="8843"/>
                      <a:pt x="10984" y="8793"/>
                      <a:pt x="11282" y="8711"/>
                    </a:cubicBezTo>
                    <a:cubicBezTo>
                      <a:pt x="11315" y="8705"/>
                      <a:pt x="11347" y="8702"/>
                      <a:pt x="11379" y="8702"/>
                    </a:cubicBezTo>
                    <a:cubicBezTo>
                      <a:pt x="11660" y="8702"/>
                      <a:pt x="11898" y="8935"/>
                      <a:pt x="12132" y="8935"/>
                    </a:cubicBezTo>
                    <a:cubicBezTo>
                      <a:pt x="12158" y="8935"/>
                      <a:pt x="12184" y="8932"/>
                      <a:pt x="12211" y="8926"/>
                    </a:cubicBezTo>
                    <a:cubicBezTo>
                      <a:pt x="12425" y="8854"/>
                      <a:pt x="12568" y="8640"/>
                      <a:pt x="12710" y="8497"/>
                    </a:cubicBezTo>
                    <a:cubicBezTo>
                      <a:pt x="12782" y="8354"/>
                      <a:pt x="12639" y="8212"/>
                      <a:pt x="12639" y="8069"/>
                    </a:cubicBezTo>
                    <a:cubicBezTo>
                      <a:pt x="12639" y="7498"/>
                      <a:pt x="12139" y="7498"/>
                      <a:pt x="11782" y="7283"/>
                    </a:cubicBezTo>
                    <a:cubicBezTo>
                      <a:pt x="11497" y="7069"/>
                      <a:pt x="11140" y="7069"/>
                      <a:pt x="10854" y="6926"/>
                    </a:cubicBezTo>
                    <a:cubicBezTo>
                      <a:pt x="10568" y="6926"/>
                      <a:pt x="10354" y="6926"/>
                      <a:pt x="10069" y="6784"/>
                    </a:cubicBezTo>
                    <a:cubicBezTo>
                      <a:pt x="9895" y="6740"/>
                      <a:pt x="9695" y="6670"/>
                      <a:pt x="9517" y="6670"/>
                    </a:cubicBezTo>
                    <a:close/>
                    <a:moveTo>
                      <a:pt x="3714" y="9140"/>
                    </a:moveTo>
                    <a:cubicBezTo>
                      <a:pt x="3571" y="9211"/>
                      <a:pt x="3571" y="9211"/>
                      <a:pt x="3571" y="9211"/>
                    </a:cubicBezTo>
                    <a:cubicBezTo>
                      <a:pt x="3500" y="9283"/>
                      <a:pt x="3500" y="9283"/>
                      <a:pt x="3500" y="9283"/>
                    </a:cubicBezTo>
                    <a:lnTo>
                      <a:pt x="3428" y="9283"/>
                    </a:lnTo>
                    <a:cubicBezTo>
                      <a:pt x="3357" y="9354"/>
                      <a:pt x="3357" y="9354"/>
                      <a:pt x="3357" y="9354"/>
                    </a:cubicBezTo>
                    <a:cubicBezTo>
                      <a:pt x="3357" y="9497"/>
                      <a:pt x="3357" y="9497"/>
                      <a:pt x="3357" y="9497"/>
                    </a:cubicBezTo>
                    <a:cubicBezTo>
                      <a:pt x="3428" y="9640"/>
                      <a:pt x="3428" y="9640"/>
                      <a:pt x="3428" y="9640"/>
                    </a:cubicBezTo>
                    <a:lnTo>
                      <a:pt x="3500" y="9711"/>
                    </a:lnTo>
                    <a:lnTo>
                      <a:pt x="3642" y="9711"/>
                    </a:lnTo>
                    <a:cubicBezTo>
                      <a:pt x="3714" y="9568"/>
                      <a:pt x="3714" y="9568"/>
                      <a:pt x="3714" y="9568"/>
                    </a:cubicBezTo>
                    <a:cubicBezTo>
                      <a:pt x="3785" y="9497"/>
                      <a:pt x="3785" y="9497"/>
                      <a:pt x="3785" y="9497"/>
                    </a:cubicBezTo>
                    <a:cubicBezTo>
                      <a:pt x="3785" y="9425"/>
                      <a:pt x="3785" y="9425"/>
                      <a:pt x="3785" y="9425"/>
                    </a:cubicBezTo>
                    <a:cubicBezTo>
                      <a:pt x="3785" y="9354"/>
                      <a:pt x="3785" y="9354"/>
                      <a:pt x="3785" y="9354"/>
                    </a:cubicBezTo>
                    <a:cubicBezTo>
                      <a:pt x="3857" y="9283"/>
                      <a:pt x="3857" y="9283"/>
                      <a:pt x="3857" y="9283"/>
                    </a:cubicBezTo>
                    <a:cubicBezTo>
                      <a:pt x="3785" y="9211"/>
                      <a:pt x="3785" y="9211"/>
                      <a:pt x="3785" y="9211"/>
                    </a:cubicBezTo>
                    <a:cubicBezTo>
                      <a:pt x="3714" y="9140"/>
                      <a:pt x="3714" y="9140"/>
                      <a:pt x="3714" y="9140"/>
                    </a:cubicBezTo>
                    <a:close/>
                    <a:moveTo>
                      <a:pt x="8259" y="9164"/>
                    </a:moveTo>
                    <a:cubicBezTo>
                      <a:pt x="8215" y="9164"/>
                      <a:pt x="8174" y="9178"/>
                      <a:pt x="8141" y="9211"/>
                    </a:cubicBezTo>
                    <a:cubicBezTo>
                      <a:pt x="8069" y="9283"/>
                      <a:pt x="7998" y="9283"/>
                      <a:pt x="7927" y="9354"/>
                    </a:cubicBezTo>
                    <a:cubicBezTo>
                      <a:pt x="7836" y="9444"/>
                      <a:pt x="7717" y="9535"/>
                      <a:pt x="7624" y="9535"/>
                    </a:cubicBezTo>
                    <a:cubicBezTo>
                      <a:pt x="7570" y="9535"/>
                      <a:pt x="7524" y="9504"/>
                      <a:pt x="7498" y="9425"/>
                    </a:cubicBezTo>
                    <a:cubicBezTo>
                      <a:pt x="7488" y="9415"/>
                      <a:pt x="7478" y="9411"/>
                      <a:pt x="7468" y="9411"/>
                    </a:cubicBezTo>
                    <a:cubicBezTo>
                      <a:pt x="7406" y="9411"/>
                      <a:pt x="7345" y="9568"/>
                      <a:pt x="7284" y="9568"/>
                    </a:cubicBezTo>
                    <a:cubicBezTo>
                      <a:pt x="7284" y="9568"/>
                      <a:pt x="7252" y="9536"/>
                      <a:pt x="7231" y="9536"/>
                    </a:cubicBezTo>
                    <a:cubicBezTo>
                      <a:pt x="7220" y="9536"/>
                      <a:pt x="7213" y="9544"/>
                      <a:pt x="7213" y="9568"/>
                    </a:cubicBezTo>
                    <a:cubicBezTo>
                      <a:pt x="7213" y="9640"/>
                      <a:pt x="7284" y="9711"/>
                      <a:pt x="7355" y="9711"/>
                    </a:cubicBezTo>
                    <a:cubicBezTo>
                      <a:pt x="7498" y="9711"/>
                      <a:pt x="7284" y="9782"/>
                      <a:pt x="7213" y="9854"/>
                    </a:cubicBezTo>
                    <a:cubicBezTo>
                      <a:pt x="7236" y="9878"/>
                      <a:pt x="7268" y="9885"/>
                      <a:pt x="7302" y="9885"/>
                    </a:cubicBezTo>
                    <a:cubicBezTo>
                      <a:pt x="7371" y="9885"/>
                      <a:pt x="7451" y="9854"/>
                      <a:pt x="7498" y="9854"/>
                    </a:cubicBezTo>
                    <a:cubicBezTo>
                      <a:pt x="7570" y="9854"/>
                      <a:pt x="7712" y="9782"/>
                      <a:pt x="7784" y="9711"/>
                    </a:cubicBezTo>
                    <a:cubicBezTo>
                      <a:pt x="7855" y="9711"/>
                      <a:pt x="7855" y="9640"/>
                      <a:pt x="7855" y="9568"/>
                    </a:cubicBezTo>
                    <a:cubicBezTo>
                      <a:pt x="7917" y="9531"/>
                      <a:pt x="7964" y="9515"/>
                      <a:pt x="7999" y="9515"/>
                    </a:cubicBezTo>
                    <a:cubicBezTo>
                      <a:pt x="8162" y="9515"/>
                      <a:pt x="8044" y="9866"/>
                      <a:pt x="7927" y="9925"/>
                    </a:cubicBezTo>
                    <a:cubicBezTo>
                      <a:pt x="7947" y="9946"/>
                      <a:pt x="7987" y="9955"/>
                      <a:pt x="8035" y="9955"/>
                    </a:cubicBezTo>
                    <a:cubicBezTo>
                      <a:pt x="8153" y="9955"/>
                      <a:pt x="8325" y="9904"/>
                      <a:pt x="8426" y="9854"/>
                    </a:cubicBezTo>
                    <a:cubicBezTo>
                      <a:pt x="8498" y="9782"/>
                      <a:pt x="8712" y="9568"/>
                      <a:pt x="8641" y="9425"/>
                    </a:cubicBezTo>
                    <a:cubicBezTo>
                      <a:pt x="8586" y="9316"/>
                      <a:pt x="8405" y="9164"/>
                      <a:pt x="8259" y="9164"/>
                    </a:cubicBezTo>
                    <a:close/>
                    <a:moveTo>
                      <a:pt x="9801" y="11335"/>
                    </a:moveTo>
                    <a:cubicBezTo>
                      <a:pt x="9676" y="11335"/>
                      <a:pt x="9533" y="11353"/>
                      <a:pt x="9426" y="11353"/>
                    </a:cubicBezTo>
                    <a:cubicBezTo>
                      <a:pt x="9355" y="11353"/>
                      <a:pt x="9497" y="11567"/>
                      <a:pt x="9426" y="11567"/>
                    </a:cubicBezTo>
                    <a:cubicBezTo>
                      <a:pt x="9212" y="11567"/>
                      <a:pt x="8998" y="11710"/>
                      <a:pt x="8783" y="11710"/>
                    </a:cubicBezTo>
                    <a:cubicBezTo>
                      <a:pt x="8676" y="11675"/>
                      <a:pt x="8605" y="11675"/>
                      <a:pt x="8533" y="11675"/>
                    </a:cubicBezTo>
                    <a:cubicBezTo>
                      <a:pt x="8462" y="11675"/>
                      <a:pt x="8391" y="11675"/>
                      <a:pt x="8284" y="11639"/>
                    </a:cubicBezTo>
                    <a:cubicBezTo>
                      <a:pt x="8212" y="11639"/>
                      <a:pt x="8069" y="11710"/>
                      <a:pt x="7998" y="11710"/>
                    </a:cubicBezTo>
                    <a:cubicBezTo>
                      <a:pt x="7950" y="11710"/>
                      <a:pt x="7903" y="11678"/>
                      <a:pt x="7855" y="11678"/>
                    </a:cubicBezTo>
                    <a:cubicBezTo>
                      <a:pt x="7831" y="11678"/>
                      <a:pt x="7808" y="11686"/>
                      <a:pt x="7784" y="11710"/>
                    </a:cubicBezTo>
                    <a:cubicBezTo>
                      <a:pt x="7725" y="11740"/>
                      <a:pt x="7665" y="11757"/>
                      <a:pt x="7611" y="11757"/>
                    </a:cubicBezTo>
                    <a:cubicBezTo>
                      <a:pt x="7535" y="11757"/>
                      <a:pt x="7469" y="11722"/>
                      <a:pt x="7427" y="11639"/>
                    </a:cubicBezTo>
                    <a:cubicBezTo>
                      <a:pt x="7394" y="11606"/>
                      <a:pt x="7357" y="11592"/>
                      <a:pt x="7319" y="11592"/>
                    </a:cubicBezTo>
                    <a:cubicBezTo>
                      <a:pt x="7196" y="11592"/>
                      <a:pt x="7070" y="11743"/>
                      <a:pt x="7070" y="11853"/>
                    </a:cubicBezTo>
                    <a:cubicBezTo>
                      <a:pt x="6998" y="12067"/>
                      <a:pt x="6998" y="12210"/>
                      <a:pt x="6856" y="12281"/>
                    </a:cubicBezTo>
                    <a:cubicBezTo>
                      <a:pt x="6820" y="12353"/>
                      <a:pt x="6891" y="12371"/>
                      <a:pt x="6981" y="12371"/>
                    </a:cubicBezTo>
                    <a:cubicBezTo>
                      <a:pt x="7070" y="12371"/>
                      <a:pt x="7177" y="12353"/>
                      <a:pt x="7213" y="12353"/>
                    </a:cubicBezTo>
                    <a:cubicBezTo>
                      <a:pt x="7284" y="12281"/>
                      <a:pt x="7355" y="12281"/>
                      <a:pt x="7427" y="12281"/>
                    </a:cubicBezTo>
                    <a:cubicBezTo>
                      <a:pt x="7534" y="12305"/>
                      <a:pt x="7643" y="12315"/>
                      <a:pt x="7753" y="12315"/>
                    </a:cubicBezTo>
                    <a:cubicBezTo>
                      <a:pt x="8303" y="12315"/>
                      <a:pt x="8879" y="12067"/>
                      <a:pt x="9355" y="12067"/>
                    </a:cubicBezTo>
                    <a:lnTo>
                      <a:pt x="9426" y="12067"/>
                    </a:lnTo>
                    <a:cubicBezTo>
                      <a:pt x="9497" y="11996"/>
                      <a:pt x="9783" y="11924"/>
                      <a:pt x="9854" y="11782"/>
                    </a:cubicBezTo>
                    <a:cubicBezTo>
                      <a:pt x="9926" y="11710"/>
                      <a:pt x="9854" y="11639"/>
                      <a:pt x="9926" y="11567"/>
                    </a:cubicBezTo>
                    <a:cubicBezTo>
                      <a:pt x="9997" y="11496"/>
                      <a:pt x="10140" y="11496"/>
                      <a:pt x="10069" y="11425"/>
                    </a:cubicBezTo>
                    <a:cubicBezTo>
                      <a:pt x="10033" y="11353"/>
                      <a:pt x="9926" y="11335"/>
                      <a:pt x="9801" y="11335"/>
                    </a:cubicBezTo>
                    <a:close/>
                    <a:moveTo>
                      <a:pt x="144" y="13781"/>
                    </a:moveTo>
                    <a:cubicBezTo>
                      <a:pt x="72" y="13852"/>
                      <a:pt x="72" y="13852"/>
                      <a:pt x="72" y="13852"/>
                    </a:cubicBezTo>
                    <a:lnTo>
                      <a:pt x="1" y="13852"/>
                    </a:lnTo>
                    <a:cubicBezTo>
                      <a:pt x="1" y="13924"/>
                      <a:pt x="1" y="13924"/>
                      <a:pt x="1" y="13924"/>
                    </a:cubicBezTo>
                    <a:cubicBezTo>
                      <a:pt x="1" y="13995"/>
                      <a:pt x="1" y="13995"/>
                      <a:pt x="1" y="13995"/>
                    </a:cubicBezTo>
                    <a:lnTo>
                      <a:pt x="72" y="13995"/>
                    </a:lnTo>
                    <a:cubicBezTo>
                      <a:pt x="72" y="13924"/>
                      <a:pt x="72" y="13924"/>
                      <a:pt x="72" y="13924"/>
                    </a:cubicBezTo>
                    <a:lnTo>
                      <a:pt x="215" y="13924"/>
                    </a:lnTo>
                    <a:cubicBezTo>
                      <a:pt x="287" y="13852"/>
                      <a:pt x="287" y="13852"/>
                      <a:pt x="287" y="13852"/>
                    </a:cubicBezTo>
                    <a:lnTo>
                      <a:pt x="215" y="13852"/>
                    </a:lnTo>
                    <a:cubicBezTo>
                      <a:pt x="144" y="13781"/>
                      <a:pt x="144" y="13781"/>
                      <a:pt x="144" y="13781"/>
                    </a:cubicBezTo>
                    <a:close/>
                    <a:moveTo>
                      <a:pt x="287" y="13852"/>
                    </a:moveTo>
                    <a:cubicBezTo>
                      <a:pt x="287" y="13924"/>
                      <a:pt x="287" y="13924"/>
                      <a:pt x="287" y="13924"/>
                    </a:cubicBezTo>
                    <a:cubicBezTo>
                      <a:pt x="287" y="13995"/>
                      <a:pt x="287" y="13995"/>
                      <a:pt x="287" y="13995"/>
                    </a:cubicBezTo>
                    <a:lnTo>
                      <a:pt x="429" y="13995"/>
                    </a:lnTo>
                    <a:cubicBezTo>
                      <a:pt x="429" y="13924"/>
                      <a:pt x="429" y="13924"/>
                      <a:pt x="429" y="13924"/>
                    </a:cubicBezTo>
                    <a:lnTo>
                      <a:pt x="358" y="13852"/>
                    </a:lnTo>
                    <a:close/>
                    <a:moveTo>
                      <a:pt x="3491" y="13688"/>
                    </a:moveTo>
                    <a:cubicBezTo>
                      <a:pt x="3319" y="13688"/>
                      <a:pt x="3124" y="13803"/>
                      <a:pt x="2928" y="13852"/>
                    </a:cubicBezTo>
                    <a:cubicBezTo>
                      <a:pt x="2857" y="13852"/>
                      <a:pt x="2714" y="13924"/>
                      <a:pt x="2786" y="14066"/>
                    </a:cubicBezTo>
                    <a:cubicBezTo>
                      <a:pt x="2786" y="14138"/>
                      <a:pt x="3214" y="14138"/>
                      <a:pt x="3285" y="14138"/>
                    </a:cubicBezTo>
                    <a:lnTo>
                      <a:pt x="3357" y="14138"/>
                    </a:lnTo>
                    <a:cubicBezTo>
                      <a:pt x="3357" y="14138"/>
                      <a:pt x="3428" y="14066"/>
                      <a:pt x="3571" y="14066"/>
                    </a:cubicBezTo>
                    <a:cubicBezTo>
                      <a:pt x="3571" y="14066"/>
                      <a:pt x="3571" y="14066"/>
                      <a:pt x="3500" y="14138"/>
                    </a:cubicBezTo>
                    <a:cubicBezTo>
                      <a:pt x="3500" y="14138"/>
                      <a:pt x="3357" y="14209"/>
                      <a:pt x="3357" y="14281"/>
                    </a:cubicBezTo>
                    <a:cubicBezTo>
                      <a:pt x="3500" y="14281"/>
                      <a:pt x="3714" y="14138"/>
                      <a:pt x="3857" y="13995"/>
                    </a:cubicBezTo>
                    <a:cubicBezTo>
                      <a:pt x="3914" y="13995"/>
                      <a:pt x="3880" y="14086"/>
                      <a:pt x="3900" y="14086"/>
                    </a:cubicBezTo>
                    <a:cubicBezTo>
                      <a:pt x="3905" y="14086"/>
                      <a:pt x="3914" y="14081"/>
                      <a:pt x="3928" y="14066"/>
                    </a:cubicBezTo>
                    <a:cubicBezTo>
                      <a:pt x="4071" y="13995"/>
                      <a:pt x="4142" y="13924"/>
                      <a:pt x="4071" y="13852"/>
                    </a:cubicBezTo>
                    <a:cubicBezTo>
                      <a:pt x="4035" y="13781"/>
                      <a:pt x="3982" y="13763"/>
                      <a:pt x="3919" y="13763"/>
                    </a:cubicBezTo>
                    <a:cubicBezTo>
                      <a:pt x="3857" y="13763"/>
                      <a:pt x="3785" y="13781"/>
                      <a:pt x="3714" y="13781"/>
                    </a:cubicBezTo>
                    <a:cubicBezTo>
                      <a:pt x="3646" y="13713"/>
                      <a:pt x="3571" y="13688"/>
                      <a:pt x="3491" y="13688"/>
                    </a:cubicBezTo>
                    <a:close/>
                    <a:moveTo>
                      <a:pt x="5713" y="15709"/>
                    </a:moveTo>
                    <a:cubicBezTo>
                      <a:pt x="5642" y="15780"/>
                      <a:pt x="5642" y="15780"/>
                      <a:pt x="5642" y="15780"/>
                    </a:cubicBezTo>
                    <a:cubicBezTo>
                      <a:pt x="5642" y="15851"/>
                      <a:pt x="5642" y="15851"/>
                      <a:pt x="5642" y="15851"/>
                    </a:cubicBezTo>
                    <a:lnTo>
                      <a:pt x="5785" y="15851"/>
                    </a:lnTo>
                    <a:cubicBezTo>
                      <a:pt x="5785" y="15780"/>
                      <a:pt x="5785" y="15780"/>
                      <a:pt x="5785" y="15780"/>
                    </a:cubicBezTo>
                    <a:lnTo>
                      <a:pt x="5927" y="15780"/>
                    </a:lnTo>
                    <a:cubicBezTo>
                      <a:pt x="5999" y="15709"/>
                      <a:pt x="5999" y="15709"/>
                      <a:pt x="5999" y="15709"/>
                    </a:cubicBezTo>
                    <a:close/>
                    <a:moveTo>
                      <a:pt x="2072" y="17779"/>
                    </a:moveTo>
                    <a:cubicBezTo>
                      <a:pt x="2072" y="17851"/>
                      <a:pt x="2072" y="17851"/>
                      <a:pt x="2072" y="17851"/>
                    </a:cubicBezTo>
                    <a:cubicBezTo>
                      <a:pt x="2072" y="17922"/>
                      <a:pt x="2072" y="17922"/>
                      <a:pt x="2072" y="17922"/>
                    </a:cubicBezTo>
                    <a:cubicBezTo>
                      <a:pt x="2143" y="17994"/>
                      <a:pt x="2143" y="17994"/>
                      <a:pt x="2143" y="17994"/>
                    </a:cubicBezTo>
                    <a:cubicBezTo>
                      <a:pt x="2143" y="17922"/>
                      <a:pt x="2143" y="17922"/>
                      <a:pt x="2143" y="17922"/>
                    </a:cubicBezTo>
                    <a:cubicBezTo>
                      <a:pt x="2143" y="17851"/>
                      <a:pt x="2143" y="17851"/>
                      <a:pt x="2143" y="17851"/>
                    </a:cubicBezTo>
                    <a:lnTo>
                      <a:pt x="2143" y="17779"/>
                    </a:lnTo>
                    <a:close/>
                    <a:moveTo>
                      <a:pt x="30677" y="17343"/>
                    </a:moveTo>
                    <a:cubicBezTo>
                      <a:pt x="30664" y="17343"/>
                      <a:pt x="30649" y="17345"/>
                      <a:pt x="30632" y="17351"/>
                    </a:cubicBezTo>
                    <a:cubicBezTo>
                      <a:pt x="30561" y="17422"/>
                      <a:pt x="30418" y="17708"/>
                      <a:pt x="30275" y="17851"/>
                    </a:cubicBezTo>
                    <a:cubicBezTo>
                      <a:pt x="30275" y="17922"/>
                      <a:pt x="30275" y="17922"/>
                      <a:pt x="30204" y="17994"/>
                    </a:cubicBezTo>
                    <a:cubicBezTo>
                      <a:pt x="30204" y="18208"/>
                      <a:pt x="30204" y="18279"/>
                      <a:pt x="30204" y="18422"/>
                    </a:cubicBezTo>
                    <a:cubicBezTo>
                      <a:pt x="30275" y="18493"/>
                      <a:pt x="30275" y="18636"/>
                      <a:pt x="30275" y="18636"/>
                    </a:cubicBezTo>
                    <a:cubicBezTo>
                      <a:pt x="30347" y="18636"/>
                      <a:pt x="30418" y="18493"/>
                      <a:pt x="30418" y="18493"/>
                    </a:cubicBezTo>
                    <a:cubicBezTo>
                      <a:pt x="30490" y="18351"/>
                      <a:pt x="30561" y="18208"/>
                      <a:pt x="30561" y="18065"/>
                    </a:cubicBezTo>
                    <a:cubicBezTo>
                      <a:pt x="30632" y="18065"/>
                      <a:pt x="30490" y="17922"/>
                      <a:pt x="30490" y="17922"/>
                    </a:cubicBezTo>
                    <a:cubicBezTo>
                      <a:pt x="30561" y="17851"/>
                      <a:pt x="30632" y="17779"/>
                      <a:pt x="30632" y="17779"/>
                    </a:cubicBezTo>
                    <a:lnTo>
                      <a:pt x="30704" y="17708"/>
                    </a:lnTo>
                    <a:cubicBezTo>
                      <a:pt x="30770" y="17708"/>
                      <a:pt x="30836" y="17343"/>
                      <a:pt x="30677" y="17343"/>
                    </a:cubicBezTo>
                    <a:close/>
                    <a:moveTo>
                      <a:pt x="7712" y="18922"/>
                    </a:moveTo>
                    <a:cubicBezTo>
                      <a:pt x="7712" y="18993"/>
                      <a:pt x="7712" y="18993"/>
                      <a:pt x="7712" y="18993"/>
                    </a:cubicBezTo>
                    <a:lnTo>
                      <a:pt x="7784" y="18993"/>
                    </a:lnTo>
                    <a:cubicBezTo>
                      <a:pt x="7784" y="18922"/>
                      <a:pt x="7784" y="18922"/>
                      <a:pt x="7784" y="18922"/>
                    </a:cubicBezTo>
                    <a:close/>
                    <a:moveTo>
                      <a:pt x="6426" y="16983"/>
                    </a:moveTo>
                    <a:cubicBezTo>
                      <a:pt x="6223" y="16983"/>
                      <a:pt x="5975" y="17216"/>
                      <a:pt x="5785" y="17280"/>
                    </a:cubicBezTo>
                    <a:cubicBezTo>
                      <a:pt x="5213" y="17280"/>
                      <a:pt x="4642" y="17280"/>
                      <a:pt x="4214" y="17565"/>
                    </a:cubicBezTo>
                    <a:cubicBezTo>
                      <a:pt x="3928" y="17637"/>
                      <a:pt x="3714" y="17708"/>
                      <a:pt x="3500" y="17851"/>
                    </a:cubicBezTo>
                    <a:cubicBezTo>
                      <a:pt x="3428" y="17851"/>
                      <a:pt x="3357" y="17922"/>
                      <a:pt x="3285" y="17922"/>
                    </a:cubicBezTo>
                    <a:cubicBezTo>
                      <a:pt x="2714" y="18136"/>
                      <a:pt x="2143" y="18279"/>
                      <a:pt x="3071" y="18636"/>
                    </a:cubicBezTo>
                    <a:cubicBezTo>
                      <a:pt x="3571" y="19065"/>
                      <a:pt x="4285" y="19065"/>
                      <a:pt x="4928" y="19207"/>
                    </a:cubicBezTo>
                    <a:cubicBezTo>
                      <a:pt x="5046" y="19365"/>
                      <a:pt x="5208" y="19414"/>
                      <a:pt x="5378" y="19414"/>
                    </a:cubicBezTo>
                    <a:cubicBezTo>
                      <a:pt x="5515" y="19414"/>
                      <a:pt x="5657" y="19382"/>
                      <a:pt x="5785" y="19350"/>
                    </a:cubicBezTo>
                    <a:cubicBezTo>
                      <a:pt x="6070" y="19279"/>
                      <a:pt x="6213" y="18993"/>
                      <a:pt x="6427" y="18850"/>
                    </a:cubicBezTo>
                    <a:cubicBezTo>
                      <a:pt x="6437" y="18840"/>
                      <a:pt x="6448" y="18836"/>
                      <a:pt x="6458" y="18836"/>
                    </a:cubicBezTo>
                    <a:cubicBezTo>
                      <a:pt x="6519" y="18836"/>
                      <a:pt x="6580" y="18993"/>
                      <a:pt x="6641" y="18993"/>
                    </a:cubicBezTo>
                    <a:cubicBezTo>
                      <a:pt x="6662" y="19014"/>
                      <a:pt x="6689" y="19023"/>
                      <a:pt x="6719" y="19023"/>
                    </a:cubicBezTo>
                    <a:cubicBezTo>
                      <a:pt x="6790" y="19023"/>
                      <a:pt x="6876" y="18972"/>
                      <a:pt x="6927" y="18922"/>
                    </a:cubicBezTo>
                    <a:lnTo>
                      <a:pt x="6998" y="18922"/>
                    </a:lnTo>
                    <a:cubicBezTo>
                      <a:pt x="7141" y="18779"/>
                      <a:pt x="6998" y="18708"/>
                      <a:pt x="6856" y="18708"/>
                    </a:cubicBezTo>
                    <a:cubicBezTo>
                      <a:pt x="6284" y="18422"/>
                      <a:pt x="6998" y="18279"/>
                      <a:pt x="7070" y="17994"/>
                    </a:cubicBezTo>
                    <a:cubicBezTo>
                      <a:pt x="7141" y="17637"/>
                      <a:pt x="6641" y="17494"/>
                      <a:pt x="6641" y="17208"/>
                    </a:cubicBezTo>
                    <a:cubicBezTo>
                      <a:pt x="6570" y="17137"/>
                      <a:pt x="6570" y="17065"/>
                      <a:pt x="6499" y="16994"/>
                    </a:cubicBezTo>
                    <a:cubicBezTo>
                      <a:pt x="6475" y="16986"/>
                      <a:pt x="6451" y="16983"/>
                      <a:pt x="6426" y="16983"/>
                    </a:cubicBezTo>
                    <a:close/>
                    <a:moveTo>
                      <a:pt x="7070" y="19707"/>
                    </a:moveTo>
                    <a:cubicBezTo>
                      <a:pt x="7070" y="19779"/>
                      <a:pt x="7070" y="19779"/>
                      <a:pt x="7070" y="19779"/>
                    </a:cubicBezTo>
                    <a:lnTo>
                      <a:pt x="7141" y="19779"/>
                    </a:lnTo>
                    <a:cubicBezTo>
                      <a:pt x="7070" y="19707"/>
                      <a:pt x="7070" y="19707"/>
                      <a:pt x="7070" y="19707"/>
                    </a:cubicBezTo>
                    <a:close/>
                    <a:moveTo>
                      <a:pt x="7141" y="19779"/>
                    </a:moveTo>
                    <a:cubicBezTo>
                      <a:pt x="7141" y="19850"/>
                      <a:pt x="7141" y="19850"/>
                      <a:pt x="7141" y="19850"/>
                    </a:cubicBezTo>
                    <a:lnTo>
                      <a:pt x="7355" y="19850"/>
                    </a:lnTo>
                    <a:cubicBezTo>
                      <a:pt x="7355" y="19779"/>
                      <a:pt x="7355" y="19779"/>
                      <a:pt x="7355" y="19779"/>
                    </a:cubicBezTo>
                    <a:close/>
                    <a:moveTo>
                      <a:pt x="9854" y="19850"/>
                    </a:moveTo>
                    <a:cubicBezTo>
                      <a:pt x="9854" y="19921"/>
                      <a:pt x="9854" y="19921"/>
                      <a:pt x="9854" y="19921"/>
                    </a:cubicBezTo>
                    <a:lnTo>
                      <a:pt x="9926" y="19921"/>
                    </a:lnTo>
                    <a:cubicBezTo>
                      <a:pt x="9854" y="19850"/>
                      <a:pt x="9854" y="19850"/>
                      <a:pt x="9854" y="19850"/>
                    </a:cubicBezTo>
                    <a:close/>
                    <a:moveTo>
                      <a:pt x="31587" y="18990"/>
                    </a:moveTo>
                    <a:cubicBezTo>
                      <a:pt x="31528" y="18990"/>
                      <a:pt x="31468" y="19014"/>
                      <a:pt x="31418" y="19065"/>
                    </a:cubicBezTo>
                    <a:cubicBezTo>
                      <a:pt x="31346" y="19207"/>
                      <a:pt x="31275" y="19350"/>
                      <a:pt x="31275" y="19493"/>
                    </a:cubicBezTo>
                    <a:cubicBezTo>
                      <a:pt x="31225" y="19693"/>
                      <a:pt x="31315" y="19928"/>
                      <a:pt x="31447" y="19928"/>
                    </a:cubicBezTo>
                    <a:cubicBezTo>
                      <a:pt x="31504" y="19928"/>
                      <a:pt x="31568" y="19885"/>
                      <a:pt x="31632" y="19779"/>
                    </a:cubicBezTo>
                    <a:cubicBezTo>
                      <a:pt x="31632" y="19707"/>
                      <a:pt x="31632" y="19564"/>
                      <a:pt x="31703" y="19493"/>
                    </a:cubicBezTo>
                    <a:cubicBezTo>
                      <a:pt x="31775" y="19350"/>
                      <a:pt x="31846" y="19279"/>
                      <a:pt x="31846" y="19207"/>
                    </a:cubicBezTo>
                    <a:cubicBezTo>
                      <a:pt x="31800" y="19069"/>
                      <a:pt x="31694" y="18990"/>
                      <a:pt x="31587" y="18990"/>
                    </a:cubicBezTo>
                    <a:close/>
                    <a:moveTo>
                      <a:pt x="9926" y="19921"/>
                    </a:moveTo>
                    <a:cubicBezTo>
                      <a:pt x="9997" y="19993"/>
                      <a:pt x="9997" y="19993"/>
                      <a:pt x="9997" y="19993"/>
                    </a:cubicBezTo>
                    <a:lnTo>
                      <a:pt x="10069" y="19993"/>
                    </a:lnTo>
                    <a:lnTo>
                      <a:pt x="9997" y="19921"/>
                    </a:lnTo>
                    <a:close/>
                    <a:moveTo>
                      <a:pt x="5856" y="20136"/>
                    </a:moveTo>
                    <a:cubicBezTo>
                      <a:pt x="5820" y="20171"/>
                      <a:pt x="5785" y="20171"/>
                      <a:pt x="5749" y="20171"/>
                    </a:cubicBezTo>
                    <a:cubicBezTo>
                      <a:pt x="5713" y="20171"/>
                      <a:pt x="5677" y="20171"/>
                      <a:pt x="5642" y="20207"/>
                    </a:cubicBezTo>
                    <a:lnTo>
                      <a:pt x="5713" y="20207"/>
                    </a:lnTo>
                    <a:cubicBezTo>
                      <a:pt x="5713" y="20207"/>
                      <a:pt x="5713" y="20207"/>
                      <a:pt x="5785" y="20278"/>
                    </a:cubicBezTo>
                    <a:lnTo>
                      <a:pt x="5999" y="20278"/>
                    </a:lnTo>
                    <a:cubicBezTo>
                      <a:pt x="6070" y="20278"/>
                      <a:pt x="5927" y="20207"/>
                      <a:pt x="5999" y="20207"/>
                    </a:cubicBezTo>
                    <a:lnTo>
                      <a:pt x="6142" y="20207"/>
                    </a:lnTo>
                    <a:cubicBezTo>
                      <a:pt x="6213" y="20207"/>
                      <a:pt x="6213" y="20136"/>
                      <a:pt x="6142" y="20136"/>
                    </a:cubicBezTo>
                    <a:close/>
                    <a:moveTo>
                      <a:pt x="28205" y="19921"/>
                    </a:moveTo>
                    <a:cubicBezTo>
                      <a:pt x="28062" y="19993"/>
                      <a:pt x="28062" y="19993"/>
                      <a:pt x="28062" y="19993"/>
                    </a:cubicBezTo>
                    <a:cubicBezTo>
                      <a:pt x="27919" y="20064"/>
                      <a:pt x="27919" y="20064"/>
                      <a:pt x="27919" y="20064"/>
                    </a:cubicBezTo>
                    <a:cubicBezTo>
                      <a:pt x="27848" y="20207"/>
                      <a:pt x="27848" y="20207"/>
                      <a:pt x="27848" y="20207"/>
                    </a:cubicBezTo>
                    <a:cubicBezTo>
                      <a:pt x="27848" y="20278"/>
                      <a:pt x="27848" y="20278"/>
                      <a:pt x="27848" y="20278"/>
                    </a:cubicBezTo>
                    <a:lnTo>
                      <a:pt x="28062" y="20278"/>
                    </a:lnTo>
                    <a:cubicBezTo>
                      <a:pt x="28133" y="20207"/>
                      <a:pt x="28133" y="20207"/>
                      <a:pt x="28133" y="20207"/>
                    </a:cubicBezTo>
                    <a:cubicBezTo>
                      <a:pt x="28276" y="19993"/>
                      <a:pt x="28276" y="19993"/>
                      <a:pt x="28276" y="19993"/>
                    </a:cubicBezTo>
                    <a:cubicBezTo>
                      <a:pt x="28276" y="19921"/>
                      <a:pt x="28276" y="19921"/>
                      <a:pt x="28276" y="19921"/>
                    </a:cubicBezTo>
                    <a:close/>
                    <a:moveTo>
                      <a:pt x="6856" y="20278"/>
                    </a:moveTo>
                    <a:cubicBezTo>
                      <a:pt x="6856" y="20350"/>
                      <a:pt x="6856" y="20350"/>
                      <a:pt x="6856" y="20350"/>
                    </a:cubicBezTo>
                    <a:lnTo>
                      <a:pt x="7070" y="20350"/>
                    </a:lnTo>
                    <a:lnTo>
                      <a:pt x="7070" y="20278"/>
                    </a:lnTo>
                    <a:close/>
                    <a:moveTo>
                      <a:pt x="7498" y="20350"/>
                    </a:moveTo>
                    <a:cubicBezTo>
                      <a:pt x="7427" y="20421"/>
                      <a:pt x="7427" y="20421"/>
                      <a:pt x="7427" y="20421"/>
                    </a:cubicBezTo>
                    <a:lnTo>
                      <a:pt x="7641" y="20421"/>
                    </a:lnTo>
                    <a:cubicBezTo>
                      <a:pt x="7641" y="20350"/>
                      <a:pt x="7641" y="20350"/>
                      <a:pt x="7641" y="20350"/>
                    </a:cubicBezTo>
                    <a:close/>
                    <a:moveTo>
                      <a:pt x="27419" y="20136"/>
                    </a:moveTo>
                    <a:cubicBezTo>
                      <a:pt x="27419" y="20278"/>
                      <a:pt x="27419" y="20278"/>
                      <a:pt x="27419" y="20278"/>
                    </a:cubicBezTo>
                    <a:lnTo>
                      <a:pt x="27348" y="20278"/>
                    </a:lnTo>
                    <a:cubicBezTo>
                      <a:pt x="27205" y="20350"/>
                      <a:pt x="27205" y="20350"/>
                      <a:pt x="27205" y="20350"/>
                    </a:cubicBezTo>
                    <a:cubicBezTo>
                      <a:pt x="27205" y="20421"/>
                      <a:pt x="27205" y="20421"/>
                      <a:pt x="27205" y="20421"/>
                    </a:cubicBezTo>
                    <a:cubicBezTo>
                      <a:pt x="27205" y="20493"/>
                      <a:pt x="27205" y="20493"/>
                      <a:pt x="27205" y="20493"/>
                    </a:cubicBezTo>
                    <a:lnTo>
                      <a:pt x="27348" y="20493"/>
                    </a:lnTo>
                    <a:cubicBezTo>
                      <a:pt x="27633" y="20278"/>
                      <a:pt x="27633" y="20278"/>
                      <a:pt x="27633" y="20278"/>
                    </a:cubicBezTo>
                    <a:cubicBezTo>
                      <a:pt x="27776" y="20136"/>
                      <a:pt x="27776" y="20136"/>
                      <a:pt x="27776" y="20136"/>
                    </a:cubicBezTo>
                    <a:close/>
                    <a:moveTo>
                      <a:pt x="7927" y="20493"/>
                    </a:moveTo>
                    <a:cubicBezTo>
                      <a:pt x="7855" y="20564"/>
                      <a:pt x="7855" y="20564"/>
                      <a:pt x="7855" y="20564"/>
                    </a:cubicBezTo>
                    <a:lnTo>
                      <a:pt x="8141" y="20564"/>
                    </a:lnTo>
                    <a:cubicBezTo>
                      <a:pt x="8141" y="20493"/>
                      <a:pt x="8141" y="20493"/>
                      <a:pt x="8141" y="20493"/>
                    </a:cubicBezTo>
                    <a:close/>
                    <a:moveTo>
                      <a:pt x="27562" y="20350"/>
                    </a:moveTo>
                    <a:cubicBezTo>
                      <a:pt x="27491" y="20421"/>
                      <a:pt x="27491" y="20421"/>
                      <a:pt x="27491" y="20421"/>
                    </a:cubicBezTo>
                    <a:cubicBezTo>
                      <a:pt x="27205" y="20564"/>
                      <a:pt x="27205" y="20564"/>
                      <a:pt x="27205" y="20564"/>
                    </a:cubicBezTo>
                    <a:cubicBezTo>
                      <a:pt x="27205" y="20635"/>
                      <a:pt x="27205" y="20635"/>
                      <a:pt x="27205" y="20635"/>
                    </a:cubicBezTo>
                    <a:lnTo>
                      <a:pt x="27276" y="20635"/>
                    </a:lnTo>
                    <a:cubicBezTo>
                      <a:pt x="27491" y="20564"/>
                      <a:pt x="27491" y="20564"/>
                      <a:pt x="27491" y="20564"/>
                    </a:cubicBezTo>
                    <a:cubicBezTo>
                      <a:pt x="27633" y="20493"/>
                      <a:pt x="27633" y="20493"/>
                      <a:pt x="27633" y="20493"/>
                    </a:cubicBezTo>
                    <a:cubicBezTo>
                      <a:pt x="27705" y="20421"/>
                      <a:pt x="27705" y="20421"/>
                      <a:pt x="27705" y="20421"/>
                    </a:cubicBezTo>
                    <a:cubicBezTo>
                      <a:pt x="27633" y="20350"/>
                      <a:pt x="27633" y="20350"/>
                      <a:pt x="27633" y="20350"/>
                    </a:cubicBezTo>
                    <a:close/>
                    <a:moveTo>
                      <a:pt x="32724" y="20802"/>
                    </a:moveTo>
                    <a:cubicBezTo>
                      <a:pt x="32711" y="20802"/>
                      <a:pt x="32703" y="20815"/>
                      <a:pt x="32703" y="20850"/>
                    </a:cubicBezTo>
                    <a:cubicBezTo>
                      <a:pt x="32703" y="20992"/>
                      <a:pt x="32703" y="21135"/>
                      <a:pt x="32632" y="21278"/>
                    </a:cubicBezTo>
                    <a:cubicBezTo>
                      <a:pt x="32560" y="21349"/>
                      <a:pt x="32275" y="21421"/>
                      <a:pt x="32489" y="21564"/>
                    </a:cubicBezTo>
                    <a:cubicBezTo>
                      <a:pt x="32560" y="21635"/>
                      <a:pt x="32560" y="21635"/>
                      <a:pt x="32560" y="21706"/>
                    </a:cubicBezTo>
                    <a:lnTo>
                      <a:pt x="32489" y="21706"/>
                    </a:lnTo>
                    <a:cubicBezTo>
                      <a:pt x="32519" y="21767"/>
                      <a:pt x="32575" y="21789"/>
                      <a:pt x="32634" y="21789"/>
                    </a:cubicBezTo>
                    <a:cubicBezTo>
                      <a:pt x="32716" y="21789"/>
                      <a:pt x="32805" y="21748"/>
                      <a:pt x="32846" y="21706"/>
                    </a:cubicBezTo>
                    <a:cubicBezTo>
                      <a:pt x="32846" y="21492"/>
                      <a:pt x="32774" y="21207"/>
                      <a:pt x="32846" y="20992"/>
                    </a:cubicBezTo>
                    <a:cubicBezTo>
                      <a:pt x="32846" y="20938"/>
                      <a:pt x="32763" y="20802"/>
                      <a:pt x="32724" y="20802"/>
                    </a:cubicBezTo>
                    <a:close/>
                    <a:moveTo>
                      <a:pt x="25063" y="21635"/>
                    </a:moveTo>
                    <a:cubicBezTo>
                      <a:pt x="24992" y="21706"/>
                      <a:pt x="24992" y="21706"/>
                      <a:pt x="24992" y="21706"/>
                    </a:cubicBezTo>
                    <a:cubicBezTo>
                      <a:pt x="24992" y="21778"/>
                      <a:pt x="24992" y="21778"/>
                      <a:pt x="24992" y="21778"/>
                    </a:cubicBezTo>
                    <a:cubicBezTo>
                      <a:pt x="25134" y="21992"/>
                      <a:pt x="25134" y="21992"/>
                      <a:pt x="25134" y="21992"/>
                    </a:cubicBezTo>
                    <a:lnTo>
                      <a:pt x="25206" y="22063"/>
                    </a:lnTo>
                    <a:lnTo>
                      <a:pt x="25277" y="22063"/>
                    </a:lnTo>
                    <a:cubicBezTo>
                      <a:pt x="25277" y="21992"/>
                      <a:pt x="25277" y="21992"/>
                      <a:pt x="25277" y="21992"/>
                    </a:cubicBezTo>
                    <a:cubicBezTo>
                      <a:pt x="25277" y="21921"/>
                      <a:pt x="25277" y="21921"/>
                      <a:pt x="25277" y="21921"/>
                    </a:cubicBezTo>
                    <a:cubicBezTo>
                      <a:pt x="25206" y="21778"/>
                      <a:pt x="25206" y="21778"/>
                      <a:pt x="25206" y="21778"/>
                    </a:cubicBezTo>
                    <a:cubicBezTo>
                      <a:pt x="25134" y="21706"/>
                      <a:pt x="25134" y="21706"/>
                      <a:pt x="25134" y="21706"/>
                    </a:cubicBezTo>
                    <a:cubicBezTo>
                      <a:pt x="25063" y="21635"/>
                      <a:pt x="25063" y="21635"/>
                      <a:pt x="25063" y="21635"/>
                    </a:cubicBezTo>
                    <a:close/>
                    <a:moveTo>
                      <a:pt x="26128" y="21643"/>
                    </a:moveTo>
                    <a:cubicBezTo>
                      <a:pt x="26050" y="21643"/>
                      <a:pt x="26016" y="21691"/>
                      <a:pt x="26134" y="21849"/>
                    </a:cubicBezTo>
                    <a:cubicBezTo>
                      <a:pt x="26205" y="21992"/>
                      <a:pt x="26277" y="22063"/>
                      <a:pt x="26420" y="22063"/>
                    </a:cubicBezTo>
                    <a:cubicBezTo>
                      <a:pt x="26470" y="22114"/>
                      <a:pt x="26485" y="22164"/>
                      <a:pt x="26514" y="22164"/>
                    </a:cubicBezTo>
                    <a:cubicBezTo>
                      <a:pt x="26527" y="22164"/>
                      <a:pt x="26542" y="22156"/>
                      <a:pt x="26562" y="22135"/>
                    </a:cubicBezTo>
                    <a:cubicBezTo>
                      <a:pt x="26634" y="22135"/>
                      <a:pt x="26705" y="22063"/>
                      <a:pt x="26705" y="22063"/>
                    </a:cubicBezTo>
                    <a:cubicBezTo>
                      <a:pt x="26777" y="21992"/>
                      <a:pt x="26777" y="21992"/>
                      <a:pt x="26777" y="21921"/>
                    </a:cubicBezTo>
                    <a:cubicBezTo>
                      <a:pt x="26777" y="21849"/>
                      <a:pt x="26705" y="21849"/>
                      <a:pt x="26634" y="21849"/>
                    </a:cubicBezTo>
                    <a:cubicBezTo>
                      <a:pt x="26562" y="21778"/>
                      <a:pt x="26491" y="21778"/>
                      <a:pt x="26491" y="21706"/>
                    </a:cubicBezTo>
                    <a:cubicBezTo>
                      <a:pt x="26443" y="21706"/>
                      <a:pt x="26428" y="21738"/>
                      <a:pt x="26401" y="21738"/>
                    </a:cubicBezTo>
                    <a:cubicBezTo>
                      <a:pt x="26388" y="21738"/>
                      <a:pt x="26372" y="21730"/>
                      <a:pt x="26348" y="21706"/>
                    </a:cubicBezTo>
                    <a:cubicBezTo>
                      <a:pt x="26284" y="21674"/>
                      <a:pt x="26192" y="21643"/>
                      <a:pt x="26128" y="21643"/>
                    </a:cubicBezTo>
                    <a:close/>
                    <a:moveTo>
                      <a:pt x="14567" y="22777"/>
                    </a:moveTo>
                    <a:lnTo>
                      <a:pt x="14424" y="22849"/>
                    </a:lnTo>
                    <a:cubicBezTo>
                      <a:pt x="14281" y="22920"/>
                      <a:pt x="14281" y="22920"/>
                      <a:pt x="14281" y="22920"/>
                    </a:cubicBezTo>
                    <a:cubicBezTo>
                      <a:pt x="14139" y="22992"/>
                      <a:pt x="14139" y="22992"/>
                      <a:pt x="14139" y="22992"/>
                    </a:cubicBezTo>
                    <a:cubicBezTo>
                      <a:pt x="14139" y="23063"/>
                      <a:pt x="14139" y="23063"/>
                      <a:pt x="14139" y="23063"/>
                    </a:cubicBezTo>
                    <a:cubicBezTo>
                      <a:pt x="14281" y="22992"/>
                      <a:pt x="14281" y="22992"/>
                      <a:pt x="14281" y="22992"/>
                    </a:cubicBezTo>
                    <a:lnTo>
                      <a:pt x="14424" y="22992"/>
                    </a:lnTo>
                    <a:cubicBezTo>
                      <a:pt x="14567" y="22849"/>
                      <a:pt x="14567" y="22849"/>
                      <a:pt x="14567" y="22849"/>
                    </a:cubicBezTo>
                    <a:cubicBezTo>
                      <a:pt x="14638" y="22777"/>
                      <a:pt x="14638" y="22777"/>
                      <a:pt x="14638" y="22777"/>
                    </a:cubicBezTo>
                    <a:close/>
                    <a:moveTo>
                      <a:pt x="20779" y="27704"/>
                    </a:moveTo>
                    <a:cubicBezTo>
                      <a:pt x="20636" y="27776"/>
                      <a:pt x="20636" y="27776"/>
                      <a:pt x="20636" y="27776"/>
                    </a:cubicBezTo>
                    <a:cubicBezTo>
                      <a:pt x="20707" y="27918"/>
                      <a:pt x="20707" y="27918"/>
                      <a:pt x="20707" y="27918"/>
                    </a:cubicBezTo>
                    <a:lnTo>
                      <a:pt x="20850" y="27918"/>
                    </a:lnTo>
                    <a:cubicBezTo>
                      <a:pt x="20922" y="27990"/>
                      <a:pt x="20922" y="27990"/>
                      <a:pt x="20922" y="27990"/>
                    </a:cubicBezTo>
                    <a:cubicBezTo>
                      <a:pt x="20922" y="28133"/>
                      <a:pt x="20922" y="28133"/>
                      <a:pt x="20922" y="28133"/>
                    </a:cubicBezTo>
                    <a:cubicBezTo>
                      <a:pt x="20993" y="28204"/>
                      <a:pt x="20993" y="28204"/>
                      <a:pt x="20993" y="28204"/>
                    </a:cubicBezTo>
                    <a:cubicBezTo>
                      <a:pt x="21065" y="28347"/>
                      <a:pt x="21065" y="28347"/>
                      <a:pt x="21065" y="28347"/>
                    </a:cubicBezTo>
                    <a:lnTo>
                      <a:pt x="21136" y="28347"/>
                    </a:lnTo>
                    <a:cubicBezTo>
                      <a:pt x="21207" y="28275"/>
                      <a:pt x="21207" y="28275"/>
                      <a:pt x="21207" y="28275"/>
                    </a:cubicBezTo>
                    <a:cubicBezTo>
                      <a:pt x="21207" y="28204"/>
                      <a:pt x="21207" y="28204"/>
                      <a:pt x="21207" y="28204"/>
                    </a:cubicBezTo>
                    <a:cubicBezTo>
                      <a:pt x="21207" y="28061"/>
                      <a:pt x="21207" y="28061"/>
                      <a:pt x="21207" y="28061"/>
                    </a:cubicBezTo>
                    <a:lnTo>
                      <a:pt x="21136" y="27990"/>
                    </a:lnTo>
                    <a:cubicBezTo>
                      <a:pt x="20993" y="27776"/>
                      <a:pt x="20993" y="27776"/>
                      <a:pt x="20993" y="27776"/>
                    </a:cubicBezTo>
                    <a:cubicBezTo>
                      <a:pt x="20922" y="27704"/>
                      <a:pt x="20922" y="27704"/>
                      <a:pt x="20922" y="27704"/>
                    </a:cubicBezTo>
                    <a:close/>
                    <a:moveTo>
                      <a:pt x="28361" y="29606"/>
                    </a:moveTo>
                    <a:cubicBezTo>
                      <a:pt x="28271" y="29606"/>
                      <a:pt x="28490" y="29998"/>
                      <a:pt x="28490" y="30060"/>
                    </a:cubicBezTo>
                    <a:cubicBezTo>
                      <a:pt x="28490" y="30203"/>
                      <a:pt x="28562" y="30346"/>
                      <a:pt x="28704" y="30489"/>
                    </a:cubicBezTo>
                    <a:cubicBezTo>
                      <a:pt x="28704" y="30489"/>
                      <a:pt x="28750" y="30580"/>
                      <a:pt x="28768" y="30580"/>
                    </a:cubicBezTo>
                    <a:cubicBezTo>
                      <a:pt x="28773" y="30580"/>
                      <a:pt x="28776" y="30574"/>
                      <a:pt x="28776" y="30560"/>
                    </a:cubicBezTo>
                    <a:cubicBezTo>
                      <a:pt x="28847" y="30489"/>
                      <a:pt x="28776" y="30346"/>
                      <a:pt x="28776" y="30275"/>
                    </a:cubicBezTo>
                    <a:lnTo>
                      <a:pt x="28704" y="30275"/>
                    </a:lnTo>
                    <a:cubicBezTo>
                      <a:pt x="28704" y="30275"/>
                      <a:pt x="28633" y="30132"/>
                      <a:pt x="28633" y="30060"/>
                    </a:cubicBezTo>
                    <a:cubicBezTo>
                      <a:pt x="28562" y="29918"/>
                      <a:pt x="28562" y="29703"/>
                      <a:pt x="28419" y="29632"/>
                    </a:cubicBezTo>
                    <a:cubicBezTo>
                      <a:pt x="28392" y="29614"/>
                      <a:pt x="28373" y="29606"/>
                      <a:pt x="28361" y="29606"/>
                    </a:cubicBezTo>
                    <a:close/>
                    <a:moveTo>
                      <a:pt x="29633" y="30774"/>
                    </a:moveTo>
                    <a:cubicBezTo>
                      <a:pt x="29561" y="30774"/>
                      <a:pt x="29561" y="30846"/>
                      <a:pt x="29633" y="30846"/>
                    </a:cubicBezTo>
                    <a:cubicBezTo>
                      <a:pt x="29633" y="30846"/>
                      <a:pt x="29776" y="31131"/>
                      <a:pt x="29776" y="31203"/>
                    </a:cubicBezTo>
                    <a:cubicBezTo>
                      <a:pt x="29847" y="31203"/>
                      <a:pt x="29990" y="31274"/>
                      <a:pt x="30061" y="31274"/>
                    </a:cubicBezTo>
                    <a:cubicBezTo>
                      <a:pt x="30133" y="31274"/>
                      <a:pt x="30204" y="31274"/>
                      <a:pt x="30275" y="31346"/>
                    </a:cubicBezTo>
                    <a:cubicBezTo>
                      <a:pt x="30347" y="31346"/>
                      <a:pt x="30347" y="31417"/>
                      <a:pt x="30347" y="31417"/>
                    </a:cubicBezTo>
                    <a:cubicBezTo>
                      <a:pt x="30394" y="31417"/>
                      <a:pt x="30442" y="31449"/>
                      <a:pt x="30490" y="31449"/>
                    </a:cubicBezTo>
                    <a:cubicBezTo>
                      <a:pt x="30513" y="31449"/>
                      <a:pt x="30537" y="31441"/>
                      <a:pt x="30561" y="31417"/>
                    </a:cubicBezTo>
                    <a:cubicBezTo>
                      <a:pt x="30490" y="31346"/>
                      <a:pt x="30347" y="31346"/>
                      <a:pt x="30347" y="31346"/>
                    </a:cubicBezTo>
                    <a:lnTo>
                      <a:pt x="30347" y="31274"/>
                    </a:lnTo>
                    <a:cubicBezTo>
                      <a:pt x="30347" y="31274"/>
                      <a:pt x="30275" y="31203"/>
                      <a:pt x="30275" y="31131"/>
                    </a:cubicBezTo>
                    <a:cubicBezTo>
                      <a:pt x="30275" y="31131"/>
                      <a:pt x="30244" y="31100"/>
                      <a:pt x="30222" y="31100"/>
                    </a:cubicBezTo>
                    <a:cubicBezTo>
                      <a:pt x="30212" y="31100"/>
                      <a:pt x="30204" y="31108"/>
                      <a:pt x="30204" y="31131"/>
                    </a:cubicBezTo>
                    <a:cubicBezTo>
                      <a:pt x="30061" y="30989"/>
                      <a:pt x="29990" y="30846"/>
                      <a:pt x="29847" y="30774"/>
                    </a:cubicBezTo>
                    <a:close/>
                    <a:moveTo>
                      <a:pt x="19887" y="8772"/>
                    </a:moveTo>
                    <a:cubicBezTo>
                      <a:pt x="18890" y="8772"/>
                      <a:pt x="17781" y="9074"/>
                      <a:pt x="17137" y="9782"/>
                    </a:cubicBezTo>
                    <a:cubicBezTo>
                      <a:pt x="16995" y="9925"/>
                      <a:pt x="16780" y="9997"/>
                      <a:pt x="16566" y="10139"/>
                    </a:cubicBezTo>
                    <a:cubicBezTo>
                      <a:pt x="16281" y="10354"/>
                      <a:pt x="16066" y="10711"/>
                      <a:pt x="15781" y="10925"/>
                    </a:cubicBezTo>
                    <a:cubicBezTo>
                      <a:pt x="15281" y="11139"/>
                      <a:pt x="14638" y="11139"/>
                      <a:pt x="14139" y="11282"/>
                    </a:cubicBezTo>
                    <a:cubicBezTo>
                      <a:pt x="14056" y="11323"/>
                      <a:pt x="13974" y="11364"/>
                      <a:pt x="13905" y="11364"/>
                    </a:cubicBezTo>
                    <a:cubicBezTo>
                      <a:pt x="13855" y="11364"/>
                      <a:pt x="13812" y="11342"/>
                      <a:pt x="13782" y="11282"/>
                    </a:cubicBezTo>
                    <a:cubicBezTo>
                      <a:pt x="13710" y="11210"/>
                      <a:pt x="13639" y="11210"/>
                      <a:pt x="13567" y="11210"/>
                    </a:cubicBezTo>
                    <a:cubicBezTo>
                      <a:pt x="13210" y="11282"/>
                      <a:pt x="12925" y="11425"/>
                      <a:pt x="12568" y="11496"/>
                    </a:cubicBezTo>
                    <a:cubicBezTo>
                      <a:pt x="12068" y="11639"/>
                      <a:pt x="11925" y="11710"/>
                      <a:pt x="12139" y="12281"/>
                    </a:cubicBezTo>
                    <a:cubicBezTo>
                      <a:pt x="12211" y="12853"/>
                      <a:pt x="11996" y="13567"/>
                      <a:pt x="11568" y="14066"/>
                    </a:cubicBezTo>
                    <a:cubicBezTo>
                      <a:pt x="11354" y="14281"/>
                      <a:pt x="10854" y="14209"/>
                      <a:pt x="10711" y="14495"/>
                    </a:cubicBezTo>
                    <a:cubicBezTo>
                      <a:pt x="10710" y="14498"/>
                      <a:pt x="10708" y="14501"/>
                      <a:pt x="10707" y="14504"/>
                    </a:cubicBezTo>
                    <a:lnTo>
                      <a:pt x="10707" y="14504"/>
                    </a:lnTo>
                    <a:cubicBezTo>
                      <a:pt x="10728" y="14450"/>
                      <a:pt x="10752" y="14398"/>
                      <a:pt x="10783" y="14352"/>
                    </a:cubicBezTo>
                    <a:cubicBezTo>
                      <a:pt x="10871" y="14043"/>
                      <a:pt x="10986" y="13707"/>
                      <a:pt x="11028" y="13378"/>
                    </a:cubicBezTo>
                    <a:lnTo>
                      <a:pt x="11028" y="13378"/>
                    </a:lnTo>
                    <a:cubicBezTo>
                      <a:pt x="11036" y="13382"/>
                      <a:pt x="11042" y="13384"/>
                      <a:pt x="11047" y="13384"/>
                    </a:cubicBezTo>
                    <a:cubicBezTo>
                      <a:pt x="11068" y="13384"/>
                      <a:pt x="11068" y="13352"/>
                      <a:pt x="11068" y="13352"/>
                    </a:cubicBezTo>
                    <a:lnTo>
                      <a:pt x="11211" y="13352"/>
                    </a:lnTo>
                    <a:cubicBezTo>
                      <a:pt x="11211" y="13281"/>
                      <a:pt x="11140" y="13281"/>
                      <a:pt x="11211" y="13281"/>
                    </a:cubicBezTo>
                    <a:cubicBezTo>
                      <a:pt x="11282" y="13281"/>
                      <a:pt x="11211" y="13210"/>
                      <a:pt x="11211" y="13138"/>
                    </a:cubicBezTo>
                    <a:cubicBezTo>
                      <a:pt x="11282" y="13138"/>
                      <a:pt x="11354" y="13138"/>
                      <a:pt x="11354" y="13067"/>
                    </a:cubicBezTo>
                    <a:cubicBezTo>
                      <a:pt x="11354" y="13067"/>
                      <a:pt x="11354" y="12995"/>
                      <a:pt x="11425" y="12995"/>
                    </a:cubicBezTo>
                    <a:cubicBezTo>
                      <a:pt x="11497" y="12924"/>
                      <a:pt x="11497" y="12853"/>
                      <a:pt x="11425" y="12781"/>
                    </a:cubicBezTo>
                    <a:cubicBezTo>
                      <a:pt x="11354" y="12781"/>
                      <a:pt x="11211" y="12853"/>
                      <a:pt x="11140" y="12924"/>
                    </a:cubicBezTo>
                    <a:cubicBezTo>
                      <a:pt x="11105" y="12959"/>
                      <a:pt x="11070" y="13027"/>
                      <a:pt x="11044" y="13105"/>
                    </a:cubicBezTo>
                    <a:lnTo>
                      <a:pt x="11044" y="13105"/>
                    </a:lnTo>
                    <a:cubicBezTo>
                      <a:pt x="11041" y="12995"/>
                      <a:pt x="11027" y="12887"/>
                      <a:pt x="10997" y="12781"/>
                    </a:cubicBezTo>
                    <a:cubicBezTo>
                      <a:pt x="11068" y="12638"/>
                      <a:pt x="10997" y="12496"/>
                      <a:pt x="10854" y="12353"/>
                    </a:cubicBezTo>
                    <a:cubicBezTo>
                      <a:pt x="10806" y="12305"/>
                      <a:pt x="10743" y="12289"/>
                      <a:pt x="10674" y="12289"/>
                    </a:cubicBezTo>
                    <a:cubicBezTo>
                      <a:pt x="10537" y="12289"/>
                      <a:pt x="10378" y="12353"/>
                      <a:pt x="10283" y="12353"/>
                    </a:cubicBezTo>
                    <a:cubicBezTo>
                      <a:pt x="10211" y="12353"/>
                      <a:pt x="10140" y="12281"/>
                      <a:pt x="10069" y="12210"/>
                    </a:cubicBezTo>
                    <a:cubicBezTo>
                      <a:pt x="10014" y="12155"/>
                      <a:pt x="9939" y="12132"/>
                      <a:pt x="9858" y="12132"/>
                    </a:cubicBezTo>
                    <a:cubicBezTo>
                      <a:pt x="9728" y="12132"/>
                      <a:pt x="9586" y="12193"/>
                      <a:pt x="9497" y="12281"/>
                    </a:cubicBezTo>
                    <a:cubicBezTo>
                      <a:pt x="9283" y="12424"/>
                      <a:pt x="7998" y="12424"/>
                      <a:pt x="8498" y="12853"/>
                    </a:cubicBezTo>
                    <a:cubicBezTo>
                      <a:pt x="8641" y="12995"/>
                      <a:pt x="8641" y="13067"/>
                      <a:pt x="8712" y="13210"/>
                    </a:cubicBezTo>
                    <a:cubicBezTo>
                      <a:pt x="8783" y="13281"/>
                      <a:pt x="8641" y="13424"/>
                      <a:pt x="8641" y="13495"/>
                    </a:cubicBezTo>
                    <a:cubicBezTo>
                      <a:pt x="8641" y="13567"/>
                      <a:pt x="8712" y="13638"/>
                      <a:pt x="8783" y="13638"/>
                    </a:cubicBezTo>
                    <a:cubicBezTo>
                      <a:pt x="8926" y="13852"/>
                      <a:pt x="8926" y="14066"/>
                      <a:pt x="9069" y="14281"/>
                    </a:cubicBezTo>
                    <a:cubicBezTo>
                      <a:pt x="9140" y="14423"/>
                      <a:pt x="9426" y="14495"/>
                      <a:pt x="9497" y="14638"/>
                    </a:cubicBezTo>
                    <a:cubicBezTo>
                      <a:pt x="9569" y="14709"/>
                      <a:pt x="9640" y="14852"/>
                      <a:pt x="9712" y="14923"/>
                    </a:cubicBezTo>
                    <a:cubicBezTo>
                      <a:pt x="9826" y="14923"/>
                      <a:pt x="9940" y="14832"/>
                      <a:pt x="10018" y="14832"/>
                    </a:cubicBezTo>
                    <a:cubicBezTo>
                      <a:pt x="10037" y="14832"/>
                      <a:pt x="10054" y="14838"/>
                      <a:pt x="10069" y="14852"/>
                    </a:cubicBezTo>
                    <a:cubicBezTo>
                      <a:pt x="10140" y="14852"/>
                      <a:pt x="10283" y="14995"/>
                      <a:pt x="10354" y="14995"/>
                    </a:cubicBezTo>
                    <a:cubicBezTo>
                      <a:pt x="10468" y="14966"/>
                      <a:pt x="10537" y="14892"/>
                      <a:pt x="10587" y="14800"/>
                    </a:cubicBezTo>
                    <a:lnTo>
                      <a:pt x="10587" y="14800"/>
                    </a:lnTo>
                    <a:cubicBezTo>
                      <a:pt x="10544" y="14900"/>
                      <a:pt x="10493" y="14999"/>
                      <a:pt x="10426" y="15066"/>
                    </a:cubicBezTo>
                    <a:cubicBezTo>
                      <a:pt x="9783" y="15923"/>
                      <a:pt x="11211" y="15423"/>
                      <a:pt x="11568" y="15780"/>
                    </a:cubicBezTo>
                    <a:cubicBezTo>
                      <a:pt x="11665" y="15877"/>
                      <a:pt x="11776" y="15915"/>
                      <a:pt x="11889" y="15915"/>
                    </a:cubicBezTo>
                    <a:cubicBezTo>
                      <a:pt x="12026" y="15915"/>
                      <a:pt x="12165" y="15858"/>
                      <a:pt x="12282" y="15780"/>
                    </a:cubicBezTo>
                    <a:cubicBezTo>
                      <a:pt x="12425" y="15709"/>
                      <a:pt x="12496" y="15566"/>
                      <a:pt x="12425" y="15423"/>
                    </a:cubicBezTo>
                    <a:cubicBezTo>
                      <a:pt x="12318" y="15280"/>
                      <a:pt x="12353" y="15227"/>
                      <a:pt x="12443" y="15227"/>
                    </a:cubicBezTo>
                    <a:cubicBezTo>
                      <a:pt x="12532" y="15227"/>
                      <a:pt x="12675" y="15280"/>
                      <a:pt x="12782" y="15352"/>
                    </a:cubicBezTo>
                    <a:cubicBezTo>
                      <a:pt x="12996" y="15423"/>
                      <a:pt x="12996" y="15851"/>
                      <a:pt x="13282" y="15851"/>
                    </a:cubicBezTo>
                    <a:cubicBezTo>
                      <a:pt x="13449" y="15768"/>
                      <a:pt x="13592" y="15733"/>
                      <a:pt x="13739" y="15733"/>
                    </a:cubicBezTo>
                    <a:cubicBezTo>
                      <a:pt x="13843" y="15733"/>
                      <a:pt x="13949" y="15751"/>
                      <a:pt x="14067" y="15780"/>
                    </a:cubicBezTo>
                    <a:cubicBezTo>
                      <a:pt x="14281" y="15923"/>
                      <a:pt x="14567" y="15994"/>
                      <a:pt x="14781" y="15994"/>
                    </a:cubicBezTo>
                    <a:cubicBezTo>
                      <a:pt x="14924" y="16066"/>
                      <a:pt x="14995" y="16280"/>
                      <a:pt x="15138" y="16280"/>
                    </a:cubicBezTo>
                    <a:cubicBezTo>
                      <a:pt x="15281" y="16280"/>
                      <a:pt x="15424" y="16066"/>
                      <a:pt x="15424" y="16066"/>
                    </a:cubicBezTo>
                    <a:cubicBezTo>
                      <a:pt x="15495" y="16137"/>
                      <a:pt x="15495" y="16351"/>
                      <a:pt x="15567" y="16423"/>
                    </a:cubicBezTo>
                    <a:cubicBezTo>
                      <a:pt x="15709" y="16423"/>
                      <a:pt x="15852" y="16280"/>
                      <a:pt x="15995" y="16280"/>
                    </a:cubicBezTo>
                    <a:cubicBezTo>
                      <a:pt x="16138" y="16280"/>
                      <a:pt x="16209" y="16208"/>
                      <a:pt x="16352" y="16208"/>
                    </a:cubicBezTo>
                    <a:cubicBezTo>
                      <a:pt x="16423" y="16208"/>
                      <a:pt x="16423" y="16280"/>
                      <a:pt x="16352" y="16280"/>
                    </a:cubicBezTo>
                    <a:cubicBezTo>
                      <a:pt x="16066" y="16494"/>
                      <a:pt x="15924" y="16923"/>
                      <a:pt x="16281" y="17065"/>
                    </a:cubicBezTo>
                    <a:cubicBezTo>
                      <a:pt x="16307" y="17074"/>
                      <a:pt x="16339" y="17078"/>
                      <a:pt x="16372" y="17078"/>
                    </a:cubicBezTo>
                    <a:cubicBezTo>
                      <a:pt x="16473" y="17078"/>
                      <a:pt x="16595" y="17047"/>
                      <a:pt x="16682" y="17047"/>
                    </a:cubicBezTo>
                    <a:cubicBezTo>
                      <a:pt x="16798" y="17047"/>
                      <a:pt x="16852" y="17101"/>
                      <a:pt x="16709" y="17351"/>
                    </a:cubicBezTo>
                    <a:cubicBezTo>
                      <a:pt x="16566" y="17494"/>
                      <a:pt x="16352" y="17708"/>
                      <a:pt x="16352" y="17994"/>
                    </a:cubicBezTo>
                    <a:cubicBezTo>
                      <a:pt x="16352" y="18279"/>
                      <a:pt x="16495" y="18636"/>
                      <a:pt x="16709" y="18850"/>
                    </a:cubicBezTo>
                    <a:cubicBezTo>
                      <a:pt x="16852" y="18993"/>
                      <a:pt x="17066" y="18993"/>
                      <a:pt x="17209" y="18993"/>
                    </a:cubicBezTo>
                    <a:cubicBezTo>
                      <a:pt x="17280" y="19065"/>
                      <a:pt x="17280" y="19065"/>
                      <a:pt x="17280" y="19065"/>
                    </a:cubicBezTo>
                    <a:cubicBezTo>
                      <a:pt x="17280" y="19136"/>
                      <a:pt x="17209" y="19207"/>
                      <a:pt x="17137" y="19350"/>
                    </a:cubicBezTo>
                    <a:cubicBezTo>
                      <a:pt x="16995" y="19707"/>
                      <a:pt x="17637" y="19779"/>
                      <a:pt x="17851" y="19921"/>
                    </a:cubicBezTo>
                    <a:cubicBezTo>
                      <a:pt x="18208" y="20064"/>
                      <a:pt x="18351" y="20421"/>
                      <a:pt x="18637" y="20564"/>
                    </a:cubicBezTo>
                    <a:cubicBezTo>
                      <a:pt x="18699" y="20582"/>
                      <a:pt x="18763" y="20590"/>
                      <a:pt x="18827" y="20590"/>
                    </a:cubicBezTo>
                    <a:cubicBezTo>
                      <a:pt x="19277" y="20590"/>
                      <a:pt x="19761" y="20207"/>
                      <a:pt x="20136" y="20207"/>
                    </a:cubicBezTo>
                    <a:cubicBezTo>
                      <a:pt x="20157" y="20203"/>
                      <a:pt x="20177" y="20201"/>
                      <a:pt x="20197" y="20201"/>
                    </a:cubicBezTo>
                    <a:cubicBezTo>
                      <a:pt x="20511" y="20201"/>
                      <a:pt x="20653" y="20711"/>
                      <a:pt x="20922" y="20778"/>
                    </a:cubicBezTo>
                    <a:cubicBezTo>
                      <a:pt x="20953" y="20786"/>
                      <a:pt x="20985" y="20790"/>
                      <a:pt x="21017" y="20790"/>
                    </a:cubicBezTo>
                    <a:cubicBezTo>
                      <a:pt x="21271" y="20790"/>
                      <a:pt x="21525" y="20564"/>
                      <a:pt x="21779" y="20564"/>
                    </a:cubicBezTo>
                    <a:cubicBezTo>
                      <a:pt x="21809" y="20554"/>
                      <a:pt x="21840" y="20549"/>
                      <a:pt x="21871" y="20549"/>
                    </a:cubicBezTo>
                    <a:cubicBezTo>
                      <a:pt x="22055" y="20549"/>
                      <a:pt x="22248" y="20707"/>
                      <a:pt x="22493" y="20707"/>
                    </a:cubicBezTo>
                    <a:cubicBezTo>
                      <a:pt x="23207" y="20635"/>
                      <a:pt x="23921" y="20350"/>
                      <a:pt x="24635" y="20278"/>
                    </a:cubicBezTo>
                    <a:cubicBezTo>
                      <a:pt x="25034" y="20278"/>
                      <a:pt x="25389" y="20370"/>
                      <a:pt x="25770" y="20370"/>
                    </a:cubicBezTo>
                    <a:cubicBezTo>
                      <a:pt x="25866" y="20370"/>
                      <a:pt x="25963" y="20364"/>
                      <a:pt x="26063" y="20350"/>
                    </a:cubicBezTo>
                    <a:lnTo>
                      <a:pt x="26420" y="20350"/>
                    </a:lnTo>
                    <a:cubicBezTo>
                      <a:pt x="26491" y="20350"/>
                      <a:pt x="26562" y="20278"/>
                      <a:pt x="26634" y="20278"/>
                    </a:cubicBezTo>
                    <a:cubicBezTo>
                      <a:pt x="26748" y="20278"/>
                      <a:pt x="26817" y="20370"/>
                      <a:pt x="26913" y="20370"/>
                    </a:cubicBezTo>
                    <a:cubicBezTo>
                      <a:pt x="26937" y="20370"/>
                      <a:pt x="26962" y="20364"/>
                      <a:pt x="26991" y="20350"/>
                    </a:cubicBezTo>
                    <a:cubicBezTo>
                      <a:pt x="27276" y="20207"/>
                      <a:pt x="27562" y="19993"/>
                      <a:pt x="27919" y="19921"/>
                    </a:cubicBezTo>
                    <a:cubicBezTo>
                      <a:pt x="28133" y="19850"/>
                      <a:pt x="28276" y="19707"/>
                      <a:pt x="28490" y="19636"/>
                    </a:cubicBezTo>
                    <a:cubicBezTo>
                      <a:pt x="28704" y="19636"/>
                      <a:pt x="28776" y="19707"/>
                      <a:pt x="28704" y="19921"/>
                    </a:cubicBezTo>
                    <a:cubicBezTo>
                      <a:pt x="28704" y="19993"/>
                      <a:pt x="28776" y="20064"/>
                      <a:pt x="28704" y="20064"/>
                    </a:cubicBezTo>
                    <a:cubicBezTo>
                      <a:pt x="28704" y="20136"/>
                      <a:pt x="28562" y="20207"/>
                      <a:pt x="28490" y="20207"/>
                    </a:cubicBezTo>
                    <a:cubicBezTo>
                      <a:pt x="28347" y="20350"/>
                      <a:pt x="28062" y="20421"/>
                      <a:pt x="28062" y="20635"/>
                    </a:cubicBezTo>
                    <a:cubicBezTo>
                      <a:pt x="28062" y="20686"/>
                      <a:pt x="28169" y="20736"/>
                      <a:pt x="28307" y="20736"/>
                    </a:cubicBezTo>
                    <a:cubicBezTo>
                      <a:pt x="28365" y="20736"/>
                      <a:pt x="28428" y="20728"/>
                      <a:pt x="28490" y="20707"/>
                    </a:cubicBezTo>
                    <a:lnTo>
                      <a:pt x="28490" y="20707"/>
                    </a:lnTo>
                    <a:cubicBezTo>
                      <a:pt x="28419" y="20778"/>
                      <a:pt x="28419" y="20778"/>
                      <a:pt x="28419" y="20778"/>
                    </a:cubicBezTo>
                    <a:cubicBezTo>
                      <a:pt x="28419" y="20850"/>
                      <a:pt x="28419" y="20850"/>
                      <a:pt x="28419" y="20850"/>
                    </a:cubicBezTo>
                    <a:lnTo>
                      <a:pt x="28704" y="20850"/>
                    </a:lnTo>
                    <a:cubicBezTo>
                      <a:pt x="28776" y="20778"/>
                      <a:pt x="28776" y="20778"/>
                      <a:pt x="28776" y="20778"/>
                    </a:cubicBezTo>
                    <a:cubicBezTo>
                      <a:pt x="28704" y="20707"/>
                      <a:pt x="28704" y="20707"/>
                      <a:pt x="28704" y="20707"/>
                    </a:cubicBezTo>
                    <a:lnTo>
                      <a:pt x="28490" y="20707"/>
                    </a:lnTo>
                    <a:cubicBezTo>
                      <a:pt x="28617" y="20707"/>
                      <a:pt x="28744" y="20481"/>
                      <a:pt x="28871" y="20481"/>
                    </a:cubicBezTo>
                    <a:cubicBezTo>
                      <a:pt x="28887" y="20481"/>
                      <a:pt x="28903" y="20485"/>
                      <a:pt x="28919" y="20493"/>
                    </a:cubicBezTo>
                    <a:cubicBezTo>
                      <a:pt x="28990" y="20564"/>
                      <a:pt x="28847" y="20850"/>
                      <a:pt x="28704" y="20921"/>
                    </a:cubicBezTo>
                    <a:cubicBezTo>
                      <a:pt x="28704" y="20921"/>
                      <a:pt x="28660" y="20966"/>
                      <a:pt x="28633" y="20992"/>
                    </a:cubicBezTo>
                    <a:lnTo>
                      <a:pt x="28633" y="20992"/>
                    </a:lnTo>
                    <a:cubicBezTo>
                      <a:pt x="28562" y="21064"/>
                      <a:pt x="28705" y="21064"/>
                      <a:pt x="28776" y="21064"/>
                    </a:cubicBezTo>
                    <a:cubicBezTo>
                      <a:pt x="28847" y="21135"/>
                      <a:pt x="28704" y="21278"/>
                      <a:pt x="28776" y="21349"/>
                    </a:cubicBezTo>
                    <a:cubicBezTo>
                      <a:pt x="28847" y="21349"/>
                      <a:pt x="28919" y="21349"/>
                      <a:pt x="28990" y="21421"/>
                    </a:cubicBezTo>
                    <a:cubicBezTo>
                      <a:pt x="29204" y="21492"/>
                      <a:pt x="28776" y="21492"/>
                      <a:pt x="28633" y="21492"/>
                    </a:cubicBezTo>
                    <a:cubicBezTo>
                      <a:pt x="28562" y="21564"/>
                      <a:pt x="28490" y="21635"/>
                      <a:pt x="28490" y="21706"/>
                    </a:cubicBezTo>
                    <a:cubicBezTo>
                      <a:pt x="28490" y="21742"/>
                      <a:pt x="28477" y="21755"/>
                      <a:pt x="28455" y="21755"/>
                    </a:cubicBezTo>
                    <a:cubicBezTo>
                      <a:pt x="28388" y="21755"/>
                      <a:pt x="28240" y="21635"/>
                      <a:pt x="28133" y="21635"/>
                    </a:cubicBezTo>
                    <a:cubicBezTo>
                      <a:pt x="27990" y="21635"/>
                      <a:pt x="27776" y="21706"/>
                      <a:pt x="27776" y="21778"/>
                    </a:cubicBezTo>
                    <a:cubicBezTo>
                      <a:pt x="27776" y="21778"/>
                      <a:pt x="27848" y="21849"/>
                      <a:pt x="27919" y="21921"/>
                    </a:cubicBezTo>
                    <a:cubicBezTo>
                      <a:pt x="27990" y="21992"/>
                      <a:pt x="28062" y="22063"/>
                      <a:pt x="28062" y="22206"/>
                    </a:cubicBezTo>
                    <a:cubicBezTo>
                      <a:pt x="28122" y="22326"/>
                      <a:pt x="28181" y="22844"/>
                      <a:pt x="28032" y="22844"/>
                    </a:cubicBezTo>
                    <a:cubicBezTo>
                      <a:pt x="28003" y="22844"/>
                      <a:pt x="27966" y="22824"/>
                      <a:pt x="27919" y="22777"/>
                    </a:cubicBezTo>
                    <a:cubicBezTo>
                      <a:pt x="27730" y="22431"/>
                      <a:pt x="27610" y="22279"/>
                      <a:pt x="27530" y="22279"/>
                    </a:cubicBezTo>
                    <a:cubicBezTo>
                      <a:pt x="27428" y="22279"/>
                      <a:pt x="27388" y="22522"/>
                      <a:pt x="27348" y="22920"/>
                    </a:cubicBezTo>
                    <a:cubicBezTo>
                      <a:pt x="27310" y="23109"/>
                      <a:pt x="27272" y="23198"/>
                      <a:pt x="27245" y="23198"/>
                    </a:cubicBezTo>
                    <a:cubicBezTo>
                      <a:pt x="27221" y="23198"/>
                      <a:pt x="27205" y="23126"/>
                      <a:pt x="27205" y="22992"/>
                    </a:cubicBezTo>
                    <a:cubicBezTo>
                      <a:pt x="27205" y="22777"/>
                      <a:pt x="27205" y="22563"/>
                      <a:pt x="26991" y="22420"/>
                    </a:cubicBezTo>
                    <a:cubicBezTo>
                      <a:pt x="26947" y="22376"/>
                      <a:pt x="26889" y="22359"/>
                      <a:pt x="26823" y="22359"/>
                    </a:cubicBezTo>
                    <a:cubicBezTo>
                      <a:pt x="26678" y="22359"/>
                      <a:pt x="26496" y="22443"/>
                      <a:pt x="26348" y="22492"/>
                    </a:cubicBezTo>
                    <a:cubicBezTo>
                      <a:pt x="26328" y="22502"/>
                      <a:pt x="26309" y="22506"/>
                      <a:pt x="26291" y="22506"/>
                    </a:cubicBezTo>
                    <a:cubicBezTo>
                      <a:pt x="26185" y="22506"/>
                      <a:pt x="26124" y="22349"/>
                      <a:pt x="26063" y="22349"/>
                    </a:cubicBezTo>
                    <a:cubicBezTo>
                      <a:pt x="26042" y="22329"/>
                      <a:pt x="26025" y="22320"/>
                      <a:pt x="26010" y="22320"/>
                    </a:cubicBezTo>
                    <a:cubicBezTo>
                      <a:pt x="25920" y="22320"/>
                      <a:pt x="25920" y="22645"/>
                      <a:pt x="25920" y="22706"/>
                    </a:cubicBezTo>
                    <a:cubicBezTo>
                      <a:pt x="25884" y="22742"/>
                      <a:pt x="25866" y="22760"/>
                      <a:pt x="25857" y="22760"/>
                    </a:cubicBezTo>
                    <a:cubicBezTo>
                      <a:pt x="25848" y="22760"/>
                      <a:pt x="25848" y="22742"/>
                      <a:pt x="25848" y="22706"/>
                    </a:cubicBezTo>
                    <a:cubicBezTo>
                      <a:pt x="25848" y="22591"/>
                      <a:pt x="25848" y="22199"/>
                      <a:pt x="25737" y="22199"/>
                    </a:cubicBezTo>
                    <a:cubicBezTo>
                      <a:pt x="25710" y="22199"/>
                      <a:pt x="25676" y="22222"/>
                      <a:pt x="25634" y="22278"/>
                    </a:cubicBezTo>
                    <a:cubicBezTo>
                      <a:pt x="25563" y="22420"/>
                      <a:pt x="25491" y="22777"/>
                      <a:pt x="25491" y="22992"/>
                    </a:cubicBezTo>
                    <a:cubicBezTo>
                      <a:pt x="25478" y="23005"/>
                      <a:pt x="25467" y="23011"/>
                      <a:pt x="25458" y="23011"/>
                    </a:cubicBezTo>
                    <a:cubicBezTo>
                      <a:pt x="25420" y="23011"/>
                      <a:pt x="25420" y="22907"/>
                      <a:pt x="25420" y="22849"/>
                    </a:cubicBezTo>
                    <a:cubicBezTo>
                      <a:pt x="25420" y="22635"/>
                      <a:pt x="25420" y="22278"/>
                      <a:pt x="25277" y="22135"/>
                    </a:cubicBezTo>
                    <a:cubicBezTo>
                      <a:pt x="24992" y="21992"/>
                      <a:pt x="24849" y="21706"/>
                      <a:pt x="24635" y="21635"/>
                    </a:cubicBezTo>
                    <a:cubicBezTo>
                      <a:pt x="24530" y="21614"/>
                      <a:pt x="24432" y="21605"/>
                      <a:pt x="24337" y="21605"/>
                    </a:cubicBezTo>
                    <a:cubicBezTo>
                      <a:pt x="24110" y="21605"/>
                      <a:pt x="23908" y="21656"/>
                      <a:pt x="23706" y="21706"/>
                    </a:cubicBezTo>
                    <a:cubicBezTo>
                      <a:pt x="22778" y="21992"/>
                      <a:pt x="22493" y="23206"/>
                      <a:pt x="21707" y="23706"/>
                    </a:cubicBezTo>
                    <a:cubicBezTo>
                      <a:pt x="21532" y="23822"/>
                      <a:pt x="21357" y="23939"/>
                      <a:pt x="21182" y="23939"/>
                    </a:cubicBezTo>
                    <a:cubicBezTo>
                      <a:pt x="21143" y="23939"/>
                      <a:pt x="21104" y="23933"/>
                      <a:pt x="21065" y="23920"/>
                    </a:cubicBezTo>
                    <a:cubicBezTo>
                      <a:pt x="20742" y="23705"/>
                      <a:pt x="20378" y="23368"/>
                      <a:pt x="20005" y="23368"/>
                    </a:cubicBezTo>
                    <a:cubicBezTo>
                      <a:pt x="19883" y="23368"/>
                      <a:pt x="19760" y="23404"/>
                      <a:pt x="19636" y="23491"/>
                    </a:cubicBezTo>
                    <a:cubicBezTo>
                      <a:pt x="19606" y="23502"/>
                      <a:pt x="19578" y="23506"/>
                      <a:pt x="19553" y="23506"/>
                    </a:cubicBezTo>
                    <a:cubicBezTo>
                      <a:pt x="19402" y="23506"/>
                      <a:pt x="19341" y="23349"/>
                      <a:pt x="19279" y="23349"/>
                    </a:cubicBezTo>
                    <a:cubicBezTo>
                      <a:pt x="19120" y="23269"/>
                      <a:pt x="18560" y="23167"/>
                      <a:pt x="18134" y="23167"/>
                    </a:cubicBezTo>
                    <a:cubicBezTo>
                      <a:pt x="17796" y="23167"/>
                      <a:pt x="17543" y="23231"/>
                      <a:pt x="17637" y="23420"/>
                    </a:cubicBezTo>
                    <a:cubicBezTo>
                      <a:pt x="17566" y="23563"/>
                      <a:pt x="17280" y="23563"/>
                      <a:pt x="17137" y="23634"/>
                    </a:cubicBezTo>
                    <a:cubicBezTo>
                      <a:pt x="16995" y="23706"/>
                      <a:pt x="16852" y="23634"/>
                      <a:pt x="16638" y="23848"/>
                    </a:cubicBezTo>
                    <a:cubicBezTo>
                      <a:pt x="16638" y="23848"/>
                      <a:pt x="16780" y="23920"/>
                      <a:pt x="16852" y="23991"/>
                    </a:cubicBezTo>
                    <a:cubicBezTo>
                      <a:pt x="16852" y="24063"/>
                      <a:pt x="16780" y="24348"/>
                      <a:pt x="16709" y="24491"/>
                    </a:cubicBezTo>
                    <a:cubicBezTo>
                      <a:pt x="16638" y="24705"/>
                      <a:pt x="16852" y="24705"/>
                      <a:pt x="17066" y="24777"/>
                    </a:cubicBezTo>
                    <a:cubicBezTo>
                      <a:pt x="17167" y="24837"/>
                      <a:pt x="17268" y="24858"/>
                      <a:pt x="17371" y="24858"/>
                    </a:cubicBezTo>
                    <a:cubicBezTo>
                      <a:pt x="17589" y="24858"/>
                      <a:pt x="17814" y="24765"/>
                      <a:pt x="18062" y="24765"/>
                    </a:cubicBezTo>
                    <a:cubicBezTo>
                      <a:pt x="18110" y="24765"/>
                      <a:pt x="18159" y="24768"/>
                      <a:pt x="18208" y="24777"/>
                    </a:cubicBezTo>
                    <a:cubicBezTo>
                      <a:pt x="18637" y="24777"/>
                      <a:pt x="18922" y="24991"/>
                      <a:pt x="19279" y="25205"/>
                    </a:cubicBezTo>
                    <a:cubicBezTo>
                      <a:pt x="19779" y="25491"/>
                      <a:pt x="20279" y="25848"/>
                      <a:pt x="20493" y="26419"/>
                    </a:cubicBezTo>
                    <a:cubicBezTo>
                      <a:pt x="20565" y="26490"/>
                      <a:pt x="20565" y="26633"/>
                      <a:pt x="20636" y="26776"/>
                    </a:cubicBezTo>
                    <a:cubicBezTo>
                      <a:pt x="20707" y="26990"/>
                      <a:pt x="20922" y="27204"/>
                      <a:pt x="21136" y="27204"/>
                    </a:cubicBezTo>
                    <a:cubicBezTo>
                      <a:pt x="21279" y="27133"/>
                      <a:pt x="21350" y="26919"/>
                      <a:pt x="21493" y="26919"/>
                    </a:cubicBezTo>
                    <a:cubicBezTo>
                      <a:pt x="21516" y="26915"/>
                      <a:pt x="21538" y="26914"/>
                      <a:pt x="21559" y="26914"/>
                    </a:cubicBezTo>
                    <a:cubicBezTo>
                      <a:pt x="21973" y="26914"/>
                      <a:pt x="21782" y="27575"/>
                      <a:pt x="21850" y="27847"/>
                    </a:cubicBezTo>
                    <a:cubicBezTo>
                      <a:pt x="22064" y="28204"/>
                      <a:pt x="22635" y="28418"/>
                      <a:pt x="22278" y="28918"/>
                    </a:cubicBezTo>
                    <a:cubicBezTo>
                      <a:pt x="22136" y="29346"/>
                      <a:pt x="21279" y="28847"/>
                      <a:pt x="21350" y="29489"/>
                    </a:cubicBezTo>
                    <a:cubicBezTo>
                      <a:pt x="21422" y="29703"/>
                      <a:pt x="21564" y="29989"/>
                      <a:pt x="21636" y="30275"/>
                    </a:cubicBezTo>
                    <a:cubicBezTo>
                      <a:pt x="21707" y="30489"/>
                      <a:pt x="21850" y="30774"/>
                      <a:pt x="21779" y="30989"/>
                    </a:cubicBezTo>
                    <a:cubicBezTo>
                      <a:pt x="21850" y="31274"/>
                      <a:pt x="22207" y="31488"/>
                      <a:pt x="22350" y="31703"/>
                    </a:cubicBezTo>
                    <a:cubicBezTo>
                      <a:pt x="22421" y="31774"/>
                      <a:pt x="22421" y="31845"/>
                      <a:pt x="22493" y="31917"/>
                    </a:cubicBezTo>
                    <a:cubicBezTo>
                      <a:pt x="22587" y="31973"/>
                      <a:pt x="22676" y="31995"/>
                      <a:pt x="22762" y="31995"/>
                    </a:cubicBezTo>
                    <a:cubicBezTo>
                      <a:pt x="23000" y="31995"/>
                      <a:pt x="23211" y="31827"/>
                      <a:pt x="23421" y="31774"/>
                    </a:cubicBezTo>
                    <a:cubicBezTo>
                      <a:pt x="23564" y="31774"/>
                      <a:pt x="23706" y="31774"/>
                      <a:pt x="23849" y="31845"/>
                    </a:cubicBezTo>
                    <a:cubicBezTo>
                      <a:pt x="23914" y="31856"/>
                      <a:pt x="23976" y="31861"/>
                      <a:pt x="24036" y="31861"/>
                    </a:cubicBezTo>
                    <a:cubicBezTo>
                      <a:pt x="24771" y="31861"/>
                      <a:pt x="25172" y="31094"/>
                      <a:pt x="25634" y="30632"/>
                    </a:cubicBezTo>
                    <a:cubicBezTo>
                      <a:pt x="25848" y="30346"/>
                      <a:pt x="25420" y="29989"/>
                      <a:pt x="25563" y="29703"/>
                    </a:cubicBezTo>
                    <a:cubicBezTo>
                      <a:pt x="25777" y="29132"/>
                      <a:pt x="27205" y="28704"/>
                      <a:pt x="26348" y="28061"/>
                    </a:cubicBezTo>
                    <a:cubicBezTo>
                      <a:pt x="26205" y="27990"/>
                      <a:pt x="26134" y="27847"/>
                      <a:pt x="26205" y="27704"/>
                    </a:cubicBezTo>
                    <a:lnTo>
                      <a:pt x="26277" y="27704"/>
                    </a:lnTo>
                    <a:cubicBezTo>
                      <a:pt x="26348" y="27704"/>
                      <a:pt x="26420" y="27776"/>
                      <a:pt x="26562" y="27776"/>
                    </a:cubicBezTo>
                    <a:cubicBezTo>
                      <a:pt x="26588" y="27788"/>
                      <a:pt x="26615" y="27794"/>
                      <a:pt x="26644" y="27794"/>
                    </a:cubicBezTo>
                    <a:cubicBezTo>
                      <a:pt x="26779" y="27794"/>
                      <a:pt x="26945" y="27666"/>
                      <a:pt x="27062" y="27490"/>
                    </a:cubicBezTo>
                    <a:cubicBezTo>
                      <a:pt x="27205" y="26990"/>
                      <a:pt x="26919" y="26347"/>
                      <a:pt x="27205" y="25848"/>
                    </a:cubicBezTo>
                    <a:cubicBezTo>
                      <a:pt x="27419" y="25562"/>
                      <a:pt x="27919" y="25419"/>
                      <a:pt x="28062" y="24991"/>
                    </a:cubicBezTo>
                    <a:cubicBezTo>
                      <a:pt x="28133" y="24991"/>
                      <a:pt x="28133" y="24919"/>
                      <a:pt x="28205" y="24848"/>
                    </a:cubicBezTo>
                    <a:cubicBezTo>
                      <a:pt x="28246" y="24821"/>
                      <a:pt x="28279" y="24809"/>
                      <a:pt x="28305" y="24809"/>
                    </a:cubicBezTo>
                    <a:cubicBezTo>
                      <a:pt x="28419" y="24809"/>
                      <a:pt x="28419" y="25018"/>
                      <a:pt x="28419" y="25134"/>
                    </a:cubicBezTo>
                    <a:cubicBezTo>
                      <a:pt x="28419" y="25276"/>
                      <a:pt x="28419" y="25419"/>
                      <a:pt x="28490" y="25562"/>
                    </a:cubicBezTo>
                    <a:cubicBezTo>
                      <a:pt x="28562" y="25633"/>
                      <a:pt x="28633" y="25705"/>
                      <a:pt x="28633" y="25776"/>
                    </a:cubicBezTo>
                    <a:cubicBezTo>
                      <a:pt x="28618" y="25791"/>
                      <a:pt x="28597" y="25797"/>
                      <a:pt x="28571" y="25797"/>
                    </a:cubicBezTo>
                    <a:cubicBezTo>
                      <a:pt x="28503" y="25797"/>
                      <a:pt x="28406" y="25756"/>
                      <a:pt x="28338" y="25756"/>
                    </a:cubicBezTo>
                    <a:cubicBezTo>
                      <a:pt x="28313" y="25756"/>
                      <a:pt x="28291" y="25761"/>
                      <a:pt x="28276" y="25776"/>
                    </a:cubicBezTo>
                    <a:cubicBezTo>
                      <a:pt x="27990" y="25919"/>
                      <a:pt x="27848" y="26133"/>
                      <a:pt x="27633" y="26347"/>
                    </a:cubicBezTo>
                    <a:cubicBezTo>
                      <a:pt x="27562" y="26347"/>
                      <a:pt x="27491" y="26419"/>
                      <a:pt x="27419" y="26490"/>
                    </a:cubicBezTo>
                    <a:cubicBezTo>
                      <a:pt x="27062" y="26847"/>
                      <a:pt x="27562" y="27490"/>
                      <a:pt x="27134" y="27918"/>
                    </a:cubicBezTo>
                    <a:cubicBezTo>
                      <a:pt x="26848" y="28275"/>
                      <a:pt x="27348" y="28632"/>
                      <a:pt x="27348" y="28989"/>
                    </a:cubicBezTo>
                    <a:cubicBezTo>
                      <a:pt x="27348" y="29061"/>
                      <a:pt x="27419" y="29204"/>
                      <a:pt x="27419" y="29204"/>
                    </a:cubicBezTo>
                    <a:cubicBezTo>
                      <a:pt x="27633" y="29346"/>
                      <a:pt x="27848" y="29346"/>
                      <a:pt x="27990" y="29489"/>
                    </a:cubicBezTo>
                    <a:cubicBezTo>
                      <a:pt x="28006" y="29497"/>
                      <a:pt x="28018" y="29501"/>
                      <a:pt x="28028" y="29501"/>
                    </a:cubicBezTo>
                    <a:cubicBezTo>
                      <a:pt x="28105" y="29501"/>
                      <a:pt x="27998" y="29267"/>
                      <a:pt x="28062" y="29204"/>
                    </a:cubicBezTo>
                    <a:cubicBezTo>
                      <a:pt x="28034" y="29005"/>
                      <a:pt x="28061" y="28930"/>
                      <a:pt x="28114" y="28930"/>
                    </a:cubicBezTo>
                    <a:cubicBezTo>
                      <a:pt x="28195" y="28930"/>
                      <a:pt x="28333" y="29103"/>
                      <a:pt x="28419" y="29275"/>
                    </a:cubicBezTo>
                    <a:cubicBezTo>
                      <a:pt x="28633" y="29561"/>
                      <a:pt x="28776" y="29918"/>
                      <a:pt x="28990" y="30203"/>
                    </a:cubicBezTo>
                    <a:cubicBezTo>
                      <a:pt x="28990" y="30275"/>
                      <a:pt x="29062" y="30346"/>
                      <a:pt x="29204" y="30346"/>
                    </a:cubicBezTo>
                    <a:cubicBezTo>
                      <a:pt x="29320" y="30288"/>
                      <a:pt x="29389" y="30184"/>
                      <a:pt x="29524" y="30184"/>
                    </a:cubicBezTo>
                    <a:cubicBezTo>
                      <a:pt x="29556" y="30184"/>
                      <a:pt x="29592" y="30190"/>
                      <a:pt x="29633" y="30203"/>
                    </a:cubicBezTo>
                    <a:cubicBezTo>
                      <a:pt x="29704" y="30203"/>
                      <a:pt x="29776" y="30203"/>
                      <a:pt x="29847" y="30132"/>
                    </a:cubicBezTo>
                    <a:cubicBezTo>
                      <a:pt x="29990" y="30132"/>
                      <a:pt x="29990" y="29918"/>
                      <a:pt x="30133" y="29918"/>
                    </a:cubicBezTo>
                    <a:cubicBezTo>
                      <a:pt x="30275" y="29989"/>
                      <a:pt x="30418" y="30203"/>
                      <a:pt x="30347" y="30417"/>
                    </a:cubicBezTo>
                    <a:cubicBezTo>
                      <a:pt x="30275" y="30489"/>
                      <a:pt x="30204" y="30632"/>
                      <a:pt x="30204" y="30703"/>
                    </a:cubicBezTo>
                    <a:cubicBezTo>
                      <a:pt x="30275" y="30846"/>
                      <a:pt x="30490" y="30989"/>
                      <a:pt x="30632" y="31060"/>
                    </a:cubicBezTo>
                    <a:cubicBezTo>
                      <a:pt x="30847" y="31131"/>
                      <a:pt x="30989" y="31346"/>
                      <a:pt x="31204" y="31346"/>
                    </a:cubicBezTo>
                    <a:cubicBezTo>
                      <a:pt x="31275" y="31346"/>
                      <a:pt x="31275" y="31131"/>
                      <a:pt x="31275" y="31060"/>
                    </a:cubicBezTo>
                    <a:cubicBezTo>
                      <a:pt x="31346" y="30989"/>
                      <a:pt x="31346" y="30703"/>
                      <a:pt x="31489" y="30703"/>
                    </a:cubicBezTo>
                    <a:cubicBezTo>
                      <a:pt x="31703" y="30703"/>
                      <a:pt x="31989" y="30917"/>
                      <a:pt x="32132" y="31060"/>
                    </a:cubicBezTo>
                    <a:cubicBezTo>
                      <a:pt x="32203" y="31203"/>
                      <a:pt x="32346" y="31417"/>
                      <a:pt x="32560" y="31417"/>
                    </a:cubicBezTo>
                    <a:cubicBezTo>
                      <a:pt x="32593" y="31422"/>
                      <a:pt x="32624" y="31425"/>
                      <a:pt x="32653" y="31425"/>
                    </a:cubicBezTo>
                    <a:cubicBezTo>
                      <a:pt x="33011" y="31425"/>
                      <a:pt x="33153" y="31049"/>
                      <a:pt x="33417" y="30917"/>
                    </a:cubicBezTo>
                    <a:cubicBezTo>
                      <a:pt x="33560" y="30870"/>
                      <a:pt x="33703" y="30854"/>
                      <a:pt x="33845" y="30854"/>
                    </a:cubicBezTo>
                    <a:cubicBezTo>
                      <a:pt x="34131" y="30854"/>
                      <a:pt x="34417" y="30917"/>
                      <a:pt x="34702" y="30917"/>
                    </a:cubicBezTo>
                    <a:cubicBezTo>
                      <a:pt x="34845" y="30917"/>
                      <a:pt x="35059" y="30917"/>
                      <a:pt x="35131" y="31060"/>
                    </a:cubicBezTo>
                    <a:cubicBezTo>
                      <a:pt x="35202" y="31060"/>
                      <a:pt x="35131" y="31131"/>
                      <a:pt x="35059" y="31131"/>
                    </a:cubicBezTo>
                    <a:cubicBezTo>
                      <a:pt x="34988" y="31155"/>
                      <a:pt x="34932" y="31163"/>
                      <a:pt x="34879" y="31163"/>
                    </a:cubicBezTo>
                    <a:cubicBezTo>
                      <a:pt x="34774" y="31163"/>
                      <a:pt x="34678" y="31131"/>
                      <a:pt x="34488" y="31131"/>
                    </a:cubicBezTo>
                    <a:cubicBezTo>
                      <a:pt x="34315" y="31088"/>
                      <a:pt x="34115" y="31018"/>
                      <a:pt x="33920" y="31018"/>
                    </a:cubicBezTo>
                    <a:cubicBezTo>
                      <a:pt x="33795" y="31018"/>
                      <a:pt x="33672" y="31047"/>
                      <a:pt x="33560" y="31131"/>
                    </a:cubicBezTo>
                    <a:cubicBezTo>
                      <a:pt x="33417" y="31346"/>
                      <a:pt x="33560" y="31560"/>
                      <a:pt x="33488" y="31774"/>
                    </a:cubicBezTo>
                    <a:cubicBezTo>
                      <a:pt x="33417" y="31845"/>
                      <a:pt x="33417" y="31988"/>
                      <a:pt x="33417" y="32060"/>
                    </a:cubicBezTo>
                    <a:cubicBezTo>
                      <a:pt x="33417" y="32202"/>
                      <a:pt x="33631" y="32274"/>
                      <a:pt x="33703" y="32345"/>
                    </a:cubicBezTo>
                    <a:cubicBezTo>
                      <a:pt x="33888" y="32592"/>
                      <a:pt x="34179" y="32945"/>
                      <a:pt x="34531" y="32945"/>
                    </a:cubicBezTo>
                    <a:cubicBezTo>
                      <a:pt x="34586" y="32945"/>
                      <a:pt x="34644" y="32936"/>
                      <a:pt x="34702" y="32916"/>
                    </a:cubicBezTo>
                    <a:cubicBezTo>
                      <a:pt x="35131" y="32417"/>
                      <a:pt x="35559" y="31845"/>
                      <a:pt x="35987" y="31274"/>
                    </a:cubicBezTo>
                    <a:cubicBezTo>
                      <a:pt x="36416" y="30774"/>
                      <a:pt x="36844" y="30346"/>
                      <a:pt x="37059" y="29918"/>
                    </a:cubicBezTo>
                    <a:cubicBezTo>
                      <a:pt x="36416" y="29489"/>
                      <a:pt x="31561" y="27990"/>
                      <a:pt x="30775" y="27561"/>
                    </a:cubicBezTo>
                    <a:cubicBezTo>
                      <a:pt x="30632" y="26847"/>
                      <a:pt x="31418" y="26347"/>
                      <a:pt x="31846" y="25848"/>
                    </a:cubicBezTo>
                    <a:cubicBezTo>
                      <a:pt x="31989" y="25705"/>
                      <a:pt x="31989" y="25419"/>
                      <a:pt x="32132" y="25276"/>
                    </a:cubicBezTo>
                    <a:cubicBezTo>
                      <a:pt x="32203" y="25134"/>
                      <a:pt x="32346" y="25062"/>
                      <a:pt x="32417" y="24991"/>
                    </a:cubicBezTo>
                    <a:cubicBezTo>
                      <a:pt x="32703" y="24705"/>
                      <a:pt x="33131" y="24491"/>
                      <a:pt x="33346" y="24134"/>
                    </a:cubicBezTo>
                    <a:cubicBezTo>
                      <a:pt x="33488" y="23706"/>
                      <a:pt x="33346" y="23206"/>
                      <a:pt x="33346" y="22777"/>
                    </a:cubicBezTo>
                    <a:cubicBezTo>
                      <a:pt x="33346" y="22563"/>
                      <a:pt x="33346" y="22349"/>
                      <a:pt x="33203" y="22206"/>
                    </a:cubicBezTo>
                    <a:cubicBezTo>
                      <a:pt x="33086" y="22090"/>
                      <a:pt x="32922" y="21973"/>
                      <a:pt x="32749" y="21973"/>
                    </a:cubicBezTo>
                    <a:cubicBezTo>
                      <a:pt x="32710" y="21973"/>
                      <a:pt x="32671" y="21979"/>
                      <a:pt x="32632" y="21992"/>
                    </a:cubicBezTo>
                    <a:cubicBezTo>
                      <a:pt x="32489" y="22063"/>
                      <a:pt x="32275" y="22349"/>
                      <a:pt x="32275" y="22492"/>
                    </a:cubicBezTo>
                    <a:cubicBezTo>
                      <a:pt x="32132" y="23063"/>
                      <a:pt x="32560" y="23563"/>
                      <a:pt x="32417" y="24063"/>
                    </a:cubicBezTo>
                    <a:cubicBezTo>
                      <a:pt x="32417" y="24167"/>
                      <a:pt x="32341" y="24233"/>
                      <a:pt x="32244" y="24233"/>
                    </a:cubicBezTo>
                    <a:cubicBezTo>
                      <a:pt x="32208" y="24233"/>
                      <a:pt x="32170" y="24225"/>
                      <a:pt x="32132" y="24205"/>
                    </a:cubicBezTo>
                    <a:cubicBezTo>
                      <a:pt x="31846" y="23920"/>
                      <a:pt x="31489" y="22849"/>
                      <a:pt x="31346" y="22420"/>
                    </a:cubicBezTo>
                    <a:cubicBezTo>
                      <a:pt x="31204" y="21992"/>
                      <a:pt x="30704" y="21706"/>
                      <a:pt x="30490" y="21349"/>
                    </a:cubicBezTo>
                    <a:cubicBezTo>
                      <a:pt x="30204" y="20921"/>
                      <a:pt x="30275" y="20350"/>
                      <a:pt x="30061" y="19921"/>
                    </a:cubicBezTo>
                    <a:cubicBezTo>
                      <a:pt x="30061" y="19779"/>
                      <a:pt x="29990" y="19636"/>
                      <a:pt x="30061" y="19493"/>
                    </a:cubicBezTo>
                    <a:cubicBezTo>
                      <a:pt x="30347" y="18779"/>
                      <a:pt x="29990" y="17994"/>
                      <a:pt x="29847" y="17208"/>
                    </a:cubicBezTo>
                    <a:cubicBezTo>
                      <a:pt x="29776" y="16923"/>
                      <a:pt x="30061" y="16780"/>
                      <a:pt x="30275" y="16637"/>
                    </a:cubicBezTo>
                    <a:cubicBezTo>
                      <a:pt x="30490" y="16351"/>
                      <a:pt x="30632" y="16066"/>
                      <a:pt x="30704" y="15709"/>
                    </a:cubicBezTo>
                    <a:cubicBezTo>
                      <a:pt x="30704" y="15494"/>
                      <a:pt x="30847" y="15280"/>
                      <a:pt x="30847" y="15066"/>
                    </a:cubicBezTo>
                    <a:cubicBezTo>
                      <a:pt x="30918" y="14495"/>
                      <a:pt x="30490" y="14138"/>
                      <a:pt x="30133" y="13781"/>
                    </a:cubicBezTo>
                    <a:cubicBezTo>
                      <a:pt x="29918" y="13495"/>
                      <a:pt x="29704" y="13067"/>
                      <a:pt x="29561" y="12638"/>
                    </a:cubicBezTo>
                    <a:cubicBezTo>
                      <a:pt x="29490" y="12353"/>
                      <a:pt x="29776" y="12139"/>
                      <a:pt x="30061" y="12067"/>
                    </a:cubicBezTo>
                    <a:cubicBezTo>
                      <a:pt x="30133" y="11996"/>
                      <a:pt x="30204" y="11924"/>
                      <a:pt x="30133" y="11853"/>
                    </a:cubicBezTo>
                    <a:cubicBezTo>
                      <a:pt x="29990" y="11710"/>
                      <a:pt x="29776" y="11639"/>
                      <a:pt x="29633" y="11496"/>
                    </a:cubicBezTo>
                    <a:cubicBezTo>
                      <a:pt x="29419" y="11353"/>
                      <a:pt x="29276" y="11210"/>
                      <a:pt x="29062" y="11139"/>
                    </a:cubicBezTo>
                    <a:cubicBezTo>
                      <a:pt x="29001" y="11124"/>
                      <a:pt x="28941" y="11118"/>
                      <a:pt x="28880" y="11118"/>
                    </a:cubicBezTo>
                    <a:cubicBezTo>
                      <a:pt x="28713" y="11118"/>
                      <a:pt x="28541" y="11160"/>
                      <a:pt x="28351" y="11160"/>
                    </a:cubicBezTo>
                    <a:cubicBezTo>
                      <a:pt x="28281" y="11160"/>
                      <a:pt x="28209" y="11154"/>
                      <a:pt x="28133" y="11139"/>
                    </a:cubicBezTo>
                    <a:lnTo>
                      <a:pt x="27919" y="11139"/>
                    </a:lnTo>
                    <a:cubicBezTo>
                      <a:pt x="27562" y="11210"/>
                      <a:pt x="27134" y="11210"/>
                      <a:pt x="26777" y="11210"/>
                    </a:cubicBezTo>
                    <a:cubicBezTo>
                      <a:pt x="26348" y="11210"/>
                      <a:pt x="25920" y="11210"/>
                      <a:pt x="25563" y="11068"/>
                    </a:cubicBezTo>
                    <a:cubicBezTo>
                      <a:pt x="24992" y="10925"/>
                      <a:pt x="24777" y="10354"/>
                      <a:pt x="24278" y="10139"/>
                    </a:cubicBezTo>
                    <a:cubicBezTo>
                      <a:pt x="23849" y="9854"/>
                      <a:pt x="23278" y="9782"/>
                      <a:pt x="22850" y="9497"/>
                    </a:cubicBezTo>
                    <a:cubicBezTo>
                      <a:pt x="22564" y="9354"/>
                      <a:pt x="22278" y="9354"/>
                      <a:pt x="21993" y="9211"/>
                    </a:cubicBezTo>
                    <a:cubicBezTo>
                      <a:pt x="21707" y="9140"/>
                      <a:pt x="21493" y="8926"/>
                      <a:pt x="21207" y="8926"/>
                    </a:cubicBezTo>
                    <a:cubicBezTo>
                      <a:pt x="20850" y="8854"/>
                      <a:pt x="20493" y="8854"/>
                      <a:pt x="20208" y="8783"/>
                    </a:cubicBezTo>
                    <a:cubicBezTo>
                      <a:pt x="20103" y="8776"/>
                      <a:pt x="19996" y="8772"/>
                      <a:pt x="19887" y="8772"/>
                    </a:cubicBezTo>
                    <a:close/>
                    <a:moveTo>
                      <a:pt x="25032" y="32020"/>
                    </a:moveTo>
                    <a:cubicBezTo>
                      <a:pt x="24923" y="32020"/>
                      <a:pt x="24934" y="32216"/>
                      <a:pt x="24992" y="32274"/>
                    </a:cubicBezTo>
                    <a:cubicBezTo>
                      <a:pt x="25063" y="32417"/>
                      <a:pt x="25206" y="32417"/>
                      <a:pt x="25277" y="32488"/>
                    </a:cubicBezTo>
                    <a:cubicBezTo>
                      <a:pt x="25349" y="32631"/>
                      <a:pt x="25491" y="32631"/>
                      <a:pt x="25634" y="32702"/>
                    </a:cubicBezTo>
                    <a:cubicBezTo>
                      <a:pt x="25777" y="32774"/>
                      <a:pt x="25848" y="32845"/>
                      <a:pt x="25991" y="32845"/>
                    </a:cubicBezTo>
                    <a:cubicBezTo>
                      <a:pt x="26015" y="32869"/>
                      <a:pt x="26047" y="32877"/>
                      <a:pt x="26084" y="32877"/>
                    </a:cubicBezTo>
                    <a:cubicBezTo>
                      <a:pt x="26158" y="32877"/>
                      <a:pt x="26253" y="32845"/>
                      <a:pt x="26348" y="32845"/>
                    </a:cubicBezTo>
                    <a:cubicBezTo>
                      <a:pt x="26420" y="32845"/>
                      <a:pt x="26491" y="32988"/>
                      <a:pt x="26634" y="33059"/>
                    </a:cubicBezTo>
                    <a:cubicBezTo>
                      <a:pt x="26634" y="33117"/>
                      <a:pt x="26727" y="33221"/>
                      <a:pt x="26801" y="33221"/>
                    </a:cubicBezTo>
                    <a:cubicBezTo>
                      <a:pt x="26818" y="33221"/>
                      <a:pt x="26834" y="33216"/>
                      <a:pt x="26848" y="33202"/>
                    </a:cubicBezTo>
                    <a:cubicBezTo>
                      <a:pt x="26777" y="33131"/>
                      <a:pt x="26491" y="32845"/>
                      <a:pt x="26491" y="32774"/>
                    </a:cubicBezTo>
                    <a:cubicBezTo>
                      <a:pt x="26205" y="32559"/>
                      <a:pt x="25848" y="32702"/>
                      <a:pt x="25634" y="32488"/>
                    </a:cubicBezTo>
                    <a:cubicBezTo>
                      <a:pt x="25634" y="32345"/>
                      <a:pt x="25563" y="32345"/>
                      <a:pt x="25420" y="32274"/>
                    </a:cubicBezTo>
                    <a:cubicBezTo>
                      <a:pt x="25349" y="32202"/>
                      <a:pt x="25206" y="32131"/>
                      <a:pt x="25134" y="32060"/>
                    </a:cubicBezTo>
                    <a:cubicBezTo>
                      <a:pt x="25093" y="32032"/>
                      <a:pt x="25059" y="32020"/>
                      <a:pt x="25032" y="3202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9"/>
              <p:cNvSpPr/>
              <p:nvPr/>
            </p:nvSpPr>
            <p:spPr>
              <a:xfrm>
                <a:off x="5564675" y="2298775"/>
                <a:ext cx="926475" cy="830550"/>
              </a:xfrm>
              <a:custGeom>
                <a:rect b="b" l="l" r="r" t="t"/>
                <a:pathLst>
                  <a:path extrusionOk="0" fill="none" h="33222" w="37059">
                    <a:moveTo>
                      <a:pt x="6142" y="20136"/>
                    </a:moveTo>
                    <a:cubicBezTo>
                      <a:pt x="5999" y="20136"/>
                      <a:pt x="5785" y="20136"/>
                      <a:pt x="5642" y="20136"/>
                    </a:cubicBezTo>
                    <a:cubicBezTo>
                      <a:pt x="5570" y="20136"/>
                      <a:pt x="5785" y="20136"/>
                      <a:pt x="5785" y="20136"/>
                    </a:cubicBezTo>
                    <a:cubicBezTo>
                      <a:pt x="5785" y="20136"/>
                      <a:pt x="5856" y="20136"/>
                      <a:pt x="5856" y="20136"/>
                    </a:cubicBezTo>
                    <a:cubicBezTo>
                      <a:pt x="5785" y="20207"/>
                      <a:pt x="5713" y="20136"/>
                      <a:pt x="5642" y="20207"/>
                    </a:cubicBezTo>
                    <a:cubicBezTo>
                      <a:pt x="5642" y="20207"/>
                      <a:pt x="5642" y="20207"/>
                      <a:pt x="5713" y="20207"/>
                    </a:cubicBezTo>
                    <a:cubicBezTo>
                      <a:pt x="5713" y="20207"/>
                      <a:pt x="5713" y="20207"/>
                      <a:pt x="5785" y="20278"/>
                    </a:cubicBezTo>
                    <a:cubicBezTo>
                      <a:pt x="5856" y="20278"/>
                      <a:pt x="5927" y="20278"/>
                      <a:pt x="5999" y="20278"/>
                    </a:cubicBezTo>
                    <a:cubicBezTo>
                      <a:pt x="6070" y="20278"/>
                      <a:pt x="5927" y="20207"/>
                      <a:pt x="5999" y="20207"/>
                    </a:cubicBezTo>
                    <a:cubicBezTo>
                      <a:pt x="6070" y="20207"/>
                      <a:pt x="6070" y="20207"/>
                      <a:pt x="6142" y="20207"/>
                    </a:cubicBezTo>
                    <a:cubicBezTo>
                      <a:pt x="6213" y="20207"/>
                      <a:pt x="6213" y="20136"/>
                      <a:pt x="6142" y="20136"/>
                    </a:cubicBezTo>
                    <a:close/>
                    <a:moveTo>
                      <a:pt x="2143" y="17779"/>
                    </a:moveTo>
                    <a:cubicBezTo>
                      <a:pt x="2072" y="17779"/>
                      <a:pt x="2072" y="17779"/>
                      <a:pt x="2072" y="17779"/>
                    </a:cubicBezTo>
                    <a:cubicBezTo>
                      <a:pt x="2072" y="17851"/>
                      <a:pt x="2072" y="17851"/>
                      <a:pt x="2072" y="17851"/>
                    </a:cubicBezTo>
                    <a:cubicBezTo>
                      <a:pt x="2072" y="17922"/>
                      <a:pt x="2072" y="17922"/>
                      <a:pt x="2072" y="17922"/>
                    </a:cubicBezTo>
                    <a:cubicBezTo>
                      <a:pt x="2143" y="17994"/>
                      <a:pt x="2143" y="17994"/>
                      <a:pt x="2143" y="17994"/>
                    </a:cubicBezTo>
                    <a:cubicBezTo>
                      <a:pt x="2143" y="17922"/>
                      <a:pt x="2143" y="17922"/>
                      <a:pt x="2143" y="17922"/>
                    </a:cubicBezTo>
                    <a:cubicBezTo>
                      <a:pt x="2143" y="17851"/>
                      <a:pt x="2143" y="17851"/>
                      <a:pt x="2143" y="17851"/>
                    </a:cubicBezTo>
                    <a:close/>
                    <a:moveTo>
                      <a:pt x="358" y="13852"/>
                    </a:moveTo>
                    <a:cubicBezTo>
                      <a:pt x="358" y="13852"/>
                      <a:pt x="358" y="13852"/>
                      <a:pt x="358" y="13852"/>
                    </a:cubicBezTo>
                    <a:cubicBezTo>
                      <a:pt x="287" y="13852"/>
                      <a:pt x="287" y="13852"/>
                      <a:pt x="287" y="13852"/>
                    </a:cubicBezTo>
                    <a:cubicBezTo>
                      <a:pt x="287" y="13852"/>
                      <a:pt x="287" y="13852"/>
                      <a:pt x="287" y="13852"/>
                    </a:cubicBezTo>
                    <a:cubicBezTo>
                      <a:pt x="215" y="13852"/>
                      <a:pt x="215" y="13852"/>
                      <a:pt x="215" y="13852"/>
                    </a:cubicBezTo>
                    <a:cubicBezTo>
                      <a:pt x="144" y="13781"/>
                      <a:pt x="144" y="13781"/>
                      <a:pt x="144" y="13781"/>
                    </a:cubicBezTo>
                    <a:cubicBezTo>
                      <a:pt x="72" y="13852"/>
                      <a:pt x="72" y="13852"/>
                      <a:pt x="72" y="13852"/>
                    </a:cubicBezTo>
                    <a:cubicBezTo>
                      <a:pt x="1" y="13852"/>
                      <a:pt x="1" y="13852"/>
                      <a:pt x="1" y="13852"/>
                    </a:cubicBezTo>
                    <a:cubicBezTo>
                      <a:pt x="1" y="13924"/>
                      <a:pt x="1" y="13924"/>
                      <a:pt x="1" y="13924"/>
                    </a:cubicBezTo>
                    <a:cubicBezTo>
                      <a:pt x="1" y="13924"/>
                      <a:pt x="1" y="13924"/>
                      <a:pt x="1" y="13924"/>
                    </a:cubicBezTo>
                    <a:cubicBezTo>
                      <a:pt x="1" y="13995"/>
                      <a:pt x="1" y="13995"/>
                      <a:pt x="1" y="13995"/>
                    </a:cubicBezTo>
                    <a:cubicBezTo>
                      <a:pt x="72" y="13995"/>
                      <a:pt x="72" y="13995"/>
                      <a:pt x="72" y="13995"/>
                    </a:cubicBezTo>
                    <a:cubicBezTo>
                      <a:pt x="72" y="13924"/>
                      <a:pt x="72" y="13924"/>
                      <a:pt x="72" y="13924"/>
                    </a:cubicBezTo>
                    <a:cubicBezTo>
                      <a:pt x="72" y="13924"/>
                      <a:pt x="72" y="13924"/>
                      <a:pt x="72" y="13924"/>
                    </a:cubicBezTo>
                    <a:cubicBezTo>
                      <a:pt x="72" y="13924"/>
                      <a:pt x="72" y="13924"/>
                      <a:pt x="72" y="13924"/>
                    </a:cubicBezTo>
                    <a:cubicBezTo>
                      <a:pt x="72" y="13924"/>
                      <a:pt x="72" y="13924"/>
                      <a:pt x="72" y="13924"/>
                    </a:cubicBezTo>
                    <a:cubicBezTo>
                      <a:pt x="72" y="13924"/>
                      <a:pt x="72" y="13924"/>
                      <a:pt x="72" y="13924"/>
                    </a:cubicBezTo>
                    <a:cubicBezTo>
                      <a:pt x="144" y="13924"/>
                      <a:pt x="144" y="13924"/>
                      <a:pt x="144" y="13924"/>
                    </a:cubicBezTo>
                    <a:cubicBezTo>
                      <a:pt x="215" y="13924"/>
                      <a:pt x="215" y="13924"/>
                      <a:pt x="215" y="13924"/>
                    </a:cubicBezTo>
                    <a:cubicBezTo>
                      <a:pt x="215" y="13924"/>
                      <a:pt x="215" y="13924"/>
                      <a:pt x="215" y="13924"/>
                    </a:cubicBezTo>
                    <a:cubicBezTo>
                      <a:pt x="215" y="13924"/>
                      <a:pt x="215" y="13924"/>
                      <a:pt x="215" y="13924"/>
                    </a:cubicBezTo>
                    <a:cubicBezTo>
                      <a:pt x="287" y="13852"/>
                      <a:pt x="287" y="13852"/>
                      <a:pt x="287" y="13852"/>
                    </a:cubicBezTo>
                    <a:cubicBezTo>
                      <a:pt x="287" y="13852"/>
                      <a:pt x="287" y="13852"/>
                      <a:pt x="287" y="13852"/>
                    </a:cubicBezTo>
                    <a:cubicBezTo>
                      <a:pt x="287" y="13924"/>
                      <a:pt x="287" y="13924"/>
                      <a:pt x="287" y="13924"/>
                    </a:cubicBezTo>
                    <a:cubicBezTo>
                      <a:pt x="287" y="13924"/>
                      <a:pt x="287" y="13924"/>
                      <a:pt x="287" y="13924"/>
                    </a:cubicBezTo>
                    <a:cubicBezTo>
                      <a:pt x="287" y="13995"/>
                      <a:pt x="287" y="13995"/>
                      <a:pt x="287" y="13995"/>
                    </a:cubicBezTo>
                    <a:cubicBezTo>
                      <a:pt x="287" y="13995"/>
                      <a:pt x="287" y="13995"/>
                      <a:pt x="287" y="13995"/>
                    </a:cubicBezTo>
                    <a:cubicBezTo>
                      <a:pt x="287" y="13995"/>
                      <a:pt x="287" y="13995"/>
                      <a:pt x="287" y="13995"/>
                    </a:cubicBezTo>
                    <a:cubicBezTo>
                      <a:pt x="358" y="13995"/>
                      <a:pt x="358" y="13995"/>
                      <a:pt x="358" y="13995"/>
                    </a:cubicBezTo>
                    <a:cubicBezTo>
                      <a:pt x="429" y="13995"/>
                      <a:pt x="429" y="13995"/>
                      <a:pt x="429" y="13995"/>
                    </a:cubicBezTo>
                    <a:cubicBezTo>
                      <a:pt x="429" y="13924"/>
                      <a:pt x="429" y="13924"/>
                      <a:pt x="429" y="13924"/>
                    </a:cubicBezTo>
                    <a:cubicBezTo>
                      <a:pt x="429" y="13924"/>
                      <a:pt x="429" y="13924"/>
                      <a:pt x="429" y="13924"/>
                    </a:cubicBezTo>
                    <a:close/>
                    <a:moveTo>
                      <a:pt x="3357" y="14138"/>
                    </a:moveTo>
                    <a:cubicBezTo>
                      <a:pt x="3357" y="14138"/>
                      <a:pt x="3428" y="14066"/>
                      <a:pt x="3571" y="14066"/>
                    </a:cubicBezTo>
                    <a:cubicBezTo>
                      <a:pt x="3571" y="14066"/>
                      <a:pt x="3571" y="14066"/>
                      <a:pt x="3500" y="14138"/>
                    </a:cubicBezTo>
                    <a:cubicBezTo>
                      <a:pt x="3500" y="14138"/>
                      <a:pt x="3357" y="14209"/>
                      <a:pt x="3357" y="14281"/>
                    </a:cubicBezTo>
                    <a:cubicBezTo>
                      <a:pt x="3500" y="14281"/>
                      <a:pt x="3714" y="14138"/>
                      <a:pt x="3857" y="13995"/>
                    </a:cubicBezTo>
                    <a:cubicBezTo>
                      <a:pt x="3928" y="13995"/>
                      <a:pt x="3857" y="14138"/>
                      <a:pt x="3928" y="14066"/>
                    </a:cubicBezTo>
                    <a:cubicBezTo>
                      <a:pt x="4071" y="13995"/>
                      <a:pt x="4142" y="13924"/>
                      <a:pt x="4071" y="13852"/>
                    </a:cubicBezTo>
                    <a:cubicBezTo>
                      <a:pt x="3999" y="13709"/>
                      <a:pt x="3857" y="13781"/>
                      <a:pt x="3714" y="13781"/>
                    </a:cubicBezTo>
                    <a:cubicBezTo>
                      <a:pt x="3500" y="13567"/>
                      <a:pt x="3214" y="13781"/>
                      <a:pt x="2928" y="13852"/>
                    </a:cubicBezTo>
                    <a:cubicBezTo>
                      <a:pt x="2857" y="13852"/>
                      <a:pt x="2714" y="13924"/>
                      <a:pt x="2786" y="14066"/>
                    </a:cubicBezTo>
                    <a:cubicBezTo>
                      <a:pt x="2786" y="14138"/>
                      <a:pt x="3214" y="14138"/>
                      <a:pt x="3285" y="14138"/>
                    </a:cubicBezTo>
                    <a:close/>
                    <a:moveTo>
                      <a:pt x="7355" y="19850"/>
                    </a:moveTo>
                    <a:cubicBezTo>
                      <a:pt x="7355" y="19779"/>
                      <a:pt x="7355" y="19779"/>
                      <a:pt x="7355" y="19779"/>
                    </a:cubicBezTo>
                    <a:cubicBezTo>
                      <a:pt x="7355" y="19779"/>
                      <a:pt x="7355" y="19779"/>
                      <a:pt x="7355" y="19779"/>
                    </a:cubicBezTo>
                    <a:cubicBezTo>
                      <a:pt x="7284" y="19779"/>
                      <a:pt x="7284" y="19779"/>
                      <a:pt x="7284" y="19779"/>
                    </a:cubicBezTo>
                    <a:cubicBezTo>
                      <a:pt x="7284" y="19779"/>
                      <a:pt x="7284" y="19779"/>
                      <a:pt x="7284" y="19779"/>
                    </a:cubicBezTo>
                    <a:cubicBezTo>
                      <a:pt x="7213" y="19779"/>
                      <a:pt x="7213" y="19779"/>
                      <a:pt x="7213" y="19779"/>
                    </a:cubicBezTo>
                    <a:cubicBezTo>
                      <a:pt x="7213" y="19779"/>
                      <a:pt x="7213" y="19779"/>
                      <a:pt x="7213" y="19779"/>
                    </a:cubicBezTo>
                    <a:cubicBezTo>
                      <a:pt x="7213" y="19779"/>
                      <a:pt x="7213" y="19779"/>
                      <a:pt x="7213" y="19779"/>
                    </a:cubicBezTo>
                    <a:cubicBezTo>
                      <a:pt x="7141" y="19779"/>
                      <a:pt x="7141" y="19779"/>
                      <a:pt x="7141" y="19779"/>
                    </a:cubicBezTo>
                    <a:cubicBezTo>
                      <a:pt x="7070" y="19707"/>
                      <a:pt x="7070" y="19707"/>
                      <a:pt x="7070" y="19707"/>
                    </a:cubicBezTo>
                    <a:cubicBezTo>
                      <a:pt x="7070" y="19779"/>
                      <a:pt x="7070" y="19779"/>
                      <a:pt x="7070" y="19779"/>
                    </a:cubicBezTo>
                    <a:cubicBezTo>
                      <a:pt x="7141" y="19779"/>
                      <a:pt x="7141" y="19779"/>
                      <a:pt x="7141" y="19779"/>
                    </a:cubicBezTo>
                    <a:cubicBezTo>
                      <a:pt x="7141" y="19779"/>
                      <a:pt x="7141" y="19779"/>
                      <a:pt x="7141" y="19779"/>
                    </a:cubicBezTo>
                    <a:cubicBezTo>
                      <a:pt x="7141" y="19779"/>
                      <a:pt x="7141" y="19779"/>
                      <a:pt x="7141" y="19779"/>
                    </a:cubicBezTo>
                    <a:cubicBezTo>
                      <a:pt x="7141" y="19850"/>
                      <a:pt x="7141" y="19850"/>
                      <a:pt x="7141" y="19850"/>
                    </a:cubicBezTo>
                    <a:cubicBezTo>
                      <a:pt x="7213" y="19850"/>
                      <a:pt x="7213" y="19850"/>
                      <a:pt x="7213" y="19850"/>
                    </a:cubicBezTo>
                    <a:cubicBezTo>
                      <a:pt x="7284" y="19850"/>
                      <a:pt x="7284" y="19850"/>
                      <a:pt x="7284" y="19850"/>
                    </a:cubicBezTo>
                    <a:cubicBezTo>
                      <a:pt x="7355" y="19850"/>
                      <a:pt x="7355" y="19850"/>
                      <a:pt x="7355" y="19850"/>
                    </a:cubicBezTo>
                    <a:cubicBezTo>
                      <a:pt x="7355" y="19850"/>
                      <a:pt x="7355" y="19850"/>
                      <a:pt x="7355" y="19850"/>
                    </a:cubicBezTo>
                    <a:cubicBezTo>
                      <a:pt x="7355" y="19850"/>
                      <a:pt x="7355" y="19850"/>
                      <a:pt x="7355" y="19850"/>
                    </a:cubicBezTo>
                    <a:cubicBezTo>
                      <a:pt x="7355" y="19850"/>
                      <a:pt x="7355" y="19850"/>
                      <a:pt x="7355" y="19850"/>
                    </a:cubicBezTo>
                    <a:close/>
                    <a:moveTo>
                      <a:pt x="6998" y="18922"/>
                    </a:moveTo>
                    <a:cubicBezTo>
                      <a:pt x="7141" y="18779"/>
                      <a:pt x="6998" y="18708"/>
                      <a:pt x="6856" y="18708"/>
                    </a:cubicBezTo>
                    <a:cubicBezTo>
                      <a:pt x="6284" y="18422"/>
                      <a:pt x="6998" y="18279"/>
                      <a:pt x="7070" y="17994"/>
                    </a:cubicBezTo>
                    <a:cubicBezTo>
                      <a:pt x="7141" y="17637"/>
                      <a:pt x="6641" y="17494"/>
                      <a:pt x="6641" y="17208"/>
                    </a:cubicBezTo>
                    <a:cubicBezTo>
                      <a:pt x="6570" y="17137"/>
                      <a:pt x="6570" y="17065"/>
                      <a:pt x="6499" y="16994"/>
                    </a:cubicBezTo>
                    <a:cubicBezTo>
                      <a:pt x="6284" y="16923"/>
                      <a:pt x="5999" y="17208"/>
                      <a:pt x="5785" y="17280"/>
                    </a:cubicBezTo>
                    <a:cubicBezTo>
                      <a:pt x="5213" y="17280"/>
                      <a:pt x="4642" y="17280"/>
                      <a:pt x="4214" y="17565"/>
                    </a:cubicBezTo>
                    <a:cubicBezTo>
                      <a:pt x="3928" y="17637"/>
                      <a:pt x="3714" y="17708"/>
                      <a:pt x="3500" y="17851"/>
                    </a:cubicBezTo>
                    <a:cubicBezTo>
                      <a:pt x="3428" y="17851"/>
                      <a:pt x="3357" y="17922"/>
                      <a:pt x="3285" y="17922"/>
                    </a:cubicBezTo>
                    <a:cubicBezTo>
                      <a:pt x="2714" y="18136"/>
                      <a:pt x="2143" y="18279"/>
                      <a:pt x="3071" y="18636"/>
                    </a:cubicBezTo>
                    <a:cubicBezTo>
                      <a:pt x="3571" y="19065"/>
                      <a:pt x="4285" y="19065"/>
                      <a:pt x="4928" y="19207"/>
                    </a:cubicBezTo>
                    <a:cubicBezTo>
                      <a:pt x="5142" y="19493"/>
                      <a:pt x="5499" y="19422"/>
                      <a:pt x="5785" y="19350"/>
                    </a:cubicBezTo>
                    <a:cubicBezTo>
                      <a:pt x="6070" y="19279"/>
                      <a:pt x="6213" y="18993"/>
                      <a:pt x="6427" y="18850"/>
                    </a:cubicBezTo>
                    <a:cubicBezTo>
                      <a:pt x="6499" y="18779"/>
                      <a:pt x="6570" y="18993"/>
                      <a:pt x="6641" y="18993"/>
                    </a:cubicBezTo>
                    <a:cubicBezTo>
                      <a:pt x="6713" y="19065"/>
                      <a:pt x="6856" y="18993"/>
                      <a:pt x="6927" y="18922"/>
                    </a:cubicBezTo>
                    <a:close/>
                    <a:moveTo>
                      <a:pt x="3500" y="9711"/>
                    </a:moveTo>
                    <a:cubicBezTo>
                      <a:pt x="3571" y="9711"/>
                      <a:pt x="3571" y="9711"/>
                      <a:pt x="3571" y="9711"/>
                    </a:cubicBezTo>
                    <a:cubicBezTo>
                      <a:pt x="3642" y="9711"/>
                      <a:pt x="3642" y="9711"/>
                      <a:pt x="3642" y="9711"/>
                    </a:cubicBezTo>
                    <a:cubicBezTo>
                      <a:pt x="3714" y="9568"/>
                      <a:pt x="3714" y="9568"/>
                      <a:pt x="3714" y="9568"/>
                    </a:cubicBezTo>
                    <a:cubicBezTo>
                      <a:pt x="3785" y="9497"/>
                      <a:pt x="3785" y="9497"/>
                      <a:pt x="3785" y="9497"/>
                    </a:cubicBezTo>
                    <a:cubicBezTo>
                      <a:pt x="3785" y="9425"/>
                      <a:pt x="3785" y="9425"/>
                      <a:pt x="3785" y="9425"/>
                    </a:cubicBezTo>
                    <a:cubicBezTo>
                      <a:pt x="3785" y="9354"/>
                      <a:pt x="3785" y="9354"/>
                      <a:pt x="3785" y="9354"/>
                    </a:cubicBezTo>
                    <a:cubicBezTo>
                      <a:pt x="3857" y="9283"/>
                      <a:pt x="3857" y="9283"/>
                      <a:pt x="3857" y="9283"/>
                    </a:cubicBezTo>
                    <a:cubicBezTo>
                      <a:pt x="3785" y="9211"/>
                      <a:pt x="3785" y="9211"/>
                      <a:pt x="3785" y="9211"/>
                    </a:cubicBezTo>
                    <a:cubicBezTo>
                      <a:pt x="3714" y="9140"/>
                      <a:pt x="3714" y="9140"/>
                      <a:pt x="3714" y="9140"/>
                    </a:cubicBezTo>
                    <a:cubicBezTo>
                      <a:pt x="3714" y="9140"/>
                      <a:pt x="3714" y="9140"/>
                      <a:pt x="3714" y="9140"/>
                    </a:cubicBezTo>
                    <a:cubicBezTo>
                      <a:pt x="3571" y="9211"/>
                      <a:pt x="3571" y="9211"/>
                      <a:pt x="3571" y="9211"/>
                    </a:cubicBezTo>
                    <a:cubicBezTo>
                      <a:pt x="3500" y="9283"/>
                      <a:pt x="3500" y="9283"/>
                      <a:pt x="3500" y="9283"/>
                    </a:cubicBezTo>
                    <a:cubicBezTo>
                      <a:pt x="3428" y="9283"/>
                      <a:pt x="3428" y="9283"/>
                      <a:pt x="3428" y="9283"/>
                    </a:cubicBezTo>
                    <a:cubicBezTo>
                      <a:pt x="3428" y="9283"/>
                      <a:pt x="3428" y="9283"/>
                      <a:pt x="3428" y="9283"/>
                    </a:cubicBezTo>
                    <a:cubicBezTo>
                      <a:pt x="3357" y="9354"/>
                      <a:pt x="3357" y="9354"/>
                      <a:pt x="3357" y="9354"/>
                    </a:cubicBezTo>
                    <a:cubicBezTo>
                      <a:pt x="3357" y="9497"/>
                      <a:pt x="3357" y="9497"/>
                      <a:pt x="3357" y="9497"/>
                    </a:cubicBezTo>
                    <a:cubicBezTo>
                      <a:pt x="3428" y="9640"/>
                      <a:pt x="3428" y="9640"/>
                      <a:pt x="3428" y="9640"/>
                    </a:cubicBezTo>
                    <a:close/>
                    <a:moveTo>
                      <a:pt x="7070" y="20278"/>
                    </a:moveTo>
                    <a:cubicBezTo>
                      <a:pt x="6927" y="20278"/>
                      <a:pt x="6927" y="20278"/>
                      <a:pt x="6927" y="20278"/>
                    </a:cubicBezTo>
                    <a:cubicBezTo>
                      <a:pt x="6927" y="20278"/>
                      <a:pt x="6927" y="20278"/>
                      <a:pt x="6927" y="20278"/>
                    </a:cubicBezTo>
                    <a:cubicBezTo>
                      <a:pt x="6856" y="20278"/>
                      <a:pt x="6856" y="20278"/>
                      <a:pt x="6856" y="20278"/>
                    </a:cubicBezTo>
                    <a:cubicBezTo>
                      <a:pt x="6856" y="20278"/>
                      <a:pt x="6856" y="20278"/>
                      <a:pt x="6856" y="20278"/>
                    </a:cubicBezTo>
                    <a:cubicBezTo>
                      <a:pt x="6856" y="20350"/>
                      <a:pt x="6856" y="20350"/>
                      <a:pt x="6856" y="20350"/>
                    </a:cubicBezTo>
                    <a:cubicBezTo>
                      <a:pt x="6856" y="20350"/>
                      <a:pt x="6856" y="20350"/>
                      <a:pt x="6856" y="20350"/>
                    </a:cubicBezTo>
                    <a:cubicBezTo>
                      <a:pt x="6856" y="20350"/>
                      <a:pt x="6856" y="20350"/>
                      <a:pt x="6856" y="20350"/>
                    </a:cubicBezTo>
                    <a:cubicBezTo>
                      <a:pt x="6927" y="20350"/>
                      <a:pt x="6927" y="20350"/>
                      <a:pt x="6927" y="20350"/>
                    </a:cubicBezTo>
                    <a:cubicBezTo>
                      <a:pt x="6998" y="20350"/>
                      <a:pt x="6998" y="20350"/>
                      <a:pt x="6998" y="20350"/>
                    </a:cubicBezTo>
                    <a:cubicBezTo>
                      <a:pt x="7070" y="20350"/>
                      <a:pt x="7070" y="20350"/>
                      <a:pt x="7070" y="20350"/>
                    </a:cubicBezTo>
                    <a:cubicBezTo>
                      <a:pt x="7070" y="20350"/>
                      <a:pt x="7070" y="20350"/>
                      <a:pt x="7070" y="20350"/>
                    </a:cubicBezTo>
                    <a:cubicBezTo>
                      <a:pt x="7070" y="20350"/>
                      <a:pt x="7070" y="20350"/>
                      <a:pt x="7070" y="20350"/>
                    </a:cubicBezTo>
                    <a:close/>
                    <a:moveTo>
                      <a:pt x="6856" y="19564"/>
                    </a:moveTo>
                    <a:cubicBezTo>
                      <a:pt x="6856" y="19564"/>
                      <a:pt x="6856" y="19564"/>
                      <a:pt x="6856" y="19564"/>
                    </a:cubicBezTo>
                    <a:cubicBezTo>
                      <a:pt x="6856" y="19564"/>
                      <a:pt x="6856" y="19564"/>
                      <a:pt x="6856" y="19564"/>
                    </a:cubicBezTo>
                    <a:cubicBezTo>
                      <a:pt x="6856" y="19564"/>
                      <a:pt x="6856" y="19564"/>
                      <a:pt x="6856" y="19564"/>
                    </a:cubicBezTo>
                    <a:cubicBezTo>
                      <a:pt x="6856" y="19636"/>
                      <a:pt x="6856" y="19636"/>
                      <a:pt x="6856" y="19636"/>
                    </a:cubicBezTo>
                    <a:close/>
                    <a:moveTo>
                      <a:pt x="12068" y="286"/>
                    </a:moveTo>
                    <a:cubicBezTo>
                      <a:pt x="12068" y="286"/>
                      <a:pt x="12068" y="286"/>
                      <a:pt x="12068" y="286"/>
                    </a:cubicBezTo>
                    <a:cubicBezTo>
                      <a:pt x="12068" y="357"/>
                      <a:pt x="12068" y="357"/>
                      <a:pt x="12068" y="357"/>
                    </a:cubicBezTo>
                    <a:cubicBezTo>
                      <a:pt x="12068" y="286"/>
                      <a:pt x="12068" y="286"/>
                      <a:pt x="12068" y="286"/>
                    </a:cubicBezTo>
                    <a:close/>
                    <a:moveTo>
                      <a:pt x="31204" y="2142"/>
                    </a:moveTo>
                    <a:cubicBezTo>
                      <a:pt x="31275" y="2071"/>
                      <a:pt x="31275" y="2071"/>
                      <a:pt x="31275" y="2071"/>
                    </a:cubicBezTo>
                    <a:cubicBezTo>
                      <a:pt x="31346" y="2000"/>
                      <a:pt x="31346" y="2000"/>
                      <a:pt x="31346" y="2000"/>
                    </a:cubicBezTo>
                    <a:cubicBezTo>
                      <a:pt x="31346" y="1928"/>
                      <a:pt x="31346" y="1928"/>
                      <a:pt x="31346" y="1928"/>
                    </a:cubicBezTo>
                    <a:cubicBezTo>
                      <a:pt x="31204" y="1928"/>
                      <a:pt x="31204" y="1928"/>
                      <a:pt x="31204" y="1928"/>
                    </a:cubicBezTo>
                    <a:cubicBezTo>
                      <a:pt x="31132" y="2000"/>
                      <a:pt x="31132" y="2000"/>
                      <a:pt x="31132" y="2000"/>
                    </a:cubicBezTo>
                    <a:cubicBezTo>
                      <a:pt x="31061" y="2071"/>
                      <a:pt x="31061" y="2071"/>
                      <a:pt x="31061" y="2071"/>
                    </a:cubicBezTo>
                    <a:cubicBezTo>
                      <a:pt x="31061" y="2142"/>
                      <a:pt x="31061" y="2142"/>
                      <a:pt x="31061" y="2142"/>
                    </a:cubicBezTo>
                    <a:close/>
                    <a:moveTo>
                      <a:pt x="31275" y="19493"/>
                    </a:moveTo>
                    <a:cubicBezTo>
                      <a:pt x="31204" y="19779"/>
                      <a:pt x="31418" y="20136"/>
                      <a:pt x="31632" y="19779"/>
                    </a:cubicBezTo>
                    <a:cubicBezTo>
                      <a:pt x="31632" y="19707"/>
                      <a:pt x="31632" y="19564"/>
                      <a:pt x="31703" y="19493"/>
                    </a:cubicBezTo>
                    <a:cubicBezTo>
                      <a:pt x="31775" y="19350"/>
                      <a:pt x="31846" y="19279"/>
                      <a:pt x="31846" y="19207"/>
                    </a:cubicBezTo>
                    <a:cubicBezTo>
                      <a:pt x="31775" y="18993"/>
                      <a:pt x="31561" y="18922"/>
                      <a:pt x="31418" y="19065"/>
                    </a:cubicBezTo>
                    <a:cubicBezTo>
                      <a:pt x="31346" y="19207"/>
                      <a:pt x="31275" y="19350"/>
                      <a:pt x="31275" y="19493"/>
                    </a:cubicBezTo>
                    <a:close/>
                    <a:moveTo>
                      <a:pt x="12211" y="143"/>
                    </a:moveTo>
                    <a:cubicBezTo>
                      <a:pt x="12211" y="72"/>
                      <a:pt x="12211" y="72"/>
                      <a:pt x="12211" y="72"/>
                    </a:cubicBezTo>
                    <a:cubicBezTo>
                      <a:pt x="12282" y="0"/>
                      <a:pt x="12282" y="0"/>
                      <a:pt x="12282" y="0"/>
                    </a:cubicBezTo>
                    <a:cubicBezTo>
                      <a:pt x="12211" y="0"/>
                      <a:pt x="12211" y="0"/>
                      <a:pt x="12211" y="0"/>
                    </a:cubicBezTo>
                    <a:cubicBezTo>
                      <a:pt x="12139" y="72"/>
                      <a:pt x="12139" y="72"/>
                      <a:pt x="12139" y="72"/>
                    </a:cubicBezTo>
                    <a:cubicBezTo>
                      <a:pt x="12139" y="143"/>
                      <a:pt x="12139" y="143"/>
                      <a:pt x="12139" y="143"/>
                    </a:cubicBezTo>
                    <a:cubicBezTo>
                      <a:pt x="12139" y="215"/>
                      <a:pt x="12139" y="215"/>
                      <a:pt x="12139" y="215"/>
                    </a:cubicBezTo>
                    <a:close/>
                    <a:moveTo>
                      <a:pt x="5785" y="15851"/>
                    </a:moveTo>
                    <a:cubicBezTo>
                      <a:pt x="5785" y="15780"/>
                      <a:pt x="5785" y="15780"/>
                      <a:pt x="5785" y="15780"/>
                    </a:cubicBezTo>
                    <a:cubicBezTo>
                      <a:pt x="5856" y="15780"/>
                      <a:pt x="5856" y="15780"/>
                      <a:pt x="5856" y="15780"/>
                    </a:cubicBezTo>
                    <a:cubicBezTo>
                      <a:pt x="5927" y="15780"/>
                      <a:pt x="5927" y="15780"/>
                      <a:pt x="5927" y="15780"/>
                    </a:cubicBezTo>
                    <a:cubicBezTo>
                      <a:pt x="5999" y="15709"/>
                      <a:pt x="5999" y="15709"/>
                      <a:pt x="5999" y="15709"/>
                    </a:cubicBezTo>
                    <a:cubicBezTo>
                      <a:pt x="5999" y="15709"/>
                      <a:pt x="5999" y="15709"/>
                      <a:pt x="5999" y="15709"/>
                    </a:cubicBezTo>
                    <a:cubicBezTo>
                      <a:pt x="5856" y="15709"/>
                      <a:pt x="5856" y="15709"/>
                      <a:pt x="5856" y="15709"/>
                    </a:cubicBezTo>
                    <a:cubicBezTo>
                      <a:pt x="5856" y="15709"/>
                      <a:pt x="5856" y="15709"/>
                      <a:pt x="5856" y="15709"/>
                    </a:cubicBezTo>
                    <a:cubicBezTo>
                      <a:pt x="5713" y="15709"/>
                      <a:pt x="5713" y="15709"/>
                      <a:pt x="5713" y="15709"/>
                    </a:cubicBezTo>
                    <a:cubicBezTo>
                      <a:pt x="5642" y="15780"/>
                      <a:pt x="5642" y="15780"/>
                      <a:pt x="5642" y="15780"/>
                    </a:cubicBezTo>
                    <a:cubicBezTo>
                      <a:pt x="5642" y="15851"/>
                      <a:pt x="5642" y="15851"/>
                      <a:pt x="5642" y="15851"/>
                    </a:cubicBezTo>
                    <a:cubicBezTo>
                      <a:pt x="5713" y="15851"/>
                      <a:pt x="5713" y="15851"/>
                      <a:pt x="5713" y="15851"/>
                    </a:cubicBezTo>
                    <a:close/>
                    <a:moveTo>
                      <a:pt x="32489" y="21706"/>
                    </a:moveTo>
                    <a:cubicBezTo>
                      <a:pt x="32560" y="21849"/>
                      <a:pt x="32774" y="21778"/>
                      <a:pt x="32846" y="21706"/>
                    </a:cubicBezTo>
                    <a:cubicBezTo>
                      <a:pt x="32846" y="21492"/>
                      <a:pt x="32774" y="21207"/>
                      <a:pt x="32846" y="20992"/>
                    </a:cubicBezTo>
                    <a:cubicBezTo>
                      <a:pt x="32846" y="20921"/>
                      <a:pt x="32703" y="20707"/>
                      <a:pt x="32703" y="20850"/>
                    </a:cubicBezTo>
                    <a:cubicBezTo>
                      <a:pt x="32703" y="20992"/>
                      <a:pt x="32703" y="21135"/>
                      <a:pt x="32632" y="21278"/>
                    </a:cubicBezTo>
                    <a:cubicBezTo>
                      <a:pt x="32560" y="21349"/>
                      <a:pt x="32275" y="21421"/>
                      <a:pt x="32489" y="21564"/>
                    </a:cubicBezTo>
                    <a:cubicBezTo>
                      <a:pt x="32560" y="21635"/>
                      <a:pt x="32560" y="21635"/>
                      <a:pt x="32560" y="21706"/>
                    </a:cubicBezTo>
                    <a:close/>
                    <a:moveTo>
                      <a:pt x="7927" y="9925"/>
                    </a:moveTo>
                    <a:cubicBezTo>
                      <a:pt x="7998" y="9997"/>
                      <a:pt x="8284" y="9925"/>
                      <a:pt x="8426" y="9854"/>
                    </a:cubicBezTo>
                    <a:cubicBezTo>
                      <a:pt x="8498" y="9782"/>
                      <a:pt x="8712" y="9568"/>
                      <a:pt x="8641" y="9425"/>
                    </a:cubicBezTo>
                    <a:cubicBezTo>
                      <a:pt x="8569" y="9283"/>
                      <a:pt x="8284" y="9068"/>
                      <a:pt x="8141" y="9211"/>
                    </a:cubicBezTo>
                    <a:cubicBezTo>
                      <a:pt x="8069" y="9283"/>
                      <a:pt x="7998" y="9283"/>
                      <a:pt x="7927" y="9354"/>
                    </a:cubicBezTo>
                    <a:cubicBezTo>
                      <a:pt x="7784" y="9497"/>
                      <a:pt x="7570" y="9640"/>
                      <a:pt x="7498" y="9425"/>
                    </a:cubicBezTo>
                    <a:cubicBezTo>
                      <a:pt x="7427" y="9354"/>
                      <a:pt x="7355" y="9568"/>
                      <a:pt x="7284" y="9568"/>
                    </a:cubicBezTo>
                    <a:cubicBezTo>
                      <a:pt x="7284" y="9568"/>
                      <a:pt x="7213" y="9497"/>
                      <a:pt x="7213" y="9568"/>
                    </a:cubicBezTo>
                    <a:cubicBezTo>
                      <a:pt x="7213" y="9640"/>
                      <a:pt x="7284" y="9711"/>
                      <a:pt x="7355" y="9711"/>
                    </a:cubicBezTo>
                    <a:cubicBezTo>
                      <a:pt x="7498" y="9711"/>
                      <a:pt x="7284" y="9782"/>
                      <a:pt x="7213" y="9854"/>
                    </a:cubicBezTo>
                    <a:cubicBezTo>
                      <a:pt x="7284" y="9925"/>
                      <a:pt x="7427" y="9854"/>
                      <a:pt x="7498" y="9854"/>
                    </a:cubicBezTo>
                    <a:cubicBezTo>
                      <a:pt x="7570" y="9854"/>
                      <a:pt x="7712" y="9782"/>
                      <a:pt x="7784" y="9711"/>
                    </a:cubicBezTo>
                    <a:cubicBezTo>
                      <a:pt x="7855" y="9711"/>
                      <a:pt x="7855" y="9640"/>
                      <a:pt x="7855" y="9568"/>
                    </a:cubicBezTo>
                    <a:cubicBezTo>
                      <a:pt x="8212" y="9354"/>
                      <a:pt x="8069" y="9854"/>
                      <a:pt x="7927" y="9925"/>
                    </a:cubicBezTo>
                    <a:close/>
                    <a:moveTo>
                      <a:pt x="5927" y="8069"/>
                    </a:moveTo>
                    <a:cubicBezTo>
                      <a:pt x="6356" y="8283"/>
                      <a:pt x="6856" y="8426"/>
                      <a:pt x="7355" y="8283"/>
                    </a:cubicBezTo>
                    <a:cubicBezTo>
                      <a:pt x="7641" y="8354"/>
                      <a:pt x="7641" y="8926"/>
                      <a:pt x="7712" y="9140"/>
                    </a:cubicBezTo>
                    <a:cubicBezTo>
                      <a:pt x="7784" y="9283"/>
                      <a:pt x="7855" y="9068"/>
                      <a:pt x="7855" y="8997"/>
                    </a:cubicBezTo>
                    <a:cubicBezTo>
                      <a:pt x="7927" y="8711"/>
                      <a:pt x="8426" y="8354"/>
                      <a:pt x="8569" y="8640"/>
                    </a:cubicBezTo>
                    <a:cubicBezTo>
                      <a:pt x="8641" y="8926"/>
                      <a:pt x="8712" y="9354"/>
                      <a:pt x="9069" y="9425"/>
                    </a:cubicBezTo>
                    <a:cubicBezTo>
                      <a:pt x="9355" y="9425"/>
                      <a:pt x="9712" y="9354"/>
                      <a:pt x="9997" y="9211"/>
                    </a:cubicBezTo>
                    <a:cubicBezTo>
                      <a:pt x="10497" y="8926"/>
                      <a:pt x="9997" y="8426"/>
                      <a:pt x="9569" y="8497"/>
                    </a:cubicBezTo>
                    <a:cubicBezTo>
                      <a:pt x="9497" y="8497"/>
                      <a:pt x="9426" y="8497"/>
                      <a:pt x="9355" y="8497"/>
                    </a:cubicBezTo>
                    <a:cubicBezTo>
                      <a:pt x="8926" y="8497"/>
                      <a:pt x="8855" y="7926"/>
                      <a:pt x="8569" y="7712"/>
                    </a:cubicBezTo>
                    <a:cubicBezTo>
                      <a:pt x="8426" y="7569"/>
                      <a:pt x="8284" y="7426"/>
                      <a:pt x="8284" y="7283"/>
                    </a:cubicBezTo>
                    <a:cubicBezTo>
                      <a:pt x="8355" y="7069"/>
                      <a:pt x="8641" y="7141"/>
                      <a:pt x="8712" y="7283"/>
                    </a:cubicBezTo>
                    <a:cubicBezTo>
                      <a:pt x="8926" y="7426"/>
                      <a:pt x="9212" y="7712"/>
                      <a:pt x="9283" y="7926"/>
                    </a:cubicBezTo>
                    <a:cubicBezTo>
                      <a:pt x="9426" y="8212"/>
                      <a:pt x="9712" y="8140"/>
                      <a:pt x="9926" y="8354"/>
                    </a:cubicBezTo>
                    <a:cubicBezTo>
                      <a:pt x="10426" y="8926"/>
                      <a:pt x="10497" y="8926"/>
                      <a:pt x="11282" y="8711"/>
                    </a:cubicBezTo>
                    <a:cubicBezTo>
                      <a:pt x="11639" y="8640"/>
                      <a:pt x="11925" y="8997"/>
                      <a:pt x="12211" y="8926"/>
                    </a:cubicBezTo>
                    <a:cubicBezTo>
                      <a:pt x="12425" y="8854"/>
                      <a:pt x="12568" y="8640"/>
                      <a:pt x="12710" y="8497"/>
                    </a:cubicBezTo>
                    <a:cubicBezTo>
                      <a:pt x="12782" y="8354"/>
                      <a:pt x="12639" y="8212"/>
                      <a:pt x="12639" y="8069"/>
                    </a:cubicBezTo>
                    <a:cubicBezTo>
                      <a:pt x="12639" y="7498"/>
                      <a:pt x="12139" y="7498"/>
                      <a:pt x="11782" y="7283"/>
                    </a:cubicBezTo>
                    <a:cubicBezTo>
                      <a:pt x="11497" y="7069"/>
                      <a:pt x="11140" y="7069"/>
                      <a:pt x="10854" y="6926"/>
                    </a:cubicBezTo>
                    <a:cubicBezTo>
                      <a:pt x="10568" y="6926"/>
                      <a:pt x="10354" y="6926"/>
                      <a:pt x="10069" y="6784"/>
                    </a:cubicBezTo>
                    <a:cubicBezTo>
                      <a:pt x="9783" y="6712"/>
                      <a:pt x="9426" y="6569"/>
                      <a:pt x="9212" y="6784"/>
                    </a:cubicBezTo>
                    <a:cubicBezTo>
                      <a:pt x="9140" y="6784"/>
                      <a:pt x="9140" y="6855"/>
                      <a:pt x="9069" y="6855"/>
                    </a:cubicBezTo>
                    <a:cubicBezTo>
                      <a:pt x="8783" y="6926"/>
                      <a:pt x="8498" y="6855"/>
                      <a:pt x="8212" y="6926"/>
                    </a:cubicBezTo>
                    <a:cubicBezTo>
                      <a:pt x="7927" y="6926"/>
                      <a:pt x="7784" y="6998"/>
                      <a:pt x="7570" y="6998"/>
                    </a:cubicBezTo>
                    <a:cubicBezTo>
                      <a:pt x="7498" y="6998"/>
                      <a:pt x="7355" y="6998"/>
                      <a:pt x="7284" y="7069"/>
                    </a:cubicBezTo>
                    <a:cubicBezTo>
                      <a:pt x="7141" y="7141"/>
                      <a:pt x="6998" y="7212"/>
                      <a:pt x="6784" y="7212"/>
                    </a:cubicBezTo>
                    <a:cubicBezTo>
                      <a:pt x="6641" y="7141"/>
                      <a:pt x="6570" y="7212"/>
                      <a:pt x="6427" y="7283"/>
                    </a:cubicBezTo>
                    <a:cubicBezTo>
                      <a:pt x="6356" y="7283"/>
                      <a:pt x="6284" y="7212"/>
                      <a:pt x="6142" y="7283"/>
                    </a:cubicBezTo>
                    <a:cubicBezTo>
                      <a:pt x="6070" y="7283"/>
                      <a:pt x="6070" y="7355"/>
                      <a:pt x="6070" y="7426"/>
                    </a:cubicBezTo>
                    <a:cubicBezTo>
                      <a:pt x="5999" y="7569"/>
                      <a:pt x="6142" y="7712"/>
                      <a:pt x="6284" y="7712"/>
                    </a:cubicBezTo>
                    <a:cubicBezTo>
                      <a:pt x="6356" y="7712"/>
                      <a:pt x="6356" y="7640"/>
                      <a:pt x="6427" y="7569"/>
                    </a:cubicBezTo>
                    <a:cubicBezTo>
                      <a:pt x="6499" y="7498"/>
                      <a:pt x="6641" y="7498"/>
                      <a:pt x="6713" y="7569"/>
                    </a:cubicBezTo>
                    <a:cubicBezTo>
                      <a:pt x="6927" y="7926"/>
                      <a:pt x="6713" y="7926"/>
                      <a:pt x="6356" y="7926"/>
                    </a:cubicBezTo>
                    <a:cubicBezTo>
                      <a:pt x="6213" y="7926"/>
                      <a:pt x="5499" y="7855"/>
                      <a:pt x="5856" y="7997"/>
                    </a:cubicBezTo>
                    <a:close/>
                    <a:moveTo>
                      <a:pt x="11425" y="12995"/>
                    </a:moveTo>
                    <a:cubicBezTo>
                      <a:pt x="11497" y="12924"/>
                      <a:pt x="11497" y="12853"/>
                      <a:pt x="11425" y="12781"/>
                    </a:cubicBezTo>
                    <a:cubicBezTo>
                      <a:pt x="11354" y="12781"/>
                      <a:pt x="11211" y="12853"/>
                      <a:pt x="11140" y="12924"/>
                    </a:cubicBezTo>
                    <a:cubicBezTo>
                      <a:pt x="11068" y="12995"/>
                      <a:pt x="10997" y="13210"/>
                      <a:pt x="10997" y="13352"/>
                    </a:cubicBezTo>
                    <a:cubicBezTo>
                      <a:pt x="11068" y="13424"/>
                      <a:pt x="11068" y="13352"/>
                      <a:pt x="11068" y="13352"/>
                    </a:cubicBezTo>
                    <a:cubicBezTo>
                      <a:pt x="11140" y="13352"/>
                      <a:pt x="11140" y="13352"/>
                      <a:pt x="11140" y="13352"/>
                    </a:cubicBezTo>
                    <a:cubicBezTo>
                      <a:pt x="11140" y="13352"/>
                      <a:pt x="11140" y="13352"/>
                      <a:pt x="11211" y="13352"/>
                    </a:cubicBezTo>
                    <a:cubicBezTo>
                      <a:pt x="11211" y="13281"/>
                      <a:pt x="11140" y="13281"/>
                      <a:pt x="11211" y="13281"/>
                    </a:cubicBezTo>
                    <a:cubicBezTo>
                      <a:pt x="11282" y="13281"/>
                      <a:pt x="11211" y="13210"/>
                      <a:pt x="11211" y="13138"/>
                    </a:cubicBezTo>
                    <a:cubicBezTo>
                      <a:pt x="11282" y="13138"/>
                      <a:pt x="11354" y="13138"/>
                      <a:pt x="11354" y="13067"/>
                    </a:cubicBezTo>
                    <a:cubicBezTo>
                      <a:pt x="11354" y="13067"/>
                      <a:pt x="11354" y="12995"/>
                      <a:pt x="11425" y="12995"/>
                    </a:cubicBezTo>
                    <a:close/>
                    <a:moveTo>
                      <a:pt x="7570" y="20350"/>
                    </a:moveTo>
                    <a:cubicBezTo>
                      <a:pt x="7498" y="20350"/>
                      <a:pt x="7498" y="20350"/>
                      <a:pt x="7498" y="20350"/>
                    </a:cubicBezTo>
                    <a:cubicBezTo>
                      <a:pt x="7498" y="20350"/>
                      <a:pt x="7498" y="20350"/>
                      <a:pt x="7498" y="20350"/>
                    </a:cubicBezTo>
                    <a:cubicBezTo>
                      <a:pt x="7427" y="20421"/>
                      <a:pt x="7427" y="20421"/>
                      <a:pt x="7427" y="20421"/>
                    </a:cubicBezTo>
                    <a:cubicBezTo>
                      <a:pt x="7427" y="20421"/>
                      <a:pt x="7427" y="20421"/>
                      <a:pt x="7427" y="20421"/>
                    </a:cubicBezTo>
                    <a:cubicBezTo>
                      <a:pt x="7498" y="20421"/>
                      <a:pt x="7498" y="20421"/>
                      <a:pt x="7498" y="20421"/>
                    </a:cubicBezTo>
                    <a:cubicBezTo>
                      <a:pt x="7498" y="20421"/>
                      <a:pt x="7498" y="20421"/>
                      <a:pt x="7498" y="20421"/>
                    </a:cubicBezTo>
                    <a:cubicBezTo>
                      <a:pt x="7641" y="20421"/>
                      <a:pt x="7641" y="20421"/>
                      <a:pt x="7641" y="20421"/>
                    </a:cubicBezTo>
                    <a:cubicBezTo>
                      <a:pt x="7641" y="20350"/>
                      <a:pt x="7641" y="20350"/>
                      <a:pt x="7641" y="20350"/>
                    </a:cubicBezTo>
                    <a:cubicBezTo>
                      <a:pt x="7641" y="20350"/>
                      <a:pt x="7641" y="20350"/>
                      <a:pt x="7641" y="20350"/>
                    </a:cubicBezTo>
                    <a:cubicBezTo>
                      <a:pt x="7712" y="20350"/>
                      <a:pt x="7712" y="20350"/>
                      <a:pt x="7712" y="20350"/>
                    </a:cubicBezTo>
                    <a:cubicBezTo>
                      <a:pt x="7641" y="20350"/>
                      <a:pt x="7641" y="20350"/>
                      <a:pt x="7641" y="20350"/>
                    </a:cubicBezTo>
                    <a:close/>
                    <a:moveTo>
                      <a:pt x="25206" y="22063"/>
                    </a:moveTo>
                    <a:cubicBezTo>
                      <a:pt x="25277" y="22063"/>
                      <a:pt x="25277" y="22063"/>
                      <a:pt x="25277" y="22063"/>
                    </a:cubicBezTo>
                    <a:cubicBezTo>
                      <a:pt x="25277" y="21992"/>
                      <a:pt x="25277" y="21992"/>
                      <a:pt x="25277" y="21992"/>
                    </a:cubicBezTo>
                    <a:cubicBezTo>
                      <a:pt x="25277" y="21921"/>
                      <a:pt x="25277" y="21921"/>
                      <a:pt x="25277" y="21921"/>
                    </a:cubicBezTo>
                    <a:cubicBezTo>
                      <a:pt x="25206" y="21778"/>
                      <a:pt x="25206" y="21778"/>
                      <a:pt x="25206" y="21778"/>
                    </a:cubicBezTo>
                    <a:cubicBezTo>
                      <a:pt x="25134" y="21706"/>
                      <a:pt x="25134" y="21706"/>
                      <a:pt x="25134" y="21706"/>
                    </a:cubicBezTo>
                    <a:cubicBezTo>
                      <a:pt x="25063" y="21635"/>
                      <a:pt x="25063" y="21635"/>
                      <a:pt x="25063" y="21635"/>
                    </a:cubicBezTo>
                    <a:cubicBezTo>
                      <a:pt x="24992" y="21706"/>
                      <a:pt x="24992" y="21706"/>
                      <a:pt x="24992" y="21706"/>
                    </a:cubicBezTo>
                    <a:cubicBezTo>
                      <a:pt x="24992" y="21778"/>
                      <a:pt x="24992" y="21778"/>
                      <a:pt x="24992" y="21778"/>
                    </a:cubicBezTo>
                    <a:cubicBezTo>
                      <a:pt x="25134" y="21992"/>
                      <a:pt x="25134" y="21992"/>
                      <a:pt x="25134" y="21992"/>
                    </a:cubicBezTo>
                    <a:close/>
                    <a:moveTo>
                      <a:pt x="26134" y="21849"/>
                    </a:moveTo>
                    <a:cubicBezTo>
                      <a:pt x="26205" y="21992"/>
                      <a:pt x="26277" y="22063"/>
                      <a:pt x="26420" y="22063"/>
                    </a:cubicBezTo>
                    <a:cubicBezTo>
                      <a:pt x="26491" y="22135"/>
                      <a:pt x="26491" y="22206"/>
                      <a:pt x="26562" y="22135"/>
                    </a:cubicBezTo>
                    <a:cubicBezTo>
                      <a:pt x="26634" y="22135"/>
                      <a:pt x="26705" y="22063"/>
                      <a:pt x="26705" y="22063"/>
                    </a:cubicBezTo>
                    <a:cubicBezTo>
                      <a:pt x="26777" y="21992"/>
                      <a:pt x="26777" y="21992"/>
                      <a:pt x="26777" y="21921"/>
                    </a:cubicBezTo>
                    <a:cubicBezTo>
                      <a:pt x="26777" y="21849"/>
                      <a:pt x="26705" y="21849"/>
                      <a:pt x="26634" y="21849"/>
                    </a:cubicBezTo>
                    <a:cubicBezTo>
                      <a:pt x="26562" y="21778"/>
                      <a:pt x="26491" y="21778"/>
                      <a:pt x="26491" y="21706"/>
                    </a:cubicBezTo>
                    <a:cubicBezTo>
                      <a:pt x="26420" y="21706"/>
                      <a:pt x="26420" y="21778"/>
                      <a:pt x="26348" y="21706"/>
                    </a:cubicBezTo>
                    <a:cubicBezTo>
                      <a:pt x="26205" y="21635"/>
                      <a:pt x="25920" y="21564"/>
                      <a:pt x="26134" y="21849"/>
                    </a:cubicBezTo>
                    <a:close/>
                    <a:moveTo>
                      <a:pt x="30775" y="27561"/>
                    </a:moveTo>
                    <a:cubicBezTo>
                      <a:pt x="30632" y="26847"/>
                      <a:pt x="31418" y="26347"/>
                      <a:pt x="31846" y="25848"/>
                    </a:cubicBezTo>
                    <a:cubicBezTo>
                      <a:pt x="31989" y="25705"/>
                      <a:pt x="31989" y="25419"/>
                      <a:pt x="32132" y="25276"/>
                    </a:cubicBezTo>
                    <a:cubicBezTo>
                      <a:pt x="32203" y="25134"/>
                      <a:pt x="32346" y="25062"/>
                      <a:pt x="32417" y="24991"/>
                    </a:cubicBezTo>
                    <a:cubicBezTo>
                      <a:pt x="32703" y="24705"/>
                      <a:pt x="33131" y="24491"/>
                      <a:pt x="33346" y="24134"/>
                    </a:cubicBezTo>
                    <a:cubicBezTo>
                      <a:pt x="33488" y="23706"/>
                      <a:pt x="33346" y="23206"/>
                      <a:pt x="33346" y="22777"/>
                    </a:cubicBezTo>
                    <a:cubicBezTo>
                      <a:pt x="33346" y="22563"/>
                      <a:pt x="33346" y="22349"/>
                      <a:pt x="33203" y="22206"/>
                    </a:cubicBezTo>
                    <a:cubicBezTo>
                      <a:pt x="33060" y="22063"/>
                      <a:pt x="32846" y="21921"/>
                      <a:pt x="32632" y="21992"/>
                    </a:cubicBezTo>
                    <a:cubicBezTo>
                      <a:pt x="32489" y="22063"/>
                      <a:pt x="32275" y="22349"/>
                      <a:pt x="32275" y="22492"/>
                    </a:cubicBezTo>
                    <a:cubicBezTo>
                      <a:pt x="32132" y="23063"/>
                      <a:pt x="32560" y="23563"/>
                      <a:pt x="32417" y="24063"/>
                    </a:cubicBezTo>
                    <a:cubicBezTo>
                      <a:pt x="32417" y="24205"/>
                      <a:pt x="32275" y="24277"/>
                      <a:pt x="32132" y="24205"/>
                    </a:cubicBezTo>
                    <a:cubicBezTo>
                      <a:pt x="31846" y="23920"/>
                      <a:pt x="31489" y="22849"/>
                      <a:pt x="31346" y="22420"/>
                    </a:cubicBezTo>
                    <a:cubicBezTo>
                      <a:pt x="31204" y="21992"/>
                      <a:pt x="30704" y="21706"/>
                      <a:pt x="30490" y="21349"/>
                    </a:cubicBezTo>
                    <a:cubicBezTo>
                      <a:pt x="30204" y="20921"/>
                      <a:pt x="30275" y="20350"/>
                      <a:pt x="30061" y="19921"/>
                    </a:cubicBezTo>
                    <a:cubicBezTo>
                      <a:pt x="30061" y="19779"/>
                      <a:pt x="29990" y="19636"/>
                      <a:pt x="30061" y="19493"/>
                    </a:cubicBezTo>
                    <a:cubicBezTo>
                      <a:pt x="30347" y="18779"/>
                      <a:pt x="29990" y="17994"/>
                      <a:pt x="29847" y="17208"/>
                    </a:cubicBezTo>
                    <a:cubicBezTo>
                      <a:pt x="29776" y="16923"/>
                      <a:pt x="30061" y="16780"/>
                      <a:pt x="30275" y="16637"/>
                    </a:cubicBezTo>
                    <a:cubicBezTo>
                      <a:pt x="30490" y="16351"/>
                      <a:pt x="30632" y="16066"/>
                      <a:pt x="30704" y="15709"/>
                    </a:cubicBezTo>
                    <a:cubicBezTo>
                      <a:pt x="30704" y="15494"/>
                      <a:pt x="30847" y="15280"/>
                      <a:pt x="30847" y="15066"/>
                    </a:cubicBezTo>
                    <a:cubicBezTo>
                      <a:pt x="30918" y="14495"/>
                      <a:pt x="30490" y="14138"/>
                      <a:pt x="30133" y="13781"/>
                    </a:cubicBezTo>
                    <a:cubicBezTo>
                      <a:pt x="29918" y="13495"/>
                      <a:pt x="29704" y="13067"/>
                      <a:pt x="29561" y="12638"/>
                    </a:cubicBezTo>
                    <a:cubicBezTo>
                      <a:pt x="29490" y="12353"/>
                      <a:pt x="29776" y="12139"/>
                      <a:pt x="30061" y="12067"/>
                    </a:cubicBezTo>
                    <a:cubicBezTo>
                      <a:pt x="30133" y="11996"/>
                      <a:pt x="30204" y="11924"/>
                      <a:pt x="30133" y="11853"/>
                    </a:cubicBezTo>
                    <a:cubicBezTo>
                      <a:pt x="29990" y="11710"/>
                      <a:pt x="29776" y="11639"/>
                      <a:pt x="29633" y="11496"/>
                    </a:cubicBezTo>
                    <a:cubicBezTo>
                      <a:pt x="29419" y="11353"/>
                      <a:pt x="29276" y="11210"/>
                      <a:pt x="29062" y="11139"/>
                    </a:cubicBezTo>
                    <a:cubicBezTo>
                      <a:pt x="28776" y="11068"/>
                      <a:pt x="28490" y="11210"/>
                      <a:pt x="28133" y="11139"/>
                    </a:cubicBezTo>
                    <a:cubicBezTo>
                      <a:pt x="28062" y="11139"/>
                      <a:pt x="27990" y="11139"/>
                      <a:pt x="27919" y="11139"/>
                    </a:cubicBezTo>
                    <a:cubicBezTo>
                      <a:pt x="27562" y="11210"/>
                      <a:pt x="27134" y="11210"/>
                      <a:pt x="26777" y="11210"/>
                    </a:cubicBezTo>
                    <a:cubicBezTo>
                      <a:pt x="26348" y="11210"/>
                      <a:pt x="25920" y="11210"/>
                      <a:pt x="25563" y="11068"/>
                    </a:cubicBezTo>
                    <a:cubicBezTo>
                      <a:pt x="24992" y="10925"/>
                      <a:pt x="24777" y="10354"/>
                      <a:pt x="24278" y="10139"/>
                    </a:cubicBezTo>
                    <a:cubicBezTo>
                      <a:pt x="23849" y="9854"/>
                      <a:pt x="23278" y="9782"/>
                      <a:pt x="22850" y="9497"/>
                    </a:cubicBezTo>
                    <a:cubicBezTo>
                      <a:pt x="22564" y="9354"/>
                      <a:pt x="22278" y="9354"/>
                      <a:pt x="21993" y="9211"/>
                    </a:cubicBezTo>
                    <a:cubicBezTo>
                      <a:pt x="21707" y="9140"/>
                      <a:pt x="21493" y="8926"/>
                      <a:pt x="21207" y="8926"/>
                    </a:cubicBezTo>
                    <a:cubicBezTo>
                      <a:pt x="20850" y="8854"/>
                      <a:pt x="20493" y="8854"/>
                      <a:pt x="20208" y="8783"/>
                    </a:cubicBezTo>
                    <a:cubicBezTo>
                      <a:pt x="19137" y="8711"/>
                      <a:pt x="17851" y="8997"/>
                      <a:pt x="17137" y="9782"/>
                    </a:cubicBezTo>
                    <a:cubicBezTo>
                      <a:pt x="16995" y="9925"/>
                      <a:pt x="16780" y="9997"/>
                      <a:pt x="16566" y="10139"/>
                    </a:cubicBezTo>
                    <a:cubicBezTo>
                      <a:pt x="16281" y="10354"/>
                      <a:pt x="16066" y="10711"/>
                      <a:pt x="15781" y="10925"/>
                    </a:cubicBezTo>
                    <a:cubicBezTo>
                      <a:pt x="15281" y="11139"/>
                      <a:pt x="14638" y="11139"/>
                      <a:pt x="14139" y="11282"/>
                    </a:cubicBezTo>
                    <a:cubicBezTo>
                      <a:pt x="13996" y="11353"/>
                      <a:pt x="13853" y="11425"/>
                      <a:pt x="13782" y="11282"/>
                    </a:cubicBezTo>
                    <a:cubicBezTo>
                      <a:pt x="13710" y="11210"/>
                      <a:pt x="13639" y="11210"/>
                      <a:pt x="13567" y="11210"/>
                    </a:cubicBezTo>
                    <a:cubicBezTo>
                      <a:pt x="13210" y="11282"/>
                      <a:pt x="12925" y="11425"/>
                      <a:pt x="12568" y="11496"/>
                    </a:cubicBezTo>
                    <a:cubicBezTo>
                      <a:pt x="12068" y="11639"/>
                      <a:pt x="11925" y="11710"/>
                      <a:pt x="12139" y="12281"/>
                    </a:cubicBezTo>
                    <a:cubicBezTo>
                      <a:pt x="12211" y="12853"/>
                      <a:pt x="11996" y="13567"/>
                      <a:pt x="11568" y="14066"/>
                    </a:cubicBezTo>
                    <a:cubicBezTo>
                      <a:pt x="11354" y="14281"/>
                      <a:pt x="10854" y="14209"/>
                      <a:pt x="10711" y="14495"/>
                    </a:cubicBezTo>
                    <a:cubicBezTo>
                      <a:pt x="10640" y="14638"/>
                      <a:pt x="10568" y="14923"/>
                      <a:pt x="10426" y="15066"/>
                    </a:cubicBezTo>
                    <a:cubicBezTo>
                      <a:pt x="9783" y="15923"/>
                      <a:pt x="11211" y="15423"/>
                      <a:pt x="11568" y="15780"/>
                    </a:cubicBezTo>
                    <a:cubicBezTo>
                      <a:pt x="11782" y="15994"/>
                      <a:pt x="12068" y="15923"/>
                      <a:pt x="12282" y="15780"/>
                    </a:cubicBezTo>
                    <a:cubicBezTo>
                      <a:pt x="12425" y="15709"/>
                      <a:pt x="12496" y="15566"/>
                      <a:pt x="12425" y="15423"/>
                    </a:cubicBezTo>
                    <a:cubicBezTo>
                      <a:pt x="12211" y="15137"/>
                      <a:pt x="12568" y="15209"/>
                      <a:pt x="12782" y="15352"/>
                    </a:cubicBezTo>
                    <a:cubicBezTo>
                      <a:pt x="12996" y="15423"/>
                      <a:pt x="12996" y="15851"/>
                      <a:pt x="13282" y="15851"/>
                    </a:cubicBezTo>
                    <a:cubicBezTo>
                      <a:pt x="13567" y="15709"/>
                      <a:pt x="13782" y="15709"/>
                      <a:pt x="14067" y="15780"/>
                    </a:cubicBezTo>
                    <a:cubicBezTo>
                      <a:pt x="14281" y="15923"/>
                      <a:pt x="14567" y="15994"/>
                      <a:pt x="14781" y="15994"/>
                    </a:cubicBezTo>
                    <a:cubicBezTo>
                      <a:pt x="14924" y="16066"/>
                      <a:pt x="14995" y="16280"/>
                      <a:pt x="15138" y="16280"/>
                    </a:cubicBezTo>
                    <a:cubicBezTo>
                      <a:pt x="15281" y="16280"/>
                      <a:pt x="15424" y="16066"/>
                      <a:pt x="15424" y="16066"/>
                    </a:cubicBezTo>
                    <a:cubicBezTo>
                      <a:pt x="15495" y="16137"/>
                      <a:pt x="15495" y="16351"/>
                      <a:pt x="15567" y="16423"/>
                    </a:cubicBezTo>
                    <a:cubicBezTo>
                      <a:pt x="15709" y="16423"/>
                      <a:pt x="15852" y="16280"/>
                      <a:pt x="15995" y="16280"/>
                    </a:cubicBezTo>
                    <a:cubicBezTo>
                      <a:pt x="16138" y="16280"/>
                      <a:pt x="16209" y="16208"/>
                      <a:pt x="16352" y="16208"/>
                    </a:cubicBezTo>
                    <a:cubicBezTo>
                      <a:pt x="16423" y="16208"/>
                      <a:pt x="16423" y="16280"/>
                      <a:pt x="16352" y="16280"/>
                    </a:cubicBezTo>
                    <a:cubicBezTo>
                      <a:pt x="16066" y="16494"/>
                      <a:pt x="15924" y="16923"/>
                      <a:pt x="16281" y="17065"/>
                    </a:cubicBezTo>
                    <a:cubicBezTo>
                      <a:pt x="16495" y="17137"/>
                      <a:pt x="16995" y="16851"/>
                      <a:pt x="16709" y="17351"/>
                    </a:cubicBezTo>
                    <a:cubicBezTo>
                      <a:pt x="16566" y="17494"/>
                      <a:pt x="16352" y="17708"/>
                      <a:pt x="16352" y="17994"/>
                    </a:cubicBezTo>
                    <a:cubicBezTo>
                      <a:pt x="16352" y="18279"/>
                      <a:pt x="16495" y="18636"/>
                      <a:pt x="16709" y="18850"/>
                    </a:cubicBezTo>
                    <a:cubicBezTo>
                      <a:pt x="16852" y="18993"/>
                      <a:pt x="17066" y="18993"/>
                      <a:pt x="17209" y="18993"/>
                    </a:cubicBezTo>
                    <a:cubicBezTo>
                      <a:pt x="17280" y="19065"/>
                      <a:pt x="17280" y="19065"/>
                      <a:pt x="17280" y="19065"/>
                    </a:cubicBezTo>
                    <a:cubicBezTo>
                      <a:pt x="17280" y="19136"/>
                      <a:pt x="17209" y="19207"/>
                      <a:pt x="17137" y="19350"/>
                    </a:cubicBezTo>
                    <a:cubicBezTo>
                      <a:pt x="16995" y="19707"/>
                      <a:pt x="17637" y="19779"/>
                      <a:pt x="17851" y="19921"/>
                    </a:cubicBezTo>
                    <a:cubicBezTo>
                      <a:pt x="18208" y="20064"/>
                      <a:pt x="18351" y="20421"/>
                      <a:pt x="18637" y="20564"/>
                    </a:cubicBezTo>
                    <a:cubicBezTo>
                      <a:pt x="19137" y="20707"/>
                      <a:pt x="19708" y="20207"/>
                      <a:pt x="20136" y="20207"/>
                    </a:cubicBezTo>
                    <a:cubicBezTo>
                      <a:pt x="20493" y="20136"/>
                      <a:pt x="20636" y="20707"/>
                      <a:pt x="20922" y="20778"/>
                    </a:cubicBezTo>
                    <a:cubicBezTo>
                      <a:pt x="21207" y="20850"/>
                      <a:pt x="21493" y="20564"/>
                      <a:pt x="21779" y="20564"/>
                    </a:cubicBezTo>
                    <a:cubicBezTo>
                      <a:pt x="21993" y="20493"/>
                      <a:pt x="22207" y="20707"/>
                      <a:pt x="22493" y="20707"/>
                    </a:cubicBezTo>
                    <a:cubicBezTo>
                      <a:pt x="23207" y="20635"/>
                      <a:pt x="23921" y="20350"/>
                      <a:pt x="24635" y="20278"/>
                    </a:cubicBezTo>
                    <a:cubicBezTo>
                      <a:pt x="25134" y="20278"/>
                      <a:pt x="25563" y="20421"/>
                      <a:pt x="26063" y="20350"/>
                    </a:cubicBezTo>
                    <a:cubicBezTo>
                      <a:pt x="26134" y="20350"/>
                      <a:pt x="26277" y="20350"/>
                      <a:pt x="26420" y="20350"/>
                    </a:cubicBezTo>
                    <a:cubicBezTo>
                      <a:pt x="26491" y="20350"/>
                      <a:pt x="26562" y="20278"/>
                      <a:pt x="26634" y="20278"/>
                    </a:cubicBezTo>
                    <a:cubicBezTo>
                      <a:pt x="26777" y="20278"/>
                      <a:pt x="26848" y="20421"/>
                      <a:pt x="26991" y="20350"/>
                    </a:cubicBezTo>
                    <a:cubicBezTo>
                      <a:pt x="27276" y="20207"/>
                      <a:pt x="27562" y="19993"/>
                      <a:pt x="27919" y="19921"/>
                    </a:cubicBezTo>
                    <a:cubicBezTo>
                      <a:pt x="28133" y="19850"/>
                      <a:pt x="28276" y="19707"/>
                      <a:pt x="28490" y="19636"/>
                    </a:cubicBezTo>
                    <a:cubicBezTo>
                      <a:pt x="28704" y="19636"/>
                      <a:pt x="28776" y="19707"/>
                      <a:pt x="28704" y="19921"/>
                    </a:cubicBezTo>
                    <a:cubicBezTo>
                      <a:pt x="28704" y="19993"/>
                      <a:pt x="28776" y="20064"/>
                      <a:pt x="28704" y="20064"/>
                    </a:cubicBezTo>
                    <a:cubicBezTo>
                      <a:pt x="28704" y="20136"/>
                      <a:pt x="28562" y="20207"/>
                      <a:pt x="28490" y="20207"/>
                    </a:cubicBezTo>
                    <a:cubicBezTo>
                      <a:pt x="28347" y="20350"/>
                      <a:pt x="28062" y="20421"/>
                      <a:pt x="28062" y="20635"/>
                    </a:cubicBezTo>
                    <a:cubicBezTo>
                      <a:pt x="28062" y="20707"/>
                      <a:pt x="28276" y="20778"/>
                      <a:pt x="28490" y="20707"/>
                    </a:cubicBezTo>
                    <a:cubicBezTo>
                      <a:pt x="28633" y="20707"/>
                      <a:pt x="28776" y="20421"/>
                      <a:pt x="28919" y="20493"/>
                    </a:cubicBezTo>
                    <a:cubicBezTo>
                      <a:pt x="28990" y="20564"/>
                      <a:pt x="28847" y="20850"/>
                      <a:pt x="28704" y="20921"/>
                    </a:cubicBezTo>
                    <a:cubicBezTo>
                      <a:pt x="28704" y="20921"/>
                      <a:pt x="28562" y="21064"/>
                      <a:pt x="28633" y="20992"/>
                    </a:cubicBezTo>
                    <a:cubicBezTo>
                      <a:pt x="28562" y="21064"/>
                      <a:pt x="28704" y="21064"/>
                      <a:pt x="28776" y="21064"/>
                    </a:cubicBezTo>
                    <a:cubicBezTo>
                      <a:pt x="28847" y="21135"/>
                      <a:pt x="28704" y="21278"/>
                      <a:pt x="28776" y="21349"/>
                    </a:cubicBezTo>
                    <a:cubicBezTo>
                      <a:pt x="28847" y="21349"/>
                      <a:pt x="28919" y="21349"/>
                      <a:pt x="28990" y="21421"/>
                    </a:cubicBezTo>
                    <a:cubicBezTo>
                      <a:pt x="29204" y="21492"/>
                      <a:pt x="28776" y="21492"/>
                      <a:pt x="28633" y="21492"/>
                    </a:cubicBezTo>
                    <a:cubicBezTo>
                      <a:pt x="28562" y="21564"/>
                      <a:pt x="28490" y="21635"/>
                      <a:pt x="28490" y="21706"/>
                    </a:cubicBezTo>
                    <a:cubicBezTo>
                      <a:pt x="28490" y="21849"/>
                      <a:pt x="28276" y="21635"/>
                      <a:pt x="28133" y="21635"/>
                    </a:cubicBezTo>
                    <a:cubicBezTo>
                      <a:pt x="27990" y="21635"/>
                      <a:pt x="27776" y="21706"/>
                      <a:pt x="27776" y="21778"/>
                    </a:cubicBezTo>
                    <a:cubicBezTo>
                      <a:pt x="27776" y="21778"/>
                      <a:pt x="27848" y="21849"/>
                      <a:pt x="27919" y="21921"/>
                    </a:cubicBezTo>
                    <a:cubicBezTo>
                      <a:pt x="27990" y="21992"/>
                      <a:pt x="28062" y="22063"/>
                      <a:pt x="28062" y="22206"/>
                    </a:cubicBezTo>
                    <a:cubicBezTo>
                      <a:pt x="28133" y="22349"/>
                      <a:pt x="28205" y="23063"/>
                      <a:pt x="27919" y="22777"/>
                    </a:cubicBezTo>
                    <a:cubicBezTo>
                      <a:pt x="27491" y="21992"/>
                      <a:pt x="27419" y="22206"/>
                      <a:pt x="27348" y="22920"/>
                    </a:cubicBezTo>
                    <a:cubicBezTo>
                      <a:pt x="27276" y="23277"/>
                      <a:pt x="27205" y="23277"/>
                      <a:pt x="27205" y="22992"/>
                    </a:cubicBezTo>
                    <a:cubicBezTo>
                      <a:pt x="27205" y="22777"/>
                      <a:pt x="27205" y="22563"/>
                      <a:pt x="26991" y="22420"/>
                    </a:cubicBezTo>
                    <a:cubicBezTo>
                      <a:pt x="26848" y="22278"/>
                      <a:pt x="26562" y="22420"/>
                      <a:pt x="26348" y="22492"/>
                    </a:cubicBezTo>
                    <a:cubicBezTo>
                      <a:pt x="26205" y="22563"/>
                      <a:pt x="26134" y="22349"/>
                      <a:pt x="26063" y="22349"/>
                    </a:cubicBezTo>
                    <a:cubicBezTo>
                      <a:pt x="25920" y="22206"/>
                      <a:pt x="25920" y="22635"/>
                      <a:pt x="25920" y="22706"/>
                    </a:cubicBezTo>
                    <a:cubicBezTo>
                      <a:pt x="25848" y="22777"/>
                      <a:pt x="25848" y="22777"/>
                      <a:pt x="25848" y="22706"/>
                    </a:cubicBezTo>
                    <a:cubicBezTo>
                      <a:pt x="25848" y="22563"/>
                      <a:pt x="25848" y="21992"/>
                      <a:pt x="25634" y="22278"/>
                    </a:cubicBezTo>
                    <a:cubicBezTo>
                      <a:pt x="25563" y="22420"/>
                      <a:pt x="25491" y="22777"/>
                      <a:pt x="25491" y="22992"/>
                    </a:cubicBezTo>
                    <a:cubicBezTo>
                      <a:pt x="25420" y="23063"/>
                      <a:pt x="25420" y="22920"/>
                      <a:pt x="25420" y="22849"/>
                    </a:cubicBezTo>
                    <a:cubicBezTo>
                      <a:pt x="25420" y="22635"/>
                      <a:pt x="25420" y="22278"/>
                      <a:pt x="25277" y="22135"/>
                    </a:cubicBezTo>
                    <a:cubicBezTo>
                      <a:pt x="24992" y="21992"/>
                      <a:pt x="24849" y="21706"/>
                      <a:pt x="24635" y="21635"/>
                    </a:cubicBezTo>
                    <a:cubicBezTo>
                      <a:pt x="24278" y="21564"/>
                      <a:pt x="23992" y="21635"/>
                      <a:pt x="23706" y="21706"/>
                    </a:cubicBezTo>
                    <a:cubicBezTo>
                      <a:pt x="22778" y="21992"/>
                      <a:pt x="22493" y="23206"/>
                      <a:pt x="21707" y="23706"/>
                    </a:cubicBezTo>
                    <a:cubicBezTo>
                      <a:pt x="21493" y="23848"/>
                      <a:pt x="21279" y="23991"/>
                      <a:pt x="21065" y="23920"/>
                    </a:cubicBezTo>
                    <a:cubicBezTo>
                      <a:pt x="20636" y="23634"/>
                      <a:pt x="20136" y="23134"/>
                      <a:pt x="19636" y="23491"/>
                    </a:cubicBezTo>
                    <a:cubicBezTo>
                      <a:pt x="19422" y="23563"/>
                      <a:pt x="19351" y="23349"/>
                      <a:pt x="19279" y="23349"/>
                    </a:cubicBezTo>
                    <a:cubicBezTo>
                      <a:pt x="18994" y="23206"/>
                      <a:pt x="17423" y="22992"/>
                      <a:pt x="17637" y="23420"/>
                    </a:cubicBezTo>
                    <a:cubicBezTo>
                      <a:pt x="17566" y="23563"/>
                      <a:pt x="17280" y="23563"/>
                      <a:pt x="17137" y="23634"/>
                    </a:cubicBezTo>
                    <a:cubicBezTo>
                      <a:pt x="16995" y="23706"/>
                      <a:pt x="16852" y="23634"/>
                      <a:pt x="16638" y="23848"/>
                    </a:cubicBezTo>
                    <a:cubicBezTo>
                      <a:pt x="16638" y="23848"/>
                      <a:pt x="16780" y="23920"/>
                      <a:pt x="16852" y="23991"/>
                    </a:cubicBezTo>
                    <a:cubicBezTo>
                      <a:pt x="16852" y="24063"/>
                      <a:pt x="16780" y="24348"/>
                      <a:pt x="16709" y="24491"/>
                    </a:cubicBezTo>
                    <a:cubicBezTo>
                      <a:pt x="16638" y="24705"/>
                      <a:pt x="16852" y="24705"/>
                      <a:pt x="17066" y="24777"/>
                    </a:cubicBezTo>
                    <a:cubicBezTo>
                      <a:pt x="17423" y="24991"/>
                      <a:pt x="17780" y="24705"/>
                      <a:pt x="18208" y="24777"/>
                    </a:cubicBezTo>
                    <a:cubicBezTo>
                      <a:pt x="18637" y="24777"/>
                      <a:pt x="18922" y="24991"/>
                      <a:pt x="19279" y="25205"/>
                    </a:cubicBezTo>
                    <a:cubicBezTo>
                      <a:pt x="19779" y="25491"/>
                      <a:pt x="20279" y="25848"/>
                      <a:pt x="20493" y="26419"/>
                    </a:cubicBezTo>
                    <a:cubicBezTo>
                      <a:pt x="20565" y="26490"/>
                      <a:pt x="20565" y="26633"/>
                      <a:pt x="20636" y="26776"/>
                    </a:cubicBezTo>
                    <a:cubicBezTo>
                      <a:pt x="20707" y="26990"/>
                      <a:pt x="20922" y="27204"/>
                      <a:pt x="21136" y="27204"/>
                    </a:cubicBezTo>
                    <a:cubicBezTo>
                      <a:pt x="21279" y="27133"/>
                      <a:pt x="21350" y="26919"/>
                      <a:pt x="21493" y="26919"/>
                    </a:cubicBezTo>
                    <a:cubicBezTo>
                      <a:pt x="21993" y="26847"/>
                      <a:pt x="21779" y="27561"/>
                      <a:pt x="21850" y="27847"/>
                    </a:cubicBezTo>
                    <a:cubicBezTo>
                      <a:pt x="22064" y="28204"/>
                      <a:pt x="22635" y="28418"/>
                      <a:pt x="22278" y="28918"/>
                    </a:cubicBezTo>
                    <a:cubicBezTo>
                      <a:pt x="22136" y="29346"/>
                      <a:pt x="21279" y="28847"/>
                      <a:pt x="21350" y="29489"/>
                    </a:cubicBezTo>
                    <a:cubicBezTo>
                      <a:pt x="21422" y="29703"/>
                      <a:pt x="21564" y="29989"/>
                      <a:pt x="21636" y="30275"/>
                    </a:cubicBezTo>
                    <a:cubicBezTo>
                      <a:pt x="21707" y="30489"/>
                      <a:pt x="21850" y="30774"/>
                      <a:pt x="21779" y="30989"/>
                    </a:cubicBezTo>
                    <a:cubicBezTo>
                      <a:pt x="21850" y="31274"/>
                      <a:pt x="22207" y="31488"/>
                      <a:pt x="22350" y="31703"/>
                    </a:cubicBezTo>
                    <a:cubicBezTo>
                      <a:pt x="22421" y="31774"/>
                      <a:pt x="22421" y="31845"/>
                      <a:pt x="22493" y="31917"/>
                    </a:cubicBezTo>
                    <a:cubicBezTo>
                      <a:pt x="22850" y="32131"/>
                      <a:pt x="23135" y="31845"/>
                      <a:pt x="23421" y="31774"/>
                    </a:cubicBezTo>
                    <a:cubicBezTo>
                      <a:pt x="23564" y="31774"/>
                      <a:pt x="23706" y="31774"/>
                      <a:pt x="23849" y="31845"/>
                    </a:cubicBezTo>
                    <a:cubicBezTo>
                      <a:pt x="24706" y="31988"/>
                      <a:pt x="25134" y="31131"/>
                      <a:pt x="25634" y="30632"/>
                    </a:cubicBezTo>
                    <a:cubicBezTo>
                      <a:pt x="25848" y="30346"/>
                      <a:pt x="25420" y="29989"/>
                      <a:pt x="25563" y="29703"/>
                    </a:cubicBezTo>
                    <a:cubicBezTo>
                      <a:pt x="25777" y="29132"/>
                      <a:pt x="27205" y="28704"/>
                      <a:pt x="26348" y="28061"/>
                    </a:cubicBezTo>
                    <a:cubicBezTo>
                      <a:pt x="26205" y="27990"/>
                      <a:pt x="26134" y="27847"/>
                      <a:pt x="26205" y="27704"/>
                    </a:cubicBezTo>
                    <a:cubicBezTo>
                      <a:pt x="26205" y="27704"/>
                      <a:pt x="26277" y="27704"/>
                      <a:pt x="26277" y="27704"/>
                    </a:cubicBezTo>
                    <a:cubicBezTo>
                      <a:pt x="26348" y="27704"/>
                      <a:pt x="26420" y="27776"/>
                      <a:pt x="26562" y="27776"/>
                    </a:cubicBezTo>
                    <a:cubicBezTo>
                      <a:pt x="26705" y="27847"/>
                      <a:pt x="26919" y="27704"/>
                      <a:pt x="27062" y="27490"/>
                    </a:cubicBezTo>
                    <a:cubicBezTo>
                      <a:pt x="27205" y="26990"/>
                      <a:pt x="26919" y="26347"/>
                      <a:pt x="27205" y="25848"/>
                    </a:cubicBezTo>
                    <a:cubicBezTo>
                      <a:pt x="27419" y="25562"/>
                      <a:pt x="27919" y="25419"/>
                      <a:pt x="28062" y="24991"/>
                    </a:cubicBezTo>
                    <a:cubicBezTo>
                      <a:pt x="28133" y="24991"/>
                      <a:pt x="28133" y="24919"/>
                      <a:pt x="28205" y="24848"/>
                    </a:cubicBezTo>
                    <a:cubicBezTo>
                      <a:pt x="28419" y="24705"/>
                      <a:pt x="28419" y="24991"/>
                      <a:pt x="28419" y="25134"/>
                    </a:cubicBezTo>
                    <a:cubicBezTo>
                      <a:pt x="28419" y="25276"/>
                      <a:pt x="28419" y="25419"/>
                      <a:pt x="28490" y="25562"/>
                    </a:cubicBezTo>
                    <a:cubicBezTo>
                      <a:pt x="28562" y="25633"/>
                      <a:pt x="28633" y="25705"/>
                      <a:pt x="28633" y="25776"/>
                    </a:cubicBezTo>
                    <a:cubicBezTo>
                      <a:pt x="28562" y="25848"/>
                      <a:pt x="28347" y="25705"/>
                      <a:pt x="28276" y="25776"/>
                    </a:cubicBezTo>
                    <a:cubicBezTo>
                      <a:pt x="27990" y="25919"/>
                      <a:pt x="27848" y="26133"/>
                      <a:pt x="27633" y="26347"/>
                    </a:cubicBezTo>
                    <a:cubicBezTo>
                      <a:pt x="27562" y="26347"/>
                      <a:pt x="27491" y="26419"/>
                      <a:pt x="27419" y="26490"/>
                    </a:cubicBezTo>
                    <a:cubicBezTo>
                      <a:pt x="27062" y="26847"/>
                      <a:pt x="27562" y="27490"/>
                      <a:pt x="27134" y="27918"/>
                    </a:cubicBezTo>
                    <a:cubicBezTo>
                      <a:pt x="26848" y="28275"/>
                      <a:pt x="27348" y="28632"/>
                      <a:pt x="27348" y="28989"/>
                    </a:cubicBezTo>
                    <a:cubicBezTo>
                      <a:pt x="27348" y="29061"/>
                      <a:pt x="27419" y="29204"/>
                      <a:pt x="27419" y="29204"/>
                    </a:cubicBezTo>
                    <a:cubicBezTo>
                      <a:pt x="27633" y="29346"/>
                      <a:pt x="27848" y="29346"/>
                      <a:pt x="27990" y="29489"/>
                    </a:cubicBezTo>
                    <a:cubicBezTo>
                      <a:pt x="28133" y="29561"/>
                      <a:pt x="27990" y="29275"/>
                      <a:pt x="28062" y="29204"/>
                    </a:cubicBezTo>
                    <a:cubicBezTo>
                      <a:pt x="27990" y="28704"/>
                      <a:pt x="28276" y="28989"/>
                      <a:pt x="28419" y="29275"/>
                    </a:cubicBezTo>
                    <a:cubicBezTo>
                      <a:pt x="28633" y="29561"/>
                      <a:pt x="28776" y="29918"/>
                      <a:pt x="28990" y="30203"/>
                    </a:cubicBezTo>
                    <a:cubicBezTo>
                      <a:pt x="28990" y="30275"/>
                      <a:pt x="29062" y="30346"/>
                      <a:pt x="29204" y="30346"/>
                    </a:cubicBezTo>
                    <a:cubicBezTo>
                      <a:pt x="29347" y="30275"/>
                      <a:pt x="29419" y="30132"/>
                      <a:pt x="29633" y="30203"/>
                    </a:cubicBezTo>
                    <a:cubicBezTo>
                      <a:pt x="29704" y="30203"/>
                      <a:pt x="29776" y="30203"/>
                      <a:pt x="29847" y="30132"/>
                    </a:cubicBezTo>
                    <a:cubicBezTo>
                      <a:pt x="29990" y="30132"/>
                      <a:pt x="29990" y="29918"/>
                      <a:pt x="30133" y="29918"/>
                    </a:cubicBezTo>
                    <a:cubicBezTo>
                      <a:pt x="30275" y="29989"/>
                      <a:pt x="30418" y="30203"/>
                      <a:pt x="30347" y="30417"/>
                    </a:cubicBezTo>
                    <a:cubicBezTo>
                      <a:pt x="30275" y="30489"/>
                      <a:pt x="30204" y="30632"/>
                      <a:pt x="30204" y="30703"/>
                    </a:cubicBezTo>
                    <a:cubicBezTo>
                      <a:pt x="30275" y="30846"/>
                      <a:pt x="30490" y="30989"/>
                      <a:pt x="30632" y="31060"/>
                    </a:cubicBezTo>
                    <a:cubicBezTo>
                      <a:pt x="30847" y="31131"/>
                      <a:pt x="30989" y="31346"/>
                      <a:pt x="31204" y="31346"/>
                    </a:cubicBezTo>
                    <a:cubicBezTo>
                      <a:pt x="31275" y="31346"/>
                      <a:pt x="31275" y="31131"/>
                      <a:pt x="31275" y="31060"/>
                    </a:cubicBezTo>
                    <a:cubicBezTo>
                      <a:pt x="31346" y="30989"/>
                      <a:pt x="31346" y="30703"/>
                      <a:pt x="31489" y="30703"/>
                    </a:cubicBezTo>
                    <a:cubicBezTo>
                      <a:pt x="31703" y="30703"/>
                      <a:pt x="31989" y="30917"/>
                      <a:pt x="32132" y="31060"/>
                    </a:cubicBezTo>
                    <a:cubicBezTo>
                      <a:pt x="32203" y="31203"/>
                      <a:pt x="32346" y="31417"/>
                      <a:pt x="32560" y="31417"/>
                    </a:cubicBezTo>
                    <a:cubicBezTo>
                      <a:pt x="32989" y="31488"/>
                      <a:pt x="33131" y="31060"/>
                      <a:pt x="33417" y="30917"/>
                    </a:cubicBezTo>
                    <a:cubicBezTo>
                      <a:pt x="33845" y="30774"/>
                      <a:pt x="34274" y="30917"/>
                      <a:pt x="34702" y="30917"/>
                    </a:cubicBezTo>
                    <a:cubicBezTo>
                      <a:pt x="34845" y="30917"/>
                      <a:pt x="35059" y="30917"/>
                      <a:pt x="35131" y="31060"/>
                    </a:cubicBezTo>
                    <a:cubicBezTo>
                      <a:pt x="35202" y="31060"/>
                      <a:pt x="35131" y="31131"/>
                      <a:pt x="35059" y="31131"/>
                    </a:cubicBezTo>
                    <a:cubicBezTo>
                      <a:pt x="34845" y="31203"/>
                      <a:pt x="34774" y="31131"/>
                      <a:pt x="34488" y="31131"/>
                    </a:cubicBezTo>
                    <a:cubicBezTo>
                      <a:pt x="34202" y="31060"/>
                      <a:pt x="33845" y="30917"/>
                      <a:pt x="33560" y="31131"/>
                    </a:cubicBezTo>
                    <a:cubicBezTo>
                      <a:pt x="33417" y="31346"/>
                      <a:pt x="33560" y="31560"/>
                      <a:pt x="33488" y="31774"/>
                    </a:cubicBezTo>
                    <a:cubicBezTo>
                      <a:pt x="33417" y="31845"/>
                      <a:pt x="33417" y="31988"/>
                      <a:pt x="33417" y="32060"/>
                    </a:cubicBezTo>
                    <a:cubicBezTo>
                      <a:pt x="33417" y="32202"/>
                      <a:pt x="33631" y="32274"/>
                      <a:pt x="33703" y="32345"/>
                    </a:cubicBezTo>
                    <a:cubicBezTo>
                      <a:pt x="33917" y="32631"/>
                      <a:pt x="34274" y="33059"/>
                      <a:pt x="34702" y="32916"/>
                    </a:cubicBezTo>
                    <a:cubicBezTo>
                      <a:pt x="35131" y="32417"/>
                      <a:pt x="35559" y="31845"/>
                      <a:pt x="35987" y="31274"/>
                    </a:cubicBezTo>
                    <a:cubicBezTo>
                      <a:pt x="36416" y="30774"/>
                      <a:pt x="36844" y="30346"/>
                      <a:pt x="37059" y="29918"/>
                    </a:cubicBezTo>
                    <a:cubicBezTo>
                      <a:pt x="36416" y="29489"/>
                      <a:pt x="31561" y="27990"/>
                      <a:pt x="30775" y="27561"/>
                    </a:cubicBezTo>
                    <a:close/>
                    <a:moveTo>
                      <a:pt x="27276" y="20635"/>
                    </a:moveTo>
                    <a:cubicBezTo>
                      <a:pt x="27491" y="20564"/>
                      <a:pt x="27491" y="20564"/>
                      <a:pt x="27491" y="20564"/>
                    </a:cubicBezTo>
                    <a:cubicBezTo>
                      <a:pt x="27633" y="20493"/>
                      <a:pt x="27633" y="20493"/>
                      <a:pt x="27633" y="20493"/>
                    </a:cubicBezTo>
                    <a:cubicBezTo>
                      <a:pt x="27705" y="20421"/>
                      <a:pt x="27705" y="20421"/>
                      <a:pt x="27705" y="20421"/>
                    </a:cubicBezTo>
                    <a:cubicBezTo>
                      <a:pt x="27633" y="20350"/>
                      <a:pt x="27633" y="20350"/>
                      <a:pt x="27633" y="20350"/>
                    </a:cubicBezTo>
                    <a:cubicBezTo>
                      <a:pt x="27562" y="20350"/>
                      <a:pt x="27562" y="20350"/>
                      <a:pt x="27562" y="20350"/>
                    </a:cubicBezTo>
                    <a:cubicBezTo>
                      <a:pt x="27491" y="20421"/>
                      <a:pt x="27491" y="20421"/>
                      <a:pt x="27491" y="20421"/>
                    </a:cubicBezTo>
                    <a:cubicBezTo>
                      <a:pt x="27205" y="20564"/>
                      <a:pt x="27205" y="20564"/>
                      <a:pt x="27205" y="20564"/>
                    </a:cubicBezTo>
                    <a:cubicBezTo>
                      <a:pt x="27205" y="20635"/>
                      <a:pt x="27205" y="20635"/>
                      <a:pt x="27205" y="20635"/>
                    </a:cubicBezTo>
                    <a:close/>
                    <a:moveTo>
                      <a:pt x="28562" y="20850"/>
                    </a:moveTo>
                    <a:cubicBezTo>
                      <a:pt x="28704" y="20850"/>
                      <a:pt x="28704" y="20850"/>
                      <a:pt x="28704" y="20850"/>
                    </a:cubicBezTo>
                    <a:cubicBezTo>
                      <a:pt x="28704" y="20850"/>
                      <a:pt x="28704" y="20850"/>
                      <a:pt x="28704" y="20850"/>
                    </a:cubicBezTo>
                    <a:cubicBezTo>
                      <a:pt x="28776" y="20778"/>
                      <a:pt x="28776" y="20778"/>
                      <a:pt x="28776" y="20778"/>
                    </a:cubicBezTo>
                    <a:cubicBezTo>
                      <a:pt x="28704" y="20707"/>
                      <a:pt x="28704" y="20707"/>
                      <a:pt x="28704" y="20707"/>
                    </a:cubicBezTo>
                    <a:cubicBezTo>
                      <a:pt x="28633" y="20707"/>
                      <a:pt x="28633" y="20707"/>
                      <a:pt x="28633" y="20707"/>
                    </a:cubicBezTo>
                    <a:cubicBezTo>
                      <a:pt x="28490" y="20707"/>
                      <a:pt x="28490" y="20707"/>
                      <a:pt x="28490" y="20707"/>
                    </a:cubicBezTo>
                    <a:cubicBezTo>
                      <a:pt x="28419" y="20778"/>
                      <a:pt x="28419" y="20778"/>
                      <a:pt x="28419" y="20778"/>
                    </a:cubicBezTo>
                    <a:cubicBezTo>
                      <a:pt x="28419" y="20778"/>
                      <a:pt x="28419" y="20778"/>
                      <a:pt x="28419" y="20778"/>
                    </a:cubicBezTo>
                    <a:cubicBezTo>
                      <a:pt x="28419" y="20850"/>
                      <a:pt x="28419" y="20850"/>
                      <a:pt x="28419" y="20850"/>
                    </a:cubicBezTo>
                    <a:cubicBezTo>
                      <a:pt x="28490" y="20850"/>
                      <a:pt x="28490" y="20850"/>
                      <a:pt x="28490" y="20850"/>
                    </a:cubicBezTo>
                    <a:close/>
                    <a:moveTo>
                      <a:pt x="27348" y="20493"/>
                    </a:moveTo>
                    <a:cubicBezTo>
                      <a:pt x="27633" y="20278"/>
                      <a:pt x="27633" y="20278"/>
                      <a:pt x="27633" y="20278"/>
                    </a:cubicBezTo>
                    <a:cubicBezTo>
                      <a:pt x="27633" y="20278"/>
                      <a:pt x="27633" y="20278"/>
                      <a:pt x="27633" y="20278"/>
                    </a:cubicBezTo>
                    <a:cubicBezTo>
                      <a:pt x="27776" y="20136"/>
                      <a:pt x="27776" y="20136"/>
                      <a:pt x="27776" y="20136"/>
                    </a:cubicBezTo>
                    <a:cubicBezTo>
                      <a:pt x="27776" y="20136"/>
                      <a:pt x="27776" y="20136"/>
                      <a:pt x="27776" y="20136"/>
                    </a:cubicBezTo>
                    <a:cubicBezTo>
                      <a:pt x="27633" y="20136"/>
                      <a:pt x="27633" y="20136"/>
                      <a:pt x="27633" y="20136"/>
                    </a:cubicBezTo>
                    <a:cubicBezTo>
                      <a:pt x="27562" y="20136"/>
                      <a:pt x="27562" y="20136"/>
                      <a:pt x="27562" y="20136"/>
                    </a:cubicBezTo>
                    <a:cubicBezTo>
                      <a:pt x="27491" y="20136"/>
                      <a:pt x="27491" y="20136"/>
                      <a:pt x="27491" y="20136"/>
                    </a:cubicBezTo>
                    <a:cubicBezTo>
                      <a:pt x="27419" y="20136"/>
                      <a:pt x="27419" y="20136"/>
                      <a:pt x="27419" y="20136"/>
                    </a:cubicBezTo>
                    <a:cubicBezTo>
                      <a:pt x="27419" y="20278"/>
                      <a:pt x="27419" y="20278"/>
                      <a:pt x="27419" y="20278"/>
                    </a:cubicBezTo>
                    <a:cubicBezTo>
                      <a:pt x="27348" y="20278"/>
                      <a:pt x="27348" y="20278"/>
                      <a:pt x="27348" y="20278"/>
                    </a:cubicBezTo>
                    <a:cubicBezTo>
                      <a:pt x="27205" y="20350"/>
                      <a:pt x="27205" y="20350"/>
                      <a:pt x="27205" y="20350"/>
                    </a:cubicBezTo>
                    <a:cubicBezTo>
                      <a:pt x="27205" y="20421"/>
                      <a:pt x="27205" y="20421"/>
                      <a:pt x="27205" y="20421"/>
                    </a:cubicBezTo>
                    <a:cubicBezTo>
                      <a:pt x="27205" y="20493"/>
                      <a:pt x="27205" y="20493"/>
                      <a:pt x="27205" y="20493"/>
                    </a:cubicBezTo>
                    <a:cubicBezTo>
                      <a:pt x="27276" y="20493"/>
                      <a:pt x="27276" y="20493"/>
                      <a:pt x="27276" y="20493"/>
                    </a:cubicBezTo>
                    <a:close/>
                    <a:moveTo>
                      <a:pt x="30704" y="17708"/>
                    </a:moveTo>
                    <a:cubicBezTo>
                      <a:pt x="30775" y="17708"/>
                      <a:pt x="30847" y="17280"/>
                      <a:pt x="30632" y="17351"/>
                    </a:cubicBezTo>
                    <a:cubicBezTo>
                      <a:pt x="30561" y="17422"/>
                      <a:pt x="30418" y="17708"/>
                      <a:pt x="30275" y="17851"/>
                    </a:cubicBezTo>
                    <a:cubicBezTo>
                      <a:pt x="30275" y="17922"/>
                      <a:pt x="30275" y="17922"/>
                      <a:pt x="30204" y="17994"/>
                    </a:cubicBezTo>
                    <a:cubicBezTo>
                      <a:pt x="30204" y="18208"/>
                      <a:pt x="30204" y="18279"/>
                      <a:pt x="30204" y="18422"/>
                    </a:cubicBezTo>
                    <a:cubicBezTo>
                      <a:pt x="30275" y="18493"/>
                      <a:pt x="30275" y="18636"/>
                      <a:pt x="30275" y="18636"/>
                    </a:cubicBezTo>
                    <a:cubicBezTo>
                      <a:pt x="30347" y="18636"/>
                      <a:pt x="30418" y="18493"/>
                      <a:pt x="30418" y="18493"/>
                    </a:cubicBezTo>
                    <a:cubicBezTo>
                      <a:pt x="30490" y="18351"/>
                      <a:pt x="30561" y="18208"/>
                      <a:pt x="30561" y="18065"/>
                    </a:cubicBezTo>
                    <a:cubicBezTo>
                      <a:pt x="30632" y="18065"/>
                      <a:pt x="30490" y="17922"/>
                      <a:pt x="30490" y="17922"/>
                    </a:cubicBezTo>
                    <a:cubicBezTo>
                      <a:pt x="30561" y="17851"/>
                      <a:pt x="30632" y="17779"/>
                      <a:pt x="30632" y="17779"/>
                    </a:cubicBezTo>
                    <a:close/>
                    <a:moveTo>
                      <a:pt x="30347" y="31274"/>
                    </a:moveTo>
                    <a:cubicBezTo>
                      <a:pt x="30347" y="31274"/>
                      <a:pt x="30275" y="31203"/>
                      <a:pt x="30275" y="31131"/>
                    </a:cubicBezTo>
                    <a:cubicBezTo>
                      <a:pt x="30275" y="31131"/>
                      <a:pt x="30204" y="31060"/>
                      <a:pt x="30204" y="31131"/>
                    </a:cubicBezTo>
                    <a:cubicBezTo>
                      <a:pt x="30204" y="31131"/>
                      <a:pt x="30204" y="31131"/>
                      <a:pt x="30204" y="31131"/>
                    </a:cubicBezTo>
                    <a:cubicBezTo>
                      <a:pt x="30061" y="30989"/>
                      <a:pt x="29990" y="30846"/>
                      <a:pt x="29847" y="30774"/>
                    </a:cubicBezTo>
                    <a:cubicBezTo>
                      <a:pt x="29847" y="30774"/>
                      <a:pt x="29704" y="30774"/>
                      <a:pt x="29633" y="30774"/>
                    </a:cubicBezTo>
                    <a:cubicBezTo>
                      <a:pt x="29561" y="30774"/>
                      <a:pt x="29561" y="30846"/>
                      <a:pt x="29633" y="30846"/>
                    </a:cubicBezTo>
                    <a:cubicBezTo>
                      <a:pt x="29633" y="30846"/>
                      <a:pt x="29776" y="31131"/>
                      <a:pt x="29776" y="31203"/>
                    </a:cubicBezTo>
                    <a:cubicBezTo>
                      <a:pt x="29847" y="31203"/>
                      <a:pt x="29990" y="31274"/>
                      <a:pt x="30061" y="31274"/>
                    </a:cubicBezTo>
                    <a:cubicBezTo>
                      <a:pt x="30133" y="31274"/>
                      <a:pt x="30204" y="31274"/>
                      <a:pt x="30275" y="31346"/>
                    </a:cubicBezTo>
                    <a:cubicBezTo>
                      <a:pt x="30347" y="31346"/>
                      <a:pt x="30347" y="31417"/>
                      <a:pt x="30347" y="31417"/>
                    </a:cubicBezTo>
                    <a:cubicBezTo>
                      <a:pt x="30418" y="31417"/>
                      <a:pt x="30490" y="31488"/>
                      <a:pt x="30561" y="31417"/>
                    </a:cubicBezTo>
                    <a:cubicBezTo>
                      <a:pt x="30490" y="31346"/>
                      <a:pt x="30347" y="31346"/>
                      <a:pt x="30347" y="31346"/>
                    </a:cubicBezTo>
                    <a:close/>
                    <a:moveTo>
                      <a:pt x="28062" y="20278"/>
                    </a:moveTo>
                    <a:cubicBezTo>
                      <a:pt x="28133" y="20207"/>
                      <a:pt x="28133" y="20207"/>
                      <a:pt x="28133" y="20207"/>
                    </a:cubicBezTo>
                    <a:cubicBezTo>
                      <a:pt x="28276" y="19993"/>
                      <a:pt x="28276" y="19993"/>
                      <a:pt x="28276" y="19993"/>
                    </a:cubicBezTo>
                    <a:cubicBezTo>
                      <a:pt x="28276" y="19921"/>
                      <a:pt x="28276" y="19921"/>
                      <a:pt x="28276" y="19921"/>
                    </a:cubicBezTo>
                    <a:cubicBezTo>
                      <a:pt x="28205" y="19921"/>
                      <a:pt x="28205" y="19921"/>
                      <a:pt x="28205" y="19921"/>
                    </a:cubicBezTo>
                    <a:cubicBezTo>
                      <a:pt x="28062" y="19993"/>
                      <a:pt x="28062" y="19993"/>
                      <a:pt x="28062" y="19993"/>
                    </a:cubicBezTo>
                    <a:cubicBezTo>
                      <a:pt x="27919" y="20064"/>
                      <a:pt x="27919" y="20064"/>
                      <a:pt x="27919" y="20064"/>
                    </a:cubicBezTo>
                    <a:cubicBezTo>
                      <a:pt x="27848" y="20207"/>
                      <a:pt x="27848" y="20207"/>
                      <a:pt x="27848" y="20207"/>
                    </a:cubicBezTo>
                    <a:cubicBezTo>
                      <a:pt x="27848" y="20278"/>
                      <a:pt x="27848" y="20278"/>
                      <a:pt x="27848" y="20278"/>
                    </a:cubicBezTo>
                    <a:cubicBezTo>
                      <a:pt x="27919" y="20278"/>
                      <a:pt x="27919" y="20278"/>
                      <a:pt x="27919" y="20278"/>
                    </a:cubicBezTo>
                    <a:close/>
                    <a:moveTo>
                      <a:pt x="9426" y="12067"/>
                    </a:moveTo>
                    <a:cubicBezTo>
                      <a:pt x="9497" y="11996"/>
                      <a:pt x="9783" y="11924"/>
                      <a:pt x="9854" y="11782"/>
                    </a:cubicBezTo>
                    <a:cubicBezTo>
                      <a:pt x="9926" y="11710"/>
                      <a:pt x="9854" y="11639"/>
                      <a:pt x="9926" y="11567"/>
                    </a:cubicBezTo>
                    <a:cubicBezTo>
                      <a:pt x="9997" y="11496"/>
                      <a:pt x="10140" y="11496"/>
                      <a:pt x="10069" y="11425"/>
                    </a:cubicBezTo>
                    <a:cubicBezTo>
                      <a:pt x="9997" y="11282"/>
                      <a:pt x="9640" y="11353"/>
                      <a:pt x="9426" y="11353"/>
                    </a:cubicBezTo>
                    <a:cubicBezTo>
                      <a:pt x="9355" y="11353"/>
                      <a:pt x="9497" y="11567"/>
                      <a:pt x="9426" y="11567"/>
                    </a:cubicBezTo>
                    <a:cubicBezTo>
                      <a:pt x="9212" y="11567"/>
                      <a:pt x="8998" y="11710"/>
                      <a:pt x="8783" y="11710"/>
                    </a:cubicBezTo>
                    <a:cubicBezTo>
                      <a:pt x="8569" y="11639"/>
                      <a:pt x="8498" y="11710"/>
                      <a:pt x="8284" y="11639"/>
                    </a:cubicBezTo>
                    <a:cubicBezTo>
                      <a:pt x="8212" y="11639"/>
                      <a:pt x="8069" y="11710"/>
                      <a:pt x="7998" y="11710"/>
                    </a:cubicBezTo>
                    <a:cubicBezTo>
                      <a:pt x="7927" y="11710"/>
                      <a:pt x="7855" y="11639"/>
                      <a:pt x="7784" y="11710"/>
                    </a:cubicBezTo>
                    <a:cubicBezTo>
                      <a:pt x="7641" y="11782"/>
                      <a:pt x="7498" y="11782"/>
                      <a:pt x="7427" y="11639"/>
                    </a:cubicBezTo>
                    <a:cubicBezTo>
                      <a:pt x="7284" y="11496"/>
                      <a:pt x="7070" y="11710"/>
                      <a:pt x="7070" y="11853"/>
                    </a:cubicBezTo>
                    <a:cubicBezTo>
                      <a:pt x="6998" y="12067"/>
                      <a:pt x="6998" y="12210"/>
                      <a:pt x="6856" y="12281"/>
                    </a:cubicBezTo>
                    <a:cubicBezTo>
                      <a:pt x="6784" y="12424"/>
                      <a:pt x="7141" y="12353"/>
                      <a:pt x="7213" y="12353"/>
                    </a:cubicBezTo>
                    <a:cubicBezTo>
                      <a:pt x="7284" y="12281"/>
                      <a:pt x="7355" y="12281"/>
                      <a:pt x="7427" y="12281"/>
                    </a:cubicBezTo>
                    <a:cubicBezTo>
                      <a:pt x="8069" y="12424"/>
                      <a:pt x="8783" y="12067"/>
                      <a:pt x="9355" y="12067"/>
                    </a:cubicBezTo>
                    <a:close/>
                    <a:moveTo>
                      <a:pt x="9997" y="19921"/>
                    </a:moveTo>
                    <a:cubicBezTo>
                      <a:pt x="9926" y="19921"/>
                      <a:pt x="9926" y="19921"/>
                      <a:pt x="9926" y="19921"/>
                    </a:cubicBezTo>
                    <a:cubicBezTo>
                      <a:pt x="9926" y="19921"/>
                      <a:pt x="9926" y="19921"/>
                      <a:pt x="9926" y="19921"/>
                    </a:cubicBezTo>
                    <a:cubicBezTo>
                      <a:pt x="9854" y="19850"/>
                      <a:pt x="9854" y="19850"/>
                      <a:pt x="9854" y="19850"/>
                    </a:cubicBezTo>
                    <a:cubicBezTo>
                      <a:pt x="9854" y="19921"/>
                      <a:pt x="9854" y="19921"/>
                      <a:pt x="9854" y="19921"/>
                    </a:cubicBezTo>
                    <a:cubicBezTo>
                      <a:pt x="9854" y="19921"/>
                      <a:pt x="9854" y="19921"/>
                      <a:pt x="9854" y="19921"/>
                    </a:cubicBezTo>
                    <a:cubicBezTo>
                      <a:pt x="9854" y="19921"/>
                      <a:pt x="9854" y="19921"/>
                      <a:pt x="9854" y="19921"/>
                    </a:cubicBezTo>
                    <a:cubicBezTo>
                      <a:pt x="9926" y="19921"/>
                      <a:pt x="9926" y="19921"/>
                      <a:pt x="9926" y="19921"/>
                    </a:cubicBezTo>
                    <a:cubicBezTo>
                      <a:pt x="9926" y="19921"/>
                      <a:pt x="9926" y="19921"/>
                      <a:pt x="9926" y="19921"/>
                    </a:cubicBezTo>
                    <a:cubicBezTo>
                      <a:pt x="9926" y="19921"/>
                      <a:pt x="9926" y="19921"/>
                      <a:pt x="9926" y="19921"/>
                    </a:cubicBezTo>
                    <a:cubicBezTo>
                      <a:pt x="9997" y="19993"/>
                      <a:pt x="9997" y="19993"/>
                      <a:pt x="9997" y="19993"/>
                    </a:cubicBezTo>
                    <a:cubicBezTo>
                      <a:pt x="9997" y="19993"/>
                      <a:pt x="9997" y="19993"/>
                      <a:pt x="9997" y="19993"/>
                    </a:cubicBezTo>
                    <a:cubicBezTo>
                      <a:pt x="10069" y="19993"/>
                      <a:pt x="10069" y="19993"/>
                      <a:pt x="10069" y="19993"/>
                    </a:cubicBezTo>
                    <a:cubicBezTo>
                      <a:pt x="10069" y="19993"/>
                      <a:pt x="10069" y="19993"/>
                      <a:pt x="10069" y="19993"/>
                    </a:cubicBezTo>
                    <a:cubicBezTo>
                      <a:pt x="10069" y="19993"/>
                      <a:pt x="10069" y="19993"/>
                      <a:pt x="10069" y="19993"/>
                    </a:cubicBezTo>
                    <a:close/>
                    <a:moveTo>
                      <a:pt x="7927" y="18993"/>
                    </a:moveTo>
                    <a:cubicBezTo>
                      <a:pt x="7998" y="18993"/>
                      <a:pt x="7998" y="18993"/>
                      <a:pt x="7998" y="18993"/>
                    </a:cubicBezTo>
                    <a:cubicBezTo>
                      <a:pt x="7998" y="18993"/>
                      <a:pt x="7998" y="18993"/>
                      <a:pt x="7998" y="18993"/>
                    </a:cubicBezTo>
                    <a:cubicBezTo>
                      <a:pt x="7927" y="18993"/>
                      <a:pt x="7927" y="18993"/>
                      <a:pt x="7927" y="18993"/>
                    </a:cubicBezTo>
                    <a:cubicBezTo>
                      <a:pt x="7855" y="18993"/>
                      <a:pt x="7855" y="18993"/>
                      <a:pt x="7855" y="18993"/>
                    </a:cubicBezTo>
                    <a:cubicBezTo>
                      <a:pt x="7855" y="18993"/>
                      <a:pt x="7855" y="18993"/>
                      <a:pt x="7855" y="18993"/>
                    </a:cubicBezTo>
                    <a:cubicBezTo>
                      <a:pt x="7784" y="18993"/>
                      <a:pt x="7784" y="18993"/>
                      <a:pt x="7784" y="18993"/>
                    </a:cubicBezTo>
                    <a:cubicBezTo>
                      <a:pt x="7784" y="18922"/>
                      <a:pt x="7784" y="18922"/>
                      <a:pt x="7784" y="18922"/>
                    </a:cubicBezTo>
                    <a:cubicBezTo>
                      <a:pt x="7784" y="18922"/>
                      <a:pt x="7784" y="18922"/>
                      <a:pt x="7784" y="18922"/>
                    </a:cubicBezTo>
                    <a:cubicBezTo>
                      <a:pt x="7712" y="18922"/>
                      <a:pt x="7712" y="18922"/>
                      <a:pt x="7712" y="18922"/>
                    </a:cubicBezTo>
                    <a:cubicBezTo>
                      <a:pt x="7712" y="18993"/>
                      <a:pt x="7712" y="18993"/>
                      <a:pt x="7712" y="18993"/>
                    </a:cubicBezTo>
                    <a:cubicBezTo>
                      <a:pt x="7712" y="18922"/>
                      <a:pt x="7712" y="18922"/>
                      <a:pt x="7712" y="18922"/>
                    </a:cubicBezTo>
                    <a:cubicBezTo>
                      <a:pt x="7712" y="18922"/>
                      <a:pt x="7712" y="18922"/>
                      <a:pt x="7712" y="18922"/>
                    </a:cubicBezTo>
                    <a:cubicBezTo>
                      <a:pt x="7712" y="18922"/>
                      <a:pt x="7712" y="18922"/>
                      <a:pt x="7712" y="18922"/>
                    </a:cubicBezTo>
                    <a:cubicBezTo>
                      <a:pt x="7712" y="18993"/>
                      <a:pt x="7712" y="18993"/>
                      <a:pt x="7712" y="18993"/>
                    </a:cubicBezTo>
                    <a:cubicBezTo>
                      <a:pt x="7712" y="18993"/>
                      <a:pt x="7712" y="18993"/>
                      <a:pt x="7712" y="18993"/>
                    </a:cubicBezTo>
                    <a:cubicBezTo>
                      <a:pt x="7784" y="18993"/>
                      <a:pt x="7784" y="18993"/>
                      <a:pt x="7784" y="18993"/>
                    </a:cubicBezTo>
                    <a:cubicBezTo>
                      <a:pt x="7784" y="18993"/>
                      <a:pt x="7784" y="18993"/>
                      <a:pt x="7784" y="18993"/>
                    </a:cubicBezTo>
                    <a:cubicBezTo>
                      <a:pt x="7855" y="18993"/>
                      <a:pt x="7855" y="18993"/>
                      <a:pt x="7855" y="18993"/>
                    </a:cubicBezTo>
                    <a:cubicBezTo>
                      <a:pt x="7927" y="18993"/>
                      <a:pt x="7927" y="18993"/>
                      <a:pt x="7927" y="18993"/>
                    </a:cubicBezTo>
                    <a:close/>
                    <a:moveTo>
                      <a:pt x="10354" y="14995"/>
                    </a:moveTo>
                    <a:cubicBezTo>
                      <a:pt x="10640" y="14923"/>
                      <a:pt x="10640" y="14566"/>
                      <a:pt x="10783" y="14352"/>
                    </a:cubicBezTo>
                    <a:cubicBezTo>
                      <a:pt x="10925" y="13852"/>
                      <a:pt x="11140" y="13281"/>
                      <a:pt x="10997" y="12781"/>
                    </a:cubicBezTo>
                    <a:cubicBezTo>
                      <a:pt x="11068" y="12638"/>
                      <a:pt x="10997" y="12496"/>
                      <a:pt x="10854" y="12353"/>
                    </a:cubicBezTo>
                    <a:cubicBezTo>
                      <a:pt x="10711" y="12210"/>
                      <a:pt x="10426" y="12353"/>
                      <a:pt x="10283" y="12353"/>
                    </a:cubicBezTo>
                    <a:cubicBezTo>
                      <a:pt x="10211" y="12353"/>
                      <a:pt x="10140" y="12281"/>
                      <a:pt x="10069" y="12210"/>
                    </a:cubicBezTo>
                    <a:cubicBezTo>
                      <a:pt x="9926" y="12067"/>
                      <a:pt x="9640" y="12139"/>
                      <a:pt x="9497" y="12281"/>
                    </a:cubicBezTo>
                    <a:cubicBezTo>
                      <a:pt x="9283" y="12424"/>
                      <a:pt x="7998" y="12424"/>
                      <a:pt x="8498" y="12853"/>
                    </a:cubicBezTo>
                    <a:cubicBezTo>
                      <a:pt x="8641" y="12995"/>
                      <a:pt x="8641" y="13067"/>
                      <a:pt x="8712" y="13210"/>
                    </a:cubicBezTo>
                    <a:cubicBezTo>
                      <a:pt x="8783" y="13281"/>
                      <a:pt x="8641" y="13424"/>
                      <a:pt x="8641" y="13495"/>
                    </a:cubicBezTo>
                    <a:cubicBezTo>
                      <a:pt x="8641" y="13567"/>
                      <a:pt x="8712" y="13638"/>
                      <a:pt x="8783" y="13638"/>
                    </a:cubicBezTo>
                    <a:cubicBezTo>
                      <a:pt x="8926" y="13852"/>
                      <a:pt x="8926" y="14066"/>
                      <a:pt x="9069" y="14281"/>
                    </a:cubicBezTo>
                    <a:cubicBezTo>
                      <a:pt x="9140" y="14423"/>
                      <a:pt x="9426" y="14495"/>
                      <a:pt x="9497" y="14638"/>
                    </a:cubicBezTo>
                    <a:cubicBezTo>
                      <a:pt x="9569" y="14709"/>
                      <a:pt x="9640" y="14852"/>
                      <a:pt x="9712" y="14923"/>
                    </a:cubicBezTo>
                    <a:cubicBezTo>
                      <a:pt x="9854" y="14923"/>
                      <a:pt x="9997" y="14780"/>
                      <a:pt x="10069" y="14852"/>
                    </a:cubicBezTo>
                    <a:cubicBezTo>
                      <a:pt x="10140" y="14852"/>
                      <a:pt x="10283" y="14995"/>
                      <a:pt x="10354" y="14995"/>
                    </a:cubicBezTo>
                    <a:close/>
                    <a:moveTo>
                      <a:pt x="8069" y="20493"/>
                    </a:moveTo>
                    <a:cubicBezTo>
                      <a:pt x="7927" y="20493"/>
                      <a:pt x="7927" y="20493"/>
                      <a:pt x="7927" y="20493"/>
                    </a:cubicBezTo>
                    <a:cubicBezTo>
                      <a:pt x="7855" y="20564"/>
                      <a:pt x="7855" y="20564"/>
                      <a:pt x="7855" y="20564"/>
                    </a:cubicBezTo>
                    <a:cubicBezTo>
                      <a:pt x="7855" y="20564"/>
                      <a:pt x="7855" y="20564"/>
                      <a:pt x="7855" y="20564"/>
                    </a:cubicBezTo>
                    <a:cubicBezTo>
                      <a:pt x="7927" y="20564"/>
                      <a:pt x="7927" y="20564"/>
                      <a:pt x="7927" y="20564"/>
                    </a:cubicBezTo>
                    <a:cubicBezTo>
                      <a:pt x="7998" y="20564"/>
                      <a:pt x="7998" y="20564"/>
                      <a:pt x="7998" y="20564"/>
                    </a:cubicBezTo>
                    <a:cubicBezTo>
                      <a:pt x="8069" y="20564"/>
                      <a:pt x="8069" y="20564"/>
                      <a:pt x="8069" y="20564"/>
                    </a:cubicBezTo>
                    <a:cubicBezTo>
                      <a:pt x="8141" y="20564"/>
                      <a:pt x="8141" y="20564"/>
                      <a:pt x="8141" y="20564"/>
                    </a:cubicBezTo>
                    <a:cubicBezTo>
                      <a:pt x="8141" y="20493"/>
                      <a:pt x="8141" y="20493"/>
                      <a:pt x="8141" y="20493"/>
                    </a:cubicBezTo>
                    <a:close/>
                    <a:moveTo>
                      <a:pt x="28704" y="30275"/>
                    </a:moveTo>
                    <a:cubicBezTo>
                      <a:pt x="28704" y="30275"/>
                      <a:pt x="28633" y="30132"/>
                      <a:pt x="28633" y="30060"/>
                    </a:cubicBezTo>
                    <a:cubicBezTo>
                      <a:pt x="28562" y="29918"/>
                      <a:pt x="28562" y="29703"/>
                      <a:pt x="28419" y="29632"/>
                    </a:cubicBezTo>
                    <a:cubicBezTo>
                      <a:pt x="28205" y="29489"/>
                      <a:pt x="28490" y="29989"/>
                      <a:pt x="28490" y="30060"/>
                    </a:cubicBezTo>
                    <a:cubicBezTo>
                      <a:pt x="28490" y="30203"/>
                      <a:pt x="28562" y="30346"/>
                      <a:pt x="28704" y="30489"/>
                    </a:cubicBezTo>
                    <a:cubicBezTo>
                      <a:pt x="28704" y="30489"/>
                      <a:pt x="28776" y="30632"/>
                      <a:pt x="28776" y="30560"/>
                    </a:cubicBezTo>
                    <a:cubicBezTo>
                      <a:pt x="28847" y="30489"/>
                      <a:pt x="28776" y="30346"/>
                      <a:pt x="28776" y="30275"/>
                    </a:cubicBezTo>
                    <a:close/>
                    <a:moveTo>
                      <a:pt x="26491" y="32774"/>
                    </a:moveTo>
                    <a:cubicBezTo>
                      <a:pt x="26205" y="32559"/>
                      <a:pt x="25848" y="32702"/>
                      <a:pt x="25634" y="32488"/>
                    </a:cubicBezTo>
                    <a:cubicBezTo>
                      <a:pt x="25634" y="32345"/>
                      <a:pt x="25563" y="32345"/>
                      <a:pt x="25420" y="32274"/>
                    </a:cubicBezTo>
                    <a:cubicBezTo>
                      <a:pt x="25349" y="32202"/>
                      <a:pt x="25206" y="32131"/>
                      <a:pt x="25134" y="32060"/>
                    </a:cubicBezTo>
                    <a:cubicBezTo>
                      <a:pt x="24920" y="31917"/>
                      <a:pt x="24920" y="32202"/>
                      <a:pt x="24992" y="32274"/>
                    </a:cubicBezTo>
                    <a:cubicBezTo>
                      <a:pt x="25063" y="32417"/>
                      <a:pt x="25206" y="32417"/>
                      <a:pt x="25277" y="32488"/>
                    </a:cubicBezTo>
                    <a:cubicBezTo>
                      <a:pt x="25349" y="32631"/>
                      <a:pt x="25491" y="32631"/>
                      <a:pt x="25634" y="32702"/>
                    </a:cubicBezTo>
                    <a:cubicBezTo>
                      <a:pt x="25777" y="32774"/>
                      <a:pt x="25848" y="32845"/>
                      <a:pt x="25991" y="32845"/>
                    </a:cubicBezTo>
                    <a:cubicBezTo>
                      <a:pt x="26063" y="32916"/>
                      <a:pt x="26205" y="32845"/>
                      <a:pt x="26348" y="32845"/>
                    </a:cubicBezTo>
                    <a:cubicBezTo>
                      <a:pt x="26420" y="32845"/>
                      <a:pt x="26491" y="32988"/>
                      <a:pt x="26634" y="33059"/>
                    </a:cubicBezTo>
                    <a:cubicBezTo>
                      <a:pt x="26634" y="33131"/>
                      <a:pt x="26777" y="33273"/>
                      <a:pt x="26848" y="33202"/>
                    </a:cubicBezTo>
                    <a:cubicBezTo>
                      <a:pt x="26777" y="33131"/>
                      <a:pt x="26491" y="32845"/>
                      <a:pt x="26491" y="32774"/>
                    </a:cubicBezTo>
                    <a:close/>
                    <a:moveTo>
                      <a:pt x="21136" y="27990"/>
                    </a:moveTo>
                    <a:cubicBezTo>
                      <a:pt x="20993" y="27776"/>
                      <a:pt x="20993" y="27776"/>
                      <a:pt x="20993" y="27776"/>
                    </a:cubicBezTo>
                    <a:cubicBezTo>
                      <a:pt x="20922" y="27704"/>
                      <a:pt x="20922" y="27704"/>
                      <a:pt x="20922" y="27704"/>
                    </a:cubicBezTo>
                    <a:cubicBezTo>
                      <a:pt x="20850" y="27704"/>
                      <a:pt x="20850" y="27704"/>
                      <a:pt x="20850" y="27704"/>
                    </a:cubicBezTo>
                    <a:cubicBezTo>
                      <a:pt x="20779" y="27704"/>
                      <a:pt x="20779" y="27704"/>
                      <a:pt x="20779" y="27704"/>
                    </a:cubicBezTo>
                    <a:cubicBezTo>
                      <a:pt x="20636" y="27776"/>
                      <a:pt x="20636" y="27776"/>
                      <a:pt x="20636" y="27776"/>
                    </a:cubicBezTo>
                    <a:cubicBezTo>
                      <a:pt x="20636" y="27776"/>
                      <a:pt x="20636" y="27776"/>
                      <a:pt x="20636" y="27776"/>
                    </a:cubicBezTo>
                    <a:cubicBezTo>
                      <a:pt x="20707" y="27918"/>
                      <a:pt x="20707" y="27918"/>
                      <a:pt x="20707" y="27918"/>
                    </a:cubicBezTo>
                    <a:cubicBezTo>
                      <a:pt x="20779" y="27918"/>
                      <a:pt x="20779" y="27918"/>
                      <a:pt x="20779" y="27918"/>
                    </a:cubicBezTo>
                    <a:cubicBezTo>
                      <a:pt x="20850" y="27918"/>
                      <a:pt x="20850" y="27918"/>
                      <a:pt x="20850" y="27918"/>
                    </a:cubicBezTo>
                    <a:cubicBezTo>
                      <a:pt x="20922" y="27990"/>
                      <a:pt x="20922" y="27990"/>
                      <a:pt x="20922" y="27990"/>
                    </a:cubicBezTo>
                    <a:cubicBezTo>
                      <a:pt x="20922" y="28133"/>
                      <a:pt x="20922" y="28133"/>
                      <a:pt x="20922" y="28133"/>
                    </a:cubicBezTo>
                    <a:cubicBezTo>
                      <a:pt x="20993" y="28204"/>
                      <a:pt x="20993" y="28204"/>
                      <a:pt x="20993" y="28204"/>
                    </a:cubicBezTo>
                    <a:cubicBezTo>
                      <a:pt x="21065" y="28347"/>
                      <a:pt x="21065" y="28347"/>
                      <a:pt x="21065" y="28347"/>
                    </a:cubicBezTo>
                    <a:cubicBezTo>
                      <a:pt x="21136" y="28347"/>
                      <a:pt x="21136" y="28347"/>
                      <a:pt x="21136" y="28347"/>
                    </a:cubicBezTo>
                    <a:cubicBezTo>
                      <a:pt x="21207" y="28275"/>
                      <a:pt x="21207" y="28275"/>
                      <a:pt x="21207" y="28275"/>
                    </a:cubicBezTo>
                    <a:cubicBezTo>
                      <a:pt x="21207" y="28204"/>
                      <a:pt x="21207" y="28204"/>
                      <a:pt x="21207" y="28204"/>
                    </a:cubicBezTo>
                    <a:cubicBezTo>
                      <a:pt x="21207" y="28061"/>
                      <a:pt x="21207" y="28061"/>
                      <a:pt x="21207" y="28061"/>
                    </a:cubicBezTo>
                    <a:close/>
                    <a:moveTo>
                      <a:pt x="14424" y="22849"/>
                    </a:moveTo>
                    <a:cubicBezTo>
                      <a:pt x="14281" y="22920"/>
                      <a:pt x="14281" y="22920"/>
                      <a:pt x="14281" y="22920"/>
                    </a:cubicBezTo>
                    <a:cubicBezTo>
                      <a:pt x="14139" y="22992"/>
                      <a:pt x="14139" y="22992"/>
                      <a:pt x="14139" y="22992"/>
                    </a:cubicBezTo>
                    <a:cubicBezTo>
                      <a:pt x="14139" y="22992"/>
                      <a:pt x="14139" y="22992"/>
                      <a:pt x="14139" y="22992"/>
                    </a:cubicBezTo>
                    <a:cubicBezTo>
                      <a:pt x="14139" y="23063"/>
                      <a:pt x="14139" y="23063"/>
                      <a:pt x="14139" y="23063"/>
                    </a:cubicBezTo>
                    <a:cubicBezTo>
                      <a:pt x="14281" y="22992"/>
                      <a:pt x="14281" y="22992"/>
                      <a:pt x="14281" y="22992"/>
                    </a:cubicBezTo>
                    <a:cubicBezTo>
                      <a:pt x="14424" y="22992"/>
                      <a:pt x="14424" y="22992"/>
                      <a:pt x="14424" y="22992"/>
                    </a:cubicBezTo>
                    <a:cubicBezTo>
                      <a:pt x="14567" y="22849"/>
                      <a:pt x="14567" y="22849"/>
                      <a:pt x="14567" y="22849"/>
                    </a:cubicBezTo>
                    <a:cubicBezTo>
                      <a:pt x="14638" y="22777"/>
                      <a:pt x="14638" y="22777"/>
                      <a:pt x="14638" y="22777"/>
                    </a:cubicBezTo>
                    <a:cubicBezTo>
                      <a:pt x="14567" y="22777"/>
                      <a:pt x="14567" y="22777"/>
                      <a:pt x="14567" y="227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9"/>
              <p:cNvSpPr/>
              <p:nvPr/>
            </p:nvSpPr>
            <p:spPr>
              <a:xfrm>
                <a:off x="3472500" y="3715600"/>
                <a:ext cx="530300" cy="159750"/>
              </a:xfrm>
              <a:custGeom>
                <a:rect b="b" l="l" r="r" t="t"/>
                <a:pathLst>
                  <a:path extrusionOk="0" h="6390" w="21212">
                    <a:moveTo>
                      <a:pt x="11929" y="91"/>
                    </a:moveTo>
                    <a:cubicBezTo>
                      <a:pt x="11858" y="163"/>
                      <a:pt x="11858" y="163"/>
                      <a:pt x="11858" y="163"/>
                    </a:cubicBezTo>
                    <a:cubicBezTo>
                      <a:pt x="11929" y="234"/>
                      <a:pt x="11929" y="234"/>
                      <a:pt x="11929" y="234"/>
                    </a:cubicBezTo>
                    <a:lnTo>
                      <a:pt x="12001" y="234"/>
                    </a:lnTo>
                    <a:cubicBezTo>
                      <a:pt x="12001" y="163"/>
                      <a:pt x="12001" y="163"/>
                      <a:pt x="12001" y="163"/>
                    </a:cubicBezTo>
                    <a:cubicBezTo>
                      <a:pt x="11929" y="91"/>
                      <a:pt x="11929" y="91"/>
                      <a:pt x="11929" y="91"/>
                    </a:cubicBezTo>
                    <a:close/>
                    <a:moveTo>
                      <a:pt x="9644" y="377"/>
                    </a:moveTo>
                    <a:cubicBezTo>
                      <a:pt x="9644" y="448"/>
                      <a:pt x="9644" y="448"/>
                      <a:pt x="9644" y="448"/>
                    </a:cubicBezTo>
                    <a:lnTo>
                      <a:pt x="9502" y="448"/>
                    </a:lnTo>
                    <a:cubicBezTo>
                      <a:pt x="9430" y="520"/>
                      <a:pt x="9430" y="520"/>
                      <a:pt x="9430" y="520"/>
                    </a:cubicBezTo>
                    <a:lnTo>
                      <a:pt x="9716" y="520"/>
                    </a:lnTo>
                    <a:cubicBezTo>
                      <a:pt x="9716" y="448"/>
                      <a:pt x="9716" y="448"/>
                      <a:pt x="9716" y="448"/>
                    </a:cubicBezTo>
                    <a:lnTo>
                      <a:pt x="9859" y="448"/>
                    </a:lnTo>
                    <a:cubicBezTo>
                      <a:pt x="9859" y="377"/>
                      <a:pt x="9859" y="377"/>
                      <a:pt x="9859" y="377"/>
                    </a:cubicBezTo>
                    <a:close/>
                    <a:moveTo>
                      <a:pt x="20249" y="347"/>
                    </a:moveTo>
                    <a:cubicBezTo>
                      <a:pt x="20218" y="347"/>
                      <a:pt x="20182" y="356"/>
                      <a:pt x="20140" y="377"/>
                    </a:cubicBezTo>
                    <a:cubicBezTo>
                      <a:pt x="20069" y="377"/>
                      <a:pt x="19998" y="377"/>
                      <a:pt x="19926" y="520"/>
                    </a:cubicBezTo>
                    <a:cubicBezTo>
                      <a:pt x="19926" y="591"/>
                      <a:pt x="19855" y="663"/>
                      <a:pt x="19855" y="734"/>
                    </a:cubicBezTo>
                    <a:cubicBezTo>
                      <a:pt x="19855" y="734"/>
                      <a:pt x="19855" y="877"/>
                      <a:pt x="19855" y="948"/>
                    </a:cubicBezTo>
                    <a:cubicBezTo>
                      <a:pt x="19855" y="948"/>
                      <a:pt x="19998" y="1091"/>
                      <a:pt x="19998" y="1091"/>
                    </a:cubicBezTo>
                    <a:lnTo>
                      <a:pt x="20069" y="1162"/>
                    </a:lnTo>
                    <a:cubicBezTo>
                      <a:pt x="20090" y="1167"/>
                      <a:pt x="20111" y="1169"/>
                      <a:pt x="20131" y="1169"/>
                    </a:cubicBezTo>
                    <a:cubicBezTo>
                      <a:pt x="20465" y="1169"/>
                      <a:pt x="20762" y="650"/>
                      <a:pt x="20426" y="448"/>
                    </a:cubicBezTo>
                    <a:cubicBezTo>
                      <a:pt x="20375" y="398"/>
                      <a:pt x="20325" y="347"/>
                      <a:pt x="20249" y="347"/>
                    </a:cubicBezTo>
                    <a:close/>
                    <a:moveTo>
                      <a:pt x="11001" y="377"/>
                    </a:moveTo>
                    <a:cubicBezTo>
                      <a:pt x="10858" y="377"/>
                      <a:pt x="10787" y="377"/>
                      <a:pt x="10644" y="448"/>
                    </a:cubicBezTo>
                    <a:cubicBezTo>
                      <a:pt x="10573" y="448"/>
                      <a:pt x="10430" y="520"/>
                      <a:pt x="10358" y="591"/>
                    </a:cubicBezTo>
                    <a:cubicBezTo>
                      <a:pt x="10216" y="663"/>
                      <a:pt x="10287" y="877"/>
                      <a:pt x="10287" y="1091"/>
                    </a:cubicBezTo>
                    <a:cubicBezTo>
                      <a:pt x="10358" y="1091"/>
                      <a:pt x="10430" y="1234"/>
                      <a:pt x="10430" y="1305"/>
                    </a:cubicBezTo>
                    <a:cubicBezTo>
                      <a:pt x="10430" y="1377"/>
                      <a:pt x="10430" y="1448"/>
                      <a:pt x="10358" y="1519"/>
                    </a:cubicBezTo>
                    <a:cubicBezTo>
                      <a:pt x="10358" y="1591"/>
                      <a:pt x="10287" y="1662"/>
                      <a:pt x="10287" y="1734"/>
                    </a:cubicBezTo>
                    <a:cubicBezTo>
                      <a:pt x="10409" y="1856"/>
                      <a:pt x="10510" y="1906"/>
                      <a:pt x="10595" y="1906"/>
                    </a:cubicBezTo>
                    <a:cubicBezTo>
                      <a:pt x="10857" y="1906"/>
                      <a:pt x="10964" y="1432"/>
                      <a:pt x="11072" y="1162"/>
                    </a:cubicBezTo>
                    <a:cubicBezTo>
                      <a:pt x="11215" y="948"/>
                      <a:pt x="11358" y="734"/>
                      <a:pt x="11572" y="663"/>
                    </a:cubicBezTo>
                    <a:cubicBezTo>
                      <a:pt x="11644" y="520"/>
                      <a:pt x="11501" y="448"/>
                      <a:pt x="11429" y="448"/>
                    </a:cubicBezTo>
                    <a:cubicBezTo>
                      <a:pt x="11358" y="377"/>
                      <a:pt x="11144" y="377"/>
                      <a:pt x="11001" y="377"/>
                    </a:cubicBezTo>
                    <a:close/>
                    <a:moveTo>
                      <a:pt x="7217" y="2019"/>
                    </a:moveTo>
                    <a:cubicBezTo>
                      <a:pt x="7145" y="2091"/>
                      <a:pt x="7145" y="2091"/>
                      <a:pt x="7145" y="2091"/>
                    </a:cubicBezTo>
                    <a:cubicBezTo>
                      <a:pt x="7217" y="2162"/>
                      <a:pt x="7217" y="2162"/>
                      <a:pt x="7217" y="2162"/>
                    </a:cubicBezTo>
                    <a:lnTo>
                      <a:pt x="7288" y="2162"/>
                    </a:lnTo>
                    <a:cubicBezTo>
                      <a:pt x="7288" y="2091"/>
                      <a:pt x="7288" y="2091"/>
                      <a:pt x="7288" y="2091"/>
                    </a:cubicBezTo>
                    <a:lnTo>
                      <a:pt x="7359" y="2091"/>
                    </a:lnTo>
                    <a:cubicBezTo>
                      <a:pt x="7359" y="2019"/>
                      <a:pt x="7359" y="2019"/>
                      <a:pt x="7359" y="2019"/>
                    </a:cubicBezTo>
                    <a:close/>
                    <a:moveTo>
                      <a:pt x="7002" y="2091"/>
                    </a:moveTo>
                    <a:cubicBezTo>
                      <a:pt x="6860" y="2162"/>
                      <a:pt x="6860" y="2162"/>
                      <a:pt x="6860" y="2162"/>
                    </a:cubicBezTo>
                    <a:lnTo>
                      <a:pt x="6788" y="2162"/>
                    </a:lnTo>
                    <a:cubicBezTo>
                      <a:pt x="6788" y="2234"/>
                      <a:pt x="6788" y="2234"/>
                      <a:pt x="6788" y="2234"/>
                    </a:cubicBezTo>
                    <a:lnTo>
                      <a:pt x="6431" y="2234"/>
                    </a:lnTo>
                    <a:cubicBezTo>
                      <a:pt x="6288" y="2305"/>
                      <a:pt x="6288" y="2305"/>
                      <a:pt x="6288" y="2305"/>
                    </a:cubicBezTo>
                    <a:lnTo>
                      <a:pt x="6788" y="2305"/>
                    </a:lnTo>
                    <a:cubicBezTo>
                      <a:pt x="6860" y="2234"/>
                      <a:pt x="6860" y="2234"/>
                      <a:pt x="6860" y="2234"/>
                    </a:cubicBezTo>
                    <a:lnTo>
                      <a:pt x="7002" y="2234"/>
                    </a:lnTo>
                    <a:cubicBezTo>
                      <a:pt x="7002" y="2091"/>
                      <a:pt x="7002" y="2091"/>
                      <a:pt x="7002" y="2091"/>
                    </a:cubicBezTo>
                    <a:close/>
                    <a:moveTo>
                      <a:pt x="21069" y="3590"/>
                    </a:moveTo>
                    <a:cubicBezTo>
                      <a:pt x="21069" y="3662"/>
                      <a:pt x="21069" y="3662"/>
                      <a:pt x="21069" y="3662"/>
                    </a:cubicBezTo>
                    <a:lnTo>
                      <a:pt x="20997" y="3662"/>
                    </a:lnTo>
                    <a:cubicBezTo>
                      <a:pt x="21069" y="3733"/>
                      <a:pt x="21069" y="3733"/>
                      <a:pt x="21069" y="3733"/>
                    </a:cubicBezTo>
                    <a:cubicBezTo>
                      <a:pt x="21140" y="3804"/>
                      <a:pt x="21140" y="3804"/>
                      <a:pt x="21140" y="3804"/>
                    </a:cubicBezTo>
                    <a:cubicBezTo>
                      <a:pt x="21140" y="3733"/>
                      <a:pt x="21140" y="3733"/>
                      <a:pt x="21140" y="3733"/>
                    </a:cubicBezTo>
                    <a:cubicBezTo>
                      <a:pt x="21140" y="3662"/>
                      <a:pt x="21140" y="3662"/>
                      <a:pt x="21140" y="3662"/>
                    </a:cubicBezTo>
                    <a:lnTo>
                      <a:pt x="21211" y="3662"/>
                    </a:lnTo>
                    <a:cubicBezTo>
                      <a:pt x="21140" y="3590"/>
                      <a:pt x="21140" y="3590"/>
                      <a:pt x="21140" y="3590"/>
                    </a:cubicBezTo>
                    <a:close/>
                    <a:moveTo>
                      <a:pt x="3440" y="723"/>
                    </a:moveTo>
                    <a:cubicBezTo>
                      <a:pt x="3058" y="723"/>
                      <a:pt x="2688" y="978"/>
                      <a:pt x="2433" y="1234"/>
                    </a:cubicBezTo>
                    <a:cubicBezTo>
                      <a:pt x="2076" y="1591"/>
                      <a:pt x="1790" y="1805"/>
                      <a:pt x="1433" y="2019"/>
                    </a:cubicBezTo>
                    <a:cubicBezTo>
                      <a:pt x="1362" y="2091"/>
                      <a:pt x="1362" y="2162"/>
                      <a:pt x="1290" y="2162"/>
                    </a:cubicBezTo>
                    <a:cubicBezTo>
                      <a:pt x="1219" y="2519"/>
                      <a:pt x="1505" y="2805"/>
                      <a:pt x="1505" y="3090"/>
                    </a:cubicBezTo>
                    <a:cubicBezTo>
                      <a:pt x="1505" y="3305"/>
                      <a:pt x="1433" y="3519"/>
                      <a:pt x="1505" y="3733"/>
                    </a:cubicBezTo>
                    <a:cubicBezTo>
                      <a:pt x="1505" y="3947"/>
                      <a:pt x="1576" y="4090"/>
                      <a:pt x="1505" y="4090"/>
                    </a:cubicBezTo>
                    <a:cubicBezTo>
                      <a:pt x="1362" y="4161"/>
                      <a:pt x="1362" y="4161"/>
                      <a:pt x="1147" y="4161"/>
                    </a:cubicBezTo>
                    <a:cubicBezTo>
                      <a:pt x="1005" y="4161"/>
                      <a:pt x="790" y="4233"/>
                      <a:pt x="576" y="4233"/>
                    </a:cubicBezTo>
                    <a:cubicBezTo>
                      <a:pt x="433" y="4233"/>
                      <a:pt x="291" y="4106"/>
                      <a:pt x="169" y="4106"/>
                    </a:cubicBezTo>
                    <a:cubicBezTo>
                      <a:pt x="108" y="4106"/>
                      <a:pt x="53" y="4138"/>
                      <a:pt x="5" y="4233"/>
                    </a:cubicBezTo>
                    <a:cubicBezTo>
                      <a:pt x="-66" y="4804"/>
                      <a:pt x="790" y="4733"/>
                      <a:pt x="1005" y="5090"/>
                    </a:cubicBezTo>
                    <a:cubicBezTo>
                      <a:pt x="1076" y="5090"/>
                      <a:pt x="1076" y="5090"/>
                      <a:pt x="1147" y="5161"/>
                    </a:cubicBezTo>
                    <a:cubicBezTo>
                      <a:pt x="1219" y="5161"/>
                      <a:pt x="1290" y="4947"/>
                      <a:pt x="1433" y="4947"/>
                    </a:cubicBezTo>
                    <a:cubicBezTo>
                      <a:pt x="1505" y="4947"/>
                      <a:pt x="1576" y="5090"/>
                      <a:pt x="1647" y="5090"/>
                    </a:cubicBezTo>
                    <a:cubicBezTo>
                      <a:pt x="1743" y="5090"/>
                      <a:pt x="1869" y="5058"/>
                      <a:pt x="1986" y="5058"/>
                    </a:cubicBezTo>
                    <a:cubicBezTo>
                      <a:pt x="2044" y="5058"/>
                      <a:pt x="2100" y="5066"/>
                      <a:pt x="2147" y="5090"/>
                    </a:cubicBezTo>
                    <a:cubicBezTo>
                      <a:pt x="2326" y="5232"/>
                      <a:pt x="2522" y="5250"/>
                      <a:pt x="2718" y="5250"/>
                    </a:cubicBezTo>
                    <a:cubicBezTo>
                      <a:pt x="2784" y="5250"/>
                      <a:pt x="2849" y="5248"/>
                      <a:pt x="2914" y="5248"/>
                    </a:cubicBezTo>
                    <a:cubicBezTo>
                      <a:pt x="3044" y="5248"/>
                      <a:pt x="3171" y="5256"/>
                      <a:pt x="3290" y="5304"/>
                    </a:cubicBezTo>
                    <a:cubicBezTo>
                      <a:pt x="3361" y="5304"/>
                      <a:pt x="3432" y="5375"/>
                      <a:pt x="3504" y="5375"/>
                    </a:cubicBezTo>
                    <a:cubicBezTo>
                      <a:pt x="3575" y="5304"/>
                      <a:pt x="3575" y="4947"/>
                      <a:pt x="3718" y="4875"/>
                    </a:cubicBezTo>
                    <a:cubicBezTo>
                      <a:pt x="3768" y="4855"/>
                      <a:pt x="3806" y="4846"/>
                      <a:pt x="3834" y="4846"/>
                    </a:cubicBezTo>
                    <a:cubicBezTo>
                      <a:pt x="4004" y="4846"/>
                      <a:pt x="3820" y="5171"/>
                      <a:pt x="4004" y="5232"/>
                    </a:cubicBezTo>
                    <a:cubicBezTo>
                      <a:pt x="4017" y="5246"/>
                      <a:pt x="4041" y="5252"/>
                      <a:pt x="4072" y="5252"/>
                    </a:cubicBezTo>
                    <a:cubicBezTo>
                      <a:pt x="4204" y="5252"/>
                      <a:pt x="4459" y="5147"/>
                      <a:pt x="4575" y="5090"/>
                    </a:cubicBezTo>
                    <a:cubicBezTo>
                      <a:pt x="4718" y="4947"/>
                      <a:pt x="4503" y="4875"/>
                      <a:pt x="4361" y="4804"/>
                    </a:cubicBezTo>
                    <a:cubicBezTo>
                      <a:pt x="4218" y="4804"/>
                      <a:pt x="4218" y="4590"/>
                      <a:pt x="4289" y="4518"/>
                    </a:cubicBezTo>
                    <a:cubicBezTo>
                      <a:pt x="4646" y="4019"/>
                      <a:pt x="4932" y="3447"/>
                      <a:pt x="5289" y="3019"/>
                    </a:cubicBezTo>
                    <a:cubicBezTo>
                      <a:pt x="5360" y="2805"/>
                      <a:pt x="5360" y="2519"/>
                      <a:pt x="5503" y="2305"/>
                    </a:cubicBezTo>
                    <a:cubicBezTo>
                      <a:pt x="5574" y="2162"/>
                      <a:pt x="5717" y="1948"/>
                      <a:pt x="5717" y="1876"/>
                    </a:cubicBezTo>
                    <a:lnTo>
                      <a:pt x="5717" y="1805"/>
                    </a:lnTo>
                    <a:cubicBezTo>
                      <a:pt x="5574" y="1162"/>
                      <a:pt x="4932" y="1091"/>
                      <a:pt x="4432" y="948"/>
                    </a:cubicBezTo>
                    <a:cubicBezTo>
                      <a:pt x="4146" y="805"/>
                      <a:pt x="3861" y="734"/>
                      <a:pt x="3575" y="734"/>
                    </a:cubicBezTo>
                    <a:cubicBezTo>
                      <a:pt x="3530" y="727"/>
                      <a:pt x="3485" y="723"/>
                      <a:pt x="3440" y="723"/>
                    </a:cubicBezTo>
                    <a:close/>
                    <a:moveTo>
                      <a:pt x="13021" y="0"/>
                    </a:moveTo>
                    <a:cubicBezTo>
                      <a:pt x="12969" y="0"/>
                      <a:pt x="12915" y="6"/>
                      <a:pt x="12857" y="20"/>
                    </a:cubicBezTo>
                    <a:cubicBezTo>
                      <a:pt x="12715" y="91"/>
                      <a:pt x="12643" y="91"/>
                      <a:pt x="12572" y="91"/>
                    </a:cubicBezTo>
                    <a:cubicBezTo>
                      <a:pt x="11287" y="448"/>
                      <a:pt x="11644" y="1020"/>
                      <a:pt x="12429" y="1662"/>
                    </a:cubicBezTo>
                    <a:cubicBezTo>
                      <a:pt x="12786" y="1948"/>
                      <a:pt x="13072" y="2305"/>
                      <a:pt x="13500" y="2376"/>
                    </a:cubicBezTo>
                    <a:cubicBezTo>
                      <a:pt x="13643" y="2376"/>
                      <a:pt x="13857" y="2376"/>
                      <a:pt x="14000" y="2448"/>
                    </a:cubicBezTo>
                    <a:cubicBezTo>
                      <a:pt x="14428" y="2591"/>
                      <a:pt x="14642" y="2948"/>
                      <a:pt x="15071" y="3019"/>
                    </a:cubicBezTo>
                    <a:cubicBezTo>
                      <a:pt x="15214" y="3162"/>
                      <a:pt x="15356" y="3376"/>
                      <a:pt x="15214" y="3447"/>
                    </a:cubicBezTo>
                    <a:cubicBezTo>
                      <a:pt x="15085" y="3576"/>
                      <a:pt x="14905" y="3602"/>
                      <a:pt x="14736" y="3602"/>
                    </a:cubicBezTo>
                    <a:cubicBezTo>
                      <a:pt x="14622" y="3602"/>
                      <a:pt x="14514" y="3590"/>
                      <a:pt x="14428" y="3590"/>
                    </a:cubicBezTo>
                    <a:cubicBezTo>
                      <a:pt x="14378" y="3577"/>
                      <a:pt x="14327" y="3572"/>
                      <a:pt x="14277" y="3572"/>
                    </a:cubicBezTo>
                    <a:cubicBezTo>
                      <a:pt x="14044" y="3572"/>
                      <a:pt x="13819" y="3699"/>
                      <a:pt x="13643" y="3876"/>
                    </a:cubicBezTo>
                    <a:cubicBezTo>
                      <a:pt x="13500" y="3947"/>
                      <a:pt x="13357" y="4090"/>
                      <a:pt x="13214" y="4090"/>
                    </a:cubicBezTo>
                    <a:cubicBezTo>
                      <a:pt x="13072" y="4090"/>
                      <a:pt x="13000" y="4019"/>
                      <a:pt x="12857" y="3947"/>
                    </a:cubicBezTo>
                    <a:cubicBezTo>
                      <a:pt x="12804" y="3929"/>
                      <a:pt x="12741" y="3925"/>
                      <a:pt x="12676" y="3925"/>
                    </a:cubicBezTo>
                    <a:cubicBezTo>
                      <a:pt x="12610" y="3925"/>
                      <a:pt x="12541" y="3929"/>
                      <a:pt x="12474" y="3929"/>
                    </a:cubicBezTo>
                    <a:cubicBezTo>
                      <a:pt x="12340" y="3929"/>
                      <a:pt x="12215" y="3911"/>
                      <a:pt x="12143" y="3804"/>
                    </a:cubicBezTo>
                    <a:cubicBezTo>
                      <a:pt x="12072" y="3662"/>
                      <a:pt x="12143" y="3519"/>
                      <a:pt x="12072" y="3376"/>
                    </a:cubicBezTo>
                    <a:cubicBezTo>
                      <a:pt x="12001" y="3162"/>
                      <a:pt x="11786" y="3090"/>
                      <a:pt x="11644" y="3019"/>
                    </a:cubicBezTo>
                    <a:cubicBezTo>
                      <a:pt x="11429" y="3019"/>
                      <a:pt x="11287" y="2876"/>
                      <a:pt x="11215" y="2662"/>
                    </a:cubicBezTo>
                    <a:cubicBezTo>
                      <a:pt x="11215" y="2591"/>
                      <a:pt x="11144" y="2448"/>
                      <a:pt x="11072" y="2376"/>
                    </a:cubicBezTo>
                    <a:cubicBezTo>
                      <a:pt x="11072" y="2366"/>
                      <a:pt x="11069" y="2362"/>
                      <a:pt x="11064" y="2362"/>
                    </a:cubicBezTo>
                    <a:cubicBezTo>
                      <a:pt x="11039" y="2362"/>
                      <a:pt x="10963" y="2462"/>
                      <a:pt x="10938" y="2462"/>
                    </a:cubicBezTo>
                    <a:cubicBezTo>
                      <a:pt x="10933" y="2462"/>
                      <a:pt x="10930" y="2458"/>
                      <a:pt x="10930" y="2448"/>
                    </a:cubicBezTo>
                    <a:cubicBezTo>
                      <a:pt x="10858" y="2448"/>
                      <a:pt x="10787" y="2234"/>
                      <a:pt x="10715" y="2162"/>
                    </a:cubicBezTo>
                    <a:cubicBezTo>
                      <a:pt x="10644" y="2091"/>
                      <a:pt x="10537" y="2073"/>
                      <a:pt x="10421" y="2073"/>
                    </a:cubicBezTo>
                    <a:cubicBezTo>
                      <a:pt x="10305" y="2073"/>
                      <a:pt x="10180" y="2091"/>
                      <a:pt x="10073" y="2091"/>
                    </a:cubicBezTo>
                    <a:cubicBezTo>
                      <a:pt x="10001" y="2162"/>
                      <a:pt x="9930" y="2376"/>
                      <a:pt x="9787" y="2376"/>
                    </a:cubicBezTo>
                    <a:cubicBezTo>
                      <a:pt x="9287" y="2234"/>
                      <a:pt x="8859" y="1805"/>
                      <a:pt x="8288" y="1805"/>
                    </a:cubicBezTo>
                    <a:cubicBezTo>
                      <a:pt x="8002" y="1805"/>
                      <a:pt x="7859" y="2091"/>
                      <a:pt x="7574" y="2234"/>
                    </a:cubicBezTo>
                    <a:cubicBezTo>
                      <a:pt x="7359" y="2448"/>
                      <a:pt x="7074" y="2591"/>
                      <a:pt x="6788" y="2662"/>
                    </a:cubicBezTo>
                    <a:cubicBezTo>
                      <a:pt x="6574" y="2733"/>
                      <a:pt x="6288" y="2733"/>
                      <a:pt x="6217" y="2876"/>
                    </a:cubicBezTo>
                    <a:cubicBezTo>
                      <a:pt x="6074" y="3019"/>
                      <a:pt x="6003" y="3090"/>
                      <a:pt x="5931" y="3233"/>
                    </a:cubicBezTo>
                    <a:cubicBezTo>
                      <a:pt x="5646" y="3519"/>
                      <a:pt x="5717" y="3947"/>
                      <a:pt x="5931" y="4233"/>
                    </a:cubicBezTo>
                    <a:cubicBezTo>
                      <a:pt x="6003" y="4304"/>
                      <a:pt x="6074" y="4376"/>
                      <a:pt x="6003" y="4518"/>
                    </a:cubicBezTo>
                    <a:cubicBezTo>
                      <a:pt x="5931" y="4733"/>
                      <a:pt x="5646" y="4804"/>
                      <a:pt x="5646" y="5090"/>
                    </a:cubicBezTo>
                    <a:cubicBezTo>
                      <a:pt x="5574" y="5232"/>
                      <a:pt x="5574" y="5375"/>
                      <a:pt x="5646" y="5589"/>
                    </a:cubicBezTo>
                    <a:cubicBezTo>
                      <a:pt x="5789" y="6018"/>
                      <a:pt x="6288" y="6089"/>
                      <a:pt x="6717" y="6161"/>
                    </a:cubicBezTo>
                    <a:cubicBezTo>
                      <a:pt x="6963" y="6222"/>
                      <a:pt x="7208" y="6389"/>
                      <a:pt x="7545" y="6389"/>
                    </a:cubicBezTo>
                    <a:cubicBezTo>
                      <a:pt x="7600" y="6389"/>
                      <a:pt x="7657" y="6385"/>
                      <a:pt x="7716" y="6375"/>
                    </a:cubicBezTo>
                    <a:cubicBezTo>
                      <a:pt x="7931" y="6375"/>
                      <a:pt x="8145" y="6232"/>
                      <a:pt x="8288" y="6089"/>
                    </a:cubicBezTo>
                    <a:cubicBezTo>
                      <a:pt x="8413" y="6006"/>
                      <a:pt x="8563" y="5971"/>
                      <a:pt x="8709" y="5971"/>
                    </a:cubicBezTo>
                    <a:cubicBezTo>
                      <a:pt x="8812" y="5971"/>
                      <a:pt x="8913" y="5988"/>
                      <a:pt x="9002" y="6018"/>
                    </a:cubicBezTo>
                    <a:cubicBezTo>
                      <a:pt x="9164" y="6072"/>
                      <a:pt x="9326" y="6095"/>
                      <a:pt x="9487" y="6095"/>
                    </a:cubicBezTo>
                    <a:cubicBezTo>
                      <a:pt x="10180" y="6095"/>
                      <a:pt x="10864" y="5665"/>
                      <a:pt x="11501" y="5375"/>
                    </a:cubicBezTo>
                    <a:cubicBezTo>
                      <a:pt x="11602" y="5325"/>
                      <a:pt x="11738" y="5274"/>
                      <a:pt x="11860" y="5274"/>
                    </a:cubicBezTo>
                    <a:cubicBezTo>
                      <a:pt x="11911" y="5274"/>
                      <a:pt x="11959" y="5283"/>
                      <a:pt x="12001" y="5304"/>
                    </a:cubicBezTo>
                    <a:cubicBezTo>
                      <a:pt x="12143" y="5304"/>
                      <a:pt x="12286" y="5232"/>
                      <a:pt x="12429" y="5232"/>
                    </a:cubicBezTo>
                    <a:cubicBezTo>
                      <a:pt x="12543" y="5232"/>
                      <a:pt x="12703" y="5324"/>
                      <a:pt x="12836" y="5324"/>
                    </a:cubicBezTo>
                    <a:cubicBezTo>
                      <a:pt x="12869" y="5324"/>
                      <a:pt x="12900" y="5318"/>
                      <a:pt x="12929" y="5304"/>
                    </a:cubicBezTo>
                    <a:cubicBezTo>
                      <a:pt x="13286" y="5161"/>
                      <a:pt x="13500" y="4875"/>
                      <a:pt x="13786" y="4875"/>
                    </a:cubicBezTo>
                    <a:cubicBezTo>
                      <a:pt x="13833" y="4852"/>
                      <a:pt x="13881" y="4844"/>
                      <a:pt x="13928" y="4844"/>
                    </a:cubicBezTo>
                    <a:cubicBezTo>
                      <a:pt x="14024" y="4844"/>
                      <a:pt x="14119" y="4875"/>
                      <a:pt x="14214" y="4875"/>
                    </a:cubicBezTo>
                    <a:cubicBezTo>
                      <a:pt x="14252" y="4882"/>
                      <a:pt x="14289" y="4885"/>
                      <a:pt x="14325" y="4885"/>
                    </a:cubicBezTo>
                    <a:cubicBezTo>
                      <a:pt x="14692" y="4885"/>
                      <a:pt x="14947" y="4571"/>
                      <a:pt x="15142" y="4376"/>
                    </a:cubicBezTo>
                    <a:cubicBezTo>
                      <a:pt x="15428" y="4161"/>
                      <a:pt x="15642" y="3876"/>
                      <a:pt x="15928" y="3662"/>
                    </a:cubicBezTo>
                    <a:cubicBezTo>
                      <a:pt x="15999" y="3519"/>
                      <a:pt x="15999" y="3376"/>
                      <a:pt x="16070" y="3305"/>
                    </a:cubicBezTo>
                    <a:cubicBezTo>
                      <a:pt x="16077" y="3298"/>
                      <a:pt x="16083" y="3295"/>
                      <a:pt x="16090" y="3295"/>
                    </a:cubicBezTo>
                    <a:cubicBezTo>
                      <a:pt x="16154" y="3295"/>
                      <a:pt x="16213" y="3603"/>
                      <a:pt x="16213" y="3733"/>
                    </a:cubicBezTo>
                    <a:cubicBezTo>
                      <a:pt x="16213" y="4090"/>
                      <a:pt x="15856" y="4447"/>
                      <a:pt x="16142" y="4733"/>
                    </a:cubicBezTo>
                    <a:cubicBezTo>
                      <a:pt x="16213" y="4875"/>
                      <a:pt x="16356" y="4875"/>
                      <a:pt x="16499" y="4875"/>
                    </a:cubicBezTo>
                    <a:cubicBezTo>
                      <a:pt x="16958" y="4818"/>
                      <a:pt x="17555" y="4530"/>
                      <a:pt x="18031" y="4530"/>
                    </a:cubicBezTo>
                    <a:cubicBezTo>
                      <a:pt x="18148" y="4530"/>
                      <a:pt x="18257" y="4548"/>
                      <a:pt x="18355" y="4590"/>
                    </a:cubicBezTo>
                    <a:cubicBezTo>
                      <a:pt x="18557" y="4691"/>
                      <a:pt x="18831" y="4792"/>
                      <a:pt x="19049" y="4792"/>
                    </a:cubicBezTo>
                    <a:cubicBezTo>
                      <a:pt x="19140" y="4792"/>
                      <a:pt x="19221" y="4774"/>
                      <a:pt x="19284" y="4733"/>
                    </a:cubicBezTo>
                    <a:cubicBezTo>
                      <a:pt x="19426" y="4376"/>
                      <a:pt x="18498" y="4376"/>
                      <a:pt x="18284" y="4304"/>
                    </a:cubicBezTo>
                    <a:cubicBezTo>
                      <a:pt x="17784" y="4233"/>
                      <a:pt x="18213" y="3947"/>
                      <a:pt x="18498" y="3947"/>
                    </a:cubicBezTo>
                    <a:cubicBezTo>
                      <a:pt x="18555" y="3961"/>
                      <a:pt x="18610" y="3967"/>
                      <a:pt x="18662" y="3967"/>
                    </a:cubicBezTo>
                    <a:cubicBezTo>
                      <a:pt x="18869" y="3967"/>
                      <a:pt x="19041" y="3876"/>
                      <a:pt x="19212" y="3876"/>
                    </a:cubicBezTo>
                    <a:cubicBezTo>
                      <a:pt x="19355" y="3947"/>
                      <a:pt x="19498" y="4090"/>
                      <a:pt x="19641" y="4161"/>
                    </a:cubicBezTo>
                    <a:cubicBezTo>
                      <a:pt x="19736" y="4185"/>
                      <a:pt x="19831" y="4193"/>
                      <a:pt x="19926" y="4193"/>
                    </a:cubicBezTo>
                    <a:cubicBezTo>
                      <a:pt x="20117" y="4193"/>
                      <a:pt x="20307" y="4161"/>
                      <a:pt x="20497" y="4161"/>
                    </a:cubicBezTo>
                    <a:cubicBezTo>
                      <a:pt x="20712" y="4161"/>
                      <a:pt x="20926" y="3947"/>
                      <a:pt x="20926" y="3733"/>
                    </a:cubicBezTo>
                    <a:cubicBezTo>
                      <a:pt x="20926" y="3590"/>
                      <a:pt x="20997" y="3233"/>
                      <a:pt x="20926" y="3162"/>
                    </a:cubicBezTo>
                    <a:lnTo>
                      <a:pt x="20854" y="3090"/>
                    </a:lnTo>
                    <a:cubicBezTo>
                      <a:pt x="20712" y="3090"/>
                      <a:pt x="20569" y="3519"/>
                      <a:pt x="20355" y="3519"/>
                    </a:cubicBezTo>
                    <a:cubicBezTo>
                      <a:pt x="19712" y="3447"/>
                      <a:pt x="20140" y="2591"/>
                      <a:pt x="19998" y="2234"/>
                    </a:cubicBezTo>
                    <a:cubicBezTo>
                      <a:pt x="19855" y="1948"/>
                      <a:pt x="19855" y="1519"/>
                      <a:pt x="19498" y="1377"/>
                    </a:cubicBezTo>
                    <a:cubicBezTo>
                      <a:pt x="19355" y="1305"/>
                      <a:pt x="19172" y="1266"/>
                      <a:pt x="18985" y="1266"/>
                    </a:cubicBezTo>
                    <a:cubicBezTo>
                      <a:pt x="18609" y="1266"/>
                      <a:pt x="18213" y="1424"/>
                      <a:pt x="18070" y="1805"/>
                    </a:cubicBezTo>
                    <a:cubicBezTo>
                      <a:pt x="17998" y="2019"/>
                      <a:pt x="17998" y="2234"/>
                      <a:pt x="17998" y="2448"/>
                    </a:cubicBezTo>
                    <a:cubicBezTo>
                      <a:pt x="17937" y="2571"/>
                      <a:pt x="17822" y="2747"/>
                      <a:pt x="17746" y="2747"/>
                    </a:cubicBezTo>
                    <a:cubicBezTo>
                      <a:pt x="17734" y="2747"/>
                      <a:pt x="17722" y="2743"/>
                      <a:pt x="17713" y="2733"/>
                    </a:cubicBezTo>
                    <a:cubicBezTo>
                      <a:pt x="17641" y="2662"/>
                      <a:pt x="17784" y="2376"/>
                      <a:pt x="17784" y="2162"/>
                    </a:cubicBezTo>
                    <a:cubicBezTo>
                      <a:pt x="17856" y="1805"/>
                      <a:pt x="17713" y="1377"/>
                      <a:pt x="17356" y="1234"/>
                    </a:cubicBezTo>
                    <a:cubicBezTo>
                      <a:pt x="17112" y="1185"/>
                      <a:pt x="16835" y="1070"/>
                      <a:pt x="16570" y="1070"/>
                    </a:cubicBezTo>
                    <a:cubicBezTo>
                      <a:pt x="16447" y="1070"/>
                      <a:pt x="16326" y="1095"/>
                      <a:pt x="16213" y="1162"/>
                    </a:cubicBezTo>
                    <a:cubicBezTo>
                      <a:pt x="16070" y="1305"/>
                      <a:pt x="15928" y="1519"/>
                      <a:pt x="15713" y="1591"/>
                    </a:cubicBezTo>
                    <a:cubicBezTo>
                      <a:pt x="15632" y="1652"/>
                      <a:pt x="15546" y="1678"/>
                      <a:pt x="15458" y="1678"/>
                    </a:cubicBezTo>
                    <a:cubicBezTo>
                      <a:pt x="15237" y="1678"/>
                      <a:pt x="15010" y="1510"/>
                      <a:pt x="14857" y="1305"/>
                    </a:cubicBezTo>
                    <a:cubicBezTo>
                      <a:pt x="14428" y="734"/>
                      <a:pt x="14571" y="91"/>
                      <a:pt x="13643" y="91"/>
                    </a:cubicBezTo>
                    <a:cubicBezTo>
                      <a:pt x="13414" y="91"/>
                      <a:pt x="13232" y="0"/>
                      <a:pt x="130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9"/>
              <p:cNvSpPr/>
              <p:nvPr/>
            </p:nvSpPr>
            <p:spPr>
              <a:xfrm>
                <a:off x="3472500" y="3715600"/>
                <a:ext cx="530300" cy="159750"/>
              </a:xfrm>
              <a:custGeom>
                <a:rect b="b" l="l" r="r" t="t"/>
                <a:pathLst>
                  <a:path extrusionOk="0" fill="none" h="6390" w="21212">
                    <a:moveTo>
                      <a:pt x="12001" y="234"/>
                    </a:moveTo>
                    <a:cubicBezTo>
                      <a:pt x="12001" y="163"/>
                      <a:pt x="12001" y="163"/>
                      <a:pt x="12001" y="163"/>
                    </a:cubicBezTo>
                    <a:cubicBezTo>
                      <a:pt x="11929" y="91"/>
                      <a:pt x="11929" y="91"/>
                      <a:pt x="11929" y="91"/>
                    </a:cubicBezTo>
                    <a:cubicBezTo>
                      <a:pt x="11858" y="163"/>
                      <a:pt x="11858" y="163"/>
                      <a:pt x="11858" y="163"/>
                    </a:cubicBezTo>
                    <a:cubicBezTo>
                      <a:pt x="11929" y="234"/>
                      <a:pt x="11929" y="234"/>
                      <a:pt x="11929" y="234"/>
                    </a:cubicBezTo>
                    <a:close/>
                    <a:moveTo>
                      <a:pt x="10287" y="1091"/>
                    </a:moveTo>
                    <a:cubicBezTo>
                      <a:pt x="10358" y="1091"/>
                      <a:pt x="10430" y="1234"/>
                      <a:pt x="10430" y="1305"/>
                    </a:cubicBezTo>
                    <a:cubicBezTo>
                      <a:pt x="10430" y="1377"/>
                      <a:pt x="10430" y="1448"/>
                      <a:pt x="10358" y="1519"/>
                    </a:cubicBezTo>
                    <a:cubicBezTo>
                      <a:pt x="10358" y="1591"/>
                      <a:pt x="10287" y="1662"/>
                      <a:pt x="10287" y="1734"/>
                    </a:cubicBezTo>
                    <a:cubicBezTo>
                      <a:pt x="10787" y="2234"/>
                      <a:pt x="10930" y="1519"/>
                      <a:pt x="11072" y="1162"/>
                    </a:cubicBezTo>
                    <a:cubicBezTo>
                      <a:pt x="11215" y="948"/>
                      <a:pt x="11358" y="734"/>
                      <a:pt x="11572" y="663"/>
                    </a:cubicBezTo>
                    <a:cubicBezTo>
                      <a:pt x="11644" y="520"/>
                      <a:pt x="11501" y="448"/>
                      <a:pt x="11429" y="448"/>
                    </a:cubicBezTo>
                    <a:cubicBezTo>
                      <a:pt x="11358" y="377"/>
                      <a:pt x="11144" y="377"/>
                      <a:pt x="11001" y="377"/>
                    </a:cubicBezTo>
                    <a:cubicBezTo>
                      <a:pt x="10858" y="377"/>
                      <a:pt x="10787" y="377"/>
                      <a:pt x="10644" y="448"/>
                    </a:cubicBezTo>
                    <a:cubicBezTo>
                      <a:pt x="10573" y="448"/>
                      <a:pt x="10430" y="520"/>
                      <a:pt x="10358" y="591"/>
                    </a:cubicBezTo>
                    <a:cubicBezTo>
                      <a:pt x="10216" y="663"/>
                      <a:pt x="10287" y="877"/>
                      <a:pt x="10287" y="1091"/>
                    </a:cubicBezTo>
                    <a:close/>
                    <a:moveTo>
                      <a:pt x="20069" y="1162"/>
                    </a:moveTo>
                    <a:cubicBezTo>
                      <a:pt x="20426" y="1234"/>
                      <a:pt x="20783" y="663"/>
                      <a:pt x="20426" y="448"/>
                    </a:cubicBezTo>
                    <a:cubicBezTo>
                      <a:pt x="20355" y="377"/>
                      <a:pt x="20283" y="306"/>
                      <a:pt x="20140" y="377"/>
                    </a:cubicBezTo>
                    <a:cubicBezTo>
                      <a:pt x="20069" y="377"/>
                      <a:pt x="19998" y="377"/>
                      <a:pt x="19926" y="520"/>
                    </a:cubicBezTo>
                    <a:cubicBezTo>
                      <a:pt x="19926" y="591"/>
                      <a:pt x="19855" y="663"/>
                      <a:pt x="19855" y="734"/>
                    </a:cubicBezTo>
                    <a:cubicBezTo>
                      <a:pt x="19855" y="734"/>
                      <a:pt x="19855" y="877"/>
                      <a:pt x="19855" y="948"/>
                    </a:cubicBezTo>
                    <a:cubicBezTo>
                      <a:pt x="19855" y="948"/>
                      <a:pt x="19998" y="1091"/>
                      <a:pt x="19998" y="1091"/>
                    </a:cubicBezTo>
                    <a:close/>
                    <a:moveTo>
                      <a:pt x="9502" y="520"/>
                    </a:moveTo>
                    <a:cubicBezTo>
                      <a:pt x="9573" y="520"/>
                      <a:pt x="9573" y="520"/>
                      <a:pt x="9573" y="520"/>
                    </a:cubicBezTo>
                    <a:cubicBezTo>
                      <a:pt x="9644" y="520"/>
                      <a:pt x="9644" y="520"/>
                      <a:pt x="9644" y="520"/>
                    </a:cubicBezTo>
                    <a:cubicBezTo>
                      <a:pt x="9644" y="520"/>
                      <a:pt x="9644" y="520"/>
                      <a:pt x="9644" y="520"/>
                    </a:cubicBezTo>
                    <a:cubicBezTo>
                      <a:pt x="9644" y="520"/>
                      <a:pt x="9644" y="520"/>
                      <a:pt x="9644" y="520"/>
                    </a:cubicBezTo>
                    <a:cubicBezTo>
                      <a:pt x="9716" y="520"/>
                      <a:pt x="9716" y="520"/>
                      <a:pt x="9716" y="520"/>
                    </a:cubicBezTo>
                    <a:cubicBezTo>
                      <a:pt x="9716" y="448"/>
                      <a:pt x="9716" y="448"/>
                      <a:pt x="9716" y="448"/>
                    </a:cubicBezTo>
                    <a:cubicBezTo>
                      <a:pt x="9787" y="448"/>
                      <a:pt x="9787" y="448"/>
                      <a:pt x="9787" y="448"/>
                    </a:cubicBezTo>
                    <a:cubicBezTo>
                      <a:pt x="9859" y="448"/>
                      <a:pt x="9859" y="448"/>
                      <a:pt x="9859" y="448"/>
                    </a:cubicBezTo>
                    <a:cubicBezTo>
                      <a:pt x="9859" y="377"/>
                      <a:pt x="9859" y="377"/>
                      <a:pt x="9859" y="377"/>
                    </a:cubicBezTo>
                    <a:cubicBezTo>
                      <a:pt x="9859" y="377"/>
                      <a:pt x="9859" y="377"/>
                      <a:pt x="9859" y="377"/>
                    </a:cubicBezTo>
                    <a:cubicBezTo>
                      <a:pt x="9930" y="377"/>
                      <a:pt x="9930" y="377"/>
                      <a:pt x="9930" y="377"/>
                    </a:cubicBezTo>
                    <a:cubicBezTo>
                      <a:pt x="9859" y="377"/>
                      <a:pt x="9859" y="377"/>
                      <a:pt x="9859" y="377"/>
                    </a:cubicBezTo>
                    <a:cubicBezTo>
                      <a:pt x="9859" y="377"/>
                      <a:pt x="9859" y="377"/>
                      <a:pt x="9859" y="377"/>
                    </a:cubicBezTo>
                    <a:cubicBezTo>
                      <a:pt x="9859" y="377"/>
                      <a:pt x="9859" y="377"/>
                      <a:pt x="9859" y="377"/>
                    </a:cubicBezTo>
                    <a:cubicBezTo>
                      <a:pt x="9787" y="377"/>
                      <a:pt x="9787" y="377"/>
                      <a:pt x="9787" y="377"/>
                    </a:cubicBezTo>
                    <a:cubicBezTo>
                      <a:pt x="9644" y="377"/>
                      <a:pt x="9644" y="377"/>
                      <a:pt x="9644" y="377"/>
                    </a:cubicBezTo>
                    <a:cubicBezTo>
                      <a:pt x="9644" y="448"/>
                      <a:pt x="9644" y="448"/>
                      <a:pt x="9644" y="448"/>
                    </a:cubicBezTo>
                    <a:cubicBezTo>
                      <a:pt x="9502" y="448"/>
                      <a:pt x="9502" y="448"/>
                      <a:pt x="9502" y="448"/>
                    </a:cubicBezTo>
                    <a:cubicBezTo>
                      <a:pt x="9502" y="448"/>
                      <a:pt x="9502" y="448"/>
                      <a:pt x="9502" y="448"/>
                    </a:cubicBezTo>
                    <a:cubicBezTo>
                      <a:pt x="9430" y="520"/>
                      <a:pt x="9430" y="520"/>
                      <a:pt x="9430" y="520"/>
                    </a:cubicBezTo>
                    <a:cubicBezTo>
                      <a:pt x="9502" y="520"/>
                      <a:pt x="9502" y="520"/>
                      <a:pt x="9502" y="520"/>
                    </a:cubicBezTo>
                    <a:close/>
                    <a:moveTo>
                      <a:pt x="6431" y="2305"/>
                    </a:moveTo>
                    <a:cubicBezTo>
                      <a:pt x="6503" y="2305"/>
                      <a:pt x="6503" y="2305"/>
                      <a:pt x="6503" y="2305"/>
                    </a:cubicBezTo>
                    <a:cubicBezTo>
                      <a:pt x="6574" y="2305"/>
                      <a:pt x="6574" y="2305"/>
                      <a:pt x="6574" y="2305"/>
                    </a:cubicBezTo>
                    <a:cubicBezTo>
                      <a:pt x="6645" y="2305"/>
                      <a:pt x="6645" y="2305"/>
                      <a:pt x="6645" y="2305"/>
                    </a:cubicBezTo>
                    <a:cubicBezTo>
                      <a:pt x="6645" y="2305"/>
                      <a:pt x="6645" y="2305"/>
                      <a:pt x="6645" y="2305"/>
                    </a:cubicBezTo>
                    <a:cubicBezTo>
                      <a:pt x="6788" y="2305"/>
                      <a:pt x="6788" y="2305"/>
                      <a:pt x="6788" y="2305"/>
                    </a:cubicBezTo>
                    <a:cubicBezTo>
                      <a:pt x="6860" y="2234"/>
                      <a:pt x="6860" y="2234"/>
                      <a:pt x="6860" y="2234"/>
                    </a:cubicBezTo>
                    <a:cubicBezTo>
                      <a:pt x="6860" y="2234"/>
                      <a:pt x="6860" y="2234"/>
                      <a:pt x="6860" y="2234"/>
                    </a:cubicBezTo>
                    <a:cubicBezTo>
                      <a:pt x="6931" y="2234"/>
                      <a:pt x="6931" y="2234"/>
                      <a:pt x="6931" y="2234"/>
                    </a:cubicBezTo>
                    <a:cubicBezTo>
                      <a:pt x="6931" y="2234"/>
                      <a:pt x="6931" y="2234"/>
                      <a:pt x="6931" y="2234"/>
                    </a:cubicBezTo>
                    <a:cubicBezTo>
                      <a:pt x="7002" y="2234"/>
                      <a:pt x="7002" y="2234"/>
                      <a:pt x="7002" y="2234"/>
                    </a:cubicBezTo>
                    <a:cubicBezTo>
                      <a:pt x="7002" y="2091"/>
                      <a:pt x="7002" y="2091"/>
                      <a:pt x="7002" y="2091"/>
                    </a:cubicBezTo>
                    <a:cubicBezTo>
                      <a:pt x="6860" y="2162"/>
                      <a:pt x="6860" y="2162"/>
                      <a:pt x="6860" y="2162"/>
                    </a:cubicBezTo>
                    <a:cubicBezTo>
                      <a:pt x="6788" y="2162"/>
                      <a:pt x="6788" y="2162"/>
                      <a:pt x="6788" y="2162"/>
                    </a:cubicBezTo>
                    <a:cubicBezTo>
                      <a:pt x="6788" y="2234"/>
                      <a:pt x="6788" y="2234"/>
                      <a:pt x="6788" y="2234"/>
                    </a:cubicBezTo>
                    <a:cubicBezTo>
                      <a:pt x="6717" y="2234"/>
                      <a:pt x="6717" y="2234"/>
                      <a:pt x="6717" y="2234"/>
                    </a:cubicBezTo>
                    <a:cubicBezTo>
                      <a:pt x="6574" y="2234"/>
                      <a:pt x="6574" y="2234"/>
                      <a:pt x="6574" y="2234"/>
                    </a:cubicBezTo>
                    <a:cubicBezTo>
                      <a:pt x="6431" y="2234"/>
                      <a:pt x="6431" y="2234"/>
                      <a:pt x="6431" y="2234"/>
                    </a:cubicBezTo>
                    <a:cubicBezTo>
                      <a:pt x="6288" y="2305"/>
                      <a:pt x="6288" y="2305"/>
                      <a:pt x="6288" y="2305"/>
                    </a:cubicBezTo>
                    <a:cubicBezTo>
                      <a:pt x="6360" y="2305"/>
                      <a:pt x="6360" y="2305"/>
                      <a:pt x="6360" y="2305"/>
                    </a:cubicBezTo>
                    <a:close/>
                    <a:moveTo>
                      <a:pt x="20854" y="3090"/>
                    </a:moveTo>
                    <a:cubicBezTo>
                      <a:pt x="20712" y="3090"/>
                      <a:pt x="20569" y="3519"/>
                      <a:pt x="20355" y="3519"/>
                    </a:cubicBezTo>
                    <a:cubicBezTo>
                      <a:pt x="19712" y="3447"/>
                      <a:pt x="20140" y="2591"/>
                      <a:pt x="19998" y="2234"/>
                    </a:cubicBezTo>
                    <a:cubicBezTo>
                      <a:pt x="19855" y="1948"/>
                      <a:pt x="19855" y="1519"/>
                      <a:pt x="19498" y="1377"/>
                    </a:cubicBezTo>
                    <a:cubicBezTo>
                      <a:pt x="19069" y="1162"/>
                      <a:pt x="18284" y="1234"/>
                      <a:pt x="18070" y="1805"/>
                    </a:cubicBezTo>
                    <a:cubicBezTo>
                      <a:pt x="17998" y="2019"/>
                      <a:pt x="17998" y="2234"/>
                      <a:pt x="17998" y="2448"/>
                    </a:cubicBezTo>
                    <a:cubicBezTo>
                      <a:pt x="17927" y="2591"/>
                      <a:pt x="17784" y="2805"/>
                      <a:pt x="17713" y="2733"/>
                    </a:cubicBezTo>
                    <a:cubicBezTo>
                      <a:pt x="17641" y="2662"/>
                      <a:pt x="17784" y="2376"/>
                      <a:pt x="17784" y="2162"/>
                    </a:cubicBezTo>
                    <a:cubicBezTo>
                      <a:pt x="17856" y="1805"/>
                      <a:pt x="17713" y="1377"/>
                      <a:pt x="17356" y="1234"/>
                    </a:cubicBezTo>
                    <a:cubicBezTo>
                      <a:pt x="16999" y="1162"/>
                      <a:pt x="16570" y="948"/>
                      <a:pt x="16213" y="1162"/>
                    </a:cubicBezTo>
                    <a:cubicBezTo>
                      <a:pt x="16070" y="1305"/>
                      <a:pt x="15928" y="1519"/>
                      <a:pt x="15713" y="1591"/>
                    </a:cubicBezTo>
                    <a:cubicBezTo>
                      <a:pt x="15428" y="1805"/>
                      <a:pt x="15071" y="1591"/>
                      <a:pt x="14857" y="1305"/>
                    </a:cubicBezTo>
                    <a:cubicBezTo>
                      <a:pt x="14428" y="734"/>
                      <a:pt x="14571" y="91"/>
                      <a:pt x="13643" y="91"/>
                    </a:cubicBezTo>
                    <a:cubicBezTo>
                      <a:pt x="13357" y="91"/>
                      <a:pt x="13143" y="-51"/>
                      <a:pt x="12857" y="20"/>
                    </a:cubicBezTo>
                    <a:cubicBezTo>
                      <a:pt x="12715" y="91"/>
                      <a:pt x="12643" y="91"/>
                      <a:pt x="12572" y="91"/>
                    </a:cubicBezTo>
                    <a:cubicBezTo>
                      <a:pt x="11287" y="448"/>
                      <a:pt x="11644" y="1020"/>
                      <a:pt x="12429" y="1662"/>
                    </a:cubicBezTo>
                    <a:cubicBezTo>
                      <a:pt x="12786" y="1948"/>
                      <a:pt x="13072" y="2305"/>
                      <a:pt x="13500" y="2376"/>
                    </a:cubicBezTo>
                    <a:cubicBezTo>
                      <a:pt x="13643" y="2376"/>
                      <a:pt x="13857" y="2376"/>
                      <a:pt x="14000" y="2448"/>
                    </a:cubicBezTo>
                    <a:cubicBezTo>
                      <a:pt x="14428" y="2591"/>
                      <a:pt x="14642" y="2948"/>
                      <a:pt x="15071" y="3019"/>
                    </a:cubicBezTo>
                    <a:cubicBezTo>
                      <a:pt x="15214" y="3162"/>
                      <a:pt x="15356" y="3376"/>
                      <a:pt x="15214" y="3447"/>
                    </a:cubicBezTo>
                    <a:cubicBezTo>
                      <a:pt x="14999" y="3662"/>
                      <a:pt x="14642" y="3590"/>
                      <a:pt x="14428" y="3590"/>
                    </a:cubicBezTo>
                    <a:cubicBezTo>
                      <a:pt x="14143" y="3519"/>
                      <a:pt x="13857" y="3662"/>
                      <a:pt x="13643" y="3876"/>
                    </a:cubicBezTo>
                    <a:cubicBezTo>
                      <a:pt x="13500" y="3947"/>
                      <a:pt x="13357" y="4090"/>
                      <a:pt x="13214" y="4090"/>
                    </a:cubicBezTo>
                    <a:cubicBezTo>
                      <a:pt x="13072" y="4090"/>
                      <a:pt x="13000" y="4019"/>
                      <a:pt x="12857" y="3947"/>
                    </a:cubicBezTo>
                    <a:cubicBezTo>
                      <a:pt x="12643" y="3876"/>
                      <a:pt x="12286" y="4019"/>
                      <a:pt x="12143" y="3804"/>
                    </a:cubicBezTo>
                    <a:cubicBezTo>
                      <a:pt x="12072" y="3662"/>
                      <a:pt x="12143" y="3519"/>
                      <a:pt x="12072" y="3376"/>
                    </a:cubicBezTo>
                    <a:cubicBezTo>
                      <a:pt x="12001" y="3162"/>
                      <a:pt x="11786" y="3090"/>
                      <a:pt x="11644" y="3019"/>
                    </a:cubicBezTo>
                    <a:cubicBezTo>
                      <a:pt x="11429" y="3019"/>
                      <a:pt x="11287" y="2876"/>
                      <a:pt x="11215" y="2662"/>
                    </a:cubicBezTo>
                    <a:cubicBezTo>
                      <a:pt x="11215" y="2591"/>
                      <a:pt x="11144" y="2448"/>
                      <a:pt x="11072" y="2376"/>
                    </a:cubicBezTo>
                    <a:cubicBezTo>
                      <a:pt x="11072" y="2305"/>
                      <a:pt x="10930" y="2519"/>
                      <a:pt x="10930" y="2448"/>
                    </a:cubicBezTo>
                    <a:cubicBezTo>
                      <a:pt x="10858" y="2448"/>
                      <a:pt x="10787" y="2234"/>
                      <a:pt x="10715" y="2162"/>
                    </a:cubicBezTo>
                    <a:cubicBezTo>
                      <a:pt x="10573" y="2019"/>
                      <a:pt x="10287" y="2091"/>
                      <a:pt x="10073" y="2091"/>
                    </a:cubicBezTo>
                    <a:cubicBezTo>
                      <a:pt x="10001" y="2162"/>
                      <a:pt x="9930" y="2376"/>
                      <a:pt x="9787" y="2376"/>
                    </a:cubicBezTo>
                    <a:cubicBezTo>
                      <a:pt x="9287" y="2234"/>
                      <a:pt x="8859" y="1805"/>
                      <a:pt x="8288" y="1805"/>
                    </a:cubicBezTo>
                    <a:cubicBezTo>
                      <a:pt x="8002" y="1805"/>
                      <a:pt x="7859" y="2091"/>
                      <a:pt x="7574" y="2234"/>
                    </a:cubicBezTo>
                    <a:cubicBezTo>
                      <a:pt x="7359" y="2448"/>
                      <a:pt x="7074" y="2591"/>
                      <a:pt x="6788" y="2662"/>
                    </a:cubicBezTo>
                    <a:cubicBezTo>
                      <a:pt x="6574" y="2733"/>
                      <a:pt x="6288" y="2733"/>
                      <a:pt x="6217" y="2876"/>
                    </a:cubicBezTo>
                    <a:cubicBezTo>
                      <a:pt x="6074" y="3019"/>
                      <a:pt x="6003" y="3090"/>
                      <a:pt x="5931" y="3233"/>
                    </a:cubicBezTo>
                    <a:cubicBezTo>
                      <a:pt x="5646" y="3519"/>
                      <a:pt x="5717" y="3947"/>
                      <a:pt x="5931" y="4233"/>
                    </a:cubicBezTo>
                    <a:cubicBezTo>
                      <a:pt x="6003" y="4304"/>
                      <a:pt x="6074" y="4376"/>
                      <a:pt x="6003" y="4518"/>
                    </a:cubicBezTo>
                    <a:cubicBezTo>
                      <a:pt x="5931" y="4733"/>
                      <a:pt x="5646" y="4804"/>
                      <a:pt x="5646" y="5090"/>
                    </a:cubicBezTo>
                    <a:cubicBezTo>
                      <a:pt x="5574" y="5232"/>
                      <a:pt x="5574" y="5375"/>
                      <a:pt x="5646" y="5589"/>
                    </a:cubicBezTo>
                    <a:cubicBezTo>
                      <a:pt x="5789" y="6018"/>
                      <a:pt x="6288" y="6089"/>
                      <a:pt x="6717" y="6161"/>
                    </a:cubicBezTo>
                    <a:cubicBezTo>
                      <a:pt x="7002" y="6232"/>
                      <a:pt x="7288" y="6446"/>
                      <a:pt x="7716" y="6375"/>
                    </a:cubicBezTo>
                    <a:cubicBezTo>
                      <a:pt x="7931" y="6375"/>
                      <a:pt x="8145" y="6232"/>
                      <a:pt x="8288" y="6089"/>
                    </a:cubicBezTo>
                    <a:cubicBezTo>
                      <a:pt x="8502" y="5946"/>
                      <a:pt x="8787" y="5946"/>
                      <a:pt x="9002" y="6018"/>
                    </a:cubicBezTo>
                    <a:cubicBezTo>
                      <a:pt x="9859" y="6303"/>
                      <a:pt x="10715" y="5732"/>
                      <a:pt x="11501" y="5375"/>
                    </a:cubicBezTo>
                    <a:cubicBezTo>
                      <a:pt x="11644" y="5304"/>
                      <a:pt x="11858" y="5232"/>
                      <a:pt x="12001" y="5304"/>
                    </a:cubicBezTo>
                    <a:cubicBezTo>
                      <a:pt x="12143" y="5304"/>
                      <a:pt x="12286" y="5232"/>
                      <a:pt x="12429" y="5232"/>
                    </a:cubicBezTo>
                    <a:cubicBezTo>
                      <a:pt x="12572" y="5232"/>
                      <a:pt x="12786" y="5375"/>
                      <a:pt x="12929" y="5304"/>
                    </a:cubicBezTo>
                    <a:cubicBezTo>
                      <a:pt x="13286" y="5161"/>
                      <a:pt x="13500" y="4875"/>
                      <a:pt x="13786" y="4875"/>
                    </a:cubicBezTo>
                    <a:cubicBezTo>
                      <a:pt x="13928" y="4804"/>
                      <a:pt x="14071" y="4875"/>
                      <a:pt x="14214" y="4875"/>
                    </a:cubicBezTo>
                    <a:cubicBezTo>
                      <a:pt x="14642" y="4947"/>
                      <a:pt x="14928" y="4590"/>
                      <a:pt x="15142" y="4376"/>
                    </a:cubicBezTo>
                    <a:cubicBezTo>
                      <a:pt x="15428" y="4161"/>
                      <a:pt x="15642" y="3876"/>
                      <a:pt x="15928" y="3662"/>
                    </a:cubicBezTo>
                    <a:cubicBezTo>
                      <a:pt x="15999" y="3519"/>
                      <a:pt x="15999" y="3376"/>
                      <a:pt x="16070" y="3305"/>
                    </a:cubicBezTo>
                    <a:cubicBezTo>
                      <a:pt x="16142" y="3233"/>
                      <a:pt x="16213" y="3590"/>
                      <a:pt x="16213" y="3733"/>
                    </a:cubicBezTo>
                    <a:cubicBezTo>
                      <a:pt x="16213" y="4090"/>
                      <a:pt x="15856" y="4447"/>
                      <a:pt x="16142" y="4733"/>
                    </a:cubicBezTo>
                    <a:cubicBezTo>
                      <a:pt x="16213" y="4875"/>
                      <a:pt x="16356" y="4875"/>
                      <a:pt x="16499" y="4875"/>
                    </a:cubicBezTo>
                    <a:cubicBezTo>
                      <a:pt x="17070" y="4804"/>
                      <a:pt x="17856" y="4376"/>
                      <a:pt x="18355" y="4590"/>
                    </a:cubicBezTo>
                    <a:cubicBezTo>
                      <a:pt x="18641" y="4733"/>
                      <a:pt x="19069" y="4875"/>
                      <a:pt x="19284" y="4733"/>
                    </a:cubicBezTo>
                    <a:cubicBezTo>
                      <a:pt x="19426" y="4376"/>
                      <a:pt x="18498" y="4376"/>
                      <a:pt x="18284" y="4304"/>
                    </a:cubicBezTo>
                    <a:cubicBezTo>
                      <a:pt x="17784" y="4233"/>
                      <a:pt x="18213" y="3947"/>
                      <a:pt x="18498" y="3947"/>
                    </a:cubicBezTo>
                    <a:cubicBezTo>
                      <a:pt x="18784" y="4019"/>
                      <a:pt x="18998" y="3876"/>
                      <a:pt x="19212" y="3876"/>
                    </a:cubicBezTo>
                    <a:cubicBezTo>
                      <a:pt x="19355" y="3947"/>
                      <a:pt x="19498" y="4090"/>
                      <a:pt x="19641" y="4161"/>
                    </a:cubicBezTo>
                    <a:cubicBezTo>
                      <a:pt x="19926" y="4233"/>
                      <a:pt x="20212" y="4161"/>
                      <a:pt x="20497" y="4161"/>
                    </a:cubicBezTo>
                    <a:cubicBezTo>
                      <a:pt x="20712" y="4161"/>
                      <a:pt x="20926" y="3947"/>
                      <a:pt x="20926" y="3733"/>
                    </a:cubicBezTo>
                    <a:cubicBezTo>
                      <a:pt x="20926" y="3590"/>
                      <a:pt x="20997" y="3233"/>
                      <a:pt x="20926" y="3162"/>
                    </a:cubicBezTo>
                    <a:close/>
                    <a:moveTo>
                      <a:pt x="5717" y="1805"/>
                    </a:moveTo>
                    <a:cubicBezTo>
                      <a:pt x="5574" y="1162"/>
                      <a:pt x="4932" y="1091"/>
                      <a:pt x="4432" y="948"/>
                    </a:cubicBezTo>
                    <a:cubicBezTo>
                      <a:pt x="4146" y="805"/>
                      <a:pt x="3861" y="734"/>
                      <a:pt x="3575" y="734"/>
                    </a:cubicBezTo>
                    <a:cubicBezTo>
                      <a:pt x="3147" y="663"/>
                      <a:pt x="2718" y="948"/>
                      <a:pt x="2433" y="1234"/>
                    </a:cubicBezTo>
                    <a:cubicBezTo>
                      <a:pt x="2076" y="1591"/>
                      <a:pt x="1790" y="1805"/>
                      <a:pt x="1433" y="2019"/>
                    </a:cubicBezTo>
                    <a:cubicBezTo>
                      <a:pt x="1362" y="2091"/>
                      <a:pt x="1362" y="2162"/>
                      <a:pt x="1290" y="2162"/>
                    </a:cubicBezTo>
                    <a:cubicBezTo>
                      <a:pt x="1219" y="2519"/>
                      <a:pt x="1505" y="2805"/>
                      <a:pt x="1505" y="3090"/>
                    </a:cubicBezTo>
                    <a:cubicBezTo>
                      <a:pt x="1505" y="3305"/>
                      <a:pt x="1433" y="3519"/>
                      <a:pt x="1505" y="3733"/>
                    </a:cubicBezTo>
                    <a:cubicBezTo>
                      <a:pt x="1505" y="3947"/>
                      <a:pt x="1576" y="4090"/>
                      <a:pt x="1505" y="4090"/>
                    </a:cubicBezTo>
                    <a:cubicBezTo>
                      <a:pt x="1362" y="4161"/>
                      <a:pt x="1362" y="4161"/>
                      <a:pt x="1147" y="4161"/>
                    </a:cubicBezTo>
                    <a:cubicBezTo>
                      <a:pt x="1005" y="4161"/>
                      <a:pt x="790" y="4233"/>
                      <a:pt x="576" y="4233"/>
                    </a:cubicBezTo>
                    <a:cubicBezTo>
                      <a:pt x="362" y="4233"/>
                      <a:pt x="148" y="3947"/>
                      <a:pt x="5" y="4233"/>
                    </a:cubicBezTo>
                    <a:cubicBezTo>
                      <a:pt x="-66" y="4804"/>
                      <a:pt x="790" y="4733"/>
                      <a:pt x="1005" y="5090"/>
                    </a:cubicBezTo>
                    <a:cubicBezTo>
                      <a:pt x="1076" y="5090"/>
                      <a:pt x="1076" y="5090"/>
                      <a:pt x="1147" y="5161"/>
                    </a:cubicBezTo>
                    <a:cubicBezTo>
                      <a:pt x="1219" y="5161"/>
                      <a:pt x="1290" y="4947"/>
                      <a:pt x="1433" y="4947"/>
                    </a:cubicBezTo>
                    <a:cubicBezTo>
                      <a:pt x="1505" y="4947"/>
                      <a:pt x="1576" y="5090"/>
                      <a:pt x="1647" y="5090"/>
                    </a:cubicBezTo>
                    <a:cubicBezTo>
                      <a:pt x="1790" y="5090"/>
                      <a:pt x="2004" y="5018"/>
                      <a:pt x="2147" y="5090"/>
                    </a:cubicBezTo>
                    <a:cubicBezTo>
                      <a:pt x="2504" y="5375"/>
                      <a:pt x="2933" y="5161"/>
                      <a:pt x="3290" y="5304"/>
                    </a:cubicBezTo>
                    <a:cubicBezTo>
                      <a:pt x="3361" y="5304"/>
                      <a:pt x="3432" y="5375"/>
                      <a:pt x="3504" y="5375"/>
                    </a:cubicBezTo>
                    <a:cubicBezTo>
                      <a:pt x="3575" y="5304"/>
                      <a:pt x="3575" y="4947"/>
                      <a:pt x="3718" y="4875"/>
                    </a:cubicBezTo>
                    <a:cubicBezTo>
                      <a:pt x="4075" y="4733"/>
                      <a:pt x="3789" y="5161"/>
                      <a:pt x="4004" y="5232"/>
                    </a:cubicBezTo>
                    <a:cubicBezTo>
                      <a:pt x="4075" y="5304"/>
                      <a:pt x="4432" y="5161"/>
                      <a:pt x="4575" y="5090"/>
                    </a:cubicBezTo>
                    <a:cubicBezTo>
                      <a:pt x="4718" y="4947"/>
                      <a:pt x="4503" y="4875"/>
                      <a:pt x="4361" y="4804"/>
                    </a:cubicBezTo>
                    <a:cubicBezTo>
                      <a:pt x="4218" y="4804"/>
                      <a:pt x="4218" y="4590"/>
                      <a:pt x="4289" y="4518"/>
                    </a:cubicBezTo>
                    <a:cubicBezTo>
                      <a:pt x="4646" y="4019"/>
                      <a:pt x="4932" y="3447"/>
                      <a:pt x="5289" y="3019"/>
                    </a:cubicBezTo>
                    <a:cubicBezTo>
                      <a:pt x="5360" y="2805"/>
                      <a:pt x="5360" y="2519"/>
                      <a:pt x="5503" y="2305"/>
                    </a:cubicBezTo>
                    <a:cubicBezTo>
                      <a:pt x="5574" y="2162"/>
                      <a:pt x="5717" y="1948"/>
                      <a:pt x="5717" y="1876"/>
                    </a:cubicBezTo>
                    <a:close/>
                    <a:moveTo>
                      <a:pt x="21211" y="3662"/>
                    </a:moveTo>
                    <a:cubicBezTo>
                      <a:pt x="21140" y="3590"/>
                      <a:pt x="21140" y="3590"/>
                      <a:pt x="21140" y="3590"/>
                    </a:cubicBezTo>
                    <a:cubicBezTo>
                      <a:pt x="21140" y="3590"/>
                      <a:pt x="21140" y="3590"/>
                      <a:pt x="21140" y="3590"/>
                    </a:cubicBezTo>
                    <a:cubicBezTo>
                      <a:pt x="21140" y="3590"/>
                      <a:pt x="21140" y="3590"/>
                      <a:pt x="21140" y="3590"/>
                    </a:cubicBezTo>
                    <a:cubicBezTo>
                      <a:pt x="21069" y="3590"/>
                      <a:pt x="21069" y="3590"/>
                      <a:pt x="21069" y="3590"/>
                    </a:cubicBezTo>
                    <a:cubicBezTo>
                      <a:pt x="21069" y="3590"/>
                      <a:pt x="21069" y="3590"/>
                      <a:pt x="21069" y="3590"/>
                    </a:cubicBezTo>
                    <a:cubicBezTo>
                      <a:pt x="21069" y="3590"/>
                      <a:pt x="21069" y="3590"/>
                      <a:pt x="21069" y="3590"/>
                    </a:cubicBezTo>
                    <a:cubicBezTo>
                      <a:pt x="21069" y="3662"/>
                      <a:pt x="21069" y="3662"/>
                      <a:pt x="21069" y="3662"/>
                    </a:cubicBezTo>
                    <a:cubicBezTo>
                      <a:pt x="21069" y="3662"/>
                      <a:pt x="21069" y="3662"/>
                      <a:pt x="21069" y="3662"/>
                    </a:cubicBezTo>
                    <a:cubicBezTo>
                      <a:pt x="21069" y="3662"/>
                      <a:pt x="21069" y="3662"/>
                      <a:pt x="21069" y="3662"/>
                    </a:cubicBezTo>
                    <a:cubicBezTo>
                      <a:pt x="20997" y="3662"/>
                      <a:pt x="20997" y="3662"/>
                      <a:pt x="20997" y="3662"/>
                    </a:cubicBezTo>
                    <a:cubicBezTo>
                      <a:pt x="21069" y="3733"/>
                      <a:pt x="21069" y="3733"/>
                      <a:pt x="21069" y="3733"/>
                    </a:cubicBezTo>
                    <a:cubicBezTo>
                      <a:pt x="21069" y="3733"/>
                      <a:pt x="21069" y="3733"/>
                      <a:pt x="21069" y="3733"/>
                    </a:cubicBezTo>
                    <a:cubicBezTo>
                      <a:pt x="21069" y="3733"/>
                      <a:pt x="21069" y="3733"/>
                      <a:pt x="21069" y="3733"/>
                    </a:cubicBezTo>
                    <a:cubicBezTo>
                      <a:pt x="21140" y="3804"/>
                      <a:pt x="21140" y="3804"/>
                      <a:pt x="21140" y="3804"/>
                    </a:cubicBezTo>
                    <a:cubicBezTo>
                      <a:pt x="21140" y="3733"/>
                      <a:pt x="21140" y="3733"/>
                      <a:pt x="21140" y="3733"/>
                    </a:cubicBezTo>
                    <a:cubicBezTo>
                      <a:pt x="21140" y="3733"/>
                      <a:pt x="21140" y="3733"/>
                      <a:pt x="21140" y="3733"/>
                    </a:cubicBezTo>
                    <a:cubicBezTo>
                      <a:pt x="21140" y="3733"/>
                      <a:pt x="21140" y="3733"/>
                      <a:pt x="21140" y="3733"/>
                    </a:cubicBezTo>
                    <a:cubicBezTo>
                      <a:pt x="21140" y="3662"/>
                      <a:pt x="21140" y="3662"/>
                      <a:pt x="21140" y="3662"/>
                    </a:cubicBezTo>
                    <a:close/>
                    <a:moveTo>
                      <a:pt x="7288" y="2162"/>
                    </a:moveTo>
                    <a:cubicBezTo>
                      <a:pt x="7288" y="2162"/>
                      <a:pt x="7288" y="2162"/>
                      <a:pt x="7288" y="2162"/>
                    </a:cubicBezTo>
                    <a:cubicBezTo>
                      <a:pt x="7288" y="2091"/>
                      <a:pt x="7288" y="2091"/>
                      <a:pt x="7288" y="2091"/>
                    </a:cubicBezTo>
                    <a:cubicBezTo>
                      <a:pt x="7288" y="2091"/>
                      <a:pt x="7288" y="2091"/>
                      <a:pt x="7288" y="2091"/>
                    </a:cubicBezTo>
                    <a:cubicBezTo>
                      <a:pt x="7359" y="2091"/>
                      <a:pt x="7359" y="2091"/>
                      <a:pt x="7359" y="2091"/>
                    </a:cubicBezTo>
                    <a:cubicBezTo>
                      <a:pt x="7359" y="2091"/>
                      <a:pt x="7359" y="2091"/>
                      <a:pt x="7359" y="2091"/>
                    </a:cubicBezTo>
                    <a:cubicBezTo>
                      <a:pt x="7359" y="2019"/>
                      <a:pt x="7359" y="2019"/>
                      <a:pt x="7359" y="2019"/>
                    </a:cubicBezTo>
                    <a:cubicBezTo>
                      <a:pt x="7288" y="2019"/>
                      <a:pt x="7288" y="2019"/>
                      <a:pt x="7288" y="2019"/>
                    </a:cubicBezTo>
                    <a:cubicBezTo>
                      <a:pt x="7288" y="2019"/>
                      <a:pt x="7288" y="2019"/>
                      <a:pt x="7288" y="2019"/>
                    </a:cubicBezTo>
                    <a:cubicBezTo>
                      <a:pt x="7217" y="2019"/>
                      <a:pt x="7217" y="2019"/>
                      <a:pt x="7217" y="2019"/>
                    </a:cubicBezTo>
                    <a:cubicBezTo>
                      <a:pt x="7217" y="2019"/>
                      <a:pt x="7217" y="2019"/>
                      <a:pt x="7217" y="2019"/>
                    </a:cubicBezTo>
                    <a:cubicBezTo>
                      <a:pt x="7217" y="2019"/>
                      <a:pt x="7217" y="2019"/>
                      <a:pt x="7217" y="2019"/>
                    </a:cubicBezTo>
                    <a:cubicBezTo>
                      <a:pt x="7217" y="2019"/>
                      <a:pt x="7217" y="2019"/>
                      <a:pt x="7217" y="2019"/>
                    </a:cubicBezTo>
                    <a:cubicBezTo>
                      <a:pt x="7145" y="2091"/>
                      <a:pt x="7145" y="2091"/>
                      <a:pt x="7145" y="2091"/>
                    </a:cubicBezTo>
                    <a:cubicBezTo>
                      <a:pt x="7217" y="2162"/>
                      <a:pt x="7217" y="2162"/>
                      <a:pt x="7217" y="216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9"/>
              <p:cNvSpPr/>
              <p:nvPr/>
            </p:nvSpPr>
            <p:spPr>
              <a:xfrm>
                <a:off x="2362325" y="2145250"/>
                <a:ext cx="860400" cy="797000"/>
              </a:xfrm>
              <a:custGeom>
                <a:rect b="b" l="l" r="r" t="t"/>
                <a:pathLst>
                  <a:path extrusionOk="0" h="31880" w="34416">
                    <a:moveTo>
                      <a:pt x="214" y="7784"/>
                    </a:moveTo>
                    <a:cubicBezTo>
                      <a:pt x="143" y="7855"/>
                      <a:pt x="143" y="7855"/>
                      <a:pt x="143" y="7855"/>
                    </a:cubicBezTo>
                    <a:cubicBezTo>
                      <a:pt x="143" y="7926"/>
                      <a:pt x="143" y="7926"/>
                      <a:pt x="143" y="7926"/>
                    </a:cubicBezTo>
                    <a:lnTo>
                      <a:pt x="143" y="7998"/>
                    </a:lnTo>
                    <a:cubicBezTo>
                      <a:pt x="143" y="8069"/>
                      <a:pt x="143" y="8069"/>
                      <a:pt x="143" y="8069"/>
                    </a:cubicBezTo>
                    <a:cubicBezTo>
                      <a:pt x="214" y="8141"/>
                      <a:pt x="214" y="8141"/>
                      <a:pt x="214" y="8141"/>
                    </a:cubicBezTo>
                    <a:cubicBezTo>
                      <a:pt x="214" y="8212"/>
                      <a:pt x="214" y="8212"/>
                      <a:pt x="214" y="8212"/>
                    </a:cubicBezTo>
                    <a:cubicBezTo>
                      <a:pt x="286" y="8283"/>
                      <a:pt x="286" y="8283"/>
                      <a:pt x="286" y="8283"/>
                    </a:cubicBezTo>
                    <a:cubicBezTo>
                      <a:pt x="357" y="8212"/>
                      <a:pt x="357" y="8212"/>
                      <a:pt x="357" y="8212"/>
                    </a:cubicBezTo>
                    <a:cubicBezTo>
                      <a:pt x="286" y="8069"/>
                      <a:pt x="286" y="8069"/>
                      <a:pt x="286" y="8069"/>
                    </a:cubicBezTo>
                    <a:lnTo>
                      <a:pt x="214" y="8069"/>
                    </a:lnTo>
                    <a:cubicBezTo>
                      <a:pt x="214" y="7926"/>
                      <a:pt x="214" y="7926"/>
                      <a:pt x="214" y="7926"/>
                    </a:cubicBezTo>
                    <a:cubicBezTo>
                      <a:pt x="214" y="7784"/>
                      <a:pt x="214" y="7784"/>
                      <a:pt x="214" y="7784"/>
                    </a:cubicBezTo>
                    <a:close/>
                    <a:moveTo>
                      <a:pt x="1071" y="9640"/>
                    </a:moveTo>
                    <a:cubicBezTo>
                      <a:pt x="1000" y="9711"/>
                      <a:pt x="1000" y="9711"/>
                      <a:pt x="1000" y="9711"/>
                    </a:cubicBezTo>
                    <a:lnTo>
                      <a:pt x="1071" y="9711"/>
                    </a:lnTo>
                    <a:cubicBezTo>
                      <a:pt x="1071" y="9783"/>
                      <a:pt x="1071" y="9783"/>
                      <a:pt x="1071" y="9783"/>
                    </a:cubicBezTo>
                    <a:cubicBezTo>
                      <a:pt x="1143" y="9854"/>
                      <a:pt x="1143" y="9854"/>
                      <a:pt x="1143" y="9854"/>
                    </a:cubicBezTo>
                    <a:cubicBezTo>
                      <a:pt x="1143" y="9783"/>
                      <a:pt x="1143" y="9783"/>
                      <a:pt x="1143" y="9783"/>
                    </a:cubicBezTo>
                    <a:cubicBezTo>
                      <a:pt x="1143" y="9711"/>
                      <a:pt x="1143" y="9711"/>
                      <a:pt x="1143" y="9711"/>
                    </a:cubicBezTo>
                    <a:cubicBezTo>
                      <a:pt x="1143" y="9640"/>
                      <a:pt x="1143" y="9640"/>
                      <a:pt x="1143" y="9640"/>
                    </a:cubicBezTo>
                    <a:close/>
                    <a:moveTo>
                      <a:pt x="3570" y="19993"/>
                    </a:moveTo>
                    <a:cubicBezTo>
                      <a:pt x="3499" y="20065"/>
                      <a:pt x="3499" y="20065"/>
                      <a:pt x="3499" y="20065"/>
                    </a:cubicBezTo>
                    <a:cubicBezTo>
                      <a:pt x="3356" y="20136"/>
                      <a:pt x="3356" y="20136"/>
                      <a:pt x="3356" y="20136"/>
                    </a:cubicBezTo>
                    <a:cubicBezTo>
                      <a:pt x="3356" y="20207"/>
                      <a:pt x="3356" y="20207"/>
                      <a:pt x="3356" y="20207"/>
                    </a:cubicBezTo>
                    <a:cubicBezTo>
                      <a:pt x="3356" y="20350"/>
                      <a:pt x="3356" y="20350"/>
                      <a:pt x="3356" y="20350"/>
                    </a:cubicBezTo>
                    <a:lnTo>
                      <a:pt x="3427" y="20350"/>
                    </a:lnTo>
                    <a:cubicBezTo>
                      <a:pt x="3499" y="20279"/>
                      <a:pt x="3499" y="20279"/>
                      <a:pt x="3499" y="20279"/>
                    </a:cubicBezTo>
                    <a:lnTo>
                      <a:pt x="3570" y="20279"/>
                    </a:lnTo>
                    <a:cubicBezTo>
                      <a:pt x="3642" y="20207"/>
                      <a:pt x="3642" y="20207"/>
                      <a:pt x="3642" y="20207"/>
                    </a:cubicBezTo>
                    <a:cubicBezTo>
                      <a:pt x="3642" y="20136"/>
                      <a:pt x="3642" y="20136"/>
                      <a:pt x="3642" y="20136"/>
                    </a:cubicBezTo>
                    <a:cubicBezTo>
                      <a:pt x="3642" y="20065"/>
                      <a:pt x="3642" y="20065"/>
                      <a:pt x="3642" y="20065"/>
                    </a:cubicBezTo>
                    <a:lnTo>
                      <a:pt x="3570" y="19993"/>
                    </a:lnTo>
                    <a:close/>
                    <a:moveTo>
                      <a:pt x="5698" y="18759"/>
                    </a:moveTo>
                    <a:cubicBezTo>
                      <a:pt x="5584" y="18759"/>
                      <a:pt x="5470" y="18851"/>
                      <a:pt x="5355" y="18851"/>
                    </a:cubicBezTo>
                    <a:cubicBezTo>
                      <a:pt x="5260" y="18851"/>
                      <a:pt x="5133" y="18819"/>
                      <a:pt x="5017" y="18819"/>
                    </a:cubicBezTo>
                    <a:cubicBezTo>
                      <a:pt x="4959" y="18819"/>
                      <a:pt x="4903" y="18827"/>
                      <a:pt x="4855" y="18851"/>
                    </a:cubicBezTo>
                    <a:cubicBezTo>
                      <a:pt x="4641" y="19351"/>
                      <a:pt x="4855" y="19922"/>
                      <a:pt x="4641" y="20350"/>
                    </a:cubicBezTo>
                    <a:cubicBezTo>
                      <a:pt x="4498" y="20564"/>
                      <a:pt x="4713" y="20779"/>
                      <a:pt x="4998" y="20779"/>
                    </a:cubicBezTo>
                    <a:cubicBezTo>
                      <a:pt x="5141" y="20779"/>
                      <a:pt x="5212" y="20636"/>
                      <a:pt x="5355" y="20564"/>
                    </a:cubicBezTo>
                    <a:cubicBezTo>
                      <a:pt x="5855" y="20350"/>
                      <a:pt x="6426" y="20136"/>
                      <a:pt x="6855" y="19779"/>
                    </a:cubicBezTo>
                    <a:cubicBezTo>
                      <a:pt x="6855" y="19779"/>
                      <a:pt x="6783" y="19708"/>
                      <a:pt x="6783" y="19636"/>
                    </a:cubicBezTo>
                    <a:cubicBezTo>
                      <a:pt x="6712" y="19422"/>
                      <a:pt x="6783" y="19136"/>
                      <a:pt x="6641" y="18994"/>
                    </a:cubicBezTo>
                    <a:cubicBezTo>
                      <a:pt x="6569" y="18922"/>
                      <a:pt x="6498" y="18851"/>
                      <a:pt x="6426" y="18851"/>
                    </a:cubicBezTo>
                    <a:cubicBezTo>
                      <a:pt x="6369" y="18851"/>
                      <a:pt x="6266" y="18942"/>
                      <a:pt x="6154" y="18942"/>
                    </a:cubicBezTo>
                    <a:cubicBezTo>
                      <a:pt x="6126" y="18942"/>
                      <a:pt x="6098" y="18937"/>
                      <a:pt x="6069" y="18922"/>
                    </a:cubicBezTo>
                    <a:cubicBezTo>
                      <a:pt x="5998" y="18922"/>
                      <a:pt x="5855" y="18851"/>
                      <a:pt x="5784" y="18779"/>
                    </a:cubicBezTo>
                    <a:cubicBezTo>
                      <a:pt x="5755" y="18765"/>
                      <a:pt x="5727" y="18759"/>
                      <a:pt x="5698" y="18759"/>
                    </a:cubicBezTo>
                    <a:close/>
                    <a:moveTo>
                      <a:pt x="2999" y="20564"/>
                    </a:moveTo>
                    <a:cubicBezTo>
                      <a:pt x="2856" y="20636"/>
                      <a:pt x="2856" y="20636"/>
                      <a:pt x="2856" y="20636"/>
                    </a:cubicBezTo>
                    <a:cubicBezTo>
                      <a:pt x="2856" y="20707"/>
                      <a:pt x="2856" y="20707"/>
                      <a:pt x="2856" y="20707"/>
                    </a:cubicBezTo>
                    <a:lnTo>
                      <a:pt x="2642" y="20707"/>
                    </a:lnTo>
                    <a:cubicBezTo>
                      <a:pt x="2642" y="20779"/>
                      <a:pt x="2642" y="20779"/>
                      <a:pt x="2642" y="20779"/>
                    </a:cubicBezTo>
                    <a:cubicBezTo>
                      <a:pt x="2642" y="20850"/>
                      <a:pt x="2642" y="20850"/>
                      <a:pt x="2642" y="20850"/>
                    </a:cubicBezTo>
                    <a:lnTo>
                      <a:pt x="2713" y="20850"/>
                    </a:lnTo>
                    <a:cubicBezTo>
                      <a:pt x="2713" y="20779"/>
                      <a:pt x="2713" y="20779"/>
                      <a:pt x="2713" y="20779"/>
                    </a:cubicBezTo>
                    <a:lnTo>
                      <a:pt x="2856" y="20779"/>
                    </a:lnTo>
                    <a:cubicBezTo>
                      <a:pt x="2856" y="20850"/>
                      <a:pt x="2856" y="20850"/>
                      <a:pt x="2856" y="20850"/>
                    </a:cubicBezTo>
                    <a:cubicBezTo>
                      <a:pt x="2856" y="20921"/>
                      <a:pt x="2856" y="20921"/>
                      <a:pt x="2856" y="20921"/>
                    </a:cubicBezTo>
                    <a:cubicBezTo>
                      <a:pt x="2928" y="20850"/>
                      <a:pt x="2928" y="20850"/>
                      <a:pt x="2928" y="20850"/>
                    </a:cubicBezTo>
                    <a:cubicBezTo>
                      <a:pt x="3070" y="20707"/>
                      <a:pt x="3070" y="20707"/>
                      <a:pt x="3070" y="20707"/>
                    </a:cubicBezTo>
                    <a:cubicBezTo>
                      <a:pt x="3142" y="20564"/>
                      <a:pt x="3142" y="20564"/>
                      <a:pt x="3142" y="20564"/>
                    </a:cubicBezTo>
                    <a:close/>
                    <a:moveTo>
                      <a:pt x="1438" y="22259"/>
                    </a:moveTo>
                    <a:cubicBezTo>
                      <a:pt x="1411" y="22259"/>
                      <a:pt x="1384" y="22264"/>
                      <a:pt x="1357" y="22278"/>
                    </a:cubicBezTo>
                    <a:cubicBezTo>
                      <a:pt x="1285" y="22278"/>
                      <a:pt x="1214" y="22278"/>
                      <a:pt x="1214" y="22349"/>
                    </a:cubicBezTo>
                    <a:cubicBezTo>
                      <a:pt x="1071" y="22349"/>
                      <a:pt x="786" y="22421"/>
                      <a:pt x="714" y="22564"/>
                    </a:cubicBezTo>
                    <a:lnTo>
                      <a:pt x="928" y="22564"/>
                    </a:lnTo>
                    <a:cubicBezTo>
                      <a:pt x="928" y="22635"/>
                      <a:pt x="928" y="22706"/>
                      <a:pt x="928" y="22706"/>
                    </a:cubicBezTo>
                    <a:cubicBezTo>
                      <a:pt x="928" y="22778"/>
                      <a:pt x="857" y="22849"/>
                      <a:pt x="928" y="22921"/>
                    </a:cubicBezTo>
                    <a:cubicBezTo>
                      <a:pt x="928" y="22921"/>
                      <a:pt x="928" y="22992"/>
                      <a:pt x="928" y="23064"/>
                    </a:cubicBezTo>
                    <a:cubicBezTo>
                      <a:pt x="1071" y="23064"/>
                      <a:pt x="1143" y="23064"/>
                      <a:pt x="1285" y="22992"/>
                    </a:cubicBezTo>
                    <a:cubicBezTo>
                      <a:pt x="1357" y="22992"/>
                      <a:pt x="1500" y="22921"/>
                      <a:pt x="1571" y="22921"/>
                    </a:cubicBezTo>
                    <a:cubicBezTo>
                      <a:pt x="1785" y="22849"/>
                      <a:pt x="1857" y="22564"/>
                      <a:pt x="1714" y="22421"/>
                    </a:cubicBezTo>
                    <a:cubicBezTo>
                      <a:pt x="1656" y="22363"/>
                      <a:pt x="1552" y="22259"/>
                      <a:pt x="1438" y="22259"/>
                    </a:cubicBezTo>
                    <a:close/>
                    <a:moveTo>
                      <a:pt x="286" y="23206"/>
                    </a:moveTo>
                    <a:cubicBezTo>
                      <a:pt x="72" y="23278"/>
                      <a:pt x="72" y="23278"/>
                      <a:pt x="72" y="23278"/>
                    </a:cubicBezTo>
                    <a:cubicBezTo>
                      <a:pt x="0" y="23349"/>
                      <a:pt x="0" y="23349"/>
                      <a:pt x="0" y="23349"/>
                    </a:cubicBezTo>
                    <a:cubicBezTo>
                      <a:pt x="286" y="23421"/>
                      <a:pt x="286" y="23421"/>
                      <a:pt x="286" y="23421"/>
                    </a:cubicBezTo>
                    <a:cubicBezTo>
                      <a:pt x="500" y="23349"/>
                      <a:pt x="500" y="23349"/>
                      <a:pt x="500" y="23349"/>
                    </a:cubicBezTo>
                    <a:cubicBezTo>
                      <a:pt x="643" y="23278"/>
                      <a:pt x="643" y="23278"/>
                      <a:pt x="643" y="23278"/>
                    </a:cubicBezTo>
                    <a:lnTo>
                      <a:pt x="500" y="23278"/>
                    </a:lnTo>
                    <a:lnTo>
                      <a:pt x="286" y="23206"/>
                    </a:lnTo>
                    <a:close/>
                    <a:moveTo>
                      <a:pt x="8783" y="29275"/>
                    </a:moveTo>
                    <a:cubicBezTo>
                      <a:pt x="8711" y="29418"/>
                      <a:pt x="8711" y="29418"/>
                      <a:pt x="8711" y="29418"/>
                    </a:cubicBezTo>
                    <a:cubicBezTo>
                      <a:pt x="8640" y="29490"/>
                      <a:pt x="8640" y="29490"/>
                      <a:pt x="8640" y="29490"/>
                    </a:cubicBezTo>
                    <a:cubicBezTo>
                      <a:pt x="8568" y="29632"/>
                      <a:pt x="8568" y="29632"/>
                      <a:pt x="8568" y="29632"/>
                    </a:cubicBezTo>
                    <a:cubicBezTo>
                      <a:pt x="8568" y="29704"/>
                      <a:pt x="8568" y="29704"/>
                      <a:pt x="8568" y="29704"/>
                    </a:cubicBezTo>
                    <a:lnTo>
                      <a:pt x="8497" y="29704"/>
                    </a:lnTo>
                    <a:cubicBezTo>
                      <a:pt x="8640" y="29847"/>
                      <a:pt x="8640" y="29847"/>
                      <a:pt x="8640" y="29847"/>
                    </a:cubicBezTo>
                    <a:lnTo>
                      <a:pt x="8783" y="29847"/>
                    </a:lnTo>
                    <a:cubicBezTo>
                      <a:pt x="8925" y="29775"/>
                      <a:pt x="8925" y="29775"/>
                      <a:pt x="8925" y="29775"/>
                    </a:cubicBezTo>
                    <a:cubicBezTo>
                      <a:pt x="8925" y="29704"/>
                      <a:pt x="8925" y="29704"/>
                      <a:pt x="8925" y="29704"/>
                    </a:cubicBezTo>
                    <a:cubicBezTo>
                      <a:pt x="8925" y="29632"/>
                      <a:pt x="8925" y="29632"/>
                      <a:pt x="8925" y="29632"/>
                    </a:cubicBezTo>
                    <a:cubicBezTo>
                      <a:pt x="8925" y="29490"/>
                      <a:pt x="8925" y="29490"/>
                      <a:pt x="8925" y="29490"/>
                    </a:cubicBezTo>
                    <a:cubicBezTo>
                      <a:pt x="8925" y="29418"/>
                      <a:pt x="8925" y="29418"/>
                      <a:pt x="8925" y="29418"/>
                    </a:cubicBezTo>
                    <a:cubicBezTo>
                      <a:pt x="8925" y="29347"/>
                      <a:pt x="8925" y="29347"/>
                      <a:pt x="8925" y="29347"/>
                    </a:cubicBezTo>
                    <a:cubicBezTo>
                      <a:pt x="8854" y="29275"/>
                      <a:pt x="8854" y="29275"/>
                      <a:pt x="8854" y="29275"/>
                    </a:cubicBezTo>
                    <a:close/>
                    <a:moveTo>
                      <a:pt x="9211" y="30418"/>
                    </a:moveTo>
                    <a:cubicBezTo>
                      <a:pt x="9211" y="30489"/>
                      <a:pt x="9211" y="30489"/>
                      <a:pt x="9211" y="30489"/>
                    </a:cubicBezTo>
                    <a:cubicBezTo>
                      <a:pt x="9068" y="30632"/>
                      <a:pt x="9068" y="30632"/>
                      <a:pt x="9068" y="30632"/>
                    </a:cubicBezTo>
                    <a:cubicBezTo>
                      <a:pt x="9068" y="30703"/>
                      <a:pt x="9068" y="30703"/>
                      <a:pt x="9068" y="30703"/>
                    </a:cubicBezTo>
                    <a:lnTo>
                      <a:pt x="9140" y="30703"/>
                    </a:lnTo>
                    <a:cubicBezTo>
                      <a:pt x="9211" y="30775"/>
                      <a:pt x="9211" y="30775"/>
                      <a:pt x="9211" y="30775"/>
                    </a:cubicBezTo>
                    <a:lnTo>
                      <a:pt x="9425" y="30775"/>
                    </a:lnTo>
                    <a:cubicBezTo>
                      <a:pt x="9425" y="30703"/>
                      <a:pt x="9425" y="30703"/>
                      <a:pt x="9425" y="30703"/>
                    </a:cubicBezTo>
                    <a:cubicBezTo>
                      <a:pt x="9425" y="30632"/>
                      <a:pt x="9425" y="30632"/>
                      <a:pt x="9425" y="30632"/>
                    </a:cubicBezTo>
                    <a:cubicBezTo>
                      <a:pt x="9354" y="30489"/>
                      <a:pt x="9354" y="30489"/>
                      <a:pt x="9354" y="30489"/>
                    </a:cubicBezTo>
                    <a:cubicBezTo>
                      <a:pt x="9354" y="30418"/>
                      <a:pt x="9354" y="30418"/>
                      <a:pt x="9354" y="30418"/>
                    </a:cubicBezTo>
                    <a:close/>
                    <a:moveTo>
                      <a:pt x="5855" y="1"/>
                    </a:moveTo>
                    <a:cubicBezTo>
                      <a:pt x="5712" y="144"/>
                      <a:pt x="5569" y="286"/>
                      <a:pt x="5355" y="358"/>
                    </a:cubicBezTo>
                    <a:cubicBezTo>
                      <a:pt x="4998" y="572"/>
                      <a:pt x="4356" y="429"/>
                      <a:pt x="4141" y="858"/>
                    </a:cubicBezTo>
                    <a:cubicBezTo>
                      <a:pt x="3999" y="1000"/>
                      <a:pt x="3999" y="1286"/>
                      <a:pt x="3927" y="1429"/>
                    </a:cubicBezTo>
                    <a:cubicBezTo>
                      <a:pt x="3856" y="1500"/>
                      <a:pt x="3927" y="1500"/>
                      <a:pt x="3999" y="1572"/>
                    </a:cubicBezTo>
                    <a:cubicBezTo>
                      <a:pt x="3999" y="1572"/>
                      <a:pt x="3999" y="1643"/>
                      <a:pt x="3927" y="1714"/>
                    </a:cubicBezTo>
                    <a:cubicBezTo>
                      <a:pt x="3642" y="2357"/>
                      <a:pt x="3070" y="2643"/>
                      <a:pt x="2571" y="3071"/>
                    </a:cubicBezTo>
                    <a:cubicBezTo>
                      <a:pt x="2214" y="3428"/>
                      <a:pt x="2428" y="4071"/>
                      <a:pt x="2214" y="4428"/>
                    </a:cubicBezTo>
                    <a:cubicBezTo>
                      <a:pt x="2142" y="4571"/>
                      <a:pt x="1999" y="4785"/>
                      <a:pt x="1999" y="4928"/>
                    </a:cubicBezTo>
                    <a:cubicBezTo>
                      <a:pt x="1928" y="5070"/>
                      <a:pt x="1999" y="5142"/>
                      <a:pt x="2142" y="5142"/>
                    </a:cubicBezTo>
                    <a:cubicBezTo>
                      <a:pt x="2571" y="5142"/>
                      <a:pt x="2856" y="4785"/>
                      <a:pt x="3070" y="4428"/>
                    </a:cubicBezTo>
                    <a:cubicBezTo>
                      <a:pt x="3213" y="4356"/>
                      <a:pt x="3213" y="4214"/>
                      <a:pt x="3356" y="4142"/>
                    </a:cubicBezTo>
                    <a:cubicBezTo>
                      <a:pt x="3427" y="4142"/>
                      <a:pt x="3427" y="4142"/>
                      <a:pt x="3427" y="4214"/>
                    </a:cubicBezTo>
                    <a:cubicBezTo>
                      <a:pt x="3356" y="4356"/>
                      <a:pt x="3213" y="4499"/>
                      <a:pt x="3142" y="4642"/>
                    </a:cubicBezTo>
                    <a:cubicBezTo>
                      <a:pt x="2785" y="5142"/>
                      <a:pt x="2285" y="5213"/>
                      <a:pt x="1785" y="5427"/>
                    </a:cubicBezTo>
                    <a:cubicBezTo>
                      <a:pt x="1214" y="5642"/>
                      <a:pt x="1857" y="6284"/>
                      <a:pt x="1785" y="6784"/>
                    </a:cubicBezTo>
                    <a:cubicBezTo>
                      <a:pt x="1785" y="6927"/>
                      <a:pt x="1714" y="6998"/>
                      <a:pt x="1642" y="7141"/>
                    </a:cubicBezTo>
                    <a:cubicBezTo>
                      <a:pt x="1500" y="7284"/>
                      <a:pt x="1214" y="7355"/>
                      <a:pt x="1143" y="7569"/>
                    </a:cubicBezTo>
                    <a:cubicBezTo>
                      <a:pt x="1071" y="7998"/>
                      <a:pt x="1357" y="8498"/>
                      <a:pt x="1500" y="8926"/>
                    </a:cubicBezTo>
                    <a:cubicBezTo>
                      <a:pt x="1500" y="9212"/>
                      <a:pt x="1428" y="9426"/>
                      <a:pt x="1500" y="9711"/>
                    </a:cubicBezTo>
                    <a:cubicBezTo>
                      <a:pt x="1571" y="9997"/>
                      <a:pt x="1571" y="10283"/>
                      <a:pt x="1500" y="10568"/>
                    </a:cubicBezTo>
                    <a:cubicBezTo>
                      <a:pt x="1571" y="10925"/>
                      <a:pt x="2071" y="10925"/>
                      <a:pt x="2285" y="11068"/>
                    </a:cubicBezTo>
                    <a:cubicBezTo>
                      <a:pt x="2642" y="11282"/>
                      <a:pt x="2785" y="11853"/>
                      <a:pt x="3070" y="12139"/>
                    </a:cubicBezTo>
                    <a:cubicBezTo>
                      <a:pt x="3213" y="12210"/>
                      <a:pt x="3356" y="12353"/>
                      <a:pt x="3499" y="12496"/>
                    </a:cubicBezTo>
                    <a:cubicBezTo>
                      <a:pt x="3670" y="12625"/>
                      <a:pt x="3610" y="12650"/>
                      <a:pt x="3489" y="12650"/>
                    </a:cubicBezTo>
                    <a:cubicBezTo>
                      <a:pt x="3407" y="12650"/>
                      <a:pt x="3299" y="12639"/>
                      <a:pt x="3213" y="12639"/>
                    </a:cubicBezTo>
                    <a:cubicBezTo>
                      <a:pt x="2856" y="12639"/>
                      <a:pt x="2999" y="12996"/>
                      <a:pt x="3070" y="13282"/>
                    </a:cubicBezTo>
                    <a:cubicBezTo>
                      <a:pt x="3142" y="13567"/>
                      <a:pt x="3142" y="13853"/>
                      <a:pt x="3213" y="14067"/>
                    </a:cubicBezTo>
                    <a:cubicBezTo>
                      <a:pt x="3213" y="14115"/>
                      <a:pt x="3181" y="14130"/>
                      <a:pt x="3134" y="14130"/>
                    </a:cubicBezTo>
                    <a:cubicBezTo>
                      <a:pt x="3039" y="14130"/>
                      <a:pt x="2880" y="14067"/>
                      <a:pt x="2785" y="14067"/>
                    </a:cubicBezTo>
                    <a:cubicBezTo>
                      <a:pt x="2571" y="14067"/>
                      <a:pt x="2285" y="14138"/>
                      <a:pt x="2356" y="14353"/>
                    </a:cubicBezTo>
                    <a:cubicBezTo>
                      <a:pt x="2571" y="14495"/>
                      <a:pt x="2713" y="14852"/>
                      <a:pt x="2642" y="15138"/>
                    </a:cubicBezTo>
                    <a:cubicBezTo>
                      <a:pt x="2571" y="15566"/>
                      <a:pt x="2713" y="16066"/>
                      <a:pt x="3070" y="16209"/>
                    </a:cubicBezTo>
                    <a:cubicBezTo>
                      <a:pt x="3356" y="16352"/>
                      <a:pt x="3642" y="16423"/>
                      <a:pt x="3999" y="16423"/>
                    </a:cubicBezTo>
                    <a:cubicBezTo>
                      <a:pt x="4141" y="16423"/>
                      <a:pt x="4284" y="16495"/>
                      <a:pt x="4356" y="16495"/>
                    </a:cubicBezTo>
                    <a:cubicBezTo>
                      <a:pt x="4427" y="16637"/>
                      <a:pt x="4213" y="16709"/>
                      <a:pt x="4284" y="16780"/>
                    </a:cubicBezTo>
                    <a:cubicBezTo>
                      <a:pt x="4427" y="16923"/>
                      <a:pt x="4855" y="17137"/>
                      <a:pt x="4927" y="17280"/>
                    </a:cubicBezTo>
                    <a:cubicBezTo>
                      <a:pt x="4963" y="17316"/>
                      <a:pt x="4945" y="17334"/>
                      <a:pt x="4900" y="17334"/>
                    </a:cubicBezTo>
                    <a:cubicBezTo>
                      <a:pt x="4855" y="17334"/>
                      <a:pt x="4784" y="17316"/>
                      <a:pt x="4713" y="17280"/>
                    </a:cubicBezTo>
                    <a:cubicBezTo>
                      <a:pt x="4356" y="17209"/>
                      <a:pt x="4070" y="17066"/>
                      <a:pt x="3713" y="17066"/>
                    </a:cubicBezTo>
                    <a:cubicBezTo>
                      <a:pt x="3570" y="17066"/>
                      <a:pt x="3570" y="17137"/>
                      <a:pt x="3570" y="17209"/>
                    </a:cubicBezTo>
                    <a:cubicBezTo>
                      <a:pt x="3499" y="17637"/>
                      <a:pt x="3570" y="18137"/>
                      <a:pt x="4070" y="18351"/>
                    </a:cubicBezTo>
                    <a:cubicBezTo>
                      <a:pt x="4129" y="18381"/>
                      <a:pt x="4201" y="18398"/>
                      <a:pt x="4274" y="18398"/>
                    </a:cubicBezTo>
                    <a:cubicBezTo>
                      <a:pt x="4378" y="18398"/>
                      <a:pt x="4486" y="18363"/>
                      <a:pt x="4570" y="18280"/>
                    </a:cubicBezTo>
                    <a:cubicBezTo>
                      <a:pt x="4660" y="18144"/>
                      <a:pt x="4780" y="18094"/>
                      <a:pt x="4909" y="18094"/>
                    </a:cubicBezTo>
                    <a:cubicBezTo>
                      <a:pt x="4984" y="18094"/>
                      <a:pt x="5063" y="18111"/>
                      <a:pt x="5141" y="18137"/>
                    </a:cubicBezTo>
                    <a:cubicBezTo>
                      <a:pt x="5531" y="18202"/>
                      <a:pt x="5684" y="18798"/>
                      <a:pt x="6085" y="18798"/>
                    </a:cubicBezTo>
                    <a:cubicBezTo>
                      <a:pt x="6125" y="18798"/>
                      <a:pt x="6167" y="18792"/>
                      <a:pt x="6212" y="18779"/>
                    </a:cubicBezTo>
                    <a:cubicBezTo>
                      <a:pt x="6355" y="18708"/>
                      <a:pt x="6426" y="18494"/>
                      <a:pt x="6498" y="18422"/>
                    </a:cubicBezTo>
                    <a:cubicBezTo>
                      <a:pt x="6533" y="18387"/>
                      <a:pt x="6551" y="18369"/>
                      <a:pt x="6560" y="18369"/>
                    </a:cubicBezTo>
                    <a:cubicBezTo>
                      <a:pt x="6569" y="18369"/>
                      <a:pt x="6569" y="18387"/>
                      <a:pt x="6569" y="18422"/>
                    </a:cubicBezTo>
                    <a:cubicBezTo>
                      <a:pt x="6498" y="18922"/>
                      <a:pt x="6998" y="19422"/>
                      <a:pt x="7426" y="19636"/>
                    </a:cubicBezTo>
                    <a:cubicBezTo>
                      <a:pt x="7569" y="19636"/>
                      <a:pt x="7712" y="19779"/>
                      <a:pt x="7712" y="19922"/>
                    </a:cubicBezTo>
                    <a:cubicBezTo>
                      <a:pt x="7712" y="20136"/>
                      <a:pt x="7783" y="20279"/>
                      <a:pt x="7854" y="20422"/>
                    </a:cubicBezTo>
                    <a:cubicBezTo>
                      <a:pt x="7926" y="20636"/>
                      <a:pt x="8140" y="20707"/>
                      <a:pt x="8283" y="20850"/>
                    </a:cubicBezTo>
                    <a:cubicBezTo>
                      <a:pt x="8925" y="21421"/>
                      <a:pt x="8426" y="22349"/>
                      <a:pt x="8354" y="22992"/>
                    </a:cubicBezTo>
                    <a:cubicBezTo>
                      <a:pt x="8283" y="23278"/>
                      <a:pt x="8211" y="23492"/>
                      <a:pt x="7997" y="23635"/>
                    </a:cubicBezTo>
                    <a:cubicBezTo>
                      <a:pt x="7854" y="23778"/>
                      <a:pt x="7640" y="23849"/>
                      <a:pt x="7640" y="24063"/>
                    </a:cubicBezTo>
                    <a:cubicBezTo>
                      <a:pt x="7712" y="24420"/>
                      <a:pt x="8140" y="24563"/>
                      <a:pt x="8354" y="24706"/>
                    </a:cubicBezTo>
                    <a:cubicBezTo>
                      <a:pt x="8854" y="24920"/>
                      <a:pt x="9068" y="25563"/>
                      <a:pt x="8854" y="26062"/>
                    </a:cubicBezTo>
                    <a:cubicBezTo>
                      <a:pt x="8854" y="26277"/>
                      <a:pt x="8783" y="26491"/>
                      <a:pt x="8854" y="26705"/>
                    </a:cubicBezTo>
                    <a:cubicBezTo>
                      <a:pt x="9211" y="27276"/>
                      <a:pt x="8997" y="28133"/>
                      <a:pt x="9639" y="28490"/>
                    </a:cubicBezTo>
                    <a:cubicBezTo>
                      <a:pt x="9782" y="28561"/>
                      <a:pt x="9782" y="28633"/>
                      <a:pt x="9711" y="28704"/>
                    </a:cubicBezTo>
                    <a:cubicBezTo>
                      <a:pt x="8925" y="28990"/>
                      <a:pt x="9568" y="29347"/>
                      <a:pt x="9639" y="29918"/>
                    </a:cubicBezTo>
                    <a:cubicBezTo>
                      <a:pt x="9782" y="30275"/>
                      <a:pt x="9568" y="30561"/>
                      <a:pt x="9568" y="30918"/>
                    </a:cubicBezTo>
                    <a:cubicBezTo>
                      <a:pt x="9568" y="31132"/>
                      <a:pt x="9711" y="31417"/>
                      <a:pt x="9996" y="31417"/>
                    </a:cubicBezTo>
                    <a:cubicBezTo>
                      <a:pt x="10211" y="31417"/>
                      <a:pt x="10353" y="31203"/>
                      <a:pt x="10568" y="31132"/>
                    </a:cubicBezTo>
                    <a:cubicBezTo>
                      <a:pt x="10829" y="30957"/>
                      <a:pt x="11224" y="30756"/>
                      <a:pt x="11541" y="30756"/>
                    </a:cubicBezTo>
                    <a:cubicBezTo>
                      <a:pt x="11742" y="30756"/>
                      <a:pt x="11912" y="30838"/>
                      <a:pt x="11996" y="31060"/>
                    </a:cubicBezTo>
                    <a:cubicBezTo>
                      <a:pt x="12147" y="31363"/>
                      <a:pt x="12120" y="31880"/>
                      <a:pt x="12343" y="31880"/>
                    </a:cubicBezTo>
                    <a:cubicBezTo>
                      <a:pt x="12436" y="31880"/>
                      <a:pt x="12572" y="31791"/>
                      <a:pt x="12781" y="31560"/>
                    </a:cubicBezTo>
                    <a:cubicBezTo>
                      <a:pt x="13067" y="31132"/>
                      <a:pt x="13566" y="30989"/>
                      <a:pt x="14066" y="30846"/>
                    </a:cubicBezTo>
                    <a:cubicBezTo>
                      <a:pt x="14352" y="30703"/>
                      <a:pt x="14566" y="30489"/>
                      <a:pt x="14709" y="30275"/>
                    </a:cubicBezTo>
                    <a:cubicBezTo>
                      <a:pt x="14852" y="29989"/>
                      <a:pt x="15280" y="29918"/>
                      <a:pt x="15352" y="29632"/>
                    </a:cubicBezTo>
                    <a:cubicBezTo>
                      <a:pt x="15423" y="29418"/>
                      <a:pt x="15280" y="29204"/>
                      <a:pt x="15280" y="28918"/>
                    </a:cubicBezTo>
                    <a:cubicBezTo>
                      <a:pt x="15209" y="28704"/>
                      <a:pt x="15209" y="28419"/>
                      <a:pt x="15209" y="28204"/>
                    </a:cubicBezTo>
                    <a:cubicBezTo>
                      <a:pt x="15352" y="27276"/>
                      <a:pt x="14495" y="26562"/>
                      <a:pt x="14423" y="25634"/>
                    </a:cubicBezTo>
                    <a:cubicBezTo>
                      <a:pt x="14281" y="24991"/>
                      <a:pt x="14995" y="23492"/>
                      <a:pt x="14281" y="23135"/>
                    </a:cubicBezTo>
                    <a:cubicBezTo>
                      <a:pt x="14138" y="23064"/>
                      <a:pt x="13995" y="22992"/>
                      <a:pt x="13995" y="22849"/>
                    </a:cubicBezTo>
                    <a:cubicBezTo>
                      <a:pt x="14066" y="22635"/>
                      <a:pt x="14281" y="22492"/>
                      <a:pt x="14423" y="22349"/>
                    </a:cubicBezTo>
                    <a:cubicBezTo>
                      <a:pt x="14529" y="22297"/>
                      <a:pt x="14634" y="22283"/>
                      <a:pt x="14736" y="22283"/>
                    </a:cubicBezTo>
                    <a:cubicBezTo>
                      <a:pt x="14848" y="22283"/>
                      <a:pt x="14955" y="22299"/>
                      <a:pt x="15053" y="22299"/>
                    </a:cubicBezTo>
                    <a:cubicBezTo>
                      <a:pt x="15108" y="22299"/>
                      <a:pt x="15160" y="22294"/>
                      <a:pt x="15209" y="22278"/>
                    </a:cubicBezTo>
                    <a:cubicBezTo>
                      <a:pt x="15566" y="22135"/>
                      <a:pt x="15780" y="21778"/>
                      <a:pt x="16066" y="21564"/>
                    </a:cubicBezTo>
                    <a:cubicBezTo>
                      <a:pt x="16208" y="21493"/>
                      <a:pt x="16351" y="21421"/>
                      <a:pt x="16494" y="21278"/>
                    </a:cubicBezTo>
                    <a:cubicBezTo>
                      <a:pt x="16780" y="20850"/>
                      <a:pt x="17208" y="20564"/>
                      <a:pt x="17779" y="20279"/>
                    </a:cubicBezTo>
                    <a:cubicBezTo>
                      <a:pt x="17993" y="20207"/>
                      <a:pt x="18136" y="19922"/>
                      <a:pt x="18136" y="19636"/>
                    </a:cubicBezTo>
                    <a:cubicBezTo>
                      <a:pt x="18208" y="19136"/>
                      <a:pt x="18922" y="18779"/>
                      <a:pt x="19493" y="18494"/>
                    </a:cubicBezTo>
                    <a:cubicBezTo>
                      <a:pt x="19850" y="18351"/>
                      <a:pt x="20064" y="18137"/>
                      <a:pt x="20350" y="17994"/>
                    </a:cubicBezTo>
                    <a:cubicBezTo>
                      <a:pt x="20849" y="17780"/>
                      <a:pt x="20992" y="17708"/>
                      <a:pt x="21349" y="17423"/>
                    </a:cubicBezTo>
                    <a:cubicBezTo>
                      <a:pt x="21470" y="17378"/>
                      <a:pt x="21597" y="17361"/>
                      <a:pt x="21728" y="17361"/>
                    </a:cubicBezTo>
                    <a:cubicBezTo>
                      <a:pt x="22085" y="17361"/>
                      <a:pt x="22470" y="17485"/>
                      <a:pt x="22827" y="17485"/>
                    </a:cubicBezTo>
                    <a:cubicBezTo>
                      <a:pt x="22958" y="17485"/>
                      <a:pt x="23085" y="17468"/>
                      <a:pt x="23206" y="17423"/>
                    </a:cubicBezTo>
                    <a:cubicBezTo>
                      <a:pt x="23563" y="17209"/>
                      <a:pt x="23920" y="17137"/>
                      <a:pt x="24348" y="17137"/>
                    </a:cubicBezTo>
                    <a:cubicBezTo>
                      <a:pt x="25276" y="16852"/>
                      <a:pt x="26205" y="16209"/>
                      <a:pt x="27133" y="15995"/>
                    </a:cubicBezTo>
                    <a:cubicBezTo>
                      <a:pt x="27347" y="15995"/>
                      <a:pt x="27561" y="15781"/>
                      <a:pt x="27775" y="15781"/>
                    </a:cubicBezTo>
                    <a:cubicBezTo>
                      <a:pt x="28011" y="15781"/>
                      <a:pt x="28197" y="16120"/>
                      <a:pt x="28376" y="16120"/>
                    </a:cubicBezTo>
                    <a:cubicBezTo>
                      <a:pt x="28414" y="16120"/>
                      <a:pt x="28452" y="16104"/>
                      <a:pt x="28489" y="16066"/>
                    </a:cubicBezTo>
                    <a:cubicBezTo>
                      <a:pt x="28846" y="15781"/>
                      <a:pt x="28704" y="15424"/>
                      <a:pt x="28561" y="14995"/>
                    </a:cubicBezTo>
                    <a:cubicBezTo>
                      <a:pt x="28489" y="14710"/>
                      <a:pt x="28846" y="14424"/>
                      <a:pt x="29132" y="14281"/>
                    </a:cubicBezTo>
                    <a:cubicBezTo>
                      <a:pt x="29703" y="13924"/>
                      <a:pt x="29989" y="13139"/>
                      <a:pt x="29703" y="12425"/>
                    </a:cubicBezTo>
                    <a:cubicBezTo>
                      <a:pt x="29703" y="12068"/>
                      <a:pt x="28775" y="11496"/>
                      <a:pt x="29203" y="11211"/>
                    </a:cubicBezTo>
                    <a:cubicBezTo>
                      <a:pt x="29346" y="11068"/>
                      <a:pt x="29632" y="11068"/>
                      <a:pt x="29775" y="11068"/>
                    </a:cubicBezTo>
                    <a:cubicBezTo>
                      <a:pt x="29855" y="11084"/>
                      <a:pt x="29942" y="11093"/>
                      <a:pt x="30031" y="11093"/>
                    </a:cubicBezTo>
                    <a:cubicBezTo>
                      <a:pt x="30338" y="11093"/>
                      <a:pt x="30664" y="10988"/>
                      <a:pt x="30774" y="10711"/>
                    </a:cubicBezTo>
                    <a:cubicBezTo>
                      <a:pt x="31060" y="9711"/>
                      <a:pt x="31988" y="9069"/>
                      <a:pt x="32559" y="8212"/>
                    </a:cubicBezTo>
                    <a:cubicBezTo>
                      <a:pt x="32631" y="7926"/>
                      <a:pt x="32774" y="7641"/>
                      <a:pt x="32702" y="7284"/>
                    </a:cubicBezTo>
                    <a:cubicBezTo>
                      <a:pt x="32631" y="7141"/>
                      <a:pt x="32417" y="7141"/>
                      <a:pt x="32345" y="7070"/>
                    </a:cubicBezTo>
                    <a:cubicBezTo>
                      <a:pt x="32131" y="6427"/>
                      <a:pt x="33059" y="6284"/>
                      <a:pt x="33416" y="5927"/>
                    </a:cubicBezTo>
                    <a:cubicBezTo>
                      <a:pt x="33773" y="5570"/>
                      <a:pt x="34416" y="5356"/>
                      <a:pt x="34416" y="4785"/>
                    </a:cubicBezTo>
                    <a:cubicBezTo>
                      <a:pt x="34344" y="4571"/>
                      <a:pt x="34416" y="4071"/>
                      <a:pt x="34344" y="3928"/>
                    </a:cubicBezTo>
                    <a:cubicBezTo>
                      <a:pt x="34059" y="3785"/>
                      <a:pt x="33702" y="3642"/>
                      <a:pt x="33345" y="3642"/>
                    </a:cubicBezTo>
                    <a:cubicBezTo>
                      <a:pt x="32988" y="3714"/>
                      <a:pt x="32631" y="3714"/>
                      <a:pt x="32417" y="3928"/>
                    </a:cubicBezTo>
                    <a:cubicBezTo>
                      <a:pt x="31988" y="4285"/>
                      <a:pt x="31631" y="4642"/>
                      <a:pt x="31203" y="4928"/>
                    </a:cubicBezTo>
                    <a:cubicBezTo>
                      <a:pt x="31089" y="5003"/>
                      <a:pt x="30991" y="5034"/>
                      <a:pt x="30900" y="5034"/>
                    </a:cubicBezTo>
                    <a:cubicBezTo>
                      <a:pt x="30651" y="5034"/>
                      <a:pt x="30465" y="4799"/>
                      <a:pt x="30203" y="4642"/>
                    </a:cubicBezTo>
                    <a:cubicBezTo>
                      <a:pt x="30159" y="4631"/>
                      <a:pt x="30113" y="4627"/>
                      <a:pt x="30066" y="4627"/>
                    </a:cubicBezTo>
                    <a:cubicBezTo>
                      <a:pt x="29917" y="4627"/>
                      <a:pt x="29756" y="4669"/>
                      <a:pt x="29600" y="4669"/>
                    </a:cubicBezTo>
                    <a:cubicBezTo>
                      <a:pt x="29487" y="4669"/>
                      <a:pt x="29376" y="4647"/>
                      <a:pt x="29275" y="4571"/>
                    </a:cubicBezTo>
                    <a:cubicBezTo>
                      <a:pt x="28918" y="4356"/>
                      <a:pt x="28561" y="4214"/>
                      <a:pt x="28204" y="4142"/>
                    </a:cubicBezTo>
                    <a:cubicBezTo>
                      <a:pt x="27886" y="4079"/>
                      <a:pt x="27568" y="3845"/>
                      <a:pt x="27250" y="3845"/>
                    </a:cubicBezTo>
                    <a:cubicBezTo>
                      <a:pt x="27211" y="3845"/>
                      <a:pt x="27172" y="3849"/>
                      <a:pt x="27133" y="3857"/>
                    </a:cubicBezTo>
                    <a:lnTo>
                      <a:pt x="26919" y="3857"/>
                    </a:lnTo>
                    <a:cubicBezTo>
                      <a:pt x="26847" y="3857"/>
                      <a:pt x="26704" y="3857"/>
                      <a:pt x="26776" y="3714"/>
                    </a:cubicBezTo>
                    <a:cubicBezTo>
                      <a:pt x="27235" y="3197"/>
                      <a:pt x="26771" y="2957"/>
                      <a:pt x="26275" y="2957"/>
                    </a:cubicBezTo>
                    <a:cubicBezTo>
                      <a:pt x="26154" y="2957"/>
                      <a:pt x="26031" y="2972"/>
                      <a:pt x="25919" y="3000"/>
                    </a:cubicBezTo>
                    <a:cubicBezTo>
                      <a:pt x="25740" y="3071"/>
                      <a:pt x="25562" y="3089"/>
                      <a:pt x="25375" y="3089"/>
                    </a:cubicBezTo>
                    <a:cubicBezTo>
                      <a:pt x="25187" y="3089"/>
                      <a:pt x="24991" y="3071"/>
                      <a:pt x="24777" y="3071"/>
                    </a:cubicBezTo>
                    <a:cubicBezTo>
                      <a:pt x="24532" y="3071"/>
                      <a:pt x="24240" y="3024"/>
                      <a:pt x="23956" y="3024"/>
                    </a:cubicBezTo>
                    <a:cubicBezTo>
                      <a:pt x="23742" y="3024"/>
                      <a:pt x="23532" y="3051"/>
                      <a:pt x="23349" y="3143"/>
                    </a:cubicBezTo>
                    <a:cubicBezTo>
                      <a:pt x="22920" y="3428"/>
                      <a:pt x="22206" y="3357"/>
                      <a:pt x="21778" y="3785"/>
                    </a:cubicBezTo>
                    <a:cubicBezTo>
                      <a:pt x="21706" y="3999"/>
                      <a:pt x="21778" y="4142"/>
                      <a:pt x="21706" y="4356"/>
                    </a:cubicBezTo>
                    <a:cubicBezTo>
                      <a:pt x="21563" y="4713"/>
                      <a:pt x="21492" y="5213"/>
                      <a:pt x="21206" y="5570"/>
                    </a:cubicBezTo>
                    <a:cubicBezTo>
                      <a:pt x="20992" y="5784"/>
                      <a:pt x="20564" y="5642"/>
                      <a:pt x="20207" y="5856"/>
                    </a:cubicBezTo>
                    <a:cubicBezTo>
                      <a:pt x="19850" y="5999"/>
                      <a:pt x="19707" y="6427"/>
                      <a:pt x="19350" y="6498"/>
                    </a:cubicBezTo>
                    <a:cubicBezTo>
                      <a:pt x="19309" y="6507"/>
                      <a:pt x="19268" y="6510"/>
                      <a:pt x="19228" y="6510"/>
                    </a:cubicBezTo>
                    <a:cubicBezTo>
                      <a:pt x="18985" y="6510"/>
                      <a:pt x="18742" y="6386"/>
                      <a:pt x="18499" y="6386"/>
                    </a:cubicBezTo>
                    <a:cubicBezTo>
                      <a:pt x="18426" y="6386"/>
                      <a:pt x="18352" y="6398"/>
                      <a:pt x="18279" y="6427"/>
                    </a:cubicBezTo>
                    <a:cubicBezTo>
                      <a:pt x="17993" y="6427"/>
                      <a:pt x="17851" y="6641"/>
                      <a:pt x="17565" y="6641"/>
                    </a:cubicBezTo>
                    <a:cubicBezTo>
                      <a:pt x="17494" y="6641"/>
                      <a:pt x="17351" y="6498"/>
                      <a:pt x="17208" y="6498"/>
                    </a:cubicBezTo>
                    <a:cubicBezTo>
                      <a:pt x="16922" y="6427"/>
                      <a:pt x="16637" y="6498"/>
                      <a:pt x="16351" y="6356"/>
                    </a:cubicBezTo>
                    <a:cubicBezTo>
                      <a:pt x="16118" y="6239"/>
                      <a:pt x="15837" y="6122"/>
                      <a:pt x="15548" y="6122"/>
                    </a:cubicBezTo>
                    <a:cubicBezTo>
                      <a:pt x="15483" y="6122"/>
                      <a:pt x="15417" y="6128"/>
                      <a:pt x="15352" y="6141"/>
                    </a:cubicBezTo>
                    <a:cubicBezTo>
                      <a:pt x="14780" y="6356"/>
                      <a:pt x="14066" y="6356"/>
                      <a:pt x="13495" y="6641"/>
                    </a:cubicBezTo>
                    <a:cubicBezTo>
                      <a:pt x="13352" y="6713"/>
                      <a:pt x="13209" y="6855"/>
                      <a:pt x="13067" y="6998"/>
                    </a:cubicBezTo>
                    <a:cubicBezTo>
                      <a:pt x="12781" y="7212"/>
                      <a:pt x="12424" y="7284"/>
                      <a:pt x="12138" y="7284"/>
                    </a:cubicBezTo>
                    <a:cubicBezTo>
                      <a:pt x="11892" y="7333"/>
                      <a:pt x="11680" y="7416"/>
                      <a:pt x="11478" y="7416"/>
                    </a:cubicBezTo>
                    <a:cubicBezTo>
                      <a:pt x="11387" y="7416"/>
                      <a:pt x="11299" y="7399"/>
                      <a:pt x="11210" y="7355"/>
                    </a:cubicBezTo>
                    <a:cubicBezTo>
                      <a:pt x="10782" y="7212"/>
                      <a:pt x="10639" y="6713"/>
                      <a:pt x="10282" y="6641"/>
                    </a:cubicBezTo>
                    <a:cubicBezTo>
                      <a:pt x="10139" y="6570"/>
                      <a:pt x="9996" y="6570"/>
                      <a:pt x="9854" y="6427"/>
                    </a:cubicBezTo>
                    <a:cubicBezTo>
                      <a:pt x="9639" y="6213"/>
                      <a:pt x="9497" y="5784"/>
                      <a:pt x="9211" y="5570"/>
                    </a:cubicBezTo>
                    <a:cubicBezTo>
                      <a:pt x="9068" y="5356"/>
                      <a:pt x="8854" y="5356"/>
                      <a:pt x="8640" y="5213"/>
                    </a:cubicBezTo>
                    <a:cubicBezTo>
                      <a:pt x="8497" y="5142"/>
                      <a:pt x="8283" y="4928"/>
                      <a:pt x="8140" y="4785"/>
                    </a:cubicBezTo>
                    <a:cubicBezTo>
                      <a:pt x="7926" y="4571"/>
                      <a:pt x="7783" y="4214"/>
                      <a:pt x="7497" y="4071"/>
                    </a:cubicBezTo>
                    <a:cubicBezTo>
                      <a:pt x="6998" y="3928"/>
                      <a:pt x="6712" y="3428"/>
                      <a:pt x="6355" y="3071"/>
                    </a:cubicBezTo>
                    <a:cubicBezTo>
                      <a:pt x="6069" y="2857"/>
                      <a:pt x="5926" y="2643"/>
                      <a:pt x="5926" y="2286"/>
                    </a:cubicBezTo>
                    <a:cubicBezTo>
                      <a:pt x="5926" y="2143"/>
                      <a:pt x="5998" y="1929"/>
                      <a:pt x="5926" y="1786"/>
                    </a:cubicBezTo>
                    <a:cubicBezTo>
                      <a:pt x="5784" y="1572"/>
                      <a:pt x="5427" y="1572"/>
                      <a:pt x="5355" y="1286"/>
                    </a:cubicBezTo>
                    <a:cubicBezTo>
                      <a:pt x="5284" y="1286"/>
                      <a:pt x="5284" y="1143"/>
                      <a:pt x="5284" y="1143"/>
                    </a:cubicBezTo>
                    <a:cubicBezTo>
                      <a:pt x="5284" y="715"/>
                      <a:pt x="5712" y="429"/>
                      <a:pt x="5855" y="72"/>
                    </a:cubicBezTo>
                    <a:cubicBezTo>
                      <a:pt x="5855" y="1"/>
                      <a:pt x="5855" y="1"/>
                      <a:pt x="58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9"/>
              <p:cNvSpPr/>
              <p:nvPr/>
            </p:nvSpPr>
            <p:spPr>
              <a:xfrm>
                <a:off x="2362325" y="2145250"/>
                <a:ext cx="860400" cy="797000"/>
              </a:xfrm>
              <a:custGeom>
                <a:rect b="b" l="l" r="r" t="t"/>
                <a:pathLst>
                  <a:path extrusionOk="0" fill="none" h="31880" w="34416">
                    <a:moveTo>
                      <a:pt x="1714" y="22421"/>
                    </a:moveTo>
                    <a:cubicBezTo>
                      <a:pt x="1642" y="22349"/>
                      <a:pt x="1500" y="22207"/>
                      <a:pt x="1357" y="22278"/>
                    </a:cubicBezTo>
                    <a:cubicBezTo>
                      <a:pt x="1285" y="22278"/>
                      <a:pt x="1214" y="22278"/>
                      <a:pt x="1214" y="22349"/>
                    </a:cubicBezTo>
                    <a:cubicBezTo>
                      <a:pt x="1071" y="22349"/>
                      <a:pt x="786" y="22421"/>
                      <a:pt x="714" y="22564"/>
                    </a:cubicBezTo>
                    <a:cubicBezTo>
                      <a:pt x="714" y="22564"/>
                      <a:pt x="857" y="22564"/>
                      <a:pt x="928" y="22564"/>
                    </a:cubicBezTo>
                    <a:cubicBezTo>
                      <a:pt x="928" y="22635"/>
                      <a:pt x="928" y="22706"/>
                      <a:pt x="928" y="22706"/>
                    </a:cubicBezTo>
                    <a:cubicBezTo>
                      <a:pt x="928" y="22778"/>
                      <a:pt x="857" y="22849"/>
                      <a:pt x="928" y="22921"/>
                    </a:cubicBezTo>
                    <a:cubicBezTo>
                      <a:pt x="928" y="22921"/>
                      <a:pt x="928" y="22992"/>
                      <a:pt x="928" y="23064"/>
                    </a:cubicBezTo>
                    <a:cubicBezTo>
                      <a:pt x="1071" y="23064"/>
                      <a:pt x="1143" y="23064"/>
                      <a:pt x="1285" y="22992"/>
                    </a:cubicBezTo>
                    <a:cubicBezTo>
                      <a:pt x="1357" y="22992"/>
                      <a:pt x="1500" y="22921"/>
                      <a:pt x="1571" y="22921"/>
                    </a:cubicBezTo>
                    <a:cubicBezTo>
                      <a:pt x="1785" y="22849"/>
                      <a:pt x="1857" y="22564"/>
                      <a:pt x="1714" y="22421"/>
                    </a:cubicBezTo>
                    <a:close/>
                    <a:moveTo>
                      <a:pt x="2999" y="20564"/>
                    </a:moveTo>
                    <a:cubicBezTo>
                      <a:pt x="2856" y="20636"/>
                      <a:pt x="2856" y="20636"/>
                      <a:pt x="2856" y="20636"/>
                    </a:cubicBezTo>
                    <a:cubicBezTo>
                      <a:pt x="2856" y="20707"/>
                      <a:pt x="2856" y="20707"/>
                      <a:pt x="2856" y="20707"/>
                    </a:cubicBezTo>
                    <a:cubicBezTo>
                      <a:pt x="2785" y="20707"/>
                      <a:pt x="2785" y="20707"/>
                      <a:pt x="2785" y="20707"/>
                    </a:cubicBezTo>
                    <a:cubicBezTo>
                      <a:pt x="2713" y="20707"/>
                      <a:pt x="2713" y="20707"/>
                      <a:pt x="2713" y="20707"/>
                    </a:cubicBezTo>
                    <a:cubicBezTo>
                      <a:pt x="2642" y="20707"/>
                      <a:pt x="2642" y="20707"/>
                      <a:pt x="2642" y="20707"/>
                    </a:cubicBezTo>
                    <a:cubicBezTo>
                      <a:pt x="2642" y="20779"/>
                      <a:pt x="2642" y="20779"/>
                      <a:pt x="2642" y="20779"/>
                    </a:cubicBezTo>
                    <a:cubicBezTo>
                      <a:pt x="2642" y="20779"/>
                      <a:pt x="2642" y="20779"/>
                      <a:pt x="2642" y="20779"/>
                    </a:cubicBezTo>
                    <a:cubicBezTo>
                      <a:pt x="2642" y="20850"/>
                      <a:pt x="2642" y="20850"/>
                      <a:pt x="2642" y="20850"/>
                    </a:cubicBezTo>
                    <a:cubicBezTo>
                      <a:pt x="2713" y="20850"/>
                      <a:pt x="2713" y="20850"/>
                      <a:pt x="2713" y="20850"/>
                    </a:cubicBezTo>
                    <a:cubicBezTo>
                      <a:pt x="2713" y="20779"/>
                      <a:pt x="2713" y="20779"/>
                      <a:pt x="2713" y="20779"/>
                    </a:cubicBezTo>
                    <a:cubicBezTo>
                      <a:pt x="2785" y="20779"/>
                      <a:pt x="2785" y="20779"/>
                      <a:pt x="2785" y="20779"/>
                    </a:cubicBezTo>
                    <a:cubicBezTo>
                      <a:pt x="2785" y="20779"/>
                      <a:pt x="2785" y="20779"/>
                      <a:pt x="2785" y="20779"/>
                    </a:cubicBezTo>
                    <a:cubicBezTo>
                      <a:pt x="2856" y="20779"/>
                      <a:pt x="2856" y="20779"/>
                      <a:pt x="2856" y="20779"/>
                    </a:cubicBezTo>
                    <a:cubicBezTo>
                      <a:pt x="2856" y="20850"/>
                      <a:pt x="2856" y="20850"/>
                      <a:pt x="2856" y="20850"/>
                    </a:cubicBezTo>
                    <a:cubicBezTo>
                      <a:pt x="2856" y="20921"/>
                      <a:pt x="2856" y="20921"/>
                      <a:pt x="2856" y="20921"/>
                    </a:cubicBezTo>
                    <a:cubicBezTo>
                      <a:pt x="2928" y="20850"/>
                      <a:pt x="2928" y="20850"/>
                      <a:pt x="2928" y="20850"/>
                    </a:cubicBezTo>
                    <a:cubicBezTo>
                      <a:pt x="3070" y="20707"/>
                      <a:pt x="3070" y="20707"/>
                      <a:pt x="3070" y="20707"/>
                    </a:cubicBezTo>
                    <a:cubicBezTo>
                      <a:pt x="3142" y="20564"/>
                      <a:pt x="3142" y="20564"/>
                      <a:pt x="3142" y="20564"/>
                    </a:cubicBezTo>
                    <a:cubicBezTo>
                      <a:pt x="3070" y="20564"/>
                      <a:pt x="3070" y="20564"/>
                      <a:pt x="3070" y="20564"/>
                    </a:cubicBezTo>
                    <a:close/>
                    <a:moveTo>
                      <a:pt x="1071" y="9711"/>
                    </a:moveTo>
                    <a:cubicBezTo>
                      <a:pt x="1071" y="9783"/>
                      <a:pt x="1071" y="9783"/>
                      <a:pt x="1071" y="9783"/>
                    </a:cubicBezTo>
                    <a:cubicBezTo>
                      <a:pt x="1071" y="9783"/>
                      <a:pt x="1071" y="9783"/>
                      <a:pt x="1071" y="9783"/>
                    </a:cubicBezTo>
                    <a:cubicBezTo>
                      <a:pt x="1143" y="9854"/>
                      <a:pt x="1143" y="9854"/>
                      <a:pt x="1143" y="9854"/>
                    </a:cubicBezTo>
                    <a:cubicBezTo>
                      <a:pt x="1143" y="9854"/>
                      <a:pt x="1143" y="9854"/>
                      <a:pt x="1143" y="9854"/>
                    </a:cubicBezTo>
                    <a:cubicBezTo>
                      <a:pt x="1143" y="9854"/>
                      <a:pt x="1143" y="9854"/>
                      <a:pt x="1143" y="9854"/>
                    </a:cubicBezTo>
                    <a:cubicBezTo>
                      <a:pt x="1143" y="9783"/>
                      <a:pt x="1143" y="9783"/>
                      <a:pt x="1143" y="9783"/>
                    </a:cubicBezTo>
                    <a:cubicBezTo>
                      <a:pt x="1143" y="9711"/>
                      <a:pt x="1143" y="9711"/>
                      <a:pt x="1143" y="9711"/>
                    </a:cubicBezTo>
                    <a:cubicBezTo>
                      <a:pt x="1143" y="9640"/>
                      <a:pt x="1143" y="9640"/>
                      <a:pt x="1143" y="9640"/>
                    </a:cubicBezTo>
                    <a:cubicBezTo>
                      <a:pt x="1143" y="9569"/>
                      <a:pt x="1143" y="9569"/>
                      <a:pt x="1143" y="9569"/>
                    </a:cubicBezTo>
                    <a:cubicBezTo>
                      <a:pt x="1143" y="9640"/>
                      <a:pt x="1143" y="9640"/>
                      <a:pt x="1143" y="9640"/>
                    </a:cubicBezTo>
                    <a:cubicBezTo>
                      <a:pt x="1071" y="9640"/>
                      <a:pt x="1071" y="9640"/>
                      <a:pt x="1071" y="9640"/>
                    </a:cubicBezTo>
                    <a:cubicBezTo>
                      <a:pt x="1071" y="9640"/>
                      <a:pt x="1071" y="9640"/>
                      <a:pt x="1071" y="9640"/>
                    </a:cubicBezTo>
                    <a:cubicBezTo>
                      <a:pt x="1071" y="9640"/>
                      <a:pt x="1071" y="9640"/>
                      <a:pt x="1071" y="9640"/>
                    </a:cubicBezTo>
                    <a:cubicBezTo>
                      <a:pt x="1071" y="9640"/>
                      <a:pt x="1071" y="9640"/>
                      <a:pt x="1071" y="9640"/>
                    </a:cubicBezTo>
                    <a:cubicBezTo>
                      <a:pt x="1000" y="9711"/>
                      <a:pt x="1000" y="9711"/>
                      <a:pt x="1000" y="9711"/>
                    </a:cubicBezTo>
                    <a:cubicBezTo>
                      <a:pt x="1000" y="9711"/>
                      <a:pt x="1000" y="9711"/>
                      <a:pt x="1000" y="9711"/>
                    </a:cubicBezTo>
                    <a:cubicBezTo>
                      <a:pt x="1000" y="9711"/>
                      <a:pt x="1000" y="9711"/>
                      <a:pt x="1000" y="9711"/>
                    </a:cubicBezTo>
                    <a:close/>
                    <a:moveTo>
                      <a:pt x="143" y="7998"/>
                    </a:moveTo>
                    <a:cubicBezTo>
                      <a:pt x="143" y="8069"/>
                      <a:pt x="143" y="8069"/>
                      <a:pt x="143" y="8069"/>
                    </a:cubicBezTo>
                    <a:cubicBezTo>
                      <a:pt x="214" y="8141"/>
                      <a:pt x="214" y="8141"/>
                      <a:pt x="214" y="8141"/>
                    </a:cubicBezTo>
                    <a:cubicBezTo>
                      <a:pt x="214" y="8212"/>
                      <a:pt x="214" y="8212"/>
                      <a:pt x="214" y="8212"/>
                    </a:cubicBezTo>
                    <a:cubicBezTo>
                      <a:pt x="286" y="8283"/>
                      <a:pt x="286" y="8283"/>
                      <a:pt x="286" y="8283"/>
                    </a:cubicBezTo>
                    <a:cubicBezTo>
                      <a:pt x="357" y="8212"/>
                      <a:pt x="357" y="8212"/>
                      <a:pt x="357" y="8212"/>
                    </a:cubicBezTo>
                    <a:cubicBezTo>
                      <a:pt x="286" y="8069"/>
                      <a:pt x="286" y="8069"/>
                      <a:pt x="286" y="8069"/>
                    </a:cubicBezTo>
                    <a:cubicBezTo>
                      <a:pt x="286" y="8069"/>
                      <a:pt x="286" y="8069"/>
                      <a:pt x="286" y="8069"/>
                    </a:cubicBezTo>
                    <a:cubicBezTo>
                      <a:pt x="214" y="8069"/>
                      <a:pt x="214" y="8069"/>
                      <a:pt x="214" y="8069"/>
                    </a:cubicBezTo>
                    <a:cubicBezTo>
                      <a:pt x="214" y="7926"/>
                      <a:pt x="214" y="7926"/>
                      <a:pt x="214" y="7926"/>
                    </a:cubicBezTo>
                    <a:cubicBezTo>
                      <a:pt x="214" y="7784"/>
                      <a:pt x="214" y="7784"/>
                      <a:pt x="214" y="7784"/>
                    </a:cubicBezTo>
                    <a:cubicBezTo>
                      <a:pt x="143" y="7855"/>
                      <a:pt x="143" y="7855"/>
                      <a:pt x="143" y="7855"/>
                    </a:cubicBezTo>
                    <a:cubicBezTo>
                      <a:pt x="143" y="7926"/>
                      <a:pt x="143" y="7926"/>
                      <a:pt x="143" y="7926"/>
                    </a:cubicBezTo>
                    <a:close/>
                    <a:moveTo>
                      <a:pt x="286" y="23206"/>
                    </a:moveTo>
                    <a:cubicBezTo>
                      <a:pt x="72" y="23278"/>
                      <a:pt x="72" y="23278"/>
                      <a:pt x="72" y="23278"/>
                    </a:cubicBezTo>
                    <a:cubicBezTo>
                      <a:pt x="0" y="23349"/>
                      <a:pt x="0" y="23349"/>
                      <a:pt x="0" y="23349"/>
                    </a:cubicBezTo>
                    <a:cubicBezTo>
                      <a:pt x="286" y="23421"/>
                      <a:pt x="286" y="23421"/>
                      <a:pt x="286" y="23421"/>
                    </a:cubicBezTo>
                    <a:cubicBezTo>
                      <a:pt x="500" y="23349"/>
                      <a:pt x="500" y="23349"/>
                      <a:pt x="500" y="23349"/>
                    </a:cubicBezTo>
                    <a:cubicBezTo>
                      <a:pt x="643" y="23278"/>
                      <a:pt x="643" y="23278"/>
                      <a:pt x="643" y="23278"/>
                    </a:cubicBezTo>
                    <a:cubicBezTo>
                      <a:pt x="500" y="23278"/>
                      <a:pt x="500" y="23278"/>
                      <a:pt x="500" y="23278"/>
                    </a:cubicBezTo>
                    <a:close/>
                    <a:moveTo>
                      <a:pt x="9354" y="30489"/>
                    </a:moveTo>
                    <a:cubicBezTo>
                      <a:pt x="9354" y="30418"/>
                      <a:pt x="9354" y="30418"/>
                      <a:pt x="9354" y="30418"/>
                    </a:cubicBezTo>
                    <a:cubicBezTo>
                      <a:pt x="9282" y="30418"/>
                      <a:pt x="9282" y="30418"/>
                      <a:pt x="9282" y="30418"/>
                    </a:cubicBezTo>
                    <a:cubicBezTo>
                      <a:pt x="9211" y="30418"/>
                      <a:pt x="9211" y="30418"/>
                      <a:pt x="9211" y="30418"/>
                    </a:cubicBezTo>
                    <a:cubicBezTo>
                      <a:pt x="9211" y="30489"/>
                      <a:pt x="9211" y="30489"/>
                      <a:pt x="9211" y="30489"/>
                    </a:cubicBezTo>
                    <a:cubicBezTo>
                      <a:pt x="9068" y="30632"/>
                      <a:pt x="9068" y="30632"/>
                      <a:pt x="9068" y="30632"/>
                    </a:cubicBezTo>
                    <a:cubicBezTo>
                      <a:pt x="9068" y="30703"/>
                      <a:pt x="9068" y="30703"/>
                      <a:pt x="9068" y="30703"/>
                    </a:cubicBezTo>
                    <a:cubicBezTo>
                      <a:pt x="9068" y="30703"/>
                      <a:pt x="9068" y="30703"/>
                      <a:pt x="9068" y="30703"/>
                    </a:cubicBezTo>
                    <a:cubicBezTo>
                      <a:pt x="9140" y="30703"/>
                      <a:pt x="9140" y="30703"/>
                      <a:pt x="9140" y="30703"/>
                    </a:cubicBezTo>
                    <a:cubicBezTo>
                      <a:pt x="9140" y="30703"/>
                      <a:pt x="9140" y="30703"/>
                      <a:pt x="9140" y="30703"/>
                    </a:cubicBezTo>
                    <a:cubicBezTo>
                      <a:pt x="9211" y="30775"/>
                      <a:pt x="9211" y="30775"/>
                      <a:pt x="9211" y="30775"/>
                    </a:cubicBezTo>
                    <a:cubicBezTo>
                      <a:pt x="9282" y="30775"/>
                      <a:pt x="9282" y="30775"/>
                      <a:pt x="9282" y="30775"/>
                    </a:cubicBezTo>
                    <a:cubicBezTo>
                      <a:pt x="9282" y="30775"/>
                      <a:pt x="9282" y="30775"/>
                      <a:pt x="9282" y="30775"/>
                    </a:cubicBezTo>
                    <a:cubicBezTo>
                      <a:pt x="9354" y="30775"/>
                      <a:pt x="9354" y="30775"/>
                      <a:pt x="9354" y="30775"/>
                    </a:cubicBezTo>
                    <a:cubicBezTo>
                      <a:pt x="9425" y="30775"/>
                      <a:pt x="9425" y="30775"/>
                      <a:pt x="9425" y="30775"/>
                    </a:cubicBezTo>
                    <a:cubicBezTo>
                      <a:pt x="9425" y="30703"/>
                      <a:pt x="9425" y="30703"/>
                      <a:pt x="9425" y="30703"/>
                    </a:cubicBezTo>
                    <a:cubicBezTo>
                      <a:pt x="9425" y="30632"/>
                      <a:pt x="9425" y="30632"/>
                      <a:pt x="9425" y="30632"/>
                    </a:cubicBezTo>
                    <a:cubicBezTo>
                      <a:pt x="9354" y="30489"/>
                      <a:pt x="9354" y="30489"/>
                      <a:pt x="9354" y="30489"/>
                    </a:cubicBezTo>
                    <a:close/>
                    <a:moveTo>
                      <a:pt x="34416" y="4785"/>
                    </a:moveTo>
                    <a:cubicBezTo>
                      <a:pt x="34344" y="4571"/>
                      <a:pt x="34416" y="4071"/>
                      <a:pt x="34344" y="3928"/>
                    </a:cubicBezTo>
                    <a:cubicBezTo>
                      <a:pt x="34059" y="3785"/>
                      <a:pt x="33702" y="3642"/>
                      <a:pt x="33345" y="3642"/>
                    </a:cubicBezTo>
                    <a:cubicBezTo>
                      <a:pt x="32988" y="3714"/>
                      <a:pt x="32631" y="3714"/>
                      <a:pt x="32417" y="3928"/>
                    </a:cubicBezTo>
                    <a:cubicBezTo>
                      <a:pt x="31988" y="4285"/>
                      <a:pt x="31631" y="4642"/>
                      <a:pt x="31203" y="4928"/>
                    </a:cubicBezTo>
                    <a:cubicBezTo>
                      <a:pt x="30774" y="5213"/>
                      <a:pt x="30560" y="4856"/>
                      <a:pt x="30203" y="4642"/>
                    </a:cubicBezTo>
                    <a:cubicBezTo>
                      <a:pt x="29917" y="4571"/>
                      <a:pt x="29560" y="4785"/>
                      <a:pt x="29275" y="4571"/>
                    </a:cubicBezTo>
                    <a:cubicBezTo>
                      <a:pt x="28918" y="4356"/>
                      <a:pt x="28561" y="4214"/>
                      <a:pt x="28204" y="4142"/>
                    </a:cubicBezTo>
                    <a:cubicBezTo>
                      <a:pt x="27847" y="4071"/>
                      <a:pt x="27490" y="3785"/>
                      <a:pt x="27133" y="3857"/>
                    </a:cubicBezTo>
                    <a:cubicBezTo>
                      <a:pt x="27061" y="3857"/>
                      <a:pt x="26990" y="3857"/>
                      <a:pt x="26919" y="3857"/>
                    </a:cubicBezTo>
                    <a:cubicBezTo>
                      <a:pt x="26847" y="3857"/>
                      <a:pt x="26704" y="3857"/>
                      <a:pt x="26776" y="3714"/>
                    </a:cubicBezTo>
                    <a:cubicBezTo>
                      <a:pt x="27347" y="3071"/>
                      <a:pt x="26490" y="2857"/>
                      <a:pt x="25919" y="3000"/>
                    </a:cubicBezTo>
                    <a:cubicBezTo>
                      <a:pt x="25562" y="3143"/>
                      <a:pt x="25205" y="3071"/>
                      <a:pt x="24777" y="3071"/>
                    </a:cubicBezTo>
                    <a:cubicBezTo>
                      <a:pt x="24348" y="3071"/>
                      <a:pt x="23777" y="2928"/>
                      <a:pt x="23349" y="3143"/>
                    </a:cubicBezTo>
                    <a:cubicBezTo>
                      <a:pt x="22920" y="3428"/>
                      <a:pt x="22206" y="3357"/>
                      <a:pt x="21778" y="3785"/>
                    </a:cubicBezTo>
                    <a:cubicBezTo>
                      <a:pt x="21706" y="3999"/>
                      <a:pt x="21778" y="4142"/>
                      <a:pt x="21706" y="4356"/>
                    </a:cubicBezTo>
                    <a:cubicBezTo>
                      <a:pt x="21563" y="4713"/>
                      <a:pt x="21492" y="5213"/>
                      <a:pt x="21206" y="5570"/>
                    </a:cubicBezTo>
                    <a:cubicBezTo>
                      <a:pt x="20992" y="5784"/>
                      <a:pt x="20564" y="5642"/>
                      <a:pt x="20207" y="5856"/>
                    </a:cubicBezTo>
                    <a:cubicBezTo>
                      <a:pt x="19850" y="5999"/>
                      <a:pt x="19707" y="6427"/>
                      <a:pt x="19350" y="6498"/>
                    </a:cubicBezTo>
                    <a:cubicBezTo>
                      <a:pt x="18993" y="6570"/>
                      <a:pt x="18636" y="6284"/>
                      <a:pt x="18279" y="6427"/>
                    </a:cubicBezTo>
                    <a:cubicBezTo>
                      <a:pt x="17993" y="6427"/>
                      <a:pt x="17851" y="6641"/>
                      <a:pt x="17565" y="6641"/>
                    </a:cubicBezTo>
                    <a:cubicBezTo>
                      <a:pt x="17494" y="6641"/>
                      <a:pt x="17351" y="6498"/>
                      <a:pt x="17208" y="6498"/>
                    </a:cubicBezTo>
                    <a:cubicBezTo>
                      <a:pt x="16922" y="6427"/>
                      <a:pt x="16637" y="6498"/>
                      <a:pt x="16351" y="6356"/>
                    </a:cubicBezTo>
                    <a:cubicBezTo>
                      <a:pt x="16066" y="6213"/>
                      <a:pt x="15709" y="6070"/>
                      <a:pt x="15352" y="6141"/>
                    </a:cubicBezTo>
                    <a:cubicBezTo>
                      <a:pt x="14780" y="6356"/>
                      <a:pt x="14066" y="6356"/>
                      <a:pt x="13495" y="6641"/>
                    </a:cubicBezTo>
                    <a:cubicBezTo>
                      <a:pt x="13352" y="6713"/>
                      <a:pt x="13209" y="6855"/>
                      <a:pt x="13067" y="6998"/>
                    </a:cubicBezTo>
                    <a:cubicBezTo>
                      <a:pt x="12781" y="7212"/>
                      <a:pt x="12424" y="7284"/>
                      <a:pt x="12138" y="7284"/>
                    </a:cubicBezTo>
                    <a:cubicBezTo>
                      <a:pt x="11781" y="7355"/>
                      <a:pt x="11496" y="7498"/>
                      <a:pt x="11210" y="7355"/>
                    </a:cubicBezTo>
                    <a:cubicBezTo>
                      <a:pt x="10782" y="7212"/>
                      <a:pt x="10639" y="6713"/>
                      <a:pt x="10282" y="6641"/>
                    </a:cubicBezTo>
                    <a:cubicBezTo>
                      <a:pt x="10139" y="6570"/>
                      <a:pt x="9996" y="6570"/>
                      <a:pt x="9854" y="6427"/>
                    </a:cubicBezTo>
                    <a:cubicBezTo>
                      <a:pt x="9639" y="6213"/>
                      <a:pt x="9497" y="5784"/>
                      <a:pt x="9211" y="5570"/>
                    </a:cubicBezTo>
                    <a:cubicBezTo>
                      <a:pt x="9068" y="5356"/>
                      <a:pt x="8854" y="5356"/>
                      <a:pt x="8640" y="5213"/>
                    </a:cubicBezTo>
                    <a:cubicBezTo>
                      <a:pt x="8497" y="5142"/>
                      <a:pt x="8283" y="4928"/>
                      <a:pt x="8140" y="4785"/>
                    </a:cubicBezTo>
                    <a:cubicBezTo>
                      <a:pt x="7926" y="4571"/>
                      <a:pt x="7783" y="4214"/>
                      <a:pt x="7497" y="4071"/>
                    </a:cubicBezTo>
                    <a:cubicBezTo>
                      <a:pt x="6998" y="3928"/>
                      <a:pt x="6712" y="3428"/>
                      <a:pt x="6355" y="3071"/>
                    </a:cubicBezTo>
                    <a:cubicBezTo>
                      <a:pt x="6069" y="2857"/>
                      <a:pt x="5926" y="2643"/>
                      <a:pt x="5926" y="2286"/>
                    </a:cubicBezTo>
                    <a:cubicBezTo>
                      <a:pt x="5926" y="2143"/>
                      <a:pt x="5998" y="1929"/>
                      <a:pt x="5926" y="1786"/>
                    </a:cubicBezTo>
                    <a:cubicBezTo>
                      <a:pt x="5784" y="1572"/>
                      <a:pt x="5427" y="1572"/>
                      <a:pt x="5355" y="1286"/>
                    </a:cubicBezTo>
                    <a:cubicBezTo>
                      <a:pt x="5284" y="1286"/>
                      <a:pt x="5284" y="1143"/>
                      <a:pt x="5284" y="1143"/>
                    </a:cubicBezTo>
                    <a:cubicBezTo>
                      <a:pt x="5284" y="715"/>
                      <a:pt x="5712" y="429"/>
                      <a:pt x="5855" y="72"/>
                    </a:cubicBezTo>
                    <a:cubicBezTo>
                      <a:pt x="5855" y="1"/>
                      <a:pt x="5855" y="1"/>
                      <a:pt x="5855" y="1"/>
                    </a:cubicBezTo>
                    <a:cubicBezTo>
                      <a:pt x="5712" y="144"/>
                      <a:pt x="5569" y="286"/>
                      <a:pt x="5355" y="358"/>
                    </a:cubicBezTo>
                    <a:cubicBezTo>
                      <a:pt x="4998" y="572"/>
                      <a:pt x="4356" y="429"/>
                      <a:pt x="4141" y="858"/>
                    </a:cubicBezTo>
                    <a:cubicBezTo>
                      <a:pt x="3999" y="1000"/>
                      <a:pt x="3999" y="1286"/>
                      <a:pt x="3927" y="1429"/>
                    </a:cubicBezTo>
                    <a:cubicBezTo>
                      <a:pt x="3856" y="1500"/>
                      <a:pt x="3927" y="1500"/>
                      <a:pt x="3999" y="1572"/>
                    </a:cubicBezTo>
                    <a:cubicBezTo>
                      <a:pt x="3999" y="1572"/>
                      <a:pt x="3999" y="1643"/>
                      <a:pt x="3927" y="1714"/>
                    </a:cubicBezTo>
                    <a:cubicBezTo>
                      <a:pt x="3642" y="2357"/>
                      <a:pt x="3070" y="2643"/>
                      <a:pt x="2571" y="3071"/>
                    </a:cubicBezTo>
                    <a:cubicBezTo>
                      <a:pt x="2214" y="3428"/>
                      <a:pt x="2428" y="4071"/>
                      <a:pt x="2214" y="4428"/>
                    </a:cubicBezTo>
                    <a:cubicBezTo>
                      <a:pt x="2142" y="4571"/>
                      <a:pt x="1999" y="4785"/>
                      <a:pt x="1999" y="4928"/>
                    </a:cubicBezTo>
                    <a:cubicBezTo>
                      <a:pt x="1928" y="5070"/>
                      <a:pt x="1999" y="5142"/>
                      <a:pt x="2142" y="5142"/>
                    </a:cubicBezTo>
                    <a:cubicBezTo>
                      <a:pt x="2571" y="5142"/>
                      <a:pt x="2856" y="4785"/>
                      <a:pt x="3070" y="4428"/>
                    </a:cubicBezTo>
                    <a:cubicBezTo>
                      <a:pt x="3213" y="4356"/>
                      <a:pt x="3213" y="4214"/>
                      <a:pt x="3356" y="4142"/>
                    </a:cubicBezTo>
                    <a:cubicBezTo>
                      <a:pt x="3427" y="4142"/>
                      <a:pt x="3427" y="4142"/>
                      <a:pt x="3427" y="4214"/>
                    </a:cubicBezTo>
                    <a:cubicBezTo>
                      <a:pt x="3356" y="4356"/>
                      <a:pt x="3213" y="4499"/>
                      <a:pt x="3142" y="4642"/>
                    </a:cubicBezTo>
                    <a:cubicBezTo>
                      <a:pt x="2785" y="5142"/>
                      <a:pt x="2285" y="5213"/>
                      <a:pt x="1785" y="5427"/>
                    </a:cubicBezTo>
                    <a:cubicBezTo>
                      <a:pt x="1214" y="5642"/>
                      <a:pt x="1857" y="6284"/>
                      <a:pt x="1785" y="6784"/>
                    </a:cubicBezTo>
                    <a:cubicBezTo>
                      <a:pt x="1785" y="6927"/>
                      <a:pt x="1714" y="6998"/>
                      <a:pt x="1642" y="7141"/>
                    </a:cubicBezTo>
                    <a:cubicBezTo>
                      <a:pt x="1500" y="7284"/>
                      <a:pt x="1214" y="7355"/>
                      <a:pt x="1143" y="7569"/>
                    </a:cubicBezTo>
                    <a:cubicBezTo>
                      <a:pt x="1071" y="7998"/>
                      <a:pt x="1357" y="8498"/>
                      <a:pt x="1500" y="8926"/>
                    </a:cubicBezTo>
                    <a:cubicBezTo>
                      <a:pt x="1500" y="9212"/>
                      <a:pt x="1428" y="9426"/>
                      <a:pt x="1500" y="9711"/>
                    </a:cubicBezTo>
                    <a:cubicBezTo>
                      <a:pt x="1571" y="9997"/>
                      <a:pt x="1571" y="10283"/>
                      <a:pt x="1500" y="10568"/>
                    </a:cubicBezTo>
                    <a:cubicBezTo>
                      <a:pt x="1571" y="10925"/>
                      <a:pt x="2071" y="10925"/>
                      <a:pt x="2285" y="11068"/>
                    </a:cubicBezTo>
                    <a:cubicBezTo>
                      <a:pt x="2642" y="11282"/>
                      <a:pt x="2785" y="11853"/>
                      <a:pt x="3070" y="12139"/>
                    </a:cubicBezTo>
                    <a:cubicBezTo>
                      <a:pt x="3213" y="12210"/>
                      <a:pt x="3356" y="12353"/>
                      <a:pt x="3499" y="12496"/>
                    </a:cubicBezTo>
                    <a:cubicBezTo>
                      <a:pt x="3784" y="12710"/>
                      <a:pt x="3427" y="12639"/>
                      <a:pt x="3213" y="12639"/>
                    </a:cubicBezTo>
                    <a:cubicBezTo>
                      <a:pt x="2856" y="12639"/>
                      <a:pt x="2999" y="12996"/>
                      <a:pt x="3070" y="13282"/>
                    </a:cubicBezTo>
                    <a:cubicBezTo>
                      <a:pt x="3142" y="13567"/>
                      <a:pt x="3142" y="13853"/>
                      <a:pt x="3213" y="14067"/>
                    </a:cubicBezTo>
                    <a:cubicBezTo>
                      <a:pt x="3213" y="14210"/>
                      <a:pt x="2928" y="14067"/>
                      <a:pt x="2785" y="14067"/>
                    </a:cubicBezTo>
                    <a:cubicBezTo>
                      <a:pt x="2571" y="14067"/>
                      <a:pt x="2285" y="14138"/>
                      <a:pt x="2356" y="14353"/>
                    </a:cubicBezTo>
                    <a:cubicBezTo>
                      <a:pt x="2571" y="14495"/>
                      <a:pt x="2713" y="14852"/>
                      <a:pt x="2642" y="15138"/>
                    </a:cubicBezTo>
                    <a:cubicBezTo>
                      <a:pt x="2571" y="15566"/>
                      <a:pt x="2713" y="16066"/>
                      <a:pt x="3070" y="16209"/>
                    </a:cubicBezTo>
                    <a:cubicBezTo>
                      <a:pt x="3356" y="16352"/>
                      <a:pt x="3642" y="16423"/>
                      <a:pt x="3999" y="16423"/>
                    </a:cubicBezTo>
                    <a:cubicBezTo>
                      <a:pt x="4141" y="16423"/>
                      <a:pt x="4284" y="16495"/>
                      <a:pt x="4356" y="16495"/>
                    </a:cubicBezTo>
                    <a:cubicBezTo>
                      <a:pt x="4427" y="16637"/>
                      <a:pt x="4213" y="16709"/>
                      <a:pt x="4284" y="16780"/>
                    </a:cubicBezTo>
                    <a:cubicBezTo>
                      <a:pt x="4427" y="16923"/>
                      <a:pt x="4855" y="17137"/>
                      <a:pt x="4927" y="17280"/>
                    </a:cubicBezTo>
                    <a:cubicBezTo>
                      <a:pt x="4998" y="17351"/>
                      <a:pt x="4855" y="17351"/>
                      <a:pt x="4713" y="17280"/>
                    </a:cubicBezTo>
                    <a:cubicBezTo>
                      <a:pt x="4356" y="17209"/>
                      <a:pt x="4070" y="17066"/>
                      <a:pt x="3713" y="17066"/>
                    </a:cubicBezTo>
                    <a:cubicBezTo>
                      <a:pt x="3570" y="17066"/>
                      <a:pt x="3570" y="17137"/>
                      <a:pt x="3570" y="17209"/>
                    </a:cubicBezTo>
                    <a:cubicBezTo>
                      <a:pt x="3499" y="17637"/>
                      <a:pt x="3570" y="18137"/>
                      <a:pt x="4070" y="18351"/>
                    </a:cubicBezTo>
                    <a:cubicBezTo>
                      <a:pt x="4213" y="18422"/>
                      <a:pt x="4427" y="18422"/>
                      <a:pt x="4570" y="18280"/>
                    </a:cubicBezTo>
                    <a:cubicBezTo>
                      <a:pt x="4713" y="18065"/>
                      <a:pt x="4927" y="18065"/>
                      <a:pt x="5141" y="18137"/>
                    </a:cubicBezTo>
                    <a:cubicBezTo>
                      <a:pt x="5569" y="18208"/>
                      <a:pt x="5712" y="18922"/>
                      <a:pt x="6212" y="18779"/>
                    </a:cubicBezTo>
                    <a:cubicBezTo>
                      <a:pt x="6355" y="18708"/>
                      <a:pt x="6426" y="18494"/>
                      <a:pt x="6498" y="18422"/>
                    </a:cubicBezTo>
                    <a:cubicBezTo>
                      <a:pt x="6569" y="18351"/>
                      <a:pt x="6569" y="18351"/>
                      <a:pt x="6569" y="18422"/>
                    </a:cubicBezTo>
                    <a:cubicBezTo>
                      <a:pt x="6498" y="18922"/>
                      <a:pt x="6998" y="19422"/>
                      <a:pt x="7426" y="19636"/>
                    </a:cubicBezTo>
                    <a:cubicBezTo>
                      <a:pt x="7569" y="19636"/>
                      <a:pt x="7712" y="19779"/>
                      <a:pt x="7712" y="19922"/>
                    </a:cubicBezTo>
                    <a:cubicBezTo>
                      <a:pt x="7712" y="20136"/>
                      <a:pt x="7783" y="20279"/>
                      <a:pt x="7854" y="20422"/>
                    </a:cubicBezTo>
                    <a:cubicBezTo>
                      <a:pt x="7926" y="20636"/>
                      <a:pt x="8140" y="20707"/>
                      <a:pt x="8283" y="20850"/>
                    </a:cubicBezTo>
                    <a:cubicBezTo>
                      <a:pt x="8925" y="21421"/>
                      <a:pt x="8426" y="22349"/>
                      <a:pt x="8354" y="22992"/>
                    </a:cubicBezTo>
                    <a:cubicBezTo>
                      <a:pt x="8283" y="23278"/>
                      <a:pt x="8211" y="23492"/>
                      <a:pt x="7997" y="23635"/>
                    </a:cubicBezTo>
                    <a:cubicBezTo>
                      <a:pt x="7854" y="23778"/>
                      <a:pt x="7640" y="23849"/>
                      <a:pt x="7640" y="24063"/>
                    </a:cubicBezTo>
                    <a:cubicBezTo>
                      <a:pt x="7712" y="24420"/>
                      <a:pt x="8140" y="24563"/>
                      <a:pt x="8354" y="24706"/>
                    </a:cubicBezTo>
                    <a:cubicBezTo>
                      <a:pt x="8854" y="24920"/>
                      <a:pt x="9068" y="25563"/>
                      <a:pt x="8854" y="26062"/>
                    </a:cubicBezTo>
                    <a:cubicBezTo>
                      <a:pt x="8854" y="26277"/>
                      <a:pt x="8783" y="26491"/>
                      <a:pt x="8854" y="26705"/>
                    </a:cubicBezTo>
                    <a:cubicBezTo>
                      <a:pt x="9211" y="27276"/>
                      <a:pt x="8997" y="28133"/>
                      <a:pt x="9639" y="28490"/>
                    </a:cubicBezTo>
                    <a:cubicBezTo>
                      <a:pt x="9782" y="28561"/>
                      <a:pt x="9782" y="28633"/>
                      <a:pt x="9711" y="28704"/>
                    </a:cubicBezTo>
                    <a:cubicBezTo>
                      <a:pt x="8925" y="28990"/>
                      <a:pt x="9568" y="29347"/>
                      <a:pt x="9639" y="29918"/>
                    </a:cubicBezTo>
                    <a:cubicBezTo>
                      <a:pt x="9782" y="30275"/>
                      <a:pt x="9568" y="30561"/>
                      <a:pt x="9568" y="30918"/>
                    </a:cubicBezTo>
                    <a:cubicBezTo>
                      <a:pt x="9568" y="31132"/>
                      <a:pt x="9711" y="31417"/>
                      <a:pt x="9996" y="31417"/>
                    </a:cubicBezTo>
                    <a:cubicBezTo>
                      <a:pt x="10211" y="31417"/>
                      <a:pt x="10353" y="31203"/>
                      <a:pt x="10568" y="31132"/>
                    </a:cubicBezTo>
                    <a:cubicBezTo>
                      <a:pt x="10996" y="30846"/>
                      <a:pt x="11781" y="30489"/>
                      <a:pt x="11996" y="31060"/>
                    </a:cubicBezTo>
                    <a:cubicBezTo>
                      <a:pt x="12210" y="31489"/>
                      <a:pt x="12067" y="32346"/>
                      <a:pt x="12781" y="31560"/>
                    </a:cubicBezTo>
                    <a:cubicBezTo>
                      <a:pt x="13067" y="31132"/>
                      <a:pt x="13566" y="30989"/>
                      <a:pt x="14066" y="30846"/>
                    </a:cubicBezTo>
                    <a:cubicBezTo>
                      <a:pt x="14352" y="30703"/>
                      <a:pt x="14566" y="30489"/>
                      <a:pt x="14709" y="30275"/>
                    </a:cubicBezTo>
                    <a:cubicBezTo>
                      <a:pt x="14852" y="29989"/>
                      <a:pt x="15280" y="29918"/>
                      <a:pt x="15352" y="29632"/>
                    </a:cubicBezTo>
                    <a:cubicBezTo>
                      <a:pt x="15423" y="29418"/>
                      <a:pt x="15280" y="29204"/>
                      <a:pt x="15280" y="28918"/>
                    </a:cubicBezTo>
                    <a:cubicBezTo>
                      <a:pt x="15209" y="28704"/>
                      <a:pt x="15209" y="28419"/>
                      <a:pt x="15209" y="28204"/>
                    </a:cubicBezTo>
                    <a:cubicBezTo>
                      <a:pt x="15352" y="27276"/>
                      <a:pt x="14495" y="26562"/>
                      <a:pt x="14423" y="25634"/>
                    </a:cubicBezTo>
                    <a:cubicBezTo>
                      <a:pt x="14281" y="24991"/>
                      <a:pt x="14995" y="23492"/>
                      <a:pt x="14281" y="23135"/>
                    </a:cubicBezTo>
                    <a:cubicBezTo>
                      <a:pt x="14138" y="23064"/>
                      <a:pt x="13995" y="22992"/>
                      <a:pt x="13995" y="22849"/>
                    </a:cubicBezTo>
                    <a:cubicBezTo>
                      <a:pt x="14066" y="22635"/>
                      <a:pt x="14281" y="22492"/>
                      <a:pt x="14423" y="22349"/>
                    </a:cubicBezTo>
                    <a:cubicBezTo>
                      <a:pt x="14709" y="22207"/>
                      <a:pt x="14995" y="22349"/>
                      <a:pt x="15209" y="22278"/>
                    </a:cubicBezTo>
                    <a:cubicBezTo>
                      <a:pt x="15566" y="22135"/>
                      <a:pt x="15780" y="21778"/>
                      <a:pt x="16066" y="21564"/>
                    </a:cubicBezTo>
                    <a:cubicBezTo>
                      <a:pt x="16208" y="21493"/>
                      <a:pt x="16351" y="21421"/>
                      <a:pt x="16494" y="21278"/>
                    </a:cubicBezTo>
                    <a:cubicBezTo>
                      <a:pt x="16780" y="20850"/>
                      <a:pt x="17208" y="20564"/>
                      <a:pt x="17779" y="20279"/>
                    </a:cubicBezTo>
                    <a:cubicBezTo>
                      <a:pt x="17993" y="20207"/>
                      <a:pt x="18136" y="19922"/>
                      <a:pt x="18136" y="19636"/>
                    </a:cubicBezTo>
                    <a:cubicBezTo>
                      <a:pt x="18208" y="19136"/>
                      <a:pt x="18922" y="18779"/>
                      <a:pt x="19493" y="18494"/>
                    </a:cubicBezTo>
                    <a:cubicBezTo>
                      <a:pt x="19850" y="18351"/>
                      <a:pt x="20064" y="18137"/>
                      <a:pt x="20350" y="17994"/>
                    </a:cubicBezTo>
                    <a:cubicBezTo>
                      <a:pt x="20849" y="17780"/>
                      <a:pt x="20992" y="17708"/>
                      <a:pt x="21349" y="17423"/>
                    </a:cubicBezTo>
                    <a:cubicBezTo>
                      <a:pt x="21920" y="17209"/>
                      <a:pt x="22635" y="17637"/>
                      <a:pt x="23206" y="17423"/>
                    </a:cubicBezTo>
                    <a:cubicBezTo>
                      <a:pt x="23563" y="17209"/>
                      <a:pt x="23920" y="17137"/>
                      <a:pt x="24348" y="17137"/>
                    </a:cubicBezTo>
                    <a:cubicBezTo>
                      <a:pt x="25276" y="16852"/>
                      <a:pt x="26205" y="16209"/>
                      <a:pt x="27133" y="15995"/>
                    </a:cubicBezTo>
                    <a:cubicBezTo>
                      <a:pt x="27347" y="15995"/>
                      <a:pt x="27561" y="15781"/>
                      <a:pt x="27775" y="15781"/>
                    </a:cubicBezTo>
                    <a:cubicBezTo>
                      <a:pt x="28061" y="15781"/>
                      <a:pt x="28275" y="16280"/>
                      <a:pt x="28489" y="16066"/>
                    </a:cubicBezTo>
                    <a:cubicBezTo>
                      <a:pt x="28846" y="15781"/>
                      <a:pt x="28704" y="15424"/>
                      <a:pt x="28561" y="14995"/>
                    </a:cubicBezTo>
                    <a:cubicBezTo>
                      <a:pt x="28489" y="14710"/>
                      <a:pt x="28846" y="14424"/>
                      <a:pt x="29132" y="14281"/>
                    </a:cubicBezTo>
                    <a:cubicBezTo>
                      <a:pt x="29703" y="13924"/>
                      <a:pt x="29989" y="13139"/>
                      <a:pt x="29703" y="12425"/>
                    </a:cubicBezTo>
                    <a:cubicBezTo>
                      <a:pt x="29703" y="12068"/>
                      <a:pt x="28775" y="11496"/>
                      <a:pt x="29203" y="11211"/>
                    </a:cubicBezTo>
                    <a:cubicBezTo>
                      <a:pt x="29346" y="11068"/>
                      <a:pt x="29632" y="11068"/>
                      <a:pt x="29775" y="11068"/>
                    </a:cubicBezTo>
                    <a:cubicBezTo>
                      <a:pt x="30132" y="11139"/>
                      <a:pt x="30632" y="11068"/>
                      <a:pt x="30774" y="10711"/>
                    </a:cubicBezTo>
                    <a:cubicBezTo>
                      <a:pt x="31060" y="9711"/>
                      <a:pt x="31988" y="9069"/>
                      <a:pt x="32559" y="8212"/>
                    </a:cubicBezTo>
                    <a:cubicBezTo>
                      <a:pt x="32631" y="7926"/>
                      <a:pt x="32774" y="7641"/>
                      <a:pt x="32702" y="7284"/>
                    </a:cubicBezTo>
                    <a:cubicBezTo>
                      <a:pt x="32631" y="7141"/>
                      <a:pt x="32417" y="7141"/>
                      <a:pt x="32345" y="7070"/>
                    </a:cubicBezTo>
                    <a:cubicBezTo>
                      <a:pt x="32131" y="6427"/>
                      <a:pt x="33059" y="6284"/>
                      <a:pt x="33416" y="5927"/>
                    </a:cubicBezTo>
                    <a:cubicBezTo>
                      <a:pt x="33773" y="5570"/>
                      <a:pt x="34416" y="5356"/>
                      <a:pt x="34416" y="4785"/>
                    </a:cubicBezTo>
                    <a:close/>
                    <a:moveTo>
                      <a:pt x="6783" y="19636"/>
                    </a:moveTo>
                    <a:cubicBezTo>
                      <a:pt x="6712" y="19422"/>
                      <a:pt x="6783" y="19136"/>
                      <a:pt x="6641" y="18994"/>
                    </a:cubicBezTo>
                    <a:cubicBezTo>
                      <a:pt x="6569" y="18922"/>
                      <a:pt x="6498" y="18851"/>
                      <a:pt x="6426" y="18851"/>
                    </a:cubicBezTo>
                    <a:cubicBezTo>
                      <a:pt x="6355" y="18851"/>
                      <a:pt x="6212" y="18994"/>
                      <a:pt x="6069" y="18922"/>
                    </a:cubicBezTo>
                    <a:cubicBezTo>
                      <a:pt x="5998" y="18922"/>
                      <a:pt x="5855" y="18851"/>
                      <a:pt x="5784" y="18779"/>
                    </a:cubicBezTo>
                    <a:cubicBezTo>
                      <a:pt x="5641" y="18708"/>
                      <a:pt x="5498" y="18851"/>
                      <a:pt x="5355" y="18851"/>
                    </a:cubicBezTo>
                    <a:cubicBezTo>
                      <a:pt x="5212" y="18851"/>
                      <a:pt x="4998" y="18779"/>
                      <a:pt x="4855" y="18851"/>
                    </a:cubicBezTo>
                    <a:cubicBezTo>
                      <a:pt x="4641" y="19351"/>
                      <a:pt x="4855" y="19922"/>
                      <a:pt x="4641" y="20350"/>
                    </a:cubicBezTo>
                    <a:cubicBezTo>
                      <a:pt x="4498" y="20564"/>
                      <a:pt x="4713" y="20779"/>
                      <a:pt x="4998" y="20779"/>
                    </a:cubicBezTo>
                    <a:cubicBezTo>
                      <a:pt x="5141" y="20779"/>
                      <a:pt x="5212" y="20636"/>
                      <a:pt x="5355" y="20564"/>
                    </a:cubicBezTo>
                    <a:cubicBezTo>
                      <a:pt x="5855" y="20350"/>
                      <a:pt x="6426" y="20136"/>
                      <a:pt x="6855" y="19779"/>
                    </a:cubicBezTo>
                    <a:cubicBezTo>
                      <a:pt x="6855" y="19779"/>
                      <a:pt x="6783" y="19708"/>
                      <a:pt x="6783" y="19636"/>
                    </a:cubicBezTo>
                    <a:close/>
                    <a:moveTo>
                      <a:pt x="8925" y="29632"/>
                    </a:moveTo>
                    <a:cubicBezTo>
                      <a:pt x="8925" y="29632"/>
                      <a:pt x="8925" y="29632"/>
                      <a:pt x="8925" y="29632"/>
                    </a:cubicBezTo>
                    <a:cubicBezTo>
                      <a:pt x="8925" y="29490"/>
                      <a:pt x="8925" y="29490"/>
                      <a:pt x="8925" y="29490"/>
                    </a:cubicBezTo>
                    <a:cubicBezTo>
                      <a:pt x="8925" y="29418"/>
                      <a:pt x="8925" y="29418"/>
                      <a:pt x="8925" y="29418"/>
                    </a:cubicBezTo>
                    <a:cubicBezTo>
                      <a:pt x="8925" y="29347"/>
                      <a:pt x="8925" y="29347"/>
                      <a:pt x="8925" y="29347"/>
                    </a:cubicBezTo>
                    <a:cubicBezTo>
                      <a:pt x="8925" y="29347"/>
                      <a:pt x="8925" y="29347"/>
                      <a:pt x="8925" y="29347"/>
                    </a:cubicBezTo>
                    <a:cubicBezTo>
                      <a:pt x="8854" y="29275"/>
                      <a:pt x="8854" y="29275"/>
                      <a:pt x="8854" y="29275"/>
                    </a:cubicBezTo>
                    <a:cubicBezTo>
                      <a:pt x="8783" y="29275"/>
                      <a:pt x="8783" y="29275"/>
                      <a:pt x="8783" y="29275"/>
                    </a:cubicBezTo>
                    <a:cubicBezTo>
                      <a:pt x="8783" y="29275"/>
                      <a:pt x="8783" y="29275"/>
                      <a:pt x="8783" y="29275"/>
                    </a:cubicBezTo>
                    <a:cubicBezTo>
                      <a:pt x="8711" y="29418"/>
                      <a:pt x="8711" y="29418"/>
                      <a:pt x="8711" y="29418"/>
                    </a:cubicBezTo>
                    <a:cubicBezTo>
                      <a:pt x="8640" y="29490"/>
                      <a:pt x="8640" y="29490"/>
                      <a:pt x="8640" y="29490"/>
                    </a:cubicBezTo>
                    <a:cubicBezTo>
                      <a:pt x="8568" y="29632"/>
                      <a:pt x="8568" y="29632"/>
                      <a:pt x="8568" y="29632"/>
                    </a:cubicBezTo>
                    <a:cubicBezTo>
                      <a:pt x="8568" y="29704"/>
                      <a:pt x="8568" y="29704"/>
                      <a:pt x="8568" y="29704"/>
                    </a:cubicBezTo>
                    <a:cubicBezTo>
                      <a:pt x="8497" y="29704"/>
                      <a:pt x="8497" y="29704"/>
                      <a:pt x="8497" y="29704"/>
                    </a:cubicBezTo>
                    <a:cubicBezTo>
                      <a:pt x="8497" y="29704"/>
                      <a:pt x="8497" y="29704"/>
                      <a:pt x="8497" y="29704"/>
                    </a:cubicBezTo>
                    <a:cubicBezTo>
                      <a:pt x="8640" y="29847"/>
                      <a:pt x="8640" y="29847"/>
                      <a:pt x="8640" y="29847"/>
                    </a:cubicBezTo>
                    <a:cubicBezTo>
                      <a:pt x="8711" y="29847"/>
                      <a:pt x="8711" y="29847"/>
                      <a:pt x="8711" y="29847"/>
                    </a:cubicBezTo>
                    <a:cubicBezTo>
                      <a:pt x="8783" y="29847"/>
                      <a:pt x="8783" y="29847"/>
                      <a:pt x="8783" y="29847"/>
                    </a:cubicBezTo>
                    <a:cubicBezTo>
                      <a:pt x="8925" y="29775"/>
                      <a:pt x="8925" y="29775"/>
                      <a:pt x="8925" y="29775"/>
                    </a:cubicBezTo>
                    <a:cubicBezTo>
                      <a:pt x="8925" y="29704"/>
                      <a:pt x="8925" y="29704"/>
                      <a:pt x="8925" y="29704"/>
                    </a:cubicBezTo>
                    <a:cubicBezTo>
                      <a:pt x="8925" y="29704"/>
                      <a:pt x="8925" y="29704"/>
                      <a:pt x="8925" y="29704"/>
                    </a:cubicBezTo>
                    <a:cubicBezTo>
                      <a:pt x="8925" y="29632"/>
                      <a:pt x="8925" y="29632"/>
                      <a:pt x="8925" y="29632"/>
                    </a:cubicBezTo>
                    <a:close/>
                    <a:moveTo>
                      <a:pt x="3570" y="19993"/>
                    </a:moveTo>
                    <a:cubicBezTo>
                      <a:pt x="3570" y="19993"/>
                      <a:pt x="3570" y="19993"/>
                      <a:pt x="3570" y="19993"/>
                    </a:cubicBezTo>
                    <a:cubicBezTo>
                      <a:pt x="3499" y="20065"/>
                      <a:pt x="3499" y="20065"/>
                      <a:pt x="3499" y="20065"/>
                    </a:cubicBezTo>
                    <a:cubicBezTo>
                      <a:pt x="3356" y="20136"/>
                      <a:pt x="3356" y="20136"/>
                      <a:pt x="3356" y="20136"/>
                    </a:cubicBezTo>
                    <a:cubicBezTo>
                      <a:pt x="3356" y="20207"/>
                      <a:pt x="3356" y="20207"/>
                      <a:pt x="3356" y="20207"/>
                    </a:cubicBezTo>
                    <a:cubicBezTo>
                      <a:pt x="3356" y="20207"/>
                      <a:pt x="3356" y="20207"/>
                      <a:pt x="3356" y="20207"/>
                    </a:cubicBezTo>
                    <a:cubicBezTo>
                      <a:pt x="3356" y="20350"/>
                      <a:pt x="3356" y="20350"/>
                      <a:pt x="3356" y="20350"/>
                    </a:cubicBezTo>
                    <a:cubicBezTo>
                      <a:pt x="3356" y="20350"/>
                      <a:pt x="3356" y="20350"/>
                      <a:pt x="3356" y="20350"/>
                    </a:cubicBezTo>
                    <a:cubicBezTo>
                      <a:pt x="3427" y="20350"/>
                      <a:pt x="3427" y="20350"/>
                      <a:pt x="3427" y="20350"/>
                    </a:cubicBezTo>
                    <a:cubicBezTo>
                      <a:pt x="3499" y="20279"/>
                      <a:pt x="3499" y="20279"/>
                      <a:pt x="3499" y="20279"/>
                    </a:cubicBezTo>
                    <a:cubicBezTo>
                      <a:pt x="3570" y="20279"/>
                      <a:pt x="3570" y="20279"/>
                      <a:pt x="3570" y="20279"/>
                    </a:cubicBezTo>
                    <a:cubicBezTo>
                      <a:pt x="3642" y="20207"/>
                      <a:pt x="3642" y="20207"/>
                      <a:pt x="3642" y="20207"/>
                    </a:cubicBezTo>
                    <a:cubicBezTo>
                      <a:pt x="3642" y="20136"/>
                      <a:pt x="3642" y="20136"/>
                      <a:pt x="3642" y="20136"/>
                    </a:cubicBezTo>
                    <a:cubicBezTo>
                      <a:pt x="3642" y="20065"/>
                      <a:pt x="3642" y="20065"/>
                      <a:pt x="3642" y="200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9"/>
              <p:cNvSpPr/>
              <p:nvPr/>
            </p:nvSpPr>
            <p:spPr>
              <a:xfrm>
                <a:off x="2003525" y="3380500"/>
                <a:ext cx="391225" cy="295175"/>
              </a:xfrm>
              <a:custGeom>
                <a:rect b="b" l="l" r="r" t="t"/>
                <a:pathLst>
                  <a:path extrusionOk="0" h="11807" w="15649">
                    <a:moveTo>
                      <a:pt x="15637" y="5499"/>
                    </a:moveTo>
                    <a:cubicBezTo>
                      <a:pt x="15352" y="5356"/>
                      <a:pt x="14923" y="5570"/>
                      <a:pt x="14709" y="5427"/>
                    </a:cubicBezTo>
                    <a:cubicBezTo>
                      <a:pt x="13638" y="5142"/>
                      <a:pt x="13852" y="4499"/>
                      <a:pt x="13567" y="3642"/>
                    </a:cubicBezTo>
                    <a:cubicBezTo>
                      <a:pt x="13424" y="3285"/>
                      <a:pt x="12996" y="3214"/>
                      <a:pt x="12781" y="2857"/>
                    </a:cubicBezTo>
                    <a:cubicBezTo>
                      <a:pt x="12567" y="2642"/>
                      <a:pt x="12496" y="2357"/>
                      <a:pt x="12424" y="2143"/>
                    </a:cubicBezTo>
                    <a:cubicBezTo>
                      <a:pt x="12281" y="2000"/>
                      <a:pt x="12139" y="2000"/>
                      <a:pt x="11924" y="2000"/>
                    </a:cubicBezTo>
                    <a:cubicBezTo>
                      <a:pt x="11782" y="2000"/>
                      <a:pt x="11639" y="1928"/>
                      <a:pt x="11496" y="1928"/>
                    </a:cubicBezTo>
                    <a:cubicBezTo>
                      <a:pt x="11496" y="1928"/>
                      <a:pt x="11425" y="2000"/>
                      <a:pt x="11425" y="2071"/>
                    </a:cubicBezTo>
                    <a:cubicBezTo>
                      <a:pt x="11353" y="2357"/>
                      <a:pt x="10925" y="2500"/>
                      <a:pt x="10568" y="2357"/>
                    </a:cubicBezTo>
                    <a:cubicBezTo>
                      <a:pt x="10139" y="2285"/>
                      <a:pt x="9782" y="2000"/>
                      <a:pt x="9425" y="1714"/>
                    </a:cubicBezTo>
                    <a:cubicBezTo>
                      <a:pt x="9140" y="1500"/>
                      <a:pt x="8783" y="1786"/>
                      <a:pt x="8497" y="1786"/>
                    </a:cubicBezTo>
                    <a:cubicBezTo>
                      <a:pt x="8140" y="1928"/>
                      <a:pt x="7783" y="1643"/>
                      <a:pt x="7426" y="1571"/>
                    </a:cubicBezTo>
                    <a:cubicBezTo>
                      <a:pt x="6855" y="1500"/>
                      <a:pt x="6569" y="929"/>
                      <a:pt x="6284" y="500"/>
                    </a:cubicBezTo>
                    <a:cubicBezTo>
                      <a:pt x="6212" y="429"/>
                      <a:pt x="6070" y="286"/>
                      <a:pt x="5927" y="215"/>
                    </a:cubicBezTo>
                    <a:cubicBezTo>
                      <a:pt x="5641" y="72"/>
                      <a:pt x="5141" y="358"/>
                      <a:pt x="4856" y="215"/>
                    </a:cubicBezTo>
                    <a:cubicBezTo>
                      <a:pt x="4427" y="1"/>
                      <a:pt x="3999" y="-214"/>
                      <a:pt x="3927" y="429"/>
                    </a:cubicBezTo>
                    <a:cubicBezTo>
                      <a:pt x="3785" y="1143"/>
                      <a:pt x="3927" y="2000"/>
                      <a:pt x="3499" y="2642"/>
                    </a:cubicBezTo>
                    <a:cubicBezTo>
                      <a:pt x="3428" y="2642"/>
                      <a:pt x="3428" y="2714"/>
                      <a:pt x="3356" y="2714"/>
                    </a:cubicBezTo>
                    <a:cubicBezTo>
                      <a:pt x="3142" y="2642"/>
                      <a:pt x="2928" y="2571"/>
                      <a:pt x="2714" y="2500"/>
                    </a:cubicBezTo>
                    <a:cubicBezTo>
                      <a:pt x="2642" y="2500"/>
                      <a:pt x="2571" y="2500"/>
                      <a:pt x="2499" y="2500"/>
                    </a:cubicBezTo>
                    <a:cubicBezTo>
                      <a:pt x="2428" y="2500"/>
                      <a:pt x="2357" y="2642"/>
                      <a:pt x="2285" y="2714"/>
                    </a:cubicBezTo>
                    <a:cubicBezTo>
                      <a:pt x="2071" y="2928"/>
                      <a:pt x="1714" y="2857"/>
                      <a:pt x="1500" y="2785"/>
                    </a:cubicBezTo>
                    <a:cubicBezTo>
                      <a:pt x="1214" y="2642"/>
                      <a:pt x="857" y="2714"/>
                      <a:pt x="572" y="2642"/>
                    </a:cubicBezTo>
                    <a:cubicBezTo>
                      <a:pt x="500" y="2642"/>
                      <a:pt x="429" y="2642"/>
                      <a:pt x="357" y="2714"/>
                    </a:cubicBezTo>
                    <a:cubicBezTo>
                      <a:pt x="286" y="2785"/>
                      <a:pt x="286" y="3071"/>
                      <a:pt x="286" y="3214"/>
                    </a:cubicBezTo>
                    <a:cubicBezTo>
                      <a:pt x="143" y="3713"/>
                      <a:pt x="143" y="4356"/>
                      <a:pt x="357" y="4784"/>
                    </a:cubicBezTo>
                    <a:cubicBezTo>
                      <a:pt x="357" y="4927"/>
                      <a:pt x="500" y="5070"/>
                      <a:pt x="643" y="5142"/>
                    </a:cubicBezTo>
                    <a:cubicBezTo>
                      <a:pt x="786" y="5356"/>
                      <a:pt x="500" y="5570"/>
                      <a:pt x="357" y="5784"/>
                    </a:cubicBezTo>
                    <a:cubicBezTo>
                      <a:pt x="286" y="5927"/>
                      <a:pt x="215" y="5998"/>
                      <a:pt x="215" y="6141"/>
                    </a:cubicBezTo>
                    <a:cubicBezTo>
                      <a:pt x="0" y="6641"/>
                      <a:pt x="357" y="6427"/>
                      <a:pt x="714" y="6498"/>
                    </a:cubicBezTo>
                    <a:cubicBezTo>
                      <a:pt x="1286" y="6712"/>
                      <a:pt x="714" y="7284"/>
                      <a:pt x="572" y="7569"/>
                    </a:cubicBezTo>
                    <a:cubicBezTo>
                      <a:pt x="357" y="7855"/>
                      <a:pt x="72" y="7926"/>
                      <a:pt x="0" y="8283"/>
                    </a:cubicBezTo>
                    <a:cubicBezTo>
                      <a:pt x="0" y="8497"/>
                      <a:pt x="0" y="8783"/>
                      <a:pt x="143" y="8926"/>
                    </a:cubicBezTo>
                    <a:cubicBezTo>
                      <a:pt x="1071" y="9354"/>
                      <a:pt x="2214" y="9354"/>
                      <a:pt x="3213" y="9426"/>
                    </a:cubicBezTo>
                    <a:cubicBezTo>
                      <a:pt x="3927" y="9497"/>
                      <a:pt x="4642" y="9568"/>
                      <a:pt x="5356" y="9711"/>
                    </a:cubicBezTo>
                    <a:cubicBezTo>
                      <a:pt x="5784" y="9783"/>
                      <a:pt x="6284" y="9783"/>
                      <a:pt x="6712" y="9925"/>
                    </a:cubicBezTo>
                    <a:cubicBezTo>
                      <a:pt x="7212" y="10140"/>
                      <a:pt x="7855" y="10354"/>
                      <a:pt x="8283" y="10782"/>
                    </a:cubicBezTo>
                    <a:cubicBezTo>
                      <a:pt x="8497" y="10925"/>
                      <a:pt x="8783" y="10925"/>
                      <a:pt x="8997" y="11068"/>
                    </a:cubicBezTo>
                    <a:cubicBezTo>
                      <a:pt x="9068" y="11139"/>
                      <a:pt x="9140" y="11139"/>
                      <a:pt x="9140" y="11211"/>
                    </a:cubicBezTo>
                    <a:cubicBezTo>
                      <a:pt x="9283" y="11282"/>
                      <a:pt x="9354" y="11282"/>
                      <a:pt x="9425" y="11282"/>
                    </a:cubicBezTo>
                    <a:cubicBezTo>
                      <a:pt x="9925" y="11353"/>
                      <a:pt x="10282" y="11425"/>
                      <a:pt x="10711" y="11568"/>
                    </a:cubicBezTo>
                    <a:cubicBezTo>
                      <a:pt x="11282" y="11639"/>
                      <a:pt x="11924" y="11782"/>
                      <a:pt x="12496" y="11782"/>
                    </a:cubicBezTo>
                    <a:cubicBezTo>
                      <a:pt x="12853" y="11853"/>
                      <a:pt x="13210" y="11782"/>
                      <a:pt x="13353" y="11425"/>
                    </a:cubicBezTo>
                    <a:cubicBezTo>
                      <a:pt x="13424" y="11211"/>
                      <a:pt x="13495" y="11068"/>
                      <a:pt x="13710" y="10996"/>
                    </a:cubicBezTo>
                    <a:cubicBezTo>
                      <a:pt x="13924" y="10925"/>
                      <a:pt x="14138" y="11068"/>
                      <a:pt x="14352" y="11068"/>
                    </a:cubicBezTo>
                    <a:cubicBezTo>
                      <a:pt x="14424" y="11068"/>
                      <a:pt x="14495" y="10925"/>
                      <a:pt x="14638" y="10925"/>
                    </a:cubicBezTo>
                    <a:cubicBezTo>
                      <a:pt x="14781" y="10925"/>
                      <a:pt x="14995" y="10925"/>
                      <a:pt x="14995" y="10854"/>
                    </a:cubicBezTo>
                    <a:cubicBezTo>
                      <a:pt x="15066" y="10711"/>
                      <a:pt x="14852" y="10568"/>
                      <a:pt x="14852" y="10425"/>
                    </a:cubicBezTo>
                    <a:cubicBezTo>
                      <a:pt x="14781" y="10282"/>
                      <a:pt x="14781" y="10140"/>
                      <a:pt x="14781" y="9997"/>
                    </a:cubicBezTo>
                    <a:cubicBezTo>
                      <a:pt x="14709" y="9568"/>
                      <a:pt x="14638" y="9069"/>
                      <a:pt x="14209" y="8854"/>
                    </a:cubicBezTo>
                    <a:cubicBezTo>
                      <a:pt x="13710" y="8712"/>
                      <a:pt x="13567" y="8426"/>
                      <a:pt x="13781" y="7926"/>
                    </a:cubicBezTo>
                    <a:cubicBezTo>
                      <a:pt x="13852" y="7426"/>
                      <a:pt x="14424" y="7641"/>
                      <a:pt x="14781" y="7426"/>
                    </a:cubicBezTo>
                    <a:cubicBezTo>
                      <a:pt x="15209" y="7141"/>
                      <a:pt x="15066" y="6570"/>
                      <a:pt x="15280" y="6141"/>
                    </a:cubicBezTo>
                    <a:cubicBezTo>
                      <a:pt x="15423" y="5927"/>
                      <a:pt x="15709" y="5713"/>
                      <a:pt x="15637" y="549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9"/>
              <p:cNvSpPr/>
              <p:nvPr/>
            </p:nvSpPr>
            <p:spPr>
              <a:xfrm>
                <a:off x="2003525" y="3380500"/>
                <a:ext cx="391225" cy="295175"/>
              </a:xfrm>
              <a:custGeom>
                <a:rect b="b" l="l" r="r" t="t"/>
                <a:pathLst>
                  <a:path extrusionOk="0" fill="none" h="11807" w="15649">
                    <a:moveTo>
                      <a:pt x="15637" y="5499"/>
                    </a:moveTo>
                    <a:cubicBezTo>
                      <a:pt x="15352" y="5356"/>
                      <a:pt x="14923" y="5570"/>
                      <a:pt x="14709" y="5427"/>
                    </a:cubicBezTo>
                    <a:cubicBezTo>
                      <a:pt x="13638" y="5142"/>
                      <a:pt x="13852" y="4499"/>
                      <a:pt x="13567" y="3642"/>
                    </a:cubicBezTo>
                    <a:cubicBezTo>
                      <a:pt x="13424" y="3285"/>
                      <a:pt x="12996" y="3214"/>
                      <a:pt x="12781" y="2857"/>
                    </a:cubicBezTo>
                    <a:cubicBezTo>
                      <a:pt x="12567" y="2642"/>
                      <a:pt x="12496" y="2357"/>
                      <a:pt x="12424" y="2143"/>
                    </a:cubicBezTo>
                    <a:cubicBezTo>
                      <a:pt x="12281" y="2000"/>
                      <a:pt x="12139" y="2000"/>
                      <a:pt x="11924" y="2000"/>
                    </a:cubicBezTo>
                    <a:cubicBezTo>
                      <a:pt x="11782" y="2000"/>
                      <a:pt x="11639" y="1928"/>
                      <a:pt x="11496" y="1928"/>
                    </a:cubicBezTo>
                    <a:cubicBezTo>
                      <a:pt x="11496" y="1928"/>
                      <a:pt x="11425" y="2000"/>
                      <a:pt x="11425" y="2071"/>
                    </a:cubicBezTo>
                    <a:cubicBezTo>
                      <a:pt x="11353" y="2357"/>
                      <a:pt x="10925" y="2500"/>
                      <a:pt x="10568" y="2357"/>
                    </a:cubicBezTo>
                    <a:cubicBezTo>
                      <a:pt x="10139" y="2285"/>
                      <a:pt x="9782" y="2000"/>
                      <a:pt x="9425" y="1714"/>
                    </a:cubicBezTo>
                    <a:cubicBezTo>
                      <a:pt x="9140" y="1500"/>
                      <a:pt x="8783" y="1786"/>
                      <a:pt x="8497" y="1786"/>
                    </a:cubicBezTo>
                    <a:cubicBezTo>
                      <a:pt x="8140" y="1928"/>
                      <a:pt x="7783" y="1643"/>
                      <a:pt x="7426" y="1571"/>
                    </a:cubicBezTo>
                    <a:cubicBezTo>
                      <a:pt x="6855" y="1500"/>
                      <a:pt x="6569" y="929"/>
                      <a:pt x="6284" y="500"/>
                    </a:cubicBezTo>
                    <a:cubicBezTo>
                      <a:pt x="6212" y="429"/>
                      <a:pt x="6070" y="286"/>
                      <a:pt x="5927" y="215"/>
                    </a:cubicBezTo>
                    <a:cubicBezTo>
                      <a:pt x="5641" y="72"/>
                      <a:pt x="5141" y="358"/>
                      <a:pt x="4856" y="215"/>
                    </a:cubicBezTo>
                    <a:cubicBezTo>
                      <a:pt x="4427" y="1"/>
                      <a:pt x="3999" y="-214"/>
                      <a:pt x="3927" y="429"/>
                    </a:cubicBezTo>
                    <a:cubicBezTo>
                      <a:pt x="3785" y="1143"/>
                      <a:pt x="3927" y="2000"/>
                      <a:pt x="3499" y="2642"/>
                    </a:cubicBezTo>
                    <a:cubicBezTo>
                      <a:pt x="3428" y="2642"/>
                      <a:pt x="3428" y="2714"/>
                      <a:pt x="3356" y="2714"/>
                    </a:cubicBezTo>
                    <a:cubicBezTo>
                      <a:pt x="3142" y="2642"/>
                      <a:pt x="2928" y="2571"/>
                      <a:pt x="2714" y="2500"/>
                    </a:cubicBezTo>
                    <a:cubicBezTo>
                      <a:pt x="2642" y="2500"/>
                      <a:pt x="2571" y="2500"/>
                      <a:pt x="2499" y="2500"/>
                    </a:cubicBezTo>
                    <a:cubicBezTo>
                      <a:pt x="2428" y="2500"/>
                      <a:pt x="2357" y="2642"/>
                      <a:pt x="2285" y="2714"/>
                    </a:cubicBezTo>
                    <a:cubicBezTo>
                      <a:pt x="2071" y="2928"/>
                      <a:pt x="1714" y="2857"/>
                      <a:pt x="1500" y="2785"/>
                    </a:cubicBezTo>
                    <a:cubicBezTo>
                      <a:pt x="1214" y="2642"/>
                      <a:pt x="857" y="2714"/>
                      <a:pt x="572" y="2642"/>
                    </a:cubicBezTo>
                    <a:cubicBezTo>
                      <a:pt x="500" y="2642"/>
                      <a:pt x="429" y="2642"/>
                      <a:pt x="357" y="2714"/>
                    </a:cubicBezTo>
                    <a:cubicBezTo>
                      <a:pt x="286" y="2785"/>
                      <a:pt x="286" y="3071"/>
                      <a:pt x="286" y="3214"/>
                    </a:cubicBezTo>
                    <a:cubicBezTo>
                      <a:pt x="143" y="3713"/>
                      <a:pt x="143" y="4356"/>
                      <a:pt x="357" y="4784"/>
                    </a:cubicBezTo>
                    <a:cubicBezTo>
                      <a:pt x="357" y="4927"/>
                      <a:pt x="500" y="5070"/>
                      <a:pt x="643" y="5142"/>
                    </a:cubicBezTo>
                    <a:cubicBezTo>
                      <a:pt x="786" y="5356"/>
                      <a:pt x="500" y="5570"/>
                      <a:pt x="357" y="5784"/>
                    </a:cubicBezTo>
                    <a:cubicBezTo>
                      <a:pt x="286" y="5927"/>
                      <a:pt x="215" y="5998"/>
                      <a:pt x="215" y="6141"/>
                    </a:cubicBezTo>
                    <a:cubicBezTo>
                      <a:pt x="0" y="6641"/>
                      <a:pt x="357" y="6427"/>
                      <a:pt x="714" y="6498"/>
                    </a:cubicBezTo>
                    <a:cubicBezTo>
                      <a:pt x="1286" y="6712"/>
                      <a:pt x="714" y="7284"/>
                      <a:pt x="572" y="7569"/>
                    </a:cubicBezTo>
                    <a:cubicBezTo>
                      <a:pt x="357" y="7855"/>
                      <a:pt x="72" y="7926"/>
                      <a:pt x="0" y="8283"/>
                    </a:cubicBezTo>
                    <a:cubicBezTo>
                      <a:pt x="0" y="8497"/>
                      <a:pt x="0" y="8783"/>
                      <a:pt x="143" y="8926"/>
                    </a:cubicBezTo>
                    <a:cubicBezTo>
                      <a:pt x="1071" y="9354"/>
                      <a:pt x="2214" y="9354"/>
                      <a:pt x="3213" y="9426"/>
                    </a:cubicBezTo>
                    <a:cubicBezTo>
                      <a:pt x="3927" y="9497"/>
                      <a:pt x="4642" y="9568"/>
                      <a:pt x="5356" y="9711"/>
                    </a:cubicBezTo>
                    <a:cubicBezTo>
                      <a:pt x="5784" y="9783"/>
                      <a:pt x="6284" y="9783"/>
                      <a:pt x="6712" y="9925"/>
                    </a:cubicBezTo>
                    <a:cubicBezTo>
                      <a:pt x="7212" y="10140"/>
                      <a:pt x="7855" y="10354"/>
                      <a:pt x="8283" y="10782"/>
                    </a:cubicBezTo>
                    <a:cubicBezTo>
                      <a:pt x="8497" y="10925"/>
                      <a:pt x="8783" y="10925"/>
                      <a:pt x="8997" y="11068"/>
                    </a:cubicBezTo>
                    <a:cubicBezTo>
                      <a:pt x="9068" y="11139"/>
                      <a:pt x="9140" y="11139"/>
                      <a:pt x="9140" y="11211"/>
                    </a:cubicBezTo>
                    <a:cubicBezTo>
                      <a:pt x="9283" y="11282"/>
                      <a:pt x="9354" y="11282"/>
                      <a:pt x="9425" y="11282"/>
                    </a:cubicBezTo>
                    <a:cubicBezTo>
                      <a:pt x="9925" y="11353"/>
                      <a:pt x="10282" y="11425"/>
                      <a:pt x="10711" y="11568"/>
                    </a:cubicBezTo>
                    <a:cubicBezTo>
                      <a:pt x="11282" y="11639"/>
                      <a:pt x="11924" y="11782"/>
                      <a:pt x="12496" y="11782"/>
                    </a:cubicBezTo>
                    <a:cubicBezTo>
                      <a:pt x="12853" y="11853"/>
                      <a:pt x="13210" y="11782"/>
                      <a:pt x="13353" y="11425"/>
                    </a:cubicBezTo>
                    <a:cubicBezTo>
                      <a:pt x="13424" y="11211"/>
                      <a:pt x="13495" y="11068"/>
                      <a:pt x="13710" y="10996"/>
                    </a:cubicBezTo>
                    <a:cubicBezTo>
                      <a:pt x="13924" y="10925"/>
                      <a:pt x="14138" y="11068"/>
                      <a:pt x="14352" y="11068"/>
                    </a:cubicBezTo>
                    <a:cubicBezTo>
                      <a:pt x="14424" y="11068"/>
                      <a:pt x="14495" y="10925"/>
                      <a:pt x="14638" y="10925"/>
                    </a:cubicBezTo>
                    <a:cubicBezTo>
                      <a:pt x="14781" y="10925"/>
                      <a:pt x="14995" y="10925"/>
                      <a:pt x="14995" y="10854"/>
                    </a:cubicBezTo>
                    <a:cubicBezTo>
                      <a:pt x="15066" y="10711"/>
                      <a:pt x="14852" y="10568"/>
                      <a:pt x="14852" y="10425"/>
                    </a:cubicBezTo>
                    <a:cubicBezTo>
                      <a:pt x="14781" y="10282"/>
                      <a:pt x="14781" y="10140"/>
                      <a:pt x="14781" y="9997"/>
                    </a:cubicBezTo>
                    <a:cubicBezTo>
                      <a:pt x="14709" y="9568"/>
                      <a:pt x="14638" y="9069"/>
                      <a:pt x="14209" y="8854"/>
                    </a:cubicBezTo>
                    <a:cubicBezTo>
                      <a:pt x="13710" y="8712"/>
                      <a:pt x="13567" y="8426"/>
                      <a:pt x="13781" y="7926"/>
                    </a:cubicBezTo>
                    <a:cubicBezTo>
                      <a:pt x="13852" y="7426"/>
                      <a:pt x="14424" y="7641"/>
                      <a:pt x="14781" y="7426"/>
                    </a:cubicBezTo>
                    <a:cubicBezTo>
                      <a:pt x="15209" y="7141"/>
                      <a:pt x="15066" y="6570"/>
                      <a:pt x="15280" y="6141"/>
                    </a:cubicBezTo>
                    <a:cubicBezTo>
                      <a:pt x="15423" y="5927"/>
                      <a:pt x="15709" y="5713"/>
                      <a:pt x="15637" y="549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9"/>
              <p:cNvSpPr/>
              <p:nvPr/>
            </p:nvSpPr>
            <p:spPr>
              <a:xfrm>
                <a:off x="1336975" y="2726600"/>
                <a:ext cx="623850" cy="503175"/>
              </a:xfrm>
              <a:custGeom>
                <a:rect b="b" l="l" r="r" t="t"/>
                <a:pathLst>
                  <a:path extrusionOk="0" h="20127" w="24954">
                    <a:moveTo>
                      <a:pt x="24877" y="9234"/>
                    </a:moveTo>
                    <a:cubicBezTo>
                      <a:pt x="24806" y="8877"/>
                      <a:pt x="24877" y="8163"/>
                      <a:pt x="24520" y="7878"/>
                    </a:cubicBezTo>
                    <a:cubicBezTo>
                      <a:pt x="24378" y="7806"/>
                      <a:pt x="24163" y="7806"/>
                      <a:pt x="23949" y="7735"/>
                    </a:cubicBezTo>
                    <a:cubicBezTo>
                      <a:pt x="23664" y="7735"/>
                      <a:pt x="23306" y="7521"/>
                      <a:pt x="23235" y="7164"/>
                    </a:cubicBezTo>
                    <a:cubicBezTo>
                      <a:pt x="23164" y="6807"/>
                      <a:pt x="23235" y="6378"/>
                      <a:pt x="23021" y="6164"/>
                    </a:cubicBezTo>
                    <a:cubicBezTo>
                      <a:pt x="22378" y="5879"/>
                      <a:pt x="21878" y="5664"/>
                      <a:pt x="22093" y="4808"/>
                    </a:cubicBezTo>
                    <a:cubicBezTo>
                      <a:pt x="22093" y="4665"/>
                      <a:pt x="22164" y="4522"/>
                      <a:pt x="22021" y="4379"/>
                    </a:cubicBezTo>
                    <a:cubicBezTo>
                      <a:pt x="21950" y="4379"/>
                      <a:pt x="21807" y="4379"/>
                      <a:pt x="21664" y="4379"/>
                    </a:cubicBezTo>
                    <a:cubicBezTo>
                      <a:pt x="21379" y="4308"/>
                      <a:pt x="21164" y="4236"/>
                      <a:pt x="20879" y="4236"/>
                    </a:cubicBezTo>
                    <a:cubicBezTo>
                      <a:pt x="20450" y="4165"/>
                      <a:pt x="20093" y="4022"/>
                      <a:pt x="19736" y="4022"/>
                    </a:cubicBezTo>
                    <a:cubicBezTo>
                      <a:pt x="19379" y="4022"/>
                      <a:pt x="19022" y="4236"/>
                      <a:pt x="18737" y="4094"/>
                    </a:cubicBezTo>
                    <a:cubicBezTo>
                      <a:pt x="18523" y="4094"/>
                      <a:pt x="18308" y="3951"/>
                      <a:pt x="18094" y="3951"/>
                    </a:cubicBezTo>
                    <a:cubicBezTo>
                      <a:pt x="17951" y="3951"/>
                      <a:pt x="17880" y="3951"/>
                      <a:pt x="17737" y="3951"/>
                    </a:cubicBezTo>
                    <a:cubicBezTo>
                      <a:pt x="17666" y="3951"/>
                      <a:pt x="17666" y="3879"/>
                      <a:pt x="17594" y="3808"/>
                    </a:cubicBezTo>
                    <a:cubicBezTo>
                      <a:pt x="17237" y="3451"/>
                      <a:pt x="16809" y="4451"/>
                      <a:pt x="16738" y="4736"/>
                    </a:cubicBezTo>
                    <a:cubicBezTo>
                      <a:pt x="16738" y="4950"/>
                      <a:pt x="16666" y="5165"/>
                      <a:pt x="16595" y="5307"/>
                    </a:cubicBezTo>
                    <a:cubicBezTo>
                      <a:pt x="16381" y="5736"/>
                      <a:pt x="15809" y="5807"/>
                      <a:pt x="15595" y="6093"/>
                    </a:cubicBezTo>
                    <a:cubicBezTo>
                      <a:pt x="15524" y="6236"/>
                      <a:pt x="15524" y="6307"/>
                      <a:pt x="15452" y="6378"/>
                    </a:cubicBezTo>
                    <a:cubicBezTo>
                      <a:pt x="15381" y="6521"/>
                      <a:pt x="15309" y="6450"/>
                      <a:pt x="15309" y="6378"/>
                    </a:cubicBezTo>
                    <a:cubicBezTo>
                      <a:pt x="15381" y="6236"/>
                      <a:pt x="15452" y="6093"/>
                      <a:pt x="15524" y="5950"/>
                    </a:cubicBezTo>
                    <a:cubicBezTo>
                      <a:pt x="15738" y="5664"/>
                      <a:pt x="16166" y="5593"/>
                      <a:pt x="16381" y="5236"/>
                    </a:cubicBezTo>
                    <a:cubicBezTo>
                      <a:pt x="16452" y="4950"/>
                      <a:pt x="16666" y="4308"/>
                      <a:pt x="16166" y="4236"/>
                    </a:cubicBezTo>
                    <a:cubicBezTo>
                      <a:pt x="16166" y="4236"/>
                      <a:pt x="16024" y="4236"/>
                      <a:pt x="15952" y="4165"/>
                    </a:cubicBezTo>
                    <a:cubicBezTo>
                      <a:pt x="16024" y="4165"/>
                      <a:pt x="16166" y="4094"/>
                      <a:pt x="16238" y="4022"/>
                    </a:cubicBezTo>
                    <a:cubicBezTo>
                      <a:pt x="16809" y="3879"/>
                      <a:pt x="17309" y="3308"/>
                      <a:pt x="17380" y="2666"/>
                    </a:cubicBezTo>
                    <a:cubicBezTo>
                      <a:pt x="17452" y="2309"/>
                      <a:pt x="17237" y="1880"/>
                      <a:pt x="16809" y="1880"/>
                    </a:cubicBezTo>
                    <a:cubicBezTo>
                      <a:pt x="16595" y="1880"/>
                      <a:pt x="16452" y="2023"/>
                      <a:pt x="16309" y="2023"/>
                    </a:cubicBezTo>
                    <a:cubicBezTo>
                      <a:pt x="16095" y="2023"/>
                      <a:pt x="16095" y="1809"/>
                      <a:pt x="15881" y="1809"/>
                    </a:cubicBezTo>
                    <a:cubicBezTo>
                      <a:pt x="15738" y="1809"/>
                      <a:pt x="15809" y="1737"/>
                      <a:pt x="15809" y="1666"/>
                    </a:cubicBezTo>
                    <a:cubicBezTo>
                      <a:pt x="15881" y="1452"/>
                      <a:pt x="15738" y="1023"/>
                      <a:pt x="15452" y="1095"/>
                    </a:cubicBezTo>
                    <a:cubicBezTo>
                      <a:pt x="15309" y="1023"/>
                      <a:pt x="15095" y="1309"/>
                      <a:pt x="15024" y="1166"/>
                    </a:cubicBezTo>
                    <a:cubicBezTo>
                      <a:pt x="15024" y="1166"/>
                      <a:pt x="15024" y="1023"/>
                      <a:pt x="15095" y="952"/>
                    </a:cubicBezTo>
                    <a:cubicBezTo>
                      <a:pt x="15309" y="381"/>
                      <a:pt x="15309" y="238"/>
                      <a:pt x="14738" y="24"/>
                    </a:cubicBezTo>
                    <a:cubicBezTo>
                      <a:pt x="14310" y="-119"/>
                      <a:pt x="14238" y="452"/>
                      <a:pt x="13953" y="595"/>
                    </a:cubicBezTo>
                    <a:cubicBezTo>
                      <a:pt x="13096" y="1095"/>
                      <a:pt x="12168" y="452"/>
                      <a:pt x="11240" y="595"/>
                    </a:cubicBezTo>
                    <a:cubicBezTo>
                      <a:pt x="10597" y="809"/>
                      <a:pt x="9812" y="1238"/>
                      <a:pt x="9169" y="1595"/>
                    </a:cubicBezTo>
                    <a:cubicBezTo>
                      <a:pt x="8812" y="1952"/>
                      <a:pt x="9026" y="2594"/>
                      <a:pt x="9026" y="3023"/>
                    </a:cubicBezTo>
                    <a:cubicBezTo>
                      <a:pt x="8955" y="3165"/>
                      <a:pt x="8883" y="3237"/>
                      <a:pt x="8812" y="3237"/>
                    </a:cubicBezTo>
                    <a:cubicBezTo>
                      <a:pt x="8384" y="3380"/>
                      <a:pt x="8669" y="4022"/>
                      <a:pt x="8455" y="4236"/>
                    </a:cubicBezTo>
                    <a:cubicBezTo>
                      <a:pt x="8241" y="4308"/>
                      <a:pt x="8027" y="4022"/>
                      <a:pt x="7884" y="3879"/>
                    </a:cubicBezTo>
                    <a:cubicBezTo>
                      <a:pt x="7670" y="3665"/>
                      <a:pt x="7598" y="3522"/>
                      <a:pt x="7527" y="3380"/>
                    </a:cubicBezTo>
                    <a:cubicBezTo>
                      <a:pt x="7455" y="3237"/>
                      <a:pt x="7312" y="3094"/>
                      <a:pt x="7170" y="3094"/>
                    </a:cubicBezTo>
                    <a:cubicBezTo>
                      <a:pt x="6741" y="3165"/>
                      <a:pt x="6813" y="3594"/>
                      <a:pt x="6884" y="3879"/>
                    </a:cubicBezTo>
                    <a:cubicBezTo>
                      <a:pt x="6884" y="4736"/>
                      <a:pt x="4956" y="3665"/>
                      <a:pt x="4742" y="4236"/>
                    </a:cubicBezTo>
                    <a:cubicBezTo>
                      <a:pt x="4742" y="4451"/>
                      <a:pt x="4813" y="4593"/>
                      <a:pt x="4742" y="4808"/>
                    </a:cubicBezTo>
                    <a:cubicBezTo>
                      <a:pt x="4671" y="4950"/>
                      <a:pt x="4528" y="5165"/>
                      <a:pt x="4385" y="5307"/>
                    </a:cubicBezTo>
                    <a:cubicBezTo>
                      <a:pt x="4171" y="5593"/>
                      <a:pt x="3885" y="5593"/>
                      <a:pt x="3600" y="5807"/>
                    </a:cubicBezTo>
                    <a:cubicBezTo>
                      <a:pt x="3314" y="6021"/>
                      <a:pt x="3028" y="6307"/>
                      <a:pt x="2600" y="6307"/>
                    </a:cubicBezTo>
                    <a:cubicBezTo>
                      <a:pt x="2029" y="6450"/>
                      <a:pt x="1600" y="5879"/>
                      <a:pt x="1029" y="5950"/>
                    </a:cubicBezTo>
                    <a:cubicBezTo>
                      <a:pt x="815" y="6021"/>
                      <a:pt x="672" y="6236"/>
                      <a:pt x="387" y="6307"/>
                    </a:cubicBezTo>
                    <a:cubicBezTo>
                      <a:pt x="-542" y="6664"/>
                      <a:pt x="458" y="7307"/>
                      <a:pt x="744" y="7735"/>
                    </a:cubicBezTo>
                    <a:cubicBezTo>
                      <a:pt x="886" y="7878"/>
                      <a:pt x="815" y="8021"/>
                      <a:pt x="886" y="8235"/>
                    </a:cubicBezTo>
                    <a:cubicBezTo>
                      <a:pt x="958" y="8520"/>
                      <a:pt x="1315" y="8520"/>
                      <a:pt x="1529" y="8520"/>
                    </a:cubicBezTo>
                    <a:cubicBezTo>
                      <a:pt x="1815" y="8520"/>
                      <a:pt x="2029" y="8592"/>
                      <a:pt x="2243" y="8735"/>
                    </a:cubicBezTo>
                    <a:cubicBezTo>
                      <a:pt x="2600" y="8949"/>
                      <a:pt x="2243" y="9449"/>
                      <a:pt x="2457" y="9663"/>
                    </a:cubicBezTo>
                    <a:cubicBezTo>
                      <a:pt x="2600" y="9877"/>
                      <a:pt x="2814" y="10020"/>
                      <a:pt x="2957" y="10163"/>
                    </a:cubicBezTo>
                    <a:cubicBezTo>
                      <a:pt x="3171" y="10306"/>
                      <a:pt x="3457" y="10306"/>
                      <a:pt x="3671" y="10163"/>
                    </a:cubicBezTo>
                    <a:cubicBezTo>
                      <a:pt x="3885" y="9948"/>
                      <a:pt x="4099" y="9806"/>
                      <a:pt x="4314" y="9948"/>
                    </a:cubicBezTo>
                    <a:cubicBezTo>
                      <a:pt x="4456" y="10020"/>
                      <a:pt x="4528" y="10163"/>
                      <a:pt x="4671" y="10234"/>
                    </a:cubicBezTo>
                    <a:cubicBezTo>
                      <a:pt x="4956" y="10448"/>
                      <a:pt x="5385" y="10377"/>
                      <a:pt x="5670" y="10663"/>
                    </a:cubicBezTo>
                    <a:cubicBezTo>
                      <a:pt x="5813" y="10948"/>
                      <a:pt x="5813" y="11591"/>
                      <a:pt x="5385" y="11662"/>
                    </a:cubicBezTo>
                    <a:cubicBezTo>
                      <a:pt x="5313" y="11662"/>
                      <a:pt x="5242" y="11662"/>
                      <a:pt x="5170" y="11662"/>
                    </a:cubicBezTo>
                    <a:cubicBezTo>
                      <a:pt x="4956" y="11734"/>
                      <a:pt x="4956" y="11948"/>
                      <a:pt x="4813" y="12091"/>
                    </a:cubicBezTo>
                    <a:cubicBezTo>
                      <a:pt x="4671" y="12233"/>
                      <a:pt x="4385" y="12448"/>
                      <a:pt x="4171" y="12590"/>
                    </a:cubicBezTo>
                    <a:cubicBezTo>
                      <a:pt x="3957" y="12805"/>
                      <a:pt x="3742" y="12947"/>
                      <a:pt x="3600" y="13090"/>
                    </a:cubicBezTo>
                    <a:cubicBezTo>
                      <a:pt x="3528" y="13162"/>
                      <a:pt x="3528" y="13162"/>
                      <a:pt x="3528" y="13233"/>
                    </a:cubicBezTo>
                    <a:cubicBezTo>
                      <a:pt x="3528" y="13304"/>
                      <a:pt x="3671" y="13376"/>
                      <a:pt x="3742" y="13519"/>
                    </a:cubicBezTo>
                    <a:cubicBezTo>
                      <a:pt x="3957" y="13733"/>
                      <a:pt x="4242" y="14018"/>
                      <a:pt x="4528" y="14161"/>
                    </a:cubicBezTo>
                    <a:cubicBezTo>
                      <a:pt x="4813" y="14304"/>
                      <a:pt x="5099" y="14233"/>
                      <a:pt x="5385" y="14375"/>
                    </a:cubicBezTo>
                    <a:cubicBezTo>
                      <a:pt x="5742" y="14518"/>
                      <a:pt x="6099" y="14304"/>
                      <a:pt x="6456" y="14518"/>
                    </a:cubicBezTo>
                    <a:cubicBezTo>
                      <a:pt x="6884" y="14804"/>
                      <a:pt x="6670" y="15661"/>
                      <a:pt x="7098" y="15946"/>
                    </a:cubicBezTo>
                    <a:cubicBezTo>
                      <a:pt x="7812" y="16232"/>
                      <a:pt x="8526" y="16446"/>
                      <a:pt x="9240" y="16660"/>
                    </a:cubicBezTo>
                    <a:cubicBezTo>
                      <a:pt x="9455" y="16732"/>
                      <a:pt x="9526" y="16946"/>
                      <a:pt x="9526" y="17089"/>
                    </a:cubicBezTo>
                    <a:cubicBezTo>
                      <a:pt x="9597" y="17517"/>
                      <a:pt x="9812" y="17874"/>
                      <a:pt x="10026" y="18231"/>
                    </a:cubicBezTo>
                    <a:cubicBezTo>
                      <a:pt x="10169" y="18588"/>
                      <a:pt x="10169" y="18945"/>
                      <a:pt x="10454" y="19231"/>
                    </a:cubicBezTo>
                    <a:cubicBezTo>
                      <a:pt x="10597" y="19302"/>
                      <a:pt x="10740" y="19373"/>
                      <a:pt x="10883" y="19516"/>
                    </a:cubicBezTo>
                    <a:cubicBezTo>
                      <a:pt x="11025" y="19659"/>
                      <a:pt x="11025" y="19873"/>
                      <a:pt x="11240" y="20016"/>
                    </a:cubicBezTo>
                    <a:cubicBezTo>
                      <a:pt x="11382" y="20087"/>
                      <a:pt x="11668" y="20087"/>
                      <a:pt x="11882" y="20087"/>
                    </a:cubicBezTo>
                    <a:cubicBezTo>
                      <a:pt x="12453" y="20230"/>
                      <a:pt x="12953" y="19945"/>
                      <a:pt x="13524" y="19802"/>
                    </a:cubicBezTo>
                    <a:cubicBezTo>
                      <a:pt x="13739" y="19802"/>
                      <a:pt x="13953" y="19659"/>
                      <a:pt x="13953" y="19445"/>
                    </a:cubicBezTo>
                    <a:cubicBezTo>
                      <a:pt x="13953" y="19159"/>
                      <a:pt x="13596" y="18802"/>
                      <a:pt x="13667" y="18517"/>
                    </a:cubicBezTo>
                    <a:cubicBezTo>
                      <a:pt x="13739" y="18374"/>
                      <a:pt x="13739" y="18302"/>
                      <a:pt x="13810" y="18160"/>
                    </a:cubicBezTo>
                    <a:cubicBezTo>
                      <a:pt x="13953" y="17731"/>
                      <a:pt x="13596" y="17160"/>
                      <a:pt x="14096" y="16946"/>
                    </a:cubicBezTo>
                    <a:cubicBezTo>
                      <a:pt x="14453" y="16732"/>
                      <a:pt x="14738" y="16446"/>
                      <a:pt x="15167" y="16303"/>
                    </a:cubicBezTo>
                    <a:cubicBezTo>
                      <a:pt x="15809" y="16160"/>
                      <a:pt x="16452" y="16018"/>
                      <a:pt x="17023" y="15732"/>
                    </a:cubicBezTo>
                    <a:cubicBezTo>
                      <a:pt x="17452" y="15518"/>
                      <a:pt x="17880" y="15518"/>
                      <a:pt x="18237" y="15304"/>
                    </a:cubicBezTo>
                    <a:cubicBezTo>
                      <a:pt x="18594" y="15018"/>
                      <a:pt x="18880" y="14661"/>
                      <a:pt x="18951" y="14233"/>
                    </a:cubicBezTo>
                    <a:cubicBezTo>
                      <a:pt x="19022" y="14018"/>
                      <a:pt x="19165" y="13876"/>
                      <a:pt x="19308" y="13804"/>
                    </a:cubicBezTo>
                    <a:cubicBezTo>
                      <a:pt x="19594" y="13661"/>
                      <a:pt x="19879" y="13590"/>
                      <a:pt x="19951" y="13304"/>
                    </a:cubicBezTo>
                    <a:cubicBezTo>
                      <a:pt x="20022" y="13090"/>
                      <a:pt x="20093" y="12876"/>
                      <a:pt x="20165" y="12876"/>
                    </a:cubicBezTo>
                    <a:cubicBezTo>
                      <a:pt x="20879" y="13019"/>
                      <a:pt x="21736" y="13661"/>
                      <a:pt x="22021" y="14375"/>
                    </a:cubicBezTo>
                    <a:cubicBezTo>
                      <a:pt x="22164" y="14804"/>
                      <a:pt x="22592" y="15161"/>
                      <a:pt x="23021" y="15161"/>
                    </a:cubicBezTo>
                    <a:cubicBezTo>
                      <a:pt x="23592" y="15161"/>
                      <a:pt x="23521" y="14447"/>
                      <a:pt x="23806" y="14090"/>
                    </a:cubicBezTo>
                    <a:cubicBezTo>
                      <a:pt x="24378" y="13233"/>
                      <a:pt x="24092" y="13162"/>
                      <a:pt x="23521" y="12519"/>
                    </a:cubicBezTo>
                    <a:cubicBezTo>
                      <a:pt x="23378" y="12305"/>
                      <a:pt x="23378" y="12019"/>
                      <a:pt x="23449" y="11734"/>
                    </a:cubicBezTo>
                    <a:cubicBezTo>
                      <a:pt x="23664" y="11234"/>
                      <a:pt x="23735" y="10734"/>
                      <a:pt x="24092" y="10306"/>
                    </a:cubicBezTo>
                    <a:cubicBezTo>
                      <a:pt x="24306" y="9948"/>
                      <a:pt x="25020" y="9806"/>
                      <a:pt x="24949" y="930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9"/>
              <p:cNvSpPr/>
              <p:nvPr/>
            </p:nvSpPr>
            <p:spPr>
              <a:xfrm>
                <a:off x="1336975" y="2726600"/>
                <a:ext cx="623850" cy="503175"/>
              </a:xfrm>
              <a:custGeom>
                <a:rect b="b" l="l" r="r" t="t"/>
                <a:pathLst>
                  <a:path extrusionOk="0" fill="none" h="20127" w="24954">
                    <a:moveTo>
                      <a:pt x="24877" y="9234"/>
                    </a:moveTo>
                    <a:cubicBezTo>
                      <a:pt x="24806" y="8877"/>
                      <a:pt x="24877" y="8163"/>
                      <a:pt x="24520" y="7878"/>
                    </a:cubicBezTo>
                    <a:cubicBezTo>
                      <a:pt x="24378" y="7806"/>
                      <a:pt x="24163" y="7806"/>
                      <a:pt x="23949" y="7735"/>
                    </a:cubicBezTo>
                    <a:cubicBezTo>
                      <a:pt x="23664" y="7735"/>
                      <a:pt x="23306" y="7521"/>
                      <a:pt x="23235" y="7164"/>
                    </a:cubicBezTo>
                    <a:cubicBezTo>
                      <a:pt x="23164" y="6807"/>
                      <a:pt x="23235" y="6378"/>
                      <a:pt x="23021" y="6164"/>
                    </a:cubicBezTo>
                    <a:cubicBezTo>
                      <a:pt x="22378" y="5879"/>
                      <a:pt x="21878" y="5664"/>
                      <a:pt x="22093" y="4808"/>
                    </a:cubicBezTo>
                    <a:cubicBezTo>
                      <a:pt x="22093" y="4665"/>
                      <a:pt x="22164" y="4522"/>
                      <a:pt x="22021" y="4379"/>
                    </a:cubicBezTo>
                    <a:cubicBezTo>
                      <a:pt x="21950" y="4379"/>
                      <a:pt x="21807" y="4379"/>
                      <a:pt x="21664" y="4379"/>
                    </a:cubicBezTo>
                    <a:cubicBezTo>
                      <a:pt x="21379" y="4308"/>
                      <a:pt x="21164" y="4236"/>
                      <a:pt x="20879" y="4236"/>
                    </a:cubicBezTo>
                    <a:cubicBezTo>
                      <a:pt x="20450" y="4165"/>
                      <a:pt x="20093" y="4022"/>
                      <a:pt x="19736" y="4022"/>
                    </a:cubicBezTo>
                    <a:cubicBezTo>
                      <a:pt x="19379" y="4022"/>
                      <a:pt x="19022" y="4236"/>
                      <a:pt x="18737" y="4094"/>
                    </a:cubicBezTo>
                    <a:cubicBezTo>
                      <a:pt x="18523" y="4094"/>
                      <a:pt x="18308" y="3951"/>
                      <a:pt x="18094" y="3951"/>
                    </a:cubicBezTo>
                    <a:cubicBezTo>
                      <a:pt x="17951" y="3951"/>
                      <a:pt x="17880" y="3951"/>
                      <a:pt x="17737" y="3951"/>
                    </a:cubicBezTo>
                    <a:cubicBezTo>
                      <a:pt x="17666" y="3951"/>
                      <a:pt x="17666" y="3879"/>
                      <a:pt x="17594" y="3808"/>
                    </a:cubicBezTo>
                    <a:cubicBezTo>
                      <a:pt x="17237" y="3451"/>
                      <a:pt x="16809" y="4451"/>
                      <a:pt x="16738" y="4736"/>
                    </a:cubicBezTo>
                    <a:cubicBezTo>
                      <a:pt x="16738" y="4950"/>
                      <a:pt x="16666" y="5165"/>
                      <a:pt x="16595" y="5307"/>
                    </a:cubicBezTo>
                    <a:cubicBezTo>
                      <a:pt x="16381" y="5736"/>
                      <a:pt x="15809" y="5807"/>
                      <a:pt x="15595" y="6093"/>
                    </a:cubicBezTo>
                    <a:cubicBezTo>
                      <a:pt x="15524" y="6236"/>
                      <a:pt x="15524" y="6307"/>
                      <a:pt x="15452" y="6378"/>
                    </a:cubicBezTo>
                    <a:cubicBezTo>
                      <a:pt x="15381" y="6521"/>
                      <a:pt x="15309" y="6450"/>
                      <a:pt x="15309" y="6378"/>
                    </a:cubicBezTo>
                    <a:cubicBezTo>
                      <a:pt x="15381" y="6236"/>
                      <a:pt x="15452" y="6093"/>
                      <a:pt x="15524" y="5950"/>
                    </a:cubicBezTo>
                    <a:cubicBezTo>
                      <a:pt x="15738" y="5664"/>
                      <a:pt x="16166" y="5593"/>
                      <a:pt x="16381" y="5236"/>
                    </a:cubicBezTo>
                    <a:cubicBezTo>
                      <a:pt x="16452" y="4950"/>
                      <a:pt x="16666" y="4308"/>
                      <a:pt x="16166" y="4236"/>
                    </a:cubicBezTo>
                    <a:cubicBezTo>
                      <a:pt x="16166" y="4236"/>
                      <a:pt x="16024" y="4236"/>
                      <a:pt x="15952" y="4165"/>
                    </a:cubicBezTo>
                    <a:cubicBezTo>
                      <a:pt x="16024" y="4165"/>
                      <a:pt x="16166" y="4094"/>
                      <a:pt x="16238" y="4022"/>
                    </a:cubicBezTo>
                    <a:cubicBezTo>
                      <a:pt x="16809" y="3879"/>
                      <a:pt x="17309" y="3308"/>
                      <a:pt x="17380" y="2666"/>
                    </a:cubicBezTo>
                    <a:cubicBezTo>
                      <a:pt x="17452" y="2309"/>
                      <a:pt x="17237" y="1880"/>
                      <a:pt x="16809" y="1880"/>
                    </a:cubicBezTo>
                    <a:cubicBezTo>
                      <a:pt x="16595" y="1880"/>
                      <a:pt x="16452" y="2023"/>
                      <a:pt x="16309" y="2023"/>
                    </a:cubicBezTo>
                    <a:cubicBezTo>
                      <a:pt x="16095" y="2023"/>
                      <a:pt x="16095" y="1809"/>
                      <a:pt x="15881" y="1809"/>
                    </a:cubicBezTo>
                    <a:cubicBezTo>
                      <a:pt x="15738" y="1809"/>
                      <a:pt x="15809" y="1737"/>
                      <a:pt x="15809" y="1666"/>
                    </a:cubicBezTo>
                    <a:cubicBezTo>
                      <a:pt x="15881" y="1452"/>
                      <a:pt x="15738" y="1023"/>
                      <a:pt x="15452" y="1095"/>
                    </a:cubicBezTo>
                    <a:cubicBezTo>
                      <a:pt x="15309" y="1023"/>
                      <a:pt x="15095" y="1309"/>
                      <a:pt x="15024" y="1166"/>
                    </a:cubicBezTo>
                    <a:cubicBezTo>
                      <a:pt x="15024" y="1166"/>
                      <a:pt x="15024" y="1023"/>
                      <a:pt x="15095" y="952"/>
                    </a:cubicBezTo>
                    <a:cubicBezTo>
                      <a:pt x="15309" y="381"/>
                      <a:pt x="15309" y="238"/>
                      <a:pt x="14738" y="24"/>
                    </a:cubicBezTo>
                    <a:cubicBezTo>
                      <a:pt x="14310" y="-119"/>
                      <a:pt x="14238" y="452"/>
                      <a:pt x="13953" y="595"/>
                    </a:cubicBezTo>
                    <a:cubicBezTo>
                      <a:pt x="13096" y="1095"/>
                      <a:pt x="12168" y="452"/>
                      <a:pt x="11240" y="595"/>
                    </a:cubicBezTo>
                    <a:cubicBezTo>
                      <a:pt x="10597" y="809"/>
                      <a:pt x="9812" y="1238"/>
                      <a:pt x="9169" y="1595"/>
                    </a:cubicBezTo>
                    <a:cubicBezTo>
                      <a:pt x="8812" y="1952"/>
                      <a:pt x="9026" y="2594"/>
                      <a:pt x="9026" y="3023"/>
                    </a:cubicBezTo>
                    <a:cubicBezTo>
                      <a:pt x="8955" y="3165"/>
                      <a:pt x="8883" y="3237"/>
                      <a:pt x="8812" y="3237"/>
                    </a:cubicBezTo>
                    <a:cubicBezTo>
                      <a:pt x="8384" y="3380"/>
                      <a:pt x="8669" y="4022"/>
                      <a:pt x="8455" y="4236"/>
                    </a:cubicBezTo>
                    <a:cubicBezTo>
                      <a:pt x="8241" y="4308"/>
                      <a:pt x="8027" y="4022"/>
                      <a:pt x="7884" y="3879"/>
                    </a:cubicBezTo>
                    <a:cubicBezTo>
                      <a:pt x="7670" y="3665"/>
                      <a:pt x="7598" y="3522"/>
                      <a:pt x="7527" y="3380"/>
                    </a:cubicBezTo>
                    <a:cubicBezTo>
                      <a:pt x="7455" y="3237"/>
                      <a:pt x="7312" y="3094"/>
                      <a:pt x="7170" y="3094"/>
                    </a:cubicBezTo>
                    <a:cubicBezTo>
                      <a:pt x="6741" y="3165"/>
                      <a:pt x="6813" y="3594"/>
                      <a:pt x="6884" y="3879"/>
                    </a:cubicBezTo>
                    <a:cubicBezTo>
                      <a:pt x="6884" y="4736"/>
                      <a:pt x="4956" y="3665"/>
                      <a:pt x="4742" y="4236"/>
                    </a:cubicBezTo>
                    <a:cubicBezTo>
                      <a:pt x="4742" y="4451"/>
                      <a:pt x="4813" y="4593"/>
                      <a:pt x="4742" y="4808"/>
                    </a:cubicBezTo>
                    <a:cubicBezTo>
                      <a:pt x="4671" y="4950"/>
                      <a:pt x="4528" y="5165"/>
                      <a:pt x="4385" y="5307"/>
                    </a:cubicBezTo>
                    <a:cubicBezTo>
                      <a:pt x="4171" y="5593"/>
                      <a:pt x="3885" y="5593"/>
                      <a:pt x="3600" y="5807"/>
                    </a:cubicBezTo>
                    <a:cubicBezTo>
                      <a:pt x="3314" y="6021"/>
                      <a:pt x="3028" y="6307"/>
                      <a:pt x="2600" y="6307"/>
                    </a:cubicBezTo>
                    <a:cubicBezTo>
                      <a:pt x="2029" y="6450"/>
                      <a:pt x="1600" y="5879"/>
                      <a:pt x="1029" y="5950"/>
                    </a:cubicBezTo>
                    <a:cubicBezTo>
                      <a:pt x="815" y="6021"/>
                      <a:pt x="672" y="6236"/>
                      <a:pt x="387" y="6307"/>
                    </a:cubicBezTo>
                    <a:cubicBezTo>
                      <a:pt x="-542" y="6664"/>
                      <a:pt x="458" y="7307"/>
                      <a:pt x="744" y="7735"/>
                    </a:cubicBezTo>
                    <a:cubicBezTo>
                      <a:pt x="886" y="7878"/>
                      <a:pt x="815" y="8021"/>
                      <a:pt x="886" y="8235"/>
                    </a:cubicBezTo>
                    <a:cubicBezTo>
                      <a:pt x="958" y="8520"/>
                      <a:pt x="1315" y="8520"/>
                      <a:pt x="1529" y="8520"/>
                    </a:cubicBezTo>
                    <a:cubicBezTo>
                      <a:pt x="1815" y="8520"/>
                      <a:pt x="2029" y="8592"/>
                      <a:pt x="2243" y="8735"/>
                    </a:cubicBezTo>
                    <a:cubicBezTo>
                      <a:pt x="2600" y="8949"/>
                      <a:pt x="2243" y="9449"/>
                      <a:pt x="2457" y="9663"/>
                    </a:cubicBezTo>
                    <a:cubicBezTo>
                      <a:pt x="2600" y="9877"/>
                      <a:pt x="2814" y="10020"/>
                      <a:pt x="2957" y="10163"/>
                    </a:cubicBezTo>
                    <a:cubicBezTo>
                      <a:pt x="3171" y="10306"/>
                      <a:pt x="3457" y="10306"/>
                      <a:pt x="3671" y="10163"/>
                    </a:cubicBezTo>
                    <a:cubicBezTo>
                      <a:pt x="3885" y="9948"/>
                      <a:pt x="4099" y="9806"/>
                      <a:pt x="4314" y="9948"/>
                    </a:cubicBezTo>
                    <a:cubicBezTo>
                      <a:pt x="4456" y="10020"/>
                      <a:pt x="4528" y="10163"/>
                      <a:pt x="4671" y="10234"/>
                    </a:cubicBezTo>
                    <a:cubicBezTo>
                      <a:pt x="4956" y="10448"/>
                      <a:pt x="5385" y="10377"/>
                      <a:pt x="5670" y="10663"/>
                    </a:cubicBezTo>
                    <a:cubicBezTo>
                      <a:pt x="5813" y="10948"/>
                      <a:pt x="5813" y="11591"/>
                      <a:pt x="5385" y="11662"/>
                    </a:cubicBezTo>
                    <a:cubicBezTo>
                      <a:pt x="5313" y="11662"/>
                      <a:pt x="5242" y="11662"/>
                      <a:pt x="5170" y="11662"/>
                    </a:cubicBezTo>
                    <a:cubicBezTo>
                      <a:pt x="4956" y="11734"/>
                      <a:pt x="4956" y="11948"/>
                      <a:pt x="4813" y="12091"/>
                    </a:cubicBezTo>
                    <a:cubicBezTo>
                      <a:pt x="4671" y="12233"/>
                      <a:pt x="4385" y="12448"/>
                      <a:pt x="4171" y="12590"/>
                    </a:cubicBezTo>
                    <a:cubicBezTo>
                      <a:pt x="3957" y="12805"/>
                      <a:pt x="3742" y="12947"/>
                      <a:pt x="3600" y="13090"/>
                    </a:cubicBezTo>
                    <a:cubicBezTo>
                      <a:pt x="3528" y="13162"/>
                      <a:pt x="3528" y="13162"/>
                      <a:pt x="3528" y="13233"/>
                    </a:cubicBezTo>
                    <a:cubicBezTo>
                      <a:pt x="3528" y="13304"/>
                      <a:pt x="3671" y="13376"/>
                      <a:pt x="3742" y="13519"/>
                    </a:cubicBezTo>
                    <a:cubicBezTo>
                      <a:pt x="3957" y="13733"/>
                      <a:pt x="4242" y="14018"/>
                      <a:pt x="4528" y="14161"/>
                    </a:cubicBezTo>
                    <a:cubicBezTo>
                      <a:pt x="4813" y="14304"/>
                      <a:pt x="5099" y="14233"/>
                      <a:pt x="5385" y="14375"/>
                    </a:cubicBezTo>
                    <a:cubicBezTo>
                      <a:pt x="5742" y="14518"/>
                      <a:pt x="6099" y="14304"/>
                      <a:pt x="6456" y="14518"/>
                    </a:cubicBezTo>
                    <a:cubicBezTo>
                      <a:pt x="6884" y="14804"/>
                      <a:pt x="6670" y="15661"/>
                      <a:pt x="7098" y="15946"/>
                    </a:cubicBezTo>
                    <a:cubicBezTo>
                      <a:pt x="7812" y="16232"/>
                      <a:pt x="8526" y="16446"/>
                      <a:pt x="9240" y="16660"/>
                    </a:cubicBezTo>
                    <a:cubicBezTo>
                      <a:pt x="9455" y="16732"/>
                      <a:pt x="9526" y="16946"/>
                      <a:pt x="9526" y="17089"/>
                    </a:cubicBezTo>
                    <a:cubicBezTo>
                      <a:pt x="9597" y="17517"/>
                      <a:pt x="9812" y="17874"/>
                      <a:pt x="10026" y="18231"/>
                    </a:cubicBezTo>
                    <a:cubicBezTo>
                      <a:pt x="10169" y="18588"/>
                      <a:pt x="10169" y="18945"/>
                      <a:pt x="10454" y="19231"/>
                    </a:cubicBezTo>
                    <a:cubicBezTo>
                      <a:pt x="10597" y="19302"/>
                      <a:pt x="10740" y="19373"/>
                      <a:pt x="10883" y="19516"/>
                    </a:cubicBezTo>
                    <a:cubicBezTo>
                      <a:pt x="11025" y="19659"/>
                      <a:pt x="11025" y="19873"/>
                      <a:pt x="11240" y="20016"/>
                    </a:cubicBezTo>
                    <a:cubicBezTo>
                      <a:pt x="11382" y="20087"/>
                      <a:pt x="11668" y="20087"/>
                      <a:pt x="11882" y="20087"/>
                    </a:cubicBezTo>
                    <a:cubicBezTo>
                      <a:pt x="12453" y="20230"/>
                      <a:pt x="12953" y="19945"/>
                      <a:pt x="13524" y="19802"/>
                    </a:cubicBezTo>
                    <a:cubicBezTo>
                      <a:pt x="13739" y="19802"/>
                      <a:pt x="13953" y="19659"/>
                      <a:pt x="13953" y="19445"/>
                    </a:cubicBezTo>
                    <a:cubicBezTo>
                      <a:pt x="13953" y="19159"/>
                      <a:pt x="13596" y="18802"/>
                      <a:pt x="13667" y="18517"/>
                    </a:cubicBezTo>
                    <a:cubicBezTo>
                      <a:pt x="13739" y="18374"/>
                      <a:pt x="13739" y="18302"/>
                      <a:pt x="13810" y="18160"/>
                    </a:cubicBezTo>
                    <a:cubicBezTo>
                      <a:pt x="13953" y="17731"/>
                      <a:pt x="13596" y="17160"/>
                      <a:pt x="14096" y="16946"/>
                    </a:cubicBezTo>
                    <a:cubicBezTo>
                      <a:pt x="14453" y="16732"/>
                      <a:pt x="14738" y="16446"/>
                      <a:pt x="15167" y="16303"/>
                    </a:cubicBezTo>
                    <a:cubicBezTo>
                      <a:pt x="15809" y="16160"/>
                      <a:pt x="16452" y="16018"/>
                      <a:pt x="17023" y="15732"/>
                    </a:cubicBezTo>
                    <a:cubicBezTo>
                      <a:pt x="17452" y="15518"/>
                      <a:pt x="17880" y="15518"/>
                      <a:pt x="18237" y="15304"/>
                    </a:cubicBezTo>
                    <a:cubicBezTo>
                      <a:pt x="18594" y="15018"/>
                      <a:pt x="18880" y="14661"/>
                      <a:pt x="18951" y="14233"/>
                    </a:cubicBezTo>
                    <a:cubicBezTo>
                      <a:pt x="19022" y="14018"/>
                      <a:pt x="19165" y="13876"/>
                      <a:pt x="19308" y="13804"/>
                    </a:cubicBezTo>
                    <a:cubicBezTo>
                      <a:pt x="19594" y="13661"/>
                      <a:pt x="19879" y="13590"/>
                      <a:pt x="19951" y="13304"/>
                    </a:cubicBezTo>
                    <a:cubicBezTo>
                      <a:pt x="20022" y="13090"/>
                      <a:pt x="20093" y="12876"/>
                      <a:pt x="20165" y="12876"/>
                    </a:cubicBezTo>
                    <a:cubicBezTo>
                      <a:pt x="20879" y="13019"/>
                      <a:pt x="21736" y="13661"/>
                      <a:pt x="22021" y="14375"/>
                    </a:cubicBezTo>
                    <a:cubicBezTo>
                      <a:pt x="22164" y="14804"/>
                      <a:pt x="22592" y="15161"/>
                      <a:pt x="23021" y="15161"/>
                    </a:cubicBezTo>
                    <a:cubicBezTo>
                      <a:pt x="23592" y="15161"/>
                      <a:pt x="23521" y="14447"/>
                      <a:pt x="23806" y="14090"/>
                    </a:cubicBezTo>
                    <a:cubicBezTo>
                      <a:pt x="24378" y="13233"/>
                      <a:pt x="24092" y="13162"/>
                      <a:pt x="23521" y="12519"/>
                    </a:cubicBezTo>
                    <a:cubicBezTo>
                      <a:pt x="23378" y="12305"/>
                      <a:pt x="23378" y="12019"/>
                      <a:pt x="23449" y="11734"/>
                    </a:cubicBezTo>
                    <a:cubicBezTo>
                      <a:pt x="23664" y="11234"/>
                      <a:pt x="23735" y="10734"/>
                      <a:pt x="24092" y="10306"/>
                    </a:cubicBezTo>
                    <a:cubicBezTo>
                      <a:pt x="24306" y="9948"/>
                      <a:pt x="25020" y="9806"/>
                      <a:pt x="24949" y="930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9"/>
              <p:cNvSpPr/>
              <p:nvPr/>
            </p:nvSpPr>
            <p:spPr>
              <a:xfrm>
                <a:off x="3754650" y="2749250"/>
                <a:ext cx="651575" cy="863325"/>
              </a:xfrm>
              <a:custGeom>
                <a:rect b="b" l="l" r="r" t="t"/>
                <a:pathLst>
                  <a:path extrusionOk="0" h="34533" w="26063">
                    <a:moveTo>
                      <a:pt x="143" y="20610"/>
                    </a:moveTo>
                    <a:lnTo>
                      <a:pt x="1" y="20752"/>
                    </a:lnTo>
                    <a:cubicBezTo>
                      <a:pt x="72" y="20824"/>
                      <a:pt x="72" y="20824"/>
                      <a:pt x="72" y="20824"/>
                    </a:cubicBezTo>
                    <a:cubicBezTo>
                      <a:pt x="72" y="20895"/>
                      <a:pt x="72" y="20895"/>
                      <a:pt x="72" y="20895"/>
                    </a:cubicBezTo>
                    <a:cubicBezTo>
                      <a:pt x="143" y="20824"/>
                      <a:pt x="143" y="20824"/>
                      <a:pt x="143" y="20824"/>
                    </a:cubicBezTo>
                    <a:cubicBezTo>
                      <a:pt x="215" y="20752"/>
                      <a:pt x="215" y="20752"/>
                      <a:pt x="215" y="20752"/>
                    </a:cubicBezTo>
                    <a:cubicBezTo>
                      <a:pt x="143" y="20610"/>
                      <a:pt x="143" y="20610"/>
                      <a:pt x="143" y="20610"/>
                    </a:cubicBezTo>
                    <a:close/>
                    <a:moveTo>
                      <a:pt x="1714" y="21752"/>
                    </a:moveTo>
                    <a:cubicBezTo>
                      <a:pt x="1714" y="21823"/>
                      <a:pt x="1714" y="21823"/>
                      <a:pt x="1714" y="21823"/>
                    </a:cubicBezTo>
                    <a:cubicBezTo>
                      <a:pt x="1786" y="21966"/>
                      <a:pt x="1786" y="21966"/>
                      <a:pt x="1786" y="21966"/>
                    </a:cubicBezTo>
                    <a:cubicBezTo>
                      <a:pt x="1786" y="22038"/>
                      <a:pt x="1786" y="22038"/>
                      <a:pt x="1786" y="22038"/>
                    </a:cubicBezTo>
                    <a:lnTo>
                      <a:pt x="1857" y="22038"/>
                    </a:lnTo>
                    <a:cubicBezTo>
                      <a:pt x="1857" y="22109"/>
                      <a:pt x="1857" y="22109"/>
                      <a:pt x="1857" y="22109"/>
                    </a:cubicBezTo>
                    <a:cubicBezTo>
                      <a:pt x="1928" y="21966"/>
                      <a:pt x="1928" y="21966"/>
                      <a:pt x="1928" y="21966"/>
                    </a:cubicBezTo>
                    <a:cubicBezTo>
                      <a:pt x="1857" y="21895"/>
                      <a:pt x="1857" y="21895"/>
                      <a:pt x="1857" y="21895"/>
                    </a:cubicBezTo>
                    <a:lnTo>
                      <a:pt x="1857" y="21823"/>
                    </a:lnTo>
                    <a:cubicBezTo>
                      <a:pt x="1786" y="21752"/>
                      <a:pt x="1786" y="21752"/>
                      <a:pt x="1786" y="21752"/>
                    </a:cubicBezTo>
                    <a:close/>
                    <a:moveTo>
                      <a:pt x="10140" y="22466"/>
                    </a:moveTo>
                    <a:cubicBezTo>
                      <a:pt x="10140" y="22609"/>
                      <a:pt x="10140" y="22609"/>
                      <a:pt x="10140" y="22609"/>
                    </a:cubicBezTo>
                    <a:cubicBezTo>
                      <a:pt x="10068" y="22680"/>
                      <a:pt x="10068" y="22680"/>
                      <a:pt x="10068" y="22680"/>
                    </a:cubicBezTo>
                    <a:cubicBezTo>
                      <a:pt x="9997" y="22609"/>
                      <a:pt x="9997" y="22609"/>
                      <a:pt x="9997" y="22609"/>
                    </a:cubicBezTo>
                    <a:cubicBezTo>
                      <a:pt x="9925" y="22680"/>
                      <a:pt x="9925" y="22680"/>
                      <a:pt x="9925" y="22680"/>
                    </a:cubicBezTo>
                    <a:cubicBezTo>
                      <a:pt x="9997" y="22752"/>
                      <a:pt x="9997" y="22752"/>
                      <a:pt x="9997" y="22752"/>
                    </a:cubicBezTo>
                    <a:cubicBezTo>
                      <a:pt x="9997" y="22823"/>
                      <a:pt x="9997" y="22823"/>
                      <a:pt x="9997" y="22823"/>
                    </a:cubicBezTo>
                    <a:lnTo>
                      <a:pt x="10068" y="22823"/>
                    </a:lnTo>
                    <a:cubicBezTo>
                      <a:pt x="10140" y="22894"/>
                      <a:pt x="10140" y="22894"/>
                      <a:pt x="10140" y="22894"/>
                    </a:cubicBezTo>
                    <a:cubicBezTo>
                      <a:pt x="10211" y="22823"/>
                      <a:pt x="10211" y="22823"/>
                      <a:pt x="10211" y="22823"/>
                    </a:cubicBezTo>
                    <a:cubicBezTo>
                      <a:pt x="10282" y="22752"/>
                      <a:pt x="10282" y="22752"/>
                      <a:pt x="10282" y="22752"/>
                    </a:cubicBezTo>
                    <a:cubicBezTo>
                      <a:pt x="10354" y="22680"/>
                      <a:pt x="10354" y="22680"/>
                      <a:pt x="10354" y="22680"/>
                    </a:cubicBezTo>
                    <a:cubicBezTo>
                      <a:pt x="10282" y="22609"/>
                      <a:pt x="10282" y="22609"/>
                      <a:pt x="10282" y="22609"/>
                    </a:cubicBezTo>
                    <a:lnTo>
                      <a:pt x="10282" y="22537"/>
                    </a:lnTo>
                    <a:cubicBezTo>
                      <a:pt x="10282" y="22466"/>
                      <a:pt x="10282" y="22466"/>
                      <a:pt x="10282" y="22466"/>
                    </a:cubicBezTo>
                    <a:close/>
                    <a:moveTo>
                      <a:pt x="17182" y="1"/>
                    </a:moveTo>
                    <a:cubicBezTo>
                      <a:pt x="16983" y="1"/>
                      <a:pt x="16807" y="212"/>
                      <a:pt x="16566" y="260"/>
                    </a:cubicBezTo>
                    <a:cubicBezTo>
                      <a:pt x="16423" y="260"/>
                      <a:pt x="16280" y="260"/>
                      <a:pt x="16137" y="189"/>
                    </a:cubicBezTo>
                    <a:cubicBezTo>
                      <a:pt x="15889" y="90"/>
                      <a:pt x="15645" y="44"/>
                      <a:pt x="15409" y="44"/>
                    </a:cubicBezTo>
                    <a:cubicBezTo>
                      <a:pt x="14623" y="44"/>
                      <a:pt x="13918" y="546"/>
                      <a:pt x="13424" y="1260"/>
                    </a:cubicBezTo>
                    <a:cubicBezTo>
                      <a:pt x="13138" y="1474"/>
                      <a:pt x="12639" y="1688"/>
                      <a:pt x="12424" y="2117"/>
                    </a:cubicBezTo>
                    <a:cubicBezTo>
                      <a:pt x="12282" y="2331"/>
                      <a:pt x="12282" y="2688"/>
                      <a:pt x="12496" y="2902"/>
                    </a:cubicBezTo>
                    <a:cubicBezTo>
                      <a:pt x="12639" y="3045"/>
                      <a:pt x="12781" y="3116"/>
                      <a:pt x="12853" y="3259"/>
                    </a:cubicBezTo>
                    <a:cubicBezTo>
                      <a:pt x="12924" y="3402"/>
                      <a:pt x="12924" y="3616"/>
                      <a:pt x="12924" y="3759"/>
                    </a:cubicBezTo>
                    <a:cubicBezTo>
                      <a:pt x="12996" y="4544"/>
                      <a:pt x="13710" y="5472"/>
                      <a:pt x="12496" y="5544"/>
                    </a:cubicBezTo>
                    <a:cubicBezTo>
                      <a:pt x="12442" y="5562"/>
                      <a:pt x="12375" y="5566"/>
                      <a:pt x="12304" y="5566"/>
                    </a:cubicBezTo>
                    <a:cubicBezTo>
                      <a:pt x="12233" y="5566"/>
                      <a:pt x="12157" y="5562"/>
                      <a:pt x="12085" y="5562"/>
                    </a:cubicBezTo>
                    <a:cubicBezTo>
                      <a:pt x="11943" y="5562"/>
                      <a:pt x="11818" y="5580"/>
                      <a:pt x="11782" y="5687"/>
                    </a:cubicBezTo>
                    <a:cubicBezTo>
                      <a:pt x="11639" y="6258"/>
                      <a:pt x="11925" y="6972"/>
                      <a:pt x="12210" y="7472"/>
                    </a:cubicBezTo>
                    <a:cubicBezTo>
                      <a:pt x="12424" y="7900"/>
                      <a:pt x="11996" y="8043"/>
                      <a:pt x="11710" y="8186"/>
                    </a:cubicBezTo>
                    <a:cubicBezTo>
                      <a:pt x="11496" y="8257"/>
                      <a:pt x="11139" y="8257"/>
                      <a:pt x="11068" y="8471"/>
                    </a:cubicBezTo>
                    <a:cubicBezTo>
                      <a:pt x="10996" y="8614"/>
                      <a:pt x="11139" y="8828"/>
                      <a:pt x="11211" y="8971"/>
                    </a:cubicBezTo>
                    <a:cubicBezTo>
                      <a:pt x="11282" y="9400"/>
                      <a:pt x="11425" y="9899"/>
                      <a:pt x="11496" y="10328"/>
                    </a:cubicBezTo>
                    <a:cubicBezTo>
                      <a:pt x="11568" y="10685"/>
                      <a:pt x="11425" y="10970"/>
                      <a:pt x="11353" y="11256"/>
                    </a:cubicBezTo>
                    <a:cubicBezTo>
                      <a:pt x="11282" y="11542"/>
                      <a:pt x="11353" y="11756"/>
                      <a:pt x="11496" y="11970"/>
                    </a:cubicBezTo>
                    <a:cubicBezTo>
                      <a:pt x="11710" y="12327"/>
                      <a:pt x="11853" y="12827"/>
                      <a:pt x="12067" y="13255"/>
                    </a:cubicBezTo>
                    <a:cubicBezTo>
                      <a:pt x="12139" y="13327"/>
                      <a:pt x="12282" y="13255"/>
                      <a:pt x="12282" y="13398"/>
                    </a:cubicBezTo>
                    <a:cubicBezTo>
                      <a:pt x="12282" y="13469"/>
                      <a:pt x="12210" y="13684"/>
                      <a:pt x="12210" y="13826"/>
                    </a:cubicBezTo>
                    <a:cubicBezTo>
                      <a:pt x="12210" y="14041"/>
                      <a:pt x="12282" y="14255"/>
                      <a:pt x="12210" y="14540"/>
                    </a:cubicBezTo>
                    <a:cubicBezTo>
                      <a:pt x="12139" y="14897"/>
                      <a:pt x="12282" y="15183"/>
                      <a:pt x="12282" y="15540"/>
                    </a:cubicBezTo>
                    <a:cubicBezTo>
                      <a:pt x="12210" y="15968"/>
                      <a:pt x="12139" y="16468"/>
                      <a:pt x="11996" y="16897"/>
                    </a:cubicBezTo>
                    <a:cubicBezTo>
                      <a:pt x="11925" y="17254"/>
                      <a:pt x="11639" y="17539"/>
                      <a:pt x="11568" y="17896"/>
                    </a:cubicBezTo>
                    <a:cubicBezTo>
                      <a:pt x="11496" y="18110"/>
                      <a:pt x="11568" y="18325"/>
                      <a:pt x="11568" y="18610"/>
                    </a:cubicBezTo>
                    <a:cubicBezTo>
                      <a:pt x="11710" y="18967"/>
                      <a:pt x="11496" y="19324"/>
                      <a:pt x="11353" y="19681"/>
                    </a:cubicBezTo>
                    <a:cubicBezTo>
                      <a:pt x="11211" y="20038"/>
                      <a:pt x="10925" y="20253"/>
                      <a:pt x="10854" y="20610"/>
                    </a:cubicBezTo>
                    <a:cubicBezTo>
                      <a:pt x="10711" y="20895"/>
                      <a:pt x="10639" y="21252"/>
                      <a:pt x="10639" y="21609"/>
                    </a:cubicBezTo>
                    <a:cubicBezTo>
                      <a:pt x="10568" y="22038"/>
                      <a:pt x="10996" y="22466"/>
                      <a:pt x="11068" y="22894"/>
                    </a:cubicBezTo>
                    <a:cubicBezTo>
                      <a:pt x="11068" y="22966"/>
                      <a:pt x="11068" y="23109"/>
                      <a:pt x="11139" y="23109"/>
                    </a:cubicBezTo>
                    <a:cubicBezTo>
                      <a:pt x="11169" y="23124"/>
                      <a:pt x="11200" y="23129"/>
                      <a:pt x="11230" y="23129"/>
                    </a:cubicBezTo>
                    <a:cubicBezTo>
                      <a:pt x="11312" y="23129"/>
                      <a:pt x="11395" y="23088"/>
                      <a:pt x="11477" y="23088"/>
                    </a:cubicBezTo>
                    <a:cubicBezTo>
                      <a:pt x="11507" y="23088"/>
                      <a:pt x="11537" y="23093"/>
                      <a:pt x="11568" y="23109"/>
                    </a:cubicBezTo>
                    <a:cubicBezTo>
                      <a:pt x="11710" y="23180"/>
                      <a:pt x="11782" y="23466"/>
                      <a:pt x="11925" y="23466"/>
                    </a:cubicBezTo>
                    <a:cubicBezTo>
                      <a:pt x="11960" y="23501"/>
                      <a:pt x="12032" y="23501"/>
                      <a:pt x="12103" y="23501"/>
                    </a:cubicBezTo>
                    <a:cubicBezTo>
                      <a:pt x="12175" y="23501"/>
                      <a:pt x="12246" y="23501"/>
                      <a:pt x="12282" y="23537"/>
                    </a:cubicBezTo>
                    <a:cubicBezTo>
                      <a:pt x="12424" y="23608"/>
                      <a:pt x="12496" y="23751"/>
                      <a:pt x="12567" y="23823"/>
                    </a:cubicBezTo>
                    <a:cubicBezTo>
                      <a:pt x="12706" y="23878"/>
                      <a:pt x="12865" y="23912"/>
                      <a:pt x="13022" y="23912"/>
                    </a:cubicBezTo>
                    <a:cubicBezTo>
                      <a:pt x="13269" y="23912"/>
                      <a:pt x="13507" y="23827"/>
                      <a:pt x="13638" y="23608"/>
                    </a:cubicBezTo>
                    <a:cubicBezTo>
                      <a:pt x="13847" y="23295"/>
                      <a:pt x="14133" y="23096"/>
                      <a:pt x="14439" y="23096"/>
                    </a:cubicBezTo>
                    <a:cubicBezTo>
                      <a:pt x="14551" y="23096"/>
                      <a:pt x="14666" y="23123"/>
                      <a:pt x="14781" y="23180"/>
                    </a:cubicBezTo>
                    <a:cubicBezTo>
                      <a:pt x="14900" y="23220"/>
                      <a:pt x="15014" y="23237"/>
                      <a:pt x="15126" y="23237"/>
                    </a:cubicBezTo>
                    <a:cubicBezTo>
                      <a:pt x="15414" y="23237"/>
                      <a:pt x="15686" y="23120"/>
                      <a:pt x="15995" y="22966"/>
                    </a:cubicBezTo>
                    <a:cubicBezTo>
                      <a:pt x="16172" y="22921"/>
                      <a:pt x="16406" y="22821"/>
                      <a:pt x="16608" y="22821"/>
                    </a:cubicBezTo>
                    <a:cubicBezTo>
                      <a:pt x="16731" y="22821"/>
                      <a:pt x="16842" y="22858"/>
                      <a:pt x="16923" y="22966"/>
                    </a:cubicBezTo>
                    <a:cubicBezTo>
                      <a:pt x="16994" y="23037"/>
                      <a:pt x="17066" y="23180"/>
                      <a:pt x="17208" y="23251"/>
                    </a:cubicBezTo>
                    <a:cubicBezTo>
                      <a:pt x="17262" y="23297"/>
                      <a:pt x="17301" y="23318"/>
                      <a:pt x="17329" y="23318"/>
                    </a:cubicBezTo>
                    <a:cubicBezTo>
                      <a:pt x="17564" y="23318"/>
                      <a:pt x="16994" y="21880"/>
                      <a:pt x="16994" y="21752"/>
                    </a:cubicBezTo>
                    <a:cubicBezTo>
                      <a:pt x="16851" y="21395"/>
                      <a:pt x="16494" y="20967"/>
                      <a:pt x="16423" y="20610"/>
                    </a:cubicBezTo>
                    <a:cubicBezTo>
                      <a:pt x="16352" y="20181"/>
                      <a:pt x="16494" y="19824"/>
                      <a:pt x="16566" y="19396"/>
                    </a:cubicBezTo>
                    <a:cubicBezTo>
                      <a:pt x="16566" y="19181"/>
                      <a:pt x="16566" y="18896"/>
                      <a:pt x="16637" y="18753"/>
                    </a:cubicBezTo>
                    <a:cubicBezTo>
                      <a:pt x="16780" y="18610"/>
                      <a:pt x="16994" y="18467"/>
                      <a:pt x="17066" y="18253"/>
                    </a:cubicBezTo>
                    <a:cubicBezTo>
                      <a:pt x="17137" y="18110"/>
                      <a:pt x="17208" y="17825"/>
                      <a:pt x="17280" y="17682"/>
                    </a:cubicBezTo>
                    <a:cubicBezTo>
                      <a:pt x="17351" y="17539"/>
                      <a:pt x="17351" y="17396"/>
                      <a:pt x="17280" y="17182"/>
                    </a:cubicBezTo>
                    <a:cubicBezTo>
                      <a:pt x="17137" y="16825"/>
                      <a:pt x="17066" y="16397"/>
                      <a:pt x="16994" y="15968"/>
                    </a:cubicBezTo>
                    <a:cubicBezTo>
                      <a:pt x="16923" y="15540"/>
                      <a:pt x="17066" y="15112"/>
                      <a:pt x="16994" y="14755"/>
                    </a:cubicBezTo>
                    <a:cubicBezTo>
                      <a:pt x="16923" y="14041"/>
                      <a:pt x="16709" y="13255"/>
                      <a:pt x="16923" y="12541"/>
                    </a:cubicBezTo>
                    <a:cubicBezTo>
                      <a:pt x="16994" y="12256"/>
                      <a:pt x="17280" y="11970"/>
                      <a:pt x="17351" y="11684"/>
                    </a:cubicBezTo>
                    <a:cubicBezTo>
                      <a:pt x="17351" y="10828"/>
                      <a:pt x="16994" y="9828"/>
                      <a:pt x="17208" y="8971"/>
                    </a:cubicBezTo>
                    <a:cubicBezTo>
                      <a:pt x="17280" y="8543"/>
                      <a:pt x="16709" y="8328"/>
                      <a:pt x="16423" y="8043"/>
                    </a:cubicBezTo>
                    <a:cubicBezTo>
                      <a:pt x="16280" y="7900"/>
                      <a:pt x="16352" y="7614"/>
                      <a:pt x="16209" y="7400"/>
                    </a:cubicBezTo>
                    <a:cubicBezTo>
                      <a:pt x="16137" y="7257"/>
                      <a:pt x="16066" y="7186"/>
                      <a:pt x="16066" y="7043"/>
                    </a:cubicBezTo>
                    <a:cubicBezTo>
                      <a:pt x="15995" y="6900"/>
                      <a:pt x="16137" y="6758"/>
                      <a:pt x="16280" y="6686"/>
                    </a:cubicBezTo>
                    <a:cubicBezTo>
                      <a:pt x="16851" y="6186"/>
                      <a:pt x="17708" y="5901"/>
                      <a:pt x="18208" y="5330"/>
                    </a:cubicBezTo>
                    <a:cubicBezTo>
                      <a:pt x="18574" y="5016"/>
                      <a:pt x="19093" y="4817"/>
                      <a:pt x="19569" y="4817"/>
                    </a:cubicBezTo>
                    <a:cubicBezTo>
                      <a:pt x="19743" y="4817"/>
                      <a:pt x="19911" y="4844"/>
                      <a:pt x="20064" y="4901"/>
                    </a:cubicBezTo>
                    <a:cubicBezTo>
                      <a:pt x="20350" y="4973"/>
                      <a:pt x="20707" y="4973"/>
                      <a:pt x="20921" y="5115"/>
                    </a:cubicBezTo>
                    <a:cubicBezTo>
                      <a:pt x="21135" y="5187"/>
                      <a:pt x="21421" y="5472"/>
                      <a:pt x="21207" y="5687"/>
                    </a:cubicBezTo>
                    <a:cubicBezTo>
                      <a:pt x="21135" y="5758"/>
                      <a:pt x="20707" y="6044"/>
                      <a:pt x="20993" y="6115"/>
                    </a:cubicBezTo>
                    <a:cubicBezTo>
                      <a:pt x="21064" y="6115"/>
                      <a:pt x="21207" y="6186"/>
                      <a:pt x="21278" y="6258"/>
                    </a:cubicBezTo>
                    <a:cubicBezTo>
                      <a:pt x="21333" y="6395"/>
                      <a:pt x="21430" y="6437"/>
                      <a:pt x="21545" y="6437"/>
                    </a:cubicBezTo>
                    <a:cubicBezTo>
                      <a:pt x="21730" y="6437"/>
                      <a:pt x="21959" y="6329"/>
                      <a:pt x="22135" y="6329"/>
                    </a:cubicBezTo>
                    <a:cubicBezTo>
                      <a:pt x="22172" y="6325"/>
                      <a:pt x="22209" y="6323"/>
                      <a:pt x="22244" y="6323"/>
                    </a:cubicBezTo>
                    <a:cubicBezTo>
                      <a:pt x="22820" y="6323"/>
                      <a:pt x="23164" y="6846"/>
                      <a:pt x="23635" y="7115"/>
                    </a:cubicBezTo>
                    <a:cubicBezTo>
                      <a:pt x="23737" y="7166"/>
                      <a:pt x="23843" y="7188"/>
                      <a:pt x="23950" y="7188"/>
                    </a:cubicBezTo>
                    <a:cubicBezTo>
                      <a:pt x="24289" y="7188"/>
                      <a:pt x="24631" y="6958"/>
                      <a:pt x="24848" y="6686"/>
                    </a:cubicBezTo>
                    <a:cubicBezTo>
                      <a:pt x="25134" y="6401"/>
                      <a:pt x="25562" y="6115"/>
                      <a:pt x="25777" y="5758"/>
                    </a:cubicBezTo>
                    <a:lnTo>
                      <a:pt x="25777" y="5687"/>
                    </a:lnTo>
                    <a:cubicBezTo>
                      <a:pt x="25991" y="4901"/>
                      <a:pt x="25277" y="4616"/>
                      <a:pt x="24634" y="4187"/>
                    </a:cubicBezTo>
                    <a:cubicBezTo>
                      <a:pt x="24134" y="3830"/>
                      <a:pt x="23777" y="3259"/>
                      <a:pt x="23135" y="3116"/>
                    </a:cubicBezTo>
                    <a:cubicBezTo>
                      <a:pt x="22135" y="2902"/>
                      <a:pt x="20564" y="2616"/>
                      <a:pt x="19707" y="2402"/>
                    </a:cubicBezTo>
                    <a:cubicBezTo>
                      <a:pt x="18779" y="1974"/>
                      <a:pt x="18065" y="1046"/>
                      <a:pt x="17494" y="189"/>
                    </a:cubicBezTo>
                    <a:cubicBezTo>
                      <a:pt x="17378" y="50"/>
                      <a:pt x="17277" y="1"/>
                      <a:pt x="17182" y="1"/>
                    </a:cubicBezTo>
                    <a:close/>
                    <a:moveTo>
                      <a:pt x="17608" y="24246"/>
                    </a:moveTo>
                    <a:cubicBezTo>
                      <a:pt x="17422" y="24246"/>
                      <a:pt x="17419" y="24900"/>
                      <a:pt x="17351" y="25036"/>
                    </a:cubicBezTo>
                    <a:cubicBezTo>
                      <a:pt x="17280" y="25679"/>
                      <a:pt x="17565" y="26250"/>
                      <a:pt x="17351" y="26821"/>
                    </a:cubicBezTo>
                    <a:cubicBezTo>
                      <a:pt x="17280" y="26964"/>
                      <a:pt x="17351" y="27107"/>
                      <a:pt x="17351" y="27178"/>
                    </a:cubicBezTo>
                    <a:cubicBezTo>
                      <a:pt x="17423" y="27321"/>
                      <a:pt x="17565" y="27393"/>
                      <a:pt x="17565" y="27535"/>
                    </a:cubicBezTo>
                    <a:cubicBezTo>
                      <a:pt x="17565" y="27750"/>
                      <a:pt x="17494" y="27964"/>
                      <a:pt x="17494" y="28178"/>
                    </a:cubicBezTo>
                    <a:cubicBezTo>
                      <a:pt x="17536" y="28430"/>
                      <a:pt x="17627" y="28656"/>
                      <a:pt x="17695" y="28656"/>
                    </a:cubicBezTo>
                    <a:cubicBezTo>
                      <a:pt x="17743" y="28656"/>
                      <a:pt x="17780" y="28544"/>
                      <a:pt x="17780" y="28249"/>
                    </a:cubicBezTo>
                    <a:cubicBezTo>
                      <a:pt x="17780" y="27892"/>
                      <a:pt x="17994" y="27607"/>
                      <a:pt x="17922" y="27250"/>
                    </a:cubicBezTo>
                    <a:cubicBezTo>
                      <a:pt x="17922" y="27107"/>
                      <a:pt x="17922" y="26964"/>
                      <a:pt x="17922" y="26750"/>
                    </a:cubicBezTo>
                    <a:cubicBezTo>
                      <a:pt x="17994" y="26679"/>
                      <a:pt x="18065" y="26464"/>
                      <a:pt x="18065" y="26393"/>
                    </a:cubicBezTo>
                    <a:lnTo>
                      <a:pt x="18065" y="26322"/>
                    </a:lnTo>
                    <a:cubicBezTo>
                      <a:pt x="18208" y="25608"/>
                      <a:pt x="17922" y="24894"/>
                      <a:pt x="17637" y="24251"/>
                    </a:cubicBezTo>
                    <a:cubicBezTo>
                      <a:pt x="17627" y="24248"/>
                      <a:pt x="17617" y="24246"/>
                      <a:pt x="17608" y="24246"/>
                    </a:cubicBezTo>
                    <a:close/>
                    <a:moveTo>
                      <a:pt x="19493" y="30606"/>
                    </a:moveTo>
                    <a:cubicBezTo>
                      <a:pt x="19493" y="30749"/>
                      <a:pt x="19493" y="30749"/>
                      <a:pt x="19493" y="30749"/>
                    </a:cubicBezTo>
                    <a:cubicBezTo>
                      <a:pt x="19565" y="30891"/>
                      <a:pt x="19565" y="30891"/>
                      <a:pt x="19565" y="30891"/>
                    </a:cubicBezTo>
                    <a:cubicBezTo>
                      <a:pt x="19565" y="31034"/>
                      <a:pt x="19565" y="31034"/>
                      <a:pt x="19565" y="31034"/>
                    </a:cubicBezTo>
                    <a:lnTo>
                      <a:pt x="19636" y="31034"/>
                    </a:lnTo>
                    <a:cubicBezTo>
                      <a:pt x="19636" y="30963"/>
                      <a:pt x="19636" y="30963"/>
                      <a:pt x="19636" y="30963"/>
                    </a:cubicBezTo>
                    <a:cubicBezTo>
                      <a:pt x="19707" y="30891"/>
                      <a:pt x="19707" y="30891"/>
                      <a:pt x="19707" y="30891"/>
                    </a:cubicBezTo>
                    <a:cubicBezTo>
                      <a:pt x="19636" y="30749"/>
                      <a:pt x="19636" y="30749"/>
                      <a:pt x="19636" y="30749"/>
                    </a:cubicBezTo>
                    <a:cubicBezTo>
                      <a:pt x="19636" y="30677"/>
                      <a:pt x="19636" y="30677"/>
                      <a:pt x="19636" y="30677"/>
                    </a:cubicBezTo>
                    <a:cubicBezTo>
                      <a:pt x="19565" y="30606"/>
                      <a:pt x="19565" y="30606"/>
                      <a:pt x="19565" y="30606"/>
                    </a:cubicBezTo>
                    <a:close/>
                    <a:moveTo>
                      <a:pt x="18538" y="31909"/>
                    </a:moveTo>
                    <a:cubicBezTo>
                      <a:pt x="18511" y="31909"/>
                      <a:pt x="18494" y="31927"/>
                      <a:pt x="18494" y="31962"/>
                    </a:cubicBezTo>
                    <a:cubicBezTo>
                      <a:pt x="18422" y="32034"/>
                      <a:pt x="18494" y="32177"/>
                      <a:pt x="18494" y="32248"/>
                    </a:cubicBezTo>
                    <a:cubicBezTo>
                      <a:pt x="18441" y="32352"/>
                      <a:pt x="18351" y="32419"/>
                      <a:pt x="18278" y="32419"/>
                    </a:cubicBezTo>
                    <a:cubicBezTo>
                      <a:pt x="18251" y="32419"/>
                      <a:pt x="18227" y="32410"/>
                      <a:pt x="18208" y="32391"/>
                    </a:cubicBezTo>
                    <a:cubicBezTo>
                      <a:pt x="18187" y="32370"/>
                      <a:pt x="18166" y="32361"/>
                      <a:pt x="18147" y="32361"/>
                    </a:cubicBezTo>
                    <a:cubicBezTo>
                      <a:pt x="18101" y="32361"/>
                      <a:pt x="18065" y="32412"/>
                      <a:pt x="18065" y="32462"/>
                    </a:cubicBezTo>
                    <a:cubicBezTo>
                      <a:pt x="18137" y="32534"/>
                      <a:pt x="18351" y="32534"/>
                      <a:pt x="18494" y="32534"/>
                    </a:cubicBezTo>
                    <a:cubicBezTo>
                      <a:pt x="18494" y="32605"/>
                      <a:pt x="18494" y="32748"/>
                      <a:pt x="18636" y="32819"/>
                    </a:cubicBezTo>
                    <a:cubicBezTo>
                      <a:pt x="18708" y="32819"/>
                      <a:pt x="18779" y="32891"/>
                      <a:pt x="18779" y="32891"/>
                    </a:cubicBezTo>
                    <a:cubicBezTo>
                      <a:pt x="18851" y="32819"/>
                      <a:pt x="18851" y="32748"/>
                      <a:pt x="18922" y="32748"/>
                    </a:cubicBezTo>
                    <a:cubicBezTo>
                      <a:pt x="19017" y="32748"/>
                      <a:pt x="19144" y="32779"/>
                      <a:pt x="19261" y="32779"/>
                    </a:cubicBezTo>
                    <a:cubicBezTo>
                      <a:pt x="19319" y="32779"/>
                      <a:pt x="19374" y="32772"/>
                      <a:pt x="19422" y="32748"/>
                    </a:cubicBezTo>
                    <a:cubicBezTo>
                      <a:pt x="19493" y="32676"/>
                      <a:pt x="19565" y="32391"/>
                      <a:pt x="19493" y="32319"/>
                    </a:cubicBezTo>
                    <a:lnTo>
                      <a:pt x="19422" y="32319"/>
                    </a:lnTo>
                    <a:cubicBezTo>
                      <a:pt x="19422" y="32391"/>
                      <a:pt x="19279" y="32391"/>
                      <a:pt x="19208" y="32391"/>
                    </a:cubicBezTo>
                    <a:cubicBezTo>
                      <a:pt x="19136" y="32319"/>
                      <a:pt x="18993" y="32248"/>
                      <a:pt x="18851" y="32177"/>
                    </a:cubicBezTo>
                    <a:cubicBezTo>
                      <a:pt x="18779" y="32105"/>
                      <a:pt x="18708" y="31962"/>
                      <a:pt x="18636" y="31962"/>
                    </a:cubicBezTo>
                    <a:cubicBezTo>
                      <a:pt x="18601" y="31927"/>
                      <a:pt x="18565" y="31909"/>
                      <a:pt x="18538" y="31909"/>
                    </a:cubicBezTo>
                    <a:close/>
                    <a:moveTo>
                      <a:pt x="25491" y="33605"/>
                    </a:moveTo>
                    <a:cubicBezTo>
                      <a:pt x="25420" y="33676"/>
                      <a:pt x="25420" y="33676"/>
                      <a:pt x="25420" y="33676"/>
                    </a:cubicBezTo>
                    <a:cubicBezTo>
                      <a:pt x="25420" y="33747"/>
                      <a:pt x="25420" y="33747"/>
                      <a:pt x="25420" y="33747"/>
                    </a:cubicBezTo>
                    <a:cubicBezTo>
                      <a:pt x="25420" y="33819"/>
                      <a:pt x="25420" y="33819"/>
                      <a:pt x="25420" y="33819"/>
                    </a:cubicBezTo>
                    <a:cubicBezTo>
                      <a:pt x="25491" y="33747"/>
                      <a:pt x="25491" y="33747"/>
                      <a:pt x="25491" y="33747"/>
                    </a:cubicBezTo>
                    <a:lnTo>
                      <a:pt x="25705" y="33747"/>
                    </a:lnTo>
                    <a:cubicBezTo>
                      <a:pt x="25705" y="33605"/>
                      <a:pt x="25705" y="33605"/>
                      <a:pt x="25705" y="33605"/>
                    </a:cubicBezTo>
                    <a:close/>
                    <a:moveTo>
                      <a:pt x="19707" y="33533"/>
                    </a:moveTo>
                    <a:cubicBezTo>
                      <a:pt x="19636" y="33533"/>
                      <a:pt x="19493" y="33605"/>
                      <a:pt x="19565" y="33747"/>
                    </a:cubicBezTo>
                    <a:cubicBezTo>
                      <a:pt x="19707" y="33819"/>
                      <a:pt x="19850" y="33819"/>
                      <a:pt x="19993" y="33819"/>
                    </a:cubicBezTo>
                    <a:cubicBezTo>
                      <a:pt x="20041" y="33795"/>
                      <a:pt x="20072" y="33787"/>
                      <a:pt x="20099" y="33787"/>
                    </a:cubicBezTo>
                    <a:cubicBezTo>
                      <a:pt x="20152" y="33787"/>
                      <a:pt x="20183" y="33819"/>
                      <a:pt x="20279" y="33819"/>
                    </a:cubicBezTo>
                    <a:cubicBezTo>
                      <a:pt x="20421" y="33819"/>
                      <a:pt x="20564" y="33890"/>
                      <a:pt x="20564" y="33890"/>
                    </a:cubicBezTo>
                    <a:cubicBezTo>
                      <a:pt x="20636" y="33890"/>
                      <a:pt x="20707" y="33962"/>
                      <a:pt x="20778" y="33962"/>
                    </a:cubicBezTo>
                    <a:cubicBezTo>
                      <a:pt x="20778" y="33997"/>
                      <a:pt x="20814" y="34015"/>
                      <a:pt x="20859" y="34015"/>
                    </a:cubicBezTo>
                    <a:cubicBezTo>
                      <a:pt x="20903" y="34015"/>
                      <a:pt x="20957" y="33997"/>
                      <a:pt x="20993" y="33962"/>
                    </a:cubicBezTo>
                    <a:cubicBezTo>
                      <a:pt x="21350" y="33962"/>
                      <a:pt x="21350" y="33676"/>
                      <a:pt x="20993" y="33676"/>
                    </a:cubicBezTo>
                    <a:lnTo>
                      <a:pt x="20564" y="33676"/>
                    </a:lnTo>
                    <a:cubicBezTo>
                      <a:pt x="20421" y="33676"/>
                      <a:pt x="20136" y="33676"/>
                      <a:pt x="19993" y="33605"/>
                    </a:cubicBezTo>
                    <a:cubicBezTo>
                      <a:pt x="19922" y="33605"/>
                      <a:pt x="19850" y="33533"/>
                      <a:pt x="19707" y="33533"/>
                    </a:cubicBezTo>
                    <a:close/>
                    <a:moveTo>
                      <a:pt x="25705" y="34033"/>
                    </a:moveTo>
                    <a:cubicBezTo>
                      <a:pt x="25634" y="34104"/>
                      <a:pt x="25634" y="34104"/>
                      <a:pt x="25634" y="34104"/>
                    </a:cubicBezTo>
                    <a:cubicBezTo>
                      <a:pt x="25562" y="34176"/>
                      <a:pt x="25562" y="34176"/>
                      <a:pt x="25562" y="34176"/>
                    </a:cubicBezTo>
                    <a:cubicBezTo>
                      <a:pt x="25562" y="34319"/>
                      <a:pt x="25562" y="34319"/>
                      <a:pt x="25562" y="34319"/>
                    </a:cubicBezTo>
                    <a:cubicBezTo>
                      <a:pt x="25491" y="34390"/>
                      <a:pt x="25491" y="34390"/>
                      <a:pt x="25491" y="34390"/>
                    </a:cubicBezTo>
                    <a:cubicBezTo>
                      <a:pt x="25562" y="34533"/>
                      <a:pt x="25562" y="34533"/>
                      <a:pt x="25562" y="34533"/>
                    </a:cubicBezTo>
                    <a:lnTo>
                      <a:pt x="25634" y="34533"/>
                    </a:lnTo>
                    <a:cubicBezTo>
                      <a:pt x="25848" y="34461"/>
                      <a:pt x="25848" y="34461"/>
                      <a:pt x="25848" y="34461"/>
                    </a:cubicBezTo>
                    <a:cubicBezTo>
                      <a:pt x="26062" y="34319"/>
                      <a:pt x="26062" y="34319"/>
                      <a:pt x="26062" y="34319"/>
                    </a:cubicBezTo>
                    <a:cubicBezTo>
                      <a:pt x="26062" y="34176"/>
                      <a:pt x="26062" y="34176"/>
                      <a:pt x="26062" y="34176"/>
                    </a:cubicBezTo>
                    <a:lnTo>
                      <a:pt x="25919" y="340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59"/>
              <p:cNvSpPr/>
              <p:nvPr/>
            </p:nvSpPr>
            <p:spPr>
              <a:xfrm>
                <a:off x="3754650" y="2749250"/>
                <a:ext cx="651575" cy="863325"/>
              </a:xfrm>
              <a:custGeom>
                <a:rect b="b" l="l" r="r" t="t"/>
                <a:pathLst>
                  <a:path extrusionOk="0" fill="none" h="34533" w="26063">
                    <a:moveTo>
                      <a:pt x="19422" y="32319"/>
                    </a:moveTo>
                    <a:cubicBezTo>
                      <a:pt x="19422" y="32391"/>
                      <a:pt x="19279" y="32391"/>
                      <a:pt x="19208" y="32391"/>
                    </a:cubicBezTo>
                    <a:cubicBezTo>
                      <a:pt x="19136" y="32319"/>
                      <a:pt x="18993" y="32248"/>
                      <a:pt x="18851" y="32177"/>
                    </a:cubicBezTo>
                    <a:cubicBezTo>
                      <a:pt x="18779" y="32105"/>
                      <a:pt x="18708" y="31962"/>
                      <a:pt x="18636" y="31962"/>
                    </a:cubicBezTo>
                    <a:cubicBezTo>
                      <a:pt x="18565" y="31891"/>
                      <a:pt x="18494" y="31891"/>
                      <a:pt x="18494" y="31962"/>
                    </a:cubicBezTo>
                    <a:cubicBezTo>
                      <a:pt x="18422" y="32034"/>
                      <a:pt x="18494" y="32177"/>
                      <a:pt x="18494" y="32248"/>
                    </a:cubicBezTo>
                    <a:cubicBezTo>
                      <a:pt x="18422" y="32391"/>
                      <a:pt x="18279" y="32462"/>
                      <a:pt x="18208" y="32391"/>
                    </a:cubicBezTo>
                    <a:cubicBezTo>
                      <a:pt x="18137" y="32319"/>
                      <a:pt x="18065" y="32391"/>
                      <a:pt x="18065" y="32462"/>
                    </a:cubicBezTo>
                    <a:cubicBezTo>
                      <a:pt x="18137" y="32534"/>
                      <a:pt x="18351" y="32534"/>
                      <a:pt x="18494" y="32534"/>
                    </a:cubicBezTo>
                    <a:cubicBezTo>
                      <a:pt x="18494" y="32605"/>
                      <a:pt x="18494" y="32748"/>
                      <a:pt x="18636" y="32819"/>
                    </a:cubicBezTo>
                    <a:cubicBezTo>
                      <a:pt x="18708" y="32819"/>
                      <a:pt x="18779" y="32891"/>
                      <a:pt x="18779" y="32891"/>
                    </a:cubicBezTo>
                    <a:cubicBezTo>
                      <a:pt x="18851" y="32819"/>
                      <a:pt x="18851" y="32748"/>
                      <a:pt x="18922" y="32748"/>
                    </a:cubicBezTo>
                    <a:cubicBezTo>
                      <a:pt x="19065" y="32748"/>
                      <a:pt x="19279" y="32819"/>
                      <a:pt x="19422" y="32748"/>
                    </a:cubicBezTo>
                    <a:cubicBezTo>
                      <a:pt x="19493" y="32676"/>
                      <a:pt x="19565" y="32391"/>
                      <a:pt x="19493" y="32319"/>
                    </a:cubicBezTo>
                    <a:close/>
                    <a:moveTo>
                      <a:pt x="10282" y="22537"/>
                    </a:moveTo>
                    <a:cubicBezTo>
                      <a:pt x="10282" y="22466"/>
                      <a:pt x="10282" y="22466"/>
                      <a:pt x="10282" y="22466"/>
                    </a:cubicBezTo>
                    <a:cubicBezTo>
                      <a:pt x="10211" y="22466"/>
                      <a:pt x="10211" y="22466"/>
                      <a:pt x="10211" y="22466"/>
                    </a:cubicBezTo>
                    <a:cubicBezTo>
                      <a:pt x="10211" y="22466"/>
                      <a:pt x="10211" y="22466"/>
                      <a:pt x="10211" y="22466"/>
                    </a:cubicBezTo>
                    <a:cubicBezTo>
                      <a:pt x="10140" y="22466"/>
                      <a:pt x="10140" y="22466"/>
                      <a:pt x="10140" y="22466"/>
                    </a:cubicBezTo>
                    <a:cubicBezTo>
                      <a:pt x="10140" y="22466"/>
                      <a:pt x="10140" y="22466"/>
                      <a:pt x="10140" y="22466"/>
                    </a:cubicBezTo>
                    <a:cubicBezTo>
                      <a:pt x="10140" y="22609"/>
                      <a:pt x="10140" y="22609"/>
                      <a:pt x="10140" y="22609"/>
                    </a:cubicBezTo>
                    <a:cubicBezTo>
                      <a:pt x="10068" y="22680"/>
                      <a:pt x="10068" y="22680"/>
                      <a:pt x="10068" y="22680"/>
                    </a:cubicBezTo>
                    <a:cubicBezTo>
                      <a:pt x="9997" y="22609"/>
                      <a:pt x="9997" y="22609"/>
                      <a:pt x="9997" y="22609"/>
                    </a:cubicBezTo>
                    <a:cubicBezTo>
                      <a:pt x="9997" y="22609"/>
                      <a:pt x="9997" y="22609"/>
                      <a:pt x="9997" y="22609"/>
                    </a:cubicBezTo>
                    <a:cubicBezTo>
                      <a:pt x="9997" y="22609"/>
                      <a:pt x="9997" y="22609"/>
                      <a:pt x="9997" y="22609"/>
                    </a:cubicBezTo>
                    <a:cubicBezTo>
                      <a:pt x="9925" y="22680"/>
                      <a:pt x="9925" y="22680"/>
                      <a:pt x="9925" y="22680"/>
                    </a:cubicBezTo>
                    <a:cubicBezTo>
                      <a:pt x="9997" y="22752"/>
                      <a:pt x="9997" y="22752"/>
                      <a:pt x="9997" y="22752"/>
                    </a:cubicBezTo>
                    <a:cubicBezTo>
                      <a:pt x="9997" y="22752"/>
                      <a:pt x="9997" y="22752"/>
                      <a:pt x="9997" y="22752"/>
                    </a:cubicBezTo>
                    <a:cubicBezTo>
                      <a:pt x="9997" y="22823"/>
                      <a:pt x="9997" y="22823"/>
                      <a:pt x="9997" y="22823"/>
                    </a:cubicBezTo>
                    <a:cubicBezTo>
                      <a:pt x="10068" y="22823"/>
                      <a:pt x="10068" y="22823"/>
                      <a:pt x="10068" y="22823"/>
                    </a:cubicBezTo>
                    <a:cubicBezTo>
                      <a:pt x="10068" y="22823"/>
                      <a:pt x="10068" y="22823"/>
                      <a:pt x="10068" y="22823"/>
                    </a:cubicBezTo>
                    <a:cubicBezTo>
                      <a:pt x="10068" y="22823"/>
                      <a:pt x="10068" y="22823"/>
                      <a:pt x="10068" y="22823"/>
                    </a:cubicBezTo>
                    <a:cubicBezTo>
                      <a:pt x="10068" y="22823"/>
                      <a:pt x="10068" y="22823"/>
                      <a:pt x="10068" y="22823"/>
                    </a:cubicBezTo>
                    <a:cubicBezTo>
                      <a:pt x="10140" y="22894"/>
                      <a:pt x="10140" y="22894"/>
                      <a:pt x="10140" y="22894"/>
                    </a:cubicBezTo>
                    <a:cubicBezTo>
                      <a:pt x="10211" y="22823"/>
                      <a:pt x="10211" y="22823"/>
                      <a:pt x="10211" y="22823"/>
                    </a:cubicBezTo>
                    <a:cubicBezTo>
                      <a:pt x="10282" y="22752"/>
                      <a:pt x="10282" y="22752"/>
                      <a:pt x="10282" y="22752"/>
                    </a:cubicBezTo>
                    <a:cubicBezTo>
                      <a:pt x="10354" y="22680"/>
                      <a:pt x="10354" y="22680"/>
                      <a:pt x="10354" y="22680"/>
                    </a:cubicBezTo>
                    <a:cubicBezTo>
                      <a:pt x="10282" y="22609"/>
                      <a:pt x="10282" y="22609"/>
                      <a:pt x="10282" y="22609"/>
                    </a:cubicBezTo>
                    <a:close/>
                    <a:moveTo>
                      <a:pt x="1" y="20752"/>
                    </a:moveTo>
                    <a:cubicBezTo>
                      <a:pt x="72" y="20824"/>
                      <a:pt x="72" y="20824"/>
                      <a:pt x="72" y="20824"/>
                    </a:cubicBezTo>
                    <a:cubicBezTo>
                      <a:pt x="72" y="20895"/>
                      <a:pt x="72" y="20895"/>
                      <a:pt x="72" y="20895"/>
                    </a:cubicBezTo>
                    <a:cubicBezTo>
                      <a:pt x="143" y="20824"/>
                      <a:pt x="143" y="20824"/>
                      <a:pt x="143" y="20824"/>
                    </a:cubicBezTo>
                    <a:cubicBezTo>
                      <a:pt x="215" y="20752"/>
                      <a:pt x="215" y="20752"/>
                      <a:pt x="215" y="20752"/>
                    </a:cubicBezTo>
                    <a:cubicBezTo>
                      <a:pt x="143" y="20610"/>
                      <a:pt x="143" y="20610"/>
                      <a:pt x="143" y="20610"/>
                    </a:cubicBezTo>
                    <a:close/>
                    <a:moveTo>
                      <a:pt x="1857" y="21823"/>
                    </a:moveTo>
                    <a:cubicBezTo>
                      <a:pt x="1786" y="21752"/>
                      <a:pt x="1786" y="21752"/>
                      <a:pt x="1786" y="21752"/>
                    </a:cubicBezTo>
                    <a:cubicBezTo>
                      <a:pt x="1714" y="21752"/>
                      <a:pt x="1714" y="21752"/>
                      <a:pt x="1714" y="21752"/>
                    </a:cubicBezTo>
                    <a:cubicBezTo>
                      <a:pt x="1714" y="21823"/>
                      <a:pt x="1714" y="21823"/>
                      <a:pt x="1714" y="21823"/>
                    </a:cubicBezTo>
                    <a:cubicBezTo>
                      <a:pt x="1786" y="21966"/>
                      <a:pt x="1786" y="21966"/>
                      <a:pt x="1786" y="21966"/>
                    </a:cubicBezTo>
                    <a:cubicBezTo>
                      <a:pt x="1786" y="22038"/>
                      <a:pt x="1786" y="22038"/>
                      <a:pt x="1786" y="22038"/>
                    </a:cubicBezTo>
                    <a:cubicBezTo>
                      <a:pt x="1857" y="22038"/>
                      <a:pt x="1857" y="22038"/>
                      <a:pt x="1857" y="22038"/>
                    </a:cubicBezTo>
                    <a:cubicBezTo>
                      <a:pt x="1857" y="22109"/>
                      <a:pt x="1857" y="22109"/>
                      <a:pt x="1857" y="22109"/>
                    </a:cubicBezTo>
                    <a:cubicBezTo>
                      <a:pt x="1928" y="21966"/>
                      <a:pt x="1928" y="21966"/>
                      <a:pt x="1928" y="21966"/>
                    </a:cubicBezTo>
                    <a:cubicBezTo>
                      <a:pt x="1857" y="21895"/>
                      <a:pt x="1857" y="21895"/>
                      <a:pt x="1857" y="21895"/>
                    </a:cubicBezTo>
                    <a:close/>
                    <a:moveTo>
                      <a:pt x="18065" y="26322"/>
                    </a:moveTo>
                    <a:cubicBezTo>
                      <a:pt x="18208" y="25608"/>
                      <a:pt x="17922" y="24894"/>
                      <a:pt x="17637" y="24251"/>
                    </a:cubicBezTo>
                    <a:cubicBezTo>
                      <a:pt x="17423" y="24180"/>
                      <a:pt x="17423" y="24894"/>
                      <a:pt x="17351" y="25036"/>
                    </a:cubicBezTo>
                    <a:cubicBezTo>
                      <a:pt x="17280" y="25679"/>
                      <a:pt x="17565" y="26250"/>
                      <a:pt x="17351" y="26821"/>
                    </a:cubicBezTo>
                    <a:cubicBezTo>
                      <a:pt x="17280" y="26964"/>
                      <a:pt x="17351" y="27107"/>
                      <a:pt x="17351" y="27178"/>
                    </a:cubicBezTo>
                    <a:cubicBezTo>
                      <a:pt x="17423" y="27321"/>
                      <a:pt x="17565" y="27393"/>
                      <a:pt x="17565" y="27535"/>
                    </a:cubicBezTo>
                    <a:cubicBezTo>
                      <a:pt x="17565" y="27750"/>
                      <a:pt x="17494" y="27964"/>
                      <a:pt x="17494" y="28178"/>
                    </a:cubicBezTo>
                    <a:cubicBezTo>
                      <a:pt x="17565" y="28606"/>
                      <a:pt x="17780" y="28963"/>
                      <a:pt x="17780" y="28249"/>
                    </a:cubicBezTo>
                    <a:cubicBezTo>
                      <a:pt x="17780" y="27892"/>
                      <a:pt x="17994" y="27607"/>
                      <a:pt x="17922" y="27250"/>
                    </a:cubicBezTo>
                    <a:cubicBezTo>
                      <a:pt x="17922" y="27107"/>
                      <a:pt x="17922" y="26964"/>
                      <a:pt x="17922" y="26750"/>
                    </a:cubicBezTo>
                    <a:cubicBezTo>
                      <a:pt x="17994" y="26679"/>
                      <a:pt x="18065" y="26464"/>
                      <a:pt x="18065" y="26393"/>
                    </a:cubicBezTo>
                    <a:close/>
                    <a:moveTo>
                      <a:pt x="25705" y="33747"/>
                    </a:moveTo>
                    <a:cubicBezTo>
                      <a:pt x="25705" y="33605"/>
                      <a:pt x="25705" y="33605"/>
                      <a:pt x="25705" y="33605"/>
                    </a:cubicBezTo>
                    <a:cubicBezTo>
                      <a:pt x="25634" y="33605"/>
                      <a:pt x="25634" y="33605"/>
                      <a:pt x="25634" y="33605"/>
                    </a:cubicBezTo>
                    <a:cubicBezTo>
                      <a:pt x="25562" y="33605"/>
                      <a:pt x="25562" y="33605"/>
                      <a:pt x="25562" y="33605"/>
                    </a:cubicBezTo>
                    <a:cubicBezTo>
                      <a:pt x="25491" y="33605"/>
                      <a:pt x="25491" y="33605"/>
                      <a:pt x="25491" y="33605"/>
                    </a:cubicBezTo>
                    <a:cubicBezTo>
                      <a:pt x="25491" y="33605"/>
                      <a:pt x="25491" y="33605"/>
                      <a:pt x="25491" y="33605"/>
                    </a:cubicBezTo>
                    <a:cubicBezTo>
                      <a:pt x="25420" y="33676"/>
                      <a:pt x="25420" y="33676"/>
                      <a:pt x="25420" y="33676"/>
                    </a:cubicBezTo>
                    <a:cubicBezTo>
                      <a:pt x="25420" y="33676"/>
                      <a:pt x="25420" y="33676"/>
                      <a:pt x="25420" y="33676"/>
                    </a:cubicBezTo>
                    <a:cubicBezTo>
                      <a:pt x="25420" y="33676"/>
                      <a:pt x="25420" y="33676"/>
                      <a:pt x="25420" y="33676"/>
                    </a:cubicBezTo>
                    <a:cubicBezTo>
                      <a:pt x="25420" y="33747"/>
                      <a:pt x="25420" y="33747"/>
                      <a:pt x="25420" y="33747"/>
                    </a:cubicBezTo>
                    <a:cubicBezTo>
                      <a:pt x="25420" y="33747"/>
                      <a:pt x="25420" y="33747"/>
                      <a:pt x="25420" y="33747"/>
                    </a:cubicBezTo>
                    <a:cubicBezTo>
                      <a:pt x="25420" y="33819"/>
                      <a:pt x="25420" y="33819"/>
                      <a:pt x="25420" y="33819"/>
                    </a:cubicBezTo>
                    <a:cubicBezTo>
                      <a:pt x="25491" y="33747"/>
                      <a:pt x="25491" y="33747"/>
                      <a:pt x="25491" y="33747"/>
                    </a:cubicBezTo>
                    <a:cubicBezTo>
                      <a:pt x="25562" y="33747"/>
                      <a:pt x="25562" y="33747"/>
                      <a:pt x="25562" y="33747"/>
                    </a:cubicBezTo>
                    <a:close/>
                    <a:moveTo>
                      <a:pt x="25919" y="34033"/>
                    </a:moveTo>
                    <a:cubicBezTo>
                      <a:pt x="25705" y="34033"/>
                      <a:pt x="25705" y="34033"/>
                      <a:pt x="25705" y="34033"/>
                    </a:cubicBezTo>
                    <a:cubicBezTo>
                      <a:pt x="25634" y="34104"/>
                      <a:pt x="25634" y="34104"/>
                      <a:pt x="25634" y="34104"/>
                    </a:cubicBezTo>
                    <a:cubicBezTo>
                      <a:pt x="25562" y="34176"/>
                      <a:pt x="25562" y="34176"/>
                      <a:pt x="25562" y="34176"/>
                    </a:cubicBezTo>
                    <a:cubicBezTo>
                      <a:pt x="25562" y="34319"/>
                      <a:pt x="25562" y="34319"/>
                      <a:pt x="25562" y="34319"/>
                    </a:cubicBezTo>
                    <a:cubicBezTo>
                      <a:pt x="25491" y="34390"/>
                      <a:pt x="25491" y="34390"/>
                      <a:pt x="25491" y="34390"/>
                    </a:cubicBezTo>
                    <a:cubicBezTo>
                      <a:pt x="25562" y="34533"/>
                      <a:pt x="25562" y="34533"/>
                      <a:pt x="25562" y="34533"/>
                    </a:cubicBezTo>
                    <a:cubicBezTo>
                      <a:pt x="25634" y="34533"/>
                      <a:pt x="25634" y="34533"/>
                      <a:pt x="25634" y="34533"/>
                    </a:cubicBezTo>
                    <a:cubicBezTo>
                      <a:pt x="25848" y="34461"/>
                      <a:pt x="25848" y="34461"/>
                      <a:pt x="25848" y="34461"/>
                    </a:cubicBezTo>
                    <a:cubicBezTo>
                      <a:pt x="26062" y="34319"/>
                      <a:pt x="26062" y="34319"/>
                      <a:pt x="26062" y="34319"/>
                    </a:cubicBezTo>
                    <a:cubicBezTo>
                      <a:pt x="26062" y="34176"/>
                      <a:pt x="26062" y="34176"/>
                      <a:pt x="26062" y="34176"/>
                    </a:cubicBezTo>
                    <a:close/>
                    <a:moveTo>
                      <a:pt x="19636" y="31034"/>
                    </a:moveTo>
                    <a:cubicBezTo>
                      <a:pt x="19636" y="30963"/>
                      <a:pt x="19636" y="30963"/>
                      <a:pt x="19636" y="30963"/>
                    </a:cubicBezTo>
                    <a:cubicBezTo>
                      <a:pt x="19707" y="30891"/>
                      <a:pt x="19707" y="30891"/>
                      <a:pt x="19707" y="30891"/>
                    </a:cubicBezTo>
                    <a:cubicBezTo>
                      <a:pt x="19636" y="30749"/>
                      <a:pt x="19636" y="30749"/>
                      <a:pt x="19636" y="30749"/>
                    </a:cubicBezTo>
                    <a:cubicBezTo>
                      <a:pt x="19636" y="30677"/>
                      <a:pt x="19636" y="30677"/>
                      <a:pt x="19636" y="30677"/>
                    </a:cubicBezTo>
                    <a:cubicBezTo>
                      <a:pt x="19565" y="30606"/>
                      <a:pt x="19565" y="30606"/>
                      <a:pt x="19565" y="30606"/>
                    </a:cubicBezTo>
                    <a:cubicBezTo>
                      <a:pt x="19493" y="30606"/>
                      <a:pt x="19493" y="30606"/>
                      <a:pt x="19493" y="30606"/>
                    </a:cubicBezTo>
                    <a:cubicBezTo>
                      <a:pt x="19493" y="30749"/>
                      <a:pt x="19493" y="30749"/>
                      <a:pt x="19493" y="30749"/>
                    </a:cubicBezTo>
                    <a:cubicBezTo>
                      <a:pt x="19565" y="30891"/>
                      <a:pt x="19565" y="30891"/>
                      <a:pt x="19565" y="30891"/>
                    </a:cubicBezTo>
                    <a:cubicBezTo>
                      <a:pt x="19565" y="31034"/>
                      <a:pt x="19565" y="31034"/>
                      <a:pt x="19565" y="31034"/>
                    </a:cubicBezTo>
                    <a:close/>
                    <a:moveTo>
                      <a:pt x="25777" y="5687"/>
                    </a:moveTo>
                    <a:cubicBezTo>
                      <a:pt x="25991" y="4901"/>
                      <a:pt x="25277" y="4616"/>
                      <a:pt x="24634" y="4187"/>
                    </a:cubicBezTo>
                    <a:cubicBezTo>
                      <a:pt x="24134" y="3830"/>
                      <a:pt x="23777" y="3259"/>
                      <a:pt x="23135" y="3116"/>
                    </a:cubicBezTo>
                    <a:cubicBezTo>
                      <a:pt x="22135" y="2902"/>
                      <a:pt x="20564" y="2616"/>
                      <a:pt x="19707" y="2402"/>
                    </a:cubicBezTo>
                    <a:cubicBezTo>
                      <a:pt x="18779" y="1974"/>
                      <a:pt x="18065" y="1046"/>
                      <a:pt x="17494" y="189"/>
                    </a:cubicBezTo>
                    <a:cubicBezTo>
                      <a:pt x="17137" y="-240"/>
                      <a:pt x="16923" y="189"/>
                      <a:pt x="16566" y="260"/>
                    </a:cubicBezTo>
                    <a:cubicBezTo>
                      <a:pt x="16423" y="260"/>
                      <a:pt x="16280" y="260"/>
                      <a:pt x="16137" y="189"/>
                    </a:cubicBezTo>
                    <a:cubicBezTo>
                      <a:pt x="15066" y="-240"/>
                      <a:pt x="14067" y="332"/>
                      <a:pt x="13424" y="1260"/>
                    </a:cubicBezTo>
                    <a:cubicBezTo>
                      <a:pt x="13138" y="1474"/>
                      <a:pt x="12639" y="1688"/>
                      <a:pt x="12424" y="2117"/>
                    </a:cubicBezTo>
                    <a:cubicBezTo>
                      <a:pt x="12282" y="2331"/>
                      <a:pt x="12282" y="2688"/>
                      <a:pt x="12496" y="2902"/>
                    </a:cubicBezTo>
                    <a:cubicBezTo>
                      <a:pt x="12639" y="3045"/>
                      <a:pt x="12781" y="3116"/>
                      <a:pt x="12853" y="3259"/>
                    </a:cubicBezTo>
                    <a:cubicBezTo>
                      <a:pt x="12924" y="3402"/>
                      <a:pt x="12924" y="3616"/>
                      <a:pt x="12924" y="3759"/>
                    </a:cubicBezTo>
                    <a:cubicBezTo>
                      <a:pt x="12996" y="4544"/>
                      <a:pt x="13710" y="5472"/>
                      <a:pt x="12496" y="5544"/>
                    </a:cubicBezTo>
                    <a:cubicBezTo>
                      <a:pt x="12282" y="5615"/>
                      <a:pt x="11853" y="5472"/>
                      <a:pt x="11782" y="5687"/>
                    </a:cubicBezTo>
                    <a:cubicBezTo>
                      <a:pt x="11639" y="6258"/>
                      <a:pt x="11925" y="6972"/>
                      <a:pt x="12210" y="7472"/>
                    </a:cubicBezTo>
                    <a:cubicBezTo>
                      <a:pt x="12424" y="7900"/>
                      <a:pt x="11996" y="8043"/>
                      <a:pt x="11710" y="8186"/>
                    </a:cubicBezTo>
                    <a:cubicBezTo>
                      <a:pt x="11496" y="8257"/>
                      <a:pt x="11139" y="8257"/>
                      <a:pt x="11068" y="8471"/>
                    </a:cubicBezTo>
                    <a:cubicBezTo>
                      <a:pt x="10996" y="8614"/>
                      <a:pt x="11139" y="8828"/>
                      <a:pt x="11211" y="8971"/>
                    </a:cubicBezTo>
                    <a:cubicBezTo>
                      <a:pt x="11282" y="9400"/>
                      <a:pt x="11425" y="9899"/>
                      <a:pt x="11496" y="10328"/>
                    </a:cubicBezTo>
                    <a:cubicBezTo>
                      <a:pt x="11568" y="10685"/>
                      <a:pt x="11425" y="10970"/>
                      <a:pt x="11353" y="11256"/>
                    </a:cubicBezTo>
                    <a:cubicBezTo>
                      <a:pt x="11282" y="11542"/>
                      <a:pt x="11353" y="11756"/>
                      <a:pt x="11496" y="11970"/>
                    </a:cubicBezTo>
                    <a:cubicBezTo>
                      <a:pt x="11710" y="12327"/>
                      <a:pt x="11853" y="12827"/>
                      <a:pt x="12067" y="13255"/>
                    </a:cubicBezTo>
                    <a:cubicBezTo>
                      <a:pt x="12139" y="13327"/>
                      <a:pt x="12282" y="13255"/>
                      <a:pt x="12282" y="13398"/>
                    </a:cubicBezTo>
                    <a:cubicBezTo>
                      <a:pt x="12282" y="13469"/>
                      <a:pt x="12210" y="13684"/>
                      <a:pt x="12210" y="13826"/>
                    </a:cubicBezTo>
                    <a:cubicBezTo>
                      <a:pt x="12210" y="14041"/>
                      <a:pt x="12282" y="14255"/>
                      <a:pt x="12210" y="14540"/>
                    </a:cubicBezTo>
                    <a:cubicBezTo>
                      <a:pt x="12139" y="14897"/>
                      <a:pt x="12282" y="15183"/>
                      <a:pt x="12282" y="15540"/>
                    </a:cubicBezTo>
                    <a:cubicBezTo>
                      <a:pt x="12210" y="15968"/>
                      <a:pt x="12139" y="16468"/>
                      <a:pt x="11996" y="16897"/>
                    </a:cubicBezTo>
                    <a:cubicBezTo>
                      <a:pt x="11925" y="17254"/>
                      <a:pt x="11639" y="17539"/>
                      <a:pt x="11568" y="17896"/>
                    </a:cubicBezTo>
                    <a:cubicBezTo>
                      <a:pt x="11496" y="18110"/>
                      <a:pt x="11568" y="18325"/>
                      <a:pt x="11568" y="18610"/>
                    </a:cubicBezTo>
                    <a:cubicBezTo>
                      <a:pt x="11710" y="18967"/>
                      <a:pt x="11496" y="19324"/>
                      <a:pt x="11353" y="19681"/>
                    </a:cubicBezTo>
                    <a:cubicBezTo>
                      <a:pt x="11211" y="20038"/>
                      <a:pt x="10925" y="20253"/>
                      <a:pt x="10854" y="20610"/>
                    </a:cubicBezTo>
                    <a:cubicBezTo>
                      <a:pt x="10711" y="20895"/>
                      <a:pt x="10639" y="21252"/>
                      <a:pt x="10639" y="21609"/>
                    </a:cubicBezTo>
                    <a:cubicBezTo>
                      <a:pt x="10568" y="22038"/>
                      <a:pt x="10996" y="22466"/>
                      <a:pt x="11068" y="22894"/>
                    </a:cubicBezTo>
                    <a:cubicBezTo>
                      <a:pt x="11068" y="22966"/>
                      <a:pt x="11068" y="23109"/>
                      <a:pt x="11139" y="23109"/>
                    </a:cubicBezTo>
                    <a:cubicBezTo>
                      <a:pt x="11282" y="23180"/>
                      <a:pt x="11425" y="23037"/>
                      <a:pt x="11568" y="23109"/>
                    </a:cubicBezTo>
                    <a:cubicBezTo>
                      <a:pt x="11710" y="23180"/>
                      <a:pt x="11782" y="23466"/>
                      <a:pt x="11925" y="23466"/>
                    </a:cubicBezTo>
                    <a:cubicBezTo>
                      <a:pt x="11996" y="23537"/>
                      <a:pt x="12210" y="23466"/>
                      <a:pt x="12282" y="23537"/>
                    </a:cubicBezTo>
                    <a:cubicBezTo>
                      <a:pt x="12424" y="23608"/>
                      <a:pt x="12496" y="23751"/>
                      <a:pt x="12567" y="23823"/>
                    </a:cubicBezTo>
                    <a:cubicBezTo>
                      <a:pt x="12924" y="23965"/>
                      <a:pt x="13424" y="23965"/>
                      <a:pt x="13638" y="23608"/>
                    </a:cubicBezTo>
                    <a:cubicBezTo>
                      <a:pt x="13924" y="23180"/>
                      <a:pt x="14352" y="22966"/>
                      <a:pt x="14781" y="23180"/>
                    </a:cubicBezTo>
                    <a:cubicBezTo>
                      <a:pt x="15209" y="23323"/>
                      <a:pt x="15566" y="23180"/>
                      <a:pt x="15995" y="22966"/>
                    </a:cubicBezTo>
                    <a:cubicBezTo>
                      <a:pt x="16280" y="22894"/>
                      <a:pt x="16709" y="22680"/>
                      <a:pt x="16923" y="22966"/>
                    </a:cubicBezTo>
                    <a:cubicBezTo>
                      <a:pt x="16994" y="23037"/>
                      <a:pt x="17066" y="23180"/>
                      <a:pt x="17208" y="23251"/>
                    </a:cubicBezTo>
                    <a:cubicBezTo>
                      <a:pt x="17708" y="23680"/>
                      <a:pt x="16994" y="21895"/>
                      <a:pt x="16994" y="21752"/>
                    </a:cubicBezTo>
                    <a:cubicBezTo>
                      <a:pt x="16851" y="21395"/>
                      <a:pt x="16494" y="20967"/>
                      <a:pt x="16423" y="20610"/>
                    </a:cubicBezTo>
                    <a:cubicBezTo>
                      <a:pt x="16352" y="20181"/>
                      <a:pt x="16494" y="19824"/>
                      <a:pt x="16566" y="19396"/>
                    </a:cubicBezTo>
                    <a:cubicBezTo>
                      <a:pt x="16566" y="19181"/>
                      <a:pt x="16566" y="18896"/>
                      <a:pt x="16637" y="18753"/>
                    </a:cubicBezTo>
                    <a:cubicBezTo>
                      <a:pt x="16780" y="18610"/>
                      <a:pt x="16994" y="18467"/>
                      <a:pt x="17066" y="18253"/>
                    </a:cubicBezTo>
                    <a:cubicBezTo>
                      <a:pt x="17137" y="18110"/>
                      <a:pt x="17208" y="17825"/>
                      <a:pt x="17280" y="17682"/>
                    </a:cubicBezTo>
                    <a:cubicBezTo>
                      <a:pt x="17351" y="17539"/>
                      <a:pt x="17351" y="17396"/>
                      <a:pt x="17280" y="17182"/>
                    </a:cubicBezTo>
                    <a:cubicBezTo>
                      <a:pt x="17137" y="16825"/>
                      <a:pt x="17066" y="16397"/>
                      <a:pt x="16994" y="15968"/>
                    </a:cubicBezTo>
                    <a:cubicBezTo>
                      <a:pt x="16923" y="15540"/>
                      <a:pt x="17066" y="15112"/>
                      <a:pt x="16994" y="14755"/>
                    </a:cubicBezTo>
                    <a:cubicBezTo>
                      <a:pt x="16923" y="14041"/>
                      <a:pt x="16709" y="13255"/>
                      <a:pt x="16923" y="12541"/>
                    </a:cubicBezTo>
                    <a:cubicBezTo>
                      <a:pt x="16994" y="12256"/>
                      <a:pt x="17280" y="11970"/>
                      <a:pt x="17351" y="11684"/>
                    </a:cubicBezTo>
                    <a:cubicBezTo>
                      <a:pt x="17351" y="10828"/>
                      <a:pt x="16994" y="9828"/>
                      <a:pt x="17208" y="8971"/>
                    </a:cubicBezTo>
                    <a:cubicBezTo>
                      <a:pt x="17280" y="8543"/>
                      <a:pt x="16709" y="8328"/>
                      <a:pt x="16423" y="8043"/>
                    </a:cubicBezTo>
                    <a:cubicBezTo>
                      <a:pt x="16280" y="7900"/>
                      <a:pt x="16352" y="7614"/>
                      <a:pt x="16209" y="7400"/>
                    </a:cubicBezTo>
                    <a:cubicBezTo>
                      <a:pt x="16137" y="7257"/>
                      <a:pt x="16066" y="7186"/>
                      <a:pt x="16066" y="7043"/>
                    </a:cubicBezTo>
                    <a:cubicBezTo>
                      <a:pt x="15995" y="6900"/>
                      <a:pt x="16137" y="6758"/>
                      <a:pt x="16280" y="6686"/>
                    </a:cubicBezTo>
                    <a:cubicBezTo>
                      <a:pt x="16851" y="6186"/>
                      <a:pt x="17708" y="5901"/>
                      <a:pt x="18208" y="5330"/>
                    </a:cubicBezTo>
                    <a:cubicBezTo>
                      <a:pt x="18708" y="4901"/>
                      <a:pt x="19493" y="4687"/>
                      <a:pt x="20064" y="4901"/>
                    </a:cubicBezTo>
                    <a:cubicBezTo>
                      <a:pt x="20350" y="4973"/>
                      <a:pt x="20707" y="4973"/>
                      <a:pt x="20921" y="5115"/>
                    </a:cubicBezTo>
                    <a:cubicBezTo>
                      <a:pt x="21135" y="5187"/>
                      <a:pt x="21421" y="5472"/>
                      <a:pt x="21207" y="5687"/>
                    </a:cubicBezTo>
                    <a:cubicBezTo>
                      <a:pt x="21135" y="5758"/>
                      <a:pt x="20707" y="6044"/>
                      <a:pt x="20993" y="6115"/>
                    </a:cubicBezTo>
                    <a:cubicBezTo>
                      <a:pt x="21064" y="6115"/>
                      <a:pt x="21207" y="6186"/>
                      <a:pt x="21278" y="6258"/>
                    </a:cubicBezTo>
                    <a:cubicBezTo>
                      <a:pt x="21421" y="6615"/>
                      <a:pt x="21850" y="6329"/>
                      <a:pt x="22135" y="6329"/>
                    </a:cubicBezTo>
                    <a:cubicBezTo>
                      <a:pt x="22778" y="6258"/>
                      <a:pt x="23135" y="6829"/>
                      <a:pt x="23635" y="7115"/>
                    </a:cubicBezTo>
                    <a:cubicBezTo>
                      <a:pt x="24063" y="7329"/>
                      <a:pt x="24563" y="7043"/>
                      <a:pt x="24848" y="6686"/>
                    </a:cubicBezTo>
                    <a:cubicBezTo>
                      <a:pt x="25134" y="6401"/>
                      <a:pt x="25562" y="6115"/>
                      <a:pt x="25777" y="5758"/>
                    </a:cubicBezTo>
                    <a:close/>
                    <a:moveTo>
                      <a:pt x="20993" y="33676"/>
                    </a:moveTo>
                    <a:cubicBezTo>
                      <a:pt x="20921" y="33676"/>
                      <a:pt x="20636" y="33676"/>
                      <a:pt x="20564" y="33676"/>
                    </a:cubicBezTo>
                    <a:cubicBezTo>
                      <a:pt x="20421" y="33676"/>
                      <a:pt x="20136" y="33676"/>
                      <a:pt x="19993" y="33605"/>
                    </a:cubicBezTo>
                    <a:cubicBezTo>
                      <a:pt x="19922" y="33605"/>
                      <a:pt x="19850" y="33533"/>
                      <a:pt x="19707" y="33533"/>
                    </a:cubicBezTo>
                    <a:cubicBezTo>
                      <a:pt x="19636" y="33533"/>
                      <a:pt x="19493" y="33605"/>
                      <a:pt x="19565" y="33747"/>
                    </a:cubicBezTo>
                    <a:cubicBezTo>
                      <a:pt x="19707" y="33819"/>
                      <a:pt x="19850" y="33819"/>
                      <a:pt x="19993" y="33819"/>
                    </a:cubicBezTo>
                    <a:cubicBezTo>
                      <a:pt x="20136" y="33747"/>
                      <a:pt x="20136" y="33819"/>
                      <a:pt x="20279" y="33819"/>
                    </a:cubicBezTo>
                    <a:cubicBezTo>
                      <a:pt x="20421" y="33819"/>
                      <a:pt x="20564" y="33890"/>
                      <a:pt x="20564" y="33890"/>
                    </a:cubicBezTo>
                    <a:cubicBezTo>
                      <a:pt x="20636" y="33890"/>
                      <a:pt x="20707" y="33962"/>
                      <a:pt x="20778" y="33962"/>
                    </a:cubicBezTo>
                    <a:cubicBezTo>
                      <a:pt x="20778" y="34033"/>
                      <a:pt x="20921" y="34033"/>
                      <a:pt x="20993" y="33962"/>
                    </a:cubicBezTo>
                    <a:cubicBezTo>
                      <a:pt x="21350" y="33962"/>
                      <a:pt x="21350" y="33676"/>
                      <a:pt x="20993" y="336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59"/>
              <p:cNvSpPr/>
              <p:nvPr/>
            </p:nvSpPr>
            <p:spPr>
              <a:xfrm>
                <a:off x="3236925" y="2675050"/>
                <a:ext cx="351300" cy="653700"/>
              </a:xfrm>
              <a:custGeom>
                <a:rect b="b" l="l" r="r" t="t"/>
                <a:pathLst>
                  <a:path extrusionOk="0" h="26148" w="14052">
                    <a:moveTo>
                      <a:pt x="12998" y="12439"/>
                    </a:moveTo>
                    <a:cubicBezTo>
                      <a:pt x="12998" y="12582"/>
                      <a:pt x="12855" y="12653"/>
                      <a:pt x="12784" y="12796"/>
                    </a:cubicBezTo>
                    <a:cubicBezTo>
                      <a:pt x="12713" y="12796"/>
                      <a:pt x="12713" y="12867"/>
                      <a:pt x="12713" y="12939"/>
                    </a:cubicBezTo>
                    <a:cubicBezTo>
                      <a:pt x="12641" y="13010"/>
                      <a:pt x="12498" y="13296"/>
                      <a:pt x="12498" y="13439"/>
                    </a:cubicBezTo>
                    <a:cubicBezTo>
                      <a:pt x="12570" y="13653"/>
                      <a:pt x="12713" y="13867"/>
                      <a:pt x="12855" y="14010"/>
                    </a:cubicBezTo>
                    <a:cubicBezTo>
                      <a:pt x="12876" y="14052"/>
                      <a:pt x="12891" y="14069"/>
                      <a:pt x="12902" y="14069"/>
                    </a:cubicBezTo>
                    <a:cubicBezTo>
                      <a:pt x="12927" y="14069"/>
                      <a:pt x="12927" y="13968"/>
                      <a:pt x="12927" y="13867"/>
                    </a:cubicBezTo>
                    <a:cubicBezTo>
                      <a:pt x="12998" y="13653"/>
                      <a:pt x="12998" y="13439"/>
                      <a:pt x="13070" y="13296"/>
                    </a:cubicBezTo>
                    <a:cubicBezTo>
                      <a:pt x="13141" y="13010"/>
                      <a:pt x="13355" y="12582"/>
                      <a:pt x="12998" y="12439"/>
                    </a:cubicBezTo>
                    <a:close/>
                    <a:moveTo>
                      <a:pt x="12132" y="11457"/>
                    </a:moveTo>
                    <a:cubicBezTo>
                      <a:pt x="12088" y="11457"/>
                      <a:pt x="12034" y="11475"/>
                      <a:pt x="11999" y="11511"/>
                    </a:cubicBezTo>
                    <a:cubicBezTo>
                      <a:pt x="11784" y="11653"/>
                      <a:pt x="11499" y="11796"/>
                      <a:pt x="11285" y="12010"/>
                    </a:cubicBezTo>
                    <a:cubicBezTo>
                      <a:pt x="10856" y="12725"/>
                      <a:pt x="10642" y="13510"/>
                      <a:pt x="10570" y="14295"/>
                    </a:cubicBezTo>
                    <a:cubicBezTo>
                      <a:pt x="10499" y="14581"/>
                      <a:pt x="10713" y="14795"/>
                      <a:pt x="10856" y="15081"/>
                    </a:cubicBezTo>
                    <a:cubicBezTo>
                      <a:pt x="10928" y="15295"/>
                      <a:pt x="10928" y="15581"/>
                      <a:pt x="10999" y="15866"/>
                    </a:cubicBezTo>
                    <a:cubicBezTo>
                      <a:pt x="10999" y="16009"/>
                      <a:pt x="10856" y="16080"/>
                      <a:pt x="10856" y="16223"/>
                    </a:cubicBezTo>
                    <a:cubicBezTo>
                      <a:pt x="10785" y="16437"/>
                      <a:pt x="10856" y="16652"/>
                      <a:pt x="11070" y="16723"/>
                    </a:cubicBezTo>
                    <a:cubicBezTo>
                      <a:pt x="11356" y="16652"/>
                      <a:pt x="11570" y="16366"/>
                      <a:pt x="11713" y="16152"/>
                    </a:cubicBezTo>
                    <a:cubicBezTo>
                      <a:pt x="11856" y="15938"/>
                      <a:pt x="12213" y="15938"/>
                      <a:pt x="12356" y="15723"/>
                    </a:cubicBezTo>
                    <a:cubicBezTo>
                      <a:pt x="12427" y="15509"/>
                      <a:pt x="12284" y="15295"/>
                      <a:pt x="12427" y="15081"/>
                    </a:cubicBezTo>
                    <a:cubicBezTo>
                      <a:pt x="12498" y="14938"/>
                      <a:pt x="12570" y="14795"/>
                      <a:pt x="12498" y="14652"/>
                    </a:cubicBezTo>
                    <a:lnTo>
                      <a:pt x="12498" y="14581"/>
                    </a:lnTo>
                    <a:cubicBezTo>
                      <a:pt x="12356" y="14295"/>
                      <a:pt x="12427" y="13796"/>
                      <a:pt x="12284" y="13439"/>
                    </a:cubicBezTo>
                    <a:cubicBezTo>
                      <a:pt x="12284" y="13296"/>
                      <a:pt x="12427" y="13153"/>
                      <a:pt x="12427" y="13010"/>
                    </a:cubicBezTo>
                    <a:cubicBezTo>
                      <a:pt x="12427" y="12796"/>
                      <a:pt x="12141" y="12653"/>
                      <a:pt x="12141" y="12368"/>
                    </a:cubicBezTo>
                    <a:cubicBezTo>
                      <a:pt x="12141" y="12153"/>
                      <a:pt x="12213" y="11796"/>
                      <a:pt x="12213" y="11511"/>
                    </a:cubicBezTo>
                    <a:cubicBezTo>
                      <a:pt x="12213" y="11475"/>
                      <a:pt x="12177" y="11457"/>
                      <a:pt x="12132" y="11457"/>
                    </a:cubicBezTo>
                    <a:close/>
                    <a:moveTo>
                      <a:pt x="8261" y="0"/>
                    </a:moveTo>
                    <a:cubicBezTo>
                      <a:pt x="8063" y="0"/>
                      <a:pt x="7827" y="158"/>
                      <a:pt x="7643" y="158"/>
                    </a:cubicBezTo>
                    <a:cubicBezTo>
                      <a:pt x="7357" y="301"/>
                      <a:pt x="7000" y="301"/>
                      <a:pt x="6858" y="515"/>
                    </a:cubicBezTo>
                    <a:cubicBezTo>
                      <a:pt x="6643" y="1086"/>
                      <a:pt x="6572" y="1729"/>
                      <a:pt x="6429" y="2300"/>
                    </a:cubicBezTo>
                    <a:cubicBezTo>
                      <a:pt x="6358" y="2586"/>
                      <a:pt x="6501" y="2943"/>
                      <a:pt x="6429" y="3228"/>
                    </a:cubicBezTo>
                    <a:cubicBezTo>
                      <a:pt x="6429" y="3514"/>
                      <a:pt x="6286" y="3657"/>
                      <a:pt x="6286" y="3942"/>
                    </a:cubicBezTo>
                    <a:cubicBezTo>
                      <a:pt x="6215" y="4014"/>
                      <a:pt x="6215" y="4085"/>
                      <a:pt x="6215" y="4156"/>
                    </a:cubicBezTo>
                    <a:cubicBezTo>
                      <a:pt x="5715" y="4870"/>
                      <a:pt x="5001" y="5299"/>
                      <a:pt x="4144" y="5442"/>
                    </a:cubicBezTo>
                    <a:cubicBezTo>
                      <a:pt x="3645" y="5513"/>
                      <a:pt x="3359" y="5656"/>
                      <a:pt x="3645" y="6227"/>
                    </a:cubicBezTo>
                    <a:cubicBezTo>
                      <a:pt x="3787" y="6655"/>
                      <a:pt x="3359" y="7155"/>
                      <a:pt x="3073" y="7584"/>
                    </a:cubicBezTo>
                    <a:cubicBezTo>
                      <a:pt x="2931" y="7869"/>
                      <a:pt x="2931" y="8226"/>
                      <a:pt x="2645" y="8440"/>
                    </a:cubicBezTo>
                    <a:cubicBezTo>
                      <a:pt x="2288" y="8583"/>
                      <a:pt x="2074" y="8940"/>
                      <a:pt x="1717" y="9083"/>
                    </a:cubicBezTo>
                    <a:cubicBezTo>
                      <a:pt x="1502" y="9154"/>
                      <a:pt x="1360" y="9226"/>
                      <a:pt x="1217" y="9297"/>
                    </a:cubicBezTo>
                    <a:cubicBezTo>
                      <a:pt x="1003" y="9654"/>
                      <a:pt x="1003" y="10154"/>
                      <a:pt x="788" y="10511"/>
                    </a:cubicBezTo>
                    <a:cubicBezTo>
                      <a:pt x="574" y="11154"/>
                      <a:pt x="289" y="11796"/>
                      <a:pt x="74" y="12439"/>
                    </a:cubicBezTo>
                    <a:cubicBezTo>
                      <a:pt x="-140" y="12867"/>
                      <a:pt x="146" y="12939"/>
                      <a:pt x="503" y="13082"/>
                    </a:cubicBezTo>
                    <a:cubicBezTo>
                      <a:pt x="618" y="13139"/>
                      <a:pt x="707" y="13166"/>
                      <a:pt x="779" y="13166"/>
                    </a:cubicBezTo>
                    <a:cubicBezTo>
                      <a:pt x="975" y="13166"/>
                      <a:pt x="1041" y="12967"/>
                      <a:pt x="1145" y="12653"/>
                    </a:cubicBezTo>
                    <a:cubicBezTo>
                      <a:pt x="1145" y="12601"/>
                      <a:pt x="1223" y="12432"/>
                      <a:pt x="1292" y="12432"/>
                    </a:cubicBezTo>
                    <a:cubicBezTo>
                      <a:pt x="1317" y="12432"/>
                      <a:pt x="1341" y="12454"/>
                      <a:pt x="1360" y="12510"/>
                    </a:cubicBezTo>
                    <a:cubicBezTo>
                      <a:pt x="1360" y="12725"/>
                      <a:pt x="1217" y="13082"/>
                      <a:pt x="1288" y="13296"/>
                    </a:cubicBezTo>
                    <a:cubicBezTo>
                      <a:pt x="1360" y="13724"/>
                      <a:pt x="1717" y="14010"/>
                      <a:pt x="1788" y="14367"/>
                    </a:cubicBezTo>
                    <a:cubicBezTo>
                      <a:pt x="1859" y="14795"/>
                      <a:pt x="1717" y="15224"/>
                      <a:pt x="1788" y="15652"/>
                    </a:cubicBezTo>
                    <a:cubicBezTo>
                      <a:pt x="1859" y="16009"/>
                      <a:pt x="1931" y="16295"/>
                      <a:pt x="1859" y="16652"/>
                    </a:cubicBezTo>
                    <a:cubicBezTo>
                      <a:pt x="1859" y="16866"/>
                      <a:pt x="1788" y="17151"/>
                      <a:pt x="1931" y="17294"/>
                    </a:cubicBezTo>
                    <a:cubicBezTo>
                      <a:pt x="2019" y="17383"/>
                      <a:pt x="2122" y="17416"/>
                      <a:pt x="2229" y="17416"/>
                    </a:cubicBezTo>
                    <a:cubicBezTo>
                      <a:pt x="2468" y="17416"/>
                      <a:pt x="2733" y="17250"/>
                      <a:pt x="2931" y="17151"/>
                    </a:cubicBezTo>
                    <a:cubicBezTo>
                      <a:pt x="4573" y="16152"/>
                      <a:pt x="6501" y="15581"/>
                      <a:pt x="8214" y="14795"/>
                    </a:cubicBezTo>
                    <a:cubicBezTo>
                      <a:pt x="8500" y="14724"/>
                      <a:pt x="8714" y="14581"/>
                      <a:pt x="8928" y="14510"/>
                    </a:cubicBezTo>
                    <a:cubicBezTo>
                      <a:pt x="9285" y="14295"/>
                      <a:pt x="9499" y="14010"/>
                      <a:pt x="9999" y="13938"/>
                    </a:cubicBezTo>
                    <a:cubicBezTo>
                      <a:pt x="10499" y="13938"/>
                      <a:pt x="10499" y="13367"/>
                      <a:pt x="10642" y="12939"/>
                    </a:cubicBezTo>
                    <a:cubicBezTo>
                      <a:pt x="10785" y="12510"/>
                      <a:pt x="10999" y="11868"/>
                      <a:pt x="11427" y="11653"/>
                    </a:cubicBezTo>
                    <a:cubicBezTo>
                      <a:pt x="11438" y="11643"/>
                      <a:pt x="11445" y="11639"/>
                      <a:pt x="11450" y="11639"/>
                    </a:cubicBezTo>
                    <a:cubicBezTo>
                      <a:pt x="11476" y="11639"/>
                      <a:pt x="11450" y="11740"/>
                      <a:pt x="11476" y="11740"/>
                    </a:cubicBezTo>
                    <a:cubicBezTo>
                      <a:pt x="11481" y="11740"/>
                      <a:pt x="11488" y="11735"/>
                      <a:pt x="11499" y="11725"/>
                    </a:cubicBezTo>
                    <a:cubicBezTo>
                      <a:pt x="11642" y="11653"/>
                      <a:pt x="11642" y="11296"/>
                      <a:pt x="11713" y="11154"/>
                    </a:cubicBezTo>
                    <a:cubicBezTo>
                      <a:pt x="11784" y="11082"/>
                      <a:pt x="11927" y="11082"/>
                      <a:pt x="11999" y="10939"/>
                    </a:cubicBezTo>
                    <a:cubicBezTo>
                      <a:pt x="12141" y="10797"/>
                      <a:pt x="11856" y="10654"/>
                      <a:pt x="11713" y="10440"/>
                    </a:cubicBezTo>
                    <a:cubicBezTo>
                      <a:pt x="11642" y="10368"/>
                      <a:pt x="11570" y="10297"/>
                      <a:pt x="11499" y="10225"/>
                    </a:cubicBezTo>
                    <a:cubicBezTo>
                      <a:pt x="11427" y="10154"/>
                      <a:pt x="11285" y="10083"/>
                      <a:pt x="11285" y="10011"/>
                    </a:cubicBezTo>
                    <a:cubicBezTo>
                      <a:pt x="11213" y="9797"/>
                      <a:pt x="11356" y="9440"/>
                      <a:pt x="11427" y="9226"/>
                    </a:cubicBezTo>
                    <a:cubicBezTo>
                      <a:pt x="11427" y="9171"/>
                      <a:pt x="11438" y="9148"/>
                      <a:pt x="11455" y="9148"/>
                    </a:cubicBezTo>
                    <a:cubicBezTo>
                      <a:pt x="11482" y="9148"/>
                      <a:pt x="11526" y="9209"/>
                      <a:pt x="11570" y="9297"/>
                    </a:cubicBezTo>
                    <a:cubicBezTo>
                      <a:pt x="11752" y="9479"/>
                      <a:pt x="11882" y="10073"/>
                      <a:pt x="12136" y="10073"/>
                    </a:cubicBezTo>
                    <a:cubicBezTo>
                      <a:pt x="12181" y="10073"/>
                      <a:pt x="12230" y="10054"/>
                      <a:pt x="12284" y="10011"/>
                    </a:cubicBezTo>
                    <a:cubicBezTo>
                      <a:pt x="12570" y="9797"/>
                      <a:pt x="12784" y="9369"/>
                      <a:pt x="12855" y="9012"/>
                    </a:cubicBezTo>
                    <a:cubicBezTo>
                      <a:pt x="12855" y="8655"/>
                      <a:pt x="12784" y="8226"/>
                      <a:pt x="12855" y="7869"/>
                    </a:cubicBezTo>
                    <a:cubicBezTo>
                      <a:pt x="12915" y="7749"/>
                      <a:pt x="12975" y="7479"/>
                      <a:pt x="12824" y="7479"/>
                    </a:cubicBezTo>
                    <a:cubicBezTo>
                      <a:pt x="12795" y="7479"/>
                      <a:pt x="12759" y="7489"/>
                      <a:pt x="12713" y="7512"/>
                    </a:cubicBezTo>
                    <a:cubicBezTo>
                      <a:pt x="12665" y="7512"/>
                      <a:pt x="12617" y="7544"/>
                      <a:pt x="12570" y="7544"/>
                    </a:cubicBezTo>
                    <a:cubicBezTo>
                      <a:pt x="12546" y="7544"/>
                      <a:pt x="12522" y="7536"/>
                      <a:pt x="12498" y="7512"/>
                    </a:cubicBezTo>
                    <a:cubicBezTo>
                      <a:pt x="12427" y="7512"/>
                      <a:pt x="12498" y="7227"/>
                      <a:pt x="12570" y="7155"/>
                    </a:cubicBezTo>
                    <a:cubicBezTo>
                      <a:pt x="12666" y="7091"/>
                      <a:pt x="12806" y="7056"/>
                      <a:pt x="12956" y="7056"/>
                    </a:cubicBezTo>
                    <a:cubicBezTo>
                      <a:pt x="13140" y="7056"/>
                      <a:pt x="13341" y="7109"/>
                      <a:pt x="13498" y="7227"/>
                    </a:cubicBezTo>
                    <a:cubicBezTo>
                      <a:pt x="13557" y="7256"/>
                      <a:pt x="13610" y="7270"/>
                      <a:pt x="13656" y="7270"/>
                    </a:cubicBezTo>
                    <a:cubicBezTo>
                      <a:pt x="13945" y="7270"/>
                      <a:pt x="13998" y="6759"/>
                      <a:pt x="13998" y="6513"/>
                    </a:cubicBezTo>
                    <a:cubicBezTo>
                      <a:pt x="14069" y="6370"/>
                      <a:pt x="14069" y="6227"/>
                      <a:pt x="13998" y="6156"/>
                    </a:cubicBezTo>
                    <a:cubicBezTo>
                      <a:pt x="12998" y="5656"/>
                      <a:pt x="11784" y="5870"/>
                      <a:pt x="10713" y="5656"/>
                    </a:cubicBezTo>
                    <a:cubicBezTo>
                      <a:pt x="10660" y="5638"/>
                      <a:pt x="10606" y="5629"/>
                      <a:pt x="10553" y="5629"/>
                    </a:cubicBezTo>
                    <a:cubicBezTo>
                      <a:pt x="10392" y="5629"/>
                      <a:pt x="10231" y="5709"/>
                      <a:pt x="10071" y="5870"/>
                    </a:cubicBezTo>
                    <a:cubicBezTo>
                      <a:pt x="10006" y="5934"/>
                      <a:pt x="9928" y="5970"/>
                      <a:pt x="9854" y="5970"/>
                    </a:cubicBezTo>
                    <a:cubicBezTo>
                      <a:pt x="9764" y="5970"/>
                      <a:pt x="9682" y="5916"/>
                      <a:pt x="9642" y="5799"/>
                    </a:cubicBezTo>
                    <a:cubicBezTo>
                      <a:pt x="9499" y="5442"/>
                      <a:pt x="9357" y="5013"/>
                      <a:pt x="9357" y="4585"/>
                    </a:cubicBezTo>
                    <a:cubicBezTo>
                      <a:pt x="9428" y="4442"/>
                      <a:pt x="9428" y="4371"/>
                      <a:pt x="9357" y="4299"/>
                    </a:cubicBezTo>
                    <a:cubicBezTo>
                      <a:pt x="9357" y="4085"/>
                      <a:pt x="9142" y="4014"/>
                      <a:pt x="9071" y="3942"/>
                    </a:cubicBezTo>
                    <a:cubicBezTo>
                      <a:pt x="8785" y="3514"/>
                      <a:pt x="9000" y="2943"/>
                      <a:pt x="8857" y="2514"/>
                    </a:cubicBezTo>
                    <a:cubicBezTo>
                      <a:pt x="8643" y="1943"/>
                      <a:pt x="8500" y="1300"/>
                      <a:pt x="8071" y="872"/>
                    </a:cubicBezTo>
                    <a:cubicBezTo>
                      <a:pt x="8000" y="872"/>
                      <a:pt x="8000" y="800"/>
                      <a:pt x="8000" y="729"/>
                    </a:cubicBezTo>
                    <a:cubicBezTo>
                      <a:pt x="8000" y="515"/>
                      <a:pt x="8714" y="229"/>
                      <a:pt x="8357" y="15"/>
                    </a:cubicBezTo>
                    <a:cubicBezTo>
                      <a:pt x="8326" y="5"/>
                      <a:pt x="8294" y="0"/>
                      <a:pt x="8261" y="0"/>
                    </a:cubicBezTo>
                    <a:close/>
                    <a:moveTo>
                      <a:pt x="8785" y="20579"/>
                    </a:moveTo>
                    <a:cubicBezTo>
                      <a:pt x="8643" y="20721"/>
                      <a:pt x="8643" y="20721"/>
                      <a:pt x="8643" y="20721"/>
                    </a:cubicBezTo>
                    <a:lnTo>
                      <a:pt x="8714" y="20721"/>
                    </a:lnTo>
                    <a:cubicBezTo>
                      <a:pt x="8785" y="20650"/>
                      <a:pt x="8785" y="20650"/>
                      <a:pt x="8785" y="20650"/>
                    </a:cubicBezTo>
                    <a:cubicBezTo>
                      <a:pt x="8857" y="20579"/>
                      <a:pt x="8857" y="20579"/>
                      <a:pt x="8857" y="20579"/>
                    </a:cubicBezTo>
                    <a:close/>
                    <a:moveTo>
                      <a:pt x="9571" y="20864"/>
                    </a:moveTo>
                    <a:cubicBezTo>
                      <a:pt x="9214" y="21150"/>
                      <a:pt x="9214" y="21150"/>
                      <a:pt x="9214" y="21150"/>
                    </a:cubicBezTo>
                    <a:cubicBezTo>
                      <a:pt x="9071" y="21364"/>
                      <a:pt x="9071" y="21364"/>
                      <a:pt x="9071" y="21364"/>
                    </a:cubicBezTo>
                    <a:cubicBezTo>
                      <a:pt x="9142" y="21435"/>
                      <a:pt x="9142" y="21435"/>
                      <a:pt x="9142" y="21435"/>
                    </a:cubicBezTo>
                    <a:cubicBezTo>
                      <a:pt x="9285" y="21364"/>
                      <a:pt x="9285" y="21364"/>
                      <a:pt x="9285" y="21364"/>
                    </a:cubicBezTo>
                    <a:cubicBezTo>
                      <a:pt x="9642" y="21150"/>
                      <a:pt x="9642" y="21150"/>
                      <a:pt x="9642" y="21150"/>
                    </a:cubicBezTo>
                    <a:lnTo>
                      <a:pt x="9571" y="21150"/>
                    </a:lnTo>
                    <a:lnTo>
                      <a:pt x="9571" y="21078"/>
                    </a:lnTo>
                    <a:cubicBezTo>
                      <a:pt x="9571" y="21007"/>
                      <a:pt x="9571" y="21007"/>
                      <a:pt x="9571" y="21007"/>
                    </a:cubicBezTo>
                    <a:cubicBezTo>
                      <a:pt x="9571" y="20936"/>
                      <a:pt x="9571" y="20936"/>
                      <a:pt x="9571" y="20936"/>
                    </a:cubicBezTo>
                    <a:cubicBezTo>
                      <a:pt x="9571" y="20864"/>
                      <a:pt x="9571" y="20864"/>
                      <a:pt x="9571" y="20864"/>
                    </a:cubicBezTo>
                    <a:close/>
                    <a:moveTo>
                      <a:pt x="8428" y="21721"/>
                    </a:moveTo>
                    <a:lnTo>
                      <a:pt x="8357" y="21864"/>
                    </a:lnTo>
                    <a:cubicBezTo>
                      <a:pt x="8286" y="21935"/>
                      <a:pt x="8286" y="21935"/>
                      <a:pt x="8286" y="21935"/>
                    </a:cubicBezTo>
                    <a:lnTo>
                      <a:pt x="8214" y="21935"/>
                    </a:lnTo>
                    <a:cubicBezTo>
                      <a:pt x="8143" y="22078"/>
                      <a:pt x="8143" y="22078"/>
                      <a:pt x="8143" y="22078"/>
                    </a:cubicBezTo>
                    <a:cubicBezTo>
                      <a:pt x="8214" y="22149"/>
                      <a:pt x="8214" y="22149"/>
                      <a:pt x="8214" y="22149"/>
                    </a:cubicBezTo>
                    <a:cubicBezTo>
                      <a:pt x="8286" y="22078"/>
                      <a:pt x="8286" y="22078"/>
                      <a:pt x="8286" y="22078"/>
                    </a:cubicBezTo>
                    <a:cubicBezTo>
                      <a:pt x="8357" y="22007"/>
                      <a:pt x="8357" y="22007"/>
                      <a:pt x="8357" y="22007"/>
                    </a:cubicBezTo>
                    <a:cubicBezTo>
                      <a:pt x="8428" y="21935"/>
                      <a:pt x="8428" y="21935"/>
                      <a:pt x="8428" y="21935"/>
                    </a:cubicBezTo>
                    <a:cubicBezTo>
                      <a:pt x="8428" y="21864"/>
                      <a:pt x="8428" y="21864"/>
                      <a:pt x="8428" y="21864"/>
                    </a:cubicBezTo>
                    <a:cubicBezTo>
                      <a:pt x="8500" y="21792"/>
                      <a:pt x="8500" y="21792"/>
                      <a:pt x="8500" y="21792"/>
                    </a:cubicBezTo>
                    <a:cubicBezTo>
                      <a:pt x="8500" y="21721"/>
                      <a:pt x="8500" y="21721"/>
                      <a:pt x="8500" y="21721"/>
                    </a:cubicBezTo>
                    <a:close/>
                    <a:moveTo>
                      <a:pt x="1859" y="22792"/>
                    </a:moveTo>
                    <a:cubicBezTo>
                      <a:pt x="1788" y="22864"/>
                      <a:pt x="1788" y="22864"/>
                      <a:pt x="1788" y="22864"/>
                    </a:cubicBezTo>
                    <a:cubicBezTo>
                      <a:pt x="1717" y="22935"/>
                      <a:pt x="1717" y="22935"/>
                      <a:pt x="1717" y="22935"/>
                    </a:cubicBezTo>
                    <a:cubicBezTo>
                      <a:pt x="1788" y="23078"/>
                      <a:pt x="1788" y="23078"/>
                      <a:pt x="1788" y="23078"/>
                    </a:cubicBezTo>
                    <a:cubicBezTo>
                      <a:pt x="1788" y="23149"/>
                      <a:pt x="1788" y="23149"/>
                      <a:pt x="1788" y="23149"/>
                    </a:cubicBezTo>
                    <a:cubicBezTo>
                      <a:pt x="1859" y="23078"/>
                      <a:pt x="1859" y="23078"/>
                      <a:pt x="1859" y="23078"/>
                    </a:cubicBezTo>
                    <a:cubicBezTo>
                      <a:pt x="1859" y="23006"/>
                      <a:pt x="1859" y="23006"/>
                      <a:pt x="1859" y="23006"/>
                    </a:cubicBezTo>
                    <a:cubicBezTo>
                      <a:pt x="1859" y="22935"/>
                      <a:pt x="1859" y="22935"/>
                      <a:pt x="1859" y="22935"/>
                    </a:cubicBezTo>
                    <a:lnTo>
                      <a:pt x="1859" y="22792"/>
                    </a:lnTo>
                    <a:close/>
                    <a:moveTo>
                      <a:pt x="717" y="25148"/>
                    </a:moveTo>
                    <a:cubicBezTo>
                      <a:pt x="646" y="25220"/>
                      <a:pt x="646" y="25220"/>
                      <a:pt x="646" y="25220"/>
                    </a:cubicBezTo>
                    <a:cubicBezTo>
                      <a:pt x="717" y="25291"/>
                      <a:pt x="717" y="25291"/>
                      <a:pt x="717" y="25291"/>
                    </a:cubicBezTo>
                    <a:cubicBezTo>
                      <a:pt x="717" y="25363"/>
                      <a:pt x="717" y="25363"/>
                      <a:pt x="717" y="25363"/>
                    </a:cubicBezTo>
                    <a:lnTo>
                      <a:pt x="788" y="25363"/>
                    </a:lnTo>
                    <a:cubicBezTo>
                      <a:pt x="860" y="25291"/>
                      <a:pt x="860" y="25291"/>
                      <a:pt x="860" y="25291"/>
                    </a:cubicBezTo>
                    <a:cubicBezTo>
                      <a:pt x="788" y="25220"/>
                      <a:pt x="788" y="25220"/>
                      <a:pt x="788" y="25220"/>
                    </a:cubicBezTo>
                    <a:lnTo>
                      <a:pt x="788" y="25148"/>
                    </a:lnTo>
                    <a:close/>
                    <a:moveTo>
                      <a:pt x="574" y="25791"/>
                    </a:moveTo>
                    <a:cubicBezTo>
                      <a:pt x="574" y="25862"/>
                      <a:pt x="574" y="25862"/>
                      <a:pt x="574" y="25862"/>
                    </a:cubicBezTo>
                    <a:cubicBezTo>
                      <a:pt x="574" y="25934"/>
                      <a:pt x="574" y="25934"/>
                      <a:pt x="574" y="25934"/>
                    </a:cubicBezTo>
                    <a:cubicBezTo>
                      <a:pt x="574" y="26005"/>
                      <a:pt x="574" y="26005"/>
                      <a:pt x="574" y="26005"/>
                    </a:cubicBezTo>
                    <a:lnTo>
                      <a:pt x="646" y="26005"/>
                    </a:lnTo>
                    <a:cubicBezTo>
                      <a:pt x="717" y="26077"/>
                      <a:pt x="717" y="26077"/>
                      <a:pt x="717" y="26077"/>
                    </a:cubicBezTo>
                    <a:cubicBezTo>
                      <a:pt x="717" y="26148"/>
                      <a:pt x="717" y="26148"/>
                      <a:pt x="717" y="26148"/>
                    </a:cubicBezTo>
                    <a:lnTo>
                      <a:pt x="788" y="26148"/>
                    </a:lnTo>
                    <a:cubicBezTo>
                      <a:pt x="860" y="26077"/>
                      <a:pt x="860" y="26077"/>
                      <a:pt x="860" y="26077"/>
                    </a:cubicBezTo>
                    <a:cubicBezTo>
                      <a:pt x="860" y="26005"/>
                      <a:pt x="860" y="26005"/>
                      <a:pt x="860" y="26005"/>
                    </a:cubicBezTo>
                    <a:lnTo>
                      <a:pt x="931" y="26005"/>
                    </a:lnTo>
                    <a:cubicBezTo>
                      <a:pt x="931" y="25934"/>
                      <a:pt x="931" y="25934"/>
                      <a:pt x="931" y="25934"/>
                    </a:cubicBezTo>
                    <a:cubicBezTo>
                      <a:pt x="931" y="25862"/>
                      <a:pt x="931" y="25862"/>
                      <a:pt x="931" y="25862"/>
                    </a:cubicBezTo>
                    <a:lnTo>
                      <a:pt x="717" y="25862"/>
                    </a:lnTo>
                    <a:cubicBezTo>
                      <a:pt x="717" y="25791"/>
                      <a:pt x="717" y="25791"/>
                      <a:pt x="717" y="257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9"/>
              <p:cNvSpPr/>
              <p:nvPr/>
            </p:nvSpPr>
            <p:spPr>
              <a:xfrm>
                <a:off x="3236925" y="2675050"/>
                <a:ext cx="351300" cy="653700"/>
              </a:xfrm>
              <a:custGeom>
                <a:rect b="b" l="l" r="r" t="t"/>
                <a:pathLst>
                  <a:path extrusionOk="0" fill="none" h="26148" w="14052">
                    <a:moveTo>
                      <a:pt x="1788" y="23149"/>
                    </a:moveTo>
                    <a:cubicBezTo>
                      <a:pt x="1788" y="23149"/>
                      <a:pt x="1788" y="23149"/>
                      <a:pt x="1788" y="23149"/>
                    </a:cubicBezTo>
                    <a:cubicBezTo>
                      <a:pt x="1788" y="23149"/>
                      <a:pt x="1788" y="23149"/>
                      <a:pt x="1788" y="23149"/>
                    </a:cubicBezTo>
                    <a:close/>
                    <a:moveTo>
                      <a:pt x="1859" y="22792"/>
                    </a:moveTo>
                    <a:cubicBezTo>
                      <a:pt x="1788" y="22864"/>
                      <a:pt x="1788" y="22864"/>
                      <a:pt x="1788" y="22864"/>
                    </a:cubicBezTo>
                    <a:cubicBezTo>
                      <a:pt x="1717" y="22935"/>
                      <a:pt x="1717" y="22935"/>
                      <a:pt x="1717" y="22935"/>
                    </a:cubicBezTo>
                    <a:cubicBezTo>
                      <a:pt x="1788" y="23078"/>
                      <a:pt x="1788" y="23078"/>
                      <a:pt x="1788" y="23078"/>
                    </a:cubicBezTo>
                    <a:cubicBezTo>
                      <a:pt x="1788" y="23149"/>
                      <a:pt x="1788" y="23149"/>
                      <a:pt x="1788" y="23149"/>
                    </a:cubicBezTo>
                    <a:cubicBezTo>
                      <a:pt x="1859" y="23078"/>
                      <a:pt x="1859" y="23078"/>
                      <a:pt x="1859" y="23078"/>
                    </a:cubicBezTo>
                    <a:cubicBezTo>
                      <a:pt x="1859" y="23006"/>
                      <a:pt x="1859" y="23006"/>
                      <a:pt x="1859" y="23006"/>
                    </a:cubicBezTo>
                    <a:cubicBezTo>
                      <a:pt x="1859" y="22935"/>
                      <a:pt x="1859" y="22935"/>
                      <a:pt x="1859" y="22935"/>
                    </a:cubicBezTo>
                    <a:close/>
                    <a:moveTo>
                      <a:pt x="860" y="25862"/>
                    </a:moveTo>
                    <a:cubicBezTo>
                      <a:pt x="860" y="25862"/>
                      <a:pt x="860" y="25862"/>
                      <a:pt x="860" y="25862"/>
                    </a:cubicBezTo>
                    <a:cubicBezTo>
                      <a:pt x="788" y="25862"/>
                      <a:pt x="788" y="25862"/>
                      <a:pt x="788" y="25862"/>
                    </a:cubicBezTo>
                    <a:cubicBezTo>
                      <a:pt x="717" y="25862"/>
                      <a:pt x="717" y="25862"/>
                      <a:pt x="717" y="25862"/>
                    </a:cubicBezTo>
                    <a:cubicBezTo>
                      <a:pt x="717" y="25791"/>
                      <a:pt x="717" y="25791"/>
                      <a:pt x="717" y="25791"/>
                    </a:cubicBezTo>
                    <a:cubicBezTo>
                      <a:pt x="646" y="25791"/>
                      <a:pt x="646" y="25791"/>
                      <a:pt x="646" y="25791"/>
                    </a:cubicBezTo>
                    <a:cubicBezTo>
                      <a:pt x="574" y="25791"/>
                      <a:pt x="574" y="25791"/>
                      <a:pt x="574" y="25791"/>
                    </a:cubicBezTo>
                    <a:cubicBezTo>
                      <a:pt x="574" y="25862"/>
                      <a:pt x="574" y="25862"/>
                      <a:pt x="574" y="25862"/>
                    </a:cubicBezTo>
                    <a:cubicBezTo>
                      <a:pt x="574" y="25934"/>
                      <a:pt x="574" y="25934"/>
                      <a:pt x="574" y="25934"/>
                    </a:cubicBezTo>
                    <a:cubicBezTo>
                      <a:pt x="574" y="26005"/>
                      <a:pt x="574" y="26005"/>
                      <a:pt x="574" y="26005"/>
                    </a:cubicBezTo>
                    <a:cubicBezTo>
                      <a:pt x="646" y="26005"/>
                      <a:pt x="646" y="26005"/>
                      <a:pt x="646" y="26005"/>
                    </a:cubicBezTo>
                    <a:cubicBezTo>
                      <a:pt x="717" y="26077"/>
                      <a:pt x="717" y="26077"/>
                      <a:pt x="717" y="26077"/>
                    </a:cubicBezTo>
                    <a:cubicBezTo>
                      <a:pt x="717" y="26148"/>
                      <a:pt x="717" y="26148"/>
                      <a:pt x="717" y="26148"/>
                    </a:cubicBezTo>
                    <a:cubicBezTo>
                      <a:pt x="788" y="26148"/>
                      <a:pt x="788" y="26148"/>
                      <a:pt x="788" y="26148"/>
                    </a:cubicBezTo>
                    <a:cubicBezTo>
                      <a:pt x="860" y="26077"/>
                      <a:pt x="860" y="26077"/>
                      <a:pt x="860" y="26077"/>
                    </a:cubicBezTo>
                    <a:cubicBezTo>
                      <a:pt x="860" y="26005"/>
                      <a:pt x="860" y="26005"/>
                      <a:pt x="860" y="26005"/>
                    </a:cubicBezTo>
                    <a:cubicBezTo>
                      <a:pt x="931" y="26005"/>
                      <a:pt x="931" y="26005"/>
                      <a:pt x="931" y="26005"/>
                    </a:cubicBezTo>
                    <a:cubicBezTo>
                      <a:pt x="931" y="25934"/>
                      <a:pt x="931" y="25934"/>
                      <a:pt x="931" y="25934"/>
                    </a:cubicBezTo>
                    <a:cubicBezTo>
                      <a:pt x="931" y="25862"/>
                      <a:pt x="931" y="25862"/>
                      <a:pt x="931" y="25862"/>
                    </a:cubicBezTo>
                    <a:close/>
                    <a:moveTo>
                      <a:pt x="788" y="25148"/>
                    </a:moveTo>
                    <a:cubicBezTo>
                      <a:pt x="717" y="25148"/>
                      <a:pt x="717" y="25148"/>
                      <a:pt x="717" y="25148"/>
                    </a:cubicBezTo>
                    <a:cubicBezTo>
                      <a:pt x="717" y="25148"/>
                      <a:pt x="717" y="25148"/>
                      <a:pt x="717" y="25148"/>
                    </a:cubicBezTo>
                    <a:cubicBezTo>
                      <a:pt x="717" y="25148"/>
                      <a:pt x="717" y="25148"/>
                      <a:pt x="717" y="25148"/>
                    </a:cubicBezTo>
                    <a:cubicBezTo>
                      <a:pt x="646" y="25220"/>
                      <a:pt x="646" y="25220"/>
                      <a:pt x="646" y="25220"/>
                    </a:cubicBezTo>
                    <a:cubicBezTo>
                      <a:pt x="646" y="25220"/>
                      <a:pt x="646" y="25220"/>
                      <a:pt x="646" y="25220"/>
                    </a:cubicBezTo>
                    <a:cubicBezTo>
                      <a:pt x="717" y="25291"/>
                      <a:pt x="717" y="25291"/>
                      <a:pt x="717" y="25291"/>
                    </a:cubicBezTo>
                    <a:cubicBezTo>
                      <a:pt x="717" y="25363"/>
                      <a:pt x="717" y="25363"/>
                      <a:pt x="717" y="25363"/>
                    </a:cubicBezTo>
                    <a:cubicBezTo>
                      <a:pt x="717" y="25363"/>
                      <a:pt x="717" y="25363"/>
                      <a:pt x="717" y="25363"/>
                    </a:cubicBezTo>
                    <a:cubicBezTo>
                      <a:pt x="788" y="25363"/>
                      <a:pt x="788" y="25363"/>
                      <a:pt x="788" y="25363"/>
                    </a:cubicBezTo>
                    <a:cubicBezTo>
                      <a:pt x="788" y="25363"/>
                      <a:pt x="788" y="25363"/>
                      <a:pt x="788" y="25363"/>
                    </a:cubicBezTo>
                    <a:cubicBezTo>
                      <a:pt x="860" y="25291"/>
                      <a:pt x="860" y="25291"/>
                      <a:pt x="860" y="25291"/>
                    </a:cubicBezTo>
                    <a:cubicBezTo>
                      <a:pt x="788" y="25220"/>
                      <a:pt x="788" y="25220"/>
                      <a:pt x="788" y="25220"/>
                    </a:cubicBezTo>
                    <a:cubicBezTo>
                      <a:pt x="788" y="25220"/>
                      <a:pt x="788" y="25220"/>
                      <a:pt x="788" y="25220"/>
                    </a:cubicBezTo>
                    <a:close/>
                    <a:moveTo>
                      <a:pt x="8357" y="21864"/>
                    </a:moveTo>
                    <a:cubicBezTo>
                      <a:pt x="8286" y="21935"/>
                      <a:pt x="8286" y="21935"/>
                      <a:pt x="8286" y="21935"/>
                    </a:cubicBezTo>
                    <a:cubicBezTo>
                      <a:pt x="8214" y="21935"/>
                      <a:pt x="8214" y="21935"/>
                      <a:pt x="8214" y="21935"/>
                    </a:cubicBezTo>
                    <a:cubicBezTo>
                      <a:pt x="8143" y="22078"/>
                      <a:pt x="8143" y="22078"/>
                      <a:pt x="8143" y="22078"/>
                    </a:cubicBezTo>
                    <a:cubicBezTo>
                      <a:pt x="8214" y="22149"/>
                      <a:pt x="8214" y="22149"/>
                      <a:pt x="8214" y="22149"/>
                    </a:cubicBezTo>
                    <a:cubicBezTo>
                      <a:pt x="8286" y="22078"/>
                      <a:pt x="8286" y="22078"/>
                      <a:pt x="8286" y="22078"/>
                    </a:cubicBezTo>
                    <a:cubicBezTo>
                      <a:pt x="8357" y="22007"/>
                      <a:pt x="8357" y="22007"/>
                      <a:pt x="8357" y="22007"/>
                    </a:cubicBezTo>
                    <a:cubicBezTo>
                      <a:pt x="8428" y="21935"/>
                      <a:pt x="8428" y="21935"/>
                      <a:pt x="8428" y="21935"/>
                    </a:cubicBezTo>
                    <a:cubicBezTo>
                      <a:pt x="8428" y="21864"/>
                      <a:pt x="8428" y="21864"/>
                      <a:pt x="8428" y="21864"/>
                    </a:cubicBezTo>
                    <a:cubicBezTo>
                      <a:pt x="8500" y="21792"/>
                      <a:pt x="8500" y="21792"/>
                      <a:pt x="8500" y="21792"/>
                    </a:cubicBezTo>
                    <a:cubicBezTo>
                      <a:pt x="8500" y="21721"/>
                      <a:pt x="8500" y="21721"/>
                      <a:pt x="8500" y="21721"/>
                    </a:cubicBezTo>
                    <a:cubicBezTo>
                      <a:pt x="8428" y="21721"/>
                      <a:pt x="8428" y="21721"/>
                      <a:pt x="8428" y="21721"/>
                    </a:cubicBezTo>
                    <a:close/>
                    <a:moveTo>
                      <a:pt x="13998" y="6156"/>
                    </a:moveTo>
                    <a:cubicBezTo>
                      <a:pt x="12998" y="5656"/>
                      <a:pt x="11784" y="5870"/>
                      <a:pt x="10713" y="5656"/>
                    </a:cubicBezTo>
                    <a:cubicBezTo>
                      <a:pt x="10499" y="5584"/>
                      <a:pt x="10285" y="5656"/>
                      <a:pt x="10071" y="5870"/>
                    </a:cubicBezTo>
                    <a:cubicBezTo>
                      <a:pt x="9928" y="6013"/>
                      <a:pt x="9714" y="6013"/>
                      <a:pt x="9642" y="5799"/>
                    </a:cubicBezTo>
                    <a:cubicBezTo>
                      <a:pt x="9499" y="5442"/>
                      <a:pt x="9357" y="5013"/>
                      <a:pt x="9357" y="4585"/>
                    </a:cubicBezTo>
                    <a:cubicBezTo>
                      <a:pt x="9428" y="4442"/>
                      <a:pt x="9428" y="4371"/>
                      <a:pt x="9357" y="4299"/>
                    </a:cubicBezTo>
                    <a:cubicBezTo>
                      <a:pt x="9357" y="4085"/>
                      <a:pt x="9142" y="4014"/>
                      <a:pt x="9071" y="3942"/>
                    </a:cubicBezTo>
                    <a:cubicBezTo>
                      <a:pt x="8785" y="3514"/>
                      <a:pt x="9000" y="2943"/>
                      <a:pt x="8857" y="2514"/>
                    </a:cubicBezTo>
                    <a:cubicBezTo>
                      <a:pt x="8643" y="1943"/>
                      <a:pt x="8500" y="1300"/>
                      <a:pt x="8071" y="872"/>
                    </a:cubicBezTo>
                    <a:cubicBezTo>
                      <a:pt x="8000" y="872"/>
                      <a:pt x="8000" y="800"/>
                      <a:pt x="8000" y="729"/>
                    </a:cubicBezTo>
                    <a:cubicBezTo>
                      <a:pt x="8000" y="515"/>
                      <a:pt x="8714" y="229"/>
                      <a:pt x="8357" y="15"/>
                    </a:cubicBezTo>
                    <a:cubicBezTo>
                      <a:pt x="8143" y="-56"/>
                      <a:pt x="7857" y="158"/>
                      <a:pt x="7643" y="158"/>
                    </a:cubicBezTo>
                    <a:cubicBezTo>
                      <a:pt x="7357" y="301"/>
                      <a:pt x="7000" y="301"/>
                      <a:pt x="6858" y="515"/>
                    </a:cubicBezTo>
                    <a:cubicBezTo>
                      <a:pt x="6643" y="1086"/>
                      <a:pt x="6572" y="1729"/>
                      <a:pt x="6429" y="2300"/>
                    </a:cubicBezTo>
                    <a:cubicBezTo>
                      <a:pt x="6358" y="2586"/>
                      <a:pt x="6501" y="2943"/>
                      <a:pt x="6429" y="3228"/>
                    </a:cubicBezTo>
                    <a:cubicBezTo>
                      <a:pt x="6429" y="3514"/>
                      <a:pt x="6286" y="3657"/>
                      <a:pt x="6286" y="3942"/>
                    </a:cubicBezTo>
                    <a:cubicBezTo>
                      <a:pt x="6215" y="4014"/>
                      <a:pt x="6215" y="4085"/>
                      <a:pt x="6215" y="4156"/>
                    </a:cubicBezTo>
                    <a:cubicBezTo>
                      <a:pt x="5715" y="4870"/>
                      <a:pt x="5001" y="5299"/>
                      <a:pt x="4144" y="5442"/>
                    </a:cubicBezTo>
                    <a:cubicBezTo>
                      <a:pt x="3645" y="5513"/>
                      <a:pt x="3359" y="5656"/>
                      <a:pt x="3645" y="6227"/>
                    </a:cubicBezTo>
                    <a:cubicBezTo>
                      <a:pt x="3787" y="6655"/>
                      <a:pt x="3359" y="7155"/>
                      <a:pt x="3073" y="7584"/>
                    </a:cubicBezTo>
                    <a:cubicBezTo>
                      <a:pt x="2931" y="7869"/>
                      <a:pt x="2931" y="8226"/>
                      <a:pt x="2645" y="8440"/>
                    </a:cubicBezTo>
                    <a:cubicBezTo>
                      <a:pt x="2288" y="8583"/>
                      <a:pt x="2074" y="8940"/>
                      <a:pt x="1717" y="9083"/>
                    </a:cubicBezTo>
                    <a:cubicBezTo>
                      <a:pt x="1502" y="9154"/>
                      <a:pt x="1360" y="9226"/>
                      <a:pt x="1217" y="9297"/>
                    </a:cubicBezTo>
                    <a:cubicBezTo>
                      <a:pt x="1003" y="9654"/>
                      <a:pt x="1003" y="10154"/>
                      <a:pt x="788" y="10511"/>
                    </a:cubicBezTo>
                    <a:cubicBezTo>
                      <a:pt x="574" y="11154"/>
                      <a:pt x="289" y="11796"/>
                      <a:pt x="74" y="12439"/>
                    </a:cubicBezTo>
                    <a:cubicBezTo>
                      <a:pt x="-140" y="12867"/>
                      <a:pt x="146" y="12939"/>
                      <a:pt x="503" y="13082"/>
                    </a:cubicBezTo>
                    <a:cubicBezTo>
                      <a:pt x="931" y="13296"/>
                      <a:pt x="1003" y="13082"/>
                      <a:pt x="1145" y="12653"/>
                    </a:cubicBezTo>
                    <a:cubicBezTo>
                      <a:pt x="1145" y="12582"/>
                      <a:pt x="1288" y="12296"/>
                      <a:pt x="1360" y="12510"/>
                    </a:cubicBezTo>
                    <a:cubicBezTo>
                      <a:pt x="1360" y="12725"/>
                      <a:pt x="1217" y="13082"/>
                      <a:pt x="1288" y="13296"/>
                    </a:cubicBezTo>
                    <a:cubicBezTo>
                      <a:pt x="1360" y="13724"/>
                      <a:pt x="1717" y="14010"/>
                      <a:pt x="1788" y="14367"/>
                    </a:cubicBezTo>
                    <a:cubicBezTo>
                      <a:pt x="1859" y="14795"/>
                      <a:pt x="1717" y="15224"/>
                      <a:pt x="1788" y="15652"/>
                    </a:cubicBezTo>
                    <a:cubicBezTo>
                      <a:pt x="1859" y="16009"/>
                      <a:pt x="1931" y="16295"/>
                      <a:pt x="1859" y="16652"/>
                    </a:cubicBezTo>
                    <a:cubicBezTo>
                      <a:pt x="1859" y="16866"/>
                      <a:pt x="1788" y="17151"/>
                      <a:pt x="1931" y="17294"/>
                    </a:cubicBezTo>
                    <a:cubicBezTo>
                      <a:pt x="2216" y="17580"/>
                      <a:pt x="2645" y="17294"/>
                      <a:pt x="2931" y="17151"/>
                    </a:cubicBezTo>
                    <a:cubicBezTo>
                      <a:pt x="4573" y="16152"/>
                      <a:pt x="6501" y="15581"/>
                      <a:pt x="8214" y="14795"/>
                    </a:cubicBezTo>
                    <a:cubicBezTo>
                      <a:pt x="8500" y="14724"/>
                      <a:pt x="8714" y="14581"/>
                      <a:pt x="8928" y="14510"/>
                    </a:cubicBezTo>
                    <a:cubicBezTo>
                      <a:pt x="9285" y="14295"/>
                      <a:pt x="9499" y="14010"/>
                      <a:pt x="9999" y="13938"/>
                    </a:cubicBezTo>
                    <a:cubicBezTo>
                      <a:pt x="10499" y="13938"/>
                      <a:pt x="10499" y="13367"/>
                      <a:pt x="10642" y="12939"/>
                    </a:cubicBezTo>
                    <a:cubicBezTo>
                      <a:pt x="10785" y="12510"/>
                      <a:pt x="10999" y="11868"/>
                      <a:pt x="11427" y="11653"/>
                    </a:cubicBezTo>
                    <a:cubicBezTo>
                      <a:pt x="11499" y="11582"/>
                      <a:pt x="11427" y="11796"/>
                      <a:pt x="11499" y="11725"/>
                    </a:cubicBezTo>
                    <a:cubicBezTo>
                      <a:pt x="11642" y="11653"/>
                      <a:pt x="11642" y="11296"/>
                      <a:pt x="11713" y="11154"/>
                    </a:cubicBezTo>
                    <a:cubicBezTo>
                      <a:pt x="11784" y="11082"/>
                      <a:pt x="11927" y="11082"/>
                      <a:pt x="11999" y="10939"/>
                    </a:cubicBezTo>
                    <a:cubicBezTo>
                      <a:pt x="12141" y="10797"/>
                      <a:pt x="11856" y="10654"/>
                      <a:pt x="11713" y="10440"/>
                    </a:cubicBezTo>
                    <a:cubicBezTo>
                      <a:pt x="11642" y="10368"/>
                      <a:pt x="11570" y="10297"/>
                      <a:pt x="11499" y="10225"/>
                    </a:cubicBezTo>
                    <a:cubicBezTo>
                      <a:pt x="11427" y="10154"/>
                      <a:pt x="11285" y="10083"/>
                      <a:pt x="11285" y="10011"/>
                    </a:cubicBezTo>
                    <a:cubicBezTo>
                      <a:pt x="11213" y="9797"/>
                      <a:pt x="11356" y="9440"/>
                      <a:pt x="11427" y="9226"/>
                    </a:cubicBezTo>
                    <a:cubicBezTo>
                      <a:pt x="11427" y="9083"/>
                      <a:pt x="11499" y="9154"/>
                      <a:pt x="11570" y="9297"/>
                    </a:cubicBezTo>
                    <a:cubicBezTo>
                      <a:pt x="11784" y="9511"/>
                      <a:pt x="11927" y="10297"/>
                      <a:pt x="12284" y="10011"/>
                    </a:cubicBezTo>
                    <a:cubicBezTo>
                      <a:pt x="12570" y="9797"/>
                      <a:pt x="12784" y="9369"/>
                      <a:pt x="12855" y="9012"/>
                    </a:cubicBezTo>
                    <a:cubicBezTo>
                      <a:pt x="12855" y="8655"/>
                      <a:pt x="12784" y="8226"/>
                      <a:pt x="12855" y="7869"/>
                    </a:cubicBezTo>
                    <a:cubicBezTo>
                      <a:pt x="12927" y="7726"/>
                      <a:pt x="12998" y="7369"/>
                      <a:pt x="12713" y="7512"/>
                    </a:cubicBezTo>
                    <a:cubicBezTo>
                      <a:pt x="12641" y="7512"/>
                      <a:pt x="12570" y="7584"/>
                      <a:pt x="12498" y="7512"/>
                    </a:cubicBezTo>
                    <a:cubicBezTo>
                      <a:pt x="12427" y="7512"/>
                      <a:pt x="12498" y="7227"/>
                      <a:pt x="12570" y="7155"/>
                    </a:cubicBezTo>
                    <a:cubicBezTo>
                      <a:pt x="12784" y="7012"/>
                      <a:pt x="13212" y="7012"/>
                      <a:pt x="13498" y="7227"/>
                    </a:cubicBezTo>
                    <a:cubicBezTo>
                      <a:pt x="13926" y="7441"/>
                      <a:pt x="13998" y="6798"/>
                      <a:pt x="13998" y="6513"/>
                    </a:cubicBezTo>
                    <a:cubicBezTo>
                      <a:pt x="14069" y="6370"/>
                      <a:pt x="14069" y="6227"/>
                      <a:pt x="13998" y="6156"/>
                    </a:cubicBezTo>
                    <a:close/>
                    <a:moveTo>
                      <a:pt x="12498" y="14581"/>
                    </a:moveTo>
                    <a:cubicBezTo>
                      <a:pt x="12356" y="14295"/>
                      <a:pt x="12427" y="13796"/>
                      <a:pt x="12284" y="13439"/>
                    </a:cubicBezTo>
                    <a:cubicBezTo>
                      <a:pt x="12284" y="13296"/>
                      <a:pt x="12427" y="13153"/>
                      <a:pt x="12427" y="13010"/>
                    </a:cubicBezTo>
                    <a:cubicBezTo>
                      <a:pt x="12427" y="12796"/>
                      <a:pt x="12141" y="12653"/>
                      <a:pt x="12141" y="12368"/>
                    </a:cubicBezTo>
                    <a:cubicBezTo>
                      <a:pt x="12141" y="12153"/>
                      <a:pt x="12213" y="11796"/>
                      <a:pt x="12213" y="11511"/>
                    </a:cubicBezTo>
                    <a:cubicBezTo>
                      <a:pt x="12213" y="11439"/>
                      <a:pt x="12070" y="11439"/>
                      <a:pt x="11999" y="11511"/>
                    </a:cubicBezTo>
                    <a:cubicBezTo>
                      <a:pt x="11784" y="11653"/>
                      <a:pt x="11499" y="11796"/>
                      <a:pt x="11285" y="12010"/>
                    </a:cubicBezTo>
                    <a:cubicBezTo>
                      <a:pt x="10856" y="12725"/>
                      <a:pt x="10642" y="13510"/>
                      <a:pt x="10570" y="14295"/>
                    </a:cubicBezTo>
                    <a:cubicBezTo>
                      <a:pt x="10499" y="14581"/>
                      <a:pt x="10713" y="14795"/>
                      <a:pt x="10856" y="15081"/>
                    </a:cubicBezTo>
                    <a:cubicBezTo>
                      <a:pt x="10928" y="15295"/>
                      <a:pt x="10928" y="15581"/>
                      <a:pt x="10999" y="15866"/>
                    </a:cubicBezTo>
                    <a:cubicBezTo>
                      <a:pt x="10999" y="16009"/>
                      <a:pt x="10856" y="16080"/>
                      <a:pt x="10856" y="16223"/>
                    </a:cubicBezTo>
                    <a:cubicBezTo>
                      <a:pt x="10785" y="16437"/>
                      <a:pt x="10856" y="16652"/>
                      <a:pt x="11070" y="16723"/>
                    </a:cubicBezTo>
                    <a:cubicBezTo>
                      <a:pt x="11356" y="16652"/>
                      <a:pt x="11570" y="16366"/>
                      <a:pt x="11713" y="16152"/>
                    </a:cubicBezTo>
                    <a:cubicBezTo>
                      <a:pt x="11856" y="15938"/>
                      <a:pt x="12213" y="15938"/>
                      <a:pt x="12356" y="15723"/>
                    </a:cubicBezTo>
                    <a:cubicBezTo>
                      <a:pt x="12427" y="15509"/>
                      <a:pt x="12284" y="15295"/>
                      <a:pt x="12427" y="15081"/>
                    </a:cubicBezTo>
                    <a:cubicBezTo>
                      <a:pt x="12498" y="14938"/>
                      <a:pt x="12570" y="14795"/>
                      <a:pt x="12498" y="14652"/>
                    </a:cubicBezTo>
                    <a:close/>
                    <a:moveTo>
                      <a:pt x="12998" y="12439"/>
                    </a:moveTo>
                    <a:cubicBezTo>
                      <a:pt x="12998" y="12582"/>
                      <a:pt x="12855" y="12653"/>
                      <a:pt x="12784" y="12796"/>
                    </a:cubicBezTo>
                    <a:cubicBezTo>
                      <a:pt x="12713" y="12796"/>
                      <a:pt x="12713" y="12867"/>
                      <a:pt x="12713" y="12939"/>
                    </a:cubicBezTo>
                    <a:cubicBezTo>
                      <a:pt x="12641" y="13010"/>
                      <a:pt x="12498" y="13296"/>
                      <a:pt x="12498" y="13439"/>
                    </a:cubicBezTo>
                    <a:cubicBezTo>
                      <a:pt x="12570" y="13653"/>
                      <a:pt x="12713" y="13867"/>
                      <a:pt x="12855" y="14010"/>
                    </a:cubicBezTo>
                    <a:cubicBezTo>
                      <a:pt x="12927" y="14153"/>
                      <a:pt x="12927" y="14010"/>
                      <a:pt x="12927" y="13867"/>
                    </a:cubicBezTo>
                    <a:cubicBezTo>
                      <a:pt x="12998" y="13653"/>
                      <a:pt x="12998" y="13439"/>
                      <a:pt x="13070" y="13296"/>
                    </a:cubicBezTo>
                    <a:cubicBezTo>
                      <a:pt x="13141" y="13010"/>
                      <a:pt x="13355" y="12582"/>
                      <a:pt x="12998" y="12439"/>
                    </a:cubicBezTo>
                    <a:close/>
                    <a:moveTo>
                      <a:pt x="9571" y="21078"/>
                    </a:moveTo>
                    <a:cubicBezTo>
                      <a:pt x="9571" y="21078"/>
                      <a:pt x="9571" y="21078"/>
                      <a:pt x="9571" y="21078"/>
                    </a:cubicBezTo>
                    <a:cubicBezTo>
                      <a:pt x="9571" y="21007"/>
                      <a:pt x="9571" y="21007"/>
                      <a:pt x="9571" y="21007"/>
                    </a:cubicBezTo>
                    <a:cubicBezTo>
                      <a:pt x="9571" y="21007"/>
                      <a:pt x="9571" y="21007"/>
                      <a:pt x="9571" y="21007"/>
                    </a:cubicBezTo>
                    <a:cubicBezTo>
                      <a:pt x="9571" y="20936"/>
                      <a:pt x="9571" y="20936"/>
                      <a:pt x="9571" y="20936"/>
                    </a:cubicBezTo>
                    <a:cubicBezTo>
                      <a:pt x="9571" y="20864"/>
                      <a:pt x="9571" y="20864"/>
                      <a:pt x="9571" y="20864"/>
                    </a:cubicBezTo>
                    <a:cubicBezTo>
                      <a:pt x="9214" y="21150"/>
                      <a:pt x="9214" y="21150"/>
                      <a:pt x="9214" y="21150"/>
                    </a:cubicBezTo>
                    <a:cubicBezTo>
                      <a:pt x="9071" y="21364"/>
                      <a:pt x="9071" y="21364"/>
                      <a:pt x="9071" y="21364"/>
                    </a:cubicBezTo>
                    <a:cubicBezTo>
                      <a:pt x="9142" y="21435"/>
                      <a:pt x="9142" y="21435"/>
                      <a:pt x="9142" y="21435"/>
                    </a:cubicBezTo>
                    <a:cubicBezTo>
                      <a:pt x="9285" y="21364"/>
                      <a:pt x="9285" y="21364"/>
                      <a:pt x="9285" y="21364"/>
                    </a:cubicBezTo>
                    <a:cubicBezTo>
                      <a:pt x="9642" y="21150"/>
                      <a:pt x="9642" y="21150"/>
                      <a:pt x="9642" y="21150"/>
                    </a:cubicBezTo>
                    <a:cubicBezTo>
                      <a:pt x="9571" y="21150"/>
                      <a:pt x="9571" y="21150"/>
                      <a:pt x="9571" y="21150"/>
                    </a:cubicBezTo>
                    <a:close/>
                    <a:moveTo>
                      <a:pt x="8928" y="20507"/>
                    </a:moveTo>
                    <a:cubicBezTo>
                      <a:pt x="8928" y="20507"/>
                      <a:pt x="8928" y="20507"/>
                      <a:pt x="8928" y="20507"/>
                    </a:cubicBezTo>
                    <a:cubicBezTo>
                      <a:pt x="8857" y="20579"/>
                      <a:pt x="8857" y="20579"/>
                      <a:pt x="8857" y="20579"/>
                    </a:cubicBezTo>
                    <a:cubicBezTo>
                      <a:pt x="8785" y="20579"/>
                      <a:pt x="8785" y="20579"/>
                      <a:pt x="8785" y="20579"/>
                    </a:cubicBezTo>
                    <a:cubicBezTo>
                      <a:pt x="8643" y="20721"/>
                      <a:pt x="8643" y="20721"/>
                      <a:pt x="8643" y="20721"/>
                    </a:cubicBezTo>
                    <a:cubicBezTo>
                      <a:pt x="8643" y="20721"/>
                      <a:pt x="8643" y="20721"/>
                      <a:pt x="8643" y="20721"/>
                    </a:cubicBezTo>
                    <a:cubicBezTo>
                      <a:pt x="8714" y="20721"/>
                      <a:pt x="8714" y="20721"/>
                      <a:pt x="8714" y="20721"/>
                    </a:cubicBezTo>
                    <a:cubicBezTo>
                      <a:pt x="8785" y="20650"/>
                      <a:pt x="8785" y="20650"/>
                      <a:pt x="8785" y="20650"/>
                    </a:cubicBezTo>
                    <a:cubicBezTo>
                      <a:pt x="8857" y="20579"/>
                      <a:pt x="8857" y="20579"/>
                      <a:pt x="8857" y="20579"/>
                    </a:cubicBezTo>
                    <a:cubicBezTo>
                      <a:pt x="8928" y="20507"/>
                      <a:pt x="8928" y="20507"/>
                      <a:pt x="8928" y="20507"/>
                    </a:cubicBezTo>
                    <a:cubicBezTo>
                      <a:pt x="8928" y="20507"/>
                      <a:pt x="8928" y="20507"/>
                      <a:pt x="8928" y="205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59"/>
              <p:cNvSpPr/>
              <p:nvPr/>
            </p:nvSpPr>
            <p:spPr>
              <a:xfrm>
                <a:off x="4255625" y="2906875"/>
                <a:ext cx="541525" cy="489375"/>
              </a:xfrm>
              <a:custGeom>
                <a:rect b="b" l="l" r="r" t="t"/>
                <a:pathLst>
                  <a:path extrusionOk="0" h="19575" w="21661">
                    <a:moveTo>
                      <a:pt x="9593" y="3237"/>
                    </a:moveTo>
                    <a:cubicBezTo>
                      <a:pt x="9522" y="3309"/>
                      <a:pt x="9522" y="3309"/>
                      <a:pt x="9522" y="3309"/>
                    </a:cubicBezTo>
                    <a:cubicBezTo>
                      <a:pt x="9522" y="3380"/>
                      <a:pt x="9522" y="3380"/>
                      <a:pt x="9522" y="3380"/>
                    </a:cubicBezTo>
                    <a:cubicBezTo>
                      <a:pt x="9522" y="3452"/>
                      <a:pt x="9522" y="3452"/>
                      <a:pt x="9522" y="3452"/>
                    </a:cubicBezTo>
                    <a:cubicBezTo>
                      <a:pt x="9522" y="3523"/>
                      <a:pt x="9522" y="3523"/>
                      <a:pt x="9522" y="3523"/>
                    </a:cubicBezTo>
                    <a:lnTo>
                      <a:pt x="9593" y="3666"/>
                    </a:lnTo>
                    <a:cubicBezTo>
                      <a:pt x="9665" y="3809"/>
                      <a:pt x="9665" y="3809"/>
                      <a:pt x="9665" y="3809"/>
                    </a:cubicBezTo>
                    <a:lnTo>
                      <a:pt x="9808" y="3809"/>
                    </a:lnTo>
                    <a:cubicBezTo>
                      <a:pt x="9879" y="3737"/>
                      <a:pt x="9879" y="3737"/>
                      <a:pt x="9879" y="3737"/>
                    </a:cubicBezTo>
                    <a:cubicBezTo>
                      <a:pt x="9879" y="3666"/>
                      <a:pt x="9879" y="3666"/>
                      <a:pt x="9879" y="3666"/>
                    </a:cubicBezTo>
                    <a:cubicBezTo>
                      <a:pt x="9879" y="3594"/>
                      <a:pt x="9879" y="3594"/>
                      <a:pt x="9879" y="3594"/>
                    </a:cubicBezTo>
                    <a:cubicBezTo>
                      <a:pt x="9879" y="3523"/>
                      <a:pt x="9879" y="3523"/>
                      <a:pt x="9879" y="3523"/>
                    </a:cubicBezTo>
                    <a:cubicBezTo>
                      <a:pt x="9736" y="3452"/>
                      <a:pt x="9736" y="3452"/>
                      <a:pt x="9736" y="3452"/>
                    </a:cubicBezTo>
                    <a:cubicBezTo>
                      <a:pt x="9736" y="3380"/>
                      <a:pt x="9736" y="3380"/>
                      <a:pt x="9736" y="3380"/>
                    </a:cubicBezTo>
                    <a:cubicBezTo>
                      <a:pt x="9665" y="3309"/>
                      <a:pt x="9665" y="3309"/>
                      <a:pt x="9665" y="3309"/>
                    </a:cubicBezTo>
                    <a:cubicBezTo>
                      <a:pt x="9665" y="3237"/>
                      <a:pt x="9665" y="3237"/>
                      <a:pt x="9665" y="3237"/>
                    </a:cubicBezTo>
                    <a:close/>
                    <a:moveTo>
                      <a:pt x="9022" y="4023"/>
                    </a:moveTo>
                    <a:cubicBezTo>
                      <a:pt x="8879" y="4094"/>
                      <a:pt x="8879" y="4094"/>
                      <a:pt x="8879" y="4094"/>
                    </a:cubicBezTo>
                    <a:cubicBezTo>
                      <a:pt x="8808" y="4166"/>
                      <a:pt x="8808" y="4166"/>
                      <a:pt x="8808" y="4166"/>
                    </a:cubicBezTo>
                    <a:cubicBezTo>
                      <a:pt x="8808" y="4308"/>
                      <a:pt x="8808" y="4308"/>
                      <a:pt x="8808" y="4308"/>
                    </a:cubicBezTo>
                    <a:cubicBezTo>
                      <a:pt x="8808" y="4451"/>
                      <a:pt x="8808" y="4451"/>
                      <a:pt x="8808" y="4451"/>
                    </a:cubicBezTo>
                    <a:cubicBezTo>
                      <a:pt x="8951" y="4380"/>
                      <a:pt x="8951" y="4380"/>
                      <a:pt x="8951" y="4380"/>
                    </a:cubicBezTo>
                    <a:cubicBezTo>
                      <a:pt x="9022" y="4308"/>
                      <a:pt x="9022" y="4308"/>
                      <a:pt x="9022" y="4308"/>
                    </a:cubicBezTo>
                    <a:lnTo>
                      <a:pt x="9236" y="4308"/>
                    </a:lnTo>
                    <a:cubicBezTo>
                      <a:pt x="9236" y="4237"/>
                      <a:pt x="9236" y="4237"/>
                      <a:pt x="9236" y="4237"/>
                    </a:cubicBezTo>
                    <a:cubicBezTo>
                      <a:pt x="9165" y="4094"/>
                      <a:pt x="9165" y="4094"/>
                      <a:pt x="9165" y="4094"/>
                    </a:cubicBezTo>
                    <a:lnTo>
                      <a:pt x="9093" y="4023"/>
                    </a:lnTo>
                    <a:close/>
                    <a:moveTo>
                      <a:pt x="14092" y="4166"/>
                    </a:moveTo>
                    <a:cubicBezTo>
                      <a:pt x="14092" y="4166"/>
                      <a:pt x="13877" y="4237"/>
                      <a:pt x="13806" y="4308"/>
                    </a:cubicBezTo>
                    <a:cubicBezTo>
                      <a:pt x="13735" y="4380"/>
                      <a:pt x="13520" y="4308"/>
                      <a:pt x="13663" y="4451"/>
                    </a:cubicBezTo>
                    <a:lnTo>
                      <a:pt x="13663" y="4523"/>
                    </a:lnTo>
                    <a:cubicBezTo>
                      <a:pt x="13735" y="4594"/>
                      <a:pt x="13877" y="4737"/>
                      <a:pt x="13949" y="4737"/>
                    </a:cubicBezTo>
                    <a:cubicBezTo>
                      <a:pt x="14020" y="4737"/>
                      <a:pt x="14092" y="4594"/>
                      <a:pt x="14092" y="4594"/>
                    </a:cubicBezTo>
                    <a:cubicBezTo>
                      <a:pt x="14234" y="4594"/>
                      <a:pt x="14377" y="4594"/>
                      <a:pt x="14306" y="4380"/>
                    </a:cubicBezTo>
                    <a:cubicBezTo>
                      <a:pt x="14306" y="4308"/>
                      <a:pt x="14234" y="4166"/>
                      <a:pt x="14092" y="4166"/>
                    </a:cubicBezTo>
                    <a:close/>
                    <a:moveTo>
                      <a:pt x="3381" y="7521"/>
                    </a:moveTo>
                    <a:cubicBezTo>
                      <a:pt x="3381" y="7521"/>
                      <a:pt x="3381" y="7521"/>
                      <a:pt x="3381" y="7593"/>
                    </a:cubicBezTo>
                    <a:cubicBezTo>
                      <a:pt x="3381" y="7593"/>
                      <a:pt x="3310" y="7664"/>
                      <a:pt x="3239" y="7664"/>
                    </a:cubicBezTo>
                    <a:lnTo>
                      <a:pt x="3167" y="7664"/>
                    </a:lnTo>
                    <a:cubicBezTo>
                      <a:pt x="3167" y="7736"/>
                      <a:pt x="3310" y="7807"/>
                      <a:pt x="3239" y="7878"/>
                    </a:cubicBezTo>
                    <a:cubicBezTo>
                      <a:pt x="3239" y="7936"/>
                      <a:pt x="3192" y="8041"/>
                      <a:pt x="3250" y="8041"/>
                    </a:cubicBezTo>
                    <a:cubicBezTo>
                      <a:pt x="3263" y="8041"/>
                      <a:pt x="3283" y="8035"/>
                      <a:pt x="3310" y="8021"/>
                    </a:cubicBezTo>
                    <a:cubicBezTo>
                      <a:pt x="3325" y="8006"/>
                      <a:pt x="3343" y="8001"/>
                      <a:pt x="3363" y="8001"/>
                    </a:cubicBezTo>
                    <a:cubicBezTo>
                      <a:pt x="3416" y="8001"/>
                      <a:pt x="3478" y="8042"/>
                      <a:pt x="3507" y="8042"/>
                    </a:cubicBezTo>
                    <a:cubicBezTo>
                      <a:pt x="3518" y="8042"/>
                      <a:pt x="3524" y="8036"/>
                      <a:pt x="3524" y="8021"/>
                    </a:cubicBezTo>
                    <a:cubicBezTo>
                      <a:pt x="3524" y="7950"/>
                      <a:pt x="3453" y="7807"/>
                      <a:pt x="3596" y="7807"/>
                    </a:cubicBezTo>
                    <a:cubicBezTo>
                      <a:pt x="3667" y="7807"/>
                      <a:pt x="3667" y="7807"/>
                      <a:pt x="3667" y="7736"/>
                    </a:cubicBezTo>
                    <a:cubicBezTo>
                      <a:pt x="3738" y="7736"/>
                      <a:pt x="3667" y="7664"/>
                      <a:pt x="3667" y="7664"/>
                    </a:cubicBezTo>
                    <a:lnTo>
                      <a:pt x="3596" y="7664"/>
                    </a:lnTo>
                    <a:cubicBezTo>
                      <a:pt x="3596" y="7664"/>
                      <a:pt x="3453" y="7736"/>
                      <a:pt x="3453" y="7736"/>
                    </a:cubicBezTo>
                    <a:cubicBezTo>
                      <a:pt x="3381" y="7664"/>
                      <a:pt x="3381" y="7593"/>
                      <a:pt x="3381" y="7521"/>
                    </a:cubicBezTo>
                    <a:close/>
                    <a:moveTo>
                      <a:pt x="13430" y="6865"/>
                    </a:moveTo>
                    <a:cubicBezTo>
                      <a:pt x="13366" y="6865"/>
                      <a:pt x="13304" y="6906"/>
                      <a:pt x="13235" y="7022"/>
                    </a:cubicBezTo>
                    <a:cubicBezTo>
                      <a:pt x="13163" y="7164"/>
                      <a:pt x="13021" y="7164"/>
                      <a:pt x="12949" y="7307"/>
                    </a:cubicBezTo>
                    <a:cubicBezTo>
                      <a:pt x="12949" y="7807"/>
                      <a:pt x="13306" y="8235"/>
                      <a:pt x="13735" y="8450"/>
                    </a:cubicBezTo>
                    <a:cubicBezTo>
                      <a:pt x="13818" y="8485"/>
                      <a:pt x="13895" y="8501"/>
                      <a:pt x="13967" y="8501"/>
                    </a:cubicBezTo>
                    <a:cubicBezTo>
                      <a:pt x="14328" y="8501"/>
                      <a:pt x="14556" y="8104"/>
                      <a:pt x="14734" y="7807"/>
                    </a:cubicBezTo>
                    <a:cubicBezTo>
                      <a:pt x="14877" y="7593"/>
                      <a:pt x="14806" y="7307"/>
                      <a:pt x="14663" y="7093"/>
                    </a:cubicBezTo>
                    <a:cubicBezTo>
                      <a:pt x="14579" y="7009"/>
                      <a:pt x="14484" y="6980"/>
                      <a:pt x="14386" y="6980"/>
                    </a:cubicBezTo>
                    <a:cubicBezTo>
                      <a:pt x="14235" y="6980"/>
                      <a:pt x="14079" y="7050"/>
                      <a:pt x="13949" y="7093"/>
                    </a:cubicBezTo>
                    <a:cubicBezTo>
                      <a:pt x="13707" y="7045"/>
                      <a:pt x="13564" y="6865"/>
                      <a:pt x="13430" y="6865"/>
                    </a:cubicBezTo>
                    <a:close/>
                    <a:moveTo>
                      <a:pt x="11378" y="10235"/>
                    </a:moveTo>
                    <a:cubicBezTo>
                      <a:pt x="11307" y="10306"/>
                      <a:pt x="11307" y="10306"/>
                      <a:pt x="11307" y="10306"/>
                    </a:cubicBezTo>
                    <a:cubicBezTo>
                      <a:pt x="11307" y="10449"/>
                      <a:pt x="11307" y="10449"/>
                      <a:pt x="11307" y="10449"/>
                    </a:cubicBezTo>
                    <a:lnTo>
                      <a:pt x="11378" y="10449"/>
                    </a:lnTo>
                    <a:cubicBezTo>
                      <a:pt x="11378" y="10520"/>
                      <a:pt x="11378" y="10520"/>
                      <a:pt x="11378" y="10520"/>
                    </a:cubicBezTo>
                    <a:lnTo>
                      <a:pt x="11521" y="10520"/>
                    </a:lnTo>
                    <a:cubicBezTo>
                      <a:pt x="11593" y="10592"/>
                      <a:pt x="11593" y="10592"/>
                      <a:pt x="11593" y="10592"/>
                    </a:cubicBezTo>
                    <a:cubicBezTo>
                      <a:pt x="11593" y="10520"/>
                      <a:pt x="11593" y="10520"/>
                      <a:pt x="11593" y="10520"/>
                    </a:cubicBezTo>
                    <a:cubicBezTo>
                      <a:pt x="11593" y="10449"/>
                      <a:pt x="11593" y="10449"/>
                      <a:pt x="11593" y="10449"/>
                    </a:cubicBezTo>
                    <a:cubicBezTo>
                      <a:pt x="11593" y="10377"/>
                      <a:pt x="11593" y="10377"/>
                      <a:pt x="11593" y="10377"/>
                    </a:cubicBezTo>
                    <a:lnTo>
                      <a:pt x="11593" y="10306"/>
                    </a:lnTo>
                    <a:cubicBezTo>
                      <a:pt x="11521" y="10235"/>
                      <a:pt x="11521" y="10235"/>
                      <a:pt x="11521" y="10235"/>
                    </a:cubicBezTo>
                    <a:close/>
                    <a:moveTo>
                      <a:pt x="9236" y="11163"/>
                    </a:moveTo>
                    <a:cubicBezTo>
                      <a:pt x="9165" y="11234"/>
                      <a:pt x="9165" y="11234"/>
                      <a:pt x="9165" y="11234"/>
                    </a:cubicBezTo>
                    <a:lnTo>
                      <a:pt x="9093" y="11377"/>
                    </a:lnTo>
                    <a:cubicBezTo>
                      <a:pt x="9022" y="11448"/>
                      <a:pt x="9022" y="11448"/>
                      <a:pt x="9022" y="11448"/>
                    </a:cubicBezTo>
                    <a:lnTo>
                      <a:pt x="9093" y="11448"/>
                    </a:lnTo>
                    <a:cubicBezTo>
                      <a:pt x="9308" y="11306"/>
                      <a:pt x="9308" y="11306"/>
                      <a:pt x="9308" y="11306"/>
                    </a:cubicBezTo>
                    <a:cubicBezTo>
                      <a:pt x="9308" y="11234"/>
                      <a:pt x="9308" y="11234"/>
                      <a:pt x="9308" y="11234"/>
                    </a:cubicBezTo>
                    <a:cubicBezTo>
                      <a:pt x="9308" y="11163"/>
                      <a:pt x="9308" y="11163"/>
                      <a:pt x="9308" y="11163"/>
                    </a:cubicBezTo>
                    <a:close/>
                    <a:moveTo>
                      <a:pt x="13806" y="11877"/>
                    </a:moveTo>
                    <a:cubicBezTo>
                      <a:pt x="13592" y="12020"/>
                      <a:pt x="13592" y="12020"/>
                      <a:pt x="13592" y="12020"/>
                    </a:cubicBezTo>
                    <a:lnTo>
                      <a:pt x="13520" y="12020"/>
                    </a:lnTo>
                    <a:cubicBezTo>
                      <a:pt x="13520" y="12091"/>
                      <a:pt x="13520" y="12091"/>
                      <a:pt x="13520" y="12091"/>
                    </a:cubicBezTo>
                    <a:lnTo>
                      <a:pt x="13449" y="12091"/>
                    </a:lnTo>
                    <a:cubicBezTo>
                      <a:pt x="13520" y="12162"/>
                      <a:pt x="13520" y="12162"/>
                      <a:pt x="13520" y="12162"/>
                    </a:cubicBezTo>
                    <a:cubicBezTo>
                      <a:pt x="13592" y="12234"/>
                      <a:pt x="13592" y="12234"/>
                      <a:pt x="13592" y="12234"/>
                    </a:cubicBezTo>
                    <a:cubicBezTo>
                      <a:pt x="13663" y="12162"/>
                      <a:pt x="13663" y="12162"/>
                      <a:pt x="13663" y="12162"/>
                    </a:cubicBezTo>
                    <a:cubicBezTo>
                      <a:pt x="13735" y="12234"/>
                      <a:pt x="13735" y="12234"/>
                      <a:pt x="13735" y="12234"/>
                    </a:cubicBezTo>
                    <a:lnTo>
                      <a:pt x="13806" y="12234"/>
                    </a:lnTo>
                    <a:cubicBezTo>
                      <a:pt x="13806" y="12162"/>
                      <a:pt x="13806" y="12162"/>
                      <a:pt x="13806" y="12162"/>
                    </a:cubicBezTo>
                    <a:lnTo>
                      <a:pt x="13877" y="12162"/>
                    </a:lnTo>
                    <a:cubicBezTo>
                      <a:pt x="13877" y="12234"/>
                      <a:pt x="13877" y="12234"/>
                      <a:pt x="13877" y="12234"/>
                    </a:cubicBezTo>
                    <a:lnTo>
                      <a:pt x="13949" y="12234"/>
                    </a:lnTo>
                    <a:cubicBezTo>
                      <a:pt x="13949" y="12162"/>
                      <a:pt x="13949" y="12162"/>
                      <a:pt x="13949" y="12162"/>
                    </a:cubicBezTo>
                    <a:cubicBezTo>
                      <a:pt x="13949" y="12020"/>
                      <a:pt x="13949" y="12020"/>
                      <a:pt x="13949" y="12020"/>
                    </a:cubicBezTo>
                    <a:cubicBezTo>
                      <a:pt x="13949" y="11948"/>
                      <a:pt x="13949" y="11948"/>
                      <a:pt x="13949" y="11948"/>
                    </a:cubicBezTo>
                    <a:cubicBezTo>
                      <a:pt x="13806" y="11877"/>
                      <a:pt x="13806" y="11877"/>
                      <a:pt x="13806" y="11877"/>
                    </a:cubicBezTo>
                    <a:close/>
                    <a:moveTo>
                      <a:pt x="2089" y="0"/>
                    </a:moveTo>
                    <a:cubicBezTo>
                      <a:pt x="1392" y="0"/>
                      <a:pt x="1168" y="479"/>
                      <a:pt x="1168" y="1238"/>
                    </a:cubicBezTo>
                    <a:cubicBezTo>
                      <a:pt x="1168" y="1452"/>
                      <a:pt x="1239" y="1666"/>
                      <a:pt x="1168" y="1881"/>
                    </a:cubicBezTo>
                    <a:cubicBezTo>
                      <a:pt x="1096" y="2238"/>
                      <a:pt x="811" y="2380"/>
                      <a:pt x="597" y="2595"/>
                    </a:cubicBezTo>
                    <a:cubicBezTo>
                      <a:pt x="382" y="2952"/>
                      <a:pt x="-117" y="3309"/>
                      <a:pt x="25" y="3809"/>
                    </a:cubicBezTo>
                    <a:cubicBezTo>
                      <a:pt x="25" y="4094"/>
                      <a:pt x="382" y="4451"/>
                      <a:pt x="668" y="4665"/>
                    </a:cubicBezTo>
                    <a:cubicBezTo>
                      <a:pt x="1311" y="5237"/>
                      <a:pt x="1453" y="5594"/>
                      <a:pt x="2239" y="5879"/>
                    </a:cubicBezTo>
                    <a:cubicBezTo>
                      <a:pt x="2310" y="5951"/>
                      <a:pt x="2382" y="6093"/>
                      <a:pt x="2382" y="6165"/>
                    </a:cubicBezTo>
                    <a:cubicBezTo>
                      <a:pt x="2382" y="6308"/>
                      <a:pt x="2525" y="6379"/>
                      <a:pt x="2667" y="6450"/>
                    </a:cubicBezTo>
                    <a:cubicBezTo>
                      <a:pt x="2739" y="6450"/>
                      <a:pt x="2810" y="6522"/>
                      <a:pt x="2810" y="6593"/>
                    </a:cubicBezTo>
                    <a:cubicBezTo>
                      <a:pt x="3167" y="7164"/>
                      <a:pt x="4238" y="6879"/>
                      <a:pt x="4595" y="7450"/>
                    </a:cubicBezTo>
                    <a:cubicBezTo>
                      <a:pt x="4738" y="7807"/>
                      <a:pt x="4595" y="8307"/>
                      <a:pt x="4381" y="8450"/>
                    </a:cubicBezTo>
                    <a:cubicBezTo>
                      <a:pt x="4238" y="8521"/>
                      <a:pt x="4167" y="8521"/>
                      <a:pt x="4095" y="8664"/>
                    </a:cubicBezTo>
                    <a:cubicBezTo>
                      <a:pt x="4095" y="8807"/>
                      <a:pt x="4095" y="8949"/>
                      <a:pt x="4095" y="9164"/>
                    </a:cubicBezTo>
                    <a:cubicBezTo>
                      <a:pt x="4024" y="10235"/>
                      <a:pt x="3310" y="11163"/>
                      <a:pt x="4524" y="11734"/>
                    </a:cubicBezTo>
                    <a:cubicBezTo>
                      <a:pt x="4784" y="11864"/>
                      <a:pt x="5044" y="12172"/>
                      <a:pt x="5304" y="12172"/>
                    </a:cubicBezTo>
                    <a:cubicBezTo>
                      <a:pt x="5330" y="12172"/>
                      <a:pt x="5355" y="12169"/>
                      <a:pt x="5381" y="12162"/>
                    </a:cubicBezTo>
                    <a:cubicBezTo>
                      <a:pt x="5481" y="12134"/>
                      <a:pt x="5572" y="12122"/>
                      <a:pt x="5658" y="12122"/>
                    </a:cubicBezTo>
                    <a:cubicBezTo>
                      <a:pt x="6003" y="12122"/>
                      <a:pt x="6266" y="12305"/>
                      <a:pt x="6666" y="12305"/>
                    </a:cubicBezTo>
                    <a:cubicBezTo>
                      <a:pt x="6880" y="12305"/>
                      <a:pt x="7737" y="12305"/>
                      <a:pt x="7665" y="11948"/>
                    </a:cubicBezTo>
                    <a:cubicBezTo>
                      <a:pt x="7237" y="11520"/>
                      <a:pt x="7166" y="10877"/>
                      <a:pt x="7594" y="10377"/>
                    </a:cubicBezTo>
                    <a:cubicBezTo>
                      <a:pt x="8094" y="10020"/>
                      <a:pt x="8665" y="9949"/>
                      <a:pt x="9236" y="9806"/>
                    </a:cubicBezTo>
                    <a:cubicBezTo>
                      <a:pt x="9593" y="9663"/>
                      <a:pt x="10165" y="9735"/>
                      <a:pt x="10522" y="9592"/>
                    </a:cubicBezTo>
                    <a:cubicBezTo>
                      <a:pt x="10610" y="9562"/>
                      <a:pt x="10687" y="9545"/>
                      <a:pt x="10761" y="9545"/>
                    </a:cubicBezTo>
                    <a:cubicBezTo>
                      <a:pt x="10866" y="9545"/>
                      <a:pt x="10967" y="9580"/>
                      <a:pt x="11093" y="9663"/>
                    </a:cubicBezTo>
                    <a:cubicBezTo>
                      <a:pt x="11093" y="9735"/>
                      <a:pt x="11164" y="9735"/>
                      <a:pt x="11164" y="9806"/>
                    </a:cubicBezTo>
                    <a:cubicBezTo>
                      <a:pt x="11232" y="9907"/>
                      <a:pt x="11410" y="9977"/>
                      <a:pt x="11565" y="9977"/>
                    </a:cubicBezTo>
                    <a:cubicBezTo>
                      <a:pt x="11738" y="9977"/>
                      <a:pt x="11882" y="9890"/>
                      <a:pt x="11807" y="9663"/>
                    </a:cubicBezTo>
                    <a:cubicBezTo>
                      <a:pt x="11735" y="9521"/>
                      <a:pt x="11521" y="9378"/>
                      <a:pt x="11450" y="9235"/>
                    </a:cubicBezTo>
                    <a:cubicBezTo>
                      <a:pt x="11378" y="9164"/>
                      <a:pt x="11378" y="9092"/>
                      <a:pt x="11378" y="9092"/>
                    </a:cubicBezTo>
                    <a:cubicBezTo>
                      <a:pt x="11593" y="9092"/>
                      <a:pt x="11878" y="9378"/>
                      <a:pt x="12021" y="9521"/>
                    </a:cubicBezTo>
                    <a:cubicBezTo>
                      <a:pt x="12112" y="9593"/>
                      <a:pt x="12198" y="9624"/>
                      <a:pt x="12276" y="9624"/>
                    </a:cubicBezTo>
                    <a:cubicBezTo>
                      <a:pt x="12505" y="9624"/>
                      <a:pt x="12664" y="9358"/>
                      <a:pt x="12664" y="9092"/>
                    </a:cubicBezTo>
                    <a:cubicBezTo>
                      <a:pt x="12664" y="8521"/>
                      <a:pt x="12806" y="7807"/>
                      <a:pt x="12235" y="7450"/>
                    </a:cubicBezTo>
                    <a:cubicBezTo>
                      <a:pt x="12176" y="7420"/>
                      <a:pt x="12117" y="7403"/>
                      <a:pt x="12073" y="7403"/>
                    </a:cubicBezTo>
                    <a:cubicBezTo>
                      <a:pt x="12011" y="7403"/>
                      <a:pt x="11979" y="7438"/>
                      <a:pt x="12021" y="7521"/>
                    </a:cubicBezTo>
                    <a:cubicBezTo>
                      <a:pt x="12092" y="7593"/>
                      <a:pt x="12164" y="7807"/>
                      <a:pt x="12021" y="7807"/>
                    </a:cubicBezTo>
                    <a:cubicBezTo>
                      <a:pt x="11950" y="7831"/>
                      <a:pt x="11902" y="7839"/>
                      <a:pt x="11862" y="7839"/>
                    </a:cubicBezTo>
                    <a:cubicBezTo>
                      <a:pt x="11783" y="7839"/>
                      <a:pt x="11735" y="7807"/>
                      <a:pt x="11593" y="7807"/>
                    </a:cubicBezTo>
                    <a:cubicBezTo>
                      <a:pt x="11236" y="7807"/>
                      <a:pt x="11236" y="7593"/>
                      <a:pt x="11164" y="7379"/>
                    </a:cubicBezTo>
                    <a:cubicBezTo>
                      <a:pt x="11093" y="7164"/>
                      <a:pt x="10950" y="6950"/>
                      <a:pt x="10807" y="6950"/>
                    </a:cubicBezTo>
                    <a:cubicBezTo>
                      <a:pt x="10664" y="6879"/>
                      <a:pt x="10664" y="6807"/>
                      <a:pt x="10736" y="6807"/>
                    </a:cubicBezTo>
                    <a:cubicBezTo>
                      <a:pt x="11021" y="6593"/>
                      <a:pt x="11378" y="6379"/>
                      <a:pt x="10736" y="6308"/>
                    </a:cubicBezTo>
                    <a:cubicBezTo>
                      <a:pt x="10236" y="6308"/>
                      <a:pt x="10093" y="5665"/>
                      <a:pt x="9736" y="5451"/>
                    </a:cubicBezTo>
                    <a:cubicBezTo>
                      <a:pt x="9236" y="5237"/>
                      <a:pt x="8951" y="5165"/>
                      <a:pt x="8522" y="4737"/>
                    </a:cubicBezTo>
                    <a:cubicBezTo>
                      <a:pt x="7951" y="4166"/>
                      <a:pt x="9022" y="4166"/>
                      <a:pt x="8736" y="3452"/>
                    </a:cubicBezTo>
                    <a:cubicBezTo>
                      <a:pt x="8675" y="3328"/>
                      <a:pt x="8666" y="3152"/>
                      <a:pt x="8803" y="3152"/>
                    </a:cubicBezTo>
                    <a:cubicBezTo>
                      <a:pt x="8825" y="3152"/>
                      <a:pt x="8850" y="3156"/>
                      <a:pt x="8879" y="3166"/>
                    </a:cubicBezTo>
                    <a:cubicBezTo>
                      <a:pt x="9022" y="3166"/>
                      <a:pt x="9165" y="3309"/>
                      <a:pt x="9236" y="3380"/>
                    </a:cubicBezTo>
                    <a:cubicBezTo>
                      <a:pt x="9308" y="3380"/>
                      <a:pt x="9308" y="3380"/>
                      <a:pt x="9308" y="3309"/>
                    </a:cubicBezTo>
                    <a:cubicBezTo>
                      <a:pt x="9379" y="3166"/>
                      <a:pt x="9022" y="3023"/>
                      <a:pt x="8951" y="2809"/>
                    </a:cubicBezTo>
                    <a:cubicBezTo>
                      <a:pt x="8879" y="2666"/>
                      <a:pt x="9093" y="2380"/>
                      <a:pt x="9022" y="2238"/>
                    </a:cubicBezTo>
                    <a:cubicBezTo>
                      <a:pt x="8808" y="1809"/>
                      <a:pt x="8379" y="1524"/>
                      <a:pt x="7951" y="1381"/>
                    </a:cubicBezTo>
                    <a:cubicBezTo>
                      <a:pt x="7594" y="1381"/>
                      <a:pt x="7237" y="1381"/>
                      <a:pt x="6951" y="1238"/>
                    </a:cubicBezTo>
                    <a:cubicBezTo>
                      <a:pt x="6308" y="945"/>
                      <a:pt x="5616" y="701"/>
                      <a:pt x="4915" y="701"/>
                    </a:cubicBezTo>
                    <a:cubicBezTo>
                      <a:pt x="4761" y="701"/>
                      <a:pt x="4607" y="713"/>
                      <a:pt x="4452" y="738"/>
                    </a:cubicBezTo>
                    <a:cubicBezTo>
                      <a:pt x="4279" y="796"/>
                      <a:pt x="4106" y="901"/>
                      <a:pt x="3895" y="901"/>
                    </a:cubicBezTo>
                    <a:cubicBezTo>
                      <a:pt x="3845" y="901"/>
                      <a:pt x="3793" y="895"/>
                      <a:pt x="3738" y="881"/>
                    </a:cubicBezTo>
                    <a:cubicBezTo>
                      <a:pt x="3239" y="738"/>
                      <a:pt x="2882" y="167"/>
                      <a:pt x="2382" y="24"/>
                    </a:cubicBezTo>
                    <a:cubicBezTo>
                      <a:pt x="2276" y="8"/>
                      <a:pt x="2178" y="0"/>
                      <a:pt x="2089" y="0"/>
                    </a:cubicBezTo>
                    <a:close/>
                    <a:moveTo>
                      <a:pt x="21517" y="15233"/>
                    </a:moveTo>
                    <a:cubicBezTo>
                      <a:pt x="21517" y="15304"/>
                      <a:pt x="21517" y="15304"/>
                      <a:pt x="21517" y="15304"/>
                    </a:cubicBezTo>
                    <a:cubicBezTo>
                      <a:pt x="21589" y="15376"/>
                      <a:pt x="21589" y="15376"/>
                      <a:pt x="21589" y="15376"/>
                    </a:cubicBezTo>
                    <a:lnTo>
                      <a:pt x="21660" y="15376"/>
                    </a:lnTo>
                    <a:lnTo>
                      <a:pt x="21660" y="15304"/>
                    </a:lnTo>
                    <a:cubicBezTo>
                      <a:pt x="21589" y="15233"/>
                      <a:pt x="21589" y="15233"/>
                      <a:pt x="21589" y="15233"/>
                    </a:cubicBezTo>
                    <a:close/>
                    <a:moveTo>
                      <a:pt x="16662" y="14733"/>
                    </a:moveTo>
                    <a:cubicBezTo>
                      <a:pt x="16591" y="14733"/>
                      <a:pt x="16519" y="14733"/>
                      <a:pt x="16448" y="14804"/>
                    </a:cubicBezTo>
                    <a:cubicBezTo>
                      <a:pt x="16448" y="14804"/>
                      <a:pt x="16448" y="14947"/>
                      <a:pt x="16519" y="15019"/>
                    </a:cubicBezTo>
                    <a:cubicBezTo>
                      <a:pt x="16591" y="15090"/>
                      <a:pt x="16662" y="15304"/>
                      <a:pt x="16733" y="15447"/>
                    </a:cubicBezTo>
                    <a:cubicBezTo>
                      <a:pt x="16784" y="15497"/>
                      <a:pt x="16870" y="15548"/>
                      <a:pt x="16992" y="15548"/>
                    </a:cubicBezTo>
                    <a:cubicBezTo>
                      <a:pt x="17043" y="15548"/>
                      <a:pt x="17099" y="15539"/>
                      <a:pt x="17162" y="15518"/>
                    </a:cubicBezTo>
                    <a:cubicBezTo>
                      <a:pt x="17233" y="15376"/>
                      <a:pt x="17162" y="15304"/>
                      <a:pt x="17162" y="15090"/>
                    </a:cubicBezTo>
                    <a:cubicBezTo>
                      <a:pt x="17162" y="15019"/>
                      <a:pt x="17162" y="14947"/>
                      <a:pt x="17090" y="14876"/>
                    </a:cubicBezTo>
                    <a:cubicBezTo>
                      <a:pt x="17019" y="14804"/>
                      <a:pt x="16805" y="14804"/>
                      <a:pt x="16662" y="14733"/>
                    </a:cubicBezTo>
                    <a:close/>
                    <a:moveTo>
                      <a:pt x="11305" y="10800"/>
                    </a:moveTo>
                    <a:cubicBezTo>
                      <a:pt x="10959" y="10800"/>
                      <a:pt x="10432" y="11357"/>
                      <a:pt x="10022" y="11448"/>
                    </a:cubicBezTo>
                    <a:cubicBezTo>
                      <a:pt x="9808" y="11520"/>
                      <a:pt x="9593" y="11520"/>
                      <a:pt x="9450" y="11591"/>
                    </a:cubicBezTo>
                    <a:cubicBezTo>
                      <a:pt x="8665" y="12162"/>
                      <a:pt x="9593" y="12948"/>
                      <a:pt x="9450" y="13591"/>
                    </a:cubicBezTo>
                    <a:cubicBezTo>
                      <a:pt x="9379" y="13805"/>
                      <a:pt x="9236" y="13805"/>
                      <a:pt x="9093" y="13948"/>
                    </a:cubicBezTo>
                    <a:cubicBezTo>
                      <a:pt x="8951" y="14233"/>
                      <a:pt x="9022" y="14590"/>
                      <a:pt x="8879" y="14804"/>
                    </a:cubicBezTo>
                    <a:cubicBezTo>
                      <a:pt x="8808" y="15019"/>
                      <a:pt x="8665" y="15376"/>
                      <a:pt x="8808" y="15518"/>
                    </a:cubicBezTo>
                    <a:cubicBezTo>
                      <a:pt x="8850" y="15602"/>
                      <a:pt x="8965" y="15637"/>
                      <a:pt x="9068" y="15637"/>
                    </a:cubicBezTo>
                    <a:cubicBezTo>
                      <a:pt x="9140" y="15637"/>
                      <a:pt x="9207" y="15619"/>
                      <a:pt x="9236" y="15590"/>
                    </a:cubicBezTo>
                    <a:cubicBezTo>
                      <a:pt x="9366" y="15525"/>
                      <a:pt x="9437" y="15223"/>
                      <a:pt x="9610" y="15223"/>
                    </a:cubicBezTo>
                    <a:cubicBezTo>
                      <a:pt x="9627" y="15223"/>
                      <a:pt x="9645" y="15226"/>
                      <a:pt x="9665" y="15233"/>
                    </a:cubicBezTo>
                    <a:cubicBezTo>
                      <a:pt x="9736" y="15233"/>
                      <a:pt x="9593" y="15376"/>
                      <a:pt x="9593" y="15518"/>
                    </a:cubicBezTo>
                    <a:cubicBezTo>
                      <a:pt x="9629" y="15625"/>
                      <a:pt x="9736" y="15679"/>
                      <a:pt x="9834" y="15679"/>
                    </a:cubicBezTo>
                    <a:cubicBezTo>
                      <a:pt x="9932" y="15679"/>
                      <a:pt x="10022" y="15625"/>
                      <a:pt x="10022" y="15518"/>
                    </a:cubicBezTo>
                    <a:cubicBezTo>
                      <a:pt x="10093" y="15376"/>
                      <a:pt x="10093" y="15304"/>
                      <a:pt x="10165" y="15233"/>
                    </a:cubicBezTo>
                    <a:cubicBezTo>
                      <a:pt x="10182" y="15179"/>
                      <a:pt x="10205" y="15157"/>
                      <a:pt x="10228" y="15157"/>
                    </a:cubicBezTo>
                    <a:cubicBezTo>
                      <a:pt x="10298" y="15157"/>
                      <a:pt x="10379" y="15358"/>
                      <a:pt x="10379" y="15518"/>
                    </a:cubicBezTo>
                    <a:cubicBezTo>
                      <a:pt x="10379" y="15695"/>
                      <a:pt x="10427" y="15823"/>
                      <a:pt x="10564" y="15823"/>
                    </a:cubicBezTo>
                    <a:cubicBezTo>
                      <a:pt x="10593" y="15823"/>
                      <a:pt x="10626" y="15817"/>
                      <a:pt x="10664" y="15804"/>
                    </a:cubicBezTo>
                    <a:cubicBezTo>
                      <a:pt x="10807" y="15733"/>
                      <a:pt x="10879" y="15518"/>
                      <a:pt x="10950" y="15447"/>
                    </a:cubicBezTo>
                    <a:cubicBezTo>
                      <a:pt x="11021" y="15304"/>
                      <a:pt x="11093" y="15161"/>
                      <a:pt x="11093" y="15090"/>
                    </a:cubicBezTo>
                    <a:cubicBezTo>
                      <a:pt x="11093" y="14947"/>
                      <a:pt x="10950" y="14804"/>
                      <a:pt x="10879" y="14662"/>
                    </a:cubicBezTo>
                    <a:cubicBezTo>
                      <a:pt x="10879" y="14590"/>
                      <a:pt x="10950" y="14519"/>
                      <a:pt x="10879" y="14447"/>
                    </a:cubicBezTo>
                    <a:cubicBezTo>
                      <a:pt x="10879" y="14376"/>
                      <a:pt x="10807" y="14305"/>
                      <a:pt x="10807" y="14233"/>
                    </a:cubicBezTo>
                    <a:cubicBezTo>
                      <a:pt x="10950" y="13662"/>
                      <a:pt x="11521" y="13162"/>
                      <a:pt x="11878" y="12805"/>
                    </a:cubicBezTo>
                    <a:cubicBezTo>
                      <a:pt x="11950" y="12591"/>
                      <a:pt x="11735" y="12305"/>
                      <a:pt x="11735" y="12091"/>
                    </a:cubicBezTo>
                    <a:cubicBezTo>
                      <a:pt x="11735" y="11877"/>
                      <a:pt x="11735" y="11734"/>
                      <a:pt x="11664" y="11520"/>
                    </a:cubicBezTo>
                    <a:cubicBezTo>
                      <a:pt x="11638" y="10978"/>
                      <a:pt x="11501" y="10800"/>
                      <a:pt x="11305" y="10800"/>
                    </a:cubicBezTo>
                    <a:close/>
                    <a:moveTo>
                      <a:pt x="6411" y="13576"/>
                    </a:moveTo>
                    <a:cubicBezTo>
                      <a:pt x="6307" y="13576"/>
                      <a:pt x="6105" y="13743"/>
                      <a:pt x="6166" y="13805"/>
                    </a:cubicBezTo>
                    <a:cubicBezTo>
                      <a:pt x="6166" y="13876"/>
                      <a:pt x="6237" y="13948"/>
                      <a:pt x="6237" y="14019"/>
                    </a:cubicBezTo>
                    <a:cubicBezTo>
                      <a:pt x="6237" y="14162"/>
                      <a:pt x="6095" y="14090"/>
                      <a:pt x="6023" y="14233"/>
                    </a:cubicBezTo>
                    <a:cubicBezTo>
                      <a:pt x="5952" y="14305"/>
                      <a:pt x="5952" y="14376"/>
                      <a:pt x="5880" y="14519"/>
                    </a:cubicBezTo>
                    <a:cubicBezTo>
                      <a:pt x="5666" y="14947"/>
                      <a:pt x="6095" y="15304"/>
                      <a:pt x="6309" y="15661"/>
                    </a:cubicBezTo>
                    <a:cubicBezTo>
                      <a:pt x="6380" y="15733"/>
                      <a:pt x="6523" y="15733"/>
                      <a:pt x="6594" y="15804"/>
                    </a:cubicBezTo>
                    <a:cubicBezTo>
                      <a:pt x="6666" y="15875"/>
                      <a:pt x="6737" y="16090"/>
                      <a:pt x="6880" y="16161"/>
                    </a:cubicBezTo>
                    <a:cubicBezTo>
                      <a:pt x="7023" y="16161"/>
                      <a:pt x="7237" y="16161"/>
                      <a:pt x="7308" y="16018"/>
                    </a:cubicBezTo>
                    <a:cubicBezTo>
                      <a:pt x="7380" y="15947"/>
                      <a:pt x="7380" y="15875"/>
                      <a:pt x="7380" y="15804"/>
                    </a:cubicBezTo>
                    <a:cubicBezTo>
                      <a:pt x="7380" y="15590"/>
                      <a:pt x="7380" y="15233"/>
                      <a:pt x="7380" y="15019"/>
                    </a:cubicBezTo>
                    <a:cubicBezTo>
                      <a:pt x="7380" y="14876"/>
                      <a:pt x="7308" y="14733"/>
                      <a:pt x="7380" y="14590"/>
                    </a:cubicBezTo>
                    <a:cubicBezTo>
                      <a:pt x="7451" y="14447"/>
                      <a:pt x="7451" y="14305"/>
                      <a:pt x="7380" y="14305"/>
                    </a:cubicBezTo>
                    <a:lnTo>
                      <a:pt x="7380" y="14233"/>
                    </a:lnTo>
                    <a:cubicBezTo>
                      <a:pt x="7308" y="14162"/>
                      <a:pt x="7166" y="14162"/>
                      <a:pt x="7023" y="14090"/>
                    </a:cubicBezTo>
                    <a:cubicBezTo>
                      <a:pt x="6967" y="13978"/>
                      <a:pt x="6999" y="13647"/>
                      <a:pt x="6843" y="13647"/>
                    </a:cubicBezTo>
                    <a:cubicBezTo>
                      <a:pt x="6800" y="13647"/>
                      <a:pt x="6743" y="13672"/>
                      <a:pt x="6666" y="13733"/>
                    </a:cubicBezTo>
                    <a:lnTo>
                      <a:pt x="6594" y="13733"/>
                    </a:lnTo>
                    <a:cubicBezTo>
                      <a:pt x="6452" y="13733"/>
                      <a:pt x="6452" y="13591"/>
                      <a:pt x="6452" y="13591"/>
                    </a:cubicBezTo>
                    <a:cubicBezTo>
                      <a:pt x="6442" y="13581"/>
                      <a:pt x="6428" y="13576"/>
                      <a:pt x="6411" y="13576"/>
                    </a:cubicBezTo>
                    <a:close/>
                    <a:moveTo>
                      <a:pt x="10236" y="16304"/>
                    </a:moveTo>
                    <a:cubicBezTo>
                      <a:pt x="10093" y="16375"/>
                      <a:pt x="10093" y="16375"/>
                      <a:pt x="10093" y="16375"/>
                    </a:cubicBezTo>
                    <a:cubicBezTo>
                      <a:pt x="10022" y="16447"/>
                      <a:pt x="10022" y="16447"/>
                      <a:pt x="10022" y="16447"/>
                    </a:cubicBezTo>
                    <a:cubicBezTo>
                      <a:pt x="10022" y="16589"/>
                      <a:pt x="10022" y="16589"/>
                      <a:pt x="10022" y="16589"/>
                    </a:cubicBezTo>
                    <a:cubicBezTo>
                      <a:pt x="10022" y="16661"/>
                      <a:pt x="10022" y="16661"/>
                      <a:pt x="10022" y="16661"/>
                    </a:cubicBezTo>
                    <a:cubicBezTo>
                      <a:pt x="10093" y="16732"/>
                      <a:pt x="10093" y="16732"/>
                      <a:pt x="10093" y="16732"/>
                    </a:cubicBezTo>
                    <a:lnTo>
                      <a:pt x="10165" y="16661"/>
                    </a:lnTo>
                    <a:lnTo>
                      <a:pt x="10236" y="16661"/>
                    </a:lnTo>
                    <a:cubicBezTo>
                      <a:pt x="10236" y="16518"/>
                      <a:pt x="10236" y="16518"/>
                      <a:pt x="10236" y="16518"/>
                    </a:cubicBezTo>
                    <a:cubicBezTo>
                      <a:pt x="10307" y="16375"/>
                      <a:pt x="10307" y="16375"/>
                      <a:pt x="10307" y="16375"/>
                    </a:cubicBezTo>
                    <a:cubicBezTo>
                      <a:pt x="10236" y="16304"/>
                      <a:pt x="10236" y="16304"/>
                      <a:pt x="10236" y="16304"/>
                    </a:cubicBezTo>
                    <a:close/>
                    <a:moveTo>
                      <a:pt x="17519" y="16161"/>
                    </a:moveTo>
                    <a:cubicBezTo>
                      <a:pt x="17519" y="16161"/>
                      <a:pt x="17590" y="16232"/>
                      <a:pt x="17590" y="16304"/>
                    </a:cubicBezTo>
                    <a:cubicBezTo>
                      <a:pt x="17733" y="16375"/>
                      <a:pt x="17876" y="16447"/>
                      <a:pt x="17947" y="16589"/>
                    </a:cubicBezTo>
                    <a:cubicBezTo>
                      <a:pt x="17947" y="16661"/>
                      <a:pt x="18019" y="16732"/>
                      <a:pt x="18090" y="16804"/>
                    </a:cubicBezTo>
                    <a:cubicBezTo>
                      <a:pt x="18162" y="16875"/>
                      <a:pt x="18233" y="16875"/>
                      <a:pt x="18304" y="16875"/>
                    </a:cubicBezTo>
                    <a:cubicBezTo>
                      <a:pt x="18304" y="16875"/>
                      <a:pt x="18304" y="16804"/>
                      <a:pt x="18304" y="16732"/>
                    </a:cubicBezTo>
                    <a:cubicBezTo>
                      <a:pt x="18233" y="16732"/>
                      <a:pt x="18233" y="16661"/>
                      <a:pt x="18233" y="16589"/>
                    </a:cubicBezTo>
                    <a:cubicBezTo>
                      <a:pt x="18233" y="16589"/>
                      <a:pt x="18233" y="16518"/>
                      <a:pt x="18233" y="16447"/>
                    </a:cubicBezTo>
                    <a:cubicBezTo>
                      <a:pt x="18162" y="16447"/>
                      <a:pt x="18090" y="16375"/>
                      <a:pt x="18019" y="16375"/>
                    </a:cubicBezTo>
                    <a:cubicBezTo>
                      <a:pt x="17876" y="16304"/>
                      <a:pt x="17876" y="16161"/>
                      <a:pt x="17733" y="16161"/>
                    </a:cubicBezTo>
                    <a:close/>
                    <a:moveTo>
                      <a:pt x="13520" y="9378"/>
                    </a:moveTo>
                    <a:cubicBezTo>
                      <a:pt x="13235" y="9378"/>
                      <a:pt x="12878" y="9663"/>
                      <a:pt x="12664" y="9949"/>
                    </a:cubicBezTo>
                    <a:cubicBezTo>
                      <a:pt x="12378" y="10449"/>
                      <a:pt x="12235" y="10877"/>
                      <a:pt x="12307" y="11448"/>
                    </a:cubicBezTo>
                    <a:cubicBezTo>
                      <a:pt x="12378" y="11805"/>
                      <a:pt x="12307" y="12020"/>
                      <a:pt x="12164" y="12305"/>
                    </a:cubicBezTo>
                    <a:cubicBezTo>
                      <a:pt x="12164" y="12448"/>
                      <a:pt x="12164" y="12662"/>
                      <a:pt x="12164" y="12805"/>
                    </a:cubicBezTo>
                    <a:cubicBezTo>
                      <a:pt x="12092" y="13019"/>
                      <a:pt x="11878" y="13091"/>
                      <a:pt x="11807" y="13305"/>
                    </a:cubicBezTo>
                    <a:cubicBezTo>
                      <a:pt x="11807" y="13376"/>
                      <a:pt x="11878" y="13376"/>
                      <a:pt x="11878" y="13448"/>
                    </a:cubicBezTo>
                    <a:cubicBezTo>
                      <a:pt x="11950" y="13733"/>
                      <a:pt x="11735" y="14019"/>
                      <a:pt x="11735" y="14233"/>
                    </a:cubicBezTo>
                    <a:cubicBezTo>
                      <a:pt x="11735" y="14305"/>
                      <a:pt x="11807" y="14376"/>
                      <a:pt x="11878" y="14447"/>
                    </a:cubicBezTo>
                    <a:cubicBezTo>
                      <a:pt x="12092" y="14590"/>
                      <a:pt x="11807" y="14733"/>
                      <a:pt x="11664" y="14804"/>
                    </a:cubicBezTo>
                    <a:cubicBezTo>
                      <a:pt x="11236" y="15090"/>
                      <a:pt x="11021" y="15518"/>
                      <a:pt x="10950" y="15947"/>
                    </a:cubicBezTo>
                    <a:cubicBezTo>
                      <a:pt x="10807" y="16161"/>
                      <a:pt x="10593" y="16232"/>
                      <a:pt x="10593" y="16447"/>
                    </a:cubicBezTo>
                    <a:cubicBezTo>
                      <a:pt x="10522" y="16589"/>
                      <a:pt x="10664" y="16804"/>
                      <a:pt x="10736" y="16946"/>
                    </a:cubicBezTo>
                    <a:cubicBezTo>
                      <a:pt x="10863" y="17138"/>
                      <a:pt x="10877" y="17386"/>
                      <a:pt x="11082" y="17386"/>
                    </a:cubicBezTo>
                    <a:cubicBezTo>
                      <a:pt x="11106" y="17386"/>
                      <a:pt x="11134" y="17382"/>
                      <a:pt x="11164" y="17375"/>
                    </a:cubicBezTo>
                    <a:cubicBezTo>
                      <a:pt x="11307" y="17375"/>
                      <a:pt x="11450" y="17303"/>
                      <a:pt x="11521" y="17303"/>
                    </a:cubicBezTo>
                    <a:cubicBezTo>
                      <a:pt x="11579" y="17361"/>
                      <a:pt x="11824" y="17466"/>
                      <a:pt x="11991" y="17466"/>
                    </a:cubicBezTo>
                    <a:cubicBezTo>
                      <a:pt x="12030" y="17466"/>
                      <a:pt x="12065" y="17460"/>
                      <a:pt x="12092" y="17446"/>
                    </a:cubicBezTo>
                    <a:cubicBezTo>
                      <a:pt x="12164" y="17446"/>
                      <a:pt x="12235" y="17303"/>
                      <a:pt x="12307" y="17232"/>
                    </a:cubicBezTo>
                    <a:cubicBezTo>
                      <a:pt x="12449" y="17018"/>
                      <a:pt x="12664" y="16732"/>
                      <a:pt x="12664" y="16589"/>
                    </a:cubicBezTo>
                    <a:cubicBezTo>
                      <a:pt x="12664" y="16447"/>
                      <a:pt x="12521" y="16447"/>
                      <a:pt x="12449" y="16304"/>
                    </a:cubicBezTo>
                    <a:cubicBezTo>
                      <a:pt x="12449" y="15984"/>
                      <a:pt x="12908" y="15722"/>
                      <a:pt x="13208" y="15722"/>
                    </a:cubicBezTo>
                    <a:cubicBezTo>
                      <a:pt x="13243" y="15722"/>
                      <a:pt x="13276" y="15725"/>
                      <a:pt x="13306" y="15733"/>
                    </a:cubicBezTo>
                    <a:cubicBezTo>
                      <a:pt x="13378" y="15804"/>
                      <a:pt x="13449" y="15804"/>
                      <a:pt x="13520" y="15804"/>
                    </a:cubicBezTo>
                    <a:cubicBezTo>
                      <a:pt x="13949" y="15804"/>
                      <a:pt x="14449" y="15447"/>
                      <a:pt x="14520" y="15019"/>
                    </a:cubicBezTo>
                    <a:cubicBezTo>
                      <a:pt x="14520" y="14947"/>
                      <a:pt x="14449" y="14804"/>
                      <a:pt x="14377" y="14733"/>
                    </a:cubicBezTo>
                    <a:cubicBezTo>
                      <a:pt x="14092" y="14590"/>
                      <a:pt x="13877" y="14376"/>
                      <a:pt x="13592" y="14162"/>
                    </a:cubicBezTo>
                    <a:cubicBezTo>
                      <a:pt x="13449" y="14162"/>
                      <a:pt x="13306" y="14233"/>
                      <a:pt x="13235" y="14305"/>
                    </a:cubicBezTo>
                    <a:cubicBezTo>
                      <a:pt x="13199" y="14305"/>
                      <a:pt x="13146" y="14322"/>
                      <a:pt x="13101" y="14322"/>
                    </a:cubicBezTo>
                    <a:cubicBezTo>
                      <a:pt x="13056" y="14322"/>
                      <a:pt x="13021" y="14305"/>
                      <a:pt x="13021" y="14233"/>
                    </a:cubicBezTo>
                    <a:cubicBezTo>
                      <a:pt x="12949" y="14090"/>
                      <a:pt x="13092" y="13876"/>
                      <a:pt x="13092" y="13662"/>
                    </a:cubicBezTo>
                    <a:cubicBezTo>
                      <a:pt x="13092" y="13519"/>
                      <a:pt x="13092" y="13305"/>
                      <a:pt x="13092" y="13091"/>
                    </a:cubicBezTo>
                    <a:cubicBezTo>
                      <a:pt x="13092" y="12948"/>
                      <a:pt x="13235" y="12805"/>
                      <a:pt x="13306" y="12662"/>
                    </a:cubicBezTo>
                    <a:cubicBezTo>
                      <a:pt x="13378" y="12377"/>
                      <a:pt x="13378" y="12020"/>
                      <a:pt x="13592" y="11734"/>
                    </a:cubicBezTo>
                    <a:cubicBezTo>
                      <a:pt x="13663" y="11591"/>
                      <a:pt x="13806" y="11663"/>
                      <a:pt x="13877" y="11591"/>
                    </a:cubicBezTo>
                    <a:cubicBezTo>
                      <a:pt x="14020" y="11520"/>
                      <a:pt x="14092" y="11448"/>
                      <a:pt x="14163" y="11448"/>
                    </a:cubicBezTo>
                    <a:lnTo>
                      <a:pt x="14163" y="11520"/>
                    </a:lnTo>
                    <a:cubicBezTo>
                      <a:pt x="14234" y="11520"/>
                      <a:pt x="14306" y="11663"/>
                      <a:pt x="14377" y="11877"/>
                    </a:cubicBezTo>
                    <a:cubicBezTo>
                      <a:pt x="14449" y="12002"/>
                      <a:pt x="14502" y="12051"/>
                      <a:pt x="14541" y="12051"/>
                    </a:cubicBezTo>
                    <a:cubicBezTo>
                      <a:pt x="14658" y="12051"/>
                      <a:pt x="14645" y="11609"/>
                      <a:pt x="14591" y="11448"/>
                    </a:cubicBezTo>
                    <a:cubicBezTo>
                      <a:pt x="14520" y="11163"/>
                      <a:pt x="14520" y="10877"/>
                      <a:pt x="14449" y="10592"/>
                    </a:cubicBezTo>
                    <a:cubicBezTo>
                      <a:pt x="14377" y="10235"/>
                      <a:pt x="14020" y="10020"/>
                      <a:pt x="13806" y="9735"/>
                    </a:cubicBezTo>
                    <a:cubicBezTo>
                      <a:pt x="13663" y="9663"/>
                      <a:pt x="13735" y="9378"/>
                      <a:pt x="13520" y="9378"/>
                    </a:cubicBezTo>
                    <a:close/>
                    <a:moveTo>
                      <a:pt x="10165" y="17089"/>
                    </a:moveTo>
                    <a:cubicBezTo>
                      <a:pt x="10022" y="17375"/>
                      <a:pt x="10022" y="17375"/>
                      <a:pt x="10022" y="17375"/>
                    </a:cubicBezTo>
                    <a:cubicBezTo>
                      <a:pt x="10022" y="17446"/>
                      <a:pt x="10022" y="17446"/>
                      <a:pt x="10022" y="17446"/>
                    </a:cubicBezTo>
                    <a:lnTo>
                      <a:pt x="9879" y="17446"/>
                    </a:lnTo>
                    <a:cubicBezTo>
                      <a:pt x="9879" y="17518"/>
                      <a:pt x="9879" y="17518"/>
                      <a:pt x="9879" y="17518"/>
                    </a:cubicBezTo>
                    <a:cubicBezTo>
                      <a:pt x="10022" y="17589"/>
                      <a:pt x="10022" y="17589"/>
                      <a:pt x="10022" y="17589"/>
                    </a:cubicBezTo>
                    <a:lnTo>
                      <a:pt x="10307" y="17589"/>
                    </a:lnTo>
                    <a:cubicBezTo>
                      <a:pt x="10379" y="17518"/>
                      <a:pt x="10379" y="17518"/>
                      <a:pt x="10379" y="17518"/>
                    </a:cubicBezTo>
                    <a:cubicBezTo>
                      <a:pt x="10522" y="17375"/>
                      <a:pt x="10522" y="17375"/>
                      <a:pt x="10522" y="17375"/>
                    </a:cubicBezTo>
                    <a:cubicBezTo>
                      <a:pt x="10522" y="17303"/>
                      <a:pt x="10522" y="17303"/>
                      <a:pt x="10522" y="17303"/>
                    </a:cubicBezTo>
                    <a:lnTo>
                      <a:pt x="10450" y="17161"/>
                    </a:lnTo>
                    <a:lnTo>
                      <a:pt x="10379" y="17161"/>
                    </a:lnTo>
                    <a:cubicBezTo>
                      <a:pt x="10165" y="17089"/>
                      <a:pt x="10165" y="17089"/>
                      <a:pt x="10165" y="17089"/>
                    </a:cubicBezTo>
                    <a:close/>
                    <a:moveTo>
                      <a:pt x="18804" y="17660"/>
                    </a:moveTo>
                    <a:cubicBezTo>
                      <a:pt x="18804" y="17732"/>
                      <a:pt x="18804" y="17732"/>
                      <a:pt x="18804" y="17732"/>
                    </a:cubicBezTo>
                    <a:cubicBezTo>
                      <a:pt x="18804" y="17803"/>
                      <a:pt x="18804" y="17803"/>
                      <a:pt x="18804" y="17803"/>
                    </a:cubicBezTo>
                    <a:cubicBezTo>
                      <a:pt x="18876" y="17946"/>
                      <a:pt x="18876" y="17946"/>
                      <a:pt x="18876" y="17946"/>
                    </a:cubicBezTo>
                    <a:cubicBezTo>
                      <a:pt x="18947" y="18017"/>
                      <a:pt x="18947" y="18017"/>
                      <a:pt x="18947" y="18017"/>
                    </a:cubicBezTo>
                    <a:lnTo>
                      <a:pt x="19375" y="18017"/>
                    </a:lnTo>
                    <a:lnTo>
                      <a:pt x="19447" y="17946"/>
                    </a:lnTo>
                    <a:cubicBezTo>
                      <a:pt x="19447" y="17875"/>
                      <a:pt x="19447" y="17875"/>
                      <a:pt x="19447" y="17875"/>
                    </a:cubicBezTo>
                    <a:lnTo>
                      <a:pt x="19375" y="17875"/>
                    </a:lnTo>
                    <a:cubicBezTo>
                      <a:pt x="19304" y="17803"/>
                      <a:pt x="19304" y="17803"/>
                      <a:pt x="19304" y="17803"/>
                    </a:cubicBezTo>
                    <a:cubicBezTo>
                      <a:pt x="18876" y="17660"/>
                      <a:pt x="18876" y="17660"/>
                      <a:pt x="18876" y="17660"/>
                    </a:cubicBezTo>
                    <a:close/>
                    <a:moveTo>
                      <a:pt x="19304" y="18589"/>
                    </a:moveTo>
                    <a:cubicBezTo>
                      <a:pt x="19233" y="18731"/>
                      <a:pt x="19233" y="18874"/>
                      <a:pt x="19233" y="19017"/>
                    </a:cubicBezTo>
                    <a:cubicBezTo>
                      <a:pt x="19304" y="19160"/>
                      <a:pt x="19375" y="19160"/>
                      <a:pt x="19590" y="19231"/>
                    </a:cubicBezTo>
                    <a:cubicBezTo>
                      <a:pt x="19732" y="19303"/>
                      <a:pt x="19661" y="19445"/>
                      <a:pt x="19661" y="19517"/>
                    </a:cubicBezTo>
                    <a:cubicBezTo>
                      <a:pt x="19701" y="19557"/>
                      <a:pt x="19741" y="19574"/>
                      <a:pt x="19776" y="19574"/>
                    </a:cubicBezTo>
                    <a:cubicBezTo>
                      <a:pt x="19867" y="19574"/>
                      <a:pt x="19927" y="19457"/>
                      <a:pt x="19875" y="19303"/>
                    </a:cubicBezTo>
                    <a:cubicBezTo>
                      <a:pt x="19875" y="19231"/>
                      <a:pt x="19804" y="19160"/>
                      <a:pt x="19804" y="19088"/>
                    </a:cubicBezTo>
                    <a:cubicBezTo>
                      <a:pt x="19804" y="19017"/>
                      <a:pt x="19732" y="18874"/>
                      <a:pt x="19661" y="18874"/>
                    </a:cubicBezTo>
                    <a:cubicBezTo>
                      <a:pt x="19590" y="18803"/>
                      <a:pt x="19375" y="18660"/>
                      <a:pt x="19304" y="1858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59"/>
              <p:cNvSpPr/>
              <p:nvPr/>
            </p:nvSpPr>
            <p:spPr>
              <a:xfrm>
                <a:off x="4255625" y="2906875"/>
                <a:ext cx="541525" cy="489375"/>
              </a:xfrm>
              <a:custGeom>
                <a:rect b="b" l="l" r="r" t="t"/>
                <a:pathLst>
                  <a:path extrusionOk="0" fill="none" h="19575" w="21661">
                    <a:moveTo>
                      <a:pt x="9093" y="4023"/>
                    </a:moveTo>
                    <a:cubicBezTo>
                      <a:pt x="9022" y="4023"/>
                      <a:pt x="9022" y="4023"/>
                      <a:pt x="9022" y="4023"/>
                    </a:cubicBezTo>
                    <a:cubicBezTo>
                      <a:pt x="8879" y="4094"/>
                      <a:pt x="8879" y="4094"/>
                      <a:pt x="8879" y="4094"/>
                    </a:cubicBezTo>
                    <a:cubicBezTo>
                      <a:pt x="8808" y="4166"/>
                      <a:pt x="8808" y="4166"/>
                      <a:pt x="8808" y="4166"/>
                    </a:cubicBezTo>
                    <a:cubicBezTo>
                      <a:pt x="8808" y="4308"/>
                      <a:pt x="8808" y="4308"/>
                      <a:pt x="8808" y="4308"/>
                    </a:cubicBezTo>
                    <a:cubicBezTo>
                      <a:pt x="8808" y="4451"/>
                      <a:pt x="8808" y="4451"/>
                      <a:pt x="8808" y="4451"/>
                    </a:cubicBezTo>
                    <a:cubicBezTo>
                      <a:pt x="8951" y="4380"/>
                      <a:pt x="8951" y="4380"/>
                      <a:pt x="8951" y="4380"/>
                    </a:cubicBezTo>
                    <a:cubicBezTo>
                      <a:pt x="9022" y="4308"/>
                      <a:pt x="9022" y="4308"/>
                      <a:pt x="9022" y="4308"/>
                    </a:cubicBezTo>
                    <a:cubicBezTo>
                      <a:pt x="9165" y="4308"/>
                      <a:pt x="9165" y="4308"/>
                      <a:pt x="9165" y="4308"/>
                    </a:cubicBezTo>
                    <a:cubicBezTo>
                      <a:pt x="9236" y="4308"/>
                      <a:pt x="9236" y="4308"/>
                      <a:pt x="9236" y="4308"/>
                    </a:cubicBezTo>
                    <a:cubicBezTo>
                      <a:pt x="9236" y="4237"/>
                      <a:pt x="9236" y="4237"/>
                      <a:pt x="9236" y="4237"/>
                    </a:cubicBezTo>
                    <a:cubicBezTo>
                      <a:pt x="9165" y="4094"/>
                      <a:pt x="9165" y="4094"/>
                      <a:pt x="9165" y="4094"/>
                    </a:cubicBezTo>
                    <a:close/>
                    <a:moveTo>
                      <a:pt x="9093" y="11377"/>
                    </a:moveTo>
                    <a:cubicBezTo>
                      <a:pt x="9022" y="11448"/>
                      <a:pt x="9022" y="11448"/>
                      <a:pt x="9022" y="11448"/>
                    </a:cubicBezTo>
                    <a:cubicBezTo>
                      <a:pt x="9093" y="11448"/>
                      <a:pt x="9093" y="11448"/>
                      <a:pt x="9093" y="11448"/>
                    </a:cubicBezTo>
                    <a:cubicBezTo>
                      <a:pt x="9308" y="11306"/>
                      <a:pt x="9308" y="11306"/>
                      <a:pt x="9308" y="11306"/>
                    </a:cubicBezTo>
                    <a:cubicBezTo>
                      <a:pt x="9308" y="11234"/>
                      <a:pt x="9308" y="11234"/>
                      <a:pt x="9308" y="11234"/>
                    </a:cubicBezTo>
                    <a:cubicBezTo>
                      <a:pt x="9308" y="11163"/>
                      <a:pt x="9308" y="11163"/>
                      <a:pt x="9308" y="11163"/>
                    </a:cubicBezTo>
                    <a:cubicBezTo>
                      <a:pt x="9236" y="11163"/>
                      <a:pt x="9236" y="11163"/>
                      <a:pt x="9236" y="11163"/>
                    </a:cubicBezTo>
                    <a:cubicBezTo>
                      <a:pt x="9165" y="11234"/>
                      <a:pt x="9165" y="11234"/>
                      <a:pt x="9165" y="11234"/>
                    </a:cubicBezTo>
                    <a:close/>
                    <a:moveTo>
                      <a:pt x="9236" y="9806"/>
                    </a:moveTo>
                    <a:cubicBezTo>
                      <a:pt x="9593" y="9663"/>
                      <a:pt x="10165" y="9735"/>
                      <a:pt x="10522" y="9592"/>
                    </a:cubicBezTo>
                    <a:cubicBezTo>
                      <a:pt x="10736" y="9521"/>
                      <a:pt x="10879" y="9521"/>
                      <a:pt x="11093" y="9663"/>
                    </a:cubicBezTo>
                    <a:cubicBezTo>
                      <a:pt x="11093" y="9735"/>
                      <a:pt x="11164" y="9735"/>
                      <a:pt x="11164" y="9806"/>
                    </a:cubicBezTo>
                    <a:cubicBezTo>
                      <a:pt x="11307" y="10020"/>
                      <a:pt x="11950" y="10092"/>
                      <a:pt x="11807" y="9663"/>
                    </a:cubicBezTo>
                    <a:cubicBezTo>
                      <a:pt x="11735" y="9521"/>
                      <a:pt x="11521" y="9378"/>
                      <a:pt x="11450" y="9235"/>
                    </a:cubicBezTo>
                    <a:cubicBezTo>
                      <a:pt x="11378" y="9164"/>
                      <a:pt x="11378" y="9092"/>
                      <a:pt x="11378" y="9092"/>
                    </a:cubicBezTo>
                    <a:cubicBezTo>
                      <a:pt x="11593" y="9092"/>
                      <a:pt x="11878" y="9378"/>
                      <a:pt x="12021" y="9521"/>
                    </a:cubicBezTo>
                    <a:cubicBezTo>
                      <a:pt x="12378" y="9806"/>
                      <a:pt x="12664" y="9449"/>
                      <a:pt x="12664" y="9092"/>
                    </a:cubicBezTo>
                    <a:cubicBezTo>
                      <a:pt x="12664" y="8521"/>
                      <a:pt x="12806" y="7807"/>
                      <a:pt x="12235" y="7450"/>
                    </a:cubicBezTo>
                    <a:cubicBezTo>
                      <a:pt x="12092" y="7379"/>
                      <a:pt x="11950" y="7379"/>
                      <a:pt x="12021" y="7521"/>
                    </a:cubicBezTo>
                    <a:cubicBezTo>
                      <a:pt x="12092" y="7593"/>
                      <a:pt x="12164" y="7807"/>
                      <a:pt x="12021" y="7807"/>
                    </a:cubicBezTo>
                    <a:cubicBezTo>
                      <a:pt x="11807" y="7878"/>
                      <a:pt x="11807" y="7807"/>
                      <a:pt x="11593" y="7807"/>
                    </a:cubicBezTo>
                    <a:cubicBezTo>
                      <a:pt x="11236" y="7807"/>
                      <a:pt x="11236" y="7593"/>
                      <a:pt x="11164" y="7379"/>
                    </a:cubicBezTo>
                    <a:cubicBezTo>
                      <a:pt x="11093" y="7164"/>
                      <a:pt x="10950" y="6950"/>
                      <a:pt x="10807" y="6950"/>
                    </a:cubicBezTo>
                    <a:cubicBezTo>
                      <a:pt x="10664" y="6879"/>
                      <a:pt x="10664" y="6807"/>
                      <a:pt x="10736" y="6807"/>
                    </a:cubicBezTo>
                    <a:cubicBezTo>
                      <a:pt x="11021" y="6593"/>
                      <a:pt x="11378" y="6379"/>
                      <a:pt x="10736" y="6308"/>
                    </a:cubicBezTo>
                    <a:cubicBezTo>
                      <a:pt x="10236" y="6308"/>
                      <a:pt x="10093" y="5665"/>
                      <a:pt x="9736" y="5451"/>
                    </a:cubicBezTo>
                    <a:cubicBezTo>
                      <a:pt x="9236" y="5237"/>
                      <a:pt x="8951" y="5165"/>
                      <a:pt x="8522" y="4737"/>
                    </a:cubicBezTo>
                    <a:cubicBezTo>
                      <a:pt x="7951" y="4166"/>
                      <a:pt x="9022" y="4166"/>
                      <a:pt x="8736" y="3452"/>
                    </a:cubicBezTo>
                    <a:cubicBezTo>
                      <a:pt x="8665" y="3309"/>
                      <a:pt x="8665" y="3095"/>
                      <a:pt x="8879" y="3166"/>
                    </a:cubicBezTo>
                    <a:cubicBezTo>
                      <a:pt x="9022" y="3166"/>
                      <a:pt x="9165" y="3309"/>
                      <a:pt x="9236" y="3380"/>
                    </a:cubicBezTo>
                    <a:cubicBezTo>
                      <a:pt x="9308" y="3380"/>
                      <a:pt x="9308" y="3380"/>
                      <a:pt x="9308" y="3309"/>
                    </a:cubicBezTo>
                    <a:cubicBezTo>
                      <a:pt x="9379" y="3166"/>
                      <a:pt x="9022" y="3023"/>
                      <a:pt x="8951" y="2809"/>
                    </a:cubicBezTo>
                    <a:cubicBezTo>
                      <a:pt x="8879" y="2666"/>
                      <a:pt x="9093" y="2380"/>
                      <a:pt x="9022" y="2238"/>
                    </a:cubicBezTo>
                    <a:cubicBezTo>
                      <a:pt x="8808" y="1809"/>
                      <a:pt x="8379" y="1524"/>
                      <a:pt x="7951" y="1381"/>
                    </a:cubicBezTo>
                    <a:cubicBezTo>
                      <a:pt x="7594" y="1381"/>
                      <a:pt x="7237" y="1381"/>
                      <a:pt x="6951" y="1238"/>
                    </a:cubicBezTo>
                    <a:cubicBezTo>
                      <a:pt x="6166" y="881"/>
                      <a:pt x="5309" y="595"/>
                      <a:pt x="4452" y="738"/>
                    </a:cubicBezTo>
                    <a:cubicBezTo>
                      <a:pt x="4238" y="810"/>
                      <a:pt x="4024" y="952"/>
                      <a:pt x="3738" y="881"/>
                    </a:cubicBezTo>
                    <a:cubicBezTo>
                      <a:pt x="3239" y="738"/>
                      <a:pt x="2882" y="167"/>
                      <a:pt x="2382" y="24"/>
                    </a:cubicBezTo>
                    <a:cubicBezTo>
                      <a:pt x="1453" y="-119"/>
                      <a:pt x="1168" y="381"/>
                      <a:pt x="1168" y="1238"/>
                    </a:cubicBezTo>
                    <a:cubicBezTo>
                      <a:pt x="1168" y="1452"/>
                      <a:pt x="1239" y="1666"/>
                      <a:pt x="1168" y="1881"/>
                    </a:cubicBezTo>
                    <a:cubicBezTo>
                      <a:pt x="1096" y="2238"/>
                      <a:pt x="811" y="2380"/>
                      <a:pt x="597" y="2595"/>
                    </a:cubicBezTo>
                    <a:cubicBezTo>
                      <a:pt x="382" y="2952"/>
                      <a:pt x="-117" y="3309"/>
                      <a:pt x="25" y="3809"/>
                    </a:cubicBezTo>
                    <a:cubicBezTo>
                      <a:pt x="25" y="4094"/>
                      <a:pt x="382" y="4451"/>
                      <a:pt x="668" y="4665"/>
                    </a:cubicBezTo>
                    <a:cubicBezTo>
                      <a:pt x="1311" y="5237"/>
                      <a:pt x="1453" y="5594"/>
                      <a:pt x="2239" y="5879"/>
                    </a:cubicBezTo>
                    <a:cubicBezTo>
                      <a:pt x="2310" y="5951"/>
                      <a:pt x="2382" y="6093"/>
                      <a:pt x="2382" y="6165"/>
                    </a:cubicBezTo>
                    <a:cubicBezTo>
                      <a:pt x="2382" y="6308"/>
                      <a:pt x="2525" y="6379"/>
                      <a:pt x="2667" y="6450"/>
                    </a:cubicBezTo>
                    <a:cubicBezTo>
                      <a:pt x="2739" y="6450"/>
                      <a:pt x="2810" y="6522"/>
                      <a:pt x="2810" y="6593"/>
                    </a:cubicBezTo>
                    <a:cubicBezTo>
                      <a:pt x="3167" y="7164"/>
                      <a:pt x="4238" y="6879"/>
                      <a:pt x="4595" y="7450"/>
                    </a:cubicBezTo>
                    <a:cubicBezTo>
                      <a:pt x="4738" y="7807"/>
                      <a:pt x="4595" y="8307"/>
                      <a:pt x="4381" y="8450"/>
                    </a:cubicBezTo>
                    <a:cubicBezTo>
                      <a:pt x="4238" y="8521"/>
                      <a:pt x="4167" y="8521"/>
                      <a:pt x="4095" y="8664"/>
                    </a:cubicBezTo>
                    <a:cubicBezTo>
                      <a:pt x="4095" y="8807"/>
                      <a:pt x="4095" y="8949"/>
                      <a:pt x="4095" y="9164"/>
                    </a:cubicBezTo>
                    <a:cubicBezTo>
                      <a:pt x="4024" y="10235"/>
                      <a:pt x="3310" y="11163"/>
                      <a:pt x="4524" y="11734"/>
                    </a:cubicBezTo>
                    <a:cubicBezTo>
                      <a:pt x="4809" y="11877"/>
                      <a:pt x="5095" y="12234"/>
                      <a:pt x="5381" y="12162"/>
                    </a:cubicBezTo>
                    <a:cubicBezTo>
                      <a:pt x="5880" y="12020"/>
                      <a:pt x="6166" y="12305"/>
                      <a:pt x="6666" y="12305"/>
                    </a:cubicBezTo>
                    <a:cubicBezTo>
                      <a:pt x="6880" y="12305"/>
                      <a:pt x="7737" y="12305"/>
                      <a:pt x="7665" y="11948"/>
                    </a:cubicBezTo>
                    <a:cubicBezTo>
                      <a:pt x="7237" y="11520"/>
                      <a:pt x="7166" y="10877"/>
                      <a:pt x="7594" y="10377"/>
                    </a:cubicBezTo>
                    <a:cubicBezTo>
                      <a:pt x="8094" y="10020"/>
                      <a:pt x="8665" y="9949"/>
                      <a:pt x="9236" y="9806"/>
                    </a:cubicBezTo>
                    <a:close/>
                    <a:moveTo>
                      <a:pt x="11593" y="10306"/>
                    </a:moveTo>
                    <a:cubicBezTo>
                      <a:pt x="11593" y="10306"/>
                      <a:pt x="11593" y="10306"/>
                      <a:pt x="11593" y="10306"/>
                    </a:cubicBezTo>
                    <a:cubicBezTo>
                      <a:pt x="11521" y="10235"/>
                      <a:pt x="11521" y="10235"/>
                      <a:pt x="11521" y="10235"/>
                    </a:cubicBezTo>
                    <a:cubicBezTo>
                      <a:pt x="11521" y="10235"/>
                      <a:pt x="11521" y="10235"/>
                      <a:pt x="11521" y="10235"/>
                    </a:cubicBezTo>
                    <a:cubicBezTo>
                      <a:pt x="11378" y="10235"/>
                      <a:pt x="11378" y="10235"/>
                      <a:pt x="11378" y="10235"/>
                    </a:cubicBezTo>
                    <a:cubicBezTo>
                      <a:pt x="11307" y="10306"/>
                      <a:pt x="11307" y="10306"/>
                      <a:pt x="11307" y="10306"/>
                    </a:cubicBezTo>
                    <a:cubicBezTo>
                      <a:pt x="11307" y="10449"/>
                      <a:pt x="11307" y="10449"/>
                      <a:pt x="11307" y="10449"/>
                    </a:cubicBezTo>
                    <a:cubicBezTo>
                      <a:pt x="11378" y="10449"/>
                      <a:pt x="11378" y="10449"/>
                      <a:pt x="11378" y="10449"/>
                    </a:cubicBezTo>
                    <a:cubicBezTo>
                      <a:pt x="11378" y="10520"/>
                      <a:pt x="11378" y="10520"/>
                      <a:pt x="11378" y="10520"/>
                    </a:cubicBezTo>
                    <a:cubicBezTo>
                      <a:pt x="11450" y="10520"/>
                      <a:pt x="11450" y="10520"/>
                      <a:pt x="11450" y="10520"/>
                    </a:cubicBezTo>
                    <a:cubicBezTo>
                      <a:pt x="11450" y="10449"/>
                      <a:pt x="11450" y="10449"/>
                      <a:pt x="11450" y="10449"/>
                    </a:cubicBezTo>
                    <a:cubicBezTo>
                      <a:pt x="11450" y="10520"/>
                      <a:pt x="11450" y="10520"/>
                      <a:pt x="11450" y="10520"/>
                    </a:cubicBezTo>
                    <a:cubicBezTo>
                      <a:pt x="11450" y="10520"/>
                      <a:pt x="11450" y="10520"/>
                      <a:pt x="11450" y="10520"/>
                    </a:cubicBezTo>
                    <a:cubicBezTo>
                      <a:pt x="11521" y="10520"/>
                      <a:pt x="11521" y="10520"/>
                      <a:pt x="11521" y="10520"/>
                    </a:cubicBezTo>
                    <a:cubicBezTo>
                      <a:pt x="11593" y="10592"/>
                      <a:pt x="11593" y="10592"/>
                      <a:pt x="11593" y="10592"/>
                    </a:cubicBezTo>
                    <a:cubicBezTo>
                      <a:pt x="11593" y="10520"/>
                      <a:pt x="11593" y="10520"/>
                      <a:pt x="11593" y="10520"/>
                    </a:cubicBezTo>
                    <a:cubicBezTo>
                      <a:pt x="11593" y="10520"/>
                      <a:pt x="11593" y="10520"/>
                      <a:pt x="11593" y="10520"/>
                    </a:cubicBezTo>
                    <a:cubicBezTo>
                      <a:pt x="11593" y="10449"/>
                      <a:pt x="11593" y="10449"/>
                      <a:pt x="11593" y="10449"/>
                    </a:cubicBezTo>
                    <a:cubicBezTo>
                      <a:pt x="11593" y="10449"/>
                      <a:pt x="11593" y="10449"/>
                      <a:pt x="11593" y="10449"/>
                    </a:cubicBezTo>
                    <a:cubicBezTo>
                      <a:pt x="11593" y="10377"/>
                      <a:pt x="11593" y="10377"/>
                      <a:pt x="11593" y="10377"/>
                    </a:cubicBezTo>
                    <a:cubicBezTo>
                      <a:pt x="11593" y="10377"/>
                      <a:pt x="11593" y="10377"/>
                      <a:pt x="11593" y="10377"/>
                    </a:cubicBezTo>
                    <a:cubicBezTo>
                      <a:pt x="11593" y="10377"/>
                      <a:pt x="11593" y="10377"/>
                      <a:pt x="11593" y="10377"/>
                    </a:cubicBezTo>
                    <a:close/>
                    <a:moveTo>
                      <a:pt x="13663" y="4523"/>
                    </a:moveTo>
                    <a:cubicBezTo>
                      <a:pt x="13735" y="4594"/>
                      <a:pt x="13877" y="4737"/>
                      <a:pt x="13949" y="4737"/>
                    </a:cubicBezTo>
                    <a:cubicBezTo>
                      <a:pt x="14020" y="4737"/>
                      <a:pt x="14092" y="4594"/>
                      <a:pt x="14092" y="4594"/>
                    </a:cubicBezTo>
                    <a:cubicBezTo>
                      <a:pt x="14234" y="4594"/>
                      <a:pt x="14377" y="4594"/>
                      <a:pt x="14306" y="4380"/>
                    </a:cubicBezTo>
                    <a:cubicBezTo>
                      <a:pt x="14306" y="4308"/>
                      <a:pt x="14234" y="4166"/>
                      <a:pt x="14092" y="4166"/>
                    </a:cubicBezTo>
                    <a:cubicBezTo>
                      <a:pt x="14092" y="4166"/>
                      <a:pt x="13877" y="4237"/>
                      <a:pt x="13806" y="4308"/>
                    </a:cubicBezTo>
                    <a:cubicBezTo>
                      <a:pt x="13735" y="4380"/>
                      <a:pt x="13520" y="4308"/>
                      <a:pt x="13663" y="4451"/>
                    </a:cubicBezTo>
                    <a:close/>
                    <a:moveTo>
                      <a:pt x="10450" y="17161"/>
                    </a:moveTo>
                    <a:cubicBezTo>
                      <a:pt x="10379" y="17161"/>
                      <a:pt x="10379" y="17161"/>
                      <a:pt x="10379" y="17161"/>
                    </a:cubicBezTo>
                    <a:cubicBezTo>
                      <a:pt x="10165" y="17089"/>
                      <a:pt x="10165" y="17089"/>
                      <a:pt x="10165" y="17089"/>
                    </a:cubicBezTo>
                    <a:cubicBezTo>
                      <a:pt x="10022" y="17375"/>
                      <a:pt x="10022" y="17375"/>
                      <a:pt x="10022" y="17375"/>
                    </a:cubicBezTo>
                    <a:cubicBezTo>
                      <a:pt x="10022" y="17446"/>
                      <a:pt x="10022" y="17446"/>
                      <a:pt x="10022" y="17446"/>
                    </a:cubicBezTo>
                    <a:cubicBezTo>
                      <a:pt x="9879" y="17446"/>
                      <a:pt x="9879" y="17446"/>
                      <a:pt x="9879" y="17446"/>
                    </a:cubicBezTo>
                    <a:cubicBezTo>
                      <a:pt x="9879" y="17518"/>
                      <a:pt x="9879" y="17518"/>
                      <a:pt x="9879" y="17518"/>
                    </a:cubicBezTo>
                    <a:cubicBezTo>
                      <a:pt x="9879" y="17518"/>
                      <a:pt x="9879" y="17518"/>
                      <a:pt x="9879" y="17518"/>
                    </a:cubicBezTo>
                    <a:cubicBezTo>
                      <a:pt x="10022" y="17589"/>
                      <a:pt x="10022" y="17589"/>
                      <a:pt x="10022" y="17589"/>
                    </a:cubicBezTo>
                    <a:cubicBezTo>
                      <a:pt x="10093" y="17589"/>
                      <a:pt x="10093" y="17589"/>
                      <a:pt x="10093" y="17589"/>
                    </a:cubicBezTo>
                    <a:cubicBezTo>
                      <a:pt x="10307" y="17589"/>
                      <a:pt x="10307" y="17589"/>
                      <a:pt x="10307" y="17589"/>
                    </a:cubicBezTo>
                    <a:cubicBezTo>
                      <a:pt x="10379" y="17518"/>
                      <a:pt x="10379" y="17518"/>
                      <a:pt x="10379" y="17518"/>
                    </a:cubicBezTo>
                    <a:cubicBezTo>
                      <a:pt x="10522" y="17375"/>
                      <a:pt x="10522" y="17375"/>
                      <a:pt x="10522" y="17375"/>
                    </a:cubicBezTo>
                    <a:cubicBezTo>
                      <a:pt x="10522" y="17303"/>
                      <a:pt x="10522" y="17303"/>
                      <a:pt x="10522" y="17303"/>
                    </a:cubicBezTo>
                    <a:close/>
                    <a:moveTo>
                      <a:pt x="7380" y="14233"/>
                    </a:moveTo>
                    <a:cubicBezTo>
                      <a:pt x="7308" y="14162"/>
                      <a:pt x="7166" y="14162"/>
                      <a:pt x="7023" y="14090"/>
                    </a:cubicBezTo>
                    <a:cubicBezTo>
                      <a:pt x="6951" y="13948"/>
                      <a:pt x="7023" y="13448"/>
                      <a:pt x="6666" y="13733"/>
                    </a:cubicBezTo>
                    <a:cubicBezTo>
                      <a:pt x="6666" y="13733"/>
                      <a:pt x="6594" y="13733"/>
                      <a:pt x="6594" y="13733"/>
                    </a:cubicBezTo>
                    <a:cubicBezTo>
                      <a:pt x="6452" y="13733"/>
                      <a:pt x="6452" y="13591"/>
                      <a:pt x="6452" y="13591"/>
                    </a:cubicBezTo>
                    <a:cubicBezTo>
                      <a:pt x="6380" y="13519"/>
                      <a:pt x="6095" y="13733"/>
                      <a:pt x="6166" y="13805"/>
                    </a:cubicBezTo>
                    <a:cubicBezTo>
                      <a:pt x="6166" y="13876"/>
                      <a:pt x="6237" y="13948"/>
                      <a:pt x="6237" y="14019"/>
                    </a:cubicBezTo>
                    <a:cubicBezTo>
                      <a:pt x="6237" y="14162"/>
                      <a:pt x="6095" y="14090"/>
                      <a:pt x="6023" y="14233"/>
                    </a:cubicBezTo>
                    <a:cubicBezTo>
                      <a:pt x="5952" y="14305"/>
                      <a:pt x="5952" y="14376"/>
                      <a:pt x="5880" y="14519"/>
                    </a:cubicBezTo>
                    <a:cubicBezTo>
                      <a:pt x="5666" y="14947"/>
                      <a:pt x="6095" y="15304"/>
                      <a:pt x="6309" y="15661"/>
                    </a:cubicBezTo>
                    <a:cubicBezTo>
                      <a:pt x="6380" y="15733"/>
                      <a:pt x="6523" y="15733"/>
                      <a:pt x="6594" y="15804"/>
                    </a:cubicBezTo>
                    <a:cubicBezTo>
                      <a:pt x="6666" y="15875"/>
                      <a:pt x="6737" y="16090"/>
                      <a:pt x="6880" y="16161"/>
                    </a:cubicBezTo>
                    <a:cubicBezTo>
                      <a:pt x="7023" y="16161"/>
                      <a:pt x="7237" y="16161"/>
                      <a:pt x="7308" y="16018"/>
                    </a:cubicBezTo>
                    <a:cubicBezTo>
                      <a:pt x="7380" y="15947"/>
                      <a:pt x="7380" y="15875"/>
                      <a:pt x="7380" y="15804"/>
                    </a:cubicBezTo>
                    <a:cubicBezTo>
                      <a:pt x="7380" y="15590"/>
                      <a:pt x="7380" y="15233"/>
                      <a:pt x="7380" y="15019"/>
                    </a:cubicBezTo>
                    <a:cubicBezTo>
                      <a:pt x="7380" y="14876"/>
                      <a:pt x="7308" y="14733"/>
                      <a:pt x="7380" y="14590"/>
                    </a:cubicBezTo>
                    <a:cubicBezTo>
                      <a:pt x="7451" y="14447"/>
                      <a:pt x="7451" y="14305"/>
                      <a:pt x="7380" y="14305"/>
                    </a:cubicBezTo>
                    <a:close/>
                    <a:moveTo>
                      <a:pt x="9593" y="3666"/>
                    </a:moveTo>
                    <a:cubicBezTo>
                      <a:pt x="9665" y="3809"/>
                      <a:pt x="9665" y="3809"/>
                      <a:pt x="9665" y="3809"/>
                    </a:cubicBezTo>
                    <a:cubicBezTo>
                      <a:pt x="9736" y="3809"/>
                      <a:pt x="9736" y="3809"/>
                      <a:pt x="9736" y="3809"/>
                    </a:cubicBezTo>
                    <a:cubicBezTo>
                      <a:pt x="9808" y="3809"/>
                      <a:pt x="9808" y="3809"/>
                      <a:pt x="9808" y="3809"/>
                    </a:cubicBezTo>
                    <a:cubicBezTo>
                      <a:pt x="9879" y="3737"/>
                      <a:pt x="9879" y="3737"/>
                      <a:pt x="9879" y="3737"/>
                    </a:cubicBezTo>
                    <a:cubicBezTo>
                      <a:pt x="9879" y="3666"/>
                      <a:pt x="9879" y="3666"/>
                      <a:pt x="9879" y="3666"/>
                    </a:cubicBezTo>
                    <a:cubicBezTo>
                      <a:pt x="9879" y="3594"/>
                      <a:pt x="9879" y="3594"/>
                      <a:pt x="9879" y="3594"/>
                    </a:cubicBezTo>
                    <a:cubicBezTo>
                      <a:pt x="9879" y="3523"/>
                      <a:pt x="9879" y="3523"/>
                      <a:pt x="9879" y="3523"/>
                    </a:cubicBezTo>
                    <a:cubicBezTo>
                      <a:pt x="9736" y="3452"/>
                      <a:pt x="9736" y="3452"/>
                      <a:pt x="9736" y="3452"/>
                    </a:cubicBezTo>
                    <a:cubicBezTo>
                      <a:pt x="9736" y="3380"/>
                      <a:pt x="9736" y="3380"/>
                      <a:pt x="9736" y="3380"/>
                    </a:cubicBezTo>
                    <a:cubicBezTo>
                      <a:pt x="9665" y="3309"/>
                      <a:pt x="9665" y="3309"/>
                      <a:pt x="9665" y="3309"/>
                    </a:cubicBezTo>
                    <a:cubicBezTo>
                      <a:pt x="9665" y="3237"/>
                      <a:pt x="9665" y="3237"/>
                      <a:pt x="9665" y="3237"/>
                    </a:cubicBezTo>
                    <a:cubicBezTo>
                      <a:pt x="9665" y="3237"/>
                      <a:pt x="9665" y="3237"/>
                      <a:pt x="9665" y="3237"/>
                    </a:cubicBezTo>
                    <a:cubicBezTo>
                      <a:pt x="9593" y="3237"/>
                      <a:pt x="9593" y="3237"/>
                      <a:pt x="9593" y="3237"/>
                    </a:cubicBezTo>
                    <a:cubicBezTo>
                      <a:pt x="9593" y="3237"/>
                      <a:pt x="9593" y="3237"/>
                      <a:pt x="9593" y="3237"/>
                    </a:cubicBezTo>
                    <a:cubicBezTo>
                      <a:pt x="9593" y="3237"/>
                      <a:pt x="9593" y="3237"/>
                      <a:pt x="9593" y="3237"/>
                    </a:cubicBezTo>
                    <a:cubicBezTo>
                      <a:pt x="9522" y="3309"/>
                      <a:pt x="9522" y="3309"/>
                      <a:pt x="9522" y="3309"/>
                    </a:cubicBezTo>
                    <a:cubicBezTo>
                      <a:pt x="9522" y="3380"/>
                      <a:pt x="9522" y="3380"/>
                      <a:pt x="9522" y="3380"/>
                    </a:cubicBezTo>
                    <a:cubicBezTo>
                      <a:pt x="9522" y="3452"/>
                      <a:pt x="9522" y="3452"/>
                      <a:pt x="9522" y="3452"/>
                    </a:cubicBezTo>
                    <a:cubicBezTo>
                      <a:pt x="9522" y="3523"/>
                      <a:pt x="9522" y="3523"/>
                      <a:pt x="9522" y="3523"/>
                    </a:cubicBezTo>
                    <a:close/>
                    <a:moveTo>
                      <a:pt x="3596" y="7664"/>
                    </a:moveTo>
                    <a:cubicBezTo>
                      <a:pt x="3596" y="7664"/>
                      <a:pt x="3453" y="7736"/>
                      <a:pt x="3453" y="7736"/>
                    </a:cubicBezTo>
                    <a:cubicBezTo>
                      <a:pt x="3381" y="7664"/>
                      <a:pt x="3381" y="7593"/>
                      <a:pt x="3381" y="7521"/>
                    </a:cubicBezTo>
                    <a:cubicBezTo>
                      <a:pt x="3381" y="7521"/>
                      <a:pt x="3381" y="7521"/>
                      <a:pt x="3381" y="7593"/>
                    </a:cubicBezTo>
                    <a:cubicBezTo>
                      <a:pt x="3381" y="7593"/>
                      <a:pt x="3310" y="7664"/>
                      <a:pt x="3239" y="7664"/>
                    </a:cubicBezTo>
                    <a:cubicBezTo>
                      <a:pt x="3239" y="7664"/>
                      <a:pt x="3167" y="7664"/>
                      <a:pt x="3167" y="7664"/>
                    </a:cubicBezTo>
                    <a:cubicBezTo>
                      <a:pt x="3167" y="7736"/>
                      <a:pt x="3310" y="7807"/>
                      <a:pt x="3239" y="7878"/>
                    </a:cubicBezTo>
                    <a:cubicBezTo>
                      <a:pt x="3239" y="7950"/>
                      <a:pt x="3167" y="8093"/>
                      <a:pt x="3310" y="8021"/>
                    </a:cubicBezTo>
                    <a:cubicBezTo>
                      <a:pt x="3381" y="7950"/>
                      <a:pt x="3524" y="8093"/>
                      <a:pt x="3524" y="8021"/>
                    </a:cubicBezTo>
                    <a:cubicBezTo>
                      <a:pt x="3524" y="7950"/>
                      <a:pt x="3453" y="7807"/>
                      <a:pt x="3596" y="7807"/>
                    </a:cubicBezTo>
                    <a:cubicBezTo>
                      <a:pt x="3667" y="7807"/>
                      <a:pt x="3667" y="7807"/>
                      <a:pt x="3667" y="7736"/>
                    </a:cubicBezTo>
                    <a:cubicBezTo>
                      <a:pt x="3738" y="7736"/>
                      <a:pt x="3667" y="7664"/>
                      <a:pt x="3667" y="7664"/>
                    </a:cubicBezTo>
                    <a:close/>
                    <a:moveTo>
                      <a:pt x="14663" y="7093"/>
                    </a:moveTo>
                    <a:cubicBezTo>
                      <a:pt x="14449" y="6879"/>
                      <a:pt x="14163" y="7022"/>
                      <a:pt x="13949" y="7093"/>
                    </a:cubicBezTo>
                    <a:cubicBezTo>
                      <a:pt x="13592" y="7022"/>
                      <a:pt x="13449" y="6665"/>
                      <a:pt x="13235" y="7022"/>
                    </a:cubicBezTo>
                    <a:cubicBezTo>
                      <a:pt x="13163" y="7164"/>
                      <a:pt x="13021" y="7164"/>
                      <a:pt x="12949" y="7307"/>
                    </a:cubicBezTo>
                    <a:cubicBezTo>
                      <a:pt x="12949" y="7807"/>
                      <a:pt x="13306" y="8235"/>
                      <a:pt x="13735" y="8450"/>
                    </a:cubicBezTo>
                    <a:cubicBezTo>
                      <a:pt x="14234" y="8664"/>
                      <a:pt x="14520" y="8164"/>
                      <a:pt x="14734" y="7807"/>
                    </a:cubicBezTo>
                    <a:cubicBezTo>
                      <a:pt x="14877" y="7593"/>
                      <a:pt x="14806" y="7307"/>
                      <a:pt x="14663" y="7093"/>
                    </a:cubicBezTo>
                    <a:close/>
                    <a:moveTo>
                      <a:pt x="10165" y="16661"/>
                    </a:moveTo>
                    <a:cubicBezTo>
                      <a:pt x="10236" y="16661"/>
                      <a:pt x="10236" y="16661"/>
                      <a:pt x="10236" y="16661"/>
                    </a:cubicBezTo>
                    <a:cubicBezTo>
                      <a:pt x="10236" y="16518"/>
                      <a:pt x="10236" y="16518"/>
                      <a:pt x="10236" y="16518"/>
                    </a:cubicBezTo>
                    <a:cubicBezTo>
                      <a:pt x="10307" y="16375"/>
                      <a:pt x="10307" y="16375"/>
                      <a:pt x="10307" y="16375"/>
                    </a:cubicBezTo>
                    <a:cubicBezTo>
                      <a:pt x="10236" y="16304"/>
                      <a:pt x="10236" y="16304"/>
                      <a:pt x="10236" y="16304"/>
                    </a:cubicBezTo>
                    <a:cubicBezTo>
                      <a:pt x="10093" y="16375"/>
                      <a:pt x="10093" y="16375"/>
                      <a:pt x="10093" y="16375"/>
                    </a:cubicBezTo>
                    <a:cubicBezTo>
                      <a:pt x="10022" y="16447"/>
                      <a:pt x="10022" y="16447"/>
                      <a:pt x="10022" y="16447"/>
                    </a:cubicBezTo>
                    <a:cubicBezTo>
                      <a:pt x="10022" y="16589"/>
                      <a:pt x="10022" y="16589"/>
                      <a:pt x="10022" y="16589"/>
                    </a:cubicBezTo>
                    <a:cubicBezTo>
                      <a:pt x="10022" y="16661"/>
                      <a:pt x="10022" y="16661"/>
                      <a:pt x="10022" y="16661"/>
                    </a:cubicBezTo>
                    <a:cubicBezTo>
                      <a:pt x="10093" y="16732"/>
                      <a:pt x="10093" y="16732"/>
                      <a:pt x="10093" y="16732"/>
                    </a:cubicBezTo>
                    <a:close/>
                    <a:moveTo>
                      <a:pt x="19447" y="17946"/>
                    </a:moveTo>
                    <a:cubicBezTo>
                      <a:pt x="19447" y="17875"/>
                      <a:pt x="19447" y="17875"/>
                      <a:pt x="19447" y="17875"/>
                    </a:cubicBezTo>
                    <a:cubicBezTo>
                      <a:pt x="19447" y="17875"/>
                      <a:pt x="19447" y="17875"/>
                      <a:pt x="19447" y="17875"/>
                    </a:cubicBezTo>
                    <a:cubicBezTo>
                      <a:pt x="19375" y="17875"/>
                      <a:pt x="19375" y="17875"/>
                      <a:pt x="19375" y="17875"/>
                    </a:cubicBezTo>
                    <a:cubicBezTo>
                      <a:pt x="19304" y="17803"/>
                      <a:pt x="19304" y="17803"/>
                      <a:pt x="19304" y="17803"/>
                    </a:cubicBezTo>
                    <a:cubicBezTo>
                      <a:pt x="18876" y="17660"/>
                      <a:pt x="18876" y="17660"/>
                      <a:pt x="18876" y="17660"/>
                    </a:cubicBezTo>
                    <a:cubicBezTo>
                      <a:pt x="18804" y="17660"/>
                      <a:pt x="18804" y="17660"/>
                      <a:pt x="18804" y="17660"/>
                    </a:cubicBezTo>
                    <a:cubicBezTo>
                      <a:pt x="18804" y="17732"/>
                      <a:pt x="18804" y="17732"/>
                      <a:pt x="18804" y="17732"/>
                    </a:cubicBezTo>
                    <a:cubicBezTo>
                      <a:pt x="18804" y="17803"/>
                      <a:pt x="18804" y="17803"/>
                      <a:pt x="18804" y="17803"/>
                    </a:cubicBezTo>
                    <a:cubicBezTo>
                      <a:pt x="18876" y="17946"/>
                      <a:pt x="18876" y="17946"/>
                      <a:pt x="18876" y="17946"/>
                    </a:cubicBezTo>
                    <a:cubicBezTo>
                      <a:pt x="18947" y="18017"/>
                      <a:pt x="18947" y="18017"/>
                      <a:pt x="18947" y="18017"/>
                    </a:cubicBezTo>
                    <a:cubicBezTo>
                      <a:pt x="19018" y="18017"/>
                      <a:pt x="19018" y="18017"/>
                      <a:pt x="19018" y="18017"/>
                    </a:cubicBezTo>
                    <a:cubicBezTo>
                      <a:pt x="19375" y="18017"/>
                      <a:pt x="19375" y="18017"/>
                      <a:pt x="19375" y="18017"/>
                    </a:cubicBezTo>
                    <a:close/>
                    <a:moveTo>
                      <a:pt x="18233" y="16589"/>
                    </a:moveTo>
                    <a:cubicBezTo>
                      <a:pt x="18233" y="16589"/>
                      <a:pt x="18233" y="16518"/>
                      <a:pt x="18233" y="16447"/>
                    </a:cubicBezTo>
                    <a:cubicBezTo>
                      <a:pt x="18162" y="16447"/>
                      <a:pt x="18090" y="16375"/>
                      <a:pt x="18019" y="16375"/>
                    </a:cubicBezTo>
                    <a:cubicBezTo>
                      <a:pt x="17876" y="16304"/>
                      <a:pt x="17876" y="16161"/>
                      <a:pt x="17733" y="16161"/>
                    </a:cubicBezTo>
                    <a:cubicBezTo>
                      <a:pt x="17662" y="16161"/>
                      <a:pt x="17662" y="16161"/>
                      <a:pt x="17590" y="16161"/>
                    </a:cubicBezTo>
                    <a:cubicBezTo>
                      <a:pt x="17590" y="16161"/>
                      <a:pt x="17519" y="16161"/>
                      <a:pt x="17519" y="16161"/>
                    </a:cubicBezTo>
                    <a:cubicBezTo>
                      <a:pt x="17519" y="16161"/>
                      <a:pt x="17590" y="16232"/>
                      <a:pt x="17590" y="16304"/>
                    </a:cubicBezTo>
                    <a:cubicBezTo>
                      <a:pt x="17733" y="16375"/>
                      <a:pt x="17876" y="16447"/>
                      <a:pt x="17947" y="16589"/>
                    </a:cubicBezTo>
                    <a:cubicBezTo>
                      <a:pt x="17947" y="16661"/>
                      <a:pt x="18019" y="16732"/>
                      <a:pt x="18090" y="16804"/>
                    </a:cubicBezTo>
                    <a:cubicBezTo>
                      <a:pt x="18162" y="16875"/>
                      <a:pt x="18233" y="16875"/>
                      <a:pt x="18304" y="16875"/>
                    </a:cubicBezTo>
                    <a:cubicBezTo>
                      <a:pt x="18304" y="16875"/>
                      <a:pt x="18304" y="16804"/>
                      <a:pt x="18304" y="16732"/>
                    </a:cubicBezTo>
                    <a:cubicBezTo>
                      <a:pt x="18233" y="16732"/>
                      <a:pt x="18233" y="16661"/>
                      <a:pt x="18233" y="16589"/>
                    </a:cubicBezTo>
                    <a:close/>
                    <a:moveTo>
                      <a:pt x="21660" y="15304"/>
                    </a:moveTo>
                    <a:cubicBezTo>
                      <a:pt x="21589" y="15233"/>
                      <a:pt x="21589" y="15233"/>
                      <a:pt x="21589" y="15233"/>
                    </a:cubicBezTo>
                    <a:cubicBezTo>
                      <a:pt x="21589" y="15233"/>
                      <a:pt x="21589" y="15233"/>
                      <a:pt x="21589" y="15233"/>
                    </a:cubicBezTo>
                    <a:cubicBezTo>
                      <a:pt x="21517" y="15233"/>
                      <a:pt x="21517" y="15233"/>
                      <a:pt x="21517" y="15233"/>
                    </a:cubicBezTo>
                    <a:cubicBezTo>
                      <a:pt x="21517" y="15304"/>
                      <a:pt x="21517" y="15304"/>
                      <a:pt x="21517" y="15304"/>
                    </a:cubicBezTo>
                    <a:cubicBezTo>
                      <a:pt x="21589" y="15376"/>
                      <a:pt x="21589" y="15376"/>
                      <a:pt x="21589" y="15376"/>
                    </a:cubicBezTo>
                    <a:cubicBezTo>
                      <a:pt x="21660" y="15376"/>
                      <a:pt x="21660" y="15376"/>
                      <a:pt x="21660" y="15376"/>
                    </a:cubicBezTo>
                    <a:close/>
                    <a:moveTo>
                      <a:pt x="19804" y="19088"/>
                    </a:moveTo>
                    <a:cubicBezTo>
                      <a:pt x="19804" y="19017"/>
                      <a:pt x="19732" y="18874"/>
                      <a:pt x="19661" y="18874"/>
                    </a:cubicBezTo>
                    <a:cubicBezTo>
                      <a:pt x="19590" y="18803"/>
                      <a:pt x="19375" y="18660"/>
                      <a:pt x="19304" y="18589"/>
                    </a:cubicBezTo>
                    <a:cubicBezTo>
                      <a:pt x="19233" y="18731"/>
                      <a:pt x="19233" y="18874"/>
                      <a:pt x="19233" y="19017"/>
                    </a:cubicBezTo>
                    <a:cubicBezTo>
                      <a:pt x="19304" y="19160"/>
                      <a:pt x="19375" y="19160"/>
                      <a:pt x="19590" y="19231"/>
                    </a:cubicBezTo>
                    <a:cubicBezTo>
                      <a:pt x="19732" y="19303"/>
                      <a:pt x="19661" y="19445"/>
                      <a:pt x="19661" y="19517"/>
                    </a:cubicBezTo>
                    <a:cubicBezTo>
                      <a:pt x="19804" y="19660"/>
                      <a:pt x="19947" y="19517"/>
                      <a:pt x="19875" y="19303"/>
                    </a:cubicBezTo>
                    <a:cubicBezTo>
                      <a:pt x="19875" y="19231"/>
                      <a:pt x="19804" y="19160"/>
                      <a:pt x="19804" y="19088"/>
                    </a:cubicBezTo>
                    <a:close/>
                    <a:moveTo>
                      <a:pt x="13877" y="12162"/>
                    </a:moveTo>
                    <a:cubicBezTo>
                      <a:pt x="13877" y="12234"/>
                      <a:pt x="13877" y="12234"/>
                      <a:pt x="13877" y="12234"/>
                    </a:cubicBezTo>
                    <a:cubicBezTo>
                      <a:pt x="13877" y="12234"/>
                      <a:pt x="13877" y="12234"/>
                      <a:pt x="13877" y="12234"/>
                    </a:cubicBezTo>
                    <a:cubicBezTo>
                      <a:pt x="13949" y="12234"/>
                      <a:pt x="13949" y="12234"/>
                      <a:pt x="13949" y="12234"/>
                    </a:cubicBezTo>
                    <a:cubicBezTo>
                      <a:pt x="13949" y="12162"/>
                      <a:pt x="13949" y="12162"/>
                      <a:pt x="13949" y="12162"/>
                    </a:cubicBezTo>
                    <a:cubicBezTo>
                      <a:pt x="13949" y="12020"/>
                      <a:pt x="13949" y="12020"/>
                      <a:pt x="13949" y="12020"/>
                    </a:cubicBezTo>
                    <a:cubicBezTo>
                      <a:pt x="13949" y="11948"/>
                      <a:pt x="13949" y="11948"/>
                      <a:pt x="13949" y="11948"/>
                    </a:cubicBezTo>
                    <a:cubicBezTo>
                      <a:pt x="13806" y="11877"/>
                      <a:pt x="13806" y="11877"/>
                      <a:pt x="13806" y="11877"/>
                    </a:cubicBezTo>
                    <a:cubicBezTo>
                      <a:pt x="13592" y="12020"/>
                      <a:pt x="13592" y="12020"/>
                      <a:pt x="13592" y="12020"/>
                    </a:cubicBezTo>
                    <a:cubicBezTo>
                      <a:pt x="13520" y="12020"/>
                      <a:pt x="13520" y="12020"/>
                      <a:pt x="13520" y="12020"/>
                    </a:cubicBezTo>
                    <a:cubicBezTo>
                      <a:pt x="13520" y="12091"/>
                      <a:pt x="13520" y="12091"/>
                      <a:pt x="13520" y="12091"/>
                    </a:cubicBezTo>
                    <a:cubicBezTo>
                      <a:pt x="13592" y="12091"/>
                      <a:pt x="13592" y="12091"/>
                      <a:pt x="13592" y="12091"/>
                    </a:cubicBezTo>
                    <a:cubicBezTo>
                      <a:pt x="13592" y="12091"/>
                      <a:pt x="13592" y="12091"/>
                      <a:pt x="13592" y="12091"/>
                    </a:cubicBezTo>
                    <a:cubicBezTo>
                      <a:pt x="13520" y="12091"/>
                      <a:pt x="13520" y="12091"/>
                      <a:pt x="13520" y="12091"/>
                    </a:cubicBezTo>
                    <a:cubicBezTo>
                      <a:pt x="13449" y="12091"/>
                      <a:pt x="13449" y="12091"/>
                      <a:pt x="13449" y="12091"/>
                    </a:cubicBezTo>
                    <a:cubicBezTo>
                      <a:pt x="13449" y="12091"/>
                      <a:pt x="13449" y="12091"/>
                      <a:pt x="13449" y="12091"/>
                    </a:cubicBezTo>
                    <a:cubicBezTo>
                      <a:pt x="13520" y="12162"/>
                      <a:pt x="13520" y="12162"/>
                      <a:pt x="13520" y="12162"/>
                    </a:cubicBezTo>
                    <a:cubicBezTo>
                      <a:pt x="13520" y="12162"/>
                      <a:pt x="13520" y="12162"/>
                      <a:pt x="13520" y="12162"/>
                    </a:cubicBezTo>
                    <a:cubicBezTo>
                      <a:pt x="13592" y="12234"/>
                      <a:pt x="13592" y="12234"/>
                      <a:pt x="13592" y="12234"/>
                    </a:cubicBezTo>
                    <a:cubicBezTo>
                      <a:pt x="13663" y="12162"/>
                      <a:pt x="13663" y="12162"/>
                      <a:pt x="13663" y="12162"/>
                    </a:cubicBezTo>
                    <a:cubicBezTo>
                      <a:pt x="13735" y="12234"/>
                      <a:pt x="13735" y="12234"/>
                      <a:pt x="13735" y="12234"/>
                    </a:cubicBezTo>
                    <a:cubicBezTo>
                      <a:pt x="13735" y="12234"/>
                      <a:pt x="13735" y="12234"/>
                      <a:pt x="13735" y="12234"/>
                    </a:cubicBezTo>
                    <a:cubicBezTo>
                      <a:pt x="13806" y="12234"/>
                      <a:pt x="13806" y="12234"/>
                      <a:pt x="13806" y="12234"/>
                    </a:cubicBezTo>
                    <a:cubicBezTo>
                      <a:pt x="13806" y="12234"/>
                      <a:pt x="13806" y="12234"/>
                      <a:pt x="13806" y="12234"/>
                    </a:cubicBezTo>
                    <a:cubicBezTo>
                      <a:pt x="13806" y="12162"/>
                      <a:pt x="13806" y="12162"/>
                      <a:pt x="13806" y="12162"/>
                    </a:cubicBezTo>
                    <a:cubicBezTo>
                      <a:pt x="13806" y="12162"/>
                      <a:pt x="13806" y="12162"/>
                      <a:pt x="13806" y="12162"/>
                    </a:cubicBezTo>
                    <a:close/>
                    <a:moveTo>
                      <a:pt x="10664" y="15804"/>
                    </a:moveTo>
                    <a:cubicBezTo>
                      <a:pt x="10807" y="15733"/>
                      <a:pt x="10879" y="15518"/>
                      <a:pt x="10950" y="15447"/>
                    </a:cubicBezTo>
                    <a:cubicBezTo>
                      <a:pt x="11021" y="15304"/>
                      <a:pt x="11093" y="15161"/>
                      <a:pt x="11093" y="15090"/>
                    </a:cubicBezTo>
                    <a:cubicBezTo>
                      <a:pt x="11093" y="14947"/>
                      <a:pt x="10950" y="14804"/>
                      <a:pt x="10879" y="14662"/>
                    </a:cubicBezTo>
                    <a:cubicBezTo>
                      <a:pt x="10879" y="14590"/>
                      <a:pt x="10950" y="14519"/>
                      <a:pt x="10879" y="14447"/>
                    </a:cubicBezTo>
                    <a:cubicBezTo>
                      <a:pt x="10879" y="14376"/>
                      <a:pt x="10807" y="14305"/>
                      <a:pt x="10807" y="14233"/>
                    </a:cubicBezTo>
                    <a:cubicBezTo>
                      <a:pt x="10950" y="13662"/>
                      <a:pt x="11521" y="13162"/>
                      <a:pt x="11878" y="12805"/>
                    </a:cubicBezTo>
                    <a:cubicBezTo>
                      <a:pt x="11950" y="12591"/>
                      <a:pt x="11735" y="12305"/>
                      <a:pt x="11735" y="12091"/>
                    </a:cubicBezTo>
                    <a:cubicBezTo>
                      <a:pt x="11735" y="11877"/>
                      <a:pt x="11735" y="11734"/>
                      <a:pt x="11664" y="11520"/>
                    </a:cubicBezTo>
                    <a:cubicBezTo>
                      <a:pt x="11593" y="10020"/>
                      <a:pt x="10664" y="11306"/>
                      <a:pt x="10022" y="11448"/>
                    </a:cubicBezTo>
                    <a:cubicBezTo>
                      <a:pt x="9808" y="11520"/>
                      <a:pt x="9593" y="11520"/>
                      <a:pt x="9450" y="11591"/>
                    </a:cubicBezTo>
                    <a:cubicBezTo>
                      <a:pt x="8665" y="12162"/>
                      <a:pt x="9593" y="12948"/>
                      <a:pt x="9450" y="13591"/>
                    </a:cubicBezTo>
                    <a:cubicBezTo>
                      <a:pt x="9379" y="13805"/>
                      <a:pt x="9236" y="13805"/>
                      <a:pt x="9093" y="13948"/>
                    </a:cubicBezTo>
                    <a:cubicBezTo>
                      <a:pt x="8951" y="14233"/>
                      <a:pt x="9022" y="14590"/>
                      <a:pt x="8879" y="14804"/>
                    </a:cubicBezTo>
                    <a:cubicBezTo>
                      <a:pt x="8808" y="15019"/>
                      <a:pt x="8665" y="15376"/>
                      <a:pt x="8808" y="15518"/>
                    </a:cubicBezTo>
                    <a:cubicBezTo>
                      <a:pt x="8879" y="15661"/>
                      <a:pt x="9165" y="15661"/>
                      <a:pt x="9236" y="15590"/>
                    </a:cubicBezTo>
                    <a:cubicBezTo>
                      <a:pt x="9379" y="15518"/>
                      <a:pt x="9450" y="15161"/>
                      <a:pt x="9665" y="15233"/>
                    </a:cubicBezTo>
                    <a:cubicBezTo>
                      <a:pt x="9736" y="15233"/>
                      <a:pt x="9593" y="15376"/>
                      <a:pt x="9593" y="15518"/>
                    </a:cubicBezTo>
                    <a:cubicBezTo>
                      <a:pt x="9665" y="15733"/>
                      <a:pt x="10022" y="15733"/>
                      <a:pt x="10022" y="15518"/>
                    </a:cubicBezTo>
                    <a:cubicBezTo>
                      <a:pt x="10093" y="15376"/>
                      <a:pt x="10093" y="15304"/>
                      <a:pt x="10165" y="15233"/>
                    </a:cubicBezTo>
                    <a:cubicBezTo>
                      <a:pt x="10236" y="15019"/>
                      <a:pt x="10379" y="15304"/>
                      <a:pt x="10379" y="15518"/>
                    </a:cubicBezTo>
                    <a:cubicBezTo>
                      <a:pt x="10379" y="15733"/>
                      <a:pt x="10450" y="15875"/>
                      <a:pt x="10664" y="15804"/>
                    </a:cubicBezTo>
                    <a:close/>
                    <a:moveTo>
                      <a:pt x="17090" y="14876"/>
                    </a:moveTo>
                    <a:cubicBezTo>
                      <a:pt x="17019" y="14804"/>
                      <a:pt x="16805" y="14804"/>
                      <a:pt x="16662" y="14733"/>
                    </a:cubicBezTo>
                    <a:cubicBezTo>
                      <a:pt x="16591" y="14733"/>
                      <a:pt x="16519" y="14733"/>
                      <a:pt x="16448" y="14804"/>
                    </a:cubicBezTo>
                    <a:cubicBezTo>
                      <a:pt x="16448" y="14804"/>
                      <a:pt x="16448" y="14947"/>
                      <a:pt x="16519" y="15019"/>
                    </a:cubicBezTo>
                    <a:cubicBezTo>
                      <a:pt x="16591" y="15090"/>
                      <a:pt x="16662" y="15304"/>
                      <a:pt x="16733" y="15447"/>
                    </a:cubicBezTo>
                    <a:cubicBezTo>
                      <a:pt x="16805" y="15518"/>
                      <a:pt x="16948" y="15590"/>
                      <a:pt x="17162" y="15518"/>
                    </a:cubicBezTo>
                    <a:cubicBezTo>
                      <a:pt x="17233" y="15376"/>
                      <a:pt x="17162" y="15304"/>
                      <a:pt x="17162" y="15090"/>
                    </a:cubicBezTo>
                    <a:cubicBezTo>
                      <a:pt x="17162" y="15019"/>
                      <a:pt x="17162" y="14947"/>
                      <a:pt x="17090" y="14876"/>
                    </a:cubicBezTo>
                    <a:close/>
                    <a:moveTo>
                      <a:pt x="14163" y="11520"/>
                    </a:moveTo>
                    <a:cubicBezTo>
                      <a:pt x="14234" y="11520"/>
                      <a:pt x="14306" y="11663"/>
                      <a:pt x="14377" y="11877"/>
                    </a:cubicBezTo>
                    <a:cubicBezTo>
                      <a:pt x="14663" y="12377"/>
                      <a:pt x="14663" y="11663"/>
                      <a:pt x="14591" y="11448"/>
                    </a:cubicBezTo>
                    <a:cubicBezTo>
                      <a:pt x="14520" y="11163"/>
                      <a:pt x="14520" y="10877"/>
                      <a:pt x="14449" y="10592"/>
                    </a:cubicBezTo>
                    <a:cubicBezTo>
                      <a:pt x="14377" y="10235"/>
                      <a:pt x="14020" y="10020"/>
                      <a:pt x="13806" y="9735"/>
                    </a:cubicBezTo>
                    <a:cubicBezTo>
                      <a:pt x="13663" y="9663"/>
                      <a:pt x="13735" y="9378"/>
                      <a:pt x="13520" y="9378"/>
                    </a:cubicBezTo>
                    <a:cubicBezTo>
                      <a:pt x="13235" y="9378"/>
                      <a:pt x="12878" y="9663"/>
                      <a:pt x="12664" y="9949"/>
                    </a:cubicBezTo>
                    <a:cubicBezTo>
                      <a:pt x="12378" y="10449"/>
                      <a:pt x="12235" y="10877"/>
                      <a:pt x="12307" y="11448"/>
                    </a:cubicBezTo>
                    <a:cubicBezTo>
                      <a:pt x="12378" y="11805"/>
                      <a:pt x="12307" y="12020"/>
                      <a:pt x="12164" y="12305"/>
                    </a:cubicBezTo>
                    <a:cubicBezTo>
                      <a:pt x="12164" y="12448"/>
                      <a:pt x="12164" y="12662"/>
                      <a:pt x="12164" y="12805"/>
                    </a:cubicBezTo>
                    <a:cubicBezTo>
                      <a:pt x="12092" y="13019"/>
                      <a:pt x="11878" y="13091"/>
                      <a:pt x="11807" y="13305"/>
                    </a:cubicBezTo>
                    <a:cubicBezTo>
                      <a:pt x="11807" y="13376"/>
                      <a:pt x="11878" y="13376"/>
                      <a:pt x="11878" y="13448"/>
                    </a:cubicBezTo>
                    <a:cubicBezTo>
                      <a:pt x="11950" y="13733"/>
                      <a:pt x="11735" y="14019"/>
                      <a:pt x="11735" y="14233"/>
                    </a:cubicBezTo>
                    <a:cubicBezTo>
                      <a:pt x="11735" y="14305"/>
                      <a:pt x="11807" y="14376"/>
                      <a:pt x="11878" y="14447"/>
                    </a:cubicBezTo>
                    <a:cubicBezTo>
                      <a:pt x="12092" y="14590"/>
                      <a:pt x="11807" y="14733"/>
                      <a:pt x="11664" y="14804"/>
                    </a:cubicBezTo>
                    <a:cubicBezTo>
                      <a:pt x="11236" y="15090"/>
                      <a:pt x="11021" y="15518"/>
                      <a:pt x="10950" y="15947"/>
                    </a:cubicBezTo>
                    <a:cubicBezTo>
                      <a:pt x="10807" y="16161"/>
                      <a:pt x="10593" y="16232"/>
                      <a:pt x="10593" y="16447"/>
                    </a:cubicBezTo>
                    <a:cubicBezTo>
                      <a:pt x="10522" y="16589"/>
                      <a:pt x="10664" y="16804"/>
                      <a:pt x="10736" y="16946"/>
                    </a:cubicBezTo>
                    <a:cubicBezTo>
                      <a:pt x="10879" y="17161"/>
                      <a:pt x="10879" y="17446"/>
                      <a:pt x="11164" y="17375"/>
                    </a:cubicBezTo>
                    <a:cubicBezTo>
                      <a:pt x="11307" y="17375"/>
                      <a:pt x="11450" y="17303"/>
                      <a:pt x="11521" y="17303"/>
                    </a:cubicBezTo>
                    <a:cubicBezTo>
                      <a:pt x="11593" y="17375"/>
                      <a:pt x="11950" y="17518"/>
                      <a:pt x="12092" y="17446"/>
                    </a:cubicBezTo>
                    <a:cubicBezTo>
                      <a:pt x="12164" y="17446"/>
                      <a:pt x="12235" y="17303"/>
                      <a:pt x="12307" y="17232"/>
                    </a:cubicBezTo>
                    <a:cubicBezTo>
                      <a:pt x="12449" y="17018"/>
                      <a:pt x="12664" y="16732"/>
                      <a:pt x="12664" y="16589"/>
                    </a:cubicBezTo>
                    <a:cubicBezTo>
                      <a:pt x="12664" y="16447"/>
                      <a:pt x="12521" y="16447"/>
                      <a:pt x="12449" y="16304"/>
                    </a:cubicBezTo>
                    <a:cubicBezTo>
                      <a:pt x="12449" y="15947"/>
                      <a:pt x="13021" y="15661"/>
                      <a:pt x="13306" y="15733"/>
                    </a:cubicBezTo>
                    <a:cubicBezTo>
                      <a:pt x="13378" y="15804"/>
                      <a:pt x="13449" y="15804"/>
                      <a:pt x="13520" y="15804"/>
                    </a:cubicBezTo>
                    <a:cubicBezTo>
                      <a:pt x="13949" y="15804"/>
                      <a:pt x="14449" y="15447"/>
                      <a:pt x="14520" y="15019"/>
                    </a:cubicBezTo>
                    <a:cubicBezTo>
                      <a:pt x="14520" y="14947"/>
                      <a:pt x="14449" y="14804"/>
                      <a:pt x="14377" y="14733"/>
                    </a:cubicBezTo>
                    <a:cubicBezTo>
                      <a:pt x="14092" y="14590"/>
                      <a:pt x="13877" y="14376"/>
                      <a:pt x="13592" y="14162"/>
                    </a:cubicBezTo>
                    <a:cubicBezTo>
                      <a:pt x="13449" y="14162"/>
                      <a:pt x="13306" y="14233"/>
                      <a:pt x="13235" y="14305"/>
                    </a:cubicBezTo>
                    <a:cubicBezTo>
                      <a:pt x="13163" y="14305"/>
                      <a:pt x="13021" y="14376"/>
                      <a:pt x="13021" y="14233"/>
                    </a:cubicBezTo>
                    <a:cubicBezTo>
                      <a:pt x="12949" y="14090"/>
                      <a:pt x="13092" y="13876"/>
                      <a:pt x="13092" y="13662"/>
                    </a:cubicBezTo>
                    <a:cubicBezTo>
                      <a:pt x="13092" y="13519"/>
                      <a:pt x="13092" y="13305"/>
                      <a:pt x="13092" y="13091"/>
                    </a:cubicBezTo>
                    <a:cubicBezTo>
                      <a:pt x="13092" y="12948"/>
                      <a:pt x="13235" y="12805"/>
                      <a:pt x="13306" y="12662"/>
                    </a:cubicBezTo>
                    <a:cubicBezTo>
                      <a:pt x="13378" y="12377"/>
                      <a:pt x="13378" y="12020"/>
                      <a:pt x="13592" y="11734"/>
                    </a:cubicBezTo>
                    <a:cubicBezTo>
                      <a:pt x="13663" y="11591"/>
                      <a:pt x="13806" y="11663"/>
                      <a:pt x="13877" y="11591"/>
                    </a:cubicBezTo>
                    <a:cubicBezTo>
                      <a:pt x="14020" y="11520"/>
                      <a:pt x="14092" y="11448"/>
                      <a:pt x="14163" y="1144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59"/>
              <p:cNvSpPr/>
              <p:nvPr/>
            </p:nvSpPr>
            <p:spPr>
              <a:xfrm>
                <a:off x="1526925" y="1727550"/>
                <a:ext cx="903475" cy="839500"/>
              </a:xfrm>
              <a:custGeom>
                <a:rect b="b" l="l" r="r" t="t"/>
                <a:pathLst>
                  <a:path extrusionOk="0" h="33580" w="36139">
                    <a:moveTo>
                      <a:pt x="29203" y="1"/>
                    </a:moveTo>
                    <a:cubicBezTo>
                      <a:pt x="29132" y="72"/>
                      <a:pt x="29132" y="144"/>
                      <a:pt x="29061" y="215"/>
                    </a:cubicBezTo>
                    <a:cubicBezTo>
                      <a:pt x="28989" y="287"/>
                      <a:pt x="28775" y="358"/>
                      <a:pt x="28775" y="501"/>
                    </a:cubicBezTo>
                    <a:cubicBezTo>
                      <a:pt x="28846" y="572"/>
                      <a:pt x="28989" y="572"/>
                      <a:pt x="29061" y="572"/>
                    </a:cubicBezTo>
                    <a:cubicBezTo>
                      <a:pt x="29132" y="572"/>
                      <a:pt x="29203" y="429"/>
                      <a:pt x="29203" y="429"/>
                    </a:cubicBezTo>
                    <a:lnTo>
                      <a:pt x="29203" y="358"/>
                    </a:lnTo>
                    <a:cubicBezTo>
                      <a:pt x="29203" y="358"/>
                      <a:pt x="29203" y="215"/>
                      <a:pt x="29275" y="144"/>
                    </a:cubicBezTo>
                    <a:cubicBezTo>
                      <a:pt x="29275" y="144"/>
                      <a:pt x="29275" y="99"/>
                      <a:pt x="29275" y="72"/>
                    </a:cubicBezTo>
                    <a:cubicBezTo>
                      <a:pt x="29275" y="1"/>
                      <a:pt x="29275" y="1"/>
                      <a:pt x="29203" y="1"/>
                    </a:cubicBezTo>
                    <a:close/>
                    <a:moveTo>
                      <a:pt x="30489" y="3071"/>
                    </a:moveTo>
                    <a:cubicBezTo>
                      <a:pt x="30417" y="3143"/>
                      <a:pt x="30417" y="3143"/>
                      <a:pt x="30417" y="3143"/>
                    </a:cubicBezTo>
                    <a:cubicBezTo>
                      <a:pt x="30417" y="3214"/>
                      <a:pt x="30417" y="3214"/>
                      <a:pt x="30417" y="3214"/>
                    </a:cubicBezTo>
                    <a:cubicBezTo>
                      <a:pt x="30489" y="3143"/>
                      <a:pt x="30489" y="3143"/>
                      <a:pt x="30489" y="3143"/>
                    </a:cubicBezTo>
                    <a:cubicBezTo>
                      <a:pt x="30489" y="3071"/>
                      <a:pt x="30489" y="3071"/>
                      <a:pt x="30489" y="3071"/>
                    </a:cubicBezTo>
                    <a:close/>
                    <a:moveTo>
                      <a:pt x="28275" y="3785"/>
                    </a:moveTo>
                    <a:cubicBezTo>
                      <a:pt x="28275" y="3857"/>
                      <a:pt x="28275" y="3857"/>
                      <a:pt x="28275" y="3857"/>
                    </a:cubicBezTo>
                    <a:cubicBezTo>
                      <a:pt x="28275" y="3928"/>
                      <a:pt x="28275" y="3928"/>
                      <a:pt x="28275" y="3928"/>
                    </a:cubicBezTo>
                    <a:cubicBezTo>
                      <a:pt x="28204" y="3999"/>
                      <a:pt x="28204" y="3999"/>
                      <a:pt x="28204" y="3999"/>
                    </a:cubicBezTo>
                    <a:cubicBezTo>
                      <a:pt x="28275" y="4071"/>
                      <a:pt x="28275" y="4071"/>
                      <a:pt x="28275" y="4071"/>
                    </a:cubicBezTo>
                    <a:cubicBezTo>
                      <a:pt x="28275" y="3999"/>
                      <a:pt x="28275" y="3999"/>
                      <a:pt x="28275" y="3999"/>
                    </a:cubicBezTo>
                    <a:cubicBezTo>
                      <a:pt x="28347" y="3928"/>
                      <a:pt x="28347" y="3928"/>
                      <a:pt x="28347" y="3928"/>
                    </a:cubicBezTo>
                    <a:cubicBezTo>
                      <a:pt x="28347" y="3857"/>
                      <a:pt x="28347" y="3857"/>
                      <a:pt x="28347" y="3857"/>
                    </a:cubicBezTo>
                    <a:cubicBezTo>
                      <a:pt x="28418" y="3785"/>
                      <a:pt x="28418" y="3785"/>
                      <a:pt x="28418" y="3785"/>
                    </a:cubicBezTo>
                    <a:close/>
                    <a:moveTo>
                      <a:pt x="28632" y="5285"/>
                    </a:moveTo>
                    <a:cubicBezTo>
                      <a:pt x="28561" y="5356"/>
                      <a:pt x="28561" y="5356"/>
                      <a:pt x="28561" y="5356"/>
                    </a:cubicBezTo>
                    <a:cubicBezTo>
                      <a:pt x="28561" y="5427"/>
                      <a:pt x="28561" y="5427"/>
                      <a:pt x="28561" y="5427"/>
                    </a:cubicBezTo>
                    <a:cubicBezTo>
                      <a:pt x="28632" y="5499"/>
                      <a:pt x="28632" y="5499"/>
                      <a:pt x="28632" y="5499"/>
                    </a:cubicBezTo>
                    <a:cubicBezTo>
                      <a:pt x="28704" y="5427"/>
                      <a:pt x="28704" y="5427"/>
                      <a:pt x="28704" y="5427"/>
                    </a:cubicBezTo>
                    <a:cubicBezTo>
                      <a:pt x="28704" y="5356"/>
                      <a:pt x="28704" y="5356"/>
                      <a:pt x="28704" y="5356"/>
                    </a:cubicBezTo>
                    <a:lnTo>
                      <a:pt x="28632" y="5285"/>
                    </a:lnTo>
                    <a:close/>
                    <a:moveTo>
                      <a:pt x="29203" y="5856"/>
                    </a:moveTo>
                    <a:cubicBezTo>
                      <a:pt x="29132" y="5927"/>
                      <a:pt x="29132" y="5927"/>
                      <a:pt x="29132" y="5927"/>
                    </a:cubicBezTo>
                    <a:lnTo>
                      <a:pt x="29275" y="5927"/>
                    </a:lnTo>
                    <a:cubicBezTo>
                      <a:pt x="29275" y="5999"/>
                      <a:pt x="29275" y="5999"/>
                      <a:pt x="29275" y="5999"/>
                    </a:cubicBezTo>
                    <a:cubicBezTo>
                      <a:pt x="29346" y="6070"/>
                      <a:pt x="29346" y="6070"/>
                      <a:pt x="29346" y="6070"/>
                    </a:cubicBezTo>
                    <a:lnTo>
                      <a:pt x="29275" y="6070"/>
                    </a:lnTo>
                    <a:cubicBezTo>
                      <a:pt x="29346" y="6141"/>
                      <a:pt x="29346" y="6141"/>
                      <a:pt x="29346" y="6141"/>
                    </a:cubicBezTo>
                    <a:lnTo>
                      <a:pt x="29418" y="6141"/>
                    </a:lnTo>
                    <a:cubicBezTo>
                      <a:pt x="29418" y="6213"/>
                      <a:pt x="29418" y="6213"/>
                      <a:pt x="29418" y="6213"/>
                    </a:cubicBezTo>
                    <a:cubicBezTo>
                      <a:pt x="29489" y="6141"/>
                      <a:pt x="29489" y="6141"/>
                      <a:pt x="29489" y="6141"/>
                    </a:cubicBezTo>
                    <a:lnTo>
                      <a:pt x="29418" y="6070"/>
                    </a:lnTo>
                    <a:cubicBezTo>
                      <a:pt x="29418" y="5999"/>
                      <a:pt x="29418" y="5999"/>
                      <a:pt x="29418" y="5999"/>
                    </a:cubicBezTo>
                    <a:cubicBezTo>
                      <a:pt x="29346" y="5927"/>
                      <a:pt x="29346" y="5927"/>
                      <a:pt x="29346" y="5927"/>
                    </a:cubicBezTo>
                    <a:cubicBezTo>
                      <a:pt x="29275" y="5856"/>
                      <a:pt x="29275" y="5856"/>
                      <a:pt x="29275" y="5856"/>
                    </a:cubicBezTo>
                    <a:close/>
                    <a:moveTo>
                      <a:pt x="30612" y="3274"/>
                    </a:moveTo>
                    <a:cubicBezTo>
                      <a:pt x="30571" y="3274"/>
                      <a:pt x="30530" y="3316"/>
                      <a:pt x="30489" y="3357"/>
                    </a:cubicBezTo>
                    <a:cubicBezTo>
                      <a:pt x="30132" y="3785"/>
                      <a:pt x="29775" y="4142"/>
                      <a:pt x="29346" y="4356"/>
                    </a:cubicBezTo>
                    <a:cubicBezTo>
                      <a:pt x="28989" y="4571"/>
                      <a:pt x="29132" y="4856"/>
                      <a:pt x="29275" y="5142"/>
                    </a:cubicBezTo>
                    <a:cubicBezTo>
                      <a:pt x="29346" y="5285"/>
                      <a:pt x="29418" y="5499"/>
                      <a:pt x="29560" y="5642"/>
                    </a:cubicBezTo>
                    <a:cubicBezTo>
                      <a:pt x="29703" y="5713"/>
                      <a:pt x="29846" y="5784"/>
                      <a:pt x="30060" y="5856"/>
                    </a:cubicBezTo>
                    <a:cubicBezTo>
                      <a:pt x="30346" y="5999"/>
                      <a:pt x="30846" y="5856"/>
                      <a:pt x="30917" y="6284"/>
                    </a:cubicBezTo>
                    <a:cubicBezTo>
                      <a:pt x="30917" y="6328"/>
                      <a:pt x="30902" y="6345"/>
                      <a:pt x="30878" y="6345"/>
                    </a:cubicBezTo>
                    <a:cubicBezTo>
                      <a:pt x="30793" y="6345"/>
                      <a:pt x="30591" y="6133"/>
                      <a:pt x="30510" y="6133"/>
                    </a:cubicBezTo>
                    <a:cubicBezTo>
                      <a:pt x="30502" y="6133"/>
                      <a:pt x="30494" y="6136"/>
                      <a:pt x="30489" y="6141"/>
                    </a:cubicBezTo>
                    <a:cubicBezTo>
                      <a:pt x="30346" y="6141"/>
                      <a:pt x="30274" y="6213"/>
                      <a:pt x="30132" y="6284"/>
                    </a:cubicBezTo>
                    <a:cubicBezTo>
                      <a:pt x="29989" y="6427"/>
                      <a:pt x="29846" y="6498"/>
                      <a:pt x="29846" y="6641"/>
                    </a:cubicBezTo>
                    <a:cubicBezTo>
                      <a:pt x="29846" y="6784"/>
                      <a:pt x="29989" y="6784"/>
                      <a:pt x="30060" y="6855"/>
                    </a:cubicBezTo>
                    <a:cubicBezTo>
                      <a:pt x="30151" y="6916"/>
                      <a:pt x="30241" y="6938"/>
                      <a:pt x="30332" y="6938"/>
                    </a:cubicBezTo>
                    <a:cubicBezTo>
                      <a:pt x="30456" y="6938"/>
                      <a:pt x="30579" y="6897"/>
                      <a:pt x="30703" y="6855"/>
                    </a:cubicBezTo>
                    <a:cubicBezTo>
                      <a:pt x="30846" y="6855"/>
                      <a:pt x="30988" y="6855"/>
                      <a:pt x="31131" y="6784"/>
                    </a:cubicBezTo>
                    <a:cubicBezTo>
                      <a:pt x="31274" y="6713"/>
                      <a:pt x="31274" y="6498"/>
                      <a:pt x="31345" y="6356"/>
                    </a:cubicBezTo>
                    <a:cubicBezTo>
                      <a:pt x="31488" y="6141"/>
                      <a:pt x="31774" y="5784"/>
                      <a:pt x="31703" y="5570"/>
                    </a:cubicBezTo>
                    <a:lnTo>
                      <a:pt x="31703" y="5499"/>
                    </a:lnTo>
                    <a:cubicBezTo>
                      <a:pt x="31488" y="5427"/>
                      <a:pt x="31631" y="5285"/>
                      <a:pt x="31703" y="5142"/>
                    </a:cubicBezTo>
                    <a:cubicBezTo>
                      <a:pt x="31774" y="4499"/>
                      <a:pt x="30774" y="4285"/>
                      <a:pt x="30774" y="3642"/>
                    </a:cubicBezTo>
                    <a:cubicBezTo>
                      <a:pt x="30774" y="3571"/>
                      <a:pt x="30774" y="3428"/>
                      <a:pt x="30703" y="3357"/>
                    </a:cubicBezTo>
                    <a:cubicBezTo>
                      <a:pt x="30673" y="3296"/>
                      <a:pt x="30643" y="3274"/>
                      <a:pt x="30612" y="3274"/>
                    </a:cubicBezTo>
                    <a:close/>
                    <a:moveTo>
                      <a:pt x="29560" y="6784"/>
                    </a:moveTo>
                    <a:cubicBezTo>
                      <a:pt x="29489" y="6855"/>
                      <a:pt x="29489" y="6855"/>
                      <a:pt x="29489" y="6855"/>
                    </a:cubicBezTo>
                    <a:cubicBezTo>
                      <a:pt x="29560" y="6998"/>
                      <a:pt x="29560" y="6998"/>
                      <a:pt x="29560" y="6998"/>
                    </a:cubicBezTo>
                    <a:lnTo>
                      <a:pt x="29703" y="6998"/>
                    </a:lnTo>
                    <a:cubicBezTo>
                      <a:pt x="29775" y="6927"/>
                      <a:pt x="29775" y="6927"/>
                      <a:pt x="29775" y="6927"/>
                    </a:cubicBezTo>
                    <a:cubicBezTo>
                      <a:pt x="29703" y="6855"/>
                      <a:pt x="29703" y="6855"/>
                      <a:pt x="29703" y="6855"/>
                    </a:cubicBezTo>
                    <a:lnTo>
                      <a:pt x="29632" y="6855"/>
                    </a:lnTo>
                    <a:cubicBezTo>
                      <a:pt x="29560" y="6784"/>
                      <a:pt x="29560" y="6784"/>
                      <a:pt x="29560" y="6784"/>
                    </a:cubicBezTo>
                    <a:close/>
                    <a:moveTo>
                      <a:pt x="29775" y="6998"/>
                    </a:moveTo>
                    <a:cubicBezTo>
                      <a:pt x="29775" y="7141"/>
                      <a:pt x="29775" y="7141"/>
                      <a:pt x="29775" y="7141"/>
                    </a:cubicBezTo>
                    <a:lnTo>
                      <a:pt x="29703" y="7141"/>
                    </a:lnTo>
                    <a:cubicBezTo>
                      <a:pt x="29703" y="7212"/>
                      <a:pt x="29703" y="7212"/>
                      <a:pt x="29703" y="7212"/>
                    </a:cubicBezTo>
                    <a:lnTo>
                      <a:pt x="29632" y="7212"/>
                    </a:lnTo>
                    <a:cubicBezTo>
                      <a:pt x="29632" y="7284"/>
                      <a:pt x="29632" y="7284"/>
                      <a:pt x="29632" y="7284"/>
                    </a:cubicBezTo>
                    <a:lnTo>
                      <a:pt x="29846" y="7284"/>
                    </a:lnTo>
                    <a:cubicBezTo>
                      <a:pt x="29917" y="7212"/>
                      <a:pt x="29917" y="7212"/>
                      <a:pt x="29917" y="7212"/>
                    </a:cubicBezTo>
                    <a:cubicBezTo>
                      <a:pt x="29989" y="7141"/>
                      <a:pt x="29989" y="7141"/>
                      <a:pt x="29989" y="7141"/>
                    </a:cubicBezTo>
                    <a:cubicBezTo>
                      <a:pt x="29917" y="7070"/>
                      <a:pt x="29917" y="7070"/>
                      <a:pt x="29917" y="7070"/>
                    </a:cubicBezTo>
                    <a:lnTo>
                      <a:pt x="29846" y="6998"/>
                    </a:lnTo>
                    <a:close/>
                    <a:moveTo>
                      <a:pt x="29489" y="7284"/>
                    </a:moveTo>
                    <a:cubicBezTo>
                      <a:pt x="29418" y="7355"/>
                      <a:pt x="29418" y="7355"/>
                      <a:pt x="29418" y="7355"/>
                    </a:cubicBezTo>
                    <a:cubicBezTo>
                      <a:pt x="29489" y="7427"/>
                      <a:pt x="29489" y="7427"/>
                      <a:pt x="29489" y="7427"/>
                    </a:cubicBezTo>
                    <a:cubicBezTo>
                      <a:pt x="29489" y="7355"/>
                      <a:pt x="29489" y="7355"/>
                      <a:pt x="29489" y="7355"/>
                    </a:cubicBezTo>
                    <a:cubicBezTo>
                      <a:pt x="29489" y="7284"/>
                      <a:pt x="29489" y="7284"/>
                      <a:pt x="29489" y="7284"/>
                    </a:cubicBezTo>
                    <a:close/>
                    <a:moveTo>
                      <a:pt x="18107" y="8540"/>
                    </a:moveTo>
                    <a:cubicBezTo>
                      <a:pt x="18065" y="8540"/>
                      <a:pt x="17993" y="8590"/>
                      <a:pt x="17993" y="8641"/>
                    </a:cubicBezTo>
                    <a:cubicBezTo>
                      <a:pt x="17993" y="8641"/>
                      <a:pt x="18065" y="8712"/>
                      <a:pt x="17993" y="8783"/>
                    </a:cubicBezTo>
                    <a:cubicBezTo>
                      <a:pt x="17993" y="8783"/>
                      <a:pt x="17851" y="8855"/>
                      <a:pt x="17851" y="8855"/>
                    </a:cubicBezTo>
                    <a:cubicBezTo>
                      <a:pt x="17779" y="8926"/>
                      <a:pt x="17922" y="9140"/>
                      <a:pt x="17993" y="9140"/>
                    </a:cubicBezTo>
                    <a:cubicBezTo>
                      <a:pt x="17993" y="9140"/>
                      <a:pt x="17993" y="8926"/>
                      <a:pt x="17993" y="8926"/>
                    </a:cubicBezTo>
                    <a:cubicBezTo>
                      <a:pt x="18022" y="9040"/>
                      <a:pt x="18050" y="9086"/>
                      <a:pt x="18079" y="9086"/>
                    </a:cubicBezTo>
                    <a:cubicBezTo>
                      <a:pt x="18122" y="9086"/>
                      <a:pt x="18165" y="8983"/>
                      <a:pt x="18208" y="8855"/>
                    </a:cubicBezTo>
                    <a:cubicBezTo>
                      <a:pt x="18208" y="8855"/>
                      <a:pt x="18208" y="8783"/>
                      <a:pt x="18208" y="8783"/>
                    </a:cubicBezTo>
                    <a:cubicBezTo>
                      <a:pt x="18136" y="8783"/>
                      <a:pt x="18136" y="8641"/>
                      <a:pt x="18136" y="8569"/>
                    </a:cubicBezTo>
                    <a:cubicBezTo>
                      <a:pt x="18136" y="8548"/>
                      <a:pt x="18124" y="8540"/>
                      <a:pt x="18107" y="8540"/>
                    </a:cubicBezTo>
                    <a:close/>
                    <a:moveTo>
                      <a:pt x="18636" y="8712"/>
                    </a:moveTo>
                    <a:cubicBezTo>
                      <a:pt x="18493" y="8712"/>
                      <a:pt x="18422" y="8783"/>
                      <a:pt x="18350" y="8855"/>
                    </a:cubicBezTo>
                    <a:cubicBezTo>
                      <a:pt x="18350" y="8998"/>
                      <a:pt x="18208" y="9212"/>
                      <a:pt x="18208" y="9283"/>
                    </a:cubicBezTo>
                    <a:cubicBezTo>
                      <a:pt x="18208" y="9355"/>
                      <a:pt x="18208" y="9355"/>
                      <a:pt x="18208" y="9426"/>
                    </a:cubicBezTo>
                    <a:cubicBezTo>
                      <a:pt x="18279" y="9426"/>
                      <a:pt x="18493" y="9569"/>
                      <a:pt x="18493" y="9569"/>
                    </a:cubicBezTo>
                    <a:cubicBezTo>
                      <a:pt x="18493" y="9569"/>
                      <a:pt x="18565" y="9497"/>
                      <a:pt x="18493" y="9426"/>
                    </a:cubicBezTo>
                    <a:cubicBezTo>
                      <a:pt x="18493" y="9355"/>
                      <a:pt x="18422" y="9283"/>
                      <a:pt x="18422" y="9212"/>
                    </a:cubicBezTo>
                    <a:cubicBezTo>
                      <a:pt x="18422" y="9176"/>
                      <a:pt x="18440" y="9158"/>
                      <a:pt x="18457" y="9158"/>
                    </a:cubicBezTo>
                    <a:cubicBezTo>
                      <a:pt x="18475" y="9158"/>
                      <a:pt x="18493" y="9176"/>
                      <a:pt x="18493" y="9212"/>
                    </a:cubicBezTo>
                    <a:cubicBezTo>
                      <a:pt x="18493" y="9212"/>
                      <a:pt x="18493" y="9283"/>
                      <a:pt x="18493" y="9283"/>
                    </a:cubicBezTo>
                    <a:cubicBezTo>
                      <a:pt x="18493" y="9319"/>
                      <a:pt x="18511" y="9337"/>
                      <a:pt x="18538" y="9337"/>
                    </a:cubicBezTo>
                    <a:cubicBezTo>
                      <a:pt x="18565" y="9337"/>
                      <a:pt x="18600" y="9319"/>
                      <a:pt x="18636" y="9283"/>
                    </a:cubicBezTo>
                    <a:cubicBezTo>
                      <a:pt x="18636" y="9212"/>
                      <a:pt x="18565" y="8998"/>
                      <a:pt x="18636" y="8926"/>
                    </a:cubicBezTo>
                    <a:cubicBezTo>
                      <a:pt x="18636" y="8855"/>
                      <a:pt x="18636" y="8783"/>
                      <a:pt x="18636" y="8712"/>
                    </a:cubicBezTo>
                    <a:close/>
                    <a:moveTo>
                      <a:pt x="19350" y="9997"/>
                    </a:moveTo>
                    <a:cubicBezTo>
                      <a:pt x="19279" y="10069"/>
                      <a:pt x="19279" y="10069"/>
                      <a:pt x="19279" y="10069"/>
                    </a:cubicBezTo>
                    <a:cubicBezTo>
                      <a:pt x="19279" y="10140"/>
                      <a:pt x="19279" y="10140"/>
                      <a:pt x="19279" y="10140"/>
                    </a:cubicBezTo>
                    <a:lnTo>
                      <a:pt x="19350" y="10140"/>
                    </a:lnTo>
                    <a:cubicBezTo>
                      <a:pt x="19350" y="10069"/>
                      <a:pt x="19350" y="10069"/>
                      <a:pt x="19350" y="10069"/>
                    </a:cubicBezTo>
                    <a:cubicBezTo>
                      <a:pt x="19421" y="10140"/>
                      <a:pt x="19421" y="10140"/>
                      <a:pt x="19421" y="10140"/>
                    </a:cubicBezTo>
                    <a:cubicBezTo>
                      <a:pt x="19493" y="10069"/>
                      <a:pt x="19493" y="10069"/>
                      <a:pt x="19493" y="10069"/>
                    </a:cubicBezTo>
                    <a:cubicBezTo>
                      <a:pt x="19421" y="9997"/>
                      <a:pt x="19421" y="9997"/>
                      <a:pt x="19421" y="9997"/>
                    </a:cubicBezTo>
                    <a:close/>
                    <a:moveTo>
                      <a:pt x="14566" y="10211"/>
                    </a:moveTo>
                    <a:cubicBezTo>
                      <a:pt x="14566" y="10283"/>
                      <a:pt x="14566" y="10283"/>
                      <a:pt x="14566" y="10283"/>
                    </a:cubicBezTo>
                    <a:cubicBezTo>
                      <a:pt x="14566" y="10354"/>
                      <a:pt x="14566" y="10354"/>
                      <a:pt x="14566" y="10354"/>
                    </a:cubicBezTo>
                    <a:lnTo>
                      <a:pt x="14709" y="10354"/>
                    </a:lnTo>
                    <a:cubicBezTo>
                      <a:pt x="14709" y="10283"/>
                      <a:pt x="14709" y="10283"/>
                      <a:pt x="14709" y="10283"/>
                    </a:cubicBezTo>
                    <a:cubicBezTo>
                      <a:pt x="14637" y="10211"/>
                      <a:pt x="14637" y="10211"/>
                      <a:pt x="14637" y="10211"/>
                    </a:cubicBezTo>
                    <a:close/>
                    <a:moveTo>
                      <a:pt x="18065" y="9569"/>
                    </a:moveTo>
                    <a:cubicBezTo>
                      <a:pt x="18065" y="9569"/>
                      <a:pt x="18065" y="9569"/>
                      <a:pt x="18065" y="9640"/>
                    </a:cubicBezTo>
                    <a:cubicBezTo>
                      <a:pt x="18065" y="9712"/>
                      <a:pt x="18065" y="9854"/>
                      <a:pt x="18136" y="9997"/>
                    </a:cubicBezTo>
                    <a:cubicBezTo>
                      <a:pt x="18136" y="10069"/>
                      <a:pt x="18065" y="10211"/>
                      <a:pt x="18136" y="10211"/>
                    </a:cubicBezTo>
                    <a:cubicBezTo>
                      <a:pt x="18136" y="10211"/>
                      <a:pt x="18208" y="10211"/>
                      <a:pt x="18279" y="10283"/>
                    </a:cubicBezTo>
                    <a:cubicBezTo>
                      <a:pt x="18279" y="10307"/>
                      <a:pt x="18287" y="10314"/>
                      <a:pt x="18297" y="10314"/>
                    </a:cubicBezTo>
                    <a:cubicBezTo>
                      <a:pt x="18319" y="10314"/>
                      <a:pt x="18350" y="10283"/>
                      <a:pt x="18350" y="10283"/>
                    </a:cubicBezTo>
                    <a:cubicBezTo>
                      <a:pt x="18422" y="10283"/>
                      <a:pt x="18493" y="10426"/>
                      <a:pt x="18493" y="10426"/>
                    </a:cubicBezTo>
                    <a:lnTo>
                      <a:pt x="18565" y="10426"/>
                    </a:lnTo>
                    <a:cubicBezTo>
                      <a:pt x="18565" y="10354"/>
                      <a:pt x="18565" y="10069"/>
                      <a:pt x="18565" y="9926"/>
                    </a:cubicBezTo>
                    <a:cubicBezTo>
                      <a:pt x="18565" y="9854"/>
                      <a:pt x="18493" y="9712"/>
                      <a:pt x="18422" y="9640"/>
                    </a:cubicBezTo>
                    <a:lnTo>
                      <a:pt x="18350" y="9640"/>
                    </a:lnTo>
                    <a:cubicBezTo>
                      <a:pt x="18350" y="9640"/>
                      <a:pt x="18279" y="9569"/>
                      <a:pt x="18279" y="9569"/>
                    </a:cubicBezTo>
                    <a:close/>
                    <a:moveTo>
                      <a:pt x="16565" y="10426"/>
                    </a:moveTo>
                    <a:cubicBezTo>
                      <a:pt x="16565" y="10497"/>
                      <a:pt x="16565" y="10497"/>
                      <a:pt x="16565" y="10497"/>
                    </a:cubicBezTo>
                    <a:cubicBezTo>
                      <a:pt x="16565" y="10568"/>
                      <a:pt x="16565" y="10568"/>
                      <a:pt x="16565" y="10568"/>
                    </a:cubicBezTo>
                    <a:cubicBezTo>
                      <a:pt x="16565" y="10640"/>
                      <a:pt x="16565" y="10640"/>
                      <a:pt x="16565" y="10640"/>
                    </a:cubicBezTo>
                    <a:cubicBezTo>
                      <a:pt x="16565" y="10711"/>
                      <a:pt x="16565" y="10711"/>
                      <a:pt x="16565" y="10711"/>
                    </a:cubicBezTo>
                    <a:cubicBezTo>
                      <a:pt x="16565" y="10783"/>
                      <a:pt x="16565" y="10783"/>
                      <a:pt x="16565" y="10783"/>
                    </a:cubicBezTo>
                    <a:lnTo>
                      <a:pt x="16637" y="10783"/>
                    </a:lnTo>
                    <a:cubicBezTo>
                      <a:pt x="16637" y="10854"/>
                      <a:pt x="16637" y="10854"/>
                      <a:pt x="16637" y="10854"/>
                    </a:cubicBezTo>
                    <a:cubicBezTo>
                      <a:pt x="16708" y="10711"/>
                      <a:pt x="16708" y="10711"/>
                      <a:pt x="16708" y="10711"/>
                    </a:cubicBezTo>
                    <a:lnTo>
                      <a:pt x="16637" y="10711"/>
                    </a:lnTo>
                    <a:cubicBezTo>
                      <a:pt x="16708" y="10640"/>
                      <a:pt x="16708" y="10640"/>
                      <a:pt x="16708" y="10640"/>
                    </a:cubicBezTo>
                    <a:cubicBezTo>
                      <a:pt x="16637" y="10568"/>
                      <a:pt x="16637" y="10568"/>
                      <a:pt x="16637" y="10568"/>
                    </a:cubicBezTo>
                    <a:lnTo>
                      <a:pt x="16708" y="10568"/>
                    </a:lnTo>
                    <a:cubicBezTo>
                      <a:pt x="16708" y="10497"/>
                      <a:pt x="16708" y="10497"/>
                      <a:pt x="16708" y="10497"/>
                    </a:cubicBezTo>
                    <a:cubicBezTo>
                      <a:pt x="16708" y="10426"/>
                      <a:pt x="16708" y="10426"/>
                      <a:pt x="16708" y="10426"/>
                    </a:cubicBezTo>
                    <a:close/>
                    <a:moveTo>
                      <a:pt x="34487" y="10568"/>
                    </a:moveTo>
                    <a:cubicBezTo>
                      <a:pt x="34416" y="10640"/>
                      <a:pt x="34416" y="10640"/>
                      <a:pt x="34416" y="10640"/>
                    </a:cubicBezTo>
                    <a:lnTo>
                      <a:pt x="34487" y="10711"/>
                    </a:lnTo>
                    <a:cubicBezTo>
                      <a:pt x="34487" y="10783"/>
                      <a:pt x="34487" y="10783"/>
                      <a:pt x="34487" y="10783"/>
                    </a:cubicBezTo>
                    <a:cubicBezTo>
                      <a:pt x="34487" y="10854"/>
                      <a:pt x="34487" y="10854"/>
                      <a:pt x="34487" y="10854"/>
                    </a:cubicBezTo>
                    <a:cubicBezTo>
                      <a:pt x="34630" y="10783"/>
                      <a:pt x="34630" y="10783"/>
                      <a:pt x="34630" y="10783"/>
                    </a:cubicBezTo>
                    <a:cubicBezTo>
                      <a:pt x="34559" y="10711"/>
                      <a:pt x="34559" y="10711"/>
                      <a:pt x="34559" y="10711"/>
                    </a:cubicBezTo>
                    <a:lnTo>
                      <a:pt x="34630" y="10711"/>
                    </a:lnTo>
                    <a:cubicBezTo>
                      <a:pt x="34630" y="10640"/>
                      <a:pt x="34630" y="10640"/>
                      <a:pt x="34630" y="10640"/>
                    </a:cubicBezTo>
                    <a:lnTo>
                      <a:pt x="34559" y="10640"/>
                    </a:lnTo>
                    <a:cubicBezTo>
                      <a:pt x="34559" y="10568"/>
                      <a:pt x="34559" y="10568"/>
                      <a:pt x="34559" y="10568"/>
                    </a:cubicBezTo>
                    <a:close/>
                    <a:moveTo>
                      <a:pt x="27775" y="10783"/>
                    </a:moveTo>
                    <a:cubicBezTo>
                      <a:pt x="27633" y="10925"/>
                      <a:pt x="27633" y="10925"/>
                      <a:pt x="27633" y="10925"/>
                    </a:cubicBezTo>
                    <a:cubicBezTo>
                      <a:pt x="27633" y="11068"/>
                      <a:pt x="27633" y="11068"/>
                      <a:pt x="27633" y="11068"/>
                    </a:cubicBezTo>
                    <a:lnTo>
                      <a:pt x="27704" y="11068"/>
                    </a:lnTo>
                    <a:cubicBezTo>
                      <a:pt x="27704" y="11140"/>
                      <a:pt x="27704" y="11140"/>
                      <a:pt x="27704" y="11140"/>
                    </a:cubicBezTo>
                    <a:lnTo>
                      <a:pt x="27775" y="11140"/>
                    </a:lnTo>
                    <a:cubicBezTo>
                      <a:pt x="28061" y="11068"/>
                      <a:pt x="28061" y="11068"/>
                      <a:pt x="28061" y="11068"/>
                    </a:cubicBezTo>
                    <a:cubicBezTo>
                      <a:pt x="28061" y="10997"/>
                      <a:pt x="28061" y="10997"/>
                      <a:pt x="28061" y="10997"/>
                    </a:cubicBezTo>
                    <a:cubicBezTo>
                      <a:pt x="27990" y="10854"/>
                      <a:pt x="27990" y="10854"/>
                      <a:pt x="27990" y="10854"/>
                    </a:cubicBezTo>
                    <a:cubicBezTo>
                      <a:pt x="27918" y="10783"/>
                      <a:pt x="27918" y="10783"/>
                      <a:pt x="27918" y="10783"/>
                    </a:cubicBezTo>
                    <a:close/>
                    <a:moveTo>
                      <a:pt x="34559" y="10925"/>
                    </a:moveTo>
                    <a:cubicBezTo>
                      <a:pt x="34487" y="10997"/>
                      <a:pt x="34416" y="11140"/>
                      <a:pt x="34416" y="11211"/>
                    </a:cubicBezTo>
                    <a:cubicBezTo>
                      <a:pt x="34416" y="11425"/>
                      <a:pt x="34202" y="11497"/>
                      <a:pt x="33987" y="11639"/>
                    </a:cubicBezTo>
                    <a:cubicBezTo>
                      <a:pt x="34059" y="11639"/>
                      <a:pt x="34059" y="11711"/>
                      <a:pt x="34059" y="11711"/>
                    </a:cubicBezTo>
                    <a:cubicBezTo>
                      <a:pt x="34130" y="11711"/>
                      <a:pt x="34202" y="11782"/>
                      <a:pt x="34273" y="11854"/>
                    </a:cubicBezTo>
                    <a:cubicBezTo>
                      <a:pt x="34344" y="11925"/>
                      <a:pt x="34344" y="11925"/>
                      <a:pt x="34416" y="11925"/>
                    </a:cubicBezTo>
                    <a:cubicBezTo>
                      <a:pt x="34487" y="11854"/>
                      <a:pt x="34487" y="11782"/>
                      <a:pt x="34487" y="11782"/>
                    </a:cubicBezTo>
                    <a:cubicBezTo>
                      <a:pt x="34559" y="11711"/>
                      <a:pt x="34773" y="11711"/>
                      <a:pt x="34773" y="11568"/>
                    </a:cubicBezTo>
                    <a:cubicBezTo>
                      <a:pt x="34701" y="11425"/>
                      <a:pt x="34701" y="11282"/>
                      <a:pt x="34773" y="11140"/>
                    </a:cubicBezTo>
                    <a:cubicBezTo>
                      <a:pt x="34773" y="11068"/>
                      <a:pt x="34773" y="11068"/>
                      <a:pt x="34773" y="11068"/>
                    </a:cubicBezTo>
                    <a:cubicBezTo>
                      <a:pt x="34701" y="10997"/>
                      <a:pt x="34630" y="10925"/>
                      <a:pt x="34559" y="10925"/>
                    </a:cubicBezTo>
                    <a:close/>
                    <a:moveTo>
                      <a:pt x="14852" y="10568"/>
                    </a:moveTo>
                    <a:cubicBezTo>
                      <a:pt x="14852" y="10640"/>
                      <a:pt x="14852" y="10711"/>
                      <a:pt x="14852" y="10854"/>
                    </a:cubicBezTo>
                    <a:cubicBezTo>
                      <a:pt x="14780" y="10925"/>
                      <a:pt x="14852" y="10997"/>
                      <a:pt x="14923" y="10997"/>
                    </a:cubicBezTo>
                    <a:cubicBezTo>
                      <a:pt x="14994" y="11068"/>
                      <a:pt x="15066" y="11140"/>
                      <a:pt x="14994" y="11282"/>
                    </a:cubicBezTo>
                    <a:cubicBezTo>
                      <a:pt x="14869" y="11533"/>
                      <a:pt x="14743" y="11950"/>
                      <a:pt x="15103" y="11950"/>
                    </a:cubicBezTo>
                    <a:cubicBezTo>
                      <a:pt x="15152" y="11950"/>
                      <a:pt x="15211" y="11942"/>
                      <a:pt x="15280" y="11925"/>
                    </a:cubicBezTo>
                    <a:cubicBezTo>
                      <a:pt x="15423" y="11854"/>
                      <a:pt x="15066" y="11782"/>
                      <a:pt x="15137" y="11711"/>
                    </a:cubicBezTo>
                    <a:cubicBezTo>
                      <a:pt x="15137" y="11711"/>
                      <a:pt x="15351" y="11639"/>
                      <a:pt x="15423" y="11568"/>
                    </a:cubicBezTo>
                    <a:cubicBezTo>
                      <a:pt x="15518" y="11568"/>
                      <a:pt x="15550" y="11600"/>
                      <a:pt x="15582" y="11600"/>
                    </a:cubicBezTo>
                    <a:cubicBezTo>
                      <a:pt x="15597" y="11600"/>
                      <a:pt x="15613" y="11592"/>
                      <a:pt x="15637" y="11568"/>
                    </a:cubicBezTo>
                    <a:cubicBezTo>
                      <a:pt x="15637" y="11497"/>
                      <a:pt x="15708" y="11140"/>
                      <a:pt x="15780" y="11140"/>
                    </a:cubicBezTo>
                    <a:lnTo>
                      <a:pt x="15851" y="11140"/>
                    </a:lnTo>
                    <a:cubicBezTo>
                      <a:pt x="15851" y="11140"/>
                      <a:pt x="15923" y="11068"/>
                      <a:pt x="15923" y="11068"/>
                    </a:cubicBezTo>
                    <a:lnTo>
                      <a:pt x="15851" y="11068"/>
                    </a:lnTo>
                    <a:cubicBezTo>
                      <a:pt x="15794" y="11068"/>
                      <a:pt x="15691" y="10977"/>
                      <a:pt x="15616" y="10977"/>
                    </a:cubicBezTo>
                    <a:cubicBezTo>
                      <a:pt x="15597" y="10977"/>
                      <a:pt x="15580" y="10982"/>
                      <a:pt x="15566" y="10997"/>
                    </a:cubicBezTo>
                    <a:cubicBezTo>
                      <a:pt x="15515" y="11047"/>
                      <a:pt x="15465" y="11098"/>
                      <a:pt x="15414" y="11098"/>
                    </a:cubicBezTo>
                    <a:cubicBezTo>
                      <a:pt x="15393" y="11098"/>
                      <a:pt x="15372" y="11089"/>
                      <a:pt x="15351" y="11068"/>
                    </a:cubicBezTo>
                    <a:lnTo>
                      <a:pt x="15209" y="11068"/>
                    </a:lnTo>
                    <a:cubicBezTo>
                      <a:pt x="15137" y="10997"/>
                      <a:pt x="15137" y="10925"/>
                      <a:pt x="15137" y="10854"/>
                    </a:cubicBezTo>
                    <a:cubicBezTo>
                      <a:pt x="15137" y="10711"/>
                      <a:pt x="14994" y="10711"/>
                      <a:pt x="14923" y="10640"/>
                    </a:cubicBezTo>
                    <a:cubicBezTo>
                      <a:pt x="14923" y="10568"/>
                      <a:pt x="14923" y="10568"/>
                      <a:pt x="14852" y="10568"/>
                    </a:cubicBezTo>
                    <a:close/>
                    <a:moveTo>
                      <a:pt x="18065" y="12068"/>
                    </a:moveTo>
                    <a:cubicBezTo>
                      <a:pt x="17993" y="12139"/>
                      <a:pt x="17993" y="12139"/>
                      <a:pt x="17993" y="12139"/>
                    </a:cubicBezTo>
                    <a:cubicBezTo>
                      <a:pt x="18065" y="12211"/>
                      <a:pt x="18065" y="12211"/>
                      <a:pt x="18065" y="12211"/>
                    </a:cubicBezTo>
                    <a:cubicBezTo>
                      <a:pt x="18065" y="12353"/>
                      <a:pt x="18065" y="12353"/>
                      <a:pt x="18065" y="12353"/>
                    </a:cubicBezTo>
                    <a:cubicBezTo>
                      <a:pt x="18136" y="12425"/>
                      <a:pt x="18136" y="12425"/>
                      <a:pt x="18136" y="12425"/>
                    </a:cubicBezTo>
                    <a:cubicBezTo>
                      <a:pt x="18136" y="12496"/>
                      <a:pt x="18136" y="12496"/>
                      <a:pt x="18136" y="12496"/>
                    </a:cubicBezTo>
                    <a:cubicBezTo>
                      <a:pt x="18208" y="12568"/>
                      <a:pt x="18208" y="12568"/>
                      <a:pt x="18208" y="12568"/>
                    </a:cubicBezTo>
                    <a:cubicBezTo>
                      <a:pt x="18279" y="12639"/>
                      <a:pt x="18279" y="12639"/>
                      <a:pt x="18279" y="12639"/>
                    </a:cubicBezTo>
                    <a:cubicBezTo>
                      <a:pt x="18279" y="12568"/>
                      <a:pt x="18279" y="12568"/>
                      <a:pt x="18279" y="12568"/>
                    </a:cubicBezTo>
                    <a:cubicBezTo>
                      <a:pt x="18279" y="12425"/>
                      <a:pt x="18279" y="12425"/>
                      <a:pt x="18279" y="12425"/>
                    </a:cubicBezTo>
                    <a:cubicBezTo>
                      <a:pt x="18279" y="12282"/>
                      <a:pt x="18279" y="12282"/>
                      <a:pt x="18279" y="12282"/>
                    </a:cubicBezTo>
                    <a:lnTo>
                      <a:pt x="18208" y="12139"/>
                    </a:lnTo>
                    <a:cubicBezTo>
                      <a:pt x="18136" y="12068"/>
                      <a:pt x="18136" y="12068"/>
                      <a:pt x="18136" y="12068"/>
                    </a:cubicBezTo>
                    <a:close/>
                    <a:moveTo>
                      <a:pt x="34916" y="12353"/>
                    </a:moveTo>
                    <a:cubicBezTo>
                      <a:pt x="34844" y="12425"/>
                      <a:pt x="34844" y="12425"/>
                      <a:pt x="34844" y="12425"/>
                    </a:cubicBezTo>
                    <a:cubicBezTo>
                      <a:pt x="34844" y="12496"/>
                      <a:pt x="34844" y="12496"/>
                      <a:pt x="34844" y="12496"/>
                    </a:cubicBezTo>
                    <a:cubicBezTo>
                      <a:pt x="34773" y="12568"/>
                      <a:pt x="34773" y="12568"/>
                      <a:pt x="34773" y="12568"/>
                    </a:cubicBezTo>
                    <a:cubicBezTo>
                      <a:pt x="34701" y="12639"/>
                      <a:pt x="34701" y="12639"/>
                      <a:pt x="34701" y="12639"/>
                    </a:cubicBezTo>
                    <a:lnTo>
                      <a:pt x="34773" y="12639"/>
                    </a:lnTo>
                    <a:cubicBezTo>
                      <a:pt x="34844" y="12568"/>
                      <a:pt x="34844" y="12568"/>
                      <a:pt x="34844" y="12568"/>
                    </a:cubicBezTo>
                    <a:lnTo>
                      <a:pt x="34916" y="12568"/>
                    </a:lnTo>
                    <a:cubicBezTo>
                      <a:pt x="34987" y="12496"/>
                      <a:pt x="34987" y="12496"/>
                      <a:pt x="34987" y="12496"/>
                    </a:cubicBezTo>
                    <a:cubicBezTo>
                      <a:pt x="34987" y="12425"/>
                      <a:pt x="34987" y="12425"/>
                      <a:pt x="34987" y="12425"/>
                    </a:cubicBezTo>
                    <a:lnTo>
                      <a:pt x="34987" y="12353"/>
                    </a:lnTo>
                    <a:close/>
                    <a:moveTo>
                      <a:pt x="32702" y="12853"/>
                    </a:moveTo>
                    <a:cubicBezTo>
                      <a:pt x="32702" y="12925"/>
                      <a:pt x="32702" y="12925"/>
                      <a:pt x="32702" y="12925"/>
                    </a:cubicBezTo>
                    <a:cubicBezTo>
                      <a:pt x="32702" y="12996"/>
                      <a:pt x="32702" y="12996"/>
                      <a:pt x="32702" y="12996"/>
                    </a:cubicBezTo>
                    <a:cubicBezTo>
                      <a:pt x="32702" y="13067"/>
                      <a:pt x="32702" y="13067"/>
                      <a:pt x="32702" y="13067"/>
                    </a:cubicBezTo>
                    <a:cubicBezTo>
                      <a:pt x="32774" y="12996"/>
                      <a:pt x="32774" y="12996"/>
                      <a:pt x="32774" y="12996"/>
                    </a:cubicBezTo>
                    <a:cubicBezTo>
                      <a:pt x="32774" y="12925"/>
                      <a:pt x="32774" y="12925"/>
                      <a:pt x="32774" y="12925"/>
                    </a:cubicBezTo>
                    <a:cubicBezTo>
                      <a:pt x="32845" y="12853"/>
                      <a:pt x="32845" y="12853"/>
                      <a:pt x="32845" y="12853"/>
                    </a:cubicBezTo>
                    <a:close/>
                    <a:moveTo>
                      <a:pt x="35130" y="13996"/>
                    </a:moveTo>
                    <a:cubicBezTo>
                      <a:pt x="35058" y="14067"/>
                      <a:pt x="35058" y="14067"/>
                      <a:pt x="35058" y="14067"/>
                    </a:cubicBezTo>
                    <a:cubicBezTo>
                      <a:pt x="35058" y="14138"/>
                      <a:pt x="35058" y="14138"/>
                      <a:pt x="35058" y="14138"/>
                    </a:cubicBezTo>
                    <a:lnTo>
                      <a:pt x="35130" y="14138"/>
                    </a:lnTo>
                    <a:cubicBezTo>
                      <a:pt x="35130" y="14067"/>
                      <a:pt x="35130" y="14067"/>
                      <a:pt x="35130" y="14067"/>
                    </a:cubicBezTo>
                    <a:cubicBezTo>
                      <a:pt x="35130" y="13996"/>
                      <a:pt x="35130" y="13996"/>
                      <a:pt x="35130" y="13996"/>
                    </a:cubicBezTo>
                    <a:close/>
                    <a:moveTo>
                      <a:pt x="35298" y="13691"/>
                    </a:moveTo>
                    <a:cubicBezTo>
                      <a:pt x="35228" y="13691"/>
                      <a:pt x="35157" y="13795"/>
                      <a:pt x="35273" y="13853"/>
                    </a:cubicBezTo>
                    <a:cubicBezTo>
                      <a:pt x="35296" y="13877"/>
                      <a:pt x="35320" y="13885"/>
                      <a:pt x="35341" y="13885"/>
                    </a:cubicBezTo>
                    <a:cubicBezTo>
                      <a:pt x="35384" y="13885"/>
                      <a:pt x="35415" y="13853"/>
                      <a:pt x="35415" y="13853"/>
                    </a:cubicBezTo>
                    <a:lnTo>
                      <a:pt x="35487" y="13853"/>
                    </a:lnTo>
                    <a:cubicBezTo>
                      <a:pt x="35630" y="13924"/>
                      <a:pt x="35415" y="13996"/>
                      <a:pt x="35487" y="14067"/>
                    </a:cubicBezTo>
                    <a:cubicBezTo>
                      <a:pt x="35558" y="14138"/>
                      <a:pt x="35576" y="14156"/>
                      <a:pt x="35603" y="14156"/>
                    </a:cubicBezTo>
                    <a:cubicBezTo>
                      <a:pt x="35630" y="14156"/>
                      <a:pt x="35665" y="14138"/>
                      <a:pt x="35772" y="14138"/>
                    </a:cubicBezTo>
                    <a:cubicBezTo>
                      <a:pt x="35844" y="14138"/>
                      <a:pt x="36201" y="13996"/>
                      <a:pt x="36129" y="13853"/>
                    </a:cubicBezTo>
                    <a:lnTo>
                      <a:pt x="36058" y="13853"/>
                    </a:lnTo>
                    <a:cubicBezTo>
                      <a:pt x="36034" y="13829"/>
                      <a:pt x="36002" y="13821"/>
                      <a:pt x="35968" y="13821"/>
                    </a:cubicBezTo>
                    <a:cubicBezTo>
                      <a:pt x="35899" y="13821"/>
                      <a:pt x="35820" y="13853"/>
                      <a:pt x="35772" y="13853"/>
                    </a:cubicBezTo>
                    <a:cubicBezTo>
                      <a:pt x="35630" y="13781"/>
                      <a:pt x="35487" y="13710"/>
                      <a:pt x="35344" y="13710"/>
                    </a:cubicBezTo>
                    <a:cubicBezTo>
                      <a:pt x="35330" y="13696"/>
                      <a:pt x="35314" y="13691"/>
                      <a:pt x="35298" y="13691"/>
                    </a:cubicBezTo>
                    <a:close/>
                    <a:moveTo>
                      <a:pt x="3642" y="22350"/>
                    </a:moveTo>
                    <a:cubicBezTo>
                      <a:pt x="3570" y="22421"/>
                      <a:pt x="3570" y="22421"/>
                      <a:pt x="3570" y="22421"/>
                    </a:cubicBezTo>
                    <a:lnTo>
                      <a:pt x="3713" y="22421"/>
                    </a:lnTo>
                    <a:cubicBezTo>
                      <a:pt x="3642" y="22350"/>
                      <a:pt x="3642" y="22350"/>
                      <a:pt x="3642" y="22350"/>
                    </a:cubicBezTo>
                    <a:close/>
                    <a:moveTo>
                      <a:pt x="571" y="22278"/>
                    </a:moveTo>
                    <a:cubicBezTo>
                      <a:pt x="500" y="22350"/>
                      <a:pt x="500" y="22350"/>
                      <a:pt x="500" y="22350"/>
                    </a:cubicBezTo>
                    <a:cubicBezTo>
                      <a:pt x="571" y="22492"/>
                      <a:pt x="571" y="22492"/>
                      <a:pt x="571" y="22492"/>
                    </a:cubicBezTo>
                    <a:lnTo>
                      <a:pt x="643" y="22492"/>
                    </a:lnTo>
                    <a:cubicBezTo>
                      <a:pt x="643" y="22421"/>
                      <a:pt x="643" y="22421"/>
                      <a:pt x="643" y="22421"/>
                    </a:cubicBezTo>
                    <a:cubicBezTo>
                      <a:pt x="643" y="22350"/>
                      <a:pt x="643" y="22350"/>
                      <a:pt x="643" y="22350"/>
                    </a:cubicBezTo>
                    <a:cubicBezTo>
                      <a:pt x="571" y="22278"/>
                      <a:pt x="571" y="22278"/>
                      <a:pt x="571" y="22278"/>
                    </a:cubicBezTo>
                    <a:close/>
                    <a:moveTo>
                      <a:pt x="0" y="22421"/>
                    </a:moveTo>
                    <a:cubicBezTo>
                      <a:pt x="0" y="22492"/>
                      <a:pt x="0" y="22492"/>
                      <a:pt x="0" y="22492"/>
                    </a:cubicBezTo>
                    <a:cubicBezTo>
                      <a:pt x="0" y="22564"/>
                      <a:pt x="0" y="22564"/>
                      <a:pt x="0" y="22564"/>
                    </a:cubicBezTo>
                    <a:cubicBezTo>
                      <a:pt x="72" y="22492"/>
                      <a:pt x="72" y="22492"/>
                      <a:pt x="72" y="22492"/>
                    </a:cubicBezTo>
                    <a:cubicBezTo>
                      <a:pt x="72" y="22421"/>
                      <a:pt x="72" y="22421"/>
                      <a:pt x="72" y="22421"/>
                    </a:cubicBezTo>
                    <a:close/>
                    <a:moveTo>
                      <a:pt x="3142" y="22635"/>
                    </a:moveTo>
                    <a:cubicBezTo>
                      <a:pt x="3070" y="22707"/>
                      <a:pt x="3070" y="22707"/>
                      <a:pt x="3070" y="22707"/>
                    </a:cubicBezTo>
                    <a:cubicBezTo>
                      <a:pt x="3142" y="22778"/>
                      <a:pt x="3142" y="22778"/>
                      <a:pt x="3142" y="22778"/>
                    </a:cubicBezTo>
                    <a:lnTo>
                      <a:pt x="3213" y="22778"/>
                    </a:lnTo>
                    <a:cubicBezTo>
                      <a:pt x="3213" y="22707"/>
                      <a:pt x="3213" y="22707"/>
                      <a:pt x="3213" y="22707"/>
                    </a:cubicBezTo>
                    <a:lnTo>
                      <a:pt x="3142" y="22707"/>
                    </a:lnTo>
                    <a:cubicBezTo>
                      <a:pt x="3142" y="22635"/>
                      <a:pt x="3142" y="22635"/>
                      <a:pt x="3142" y="22635"/>
                    </a:cubicBezTo>
                    <a:close/>
                    <a:moveTo>
                      <a:pt x="25419" y="22635"/>
                    </a:moveTo>
                    <a:cubicBezTo>
                      <a:pt x="25419" y="22778"/>
                      <a:pt x="25419" y="22778"/>
                      <a:pt x="25419" y="22778"/>
                    </a:cubicBezTo>
                    <a:cubicBezTo>
                      <a:pt x="25562" y="22707"/>
                      <a:pt x="25562" y="22707"/>
                      <a:pt x="25562" y="22707"/>
                    </a:cubicBezTo>
                    <a:cubicBezTo>
                      <a:pt x="25491" y="22635"/>
                      <a:pt x="25491" y="22635"/>
                      <a:pt x="25491" y="22635"/>
                    </a:cubicBezTo>
                    <a:close/>
                    <a:moveTo>
                      <a:pt x="5355" y="22921"/>
                    </a:moveTo>
                    <a:cubicBezTo>
                      <a:pt x="5355" y="22992"/>
                      <a:pt x="5355" y="22992"/>
                      <a:pt x="5355" y="22992"/>
                    </a:cubicBezTo>
                    <a:cubicBezTo>
                      <a:pt x="5355" y="23064"/>
                      <a:pt x="5355" y="23064"/>
                      <a:pt x="5355" y="23064"/>
                    </a:cubicBezTo>
                    <a:lnTo>
                      <a:pt x="5355" y="23135"/>
                    </a:lnTo>
                    <a:cubicBezTo>
                      <a:pt x="5427" y="23206"/>
                      <a:pt x="5427" y="23206"/>
                      <a:pt x="5427" y="23206"/>
                    </a:cubicBezTo>
                    <a:cubicBezTo>
                      <a:pt x="5427" y="23135"/>
                      <a:pt x="5427" y="23135"/>
                      <a:pt x="5427" y="23135"/>
                    </a:cubicBezTo>
                    <a:lnTo>
                      <a:pt x="5498" y="23135"/>
                    </a:lnTo>
                    <a:cubicBezTo>
                      <a:pt x="5569" y="23064"/>
                      <a:pt x="5569" y="23064"/>
                      <a:pt x="5569" y="23064"/>
                    </a:cubicBezTo>
                    <a:cubicBezTo>
                      <a:pt x="5569" y="22992"/>
                      <a:pt x="5569" y="22992"/>
                      <a:pt x="5569" y="22992"/>
                    </a:cubicBezTo>
                    <a:cubicBezTo>
                      <a:pt x="5498" y="22921"/>
                      <a:pt x="5498" y="22921"/>
                      <a:pt x="5498" y="22921"/>
                    </a:cubicBezTo>
                    <a:close/>
                    <a:moveTo>
                      <a:pt x="5498" y="23135"/>
                    </a:moveTo>
                    <a:cubicBezTo>
                      <a:pt x="5427" y="23206"/>
                      <a:pt x="5427" y="23206"/>
                      <a:pt x="5427" y="23206"/>
                    </a:cubicBezTo>
                    <a:lnTo>
                      <a:pt x="5355" y="23206"/>
                    </a:lnTo>
                    <a:cubicBezTo>
                      <a:pt x="5355" y="23278"/>
                      <a:pt x="5355" y="23278"/>
                      <a:pt x="5355" y="23278"/>
                    </a:cubicBezTo>
                    <a:cubicBezTo>
                      <a:pt x="5355" y="23349"/>
                      <a:pt x="5355" y="23349"/>
                      <a:pt x="5355" y="23349"/>
                    </a:cubicBezTo>
                    <a:lnTo>
                      <a:pt x="5498" y="23349"/>
                    </a:lnTo>
                    <a:cubicBezTo>
                      <a:pt x="5498" y="23278"/>
                      <a:pt x="5498" y="23278"/>
                      <a:pt x="5498" y="23278"/>
                    </a:cubicBezTo>
                    <a:cubicBezTo>
                      <a:pt x="5498" y="23206"/>
                      <a:pt x="5498" y="23206"/>
                      <a:pt x="5498" y="23206"/>
                    </a:cubicBezTo>
                    <a:cubicBezTo>
                      <a:pt x="5498" y="23135"/>
                      <a:pt x="5498" y="23135"/>
                      <a:pt x="5498" y="23135"/>
                    </a:cubicBezTo>
                    <a:close/>
                    <a:moveTo>
                      <a:pt x="500" y="22492"/>
                    </a:moveTo>
                    <a:cubicBezTo>
                      <a:pt x="286" y="22492"/>
                      <a:pt x="72" y="22849"/>
                      <a:pt x="143" y="22992"/>
                    </a:cubicBezTo>
                    <a:cubicBezTo>
                      <a:pt x="214" y="23064"/>
                      <a:pt x="286" y="23206"/>
                      <a:pt x="357" y="23278"/>
                    </a:cubicBezTo>
                    <a:cubicBezTo>
                      <a:pt x="388" y="23267"/>
                      <a:pt x="417" y="23263"/>
                      <a:pt x="443" y="23263"/>
                    </a:cubicBezTo>
                    <a:cubicBezTo>
                      <a:pt x="568" y="23263"/>
                      <a:pt x="637" y="23364"/>
                      <a:pt x="727" y="23364"/>
                    </a:cubicBezTo>
                    <a:cubicBezTo>
                      <a:pt x="745" y="23364"/>
                      <a:pt x="765" y="23360"/>
                      <a:pt x="786" y="23349"/>
                    </a:cubicBezTo>
                    <a:cubicBezTo>
                      <a:pt x="928" y="23349"/>
                      <a:pt x="928" y="23206"/>
                      <a:pt x="857" y="23206"/>
                    </a:cubicBezTo>
                    <a:cubicBezTo>
                      <a:pt x="786" y="23135"/>
                      <a:pt x="857" y="23064"/>
                      <a:pt x="786" y="23064"/>
                    </a:cubicBezTo>
                    <a:cubicBezTo>
                      <a:pt x="786" y="22992"/>
                      <a:pt x="714" y="22992"/>
                      <a:pt x="643" y="22992"/>
                    </a:cubicBezTo>
                    <a:cubicBezTo>
                      <a:pt x="571" y="22921"/>
                      <a:pt x="571" y="22778"/>
                      <a:pt x="571" y="22635"/>
                    </a:cubicBezTo>
                    <a:cubicBezTo>
                      <a:pt x="571" y="22635"/>
                      <a:pt x="571" y="22564"/>
                      <a:pt x="500" y="22492"/>
                    </a:cubicBezTo>
                    <a:close/>
                    <a:moveTo>
                      <a:pt x="5028" y="22174"/>
                    </a:moveTo>
                    <a:cubicBezTo>
                      <a:pt x="4995" y="22174"/>
                      <a:pt x="4961" y="22184"/>
                      <a:pt x="4927" y="22207"/>
                    </a:cubicBezTo>
                    <a:cubicBezTo>
                      <a:pt x="4855" y="22207"/>
                      <a:pt x="4927" y="22278"/>
                      <a:pt x="4927" y="22350"/>
                    </a:cubicBezTo>
                    <a:cubicBezTo>
                      <a:pt x="4908" y="22406"/>
                      <a:pt x="4884" y="22428"/>
                      <a:pt x="4858" y="22428"/>
                    </a:cubicBezTo>
                    <a:cubicBezTo>
                      <a:pt x="4785" y="22428"/>
                      <a:pt x="4694" y="22259"/>
                      <a:pt x="4641" y="22207"/>
                    </a:cubicBezTo>
                    <a:cubicBezTo>
                      <a:pt x="4625" y="22201"/>
                      <a:pt x="4609" y="22199"/>
                      <a:pt x="4595" y="22199"/>
                    </a:cubicBezTo>
                    <a:cubicBezTo>
                      <a:pt x="4440" y="22199"/>
                      <a:pt x="4419" y="22500"/>
                      <a:pt x="4315" y="22500"/>
                    </a:cubicBezTo>
                    <a:cubicBezTo>
                      <a:pt x="4305" y="22500"/>
                      <a:pt x="4295" y="22498"/>
                      <a:pt x="4284" y="22492"/>
                    </a:cubicBezTo>
                    <a:cubicBezTo>
                      <a:pt x="4208" y="22480"/>
                      <a:pt x="4153" y="22474"/>
                      <a:pt x="4112" y="22474"/>
                    </a:cubicBezTo>
                    <a:cubicBezTo>
                      <a:pt x="3925" y="22474"/>
                      <a:pt x="4070" y="22602"/>
                      <a:pt x="4070" y="22778"/>
                    </a:cubicBezTo>
                    <a:cubicBezTo>
                      <a:pt x="4046" y="22802"/>
                      <a:pt x="4014" y="22810"/>
                      <a:pt x="3980" y="22810"/>
                    </a:cubicBezTo>
                    <a:cubicBezTo>
                      <a:pt x="3911" y="22810"/>
                      <a:pt x="3832" y="22778"/>
                      <a:pt x="3784" y="22778"/>
                    </a:cubicBezTo>
                    <a:cubicBezTo>
                      <a:pt x="3642" y="22849"/>
                      <a:pt x="3856" y="22992"/>
                      <a:pt x="3927" y="23135"/>
                    </a:cubicBezTo>
                    <a:cubicBezTo>
                      <a:pt x="4070" y="23278"/>
                      <a:pt x="4141" y="23278"/>
                      <a:pt x="4284" y="23278"/>
                    </a:cubicBezTo>
                    <a:cubicBezTo>
                      <a:pt x="4400" y="23336"/>
                      <a:pt x="4562" y="23440"/>
                      <a:pt x="4695" y="23440"/>
                    </a:cubicBezTo>
                    <a:cubicBezTo>
                      <a:pt x="4727" y="23440"/>
                      <a:pt x="4757" y="23434"/>
                      <a:pt x="4784" y="23421"/>
                    </a:cubicBezTo>
                    <a:lnTo>
                      <a:pt x="4855" y="23421"/>
                    </a:lnTo>
                    <a:cubicBezTo>
                      <a:pt x="4927" y="23421"/>
                      <a:pt x="4927" y="23206"/>
                      <a:pt x="4998" y="23135"/>
                    </a:cubicBezTo>
                    <a:cubicBezTo>
                      <a:pt x="5070" y="23064"/>
                      <a:pt x="4998" y="22992"/>
                      <a:pt x="5070" y="22992"/>
                    </a:cubicBezTo>
                    <a:cubicBezTo>
                      <a:pt x="5284" y="22992"/>
                      <a:pt x="5284" y="22707"/>
                      <a:pt x="5284" y="22635"/>
                    </a:cubicBezTo>
                    <a:cubicBezTo>
                      <a:pt x="5344" y="22455"/>
                      <a:pt x="5202" y="22174"/>
                      <a:pt x="5028" y="22174"/>
                    </a:cubicBezTo>
                    <a:close/>
                    <a:moveTo>
                      <a:pt x="5926" y="23349"/>
                    </a:moveTo>
                    <a:lnTo>
                      <a:pt x="5855" y="23421"/>
                    </a:lnTo>
                    <a:lnTo>
                      <a:pt x="5784" y="23421"/>
                    </a:lnTo>
                    <a:cubicBezTo>
                      <a:pt x="5784" y="23492"/>
                      <a:pt x="5784" y="23492"/>
                      <a:pt x="5784" y="23492"/>
                    </a:cubicBezTo>
                    <a:lnTo>
                      <a:pt x="5998" y="23492"/>
                    </a:lnTo>
                    <a:cubicBezTo>
                      <a:pt x="5998" y="23421"/>
                      <a:pt x="5998" y="23421"/>
                      <a:pt x="5998" y="23421"/>
                    </a:cubicBezTo>
                    <a:cubicBezTo>
                      <a:pt x="5998" y="23349"/>
                      <a:pt x="5998" y="23349"/>
                      <a:pt x="5998" y="23349"/>
                    </a:cubicBezTo>
                    <a:close/>
                    <a:moveTo>
                      <a:pt x="26419" y="23064"/>
                    </a:moveTo>
                    <a:cubicBezTo>
                      <a:pt x="26276" y="23064"/>
                      <a:pt x="26205" y="23206"/>
                      <a:pt x="26276" y="23278"/>
                    </a:cubicBezTo>
                    <a:lnTo>
                      <a:pt x="26419" y="23278"/>
                    </a:lnTo>
                    <a:cubicBezTo>
                      <a:pt x="26490" y="23349"/>
                      <a:pt x="26419" y="23421"/>
                      <a:pt x="26419" y="23492"/>
                    </a:cubicBezTo>
                    <a:cubicBezTo>
                      <a:pt x="26562" y="23492"/>
                      <a:pt x="26562" y="23421"/>
                      <a:pt x="26704" y="23349"/>
                    </a:cubicBezTo>
                    <a:cubicBezTo>
                      <a:pt x="26776" y="23278"/>
                      <a:pt x="26704" y="23206"/>
                      <a:pt x="26704" y="23206"/>
                    </a:cubicBezTo>
                    <a:cubicBezTo>
                      <a:pt x="26633" y="23135"/>
                      <a:pt x="26490" y="23064"/>
                      <a:pt x="26419" y="23064"/>
                    </a:cubicBezTo>
                    <a:close/>
                    <a:moveTo>
                      <a:pt x="2928" y="22992"/>
                    </a:moveTo>
                    <a:cubicBezTo>
                      <a:pt x="2928" y="23064"/>
                      <a:pt x="2928" y="23064"/>
                      <a:pt x="2928" y="23064"/>
                    </a:cubicBezTo>
                    <a:cubicBezTo>
                      <a:pt x="2856" y="23135"/>
                      <a:pt x="2856" y="23135"/>
                      <a:pt x="2856" y="23135"/>
                    </a:cubicBezTo>
                    <a:cubicBezTo>
                      <a:pt x="2856" y="23206"/>
                      <a:pt x="2856" y="23206"/>
                      <a:pt x="2856" y="23206"/>
                    </a:cubicBezTo>
                    <a:cubicBezTo>
                      <a:pt x="2856" y="23278"/>
                      <a:pt x="2856" y="23278"/>
                      <a:pt x="2856" y="23278"/>
                    </a:cubicBezTo>
                    <a:lnTo>
                      <a:pt x="2928" y="23278"/>
                    </a:lnTo>
                    <a:cubicBezTo>
                      <a:pt x="2999" y="23349"/>
                      <a:pt x="2999" y="23349"/>
                      <a:pt x="2999" y="23349"/>
                    </a:cubicBezTo>
                    <a:cubicBezTo>
                      <a:pt x="2999" y="23421"/>
                      <a:pt x="2999" y="23421"/>
                      <a:pt x="2999" y="23421"/>
                    </a:cubicBezTo>
                    <a:cubicBezTo>
                      <a:pt x="2999" y="23492"/>
                      <a:pt x="2999" y="23492"/>
                      <a:pt x="2999" y="23492"/>
                    </a:cubicBezTo>
                    <a:lnTo>
                      <a:pt x="3070" y="23492"/>
                    </a:lnTo>
                    <a:cubicBezTo>
                      <a:pt x="3142" y="23563"/>
                      <a:pt x="3142" y="23563"/>
                      <a:pt x="3142" y="23563"/>
                    </a:cubicBezTo>
                    <a:cubicBezTo>
                      <a:pt x="3142" y="23492"/>
                      <a:pt x="3142" y="23492"/>
                      <a:pt x="3142" y="23492"/>
                    </a:cubicBezTo>
                    <a:cubicBezTo>
                      <a:pt x="3142" y="23421"/>
                      <a:pt x="3142" y="23421"/>
                      <a:pt x="3142" y="23421"/>
                    </a:cubicBezTo>
                    <a:cubicBezTo>
                      <a:pt x="3070" y="23206"/>
                      <a:pt x="3070" y="23206"/>
                      <a:pt x="3070" y="23206"/>
                    </a:cubicBezTo>
                    <a:lnTo>
                      <a:pt x="3142" y="23206"/>
                    </a:lnTo>
                    <a:cubicBezTo>
                      <a:pt x="3142" y="23135"/>
                      <a:pt x="3142" y="23135"/>
                      <a:pt x="3142" y="23135"/>
                    </a:cubicBezTo>
                    <a:cubicBezTo>
                      <a:pt x="3070" y="23064"/>
                      <a:pt x="3070" y="23064"/>
                      <a:pt x="3070" y="23064"/>
                    </a:cubicBezTo>
                    <a:cubicBezTo>
                      <a:pt x="2999" y="22992"/>
                      <a:pt x="2999" y="22992"/>
                      <a:pt x="2999" y="22992"/>
                    </a:cubicBezTo>
                    <a:close/>
                    <a:moveTo>
                      <a:pt x="9282" y="23135"/>
                    </a:moveTo>
                    <a:cubicBezTo>
                      <a:pt x="9282" y="23206"/>
                      <a:pt x="9282" y="23206"/>
                      <a:pt x="9282" y="23206"/>
                    </a:cubicBezTo>
                    <a:cubicBezTo>
                      <a:pt x="9425" y="23349"/>
                      <a:pt x="9425" y="23349"/>
                      <a:pt x="9425" y="23349"/>
                    </a:cubicBezTo>
                    <a:lnTo>
                      <a:pt x="9497" y="23349"/>
                    </a:lnTo>
                    <a:cubicBezTo>
                      <a:pt x="9497" y="23492"/>
                      <a:pt x="9497" y="23492"/>
                      <a:pt x="9497" y="23492"/>
                    </a:cubicBezTo>
                    <a:cubicBezTo>
                      <a:pt x="9497" y="23563"/>
                      <a:pt x="9497" y="23563"/>
                      <a:pt x="9497" y="23563"/>
                    </a:cubicBezTo>
                    <a:cubicBezTo>
                      <a:pt x="9497" y="23635"/>
                      <a:pt x="9497" y="23635"/>
                      <a:pt x="9497" y="23635"/>
                    </a:cubicBezTo>
                    <a:cubicBezTo>
                      <a:pt x="9568" y="23563"/>
                      <a:pt x="9568" y="23563"/>
                      <a:pt x="9568" y="23563"/>
                    </a:cubicBezTo>
                    <a:lnTo>
                      <a:pt x="9639" y="23563"/>
                    </a:lnTo>
                    <a:cubicBezTo>
                      <a:pt x="9639" y="23492"/>
                      <a:pt x="9639" y="23492"/>
                      <a:pt x="9639" y="23492"/>
                    </a:cubicBezTo>
                    <a:cubicBezTo>
                      <a:pt x="9639" y="23421"/>
                      <a:pt x="9639" y="23421"/>
                      <a:pt x="9639" y="23421"/>
                    </a:cubicBezTo>
                    <a:cubicBezTo>
                      <a:pt x="9639" y="23349"/>
                      <a:pt x="9639" y="23349"/>
                      <a:pt x="9639" y="23349"/>
                    </a:cubicBezTo>
                    <a:cubicBezTo>
                      <a:pt x="9568" y="23278"/>
                      <a:pt x="9568" y="23278"/>
                      <a:pt x="9568" y="23278"/>
                    </a:cubicBezTo>
                    <a:cubicBezTo>
                      <a:pt x="9568" y="23206"/>
                      <a:pt x="9568" y="23206"/>
                      <a:pt x="9568" y="23206"/>
                    </a:cubicBezTo>
                    <a:lnTo>
                      <a:pt x="9497" y="23206"/>
                    </a:lnTo>
                    <a:cubicBezTo>
                      <a:pt x="9425" y="23135"/>
                      <a:pt x="9425" y="23135"/>
                      <a:pt x="9425" y="23135"/>
                    </a:cubicBezTo>
                    <a:close/>
                    <a:moveTo>
                      <a:pt x="3642" y="23135"/>
                    </a:moveTo>
                    <a:cubicBezTo>
                      <a:pt x="3570" y="23135"/>
                      <a:pt x="3570" y="23278"/>
                      <a:pt x="3570" y="23278"/>
                    </a:cubicBezTo>
                    <a:cubicBezTo>
                      <a:pt x="3570" y="23278"/>
                      <a:pt x="3499" y="23206"/>
                      <a:pt x="3427" y="23206"/>
                    </a:cubicBezTo>
                    <a:cubicBezTo>
                      <a:pt x="3285" y="23206"/>
                      <a:pt x="3356" y="23492"/>
                      <a:pt x="3499" y="23563"/>
                    </a:cubicBezTo>
                    <a:cubicBezTo>
                      <a:pt x="3570" y="23563"/>
                      <a:pt x="3713" y="23635"/>
                      <a:pt x="3784" y="23706"/>
                    </a:cubicBezTo>
                    <a:cubicBezTo>
                      <a:pt x="3835" y="23723"/>
                      <a:pt x="3890" y="23732"/>
                      <a:pt x="3941" y="23732"/>
                    </a:cubicBezTo>
                    <a:cubicBezTo>
                      <a:pt x="4106" y="23732"/>
                      <a:pt x="4234" y="23639"/>
                      <a:pt x="4070" y="23421"/>
                    </a:cubicBezTo>
                    <a:cubicBezTo>
                      <a:pt x="3927" y="23278"/>
                      <a:pt x="3713" y="23278"/>
                      <a:pt x="3642" y="23135"/>
                    </a:cubicBezTo>
                    <a:close/>
                    <a:moveTo>
                      <a:pt x="5284" y="23492"/>
                    </a:moveTo>
                    <a:cubicBezTo>
                      <a:pt x="5284" y="23563"/>
                      <a:pt x="5284" y="23563"/>
                      <a:pt x="5284" y="23563"/>
                    </a:cubicBezTo>
                    <a:cubicBezTo>
                      <a:pt x="5284" y="23635"/>
                      <a:pt x="5284" y="23635"/>
                      <a:pt x="5284" y="23635"/>
                    </a:cubicBezTo>
                    <a:cubicBezTo>
                      <a:pt x="5284" y="23706"/>
                      <a:pt x="5284" y="23706"/>
                      <a:pt x="5284" y="23706"/>
                    </a:cubicBezTo>
                    <a:cubicBezTo>
                      <a:pt x="5355" y="23778"/>
                      <a:pt x="5355" y="23778"/>
                      <a:pt x="5355" y="23778"/>
                    </a:cubicBezTo>
                    <a:cubicBezTo>
                      <a:pt x="5355" y="23706"/>
                      <a:pt x="5355" y="23706"/>
                      <a:pt x="5355" y="23706"/>
                    </a:cubicBezTo>
                    <a:lnTo>
                      <a:pt x="5569" y="23706"/>
                    </a:lnTo>
                    <a:cubicBezTo>
                      <a:pt x="5569" y="23635"/>
                      <a:pt x="5569" y="23635"/>
                      <a:pt x="5569" y="23635"/>
                    </a:cubicBezTo>
                    <a:cubicBezTo>
                      <a:pt x="5427" y="23563"/>
                      <a:pt x="5427" y="23563"/>
                      <a:pt x="5427" y="23563"/>
                    </a:cubicBezTo>
                    <a:lnTo>
                      <a:pt x="5427" y="23492"/>
                    </a:lnTo>
                    <a:close/>
                    <a:moveTo>
                      <a:pt x="25633" y="23492"/>
                    </a:moveTo>
                    <a:cubicBezTo>
                      <a:pt x="25633" y="23563"/>
                      <a:pt x="25633" y="23563"/>
                      <a:pt x="25633" y="23563"/>
                    </a:cubicBezTo>
                    <a:cubicBezTo>
                      <a:pt x="25633" y="23635"/>
                      <a:pt x="25633" y="23635"/>
                      <a:pt x="25633" y="23635"/>
                    </a:cubicBezTo>
                    <a:lnTo>
                      <a:pt x="25705" y="23635"/>
                    </a:lnTo>
                    <a:cubicBezTo>
                      <a:pt x="25705" y="23706"/>
                      <a:pt x="25705" y="23706"/>
                      <a:pt x="25705" y="23706"/>
                    </a:cubicBezTo>
                    <a:cubicBezTo>
                      <a:pt x="25776" y="23778"/>
                      <a:pt x="25776" y="23778"/>
                      <a:pt x="25776" y="23778"/>
                    </a:cubicBezTo>
                    <a:lnTo>
                      <a:pt x="25919" y="23778"/>
                    </a:lnTo>
                    <a:cubicBezTo>
                      <a:pt x="25848" y="23635"/>
                      <a:pt x="25848" y="23635"/>
                      <a:pt x="25848" y="23635"/>
                    </a:cubicBezTo>
                    <a:lnTo>
                      <a:pt x="25919" y="23635"/>
                    </a:lnTo>
                    <a:cubicBezTo>
                      <a:pt x="25919" y="23492"/>
                      <a:pt x="25919" y="23492"/>
                      <a:pt x="25919" y="23492"/>
                    </a:cubicBezTo>
                    <a:close/>
                    <a:moveTo>
                      <a:pt x="4713" y="23492"/>
                    </a:moveTo>
                    <a:cubicBezTo>
                      <a:pt x="4641" y="23563"/>
                      <a:pt x="4641" y="23563"/>
                      <a:pt x="4641" y="23563"/>
                    </a:cubicBezTo>
                    <a:cubicBezTo>
                      <a:pt x="4641" y="23706"/>
                      <a:pt x="4641" y="23706"/>
                      <a:pt x="4641" y="23706"/>
                    </a:cubicBezTo>
                    <a:cubicBezTo>
                      <a:pt x="4641" y="23778"/>
                      <a:pt x="4641" y="23778"/>
                      <a:pt x="4641" y="23778"/>
                    </a:cubicBezTo>
                    <a:lnTo>
                      <a:pt x="4713" y="23778"/>
                    </a:lnTo>
                    <a:cubicBezTo>
                      <a:pt x="4713" y="23849"/>
                      <a:pt x="4713" y="23849"/>
                      <a:pt x="4713" y="23849"/>
                    </a:cubicBezTo>
                    <a:cubicBezTo>
                      <a:pt x="4784" y="23778"/>
                      <a:pt x="4784" y="23778"/>
                      <a:pt x="4784" y="23778"/>
                    </a:cubicBezTo>
                    <a:cubicBezTo>
                      <a:pt x="4855" y="23706"/>
                      <a:pt x="4855" y="23706"/>
                      <a:pt x="4855" y="23706"/>
                    </a:cubicBezTo>
                    <a:lnTo>
                      <a:pt x="4855" y="23635"/>
                    </a:lnTo>
                    <a:cubicBezTo>
                      <a:pt x="4784" y="23563"/>
                      <a:pt x="4784" y="23563"/>
                      <a:pt x="4784" y="23563"/>
                    </a:cubicBezTo>
                    <a:cubicBezTo>
                      <a:pt x="4713" y="23492"/>
                      <a:pt x="4713" y="23492"/>
                      <a:pt x="4713" y="23492"/>
                    </a:cubicBezTo>
                    <a:close/>
                    <a:moveTo>
                      <a:pt x="4641" y="23849"/>
                    </a:moveTo>
                    <a:cubicBezTo>
                      <a:pt x="4641" y="23920"/>
                      <a:pt x="4641" y="23920"/>
                      <a:pt x="4641" y="23920"/>
                    </a:cubicBezTo>
                    <a:lnTo>
                      <a:pt x="4570" y="23920"/>
                    </a:lnTo>
                    <a:cubicBezTo>
                      <a:pt x="4570" y="23992"/>
                      <a:pt x="4570" y="23992"/>
                      <a:pt x="4570" y="23992"/>
                    </a:cubicBezTo>
                    <a:lnTo>
                      <a:pt x="4641" y="23992"/>
                    </a:lnTo>
                    <a:cubicBezTo>
                      <a:pt x="4713" y="23920"/>
                      <a:pt x="4713" y="23920"/>
                      <a:pt x="4713" y="23920"/>
                    </a:cubicBezTo>
                    <a:cubicBezTo>
                      <a:pt x="4713" y="23849"/>
                      <a:pt x="4713" y="23849"/>
                      <a:pt x="4713" y="23849"/>
                    </a:cubicBezTo>
                    <a:close/>
                    <a:moveTo>
                      <a:pt x="8283" y="23928"/>
                    </a:moveTo>
                    <a:cubicBezTo>
                      <a:pt x="8283" y="23992"/>
                      <a:pt x="8283" y="23992"/>
                      <a:pt x="8283" y="23992"/>
                    </a:cubicBezTo>
                    <a:lnTo>
                      <a:pt x="8227" y="23992"/>
                    </a:lnTo>
                    <a:cubicBezTo>
                      <a:pt x="8240" y="23966"/>
                      <a:pt x="8260" y="23947"/>
                      <a:pt x="8283" y="23928"/>
                    </a:cubicBezTo>
                    <a:close/>
                    <a:moveTo>
                      <a:pt x="643" y="23849"/>
                    </a:moveTo>
                    <a:lnTo>
                      <a:pt x="714" y="23920"/>
                    </a:lnTo>
                    <a:cubicBezTo>
                      <a:pt x="786" y="23992"/>
                      <a:pt x="786" y="23992"/>
                      <a:pt x="786" y="23992"/>
                    </a:cubicBezTo>
                    <a:cubicBezTo>
                      <a:pt x="857" y="24063"/>
                      <a:pt x="857" y="24063"/>
                      <a:pt x="857" y="24063"/>
                    </a:cubicBezTo>
                    <a:cubicBezTo>
                      <a:pt x="928" y="24135"/>
                      <a:pt x="928" y="24135"/>
                      <a:pt x="928" y="24135"/>
                    </a:cubicBezTo>
                    <a:lnTo>
                      <a:pt x="1071" y="24135"/>
                    </a:lnTo>
                    <a:cubicBezTo>
                      <a:pt x="1143" y="24063"/>
                      <a:pt x="1143" y="24063"/>
                      <a:pt x="1143" y="24063"/>
                    </a:cubicBezTo>
                    <a:cubicBezTo>
                      <a:pt x="1143" y="23992"/>
                      <a:pt x="1143" y="23992"/>
                      <a:pt x="1143" y="23992"/>
                    </a:cubicBezTo>
                    <a:cubicBezTo>
                      <a:pt x="1071" y="23920"/>
                      <a:pt x="1071" y="23920"/>
                      <a:pt x="1071" y="23920"/>
                    </a:cubicBezTo>
                    <a:cubicBezTo>
                      <a:pt x="1000" y="23849"/>
                      <a:pt x="1000" y="23849"/>
                      <a:pt x="1000" y="23849"/>
                    </a:cubicBezTo>
                    <a:close/>
                    <a:moveTo>
                      <a:pt x="7212" y="23992"/>
                    </a:moveTo>
                    <a:cubicBezTo>
                      <a:pt x="7140" y="24063"/>
                      <a:pt x="7140" y="24063"/>
                      <a:pt x="7140" y="24063"/>
                    </a:cubicBezTo>
                    <a:lnTo>
                      <a:pt x="6997" y="24063"/>
                    </a:lnTo>
                    <a:cubicBezTo>
                      <a:pt x="6997" y="24135"/>
                      <a:pt x="6997" y="24135"/>
                      <a:pt x="6997" y="24135"/>
                    </a:cubicBezTo>
                    <a:lnTo>
                      <a:pt x="7069" y="24135"/>
                    </a:lnTo>
                    <a:cubicBezTo>
                      <a:pt x="7140" y="24206"/>
                      <a:pt x="7140" y="24206"/>
                      <a:pt x="7140" y="24206"/>
                    </a:cubicBezTo>
                    <a:lnTo>
                      <a:pt x="7283" y="24206"/>
                    </a:lnTo>
                    <a:cubicBezTo>
                      <a:pt x="7283" y="24135"/>
                      <a:pt x="7283" y="24135"/>
                      <a:pt x="7283" y="24135"/>
                    </a:cubicBezTo>
                    <a:lnTo>
                      <a:pt x="7354" y="24135"/>
                    </a:lnTo>
                    <a:cubicBezTo>
                      <a:pt x="7283" y="24063"/>
                      <a:pt x="7283" y="24063"/>
                      <a:pt x="7283" y="24063"/>
                    </a:cubicBezTo>
                    <a:lnTo>
                      <a:pt x="7212" y="24063"/>
                    </a:lnTo>
                    <a:cubicBezTo>
                      <a:pt x="7212" y="23992"/>
                      <a:pt x="7212" y="23992"/>
                      <a:pt x="7212" y="23992"/>
                    </a:cubicBezTo>
                    <a:close/>
                    <a:moveTo>
                      <a:pt x="8568" y="23992"/>
                    </a:moveTo>
                    <a:cubicBezTo>
                      <a:pt x="8497" y="24063"/>
                      <a:pt x="8497" y="24063"/>
                      <a:pt x="8497" y="24063"/>
                    </a:cubicBezTo>
                    <a:cubicBezTo>
                      <a:pt x="8497" y="24135"/>
                      <a:pt x="8497" y="24135"/>
                      <a:pt x="8497" y="24135"/>
                    </a:cubicBezTo>
                    <a:lnTo>
                      <a:pt x="8497" y="24206"/>
                    </a:lnTo>
                    <a:cubicBezTo>
                      <a:pt x="8497" y="24277"/>
                      <a:pt x="8497" y="24277"/>
                      <a:pt x="8497" y="24277"/>
                    </a:cubicBezTo>
                    <a:lnTo>
                      <a:pt x="8640" y="24277"/>
                    </a:lnTo>
                    <a:cubicBezTo>
                      <a:pt x="8640" y="24063"/>
                      <a:pt x="8640" y="24063"/>
                      <a:pt x="8640" y="24063"/>
                    </a:cubicBezTo>
                    <a:lnTo>
                      <a:pt x="8711" y="24063"/>
                    </a:lnTo>
                    <a:cubicBezTo>
                      <a:pt x="8711" y="23992"/>
                      <a:pt x="8711" y="23992"/>
                      <a:pt x="8711" y="23992"/>
                    </a:cubicBezTo>
                    <a:close/>
                    <a:moveTo>
                      <a:pt x="7954" y="21973"/>
                    </a:moveTo>
                    <a:cubicBezTo>
                      <a:pt x="7897" y="21973"/>
                      <a:pt x="7840" y="22064"/>
                      <a:pt x="7783" y="22064"/>
                    </a:cubicBezTo>
                    <a:cubicBezTo>
                      <a:pt x="7711" y="22135"/>
                      <a:pt x="7569" y="22135"/>
                      <a:pt x="7497" y="22135"/>
                    </a:cubicBezTo>
                    <a:cubicBezTo>
                      <a:pt x="7437" y="22166"/>
                      <a:pt x="7380" y="22177"/>
                      <a:pt x="7324" y="22177"/>
                    </a:cubicBezTo>
                    <a:cubicBezTo>
                      <a:pt x="7173" y="22177"/>
                      <a:pt x="7036" y="22094"/>
                      <a:pt x="6885" y="22094"/>
                    </a:cubicBezTo>
                    <a:cubicBezTo>
                      <a:pt x="6829" y="22094"/>
                      <a:pt x="6772" y="22105"/>
                      <a:pt x="6712" y="22135"/>
                    </a:cubicBezTo>
                    <a:cubicBezTo>
                      <a:pt x="6640" y="22207"/>
                      <a:pt x="6569" y="22207"/>
                      <a:pt x="6498" y="22207"/>
                    </a:cubicBezTo>
                    <a:cubicBezTo>
                      <a:pt x="6426" y="22278"/>
                      <a:pt x="6355" y="22421"/>
                      <a:pt x="6212" y="22492"/>
                    </a:cubicBezTo>
                    <a:cubicBezTo>
                      <a:pt x="5998" y="22635"/>
                      <a:pt x="5712" y="22707"/>
                      <a:pt x="5784" y="22992"/>
                    </a:cubicBezTo>
                    <a:cubicBezTo>
                      <a:pt x="5822" y="23222"/>
                      <a:pt x="5943" y="23298"/>
                      <a:pt x="6100" y="23298"/>
                    </a:cubicBezTo>
                    <a:cubicBezTo>
                      <a:pt x="6402" y="23298"/>
                      <a:pt x="6840" y="23019"/>
                      <a:pt x="7091" y="23019"/>
                    </a:cubicBezTo>
                    <a:cubicBezTo>
                      <a:pt x="7196" y="23019"/>
                      <a:pt x="7268" y="23068"/>
                      <a:pt x="7283" y="23206"/>
                    </a:cubicBezTo>
                    <a:cubicBezTo>
                      <a:pt x="7212" y="23421"/>
                      <a:pt x="6783" y="23563"/>
                      <a:pt x="7212" y="23706"/>
                    </a:cubicBezTo>
                    <a:cubicBezTo>
                      <a:pt x="7283" y="23706"/>
                      <a:pt x="7283" y="23778"/>
                      <a:pt x="7354" y="23778"/>
                    </a:cubicBezTo>
                    <a:cubicBezTo>
                      <a:pt x="7354" y="23778"/>
                      <a:pt x="7212" y="23849"/>
                      <a:pt x="7212" y="23849"/>
                    </a:cubicBezTo>
                    <a:cubicBezTo>
                      <a:pt x="7283" y="23992"/>
                      <a:pt x="7426" y="24206"/>
                      <a:pt x="7497" y="24277"/>
                    </a:cubicBezTo>
                    <a:cubicBezTo>
                      <a:pt x="7598" y="24328"/>
                      <a:pt x="7735" y="24378"/>
                      <a:pt x="7857" y="24378"/>
                    </a:cubicBezTo>
                    <a:cubicBezTo>
                      <a:pt x="7907" y="24378"/>
                      <a:pt x="7955" y="24370"/>
                      <a:pt x="7997" y="24349"/>
                    </a:cubicBezTo>
                    <a:cubicBezTo>
                      <a:pt x="8140" y="24349"/>
                      <a:pt x="8140" y="24206"/>
                      <a:pt x="8211" y="24063"/>
                    </a:cubicBezTo>
                    <a:cubicBezTo>
                      <a:pt x="8211" y="24135"/>
                      <a:pt x="8211" y="24135"/>
                      <a:pt x="8211" y="24135"/>
                    </a:cubicBezTo>
                    <a:cubicBezTo>
                      <a:pt x="8211" y="24206"/>
                      <a:pt x="8211" y="24206"/>
                      <a:pt x="8211" y="24206"/>
                    </a:cubicBezTo>
                    <a:lnTo>
                      <a:pt x="8283" y="24206"/>
                    </a:lnTo>
                    <a:cubicBezTo>
                      <a:pt x="8426" y="24063"/>
                      <a:pt x="8426" y="24063"/>
                      <a:pt x="8426" y="24063"/>
                    </a:cubicBezTo>
                    <a:cubicBezTo>
                      <a:pt x="8426" y="23992"/>
                      <a:pt x="8426" y="23992"/>
                      <a:pt x="8426" y="23992"/>
                    </a:cubicBezTo>
                    <a:lnTo>
                      <a:pt x="8354" y="23992"/>
                    </a:lnTo>
                    <a:cubicBezTo>
                      <a:pt x="8310" y="23948"/>
                      <a:pt x="8293" y="23931"/>
                      <a:pt x="8287" y="23924"/>
                    </a:cubicBezTo>
                    <a:lnTo>
                      <a:pt x="8287" y="23924"/>
                    </a:lnTo>
                    <a:cubicBezTo>
                      <a:pt x="8332" y="23887"/>
                      <a:pt x="8388" y="23852"/>
                      <a:pt x="8426" y="23778"/>
                    </a:cubicBezTo>
                    <a:cubicBezTo>
                      <a:pt x="8497" y="23706"/>
                      <a:pt x="8426" y="23563"/>
                      <a:pt x="8426" y="23421"/>
                    </a:cubicBezTo>
                    <a:cubicBezTo>
                      <a:pt x="8497" y="23206"/>
                      <a:pt x="8568" y="22921"/>
                      <a:pt x="8426" y="22778"/>
                    </a:cubicBezTo>
                    <a:cubicBezTo>
                      <a:pt x="8354" y="22635"/>
                      <a:pt x="8140" y="22564"/>
                      <a:pt x="8069" y="22421"/>
                    </a:cubicBezTo>
                    <a:cubicBezTo>
                      <a:pt x="7997" y="22278"/>
                      <a:pt x="8069" y="22064"/>
                      <a:pt x="7997" y="21993"/>
                    </a:cubicBezTo>
                    <a:cubicBezTo>
                      <a:pt x="7983" y="21978"/>
                      <a:pt x="7969" y="21973"/>
                      <a:pt x="7954" y="21973"/>
                    </a:cubicBezTo>
                    <a:close/>
                    <a:moveTo>
                      <a:pt x="6569" y="24277"/>
                    </a:moveTo>
                    <a:cubicBezTo>
                      <a:pt x="6569" y="24349"/>
                      <a:pt x="6569" y="24349"/>
                      <a:pt x="6569" y="24349"/>
                    </a:cubicBezTo>
                    <a:cubicBezTo>
                      <a:pt x="6569" y="24492"/>
                      <a:pt x="6569" y="24492"/>
                      <a:pt x="6569" y="24492"/>
                    </a:cubicBezTo>
                    <a:cubicBezTo>
                      <a:pt x="6640" y="24420"/>
                      <a:pt x="6640" y="24420"/>
                      <a:pt x="6640" y="24420"/>
                    </a:cubicBezTo>
                    <a:lnTo>
                      <a:pt x="6640" y="24349"/>
                    </a:lnTo>
                    <a:cubicBezTo>
                      <a:pt x="6640" y="24277"/>
                      <a:pt x="6640" y="24277"/>
                      <a:pt x="6640" y="24277"/>
                    </a:cubicBezTo>
                    <a:close/>
                    <a:moveTo>
                      <a:pt x="8354" y="24206"/>
                    </a:moveTo>
                    <a:cubicBezTo>
                      <a:pt x="8354" y="24277"/>
                      <a:pt x="8354" y="24277"/>
                      <a:pt x="8354" y="24277"/>
                    </a:cubicBezTo>
                    <a:cubicBezTo>
                      <a:pt x="8283" y="24349"/>
                      <a:pt x="8283" y="24349"/>
                      <a:pt x="8283" y="24349"/>
                    </a:cubicBezTo>
                    <a:cubicBezTo>
                      <a:pt x="8283" y="24492"/>
                      <a:pt x="8283" y="24492"/>
                      <a:pt x="8283" y="24492"/>
                    </a:cubicBezTo>
                    <a:lnTo>
                      <a:pt x="8426" y="24492"/>
                    </a:lnTo>
                    <a:lnTo>
                      <a:pt x="8497" y="24420"/>
                    </a:lnTo>
                    <a:cubicBezTo>
                      <a:pt x="8497" y="24349"/>
                      <a:pt x="8497" y="24349"/>
                      <a:pt x="8497" y="24349"/>
                    </a:cubicBezTo>
                    <a:cubicBezTo>
                      <a:pt x="8426" y="24277"/>
                      <a:pt x="8426" y="24277"/>
                      <a:pt x="8426" y="24277"/>
                    </a:cubicBezTo>
                    <a:cubicBezTo>
                      <a:pt x="8354" y="24206"/>
                      <a:pt x="8354" y="24206"/>
                      <a:pt x="8354" y="24206"/>
                    </a:cubicBezTo>
                    <a:close/>
                    <a:moveTo>
                      <a:pt x="5047" y="23608"/>
                    </a:moveTo>
                    <a:cubicBezTo>
                      <a:pt x="4967" y="23608"/>
                      <a:pt x="4927" y="23688"/>
                      <a:pt x="4927" y="23849"/>
                    </a:cubicBezTo>
                    <a:cubicBezTo>
                      <a:pt x="4927" y="23920"/>
                      <a:pt x="4927" y="23992"/>
                      <a:pt x="4927" y="24063"/>
                    </a:cubicBezTo>
                    <a:cubicBezTo>
                      <a:pt x="4998" y="24135"/>
                      <a:pt x="5284" y="24135"/>
                      <a:pt x="5284" y="24277"/>
                    </a:cubicBezTo>
                    <a:lnTo>
                      <a:pt x="5355" y="24277"/>
                    </a:lnTo>
                    <a:cubicBezTo>
                      <a:pt x="5355" y="24349"/>
                      <a:pt x="5355" y="24563"/>
                      <a:pt x="5427" y="24563"/>
                    </a:cubicBezTo>
                    <a:cubicBezTo>
                      <a:pt x="5569" y="24563"/>
                      <a:pt x="5712" y="24492"/>
                      <a:pt x="5784" y="24420"/>
                    </a:cubicBezTo>
                    <a:cubicBezTo>
                      <a:pt x="5855" y="24420"/>
                      <a:pt x="5926" y="24420"/>
                      <a:pt x="5998" y="24277"/>
                    </a:cubicBezTo>
                    <a:cubicBezTo>
                      <a:pt x="6141" y="24063"/>
                      <a:pt x="5641" y="24063"/>
                      <a:pt x="5498" y="24063"/>
                    </a:cubicBezTo>
                    <a:cubicBezTo>
                      <a:pt x="5355" y="24063"/>
                      <a:pt x="5427" y="23920"/>
                      <a:pt x="5284" y="23849"/>
                    </a:cubicBezTo>
                    <a:cubicBezTo>
                      <a:pt x="5284" y="23778"/>
                      <a:pt x="5141" y="23706"/>
                      <a:pt x="5141" y="23635"/>
                    </a:cubicBezTo>
                    <a:cubicBezTo>
                      <a:pt x="5105" y="23617"/>
                      <a:pt x="5074" y="23608"/>
                      <a:pt x="5047" y="23608"/>
                    </a:cubicBezTo>
                    <a:close/>
                    <a:moveTo>
                      <a:pt x="786" y="24135"/>
                    </a:moveTo>
                    <a:cubicBezTo>
                      <a:pt x="714" y="24349"/>
                      <a:pt x="1143" y="24277"/>
                      <a:pt x="1214" y="24492"/>
                    </a:cubicBezTo>
                    <a:cubicBezTo>
                      <a:pt x="1214" y="24492"/>
                      <a:pt x="1357" y="24634"/>
                      <a:pt x="1357" y="24706"/>
                    </a:cubicBezTo>
                    <a:cubicBezTo>
                      <a:pt x="1365" y="24714"/>
                      <a:pt x="1372" y="24717"/>
                      <a:pt x="1378" y="24717"/>
                    </a:cubicBezTo>
                    <a:cubicBezTo>
                      <a:pt x="1427" y="24717"/>
                      <a:pt x="1420" y="24492"/>
                      <a:pt x="1357" y="24492"/>
                    </a:cubicBezTo>
                    <a:lnTo>
                      <a:pt x="1357" y="24420"/>
                    </a:lnTo>
                    <a:cubicBezTo>
                      <a:pt x="1285" y="24277"/>
                      <a:pt x="1000" y="24206"/>
                      <a:pt x="786" y="24135"/>
                    </a:cubicBezTo>
                    <a:close/>
                    <a:moveTo>
                      <a:pt x="3319" y="24031"/>
                    </a:moveTo>
                    <a:cubicBezTo>
                      <a:pt x="3277" y="24031"/>
                      <a:pt x="3237" y="24039"/>
                      <a:pt x="3213" y="24063"/>
                    </a:cubicBezTo>
                    <a:cubicBezTo>
                      <a:pt x="3213" y="24063"/>
                      <a:pt x="3285" y="24135"/>
                      <a:pt x="3285" y="24206"/>
                    </a:cubicBezTo>
                    <a:cubicBezTo>
                      <a:pt x="3356" y="24206"/>
                      <a:pt x="3427" y="24349"/>
                      <a:pt x="3499" y="24349"/>
                    </a:cubicBezTo>
                    <a:cubicBezTo>
                      <a:pt x="3570" y="24420"/>
                      <a:pt x="3642" y="24420"/>
                      <a:pt x="3713" y="24492"/>
                    </a:cubicBezTo>
                    <a:cubicBezTo>
                      <a:pt x="3713" y="24563"/>
                      <a:pt x="3784" y="24634"/>
                      <a:pt x="3784" y="24706"/>
                    </a:cubicBezTo>
                    <a:cubicBezTo>
                      <a:pt x="3814" y="24735"/>
                      <a:pt x="3856" y="24753"/>
                      <a:pt x="3895" y="24753"/>
                    </a:cubicBezTo>
                    <a:cubicBezTo>
                      <a:pt x="3950" y="24753"/>
                      <a:pt x="3999" y="24718"/>
                      <a:pt x="3999" y="24634"/>
                    </a:cubicBezTo>
                    <a:cubicBezTo>
                      <a:pt x="3927" y="24492"/>
                      <a:pt x="3784" y="24349"/>
                      <a:pt x="3713" y="24206"/>
                    </a:cubicBezTo>
                    <a:cubicBezTo>
                      <a:pt x="3713" y="24206"/>
                      <a:pt x="3499" y="24063"/>
                      <a:pt x="3499" y="24063"/>
                    </a:cubicBezTo>
                    <a:cubicBezTo>
                      <a:pt x="3499" y="24063"/>
                      <a:pt x="3404" y="24031"/>
                      <a:pt x="3319" y="24031"/>
                    </a:cubicBezTo>
                    <a:close/>
                    <a:moveTo>
                      <a:pt x="2785" y="23992"/>
                    </a:moveTo>
                    <a:cubicBezTo>
                      <a:pt x="2571" y="24063"/>
                      <a:pt x="2642" y="24277"/>
                      <a:pt x="2785" y="24349"/>
                    </a:cubicBezTo>
                    <a:cubicBezTo>
                      <a:pt x="2856" y="24492"/>
                      <a:pt x="2999" y="24634"/>
                      <a:pt x="3142" y="24634"/>
                    </a:cubicBezTo>
                    <a:cubicBezTo>
                      <a:pt x="3231" y="24724"/>
                      <a:pt x="3289" y="24759"/>
                      <a:pt x="3324" y="24759"/>
                    </a:cubicBezTo>
                    <a:cubicBezTo>
                      <a:pt x="3427" y="24759"/>
                      <a:pt x="3320" y="24438"/>
                      <a:pt x="3213" y="24277"/>
                    </a:cubicBezTo>
                    <a:cubicBezTo>
                      <a:pt x="3142" y="24277"/>
                      <a:pt x="2999" y="24135"/>
                      <a:pt x="2999" y="24063"/>
                    </a:cubicBezTo>
                    <a:cubicBezTo>
                      <a:pt x="2928" y="24063"/>
                      <a:pt x="2785" y="23992"/>
                      <a:pt x="2785" y="23992"/>
                    </a:cubicBezTo>
                    <a:close/>
                    <a:moveTo>
                      <a:pt x="2285" y="24277"/>
                    </a:moveTo>
                    <a:cubicBezTo>
                      <a:pt x="2285" y="24420"/>
                      <a:pt x="2285" y="24420"/>
                      <a:pt x="2285" y="24420"/>
                    </a:cubicBezTo>
                    <a:cubicBezTo>
                      <a:pt x="2428" y="24634"/>
                      <a:pt x="2428" y="24634"/>
                      <a:pt x="2428" y="24634"/>
                    </a:cubicBezTo>
                    <a:lnTo>
                      <a:pt x="2428" y="24706"/>
                    </a:lnTo>
                    <a:cubicBezTo>
                      <a:pt x="2499" y="24777"/>
                      <a:pt x="2499" y="24777"/>
                      <a:pt x="2499" y="24777"/>
                    </a:cubicBezTo>
                    <a:lnTo>
                      <a:pt x="2642" y="24777"/>
                    </a:lnTo>
                    <a:cubicBezTo>
                      <a:pt x="2642" y="24706"/>
                      <a:pt x="2642" y="24706"/>
                      <a:pt x="2642" y="24706"/>
                    </a:cubicBezTo>
                    <a:cubicBezTo>
                      <a:pt x="2571" y="24563"/>
                      <a:pt x="2571" y="24563"/>
                      <a:pt x="2571" y="24563"/>
                    </a:cubicBezTo>
                    <a:cubicBezTo>
                      <a:pt x="2499" y="24492"/>
                      <a:pt x="2499" y="24492"/>
                      <a:pt x="2499" y="24492"/>
                    </a:cubicBezTo>
                    <a:cubicBezTo>
                      <a:pt x="2285" y="24277"/>
                      <a:pt x="2285" y="24277"/>
                      <a:pt x="2285" y="24277"/>
                    </a:cubicBezTo>
                    <a:close/>
                    <a:moveTo>
                      <a:pt x="1500" y="24563"/>
                    </a:moveTo>
                    <a:cubicBezTo>
                      <a:pt x="1428" y="24634"/>
                      <a:pt x="1428" y="24634"/>
                      <a:pt x="1428" y="24634"/>
                    </a:cubicBezTo>
                    <a:cubicBezTo>
                      <a:pt x="1428" y="24777"/>
                      <a:pt x="1428" y="24777"/>
                      <a:pt x="1428" y="24777"/>
                    </a:cubicBezTo>
                    <a:cubicBezTo>
                      <a:pt x="1500" y="24849"/>
                      <a:pt x="1500" y="24849"/>
                      <a:pt x="1500" y="24849"/>
                    </a:cubicBezTo>
                    <a:cubicBezTo>
                      <a:pt x="1500" y="24777"/>
                      <a:pt x="1500" y="24777"/>
                      <a:pt x="1500" y="24777"/>
                    </a:cubicBezTo>
                    <a:cubicBezTo>
                      <a:pt x="1571" y="24706"/>
                      <a:pt x="1571" y="24706"/>
                      <a:pt x="1571" y="24706"/>
                    </a:cubicBezTo>
                    <a:cubicBezTo>
                      <a:pt x="1571" y="24634"/>
                      <a:pt x="1571" y="24634"/>
                      <a:pt x="1571" y="24634"/>
                    </a:cubicBezTo>
                    <a:lnTo>
                      <a:pt x="1500" y="24563"/>
                    </a:lnTo>
                    <a:close/>
                    <a:moveTo>
                      <a:pt x="6212" y="24777"/>
                    </a:moveTo>
                    <a:cubicBezTo>
                      <a:pt x="6283" y="24849"/>
                      <a:pt x="6283" y="24849"/>
                      <a:pt x="6283" y="24849"/>
                    </a:cubicBezTo>
                    <a:lnTo>
                      <a:pt x="6426" y="24849"/>
                    </a:lnTo>
                    <a:cubicBezTo>
                      <a:pt x="6355" y="24777"/>
                      <a:pt x="6355" y="24777"/>
                      <a:pt x="6355" y="24777"/>
                    </a:cubicBezTo>
                    <a:close/>
                    <a:moveTo>
                      <a:pt x="7711" y="24563"/>
                    </a:moveTo>
                    <a:cubicBezTo>
                      <a:pt x="7640" y="24634"/>
                      <a:pt x="7640" y="24634"/>
                      <a:pt x="7640" y="24634"/>
                    </a:cubicBezTo>
                    <a:cubicBezTo>
                      <a:pt x="7569" y="24706"/>
                      <a:pt x="7569" y="24706"/>
                      <a:pt x="7569" y="24706"/>
                    </a:cubicBezTo>
                    <a:cubicBezTo>
                      <a:pt x="7497" y="24849"/>
                      <a:pt x="7497" y="24849"/>
                      <a:pt x="7497" y="24849"/>
                    </a:cubicBezTo>
                    <a:cubicBezTo>
                      <a:pt x="7711" y="24777"/>
                      <a:pt x="7711" y="24777"/>
                      <a:pt x="7711" y="24777"/>
                    </a:cubicBezTo>
                    <a:cubicBezTo>
                      <a:pt x="7783" y="24706"/>
                      <a:pt x="7783" y="24706"/>
                      <a:pt x="7783" y="24706"/>
                    </a:cubicBezTo>
                    <a:lnTo>
                      <a:pt x="7926" y="24706"/>
                    </a:lnTo>
                    <a:cubicBezTo>
                      <a:pt x="8069" y="24777"/>
                      <a:pt x="8069" y="24777"/>
                      <a:pt x="8069" y="24777"/>
                    </a:cubicBezTo>
                    <a:lnTo>
                      <a:pt x="8140" y="24777"/>
                    </a:lnTo>
                    <a:cubicBezTo>
                      <a:pt x="8211" y="24706"/>
                      <a:pt x="8211" y="24706"/>
                      <a:pt x="8211" y="24706"/>
                    </a:cubicBezTo>
                    <a:cubicBezTo>
                      <a:pt x="8211" y="24634"/>
                      <a:pt x="8211" y="24634"/>
                      <a:pt x="8211" y="24634"/>
                    </a:cubicBezTo>
                    <a:cubicBezTo>
                      <a:pt x="8140" y="24563"/>
                      <a:pt x="8140" y="24563"/>
                      <a:pt x="8140" y="24563"/>
                    </a:cubicBezTo>
                    <a:close/>
                    <a:moveTo>
                      <a:pt x="8640" y="24634"/>
                    </a:moveTo>
                    <a:lnTo>
                      <a:pt x="8640" y="24706"/>
                    </a:lnTo>
                    <a:cubicBezTo>
                      <a:pt x="8640" y="24777"/>
                      <a:pt x="8640" y="24777"/>
                      <a:pt x="8640" y="24777"/>
                    </a:cubicBezTo>
                    <a:lnTo>
                      <a:pt x="8783" y="24777"/>
                    </a:lnTo>
                    <a:cubicBezTo>
                      <a:pt x="8997" y="24849"/>
                      <a:pt x="8997" y="24849"/>
                      <a:pt x="8997" y="24849"/>
                    </a:cubicBezTo>
                    <a:cubicBezTo>
                      <a:pt x="9068" y="24777"/>
                      <a:pt x="9068" y="24777"/>
                      <a:pt x="9068" y="24777"/>
                    </a:cubicBezTo>
                    <a:cubicBezTo>
                      <a:pt x="8997" y="24706"/>
                      <a:pt x="8997" y="24706"/>
                      <a:pt x="8997" y="24706"/>
                    </a:cubicBezTo>
                    <a:cubicBezTo>
                      <a:pt x="8997" y="24634"/>
                      <a:pt x="8997" y="24634"/>
                      <a:pt x="8997" y="24634"/>
                    </a:cubicBezTo>
                    <a:close/>
                    <a:moveTo>
                      <a:pt x="8711" y="24777"/>
                    </a:moveTo>
                    <a:cubicBezTo>
                      <a:pt x="8640" y="24849"/>
                      <a:pt x="8640" y="24849"/>
                      <a:pt x="8640" y="24849"/>
                    </a:cubicBezTo>
                    <a:cubicBezTo>
                      <a:pt x="8711" y="24920"/>
                      <a:pt x="8711" y="24920"/>
                      <a:pt x="8711" y="24920"/>
                    </a:cubicBezTo>
                    <a:lnTo>
                      <a:pt x="8783" y="24920"/>
                    </a:lnTo>
                    <a:cubicBezTo>
                      <a:pt x="8783" y="24849"/>
                      <a:pt x="8783" y="24849"/>
                      <a:pt x="8783" y="24849"/>
                    </a:cubicBezTo>
                    <a:cubicBezTo>
                      <a:pt x="8711" y="24777"/>
                      <a:pt x="8711" y="24777"/>
                      <a:pt x="8711" y="24777"/>
                    </a:cubicBezTo>
                    <a:close/>
                    <a:moveTo>
                      <a:pt x="2214" y="24920"/>
                    </a:moveTo>
                    <a:cubicBezTo>
                      <a:pt x="2285" y="24991"/>
                      <a:pt x="2285" y="24991"/>
                      <a:pt x="2285" y="24991"/>
                    </a:cubicBezTo>
                    <a:cubicBezTo>
                      <a:pt x="2285" y="25063"/>
                      <a:pt x="2285" y="25063"/>
                      <a:pt x="2285" y="25063"/>
                    </a:cubicBezTo>
                    <a:lnTo>
                      <a:pt x="2356" y="25063"/>
                    </a:lnTo>
                    <a:cubicBezTo>
                      <a:pt x="2428" y="24991"/>
                      <a:pt x="2428" y="24991"/>
                      <a:pt x="2428" y="24991"/>
                    </a:cubicBezTo>
                    <a:cubicBezTo>
                      <a:pt x="2356" y="24920"/>
                      <a:pt x="2356" y="24920"/>
                      <a:pt x="2356" y="24920"/>
                    </a:cubicBezTo>
                    <a:close/>
                    <a:moveTo>
                      <a:pt x="8854" y="24849"/>
                    </a:moveTo>
                    <a:cubicBezTo>
                      <a:pt x="8854" y="24920"/>
                      <a:pt x="8854" y="24920"/>
                      <a:pt x="8854" y="24920"/>
                    </a:cubicBezTo>
                    <a:cubicBezTo>
                      <a:pt x="8925" y="25063"/>
                      <a:pt x="8925" y="25063"/>
                      <a:pt x="8925" y="25063"/>
                    </a:cubicBezTo>
                    <a:lnTo>
                      <a:pt x="8997" y="25063"/>
                    </a:lnTo>
                    <a:cubicBezTo>
                      <a:pt x="9068" y="24920"/>
                      <a:pt x="9068" y="24920"/>
                      <a:pt x="9068" y="24920"/>
                    </a:cubicBezTo>
                    <a:cubicBezTo>
                      <a:pt x="8925" y="24849"/>
                      <a:pt x="8925" y="24849"/>
                      <a:pt x="8925" y="24849"/>
                    </a:cubicBezTo>
                    <a:close/>
                    <a:moveTo>
                      <a:pt x="5998" y="24563"/>
                    </a:moveTo>
                    <a:cubicBezTo>
                      <a:pt x="5926" y="24563"/>
                      <a:pt x="5926" y="24634"/>
                      <a:pt x="5855" y="24634"/>
                    </a:cubicBezTo>
                    <a:cubicBezTo>
                      <a:pt x="5817" y="24625"/>
                      <a:pt x="5781" y="24620"/>
                      <a:pt x="5748" y="24620"/>
                    </a:cubicBezTo>
                    <a:cubicBezTo>
                      <a:pt x="5538" y="24620"/>
                      <a:pt x="5455" y="24806"/>
                      <a:pt x="5641" y="24991"/>
                    </a:cubicBezTo>
                    <a:cubicBezTo>
                      <a:pt x="5641" y="25063"/>
                      <a:pt x="5712" y="25063"/>
                      <a:pt x="5784" y="25063"/>
                    </a:cubicBezTo>
                    <a:cubicBezTo>
                      <a:pt x="5855" y="25063"/>
                      <a:pt x="5926" y="25134"/>
                      <a:pt x="5926" y="25134"/>
                    </a:cubicBezTo>
                    <a:cubicBezTo>
                      <a:pt x="5950" y="25158"/>
                      <a:pt x="5982" y="25166"/>
                      <a:pt x="6016" y="25166"/>
                    </a:cubicBezTo>
                    <a:cubicBezTo>
                      <a:pt x="6085" y="25166"/>
                      <a:pt x="6164" y="25134"/>
                      <a:pt x="6212" y="25134"/>
                    </a:cubicBezTo>
                    <a:cubicBezTo>
                      <a:pt x="6212" y="25063"/>
                      <a:pt x="6141" y="25063"/>
                      <a:pt x="6141" y="24991"/>
                    </a:cubicBezTo>
                    <a:cubicBezTo>
                      <a:pt x="6069" y="24849"/>
                      <a:pt x="6069" y="24706"/>
                      <a:pt x="6069" y="24634"/>
                    </a:cubicBezTo>
                    <a:cubicBezTo>
                      <a:pt x="6069" y="24563"/>
                      <a:pt x="5998" y="24563"/>
                      <a:pt x="5998" y="24563"/>
                    </a:cubicBezTo>
                    <a:close/>
                    <a:moveTo>
                      <a:pt x="2713" y="24920"/>
                    </a:moveTo>
                    <a:cubicBezTo>
                      <a:pt x="2571" y="24991"/>
                      <a:pt x="2571" y="24991"/>
                      <a:pt x="2571" y="24991"/>
                    </a:cubicBezTo>
                    <a:lnTo>
                      <a:pt x="2428" y="24991"/>
                    </a:lnTo>
                    <a:cubicBezTo>
                      <a:pt x="2428" y="25063"/>
                      <a:pt x="2428" y="25063"/>
                      <a:pt x="2428" y="25063"/>
                    </a:cubicBezTo>
                    <a:cubicBezTo>
                      <a:pt x="2499" y="25134"/>
                      <a:pt x="2499" y="25134"/>
                      <a:pt x="2499" y="25134"/>
                    </a:cubicBezTo>
                    <a:cubicBezTo>
                      <a:pt x="2571" y="25206"/>
                      <a:pt x="2571" y="25206"/>
                      <a:pt x="2571" y="25206"/>
                    </a:cubicBezTo>
                    <a:lnTo>
                      <a:pt x="2713" y="25206"/>
                    </a:lnTo>
                    <a:cubicBezTo>
                      <a:pt x="2713" y="25134"/>
                      <a:pt x="2713" y="25134"/>
                      <a:pt x="2713" y="25134"/>
                    </a:cubicBezTo>
                    <a:cubicBezTo>
                      <a:pt x="2713" y="25063"/>
                      <a:pt x="2713" y="25063"/>
                      <a:pt x="2713" y="25063"/>
                    </a:cubicBezTo>
                    <a:cubicBezTo>
                      <a:pt x="2785" y="24991"/>
                      <a:pt x="2785" y="24991"/>
                      <a:pt x="2785" y="24991"/>
                    </a:cubicBezTo>
                    <a:cubicBezTo>
                      <a:pt x="2785" y="24920"/>
                      <a:pt x="2785" y="24920"/>
                      <a:pt x="2785" y="24920"/>
                    </a:cubicBezTo>
                    <a:close/>
                    <a:moveTo>
                      <a:pt x="8354" y="24849"/>
                    </a:moveTo>
                    <a:cubicBezTo>
                      <a:pt x="8354" y="24920"/>
                      <a:pt x="8354" y="24920"/>
                      <a:pt x="8354" y="24920"/>
                    </a:cubicBezTo>
                    <a:lnTo>
                      <a:pt x="8211" y="24920"/>
                    </a:lnTo>
                    <a:cubicBezTo>
                      <a:pt x="8140" y="24991"/>
                      <a:pt x="8140" y="24991"/>
                      <a:pt x="8140" y="24991"/>
                    </a:cubicBezTo>
                    <a:cubicBezTo>
                      <a:pt x="8140" y="25063"/>
                      <a:pt x="8140" y="25063"/>
                      <a:pt x="8140" y="25063"/>
                    </a:cubicBezTo>
                    <a:lnTo>
                      <a:pt x="8069" y="25134"/>
                    </a:lnTo>
                    <a:cubicBezTo>
                      <a:pt x="8140" y="25206"/>
                      <a:pt x="8140" y="25206"/>
                      <a:pt x="8140" y="25206"/>
                    </a:cubicBezTo>
                    <a:lnTo>
                      <a:pt x="8211" y="25206"/>
                    </a:lnTo>
                    <a:cubicBezTo>
                      <a:pt x="8211" y="25134"/>
                      <a:pt x="8211" y="25134"/>
                      <a:pt x="8211" y="25134"/>
                    </a:cubicBezTo>
                    <a:cubicBezTo>
                      <a:pt x="8211" y="25063"/>
                      <a:pt x="8211" y="25063"/>
                      <a:pt x="8211" y="25063"/>
                    </a:cubicBezTo>
                    <a:lnTo>
                      <a:pt x="8283" y="25063"/>
                    </a:lnTo>
                    <a:cubicBezTo>
                      <a:pt x="8283" y="24991"/>
                      <a:pt x="8283" y="24991"/>
                      <a:pt x="8283" y="24991"/>
                    </a:cubicBezTo>
                    <a:lnTo>
                      <a:pt x="8354" y="24991"/>
                    </a:lnTo>
                    <a:cubicBezTo>
                      <a:pt x="8426" y="24920"/>
                      <a:pt x="8426" y="24920"/>
                      <a:pt x="8426" y="24920"/>
                    </a:cubicBezTo>
                    <a:cubicBezTo>
                      <a:pt x="8426" y="24849"/>
                      <a:pt x="8426" y="24849"/>
                      <a:pt x="8426" y="24849"/>
                    </a:cubicBezTo>
                    <a:close/>
                    <a:moveTo>
                      <a:pt x="6069" y="25206"/>
                    </a:moveTo>
                    <a:cubicBezTo>
                      <a:pt x="6069" y="25277"/>
                      <a:pt x="6069" y="25277"/>
                      <a:pt x="6069" y="25277"/>
                    </a:cubicBezTo>
                    <a:lnTo>
                      <a:pt x="6141" y="25348"/>
                    </a:lnTo>
                    <a:lnTo>
                      <a:pt x="6212" y="25348"/>
                    </a:lnTo>
                    <a:cubicBezTo>
                      <a:pt x="6212" y="25277"/>
                      <a:pt x="6212" y="25277"/>
                      <a:pt x="6212" y="25277"/>
                    </a:cubicBezTo>
                    <a:cubicBezTo>
                      <a:pt x="6212" y="25206"/>
                      <a:pt x="6212" y="25206"/>
                      <a:pt x="6212" y="25206"/>
                    </a:cubicBezTo>
                    <a:close/>
                    <a:moveTo>
                      <a:pt x="6283" y="25277"/>
                    </a:moveTo>
                    <a:cubicBezTo>
                      <a:pt x="6283" y="25348"/>
                      <a:pt x="6283" y="25348"/>
                      <a:pt x="6283" y="25348"/>
                    </a:cubicBezTo>
                    <a:cubicBezTo>
                      <a:pt x="6283" y="25420"/>
                      <a:pt x="6283" y="25420"/>
                      <a:pt x="6283" y="25420"/>
                    </a:cubicBezTo>
                    <a:lnTo>
                      <a:pt x="6426" y="25420"/>
                    </a:lnTo>
                    <a:cubicBezTo>
                      <a:pt x="6355" y="25348"/>
                      <a:pt x="6355" y="25348"/>
                      <a:pt x="6355" y="25348"/>
                    </a:cubicBezTo>
                    <a:cubicBezTo>
                      <a:pt x="6355" y="25277"/>
                      <a:pt x="6355" y="25277"/>
                      <a:pt x="6355" y="25277"/>
                    </a:cubicBezTo>
                    <a:close/>
                    <a:moveTo>
                      <a:pt x="517" y="23978"/>
                    </a:moveTo>
                    <a:cubicBezTo>
                      <a:pt x="410" y="23978"/>
                      <a:pt x="357" y="24154"/>
                      <a:pt x="357" y="24277"/>
                    </a:cubicBezTo>
                    <a:cubicBezTo>
                      <a:pt x="286" y="24420"/>
                      <a:pt x="214" y="24563"/>
                      <a:pt x="286" y="24706"/>
                    </a:cubicBezTo>
                    <a:cubicBezTo>
                      <a:pt x="286" y="24849"/>
                      <a:pt x="500" y="25063"/>
                      <a:pt x="571" y="25206"/>
                    </a:cubicBezTo>
                    <a:cubicBezTo>
                      <a:pt x="665" y="25416"/>
                      <a:pt x="759" y="25497"/>
                      <a:pt x="847" y="25497"/>
                    </a:cubicBezTo>
                    <a:cubicBezTo>
                      <a:pt x="1029" y="25497"/>
                      <a:pt x="1189" y="25160"/>
                      <a:pt x="1285" y="24920"/>
                    </a:cubicBezTo>
                    <a:cubicBezTo>
                      <a:pt x="1285" y="24777"/>
                      <a:pt x="1214" y="24777"/>
                      <a:pt x="1143" y="24634"/>
                    </a:cubicBezTo>
                    <a:cubicBezTo>
                      <a:pt x="1071" y="24563"/>
                      <a:pt x="1071" y="24492"/>
                      <a:pt x="1000" y="24420"/>
                    </a:cubicBezTo>
                    <a:cubicBezTo>
                      <a:pt x="928" y="24420"/>
                      <a:pt x="857" y="24420"/>
                      <a:pt x="786" y="24349"/>
                    </a:cubicBezTo>
                    <a:cubicBezTo>
                      <a:pt x="714" y="24277"/>
                      <a:pt x="714" y="24135"/>
                      <a:pt x="571" y="23992"/>
                    </a:cubicBezTo>
                    <a:cubicBezTo>
                      <a:pt x="552" y="23982"/>
                      <a:pt x="534" y="23978"/>
                      <a:pt x="517" y="23978"/>
                    </a:cubicBezTo>
                    <a:close/>
                    <a:moveTo>
                      <a:pt x="1285" y="25134"/>
                    </a:moveTo>
                    <a:cubicBezTo>
                      <a:pt x="1214" y="25206"/>
                      <a:pt x="1214" y="25206"/>
                      <a:pt x="1214" y="25206"/>
                    </a:cubicBezTo>
                    <a:cubicBezTo>
                      <a:pt x="1143" y="25348"/>
                      <a:pt x="1143" y="25348"/>
                      <a:pt x="1143" y="25348"/>
                    </a:cubicBezTo>
                    <a:cubicBezTo>
                      <a:pt x="1143" y="25420"/>
                      <a:pt x="1143" y="25420"/>
                      <a:pt x="1143" y="25420"/>
                    </a:cubicBezTo>
                    <a:cubicBezTo>
                      <a:pt x="1071" y="25491"/>
                      <a:pt x="1071" y="25491"/>
                      <a:pt x="1071" y="25491"/>
                    </a:cubicBezTo>
                    <a:cubicBezTo>
                      <a:pt x="1071" y="25563"/>
                      <a:pt x="1071" y="25563"/>
                      <a:pt x="1071" y="25563"/>
                    </a:cubicBezTo>
                    <a:cubicBezTo>
                      <a:pt x="1071" y="25634"/>
                      <a:pt x="1071" y="25634"/>
                      <a:pt x="1071" y="25634"/>
                    </a:cubicBezTo>
                    <a:lnTo>
                      <a:pt x="1214" y="25634"/>
                    </a:lnTo>
                    <a:cubicBezTo>
                      <a:pt x="1285" y="25563"/>
                      <a:pt x="1285" y="25563"/>
                      <a:pt x="1285" y="25563"/>
                    </a:cubicBezTo>
                    <a:cubicBezTo>
                      <a:pt x="1357" y="25348"/>
                      <a:pt x="1357" y="25348"/>
                      <a:pt x="1357" y="25348"/>
                    </a:cubicBezTo>
                    <a:cubicBezTo>
                      <a:pt x="1357" y="25277"/>
                      <a:pt x="1357" y="25277"/>
                      <a:pt x="1357" y="25277"/>
                    </a:cubicBezTo>
                    <a:cubicBezTo>
                      <a:pt x="1357" y="25206"/>
                      <a:pt x="1357" y="25206"/>
                      <a:pt x="1357" y="25206"/>
                    </a:cubicBezTo>
                    <a:lnTo>
                      <a:pt x="1285" y="25134"/>
                    </a:lnTo>
                    <a:close/>
                    <a:moveTo>
                      <a:pt x="5712" y="25134"/>
                    </a:moveTo>
                    <a:cubicBezTo>
                      <a:pt x="5712" y="25206"/>
                      <a:pt x="5712" y="25206"/>
                      <a:pt x="5712" y="25206"/>
                    </a:cubicBezTo>
                    <a:cubicBezTo>
                      <a:pt x="5926" y="25348"/>
                      <a:pt x="5926" y="25348"/>
                      <a:pt x="5926" y="25348"/>
                    </a:cubicBezTo>
                    <a:cubicBezTo>
                      <a:pt x="5998" y="25491"/>
                      <a:pt x="5998" y="25491"/>
                      <a:pt x="5998" y="25491"/>
                    </a:cubicBezTo>
                    <a:lnTo>
                      <a:pt x="5998" y="25563"/>
                    </a:lnTo>
                    <a:cubicBezTo>
                      <a:pt x="6069" y="25634"/>
                      <a:pt x="6069" y="25634"/>
                      <a:pt x="6069" y="25634"/>
                    </a:cubicBezTo>
                    <a:cubicBezTo>
                      <a:pt x="6141" y="25491"/>
                      <a:pt x="6141" y="25491"/>
                      <a:pt x="6141" y="25491"/>
                    </a:cubicBezTo>
                    <a:cubicBezTo>
                      <a:pt x="6069" y="25348"/>
                      <a:pt x="6069" y="25348"/>
                      <a:pt x="6069" y="25348"/>
                    </a:cubicBezTo>
                    <a:cubicBezTo>
                      <a:pt x="5855" y="25206"/>
                      <a:pt x="5855" y="25206"/>
                      <a:pt x="5855" y="25206"/>
                    </a:cubicBezTo>
                    <a:cubicBezTo>
                      <a:pt x="5712" y="25134"/>
                      <a:pt x="5712" y="25134"/>
                      <a:pt x="5712" y="25134"/>
                    </a:cubicBezTo>
                    <a:close/>
                    <a:moveTo>
                      <a:pt x="2285" y="25563"/>
                    </a:moveTo>
                    <a:cubicBezTo>
                      <a:pt x="2285" y="25634"/>
                      <a:pt x="2285" y="25634"/>
                      <a:pt x="2285" y="25634"/>
                    </a:cubicBezTo>
                    <a:cubicBezTo>
                      <a:pt x="2285" y="25705"/>
                      <a:pt x="2285" y="25705"/>
                      <a:pt x="2285" y="25705"/>
                    </a:cubicBezTo>
                    <a:lnTo>
                      <a:pt x="2356" y="25705"/>
                    </a:lnTo>
                    <a:cubicBezTo>
                      <a:pt x="2428" y="25777"/>
                      <a:pt x="2428" y="25777"/>
                      <a:pt x="2428" y="25777"/>
                    </a:cubicBezTo>
                    <a:lnTo>
                      <a:pt x="2499" y="25777"/>
                    </a:lnTo>
                    <a:cubicBezTo>
                      <a:pt x="2499" y="25705"/>
                      <a:pt x="2499" y="25705"/>
                      <a:pt x="2499" y="25705"/>
                    </a:cubicBezTo>
                    <a:cubicBezTo>
                      <a:pt x="2499" y="25634"/>
                      <a:pt x="2499" y="25634"/>
                      <a:pt x="2499" y="25634"/>
                    </a:cubicBezTo>
                    <a:lnTo>
                      <a:pt x="2428" y="25634"/>
                    </a:lnTo>
                    <a:cubicBezTo>
                      <a:pt x="2356" y="25563"/>
                      <a:pt x="2356" y="25563"/>
                      <a:pt x="2356" y="25563"/>
                    </a:cubicBezTo>
                    <a:close/>
                    <a:moveTo>
                      <a:pt x="4855" y="25491"/>
                    </a:moveTo>
                    <a:cubicBezTo>
                      <a:pt x="4855" y="25563"/>
                      <a:pt x="4855" y="25563"/>
                      <a:pt x="4855" y="25563"/>
                    </a:cubicBezTo>
                    <a:cubicBezTo>
                      <a:pt x="4855" y="25634"/>
                      <a:pt x="4855" y="25634"/>
                      <a:pt x="4855" y="25634"/>
                    </a:cubicBezTo>
                    <a:cubicBezTo>
                      <a:pt x="4855" y="25705"/>
                      <a:pt x="4855" y="25705"/>
                      <a:pt x="4855" y="25705"/>
                    </a:cubicBezTo>
                    <a:cubicBezTo>
                      <a:pt x="4855" y="25777"/>
                      <a:pt x="4855" y="25777"/>
                      <a:pt x="4855" y="25777"/>
                    </a:cubicBezTo>
                    <a:cubicBezTo>
                      <a:pt x="4927" y="25705"/>
                      <a:pt x="4927" y="25705"/>
                      <a:pt x="4927" y="25705"/>
                    </a:cubicBezTo>
                    <a:cubicBezTo>
                      <a:pt x="4998" y="25634"/>
                      <a:pt x="4998" y="25634"/>
                      <a:pt x="4998" y="25634"/>
                    </a:cubicBezTo>
                    <a:cubicBezTo>
                      <a:pt x="4998" y="25563"/>
                      <a:pt x="4998" y="25563"/>
                      <a:pt x="4998" y="25563"/>
                    </a:cubicBezTo>
                    <a:lnTo>
                      <a:pt x="4927" y="25563"/>
                    </a:lnTo>
                    <a:cubicBezTo>
                      <a:pt x="4927" y="25491"/>
                      <a:pt x="4927" y="25491"/>
                      <a:pt x="4927" y="25491"/>
                    </a:cubicBezTo>
                    <a:close/>
                    <a:moveTo>
                      <a:pt x="5569" y="25777"/>
                    </a:moveTo>
                    <a:cubicBezTo>
                      <a:pt x="5498" y="25848"/>
                      <a:pt x="5498" y="25848"/>
                      <a:pt x="5498" y="25848"/>
                    </a:cubicBezTo>
                    <a:cubicBezTo>
                      <a:pt x="5569" y="26062"/>
                      <a:pt x="5569" y="26062"/>
                      <a:pt x="5569" y="26062"/>
                    </a:cubicBezTo>
                    <a:cubicBezTo>
                      <a:pt x="5641" y="25991"/>
                      <a:pt x="5641" y="25991"/>
                      <a:pt x="5641" y="25991"/>
                    </a:cubicBezTo>
                    <a:lnTo>
                      <a:pt x="5712" y="25991"/>
                    </a:lnTo>
                    <a:cubicBezTo>
                      <a:pt x="5712" y="25920"/>
                      <a:pt x="5712" y="25920"/>
                      <a:pt x="5712" y="25920"/>
                    </a:cubicBezTo>
                    <a:cubicBezTo>
                      <a:pt x="5712" y="25848"/>
                      <a:pt x="5712" y="25848"/>
                      <a:pt x="5712" y="25848"/>
                    </a:cubicBezTo>
                    <a:cubicBezTo>
                      <a:pt x="5641" y="25777"/>
                      <a:pt x="5641" y="25777"/>
                      <a:pt x="5641" y="25777"/>
                    </a:cubicBezTo>
                    <a:close/>
                    <a:moveTo>
                      <a:pt x="5712" y="26062"/>
                    </a:moveTo>
                    <a:cubicBezTo>
                      <a:pt x="5712" y="26134"/>
                      <a:pt x="5712" y="26134"/>
                      <a:pt x="5712" y="26134"/>
                    </a:cubicBezTo>
                    <a:cubicBezTo>
                      <a:pt x="5712" y="26205"/>
                      <a:pt x="5712" y="26205"/>
                      <a:pt x="5712" y="26205"/>
                    </a:cubicBezTo>
                    <a:lnTo>
                      <a:pt x="5855" y="26205"/>
                    </a:lnTo>
                    <a:lnTo>
                      <a:pt x="5855" y="26134"/>
                    </a:lnTo>
                    <a:cubicBezTo>
                      <a:pt x="5784" y="26062"/>
                      <a:pt x="5784" y="26062"/>
                      <a:pt x="5784" y="26062"/>
                    </a:cubicBezTo>
                    <a:close/>
                    <a:moveTo>
                      <a:pt x="1714" y="26062"/>
                    </a:moveTo>
                    <a:cubicBezTo>
                      <a:pt x="1714" y="26134"/>
                      <a:pt x="1714" y="26134"/>
                      <a:pt x="1714" y="26134"/>
                    </a:cubicBezTo>
                    <a:cubicBezTo>
                      <a:pt x="1785" y="26277"/>
                      <a:pt x="1785" y="26277"/>
                      <a:pt x="1785" y="26277"/>
                    </a:cubicBezTo>
                    <a:cubicBezTo>
                      <a:pt x="1857" y="26491"/>
                      <a:pt x="1857" y="26491"/>
                      <a:pt x="1857" y="26491"/>
                    </a:cubicBezTo>
                    <a:cubicBezTo>
                      <a:pt x="1928" y="26419"/>
                      <a:pt x="1928" y="26419"/>
                      <a:pt x="1928" y="26419"/>
                    </a:cubicBezTo>
                    <a:lnTo>
                      <a:pt x="1999" y="26419"/>
                    </a:lnTo>
                    <a:cubicBezTo>
                      <a:pt x="1999" y="26348"/>
                      <a:pt x="1999" y="26348"/>
                      <a:pt x="1999" y="26348"/>
                    </a:cubicBezTo>
                    <a:lnTo>
                      <a:pt x="1928" y="26348"/>
                    </a:lnTo>
                    <a:lnTo>
                      <a:pt x="1857" y="26277"/>
                    </a:lnTo>
                    <a:cubicBezTo>
                      <a:pt x="1857" y="26205"/>
                      <a:pt x="1857" y="26205"/>
                      <a:pt x="1857" y="26205"/>
                    </a:cubicBezTo>
                    <a:cubicBezTo>
                      <a:pt x="1785" y="26134"/>
                      <a:pt x="1785" y="26134"/>
                      <a:pt x="1785" y="26134"/>
                    </a:cubicBezTo>
                    <a:cubicBezTo>
                      <a:pt x="1714" y="26062"/>
                      <a:pt x="1714" y="26062"/>
                      <a:pt x="1714" y="26062"/>
                    </a:cubicBezTo>
                    <a:close/>
                    <a:moveTo>
                      <a:pt x="6141" y="26348"/>
                    </a:moveTo>
                    <a:cubicBezTo>
                      <a:pt x="6141" y="26419"/>
                      <a:pt x="6141" y="26419"/>
                      <a:pt x="6141" y="26419"/>
                    </a:cubicBezTo>
                    <a:cubicBezTo>
                      <a:pt x="6212" y="26562"/>
                      <a:pt x="6212" y="26562"/>
                      <a:pt x="6212" y="26562"/>
                    </a:cubicBezTo>
                    <a:cubicBezTo>
                      <a:pt x="6212" y="26491"/>
                      <a:pt x="6212" y="26491"/>
                      <a:pt x="6212" y="26491"/>
                    </a:cubicBezTo>
                    <a:cubicBezTo>
                      <a:pt x="6212" y="26419"/>
                      <a:pt x="6212" y="26419"/>
                      <a:pt x="6212" y="26419"/>
                    </a:cubicBezTo>
                    <a:cubicBezTo>
                      <a:pt x="6212" y="26348"/>
                      <a:pt x="6212" y="26348"/>
                      <a:pt x="6212" y="26348"/>
                    </a:cubicBezTo>
                    <a:close/>
                    <a:moveTo>
                      <a:pt x="6855" y="26562"/>
                    </a:moveTo>
                    <a:cubicBezTo>
                      <a:pt x="6855" y="26634"/>
                      <a:pt x="6855" y="26634"/>
                      <a:pt x="6855" y="26634"/>
                    </a:cubicBezTo>
                    <a:lnTo>
                      <a:pt x="6997" y="26634"/>
                    </a:lnTo>
                    <a:cubicBezTo>
                      <a:pt x="6926" y="26562"/>
                      <a:pt x="6926" y="26562"/>
                      <a:pt x="6926" y="26562"/>
                    </a:cubicBezTo>
                    <a:close/>
                    <a:moveTo>
                      <a:pt x="7069" y="26491"/>
                    </a:moveTo>
                    <a:cubicBezTo>
                      <a:pt x="7069" y="26562"/>
                      <a:pt x="7069" y="26562"/>
                      <a:pt x="7069" y="26562"/>
                    </a:cubicBezTo>
                    <a:cubicBezTo>
                      <a:pt x="7212" y="26634"/>
                      <a:pt x="7212" y="26634"/>
                      <a:pt x="7212" y="26634"/>
                    </a:cubicBezTo>
                    <a:cubicBezTo>
                      <a:pt x="7140" y="26562"/>
                      <a:pt x="7140" y="26562"/>
                      <a:pt x="7140" y="26562"/>
                    </a:cubicBezTo>
                    <a:cubicBezTo>
                      <a:pt x="7140" y="26491"/>
                      <a:pt x="7140" y="26491"/>
                      <a:pt x="7140" y="26491"/>
                    </a:cubicBezTo>
                    <a:close/>
                    <a:moveTo>
                      <a:pt x="6997" y="26991"/>
                    </a:moveTo>
                    <a:cubicBezTo>
                      <a:pt x="7069" y="27062"/>
                      <a:pt x="7069" y="27062"/>
                      <a:pt x="7069" y="27062"/>
                    </a:cubicBezTo>
                    <a:cubicBezTo>
                      <a:pt x="7140" y="27133"/>
                      <a:pt x="7140" y="27133"/>
                      <a:pt x="7140" y="27133"/>
                    </a:cubicBezTo>
                    <a:cubicBezTo>
                      <a:pt x="7069" y="26991"/>
                      <a:pt x="7069" y="26991"/>
                      <a:pt x="7069" y="26991"/>
                    </a:cubicBezTo>
                    <a:close/>
                    <a:moveTo>
                      <a:pt x="7569" y="26848"/>
                    </a:moveTo>
                    <a:cubicBezTo>
                      <a:pt x="7569" y="26919"/>
                      <a:pt x="7569" y="26919"/>
                      <a:pt x="7569" y="26919"/>
                    </a:cubicBezTo>
                    <a:cubicBezTo>
                      <a:pt x="7569" y="26991"/>
                      <a:pt x="7569" y="26991"/>
                      <a:pt x="7569" y="26991"/>
                    </a:cubicBezTo>
                    <a:cubicBezTo>
                      <a:pt x="7569" y="27062"/>
                      <a:pt x="7569" y="27062"/>
                      <a:pt x="7569" y="27062"/>
                    </a:cubicBezTo>
                    <a:cubicBezTo>
                      <a:pt x="7569" y="27133"/>
                      <a:pt x="7569" y="27133"/>
                      <a:pt x="7569" y="27133"/>
                    </a:cubicBezTo>
                    <a:cubicBezTo>
                      <a:pt x="7569" y="27205"/>
                      <a:pt x="7569" y="27205"/>
                      <a:pt x="7569" y="27205"/>
                    </a:cubicBezTo>
                    <a:cubicBezTo>
                      <a:pt x="7640" y="27276"/>
                      <a:pt x="7640" y="27276"/>
                      <a:pt x="7640" y="27276"/>
                    </a:cubicBezTo>
                    <a:cubicBezTo>
                      <a:pt x="7640" y="27205"/>
                      <a:pt x="7640" y="27205"/>
                      <a:pt x="7640" y="27205"/>
                    </a:cubicBezTo>
                    <a:cubicBezTo>
                      <a:pt x="7640" y="27133"/>
                      <a:pt x="7640" y="27133"/>
                      <a:pt x="7640" y="27133"/>
                    </a:cubicBezTo>
                    <a:cubicBezTo>
                      <a:pt x="7640" y="27062"/>
                      <a:pt x="7640" y="27062"/>
                      <a:pt x="7640" y="27062"/>
                    </a:cubicBezTo>
                    <a:cubicBezTo>
                      <a:pt x="7640" y="26919"/>
                      <a:pt x="7640" y="26919"/>
                      <a:pt x="7640" y="26919"/>
                    </a:cubicBezTo>
                    <a:cubicBezTo>
                      <a:pt x="7711" y="26991"/>
                      <a:pt x="7711" y="26991"/>
                      <a:pt x="7711" y="26991"/>
                    </a:cubicBezTo>
                    <a:lnTo>
                      <a:pt x="7783" y="26919"/>
                    </a:lnTo>
                    <a:cubicBezTo>
                      <a:pt x="7711" y="26848"/>
                      <a:pt x="7711" y="26848"/>
                      <a:pt x="7711" y="26848"/>
                    </a:cubicBezTo>
                    <a:close/>
                    <a:moveTo>
                      <a:pt x="6498" y="27205"/>
                    </a:moveTo>
                    <a:cubicBezTo>
                      <a:pt x="6498" y="27276"/>
                      <a:pt x="6498" y="27276"/>
                      <a:pt x="6498" y="27276"/>
                    </a:cubicBezTo>
                    <a:cubicBezTo>
                      <a:pt x="6640" y="27490"/>
                      <a:pt x="6640" y="27490"/>
                      <a:pt x="6640" y="27490"/>
                    </a:cubicBezTo>
                    <a:lnTo>
                      <a:pt x="6783" y="27490"/>
                    </a:lnTo>
                    <a:lnTo>
                      <a:pt x="6783" y="27562"/>
                    </a:lnTo>
                    <a:cubicBezTo>
                      <a:pt x="6783" y="27633"/>
                      <a:pt x="6783" y="27633"/>
                      <a:pt x="6783" y="27633"/>
                    </a:cubicBezTo>
                    <a:cubicBezTo>
                      <a:pt x="6855" y="27705"/>
                      <a:pt x="6855" y="27705"/>
                      <a:pt x="6855" y="27705"/>
                    </a:cubicBezTo>
                    <a:lnTo>
                      <a:pt x="6926" y="27705"/>
                    </a:lnTo>
                    <a:cubicBezTo>
                      <a:pt x="6997" y="27633"/>
                      <a:pt x="6997" y="27633"/>
                      <a:pt x="6997" y="27633"/>
                    </a:cubicBezTo>
                    <a:cubicBezTo>
                      <a:pt x="6997" y="27562"/>
                      <a:pt x="6997" y="27562"/>
                      <a:pt x="6997" y="27562"/>
                    </a:cubicBezTo>
                    <a:cubicBezTo>
                      <a:pt x="6926" y="27490"/>
                      <a:pt x="6926" y="27490"/>
                      <a:pt x="6926" y="27490"/>
                    </a:cubicBezTo>
                    <a:cubicBezTo>
                      <a:pt x="6855" y="27419"/>
                      <a:pt x="6855" y="27419"/>
                      <a:pt x="6855" y="27419"/>
                    </a:cubicBezTo>
                    <a:cubicBezTo>
                      <a:pt x="6712" y="27276"/>
                      <a:pt x="6712" y="27276"/>
                      <a:pt x="6712" y="27276"/>
                    </a:cubicBezTo>
                    <a:cubicBezTo>
                      <a:pt x="6569" y="27205"/>
                      <a:pt x="6569" y="27205"/>
                      <a:pt x="6569" y="27205"/>
                    </a:cubicBezTo>
                    <a:close/>
                    <a:moveTo>
                      <a:pt x="6212" y="27348"/>
                    </a:moveTo>
                    <a:cubicBezTo>
                      <a:pt x="6212" y="27419"/>
                      <a:pt x="6212" y="27419"/>
                      <a:pt x="6212" y="27419"/>
                    </a:cubicBezTo>
                    <a:cubicBezTo>
                      <a:pt x="6212" y="27562"/>
                      <a:pt x="6212" y="27562"/>
                      <a:pt x="6212" y="27562"/>
                    </a:cubicBezTo>
                    <a:lnTo>
                      <a:pt x="6283" y="27562"/>
                    </a:lnTo>
                    <a:cubicBezTo>
                      <a:pt x="6283" y="27633"/>
                      <a:pt x="6283" y="27633"/>
                      <a:pt x="6283" y="27633"/>
                    </a:cubicBezTo>
                    <a:cubicBezTo>
                      <a:pt x="6355" y="27562"/>
                      <a:pt x="6355" y="27562"/>
                      <a:pt x="6355" y="27562"/>
                    </a:cubicBezTo>
                    <a:cubicBezTo>
                      <a:pt x="6355" y="27633"/>
                      <a:pt x="6355" y="27633"/>
                      <a:pt x="6355" y="27633"/>
                    </a:cubicBezTo>
                    <a:lnTo>
                      <a:pt x="6498" y="27633"/>
                    </a:lnTo>
                    <a:cubicBezTo>
                      <a:pt x="6569" y="27776"/>
                      <a:pt x="6569" y="27776"/>
                      <a:pt x="6569" y="27776"/>
                    </a:cubicBezTo>
                    <a:lnTo>
                      <a:pt x="6712" y="27776"/>
                    </a:lnTo>
                    <a:cubicBezTo>
                      <a:pt x="6712" y="27705"/>
                      <a:pt x="6712" y="27705"/>
                      <a:pt x="6712" y="27705"/>
                    </a:cubicBezTo>
                    <a:cubicBezTo>
                      <a:pt x="6640" y="27633"/>
                      <a:pt x="6640" y="27633"/>
                      <a:pt x="6640" y="27633"/>
                    </a:cubicBezTo>
                    <a:cubicBezTo>
                      <a:pt x="6498" y="27562"/>
                      <a:pt x="6498" y="27562"/>
                      <a:pt x="6498" y="27562"/>
                    </a:cubicBezTo>
                    <a:cubicBezTo>
                      <a:pt x="6355" y="27490"/>
                      <a:pt x="6355" y="27490"/>
                      <a:pt x="6355" y="27490"/>
                    </a:cubicBezTo>
                    <a:cubicBezTo>
                      <a:pt x="6283" y="27419"/>
                      <a:pt x="6283" y="27419"/>
                      <a:pt x="6283" y="27419"/>
                    </a:cubicBezTo>
                    <a:lnTo>
                      <a:pt x="6283" y="27348"/>
                    </a:lnTo>
                    <a:close/>
                    <a:moveTo>
                      <a:pt x="5712" y="28276"/>
                    </a:moveTo>
                    <a:cubicBezTo>
                      <a:pt x="5569" y="28419"/>
                      <a:pt x="5569" y="28419"/>
                      <a:pt x="5569" y="28419"/>
                    </a:cubicBezTo>
                    <a:cubicBezTo>
                      <a:pt x="5712" y="28490"/>
                      <a:pt x="5712" y="28490"/>
                      <a:pt x="5712" y="28490"/>
                    </a:cubicBezTo>
                    <a:lnTo>
                      <a:pt x="5784" y="28490"/>
                    </a:lnTo>
                    <a:cubicBezTo>
                      <a:pt x="5855" y="28419"/>
                      <a:pt x="5855" y="28419"/>
                      <a:pt x="5855" y="28419"/>
                    </a:cubicBezTo>
                    <a:cubicBezTo>
                      <a:pt x="5784" y="28276"/>
                      <a:pt x="5784" y="28276"/>
                      <a:pt x="5784" y="28276"/>
                    </a:cubicBezTo>
                    <a:close/>
                    <a:moveTo>
                      <a:pt x="6141" y="28419"/>
                    </a:moveTo>
                    <a:cubicBezTo>
                      <a:pt x="6212" y="28490"/>
                      <a:pt x="6212" y="28490"/>
                      <a:pt x="6212" y="28490"/>
                    </a:cubicBezTo>
                    <a:cubicBezTo>
                      <a:pt x="6212" y="28419"/>
                      <a:pt x="6212" y="28419"/>
                      <a:pt x="6212" y="28419"/>
                    </a:cubicBezTo>
                    <a:close/>
                    <a:moveTo>
                      <a:pt x="7354" y="28561"/>
                    </a:moveTo>
                    <a:cubicBezTo>
                      <a:pt x="7354" y="28633"/>
                      <a:pt x="7354" y="28633"/>
                      <a:pt x="7354" y="28633"/>
                    </a:cubicBezTo>
                    <a:cubicBezTo>
                      <a:pt x="7426" y="28704"/>
                      <a:pt x="7426" y="28704"/>
                      <a:pt x="7426" y="28704"/>
                    </a:cubicBezTo>
                    <a:lnTo>
                      <a:pt x="7497" y="28704"/>
                    </a:lnTo>
                    <a:lnTo>
                      <a:pt x="7497" y="28776"/>
                    </a:lnTo>
                    <a:lnTo>
                      <a:pt x="7569" y="28776"/>
                    </a:lnTo>
                    <a:cubicBezTo>
                      <a:pt x="7569" y="28704"/>
                      <a:pt x="7569" y="28704"/>
                      <a:pt x="7569" y="28704"/>
                    </a:cubicBezTo>
                    <a:cubicBezTo>
                      <a:pt x="7569" y="28633"/>
                      <a:pt x="7569" y="28633"/>
                      <a:pt x="7569" y="28633"/>
                    </a:cubicBezTo>
                    <a:lnTo>
                      <a:pt x="7497" y="28633"/>
                    </a:lnTo>
                    <a:cubicBezTo>
                      <a:pt x="7426" y="28561"/>
                      <a:pt x="7426" y="28561"/>
                      <a:pt x="7426" y="28561"/>
                    </a:cubicBezTo>
                    <a:close/>
                    <a:moveTo>
                      <a:pt x="6212" y="28490"/>
                    </a:moveTo>
                    <a:cubicBezTo>
                      <a:pt x="6212" y="28561"/>
                      <a:pt x="6212" y="28561"/>
                      <a:pt x="6212" y="28561"/>
                    </a:cubicBezTo>
                    <a:lnTo>
                      <a:pt x="6212" y="28633"/>
                    </a:lnTo>
                    <a:cubicBezTo>
                      <a:pt x="6212" y="28704"/>
                      <a:pt x="6212" y="28704"/>
                      <a:pt x="6212" y="28704"/>
                    </a:cubicBezTo>
                    <a:lnTo>
                      <a:pt x="6283" y="28704"/>
                    </a:lnTo>
                    <a:cubicBezTo>
                      <a:pt x="6355" y="28776"/>
                      <a:pt x="6355" y="28776"/>
                      <a:pt x="6355" y="28776"/>
                    </a:cubicBezTo>
                    <a:cubicBezTo>
                      <a:pt x="6355" y="28847"/>
                      <a:pt x="6355" y="28847"/>
                      <a:pt x="6355" y="28847"/>
                    </a:cubicBezTo>
                    <a:lnTo>
                      <a:pt x="6426" y="28847"/>
                    </a:lnTo>
                    <a:cubicBezTo>
                      <a:pt x="6426" y="28704"/>
                      <a:pt x="6426" y="28704"/>
                      <a:pt x="6426" y="28704"/>
                    </a:cubicBezTo>
                    <a:cubicBezTo>
                      <a:pt x="6355" y="28561"/>
                      <a:pt x="6355" y="28561"/>
                      <a:pt x="6355" y="28561"/>
                    </a:cubicBezTo>
                    <a:cubicBezTo>
                      <a:pt x="6212" y="28490"/>
                      <a:pt x="6212" y="28490"/>
                      <a:pt x="6212" y="28490"/>
                    </a:cubicBezTo>
                    <a:close/>
                    <a:moveTo>
                      <a:pt x="24420" y="28633"/>
                    </a:moveTo>
                    <a:cubicBezTo>
                      <a:pt x="24348" y="28704"/>
                      <a:pt x="24348" y="28704"/>
                      <a:pt x="24348" y="28704"/>
                    </a:cubicBezTo>
                    <a:lnTo>
                      <a:pt x="24277" y="28704"/>
                    </a:lnTo>
                    <a:cubicBezTo>
                      <a:pt x="24277" y="28776"/>
                      <a:pt x="24277" y="28776"/>
                      <a:pt x="24277" y="28776"/>
                    </a:cubicBezTo>
                    <a:cubicBezTo>
                      <a:pt x="24277" y="28847"/>
                      <a:pt x="24277" y="28847"/>
                      <a:pt x="24277" y="28847"/>
                    </a:cubicBezTo>
                    <a:cubicBezTo>
                      <a:pt x="24348" y="28918"/>
                      <a:pt x="24348" y="28918"/>
                      <a:pt x="24348" y="28918"/>
                    </a:cubicBezTo>
                    <a:lnTo>
                      <a:pt x="24420" y="28918"/>
                    </a:lnTo>
                    <a:cubicBezTo>
                      <a:pt x="24420" y="28847"/>
                      <a:pt x="24420" y="28847"/>
                      <a:pt x="24420" y="28847"/>
                    </a:cubicBezTo>
                    <a:cubicBezTo>
                      <a:pt x="24420" y="28776"/>
                      <a:pt x="24420" y="28776"/>
                      <a:pt x="24420" y="28776"/>
                    </a:cubicBezTo>
                    <a:cubicBezTo>
                      <a:pt x="24491" y="28704"/>
                      <a:pt x="24491" y="28704"/>
                      <a:pt x="24491" y="28704"/>
                    </a:cubicBezTo>
                    <a:cubicBezTo>
                      <a:pt x="24491" y="28633"/>
                      <a:pt x="24491" y="28633"/>
                      <a:pt x="24491" y="28633"/>
                    </a:cubicBezTo>
                    <a:close/>
                    <a:moveTo>
                      <a:pt x="9068" y="29133"/>
                    </a:moveTo>
                    <a:cubicBezTo>
                      <a:pt x="9068" y="29204"/>
                      <a:pt x="9068" y="29204"/>
                      <a:pt x="9068" y="29204"/>
                    </a:cubicBezTo>
                    <a:lnTo>
                      <a:pt x="8925" y="29204"/>
                    </a:lnTo>
                    <a:cubicBezTo>
                      <a:pt x="8925" y="29276"/>
                      <a:pt x="8925" y="29276"/>
                      <a:pt x="8925" y="29276"/>
                    </a:cubicBezTo>
                    <a:lnTo>
                      <a:pt x="9211" y="29276"/>
                    </a:lnTo>
                    <a:cubicBezTo>
                      <a:pt x="9140" y="29204"/>
                      <a:pt x="9140" y="29204"/>
                      <a:pt x="9140" y="29204"/>
                    </a:cubicBezTo>
                    <a:cubicBezTo>
                      <a:pt x="9140" y="29133"/>
                      <a:pt x="9140" y="29133"/>
                      <a:pt x="9140" y="29133"/>
                    </a:cubicBezTo>
                    <a:close/>
                    <a:moveTo>
                      <a:pt x="7440" y="27971"/>
                    </a:moveTo>
                    <a:cubicBezTo>
                      <a:pt x="7431" y="27971"/>
                      <a:pt x="7426" y="27977"/>
                      <a:pt x="7426" y="27990"/>
                    </a:cubicBezTo>
                    <a:cubicBezTo>
                      <a:pt x="7426" y="28062"/>
                      <a:pt x="7569" y="28276"/>
                      <a:pt x="7640" y="28276"/>
                    </a:cubicBezTo>
                    <a:lnTo>
                      <a:pt x="7640" y="28347"/>
                    </a:lnTo>
                    <a:cubicBezTo>
                      <a:pt x="7640" y="28347"/>
                      <a:pt x="7640" y="28419"/>
                      <a:pt x="7640" y="28419"/>
                    </a:cubicBezTo>
                    <a:cubicBezTo>
                      <a:pt x="7711" y="28490"/>
                      <a:pt x="7783" y="28490"/>
                      <a:pt x="7854" y="28561"/>
                    </a:cubicBezTo>
                    <a:cubicBezTo>
                      <a:pt x="7854" y="28633"/>
                      <a:pt x="7997" y="28847"/>
                      <a:pt x="8069" y="28918"/>
                    </a:cubicBezTo>
                    <a:cubicBezTo>
                      <a:pt x="8116" y="28918"/>
                      <a:pt x="8164" y="28887"/>
                      <a:pt x="8190" y="28887"/>
                    </a:cubicBezTo>
                    <a:cubicBezTo>
                      <a:pt x="8203" y="28887"/>
                      <a:pt x="8211" y="28895"/>
                      <a:pt x="8211" y="28918"/>
                    </a:cubicBezTo>
                    <a:cubicBezTo>
                      <a:pt x="8283" y="29061"/>
                      <a:pt x="8354" y="29133"/>
                      <a:pt x="8497" y="29204"/>
                    </a:cubicBezTo>
                    <a:cubicBezTo>
                      <a:pt x="8579" y="29245"/>
                      <a:pt x="8662" y="29287"/>
                      <a:pt x="8717" y="29287"/>
                    </a:cubicBezTo>
                    <a:cubicBezTo>
                      <a:pt x="8757" y="29287"/>
                      <a:pt x="8783" y="29264"/>
                      <a:pt x="8783" y="29204"/>
                    </a:cubicBezTo>
                    <a:cubicBezTo>
                      <a:pt x="8640" y="28990"/>
                      <a:pt x="8354" y="28776"/>
                      <a:pt x="8140" y="28561"/>
                    </a:cubicBezTo>
                    <a:cubicBezTo>
                      <a:pt x="7997" y="28419"/>
                      <a:pt x="7854" y="28133"/>
                      <a:pt x="7711" y="28062"/>
                    </a:cubicBezTo>
                    <a:cubicBezTo>
                      <a:pt x="7640" y="28062"/>
                      <a:pt x="7640" y="28133"/>
                      <a:pt x="7640" y="28133"/>
                    </a:cubicBezTo>
                    <a:cubicBezTo>
                      <a:pt x="7582" y="28075"/>
                      <a:pt x="7478" y="27971"/>
                      <a:pt x="7440" y="27971"/>
                    </a:cubicBezTo>
                    <a:close/>
                    <a:moveTo>
                      <a:pt x="6899" y="28411"/>
                    </a:moveTo>
                    <a:cubicBezTo>
                      <a:pt x="6815" y="28411"/>
                      <a:pt x="6997" y="28776"/>
                      <a:pt x="6997" y="28776"/>
                    </a:cubicBezTo>
                    <a:cubicBezTo>
                      <a:pt x="6997" y="28799"/>
                      <a:pt x="6990" y="28807"/>
                      <a:pt x="6979" y="28807"/>
                    </a:cubicBezTo>
                    <a:cubicBezTo>
                      <a:pt x="6958" y="28807"/>
                      <a:pt x="6926" y="28776"/>
                      <a:pt x="6926" y="28776"/>
                    </a:cubicBezTo>
                    <a:cubicBezTo>
                      <a:pt x="6855" y="28776"/>
                      <a:pt x="6855" y="28776"/>
                      <a:pt x="6855" y="28847"/>
                    </a:cubicBezTo>
                    <a:cubicBezTo>
                      <a:pt x="6926" y="28990"/>
                      <a:pt x="6997" y="28990"/>
                      <a:pt x="7140" y="29133"/>
                    </a:cubicBezTo>
                    <a:cubicBezTo>
                      <a:pt x="7212" y="29204"/>
                      <a:pt x="7212" y="29276"/>
                      <a:pt x="7354" y="29347"/>
                    </a:cubicBezTo>
                    <a:cubicBezTo>
                      <a:pt x="7354" y="29347"/>
                      <a:pt x="7354" y="29276"/>
                      <a:pt x="7354" y="29276"/>
                    </a:cubicBezTo>
                    <a:cubicBezTo>
                      <a:pt x="7354" y="29204"/>
                      <a:pt x="7283" y="29133"/>
                      <a:pt x="7283" y="29133"/>
                    </a:cubicBezTo>
                    <a:cubicBezTo>
                      <a:pt x="7283" y="29133"/>
                      <a:pt x="7354" y="29133"/>
                      <a:pt x="7354" y="29061"/>
                    </a:cubicBezTo>
                    <a:lnTo>
                      <a:pt x="7426" y="29061"/>
                    </a:lnTo>
                    <a:cubicBezTo>
                      <a:pt x="7497" y="29061"/>
                      <a:pt x="7426" y="28990"/>
                      <a:pt x="7354" y="28918"/>
                    </a:cubicBezTo>
                    <a:cubicBezTo>
                      <a:pt x="7212" y="28776"/>
                      <a:pt x="7069" y="28561"/>
                      <a:pt x="6926" y="28419"/>
                    </a:cubicBezTo>
                    <a:cubicBezTo>
                      <a:pt x="6915" y="28413"/>
                      <a:pt x="6906" y="28411"/>
                      <a:pt x="6899" y="28411"/>
                    </a:cubicBezTo>
                    <a:close/>
                    <a:moveTo>
                      <a:pt x="8640" y="29847"/>
                    </a:moveTo>
                    <a:cubicBezTo>
                      <a:pt x="8783" y="29918"/>
                      <a:pt x="8783" y="29918"/>
                      <a:pt x="8783" y="29918"/>
                    </a:cubicBezTo>
                    <a:cubicBezTo>
                      <a:pt x="8711" y="29847"/>
                      <a:pt x="8711" y="29847"/>
                      <a:pt x="8711" y="29847"/>
                    </a:cubicBezTo>
                    <a:close/>
                    <a:moveTo>
                      <a:pt x="9568" y="29775"/>
                    </a:moveTo>
                    <a:cubicBezTo>
                      <a:pt x="9568" y="29847"/>
                      <a:pt x="9568" y="29847"/>
                      <a:pt x="9568" y="29847"/>
                    </a:cubicBezTo>
                    <a:cubicBezTo>
                      <a:pt x="9711" y="29918"/>
                      <a:pt x="9711" y="29918"/>
                      <a:pt x="9711" y="29918"/>
                    </a:cubicBezTo>
                    <a:lnTo>
                      <a:pt x="9782" y="29918"/>
                    </a:lnTo>
                    <a:cubicBezTo>
                      <a:pt x="9711" y="29847"/>
                      <a:pt x="9711" y="29847"/>
                      <a:pt x="9711" y="29847"/>
                    </a:cubicBezTo>
                    <a:lnTo>
                      <a:pt x="9639" y="29847"/>
                    </a:lnTo>
                    <a:cubicBezTo>
                      <a:pt x="9568" y="29775"/>
                      <a:pt x="9568" y="29775"/>
                      <a:pt x="9568" y="29775"/>
                    </a:cubicBezTo>
                    <a:close/>
                    <a:moveTo>
                      <a:pt x="7354" y="31132"/>
                    </a:moveTo>
                    <a:cubicBezTo>
                      <a:pt x="6997" y="31203"/>
                      <a:pt x="6997" y="31203"/>
                      <a:pt x="6997" y="31203"/>
                    </a:cubicBezTo>
                    <a:cubicBezTo>
                      <a:pt x="6855" y="31275"/>
                      <a:pt x="6855" y="31275"/>
                      <a:pt x="6855" y="31275"/>
                    </a:cubicBezTo>
                    <a:lnTo>
                      <a:pt x="6855" y="31346"/>
                    </a:lnTo>
                    <a:cubicBezTo>
                      <a:pt x="6855" y="31418"/>
                      <a:pt x="6855" y="31418"/>
                      <a:pt x="6855" y="31418"/>
                    </a:cubicBezTo>
                    <a:cubicBezTo>
                      <a:pt x="6926" y="31489"/>
                      <a:pt x="6926" y="31489"/>
                      <a:pt x="6926" y="31489"/>
                    </a:cubicBezTo>
                    <a:lnTo>
                      <a:pt x="7212" y="31489"/>
                    </a:lnTo>
                    <a:cubicBezTo>
                      <a:pt x="7283" y="31418"/>
                      <a:pt x="7283" y="31418"/>
                      <a:pt x="7283" y="31418"/>
                    </a:cubicBezTo>
                    <a:lnTo>
                      <a:pt x="7426" y="31418"/>
                    </a:lnTo>
                    <a:cubicBezTo>
                      <a:pt x="7426" y="31346"/>
                      <a:pt x="7426" y="31346"/>
                      <a:pt x="7426" y="31346"/>
                    </a:cubicBezTo>
                    <a:cubicBezTo>
                      <a:pt x="7426" y="31275"/>
                      <a:pt x="7426" y="31275"/>
                      <a:pt x="7426" y="31275"/>
                    </a:cubicBezTo>
                    <a:cubicBezTo>
                      <a:pt x="7426" y="31203"/>
                      <a:pt x="7426" y="31203"/>
                      <a:pt x="7426" y="31203"/>
                    </a:cubicBezTo>
                    <a:lnTo>
                      <a:pt x="7354" y="31203"/>
                    </a:lnTo>
                    <a:cubicBezTo>
                      <a:pt x="7354" y="31132"/>
                      <a:pt x="7354" y="31132"/>
                      <a:pt x="7354" y="31132"/>
                    </a:cubicBezTo>
                    <a:close/>
                    <a:moveTo>
                      <a:pt x="7836" y="29311"/>
                    </a:moveTo>
                    <a:cubicBezTo>
                      <a:pt x="7747" y="29311"/>
                      <a:pt x="7676" y="29347"/>
                      <a:pt x="7640" y="29418"/>
                    </a:cubicBezTo>
                    <a:cubicBezTo>
                      <a:pt x="7497" y="29704"/>
                      <a:pt x="7569" y="29990"/>
                      <a:pt x="7426" y="30275"/>
                    </a:cubicBezTo>
                    <a:cubicBezTo>
                      <a:pt x="7283" y="30418"/>
                      <a:pt x="6926" y="30561"/>
                      <a:pt x="7069" y="30846"/>
                    </a:cubicBezTo>
                    <a:cubicBezTo>
                      <a:pt x="7140" y="30846"/>
                      <a:pt x="7283" y="30918"/>
                      <a:pt x="7354" y="30918"/>
                    </a:cubicBezTo>
                    <a:cubicBezTo>
                      <a:pt x="7497" y="30989"/>
                      <a:pt x="7497" y="31132"/>
                      <a:pt x="7640" y="31132"/>
                    </a:cubicBezTo>
                    <a:cubicBezTo>
                      <a:pt x="7654" y="31146"/>
                      <a:pt x="7672" y="31152"/>
                      <a:pt x="7690" y="31152"/>
                    </a:cubicBezTo>
                    <a:cubicBezTo>
                      <a:pt x="7766" y="31152"/>
                      <a:pt x="7869" y="31061"/>
                      <a:pt x="7926" y="31061"/>
                    </a:cubicBezTo>
                    <a:cubicBezTo>
                      <a:pt x="8171" y="30999"/>
                      <a:pt x="8417" y="30832"/>
                      <a:pt x="8708" y="30832"/>
                    </a:cubicBezTo>
                    <a:cubicBezTo>
                      <a:pt x="8756" y="30832"/>
                      <a:pt x="8804" y="30836"/>
                      <a:pt x="8854" y="30846"/>
                    </a:cubicBezTo>
                    <a:cubicBezTo>
                      <a:pt x="9211" y="30989"/>
                      <a:pt x="9425" y="31275"/>
                      <a:pt x="9854" y="31489"/>
                    </a:cubicBezTo>
                    <a:cubicBezTo>
                      <a:pt x="10000" y="31544"/>
                      <a:pt x="10081" y="31566"/>
                      <a:pt x="10124" y="31566"/>
                    </a:cubicBezTo>
                    <a:cubicBezTo>
                      <a:pt x="10247" y="31566"/>
                      <a:pt x="10051" y="31381"/>
                      <a:pt x="10211" y="31275"/>
                    </a:cubicBezTo>
                    <a:cubicBezTo>
                      <a:pt x="10306" y="31275"/>
                      <a:pt x="10433" y="31306"/>
                      <a:pt x="10528" y="31306"/>
                    </a:cubicBezTo>
                    <a:cubicBezTo>
                      <a:pt x="10576" y="31306"/>
                      <a:pt x="10615" y="31299"/>
                      <a:pt x="10639" y="31275"/>
                    </a:cubicBezTo>
                    <a:cubicBezTo>
                      <a:pt x="10568" y="31132"/>
                      <a:pt x="10282" y="31061"/>
                      <a:pt x="10139" y="30989"/>
                    </a:cubicBezTo>
                    <a:cubicBezTo>
                      <a:pt x="10068" y="30846"/>
                      <a:pt x="9925" y="30632"/>
                      <a:pt x="9854" y="30489"/>
                    </a:cubicBezTo>
                    <a:lnTo>
                      <a:pt x="9782" y="30489"/>
                    </a:lnTo>
                    <a:cubicBezTo>
                      <a:pt x="9717" y="30424"/>
                      <a:pt x="9665" y="30399"/>
                      <a:pt x="9622" y="30399"/>
                    </a:cubicBezTo>
                    <a:cubicBezTo>
                      <a:pt x="9525" y="30399"/>
                      <a:pt x="9475" y="30533"/>
                      <a:pt x="9425" y="30632"/>
                    </a:cubicBezTo>
                    <a:cubicBezTo>
                      <a:pt x="9375" y="30665"/>
                      <a:pt x="9329" y="30679"/>
                      <a:pt x="9287" y="30679"/>
                    </a:cubicBezTo>
                    <a:cubicBezTo>
                      <a:pt x="9148" y="30679"/>
                      <a:pt x="9052" y="30528"/>
                      <a:pt x="8997" y="30418"/>
                    </a:cubicBezTo>
                    <a:cubicBezTo>
                      <a:pt x="8925" y="30275"/>
                      <a:pt x="8925" y="30204"/>
                      <a:pt x="8783" y="30132"/>
                    </a:cubicBezTo>
                    <a:cubicBezTo>
                      <a:pt x="8711" y="30061"/>
                      <a:pt x="8568" y="30061"/>
                      <a:pt x="8426" y="29990"/>
                    </a:cubicBezTo>
                    <a:cubicBezTo>
                      <a:pt x="8426" y="29990"/>
                      <a:pt x="8497" y="29918"/>
                      <a:pt x="8497" y="29847"/>
                    </a:cubicBezTo>
                    <a:cubicBezTo>
                      <a:pt x="8497" y="29633"/>
                      <a:pt x="8283" y="29561"/>
                      <a:pt x="8140" y="29418"/>
                    </a:cubicBezTo>
                    <a:cubicBezTo>
                      <a:pt x="8033" y="29347"/>
                      <a:pt x="7926" y="29311"/>
                      <a:pt x="7836" y="29311"/>
                    </a:cubicBezTo>
                    <a:close/>
                    <a:moveTo>
                      <a:pt x="5712" y="31560"/>
                    </a:moveTo>
                    <a:cubicBezTo>
                      <a:pt x="5712" y="31632"/>
                      <a:pt x="5712" y="31632"/>
                      <a:pt x="5712" y="31632"/>
                    </a:cubicBezTo>
                    <a:cubicBezTo>
                      <a:pt x="5784" y="31703"/>
                      <a:pt x="5784" y="31703"/>
                      <a:pt x="5784" y="31703"/>
                    </a:cubicBezTo>
                    <a:cubicBezTo>
                      <a:pt x="5855" y="31632"/>
                      <a:pt x="5855" y="31632"/>
                      <a:pt x="5855" y="31632"/>
                    </a:cubicBezTo>
                    <a:cubicBezTo>
                      <a:pt x="5784" y="31560"/>
                      <a:pt x="5784" y="31560"/>
                      <a:pt x="5784" y="31560"/>
                    </a:cubicBezTo>
                    <a:close/>
                    <a:moveTo>
                      <a:pt x="5355" y="31560"/>
                    </a:moveTo>
                    <a:lnTo>
                      <a:pt x="5284" y="31632"/>
                    </a:lnTo>
                    <a:lnTo>
                      <a:pt x="5212" y="31632"/>
                    </a:lnTo>
                    <a:cubicBezTo>
                      <a:pt x="5212" y="31703"/>
                      <a:pt x="5212" y="31703"/>
                      <a:pt x="5212" y="31703"/>
                    </a:cubicBezTo>
                    <a:lnTo>
                      <a:pt x="5284" y="31703"/>
                    </a:lnTo>
                    <a:cubicBezTo>
                      <a:pt x="5355" y="31775"/>
                      <a:pt x="5355" y="31775"/>
                      <a:pt x="5355" y="31775"/>
                    </a:cubicBezTo>
                    <a:cubicBezTo>
                      <a:pt x="5355" y="31703"/>
                      <a:pt x="5355" y="31703"/>
                      <a:pt x="5355" y="31703"/>
                    </a:cubicBezTo>
                    <a:lnTo>
                      <a:pt x="5427" y="31703"/>
                    </a:lnTo>
                    <a:cubicBezTo>
                      <a:pt x="5355" y="31560"/>
                      <a:pt x="5355" y="31560"/>
                      <a:pt x="5355" y="31560"/>
                    </a:cubicBezTo>
                    <a:close/>
                    <a:moveTo>
                      <a:pt x="5712" y="31917"/>
                    </a:moveTo>
                    <a:lnTo>
                      <a:pt x="5712" y="31989"/>
                    </a:lnTo>
                    <a:lnTo>
                      <a:pt x="5641" y="31989"/>
                    </a:lnTo>
                    <a:cubicBezTo>
                      <a:pt x="5641" y="31917"/>
                      <a:pt x="5641" y="31917"/>
                      <a:pt x="5641" y="31917"/>
                    </a:cubicBezTo>
                    <a:close/>
                    <a:moveTo>
                      <a:pt x="5427" y="31775"/>
                    </a:moveTo>
                    <a:cubicBezTo>
                      <a:pt x="5498" y="31846"/>
                      <a:pt x="5498" y="31846"/>
                      <a:pt x="5498" y="31846"/>
                    </a:cubicBezTo>
                    <a:cubicBezTo>
                      <a:pt x="5498" y="31917"/>
                      <a:pt x="5498" y="31917"/>
                      <a:pt x="5498" y="31917"/>
                    </a:cubicBezTo>
                    <a:cubicBezTo>
                      <a:pt x="5498" y="31989"/>
                      <a:pt x="5498" y="31989"/>
                      <a:pt x="5498" y="31989"/>
                    </a:cubicBezTo>
                    <a:cubicBezTo>
                      <a:pt x="5569" y="32060"/>
                      <a:pt x="5569" y="32060"/>
                      <a:pt x="5569" y="32060"/>
                    </a:cubicBezTo>
                    <a:cubicBezTo>
                      <a:pt x="5641" y="32132"/>
                      <a:pt x="5641" y="32132"/>
                      <a:pt x="5641" y="32132"/>
                    </a:cubicBezTo>
                    <a:lnTo>
                      <a:pt x="5712" y="32132"/>
                    </a:lnTo>
                    <a:cubicBezTo>
                      <a:pt x="5784" y="31989"/>
                      <a:pt x="5784" y="31989"/>
                      <a:pt x="5784" y="31989"/>
                    </a:cubicBezTo>
                    <a:cubicBezTo>
                      <a:pt x="5712" y="31917"/>
                      <a:pt x="5712" y="31917"/>
                      <a:pt x="5712" y="31917"/>
                    </a:cubicBezTo>
                    <a:lnTo>
                      <a:pt x="5784" y="31917"/>
                    </a:lnTo>
                    <a:cubicBezTo>
                      <a:pt x="5784" y="31846"/>
                      <a:pt x="5784" y="31846"/>
                      <a:pt x="5784" y="31846"/>
                    </a:cubicBezTo>
                    <a:cubicBezTo>
                      <a:pt x="5784" y="31775"/>
                      <a:pt x="5784" y="31775"/>
                      <a:pt x="5784" y="31775"/>
                    </a:cubicBezTo>
                    <a:close/>
                    <a:moveTo>
                      <a:pt x="7283" y="31560"/>
                    </a:moveTo>
                    <a:cubicBezTo>
                      <a:pt x="7085" y="31560"/>
                      <a:pt x="6948" y="31925"/>
                      <a:pt x="6704" y="31925"/>
                    </a:cubicBezTo>
                    <a:cubicBezTo>
                      <a:pt x="6684" y="31925"/>
                      <a:pt x="6662" y="31923"/>
                      <a:pt x="6640" y="31917"/>
                    </a:cubicBezTo>
                    <a:lnTo>
                      <a:pt x="6569" y="31917"/>
                    </a:lnTo>
                    <a:cubicBezTo>
                      <a:pt x="6498" y="31917"/>
                      <a:pt x="6498" y="32060"/>
                      <a:pt x="6498" y="32060"/>
                    </a:cubicBezTo>
                    <a:cubicBezTo>
                      <a:pt x="6426" y="32060"/>
                      <a:pt x="6426" y="31917"/>
                      <a:pt x="6426" y="31846"/>
                    </a:cubicBezTo>
                    <a:cubicBezTo>
                      <a:pt x="6455" y="31702"/>
                      <a:pt x="6449" y="31651"/>
                      <a:pt x="6422" y="31651"/>
                    </a:cubicBezTo>
                    <a:cubicBezTo>
                      <a:pt x="6382" y="31651"/>
                      <a:pt x="6297" y="31761"/>
                      <a:pt x="6212" y="31846"/>
                    </a:cubicBezTo>
                    <a:cubicBezTo>
                      <a:pt x="6069" y="31989"/>
                      <a:pt x="5926" y="32203"/>
                      <a:pt x="5926" y="32417"/>
                    </a:cubicBezTo>
                    <a:cubicBezTo>
                      <a:pt x="5998" y="32631"/>
                      <a:pt x="6283" y="32774"/>
                      <a:pt x="6426" y="32846"/>
                    </a:cubicBezTo>
                    <a:cubicBezTo>
                      <a:pt x="6569" y="33060"/>
                      <a:pt x="6498" y="33417"/>
                      <a:pt x="6569" y="33560"/>
                    </a:cubicBezTo>
                    <a:cubicBezTo>
                      <a:pt x="6596" y="33573"/>
                      <a:pt x="6621" y="33579"/>
                      <a:pt x="6643" y="33579"/>
                    </a:cubicBezTo>
                    <a:cubicBezTo>
                      <a:pt x="6737" y="33579"/>
                      <a:pt x="6783" y="33475"/>
                      <a:pt x="6783" y="33417"/>
                    </a:cubicBezTo>
                    <a:cubicBezTo>
                      <a:pt x="6857" y="33170"/>
                      <a:pt x="6931" y="33094"/>
                      <a:pt x="7011" y="33094"/>
                    </a:cubicBezTo>
                    <a:cubicBezTo>
                      <a:pt x="7140" y="33094"/>
                      <a:pt x="7285" y="33293"/>
                      <a:pt x="7470" y="33293"/>
                    </a:cubicBezTo>
                    <a:cubicBezTo>
                      <a:pt x="7502" y="33293"/>
                      <a:pt x="7535" y="33288"/>
                      <a:pt x="7569" y="33274"/>
                    </a:cubicBezTo>
                    <a:cubicBezTo>
                      <a:pt x="7640" y="33131"/>
                      <a:pt x="7569" y="32917"/>
                      <a:pt x="7711" y="32774"/>
                    </a:cubicBezTo>
                    <a:cubicBezTo>
                      <a:pt x="7783" y="32703"/>
                      <a:pt x="7997" y="32560"/>
                      <a:pt x="8069" y="32489"/>
                    </a:cubicBezTo>
                    <a:cubicBezTo>
                      <a:pt x="8140" y="32274"/>
                      <a:pt x="7854" y="32060"/>
                      <a:pt x="7783" y="31917"/>
                    </a:cubicBezTo>
                    <a:cubicBezTo>
                      <a:pt x="7640" y="31775"/>
                      <a:pt x="7426" y="31632"/>
                      <a:pt x="7283" y="3156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59"/>
              <p:cNvSpPr/>
              <p:nvPr/>
            </p:nvSpPr>
            <p:spPr>
              <a:xfrm>
                <a:off x="1525125" y="1727550"/>
                <a:ext cx="905275" cy="839500"/>
              </a:xfrm>
              <a:custGeom>
                <a:rect b="b" l="l" r="r" t="t"/>
                <a:pathLst>
                  <a:path extrusionOk="0" fill="none" h="33580" w="36211">
                    <a:moveTo>
                      <a:pt x="8712" y="24706"/>
                    </a:moveTo>
                    <a:cubicBezTo>
                      <a:pt x="8712" y="24777"/>
                      <a:pt x="8712" y="24777"/>
                      <a:pt x="8712" y="24777"/>
                    </a:cubicBezTo>
                    <a:cubicBezTo>
                      <a:pt x="8783" y="24777"/>
                      <a:pt x="8783" y="24777"/>
                      <a:pt x="8783" y="24777"/>
                    </a:cubicBezTo>
                    <a:cubicBezTo>
                      <a:pt x="8855" y="24777"/>
                      <a:pt x="8855" y="24777"/>
                      <a:pt x="8855" y="24777"/>
                    </a:cubicBezTo>
                    <a:cubicBezTo>
                      <a:pt x="9069" y="24849"/>
                      <a:pt x="9069" y="24849"/>
                      <a:pt x="9069" y="24849"/>
                    </a:cubicBezTo>
                    <a:cubicBezTo>
                      <a:pt x="9069" y="24849"/>
                      <a:pt x="9069" y="24849"/>
                      <a:pt x="9069" y="24849"/>
                    </a:cubicBezTo>
                    <a:cubicBezTo>
                      <a:pt x="9140" y="24777"/>
                      <a:pt x="9140" y="24777"/>
                      <a:pt x="9140" y="24777"/>
                    </a:cubicBezTo>
                    <a:cubicBezTo>
                      <a:pt x="9069" y="24706"/>
                      <a:pt x="9069" y="24706"/>
                      <a:pt x="9069" y="24706"/>
                    </a:cubicBezTo>
                    <a:cubicBezTo>
                      <a:pt x="9069" y="24634"/>
                      <a:pt x="9069" y="24634"/>
                      <a:pt x="9069" y="24634"/>
                    </a:cubicBezTo>
                    <a:cubicBezTo>
                      <a:pt x="8997" y="24634"/>
                      <a:pt x="8997" y="24634"/>
                      <a:pt x="8997" y="24634"/>
                    </a:cubicBezTo>
                    <a:cubicBezTo>
                      <a:pt x="8783" y="24634"/>
                      <a:pt x="8783" y="24634"/>
                      <a:pt x="8783" y="24634"/>
                    </a:cubicBezTo>
                    <a:cubicBezTo>
                      <a:pt x="8712" y="24634"/>
                      <a:pt x="8712" y="24634"/>
                      <a:pt x="8712" y="24634"/>
                    </a:cubicBezTo>
                    <a:close/>
                    <a:moveTo>
                      <a:pt x="8569" y="24206"/>
                    </a:moveTo>
                    <a:cubicBezTo>
                      <a:pt x="8569" y="24277"/>
                      <a:pt x="8569" y="24277"/>
                      <a:pt x="8569" y="24277"/>
                    </a:cubicBezTo>
                    <a:cubicBezTo>
                      <a:pt x="8569" y="24277"/>
                      <a:pt x="8569" y="24277"/>
                      <a:pt x="8569" y="24277"/>
                    </a:cubicBezTo>
                    <a:cubicBezTo>
                      <a:pt x="8640" y="24277"/>
                      <a:pt x="8640" y="24277"/>
                      <a:pt x="8640" y="24277"/>
                    </a:cubicBezTo>
                    <a:cubicBezTo>
                      <a:pt x="8640" y="24277"/>
                      <a:pt x="8640" y="24277"/>
                      <a:pt x="8640" y="24277"/>
                    </a:cubicBezTo>
                    <a:cubicBezTo>
                      <a:pt x="8640" y="24277"/>
                      <a:pt x="8640" y="24277"/>
                      <a:pt x="8640" y="24277"/>
                    </a:cubicBezTo>
                    <a:cubicBezTo>
                      <a:pt x="8712" y="24277"/>
                      <a:pt x="8712" y="24277"/>
                      <a:pt x="8712" y="24277"/>
                    </a:cubicBezTo>
                    <a:cubicBezTo>
                      <a:pt x="8712" y="24277"/>
                      <a:pt x="8712" y="24277"/>
                      <a:pt x="8712" y="24277"/>
                    </a:cubicBezTo>
                    <a:cubicBezTo>
                      <a:pt x="8712" y="24063"/>
                      <a:pt x="8712" y="24063"/>
                      <a:pt x="8712" y="24063"/>
                    </a:cubicBezTo>
                    <a:cubicBezTo>
                      <a:pt x="8783" y="24063"/>
                      <a:pt x="8783" y="24063"/>
                      <a:pt x="8783" y="24063"/>
                    </a:cubicBezTo>
                    <a:cubicBezTo>
                      <a:pt x="8783" y="23992"/>
                      <a:pt x="8783" y="23992"/>
                      <a:pt x="8783" y="23992"/>
                    </a:cubicBezTo>
                    <a:cubicBezTo>
                      <a:pt x="8712" y="23992"/>
                      <a:pt x="8712" y="23992"/>
                      <a:pt x="8712" y="23992"/>
                    </a:cubicBezTo>
                    <a:cubicBezTo>
                      <a:pt x="8640" y="23992"/>
                      <a:pt x="8640" y="23992"/>
                      <a:pt x="8640" y="23992"/>
                    </a:cubicBezTo>
                    <a:cubicBezTo>
                      <a:pt x="8569" y="24063"/>
                      <a:pt x="8569" y="24063"/>
                      <a:pt x="8569" y="24063"/>
                    </a:cubicBezTo>
                    <a:cubicBezTo>
                      <a:pt x="8569" y="24135"/>
                      <a:pt x="8569" y="24135"/>
                      <a:pt x="8569" y="24135"/>
                    </a:cubicBezTo>
                    <a:close/>
                    <a:moveTo>
                      <a:pt x="8926" y="30061"/>
                    </a:moveTo>
                    <a:cubicBezTo>
                      <a:pt x="8855" y="29918"/>
                      <a:pt x="8855" y="29918"/>
                      <a:pt x="8855" y="29918"/>
                    </a:cubicBezTo>
                    <a:cubicBezTo>
                      <a:pt x="8783" y="29847"/>
                      <a:pt x="8783" y="29847"/>
                      <a:pt x="8783" y="29847"/>
                    </a:cubicBezTo>
                    <a:cubicBezTo>
                      <a:pt x="8712" y="29847"/>
                      <a:pt x="8712" y="29847"/>
                      <a:pt x="8712" y="29847"/>
                    </a:cubicBezTo>
                    <a:cubicBezTo>
                      <a:pt x="8855" y="29918"/>
                      <a:pt x="8855" y="29918"/>
                      <a:pt x="8855" y="29918"/>
                    </a:cubicBezTo>
                    <a:close/>
                    <a:moveTo>
                      <a:pt x="5856" y="22992"/>
                    </a:moveTo>
                    <a:cubicBezTo>
                      <a:pt x="5998" y="23849"/>
                      <a:pt x="7284" y="22564"/>
                      <a:pt x="7355" y="23206"/>
                    </a:cubicBezTo>
                    <a:cubicBezTo>
                      <a:pt x="7284" y="23421"/>
                      <a:pt x="6855" y="23563"/>
                      <a:pt x="7284" y="23706"/>
                    </a:cubicBezTo>
                    <a:cubicBezTo>
                      <a:pt x="7355" y="23706"/>
                      <a:pt x="7355" y="23778"/>
                      <a:pt x="7426" y="23778"/>
                    </a:cubicBezTo>
                    <a:cubicBezTo>
                      <a:pt x="7426" y="23778"/>
                      <a:pt x="7284" y="23849"/>
                      <a:pt x="7284" y="23849"/>
                    </a:cubicBezTo>
                    <a:cubicBezTo>
                      <a:pt x="7355" y="23992"/>
                      <a:pt x="7498" y="24206"/>
                      <a:pt x="7569" y="24277"/>
                    </a:cubicBezTo>
                    <a:cubicBezTo>
                      <a:pt x="7712" y="24349"/>
                      <a:pt x="7926" y="24420"/>
                      <a:pt x="8069" y="24349"/>
                    </a:cubicBezTo>
                    <a:cubicBezTo>
                      <a:pt x="8212" y="24349"/>
                      <a:pt x="8212" y="24206"/>
                      <a:pt x="8283" y="24063"/>
                    </a:cubicBezTo>
                    <a:cubicBezTo>
                      <a:pt x="8283" y="23920"/>
                      <a:pt x="8426" y="23920"/>
                      <a:pt x="8498" y="23778"/>
                    </a:cubicBezTo>
                    <a:cubicBezTo>
                      <a:pt x="8569" y="23706"/>
                      <a:pt x="8498" y="23563"/>
                      <a:pt x="8498" y="23421"/>
                    </a:cubicBezTo>
                    <a:cubicBezTo>
                      <a:pt x="8569" y="23206"/>
                      <a:pt x="8640" y="22921"/>
                      <a:pt x="8498" y="22778"/>
                    </a:cubicBezTo>
                    <a:cubicBezTo>
                      <a:pt x="8426" y="22635"/>
                      <a:pt x="8212" y="22564"/>
                      <a:pt x="8141" y="22421"/>
                    </a:cubicBezTo>
                    <a:cubicBezTo>
                      <a:pt x="8069" y="22278"/>
                      <a:pt x="8141" y="22064"/>
                      <a:pt x="8069" y="21993"/>
                    </a:cubicBezTo>
                    <a:cubicBezTo>
                      <a:pt x="7998" y="21921"/>
                      <a:pt x="7926" y="22064"/>
                      <a:pt x="7855" y="22064"/>
                    </a:cubicBezTo>
                    <a:cubicBezTo>
                      <a:pt x="7783" y="22135"/>
                      <a:pt x="7641" y="22135"/>
                      <a:pt x="7569" y="22135"/>
                    </a:cubicBezTo>
                    <a:cubicBezTo>
                      <a:pt x="7284" y="22278"/>
                      <a:pt x="7069" y="21993"/>
                      <a:pt x="6784" y="22135"/>
                    </a:cubicBezTo>
                    <a:cubicBezTo>
                      <a:pt x="6712" y="22207"/>
                      <a:pt x="6641" y="22207"/>
                      <a:pt x="6570" y="22207"/>
                    </a:cubicBezTo>
                    <a:cubicBezTo>
                      <a:pt x="6498" y="22278"/>
                      <a:pt x="6427" y="22421"/>
                      <a:pt x="6284" y="22492"/>
                    </a:cubicBezTo>
                    <a:cubicBezTo>
                      <a:pt x="6070" y="22635"/>
                      <a:pt x="5784" y="22707"/>
                      <a:pt x="5856" y="22992"/>
                    </a:cubicBezTo>
                    <a:close/>
                    <a:moveTo>
                      <a:pt x="5927" y="23421"/>
                    </a:moveTo>
                    <a:cubicBezTo>
                      <a:pt x="5856" y="23421"/>
                      <a:pt x="5856" y="23421"/>
                      <a:pt x="5856" y="23421"/>
                    </a:cubicBezTo>
                    <a:cubicBezTo>
                      <a:pt x="5856" y="23492"/>
                      <a:pt x="5856" y="23492"/>
                      <a:pt x="5856" y="23492"/>
                    </a:cubicBezTo>
                    <a:cubicBezTo>
                      <a:pt x="5927" y="23492"/>
                      <a:pt x="5927" y="23492"/>
                      <a:pt x="5927" y="23492"/>
                    </a:cubicBezTo>
                    <a:cubicBezTo>
                      <a:pt x="5927" y="23492"/>
                      <a:pt x="5927" y="23492"/>
                      <a:pt x="5927" y="23492"/>
                    </a:cubicBezTo>
                    <a:cubicBezTo>
                      <a:pt x="5998" y="23492"/>
                      <a:pt x="5998" y="23492"/>
                      <a:pt x="5998" y="23492"/>
                    </a:cubicBezTo>
                    <a:cubicBezTo>
                      <a:pt x="6070" y="23492"/>
                      <a:pt x="6070" y="23492"/>
                      <a:pt x="6070" y="23492"/>
                    </a:cubicBezTo>
                    <a:cubicBezTo>
                      <a:pt x="6070" y="23492"/>
                      <a:pt x="6070" y="23492"/>
                      <a:pt x="6070" y="23492"/>
                    </a:cubicBezTo>
                    <a:cubicBezTo>
                      <a:pt x="6070" y="23421"/>
                      <a:pt x="6070" y="23421"/>
                      <a:pt x="6070" y="23421"/>
                    </a:cubicBezTo>
                    <a:cubicBezTo>
                      <a:pt x="6070" y="23349"/>
                      <a:pt x="6070" y="23349"/>
                      <a:pt x="6070" y="23349"/>
                    </a:cubicBezTo>
                    <a:cubicBezTo>
                      <a:pt x="5998" y="23349"/>
                      <a:pt x="5998" y="23349"/>
                      <a:pt x="5998" y="23349"/>
                    </a:cubicBezTo>
                    <a:close/>
                    <a:moveTo>
                      <a:pt x="8141" y="25134"/>
                    </a:moveTo>
                    <a:cubicBezTo>
                      <a:pt x="8141" y="25134"/>
                      <a:pt x="8141" y="25134"/>
                      <a:pt x="8141" y="25134"/>
                    </a:cubicBezTo>
                    <a:cubicBezTo>
                      <a:pt x="8141" y="25134"/>
                      <a:pt x="8141" y="25134"/>
                      <a:pt x="8141" y="25134"/>
                    </a:cubicBezTo>
                    <a:cubicBezTo>
                      <a:pt x="8212" y="25206"/>
                      <a:pt x="8212" y="25206"/>
                      <a:pt x="8212" y="25206"/>
                    </a:cubicBezTo>
                    <a:cubicBezTo>
                      <a:pt x="8212" y="25206"/>
                      <a:pt x="8212" y="25206"/>
                      <a:pt x="8212" y="25206"/>
                    </a:cubicBezTo>
                    <a:cubicBezTo>
                      <a:pt x="8212" y="25206"/>
                      <a:pt x="8212" y="25206"/>
                      <a:pt x="8212" y="25206"/>
                    </a:cubicBezTo>
                    <a:cubicBezTo>
                      <a:pt x="8283" y="25206"/>
                      <a:pt x="8283" y="25206"/>
                      <a:pt x="8283" y="25206"/>
                    </a:cubicBezTo>
                    <a:cubicBezTo>
                      <a:pt x="8283" y="25206"/>
                      <a:pt x="8283" y="25206"/>
                      <a:pt x="8283" y="25206"/>
                    </a:cubicBezTo>
                    <a:cubicBezTo>
                      <a:pt x="8283" y="25206"/>
                      <a:pt x="8283" y="25206"/>
                      <a:pt x="8283" y="25206"/>
                    </a:cubicBezTo>
                    <a:cubicBezTo>
                      <a:pt x="8283" y="25206"/>
                      <a:pt x="8283" y="25206"/>
                      <a:pt x="8283" y="25206"/>
                    </a:cubicBezTo>
                    <a:cubicBezTo>
                      <a:pt x="8283" y="25134"/>
                      <a:pt x="8283" y="25134"/>
                      <a:pt x="8283" y="25134"/>
                    </a:cubicBezTo>
                    <a:cubicBezTo>
                      <a:pt x="8283" y="25063"/>
                      <a:pt x="8283" y="25063"/>
                      <a:pt x="8283" y="25063"/>
                    </a:cubicBezTo>
                    <a:cubicBezTo>
                      <a:pt x="8355" y="25063"/>
                      <a:pt x="8355" y="25063"/>
                      <a:pt x="8355" y="25063"/>
                    </a:cubicBezTo>
                    <a:cubicBezTo>
                      <a:pt x="8355" y="25063"/>
                      <a:pt x="8355" y="25063"/>
                      <a:pt x="8355" y="25063"/>
                    </a:cubicBezTo>
                    <a:cubicBezTo>
                      <a:pt x="8355" y="24991"/>
                      <a:pt x="8355" y="24991"/>
                      <a:pt x="8355" y="24991"/>
                    </a:cubicBezTo>
                    <a:cubicBezTo>
                      <a:pt x="8355" y="24991"/>
                      <a:pt x="8355" y="24991"/>
                      <a:pt x="8355" y="24991"/>
                    </a:cubicBezTo>
                    <a:cubicBezTo>
                      <a:pt x="8426" y="24991"/>
                      <a:pt x="8426" y="24991"/>
                      <a:pt x="8426" y="24991"/>
                    </a:cubicBezTo>
                    <a:cubicBezTo>
                      <a:pt x="8426" y="24991"/>
                      <a:pt x="8426" y="24991"/>
                      <a:pt x="8426" y="24991"/>
                    </a:cubicBezTo>
                    <a:cubicBezTo>
                      <a:pt x="8498" y="24920"/>
                      <a:pt x="8498" y="24920"/>
                      <a:pt x="8498" y="24920"/>
                    </a:cubicBezTo>
                    <a:cubicBezTo>
                      <a:pt x="8498" y="24849"/>
                      <a:pt x="8498" y="24849"/>
                      <a:pt x="8498" y="24849"/>
                    </a:cubicBezTo>
                    <a:cubicBezTo>
                      <a:pt x="8426" y="24849"/>
                      <a:pt x="8426" y="24849"/>
                      <a:pt x="8426" y="24849"/>
                    </a:cubicBezTo>
                    <a:cubicBezTo>
                      <a:pt x="8426" y="24920"/>
                      <a:pt x="8426" y="24920"/>
                      <a:pt x="8426" y="24920"/>
                    </a:cubicBezTo>
                    <a:cubicBezTo>
                      <a:pt x="8355" y="24920"/>
                      <a:pt x="8355" y="24920"/>
                      <a:pt x="8355" y="24920"/>
                    </a:cubicBezTo>
                    <a:cubicBezTo>
                      <a:pt x="8355" y="24920"/>
                      <a:pt x="8355" y="24920"/>
                      <a:pt x="8355" y="24920"/>
                    </a:cubicBezTo>
                    <a:cubicBezTo>
                      <a:pt x="8355" y="24920"/>
                      <a:pt x="8355" y="24920"/>
                      <a:pt x="8355" y="24920"/>
                    </a:cubicBezTo>
                    <a:cubicBezTo>
                      <a:pt x="8283" y="24920"/>
                      <a:pt x="8283" y="24920"/>
                      <a:pt x="8283" y="24920"/>
                    </a:cubicBezTo>
                    <a:cubicBezTo>
                      <a:pt x="8283" y="24920"/>
                      <a:pt x="8283" y="24920"/>
                      <a:pt x="8283" y="24920"/>
                    </a:cubicBezTo>
                    <a:cubicBezTo>
                      <a:pt x="8212" y="24991"/>
                      <a:pt x="8212" y="24991"/>
                      <a:pt x="8212" y="24991"/>
                    </a:cubicBezTo>
                    <a:cubicBezTo>
                      <a:pt x="8212" y="24991"/>
                      <a:pt x="8212" y="24991"/>
                      <a:pt x="8212" y="24991"/>
                    </a:cubicBezTo>
                    <a:cubicBezTo>
                      <a:pt x="8212" y="25063"/>
                      <a:pt x="8212" y="25063"/>
                      <a:pt x="8212" y="25063"/>
                    </a:cubicBezTo>
                    <a:cubicBezTo>
                      <a:pt x="8212" y="25063"/>
                      <a:pt x="8212" y="25063"/>
                      <a:pt x="8212" y="25063"/>
                    </a:cubicBezTo>
                    <a:close/>
                    <a:moveTo>
                      <a:pt x="8426" y="23992"/>
                    </a:moveTo>
                    <a:cubicBezTo>
                      <a:pt x="8426" y="23992"/>
                      <a:pt x="8426" y="23992"/>
                      <a:pt x="8426" y="23992"/>
                    </a:cubicBezTo>
                    <a:cubicBezTo>
                      <a:pt x="8355" y="23920"/>
                      <a:pt x="8355" y="23920"/>
                      <a:pt x="8355" y="23920"/>
                    </a:cubicBezTo>
                    <a:cubicBezTo>
                      <a:pt x="8355" y="23992"/>
                      <a:pt x="8355" y="23992"/>
                      <a:pt x="8355" y="23992"/>
                    </a:cubicBezTo>
                    <a:cubicBezTo>
                      <a:pt x="8283" y="23992"/>
                      <a:pt x="8283" y="23992"/>
                      <a:pt x="8283" y="23992"/>
                    </a:cubicBezTo>
                    <a:cubicBezTo>
                      <a:pt x="8283" y="24063"/>
                      <a:pt x="8283" y="24063"/>
                      <a:pt x="8283" y="24063"/>
                    </a:cubicBezTo>
                    <a:cubicBezTo>
                      <a:pt x="8283" y="24135"/>
                      <a:pt x="8283" y="24135"/>
                      <a:pt x="8283" y="24135"/>
                    </a:cubicBezTo>
                    <a:cubicBezTo>
                      <a:pt x="8283" y="24135"/>
                      <a:pt x="8283" y="24135"/>
                      <a:pt x="8283" y="24135"/>
                    </a:cubicBezTo>
                    <a:cubicBezTo>
                      <a:pt x="8283" y="24206"/>
                      <a:pt x="8283" y="24206"/>
                      <a:pt x="8283" y="24206"/>
                    </a:cubicBezTo>
                    <a:cubicBezTo>
                      <a:pt x="8283" y="24206"/>
                      <a:pt x="8283" y="24206"/>
                      <a:pt x="8283" y="24206"/>
                    </a:cubicBezTo>
                    <a:cubicBezTo>
                      <a:pt x="8355" y="24206"/>
                      <a:pt x="8355" y="24206"/>
                      <a:pt x="8355" y="24206"/>
                    </a:cubicBezTo>
                    <a:cubicBezTo>
                      <a:pt x="8498" y="24063"/>
                      <a:pt x="8498" y="24063"/>
                      <a:pt x="8498" y="24063"/>
                    </a:cubicBezTo>
                    <a:cubicBezTo>
                      <a:pt x="8498" y="23992"/>
                      <a:pt x="8498" y="23992"/>
                      <a:pt x="8498" y="23992"/>
                    </a:cubicBezTo>
                    <a:cubicBezTo>
                      <a:pt x="8498" y="23992"/>
                      <a:pt x="8498" y="23992"/>
                      <a:pt x="8498" y="23992"/>
                    </a:cubicBezTo>
                    <a:close/>
                    <a:moveTo>
                      <a:pt x="8569" y="24420"/>
                    </a:moveTo>
                    <a:cubicBezTo>
                      <a:pt x="8569" y="24349"/>
                      <a:pt x="8569" y="24349"/>
                      <a:pt x="8569" y="24349"/>
                    </a:cubicBezTo>
                    <a:cubicBezTo>
                      <a:pt x="8569" y="24349"/>
                      <a:pt x="8569" y="24349"/>
                      <a:pt x="8569" y="24349"/>
                    </a:cubicBezTo>
                    <a:cubicBezTo>
                      <a:pt x="8498" y="24277"/>
                      <a:pt x="8498" y="24277"/>
                      <a:pt x="8498" y="24277"/>
                    </a:cubicBezTo>
                    <a:cubicBezTo>
                      <a:pt x="8426" y="24206"/>
                      <a:pt x="8426" y="24206"/>
                      <a:pt x="8426" y="24206"/>
                    </a:cubicBezTo>
                    <a:cubicBezTo>
                      <a:pt x="8426" y="24277"/>
                      <a:pt x="8426" y="24277"/>
                      <a:pt x="8426" y="24277"/>
                    </a:cubicBezTo>
                    <a:cubicBezTo>
                      <a:pt x="8355" y="24349"/>
                      <a:pt x="8355" y="24349"/>
                      <a:pt x="8355" y="24349"/>
                    </a:cubicBezTo>
                    <a:cubicBezTo>
                      <a:pt x="8355" y="24492"/>
                      <a:pt x="8355" y="24492"/>
                      <a:pt x="8355" y="24492"/>
                    </a:cubicBezTo>
                    <a:cubicBezTo>
                      <a:pt x="8283" y="24492"/>
                      <a:pt x="8283" y="24492"/>
                      <a:pt x="8283" y="24492"/>
                    </a:cubicBezTo>
                    <a:cubicBezTo>
                      <a:pt x="8355" y="24492"/>
                      <a:pt x="8355" y="24492"/>
                      <a:pt x="8355" y="24492"/>
                    </a:cubicBezTo>
                    <a:cubicBezTo>
                      <a:pt x="8426" y="24492"/>
                      <a:pt x="8426" y="24492"/>
                      <a:pt x="8426" y="24492"/>
                    </a:cubicBezTo>
                    <a:cubicBezTo>
                      <a:pt x="8498" y="24492"/>
                      <a:pt x="8498" y="24492"/>
                      <a:pt x="8498" y="24492"/>
                    </a:cubicBezTo>
                    <a:cubicBezTo>
                      <a:pt x="8498" y="24492"/>
                      <a:pt x="8498" y="24492"/>
                      <a:pt x="8498" y="24492"/>
                    </a:cubicBezTo>
                    <a:close/>
                    <a:moveTo>
                      <a:pt x="5499" y="23492"/>
                    </a:moveTo>
                    <a:cubicBezTo>
                      <a:pt x="5427" y="23492"/>
                      <a:pt x="5427" y="23492"/>
                      <a:pt x="5427" y="23492"/>
                    </a:cubicBezTo>
                    <a:cubicBezTo>
                      <a:pt x="5356" y="23492"/>
                      <a:pt x="5356" y="23492"/>
                      <a:pt x="5356" y="23492"/>
                    </a:cubicBezTo>
                    <a:cubicBezTo>
                      <a:pt x="5356" y="23492"/>
                      <a:pt x="5356" y="23492"/>
                      <a:pt x="5356" y="23492"/>
                    </a:cubicBezTo>
                    <a:cubicBezTo>
                      <a:pt x="5356" y="23563"/>
                      <a:pt x="5356" y="23563"/>
                      <a:pt x="5356" y="23563"/>
                    </a:cubicBezTo>
                    <a:cubicBezTo>
                      <a:pt x="5356" y="23563"/>
                      <a:pt x="5356" y="23563"/>
                      <a:pt x="5356" y="23563"/>
                    </a:cubicBezTo>
                    <a:cubicBezTo>
                      <a:pt x="5356" y="23563"/>
                      <a:pt x="5356" y="23563"/>
                      <a:pt x="5356" y="23563"/>
                    </a:cubicBezTo>
                    <a:cubicBezTo>
                      <a:pt x="5356" y="23635"/>
                      <a:pt x="5356" y="23635"/>
                      <a:pt x="5356" y="23635"/>
                    </a:cubicBezTo>
                    <a:cubicBezTo>
                      <a:pt x="5356" y="23635"/>
                      <a:pt x="5356" y="23635"/>
                      <a:pt x="5356" y="23635"/>
                    </a:cubicBezTo>
                    <a:cubicBezTo>
                      <a:pt x="5356" y="23635"/>
                      <a:pt x="5356" y="23635"/>
                      <a:pt x="5356" y="23635"/>
                    </a:cubicBezTo>
                    <a:cubicBezTo>
                      <a:pt x="5356" y="23706"/>
                      <a:pt x="5356" y="23706"/>
                      <a:pt x="5356" y="23706"/>
                    </a:cubicBezTo>
                    <a:cubicBezTo>
                      <a:pt x="5356" y="23706"/>
                      <a:pt x="5356" y="23706"/>
                      <a:pt x="5356" y="23706"/>
                    </a:cubicBezTo>
                    <a:cubicBezTo>
                      <a:pt x="5427" y="23778"/>
                      <a:pt x="5427" y="23778"/>
                      <a:pt x="5427" y="23778"/>
                    </a:cubicBezTo>
                    <a:cubicBezTo>
                      <a:pt x="5427" y="23706"/>
                      <a:pt x="5427" y="23706"/>
                      <a:pt x="5427" y="23706"/>
                    </a:cubicBezTo>
                    <a:cubicBezTo>
                      <a:pt x="5427" y="23706"/>
                      <a:pt x="5427" y="23706"/>
                      <a:pt x="5427" y="23706"/>
                    </a:cubicBezTo>
                    <a:cubicBezTo>
                      <a:pt x="5499" y="23706"/>
                      <a:pt x="5499" y="23706"/>
                      <a:pt x="5499" y="23706"/>
                    </a:cubicBezTo>
                    <a:cubicBezTo>
                      <a:pt x="5499" y="23706"/>
                      <a:pt x="5499" y="23706"/>
                      <a:pt x="5499" y="23706"/>
                    </a:cubicBezTo>
                    <a:cubicBezTo>
                      <a:pt x="5570" y="23706"/>
                      <a:pt x="5570" y="23706"/>
                      <a:pt x="5570" y="23706"/>
                    </a:cubicBezTo>
                    <a:cubicBezTo>
                      <a:pt x="5570" y="23706"/>
                      <a:pt x="5570" y="23706"/>
                      <a:pt x="5570" y="23706"/>
                    </a:cubicBezTo>
                    <a:cubicBezTo>
                      <a:pt x="5641" y="23706"/>
                      <a:pt x="5641" y="23706"/>
                      <a:pt x="5641" y="23706"/>
                    </a:cubicBezTo>
                    <a:cubicBezTo>
                      <a:pt x="5641" y="23706"/>
                      <a:pt x="5641" y="23706"/>
                      <a:pt x="5641" y="23706"/>
                    </a:cubicBezTo>
                    <a:cubicBezTo>
                      <a:pt x="5641" y="23635"/>
                      <a:pt x="5641" y="23635"/>
                      <a:pt x="5641" y="23635"/>
                    </a:cubicBezTo>
                    <a:cubicBezTo>
                      <a:pt x="5641" y="23635"/>
                      <a:pt x="5641" y="23635"/>
                      <a:pt x="5641" y="23635"/>
                    </a:cubicBezTo>
                    <a:cubicBezTo>
                      <a:pt x="5499" y="23563"/>
                      <a:pt x="5499" y="23563"/>
                      <a:pt x="5499" y="23563"/>
                    </a:cubicBezTo>
                    <a:close/>
                    <a:moveTo>
                      <a:pt x="7855" y="26919"/>
                    </a:moveTo>
                    <a:cubicBezTo>
                      <a:pt x="7855" y="26919"/>
                      <a:pt x="7855" y="26919"/>
                      <a:pt x="7855" y="26919"/>
                    </a:cubicBezTo>
                    <a:cubicBezTo>
                      <a:pt x="7855" y="26919"/>
                      <a:pt x="7855" y="26919"/>
                      <a:pt x="7855" y="26919"/>
                    </a:cubicBezTo>
                    <a:cubicBezTo>
                      <a:pt x="7783" y="26848"/>
                      <a:pt x="7783" y="26848"/>
                      <a:pt x="7783" y="26848"/>
                    </a:cubicBezTo>
                    <a:cubicBezTo>
                      <a:pt x="7712" y="26848"/>
                      <a:pt x="7712" y="26848"/>
                      <a:pt x="7712" y="26848"/>
                    </a:cubicBezTo>
                    <a:cubicBezTo>
                      <a:pt x="7641" y="26848"/>
                      <a:pt x="7641" y="26848"/>
                      <a:pt x="7641" y="26848"/>
                    </a:cubicBezTo>
                    <a:cubicBezTo>
                      <a:pt x="7641" y="26848"/>
                      <a:pt x="7641" y="26848"/>
                      <a:pt x="7641" y="26848"/>
                    </a:cubicBezTo>
                    <a:cubicBezTo>
                      <a:pt x="7641" y="26919"/>
                      <a:pt x="7641" y="26919"/>
                      <a:pt x="7641" y="26919"/>
                    </a:cubicBezTo>
                    <a:cubicBezTo>
                      <a:pt x="7641" y="26991"/>
                      <a:pt x="7641" y="26991"/>
                      <a:pt x="7641" y="26991"/>
                    </a:cubicBezTo>
                    <a:cubicBezTo>
                      <a:pt x="7641" y="27062"/>
                      <a:pt x="7641" y="27062"/>
                      <a:pt x="7641" y="27062"/>
                    </a:cubicBezTo>
                    <a:cubicBezTo>
                      <a:pt x="7641" y="27062"/>
                      <a:pt x="7641" y="27062"/>
                      <a:pt x="7641" y="27062"/>
                    </a:cubicBezTo>
                    <a:cubicBezTo>
                      <a:pt x="7641" y="27133"/>
                      <a:pt x="7641" y="27133"/>
                      <a:pt x="7641" y="27133"/>
                    </a:cubicBezTo>
                    <a:cubicBezTo>
                      <a:pt x="7641" y="27205"/>
                      <a:pt x="7641" y="27205"/>
                      <a:pt x="7641" y="27205"/>
                    </a:cubicBezTo>
                    <a:cubicBezTo>
                      <a:pt x="7712" y="27276"/>
                      <a:pt x="7712" y="27276"/>
                      <a:pt x="7712" y="27276"/>
                    </a:cubicBezTo>
                    <a:cubicBezTo>
                      <a:pt x="7712" y="27276"/>
                      <a:pt x="7712" y="27276"/>
                      <a:pt x="7712" y="27276"/>
                    </a:cubicBezTo>
                    <a:cubicBezTo>
                      <a:pt x="7712" y="27276"/>
                      <a:pt x="7712" y="27276"/>
                      <a:pt x="7712" y="27276"/>
                    </a:cubicBezTo>
                    <a:cubicBezTo>
                      <a:pt x="7712" y="27276"/>
                      <a:pt x="7712" y="27276"/>
                      <a:pt x="7712" y="27276"/>
                    </a:cubicBezTo>
                    <a:cubicBezTo>
                      <a:pt x="7712" y="27205"/>
                      <a:pt x="7712" y="27205"/>
                      <a:pt x="7712" y="27205"/>
                    </a:cubicBezTo>
                    <a:cubicBezTo>
                      <a:pt x="7712" y="27133"/>
                      <a:pt x="7712" y="27133"/>
                      <a:pt x="7712" y="27133"/>
                    </a:cubicBezTo>
                    <a:cubicBezTo>
                      <a:pt x="7712" y="27062"/>
                      <a:pt x="7712" y="27062"/>
                      <a:pt x="7712" y="27062"/>
                    </a:cubicBezTo>
                    <a:cubicBezTo>
                      <a:pt x="7712" y="27062"/>
                      <a:pt x="7712" y="27062"/>
                      <a:pt x="7712" y="27062"/>
                    </a:cubicBezTo>
                    <a:cubicBezTo>
                      <a:pt x="7712" y="26919"/>
                      <a:pt x="7712" y="26919"/>
                      <a:pt x="7712" y="26919"/>
                    </a:cubicBezTo>
                    <a:cubicBezTo>
                      <a:pt x="7783" y="26991"/>
                      <a:pt x="7783" y="26991"/>
                      <a:pt x="7783" y="26991"/>
                    </a:cubicBezTo>
                    <a:close/>
                    <a:moveTo>
                      <a:pt x="8855" y="24920"/>
                    </a:moveTo>
                    <a:cubicBezTo>
                      <a:pt x="8855" y="24849"/>
                      <a:pt x="8855" y="24849"/>
                      <a:pt x="8855" y="24849"/>
                    </a:cubicBezTo>
                    <a:cubicBezTo>
                      <a:pt x="8783" y="24777"/>
                      <a:pt x="8783" y="24777"/>
                      <a:pt x="8783" y="24777"/>
                    </a:cubicBezTo>
                    <a:cubicBezTo>
                      <a:pt x="8712" y="24849"/>
                      <a:pt x="8712" y="24849"/>
                      <a:pt x="8712" y="24849"/>
                    </a:cubicBezTo>
                    <a:cubicBezTo>
                      <a:pt x="8783" y="24920"/>
                      <a:pt x="8783" y="24920"/>
                      <a:pt x="8783" y="24920"/>
                    </a:cubicBezTo>
                    <a:cubicBezTo>
                      <a:pt x="8783" y="24920"/>
                      <a:pt x="8783" y="24920"/>
                      <a:pt x="8783" y="24920"/>
                    </a:cubicBezTo>
                    <a:close/>
                    <a:moveTo>
                      <a:pt x="7926" y="24563"/>
                    </a:moveTo>
                    <a:cubicBezTo>
                      <a:pt x="7783" y="24563"/>
                      <a:pt x="7783" y="24563"/>
                      <a:pt x="7783" y="24563"/>
                    </a:cubicBezTo>
                    <a:cubicBezTo>
                      <a:pt x="7712" y="24634"/>
                      <a:pt x="7712" y="24634"/>
                      <a:pt x="7712" y="24634"/>
                    </a:cubicBezTo>
                    <a:cubicBezTo>
                      <a:pt x="7641" y="24706"/>
                      <a:pt x="7641" y="24706"/>
                      <a:pt x="7641" y="24706"/>
                    </a:cubicBezTo>
                    <a:cubicBezTo>
                      <a:pt x="7569" y="24849"/>
                      <a:pt x="7569" y="24849"/>
                      <a:pt x="7569" y="24849"/>
                    </a:cubicBezTo>
                    <a:cubicBezTo>
                      <a:pt x="7783" y="24777"/>
                      <a:pt x="7783" y="24777"/>
                      <a:pt x="7783" y="24777"/>
                    </a:cubicBezTo>
                    <a:cubicBezTo>
                      <a:pt x="7855" y="24706"/>
                      <a:pt x="7855" y="24706"/>
                      <a:pt x="7855" y="24706"/>
                    </a:cubicBezTo>
                    <a:cubicBezTo>
                      <a:pt x="7998" y="24706"/>
                      <a:pt x="7998" y="24706"/>
                      <a:pt x="7998" y="24706"/>
                    </a:cubicBezTo>
                    <a:cubicBezTo>
                      <a:pt x="8141" y="24777"/>
                      <a:pt x="8141" y="24777"/>
                      <a:pt x="8141" y="24777"/>
                    </a:cubicBezTo>
                    <a:cubicBezTo>
                      <a:pt x="8212" y="24777"/>
                      <a:pt x="8212" y="24777"/>
                      <a:pt x="8212" y="24777"/>
                    </a:cubicBezTo>
                    <a:cubicBezTo>
                      <a:pt x="8283" y="24706"/>
                      <a:pt x="8283" y="24706"/>
                      <a:pt x="8283" y="24706"/>
                    </a:cubicBezTo>
                    <a:cubicBezTo>
                      <a:pt x="8283" y="24634"/>
                      <a:pt x="8283" y="24634"/>
                      <a:pt x="8283" y="24634"/>
                    </a:cubicBezTo>
                    <a:cubicBezTo>
                      <a:pt x="8212" y="24563"/>
                      <a:pt x="8212" y="24563"/>
                      <a:pt x="8212" y="24563"/>
                    </a:cubicBezTo>
                    <a:close/>
                    <a:moveTo>
                      <a:pt x="7712" y="28347"/>
                    </a:moveTo>
                    <a:cubicBezTo>
                      <a:pt x="7712" y="28347"/>
                      <a:pt x="7712" y="28419"/>
                      <a:pt x="7712" y="28419"/>
                    </a:cubicBezTo>
                    <a:cubicBezTo>
                      <a:pt x="7783" y="28490"/>
                      <a:pt x="7855" y="28490"/>
                      <a:pt x="7926" y="28561"/>
                    </a:cubicBezTo>
                    <a:cubicBezTo>
                      <a:pt x="7926" y="28633"/>
                      <a:pt x="8069" y="28847"/>
                      <a:pt x="8141" y="28918"/>
                    </a:cubicBezTo>
                    <a:cubicBezTo>
                      <a:pt x="8212" y="28918"/>
                      <a:pt x="8283" y="28847"/>
                      <a:pt x="8283" y="28918"/>
                    </a:cubicBezTo>
                    <a:cubicBezTo>
                      <a:pt x="8355" y="29061"/>
                      <a:pt x="8426" y="29133"/>
                      <a:pt x="8569" y="29204"/>
                    </a:cubicBezTo>
                    <a:cubicBezTo>
                      <a:pt x="8712" y="29276"/>
                      <a:pt x="8855" y="29347"/>
                      <a:pt x="8855" y="29204"/>
                    </a:cubicBezTo>
                    <a:cubicBezTo>
                      <a:pt x="8712" y="28990"/>
                      <a:pt x="8426" y="28776"/>
                      <a:pt x="8212" y="28561"/>
                    </a:cubicBezTo>
                    <a:cubicBezTo>
                      <a:pt x="8069" y="28419"/>
                      <a:pt x="7926" y="28133"/>
                      <a:pt x="7783" y="28062"/>
                    </a:cubicBezTo>
                    <a:cubicBezTo>
                      <a:pt x="7712" y="28062"/>
                      <a:pt x="7712" y="28133"/>
                      <a:pt x="7712" y="28133"/>
                    </a:cubicBezTo>
                    <a:cubicBezTo>
                      <a:pt x="7641" y="28062"/>
                      <a:pt x="7498" y="27919"/>
                      <a:pt x="7498" y="27990"/>
                    </a:cubicBezTo>
                    <a:cubicBezTo>
                      <a:pt x="7498" y="28062"/>
                      <a:pt x="7641" y="28276"/>
                      <a:pt x="7712" y="28276"/>
                    </a:cubicBezTo>
                    <a:close/>
                    <a:moveTo>
                      <a:pt x="5427" y="23135"/>
                    </a:moveTo>
                    <a:cubicBezTo>
                      <a:pt x="5499" y="23206"/>
                      <a:pt x="5499" y="23206"/>
                      <a:pt x="5499" y="23206"/>
                    </a:cubicBezTo>
                    <a:cubicBezTo>
                      <a:pt x="5499" y="23135"/>
                      <a:pt x="5499" y="23135"/>
                      <a:pt x="5499" y="23135"/>
                    </a:cubicBezTo>
                    <a:cubicBezTo>
                      <a:pt x="5570" y="23135"/>
                      <a:pt x="5570" y="23135"/>
                      <a:pt x="5570" y="23135"/>
                    </a:cubicBezTo>
                    <a:cubicBezTo>
                      <a:pt x="5641" y="23064"/>
                      <a:pt x="5641" y="23064"/>
                      <a:pt x="5641" y="23064"/>
                    </a:cubicBezTo>
                    <a:cubicBezTo>
                      <a:pt x="5641" y="22992"/>
                      <a:pt x="5641" y="22992"/>
                      <a:pt x="5641" y="22992"/>
                    </a:cubicBezTo>
                    <a:cubicBezTo>
                      <a:pt x="5570" y="22921"/>
                      <a:pt x="5570" y="22921"/>
                      <a:pt x="5570" y="22921"/>
                    </a:cubicBezTo>
                    <a:cubicBezTo>
                      <a:pt x="5570" y="22921"/>
                      <a:pt x="5570" y="22921"/>
                      <a:pt x="5570" y="22921"/>
                    </a:cubicBezTo>
                    <a:cubicBezTo>
                      <a:pt x="5499" y="22921"/>
                      <a:pt x="5499" y="22921"/>
                      <a:pt x="5499" y="22921"/>
                    </a:cubicBezTo>
                    <a:cubicBezTo>
                      <a:pt x="5427" y="22921"/>
                      <a:pt x="5427" y="22921"/>
                      <a:pt x="5427" y="22921"/>
                    </a:cubicBezTo>
                    <a:cubicBezTo>
                      <a:pt x="5427" y="22992"/>
                      <a:pt x="5427" y="22992"/>
                      <a:pt x="5427" y="22992"/>
                    </a:cubicBezTo>
                    <a:cubicBezTo>
                      <a:pt x="5427" y="23064"/>
                      <a:pt x="5427" y="23064"/>
                      <a:pt x="5427" y="23064"/>
                    </a:cubicBezTo>
                    <a:close/>
                    <a:moveTo>
                      <a:pt x="72" y="22421"/>
                    </a:moveTo>
                    <a:cubicBezTo>
                      <a:pt x="72" y="22421"/>
                      <a:pt x="72" y="22421"/>
                      <a:pt x="72" y="22421"/>
                    </a:cubicBezTo>
                    <a:cubicBezTo>
                      <a:pt x="72" y="22421"/>
                      <a:pt x="72" y="22421"/>
                      <a:pt x="72" y="22421"/>
                    </a:cubicBezTo>
                    <a:cubicBezTo>
                      <a:pt x="72" y="22492"/>
                      <a:pt x="72" y="22492"/>
                      <a:pt x="72" y="22492"/>
                    </a:cubicBezTo>
                    <a:cubicBezTo>
                      <a:pt x="72" y="22564"/>
                      <a:pt x="72" y="22564"/>
                      <a:pt x="72" y="22564"/>
                    </a:cubicBezTo>
                    <a:cubicBezTo>
                      <a:pt x="1" y="22564"/>
                      <a:pt x="1" y="22564"/>
                      <a:pt x="1" y="22564"/>
                    </a:cubicBezTo>
                    <a:cubicBezTo>
                      <a:pt x="72" y="22564"/>
                      <a:pt x="72" y="22564"/>
                      <a:pt x="72" y="22564"/>
                    </a:cubicBezTo>
                    <a:cubicBezTo>
                      <a:pt x="144" y="22492"/>
                      <a:pt x="144" y="22492"/>
                      <a:pt x="144" y="22492"/>
                    </a:cubicBezTo>
                    <a:cubicBezTo>
                      <a:pt x="144" y="22421"/>
                      <a:pt x="144" y="22421"/>
                      <a:pt x="144" y="22421"/>
                    </a:cubicBezTo>
                    <a:cubicBezTo>
                      <a:pt x="72" y="22421"/>
                      <a:pt x="72" y="22421"/>
                      <a:pt x="72" y="22421"/>
                    </a:cubicBezTo>
                    <a:close/>
                    <a:moveTo>
                      <a:pt x="1357" y="24920"/>
                    </a:moveTo>
                    <a:cubicBezTo>
                      <a:pt x="1357" y="24777"/>
                      <a:pt x="1286" y="24777"/>
                      <a:pt x="1215" y="24634"/>
                    </a:cubicBezTo>
                    <a:cubicBezTo>
                      <a:pt x="1143" y="24563"/>
                      <a:pt x="1143" y="24492"/>
                      <a:pt x="1072" y="24420"/>
                    </a:cubicBezTo>
                    <a:cubicBezTo>
                      <a:pt x="1000" y="24420"/>
                      <a:pt x="929" y="24420"/>
                      <a:pt x="858" y="24349"/>
                    </a:cubicBezTo>
                    <a:cubicBezTo>
                      <a:pt x="786" y="24277"/>
                      <a:pt x="786" y="24135"/>
                      <a:pt x="643" y="23992"/>
                    </a:cubicBezTo>
                    <a:cubicBezTo>
                      <a:pt x="501" y="23920"/>
                      <a:pt x="429" y="24135"/>
                      <a:pt x="429" y="24277"/>
                    </a:cubicBezTo>
                    <a:cubicBezTo>
                      <a:pt x="358" y="24420"/>
                      <a:pt x="286" y="24563"/>
                      <a:pt x="358" y="24706"/>
                    </a:cubicBezTo>
                    <a:cubicBezTo>
                      <a:pt x="358" y="24849"/>
                      <a:pt x="572" y="25063"/>
                      <a:pt x="643" y="25206"/>
                    </a:cubicBezTo>
                    <a:cubicBezTo>
                      <a:pt x="929" y="25848"/>
                      <a:pt x="1215" y="25277"/>
                      <a:pt x="1357" y="24920"/>
                    </a:cubicBezTo>
                    <a:close/>
                    <a:moveTo>
                      <a:pt x="429" y="23278"/>
                    </a:moveTo>
                    <a:cubicBezTo>
                      <a:pt x="643" y="23206"/>
                      <a:pt x="715" y="23421"/>
                      <a:pt x="858" y="23349"/>
                    </a:cubicBezTo>
                    <a:cubicBezTo>
                      <a:pt x="1000" y="23349"/>
                      <a:pt x="1000" y="23206"/>
                      <a:pt x="929" y="23206"/>
                    </a:cubicBezTo>
                    <a:cubicBezTo>
                      <a:pt x="858" y="23135"/>
                      <a:pt x="929" y="23064"/>
                      <a:pt x="858" y="23064"/>
                    </a:cubicBezTo>
                    <a:cubicBezTo>
                      <a:pt x="858" y="22992"/>
                      <a:pt x="786" y="22992"/>
                      <a:pt x="715" y="22992"/>
                    </a:cubicBezTo>
                    <a:cubicBezTo>
                      <a:pt x="643" y="22921"/>
                      <a:pt x="643" y="22778"/>
                      <a:pt x="643" y="22635"/>
                    </a:cubicBezTo>
                    <a:cubicBezTo>
                      <a:pt x="643" y="22635"/>
                      <a:pt x="643" y="22564"/>
                      <a:pt x="572" y="22492"/>
                    </a:cubicBezTo>
                    <a:cubicBezTo>
                      <a:pt x="358" y="22492"/>
                      <a:pt x="144" y="22849"/>
                      <a:pt x="215" y="22992"/>
                    </a:cubicBezTo>
                    <a:cubicBezTo>
                      <a:pt x="286" y="23064"/>
                      <a:pt x="358" y="23206"/>
                      <a:pt x="429" y="23278"/>
                    </a:cubicBezTo>
                    <a:close/>
                    <a:moveTo>
                      <a:pt x="786" y="23920"/>
                    </a:moveTo>
                    <a:cubicBezTo>
                      <a:pt x="858" y="23992"/>
                      <a:pt x="858" y="23992"/>
                      <a:pt x="858" y="23992"/>
                    </a:cubicBezTo>
                    <a:cubicBezTo>
                      <a:pt x="858" y="23992"/>
                      <a:pt x="858" y="23992"/>
                      <a:pt x="858" y="23992"/>
                    </a:cubicBezTo>
                    <a:cubicBezTo>
                      <a:pt x="929" y="24063"/>
                      <a:pt x="929" y="24063"/>
                      <a:pt x="929" y="24063"/>
                    </a:cubicBezTo>
                    <a:cubicBezTo>
                      <a:pt x="1000" y="24135"/>
                      <a:pt x="1000" y="24135"/>
                      <a:pt x="1000" y="24135"/>
                    </a:cubicBezTo>
                    <a:cubicBezTo>
                      <a:pt x="1072" y="24135"/>
                      <a:pt x="1072" y="24135"/>
                      <a:pt x="1072" y="24135"/>
                    </a:cubicBezTo>
                    <a:cubicBezTo>
                      <a:pt x="1143" y="24135"/>
                      <a:pt x="1143" y="24135"/>
                      <a:pt x="1143" y="24135"/>
                    </a:cubicBezTo>
                    <a:cubicBezTo>
                      <a:pt x="1215" y="24063"/>
                      <a:pt x="1215" y="24063"/>
                      <a:pt x="1215" y="24063"/>
                    </a:cubicBezTo>
                    <a:cubicBezTo>
                      <a:pt x="1215" y="23992"/>
                      <a:pt x="1215" y="23992"/>
                      <a:pt x="1215" y="23992"/>
                    </a:cubicBezTo>
                    <a:cubicBezTo>
                      <a:pt x="1143" y="23920"/>
                      <a:pt x="1143" y="23920"/>
                      <a:pt x="1143" y="23920"/>
                    </a:cubicBezTo>
                    <a:cubicBezTo>
                      <a:pt x="1072" y="23849"/>
                      <a:pt x="1072" y="23849"/>
                      <a:pt x="1072" y="23849"/>
                    </a:cubicBezTo>
                    <a:cubicBezTo>
                      <a:pt x="1000" y="23849"/>
                      <a:pt x="1000" y="23849"/>
                      <a:pt x="1000" y="23849"/>
                    </a:cubicBezTo>
                    <a:cubicBezTo>
                      <a:pt x="715" y="23849"/>
                      <a:pt x="715" y="23849"/>
                      <a:pt x="715" y="23849"/>
                    </a:cubicBezTo>
                    <a:close/>
                    <a:moveTo>
                      <a:pt x="715" y="22492"/>
                    </a:moveTo>
                    <a:cubicBezTo>
                      <a:pt x="715" y="22421"/>
                      <a:pt x="715" y="22421"/>
                      <a:pt x="715" y="22421"/>
                    </a:cubicBezTo>
                    <a:cubicBezTo>
                      <a:pt x="715" y="22350"/>
                      <a:pt x="715" y="22350"/>
                      <a:pt x="715" y="22350"/>
                    </a:cubicBezTo>
                    <a:cubicBezTo>
                      <a:pt x="643" y="22278"/>
                      <a:pt x="643" y="22278"/>
                      <a:pt x="643" y="22278"/>
                    </a:cubicBezTo>
                    <a:cubicBezTo>
                      <a:pt x="572" y="22350"/>
                      <a:pt x="572" y="22350"/>
                      <a:pt x="572" y="22350"/>
                    </a:cubicBezTo>
                    <a:cubicBezTo>
                      <a:pt x="643" y="22492"/>
                      <a:pt x="643" y="22492"/>
                      <a:pt x="643" y="22492"/>
                    </a:cubicBezTo>
                    <a:close/>
                    <a:moveTo>
                      <a:pt x="5427" y="23349"/>
                    </a:moveTo>
                    <a:cubicBezTo>
                      <a:pt x="5499" y="23349"/>
                      <a:pt x="5499" y="23349"/>
                      <a:pt x="5499" y="23349"/>
                    </a:cubicBezTo>
                    <a:cubicBezTo>
                      <a:pt x="5570" y="23349"/>
                      <a:pt x="5570" y="23349"/>
                      <a:pt x="5570" y="23349"/>
                    </a:cubicBezTo>
                    <a:cubicBezTo>
                      <a:pt x="5570" y="23278"/>
                      <a:pt x="5570" y="23278"/>
                      <a:pt x="5570" y="23278"/>
                    </a:cubicBezTo>
                    <a:cubicBezTo>
                      <a:pt x="5570" y="23278"/>
                      <a:pt x="5570" y="23278"/>
                      <a:pt x="5570" y="23278"/>
                    </a:cubicBezTo>
                    <a:cubicBezTo>
                      <a:pt x="5570" y="23206"/>
                      <a:pt x="5570" y="23206"/>
                      <a:pt x="5570" y="23206"/>
                    </a:cubicBezTo>
                    <a:cubicBezTo>
                      <a:pt x="5570" y="23135"/>
                      <a:pt x="5570" y="23135"/>
                      <a:pt x="5570" y="23135"/>
                    </a:cubicBezTo>
                    <a:cubicBezTo>
                      <a:pt x="5570" y="23135"/>
                      <a:pt x="5570" y="23135"/>
                      <a:pt x="5570" y="23135"/>
                    </a:cubicBezTo>
                    <a:cubicBezTo>
                      <a:pt x="5499" y="23206"/>
                      <a:pt x="5499" y="23206"/>
                      <a:pt x="5499" y="23206"/>
                    </a:cubicBezTo>
                    <a:cubicBezTo>
                      <a:pt x="5499" y="23206"/>
                      <a:pt x="5499" y="23206"/>
                      <a:pt x="5499" y="23206"/>
                    </a:cubicBezTo>
                    <a:cubicBezTo>
                      <a:pt x="5427" y="23206"/>
                      <a:pt x="5427" y="23206"/>
                      <a:pt x="5427" y="23206"/>
                    </a:cubicBezTo>
                    <a:cubicBezTo>
                      <a:pt x="5427" y="23278"/>
                      <a:pt x="5427" y="23278"/>
                      <a:pt x="5427" y="23278"/>
                    </a:cubicBezTo>
                    <a:cubicBezTo>
                      <a:pt x="5427" y="23349"/>
                      <a:pt x="5427" y="23349"/>
                      <a:pt x="5427" y="23349"/>
                    </a:cubicBezTo>
                    <a:cubicBezTo>
                      <a:pt x="5427" y="23349"/>
                      <a:pt x="5427" y="23349"/>
                      <a:pt x="5427" y="23349"/>
                    </a:cubicBezTo>
                    <a:close/>
                    <a:moveTo>
                      <a:pt x="3785" y="22421"/>
                    </a:moveTo>
                    <a:cubicBezTo>
                      <a:pt x="3714" y="22350"/>
                      <a:pt x="3714" y="22350"/>
                      <a:pt x="3714" y="22350"/>
                    </a:cubicBezTo>
                    <a:cubicBezTo>
                      <a:pt x="3714" y="22350"/>
                      <a:pt x="3714" y="22350"/>
                      <a:pt x="3714" y="22350"/>
                    </a:cubicBezTo>
                    <a:cubicBezTo>
                      <a:pt x="3714" y="22350"/>
                      <a:pt x="3714" y="22350"/>
                      <a:pt x="3714" y="22350"/>
                    </a:cubicBezTo>
                    <a:cubicBezTo>
                      <a:pt x="3642" y="22421"/>
                      <a:pt x="3642" y="22421"/>
                      <a:pt x="3642" y="22421"/>
                    </a:cubicBezTo>
                    <a:cubicBezTo>
                      <a:pt x="3714" y="22421"/>
                      <a:pt x="3714" y="22421"/>
                      <a:pt x="3714" y="22421"/>
                    </a:cubicBezTo>
                    <a:close/>
                    <a:moveTo>
                      <a:pt x="3285" y="22778"/>
                    </a:moveTo>
                    <a:cubicBezTo>
                      <a:pt x="3285" y="22778"/>
                      <a:pt x="3285" y="22778"/>
                      <a:pt x="3285" y="22778"/>
                    </a:cubicBezTo>
                    <a:cubicBezTo>
                      <a:pt x="3285" y="22707"/>
                      <a:pt x="3285" y="22707"/>
                      <a:pt x="3285" y="22707"/>
                    </a:cubicBezTo>
                    <a:cubicBezTo>
                      <a:pt x="3285" y="22707"/>
                      <a:pt x="3285" y="22707"/>
                      <a:pt x="3285" y="22707"/>
                    </a:cubicBezTo>
                    <a:cubicBezTo>
                      <a:pt x="3214" y="22707"/>
                      <a:pt x="3214" y="22707"/>
                      <a:pt x="3214" y="22707"/>
                    </a:cubicBezTo>
                    <a:cubicBezTo>
                      <a:pt x="3214" y="22635"/>
                      <a:pt x="3214" y="22635"/>
                      <a:pt x="3214" y="22635"/>
                    </a:cubicBezTo>
                    <a:cubicBezTo>
                      <a:pt x="3142" y="22707"/>
                      <a:pt x="3142" y="22707"/>
                      <a:pt x="3142" y="22707"/>
                    </a:cubicBezTo>
                    <a:cubicBezTo>
                      <a:pt x="3214" y="22778"/>
                      <a:pt x="3214" y="22778"/>
                      <a:pt x="3214" y="22778"/>
                    </a:cubicBezTo>
                    <a:close/>
                    <a:moveTo>
                      <a:pt x="3642" y="22350"/>
                    </a:moveTo>
                    <a:cubicBezTo>
                      <a:pt x="3571" y="22350"/>
                      <a:pt x="3571" y="22350"/>
                      <a:pt x="3571" y="22350"/>
                    </a:cubicBezTo>
                    <a:cubicBezTo>
                      <a:pt x="3571" y="22350"/>
                      <a:pt x="3571" y="22350"/>
                      <a:pt x="3571" y="22350"/>
                    </a:cubicBezTo>
                    <a:close/>
                    <a:moveTo>
                      <a:pt x="2500" y="24706"/>
                    </a:moveTo>
                    <a:cubicBezTo>
                      <a:pt x="2571" y="24777"/>
                      <a:pt x="2571" y="24777"/>
                      <a:pt x="2571" y="24777"/>
                    </a:cubicBezTo>
                    <a:cubicBezTo>
                      <a:pt x="2643" y="24777"/>
                      <a:pt x="2643" y="24777"/>
                      <a:pt x="2643" y="24777"/>
                    </a:cubicBezTo>
                    <a:cubicBezTo>
                      <a:pt x="2714" y="24777"/>
                      <a:pt x="2714" y="24777"/>
                      <a:pt x="2714" y="24777"/>
                    </a:cubicBezTo>
                    <a:cubicBezTo>
                      <a:pt x="2714" y="24706"/>
                      <a:pt x="2714" y="24706"/>
                      <a:pt x="2714" y="24706"/>
                    </a:cubicBezTo>
                    <a:cubicBezTo>
                      <a:pt x="2643" y="24563"/>
                      <a:pt x="2643" y="24563"/>
                      <a:pt x="2643" y="24563"/>
                    </a:cubicBezTo>
                    <a:cubicBezTo>
                      <a:pt x="2571" y="24492"/>
                      <a:pt x="2571" y="24492"/>
                      <a:pt x="2571" y="24492"/>
                    </a:cubicBezTo>
                    <a:cubicBezTo>
                      <a:pt x="2357" y="24277"/>
                      <a:pt x="2357" y="24277"/>
                      <a:pt x="2357" y="24277"/>
                    </a:cubicBezTo>
                    <a:cubicBezTo>
                      <a:pt x="2357" y="24420"/>
                      <a:pt x="2357" y="24420"/>
                      <a:pt x="2357" y="24420"/>
                    </a:cubicBezTo>
                    <a:cubicBezTo>
                      <a:pt x="2500" y="24634"/>
                      <a:pt x="2500" y="24634"/>
                      <a:pt x="2500" y="24634"/>
                    </a:cubicBezTo>
                    <a:close/>
                    <a:moveTo>
                      <a:pt x="7069" y="26991"/>
                    </a:moveTo>
                    <a:cubicBezTo>
                      <a:pt x="7141" y="27062"/>
                      <a:pt x="7141" y="27062"/>
                      <a:pt x="7141" y="27062"/>
                    </a:cubicBezTo>
                    <a:cubicBezTo>
                      <a:pt x="7212" y="27133"/>
                      <a:pt x="7212" y="27133"/>
                      <a:pt x="7212" y="27133"/>
                    </a:cubicBezTo>
                    <a:cubicBezTo>
                      <a:pt x="7141" y="26991"/>
                      <a:pt x="7141" y="26991"/>
                      <a:pt x="7141" y="26991"/>
                    </a:cubicBezTo>
                    <a:close/>
                    <a:moveTo>
                      <a:pt x="5998" y="25134"/>
                    </a:moveTo>
                    <a:cubicBezTo>
                      <a:pt x="6070" y="25206"/>
                      <a:pt x="6213" y="25134"/>
                      <a:pt x="6284" y="25134"/>
                    </a:cubicBezTo>
                    <a:cubicBezTo>
                      <a:pt x="6284" y="25063"/>
                      <a:pt x="6213" y="25063"/>
                      <a:pt x="6213" y="24991"/>
                    </a:cubicBezTo>
                    <a:cubicBezTo>
                      <a:pt x="6141" y="24849"/>
                      <a:pt x="6141" y="24706"/>
                      <a:pt x="6141" y="24634"/>
                    </a:cubicBezTo>
                    <a:cubicBezTo>
                      <a:pt x="6141" y="24563"/>
                      <a:pt x="6070" y="24563"/>
                      <a:pt x="6070" y="24563"/>
                    </a:cubicBezTo>
                    <a:cubicBezTo>
                      <a:pt x="5998" y="24563"/>
                      <a:pt x="5998" y="24634"/>
                      <a:pt x="5927" y="24634"/>
                    </a:cubicBezTo>
                    <a:cubicBezTo>
                      <a:pt x="5641" y="24563"/>
                      <a:pt x="5499" y="24777"/>
                      <a:pt x="5713" y="24991"/>
                    </a:cubicBezTo>
                    <a:cubicBezTo>
                      <a:pt x="5713" y="25063"/>
                      <a:pt x="5784" y="25063"/>
                      <a:pt x="5856" y="25063"/>
                    </a:cubicBezTo>
                    <a:cubicBezTo>
                      <a:pt x="5927" y="25063"/>
                      <a:pt x="5998" y="25134"/>
                      <a:pt x="5998" y="25134"/>
                    </a:cubicBezTo>
                    <a:close/>
                    <a:moveTo>
                      <a:pt x="6284" y="28633"/>
                    </a:moveTo>
                    <a:cubicBezTo>
                      <a:pt x="6284" y="28704"/>
                      <a:pt x="6284" y="28704"/>
                      <a:pt x="6284" y="28704"/>
                    </a:cubicBezTo>
                    <a:cubicBezTo>
                      <a:pt x="6284" y="28704"/>
                      <a:pt x="6284" y="28704"/>
                      <a:pt x="6284" y="28704"/>
                    </a:cubicBezTo>
                    <a:cubicBezTo>
                      <a:pt x="6355" y="28704"/>
                      <a:pt x="6355" y="28704"/>
                      <a:pt x="6355" y="28704"/>
                    </a:cubicBezTo>
                    <a:cubicBezTo>
                      <a:pt x="6427" y="28776"/>
                      <a:pt x="6427" y="28776"/>
                      <a:pt x="6427" y="28776"/>
                    </a:cubicBezTo>
                    <a:cubicBezTo>
                      <a:pt x="6427" y="28847"/>
                      <a:pt x="6427" y="28847"/>
                      <a:pt x="6427" y="28847"/>
                    </a:cubicBezTo>
                    <a:cubicBezTo>
                      <a:pt x="6427" y="28847"/>
                      <a:pt x="6427" y="28847"/>
                      <a:pt x="6427" y="28847"/>
                    </a:cubicBezTo>
                    <a:cubicBezTo>
                      <a:pt x="6498" y="28847"/>
                      <a:pt x="6498" y="28847"/>
                      <a:pt x="6498" y="28847"/>
                    </a:cubicBezTo>
                    <a:cubicBezTo>
                      <a:pt x="6498" y="28847"/>
                      <a:pt x="6498" y="28847"/>
                      <a:pt x="6498" y="28847"/>
                    </a:cubicBezTo>
                    <a:cubicBezTo>
                      <a:pt x="6498" y="28704"/>
                      <a:pt x="6498" y="28704"/>
                      <a:pt x="6498" y="28704"/>
                    </a:cubicBezTo>
                    <a:cubicBezTo>
                      <a:pt x="6427" y="28561"/>
                      <a:pt x="6427" y="28561"/>
                      <a:pt x="6427" y="28561"/>
                    </a:cubicBezTo>
                    <a:cubicBezTo>
                      <a:pt x="6284" y="28490"/>
                      <a:pt x="6284" y="28490"/>
                      <a:pt x="6284" y="28490"/>
                    </a:cubicBezTo>
                    <a:cubicBezTo>
                      <a:pt x="6284" y="28419"/>
                      <a:pt x="6284" y="28419"/>
                      <a:pt x="6284" y="28419"/>
                    </a:cubicBezTo>
                    <a:cubicBezTo>
                      <a:pt x="6213" y="28419"/>
                      <a:pt x="6213" y="28419"/>
                      <a:pt x="6213" y="28419"/>
                    </a:cubicBezTo>
                    <a:cubicBezTo>
                      <a:pt x="6284" y="28490"/>
                      <a:pt x="6284" y="28490"/>
                      <a:pt x="6284" y="28490"/>
                    </a:cubicBezTo>
                    <a:cubicBezTo>
                      <a:pt x="6284" y="28561"/>
                      <a:pt x="6284" y="28561"/>
                      <a:pt x="6284" y="28561"/>
                    </a:cubicBezTo>
                    <a:cubicBezTo>
                      <a:pt x="6284" y="28561"/>
                      <a:pt x="6284" y="28561"/>
                      <a:pt x="6284" y="28561"/>
                    </a:cubicBezTo>
                    <a:close/>
                    <a:moveTo>
                      <a:pt x="7498" y="29061"/>
                    </a:moveTo>
                    <a:cubicBezTo>
                      <a:pt x="7569" y="29061"/>
                      <a:pt x="7498" y="28990"/>
                      <a:pt x="7426" y="28918"/>
                    </a:cubicBezTo>
                    <a:cubicBezTo>
                      <a:pt x="7284" y="28776"/>
                      <a:pt x="7141" y="28561"/>
                      <a:pt x="6998" y="28419"/>
                    </a:cubicBezTo>
                    <a:cubicBezTo>
                      <a:pt x="6855" y="28347"/>
                      <a:pt x="7069" y="28776"/>
                      <a:pt x="7069" y="28776"/>
                    </a:cubicBezTo>
                    <a:cubicBezTo>
                      <a:pt x="7069" y="28847"/>
                      <a:pt x="6998" y="28776"/>
                      <a:pt x="6998" y="28776"/>
                    </a:cubicBezTo>
                    <a:cubicBezTo>
                      <a:pt x="6927" y="28776"/>
                      <a:pt x="6927" y="28776"/>
                      <a:pt x="6927" y="28847"/>
                    </a:cubicBezTo>
                    <a:cubicBezTo>
                      <a:pt x="6998" y="28990"/>
                      <a:pt x="7069" y="28990"/>
                      <a:pt x="7212" y="29133"/>
                    </a:cubicBezTo>
                    <a:cubicBezTo>
                      <a:pt x="7284" y="29204"/>
                      <a:pt x="7284" y="29276"/>
                      <a:pt x="7426" y="29347"/>
                    </a:cubicBezTo>
                    <a:cubicBezTo>
                      <a:pt x="7426" y="29347"/>
                      <a:pt x="7426" y="29276"/>
                      <a:pt x="7426" y="29276"/>
                    </a:cubicBezTo>
                    <a:cubicBezTo>
                      <a:pt x="7426" y="29204"/>
                      <a:pt x="7355" y="29133"/>
                      <a:pt x="7355" y="29133"/>
                    </a:cubicBezTo>
                    <a:cubicBezTo>
                      <a:pt x="7355" y="29133"/>
                      <a:pt x="7426" y="29133"/>
                      <a:pt x="7426" y="29061"/>
                    </a:cubicBezTo>
                    <a:close/>
                    <a:moveTo>
                      <a:pt x="5641" y="25777"/>
                    </a:moveTo>
                    <a:cubicBezTo>
                      <a:pt x="5641" y="25705"/>
                      <a:pt x="5641" y="25705"/>
                      <a:pt x="5641" y="25705"/>
                    </a:cubicBezTo>
                    <a:cubicBezTo>
                      <a:pt x="5641" y="25705"/>
                      <a:pt x="5641" y="25705"/>
                      <a:pt x="5641" y="25705"/>
                    </a:cubicBezTo>
                    <a:cubicBezTo>
                      <a:pt x="5641" y="25777"/>
                      <a:pt x="5641" y="25777"/>
                      <a:pt x="5641" y="25777"/>
                    </a:cubicBezTo>
                    <a:cubicBezTo>
                      <a:pt x="5641" y="25777"/>
                      <a:pt x="5641" y="25777"/>
                      <a:pt x="5641" y="25777"/>
                    </a:cubicBezTo>
                    <a:cubicBezTo>
                      <a:pt x="5570" y="25848"/>
                      <a:pt x="5570" y="25848"/>
                      <a:pt x="5570" y="25848"/>
                    </a:cubicBezTo>
                    <a:cubicBezTo>
                      <a:pt x="5570" y="25848"/>
                      <a:pt x="5570" y="25848"/>
                      <a:pt x="5570" y="25848"/>
                    </a:cubicBezTo>
                    <a:cubicBezTo>
                      <a:pt x="5641" y="26062"/>
                      <a:pt x="5641" y="26062"/>
                      <a:pt x="5641" y="26062"/>
                    </a:cubicBezTo>
                    <a:cubicBezTo>
                      <a:pt x="5641" y="26134"/>
                      <a:pt x="5641" y="26134"/>
                      <a:pt x="5641" y="26134"/>
                    </a:cubicBezTo>
                    <a:cubicBezTo>
                      <a:pt x="5641" y="26134"/>
                      <a:pt x="5641" y="26134"/>
                      <a:pt x="5641" y="26134"/>
                    </a:cubicBezTo>
                    <a:cubicBezTo>
                      <a:pt x="5641" y="26134"/>
                      <a:pt x="5641" y="26134"/>
                      <a:pt x="5641" y="26134"/>
                    </a:cubicBezTo>
                    <a:cubicBezTo>
                      <a:pt x="5641" y="26062"/>
                      <a:pt x="5641" y="26062"/>
                      <a:pt x="5641" y="26062"/>
                    </a:cubicBezTo>
                    <a:cubicBezTo>
                      <a:pt x="5713" y="25991"/>
                      <a:pt x="5713" y="25991"/>
                      <a:pt x="5713" y="25991"/>
                    </a:cubicBezTo>
                    <a:cubicBezTo>
                      <a:pt x="5713" y="25991"/>
                      <a:pt x="5713" y="25991"/>
                      <a:pt x="5713" y="25991"/>
                    </a:cubicBezTo>
                    <a:cubicBezTo>
                      <a:pt x="5784" y="25991"/>
                      <a:pt x="5784" y="25991"/>
                      <a:pt x="5784" y="25991"/>
                    </a:cubicBezTo>
                    <a:cubicBezTo>
                      <a:pt x="5784" y="25920"/>
                      <a:pt x="5784" y="25920"/>
                      <a:pt x="5784" y="25920"/>
                    </a:cubicBezTo>
                    <a:cubicBezTo>
                      <a:pt x="5784" y="25848"/>
                      <a:pt x="5784" y="25848"/>
                      <a:pt x="5784" y="25848"/>
                    </a:cubicBezTo>
                    <a:cubicBezTo>
                      <a:pt x="5713" y="25777"/>
                      <a:pt x="5713" y="25777"/>
                      <a:pt x="5713" y="25777"/>
                    </a:cubicBezTo>
                    <a:close/>
                    <a:moveTo>
                      <a:pt x="8926" y="24849"/>
                    </a:moveTo>
                    <a:cubicBezTo>
                      <a:pt x="8926" y="24920"/>
                      <a:pt x="8926" y="24920"/>
                      <a:pt x="8926" y="24920"/>
                    </a:cubicBezTo>
                    <a:cubicBezTo>
                      <a:pt x="8997" y="25063"/>
                      <a:pt x="8997" y="25063"/>
                      <a:pt x="8997" y="25063"/>
                    </a:cubicBezTo>
                    <a:cubicBezTo>
                      <a:pt x="8997" y="25063"/>
                      <a:pt x="8997" y="25063"/>
                      <a:pt x="8997" y="25063"/>
                    </a:cubicBezTo>
                    <a:cubicBezTo>
                      <a:pt x="9069" y="25063"/>
                      <a:pt x="9069" y="25063"/>
                      <a:pt x="9069" y="25063"/>
                    </a:cubicBezTo>
                    <a:cubicBezTo>
                      <a:pt x="9140" y="24920"/>
                      <a:pt x="9140" y="24920"/>
                      <a:pt x="9140" y="24920"/>
                    </a:cubicBezTo>
                    <a:cubicBezTo>
                      <a:pt x="8997" y="24849"/>
                      <a:pt x="8997" y="24849"/>
                      <a:pt x="8997" y="24849"/>
                    </a:cubicBezTo>
                    <a:close/>
                    <a:moveTo>
                      <a:pt x="6213" y="25348"/>
                    </a:moveTo>
                    <a:cubicBezTo>
                      <a:pt x="6284" y="25348"/>
                      <a:pt x="6284" y="25348"/>
                      <a:pt x="6284" y="25348"/>
                    </a:cubicBezTo>
                    <a:cubicBezTo>
                      <a:pt x="6284" y="25348"/>
                      <a:pt x="6284" y="25348"/>
                      <a:pt x="6284" y="25348"/>
                    </a:cubicBezTo>
                    <a:cubicBezTo>
                      <a:pt x="6284" y="25348"/>
                      <a:pt x="6284" y="25348"/>
                      <a:pt x="6284" y="25348"/>
                    </a:cubicBezTo>
                    <a:cubicBezTo>
                      <a:pt x="6284" y="25277"/>
                      <a:pt x="6284" y="25277"/>
                      <a:pt x="6284" y="25277"/>
                    </a:cubicBezTo>
                    <a:cubicBezTo>
                      <a:pt x="6284" y="25277"/>
                      <a:pt x="6284" y="25277"/>
                      <a:pt x="6284" y="25277"/>
                    </a:cubicBezTo>
                    <a:cubicBezTo>
                      <a:pt x="6284" y="25277"/>
                      <a:pt x="6284" y="25277"/>
                      <a:pt x="6284" y="25277"/>
                    </a:cubicBezTo>
                    <a:cubicBezTo>
                      <a:pt x="6284" y="25277"/>
                      <a:pt x="6284" y="25277"/>
                      <a:pt x="6284" y="25277"/>
                    </a:cubicBezTo>
                    <a:cubicBezTo>
                      <a:pt x="6284" y="25206"/>
                      <a:pt x="6284" y="25206"/>
                      <a:pt x="6284" y="25206"/>
                    </a:cubicBezTo>
                    <a:cubicBezTo>
                      <a:pt x="6213" y="25206"/>
                      <a:pt x="6213" y="25206"/>
                      <a:pt x="6213" y="25206"/>
                    </a:cubicBezTo>
                    <a:cubicBezTo>
                      <a:pt x="6213" y="25206"/>
                      <a:pt x="6213" y="25206"/>
                      <a:pt x="6213" y="25206"/>
                    </a:cubicBezTo>
                    <a:cubicBezTo>
                      <a:pt x="6141" y="25206"/>
                      <a:pt x="6141" y="25206"/>
                      <a:pt x="6141" y="25206"/>
                    </a:cubicBezTo>
                    <a:cubicBezTo>
                      <a:pt x="6141" y="25277"/>
                      <a:pt x="6141" y="25277"/>
                      <a:pt x="6141" y="25277"/>
                    </a:cubicBezTo>
                    <a:cubicBezTo>
                      <a:pt x="6141" y="25277"/>
                      <a:pt x="6141" y="25277"/>
                      <a:pt x="6141" y="25277"/>
                    </a:cubicBezTo>
                    <a:close/>
                    <a:moveTo>
                      <a:pt x="9569" y="23349"/>
                    </a:moveTo>
                    <a:cubicBezTo>
                      <a:pt x="9569" y="23492"/>
                      <a:pt x="9569" y="23492"/>
                      <a:pt x="9569" y="23492"/>
                    </a:cubicBezTo>
                    <a:cubicBezTo>
                      <a:pt x="9569" y="23563"/>
                      <a:pt x="9569" y="23563"/>
                      <a:pt x="9569" y="23563"/>
                    </a:cubicBezTo>
                    <a:cubicBezTo>
                      <a:pt x="9569" y="23635"/>
                      <a:pt x="9569" y="23635"/>
                      <a:pt x="9569" y="23635"/>
                    </a:cubicBezTo>
                    <a:cubicBezTo>
                      <a:pt x="9640" y="23563"/>
                      <a:pt x="9640" y="23563"/>
                      <a:pt x="9640" y="23563"/>
                    </a:cubicBezTo>
                    <a:cubicBezTo>
                      <a:pt x="9711" y="23563"/>
                      <a:pt x="9711" y="23563"/>
                      <a:pt x="9711" y="23563"/>
                    </a:cubicBezTo>
                    <a:cubicBezTo>
                      <a:pt x="9711" y="23492"/>
                      <a:pt x="9711" y="23492"/>
                      <a:pt x="9711" y="23492"/>
                    </a:cubicBezTo>
                    <a:cubicBezTo>
                      <a:pt x="9711" y="23492"/>
                      <a:pt x="9711" y="23492"/>
                      <a:pt x="9711" y="23492"/>
                    </a:cubicBezTo>
                    <a:cubicBezTo>
                      <a:pt x="9711" y="23421"/>
                      <a:pt x="9711" y="23421"/>
                      <a:pt x="9711" y="23421"/>
                    </a:cubicBezTo>
                    <a:cubicBezTo>
                      <a:pt x="9711" y="23349"/>
                      <a:pt x="9711" y="23349"/>
                      <a:pt x="9711" y="23349"/>
                    </a:cubicBezTo>
                    <a:cubicBezTo>
                      <a:pt x="9711" y="23349"/>
                      <a:pt x="9711" y="23349"/>
                      <a:pt x="9711" y="23349"/>
                    </a:cubicBezTo>
                    <a:cubicBezTo>
                      <a:pt x="9640" y="23278"/>
                      <a:pt x="9640" y="23278"/>
                      <a:pt x="9640" y="23278"/>
                    </a:cubicBezTo>
                    <a:cubicBezTo>
                      <a:pt x="9640" y="23206"/>
                      <a:pt x="9640" y="23206"/>
                      <a:pt x="9640" y="23206"/>
                    </a:cubicBezTo>
                    <a:cubicBezTo>
                      <a:pt x="9569" y="23206"/>
                      <a:pt x="9569" y="23206"/>
                      <a:pt x="9569" y="23206"/>
                    </a:cubicBezTo>
                    <a:cubicBezTo>
                      <a:pt x="9497" y="23135"/>
                      <a:pt x="9497" y="23135"/>
                      <a:pt x="9497" y="23135"/>
                    </a:cubicBezTo>
                    <a:cubicBezTo>
                      <a:pt x="9354" y="23135"/>
                      <a:pt x="9354" y="23135"/>
                      <a:pt x="9354" y="23135"/>
                    </a:cubicBezTo>
                    <a:cubicBezTo>
                      <a:pt x="9354" y="23206"/>
                      <a:pt x="9354" y="23206"/>
                      <a:pt x="9354" y="23206"/>
                    </a:cubicBezTo>
                    <a:cubicBezTo>
                      <a:pt x="9497" y="23349"/>
                      <a:pt x="9497" y="23349"/>
                      <a:pt x="9497" y="23349"/>
                    </a:cubicBezTo>
                    <a:close/>
                    <a:moveTo>
                      <a:pt x="30489" y="3214"/>
                    </a:moveTo>
                    <a:cubicBezTo>
                      <a:pt x="30561" y="3143"/>
                      <a:pt x="30561" y="3143"/>
                      <a:pt x="30561" y="3143"/>
                    </a:cubicBezTo>
                    <a:cubicBezTo>
                      <a:pt x="30561" y="3071"/>
                      <a:pt x="30561" y="3071"/>
                      <a:pt x="30561" y="3071"/>
                    </a:cubicBezTo>
                    <a:cubicBezTo>
                      <a:pt x="30489" y="3143"/>
                      <a:pt x="30489" y="3143"/>
                      <a:pt x="30489" y="3143"/>
                    </a:cubicBezTo>
                    <a:cubicBezTo>
                      <a:pt x="30489" y="3143"/>
                      <a:pt x="30489" y="3143"/>
                      <a:pt x="30489" y="3143"/>
                    </a:cubicBezTo>
                    <a:cubicBezTo>
                      <a:pt x="30489" y="3214"/>
                      <a:pt x="30489" y="3214"/>
                      <a:pt x="30489" y="3214"/>
                    </a:cubicBezTo>
                    <a:cubicBezTo>
                      <a:pt x="30418" y="3285"/>
                      <a:pt x="30418" y="3285"/>
                      <a:pt x="30418" y="3285"/>
                    </a:cubicBezTo>
                    <a:cubicBezTo>
                      <a:pt x="30418" y="3285"/>
                      <a:pt x="30418" y="3285"/>
                      <a:pt x="30418" y="3285"/>
                    </a:cubicBezTo>
                    <a:close/>
                    <a:moveTo>
                      <a:pt x="9069" y="29204"/>
                    </a:moveTo>
                    <a:cubicBezTo>
                      <a:pt x="8997" y="29204"/>
                      <a:pt x="8997" y="29204"/>
                      <a:pt x="8997" y="29204"/>
                    </a:cubicBezTo>
                    <a:cubicBezTo>
                      <a:pt x="8997" y="29204"/>
                      <a:pt x="8997" y="29204"/>
                      <a:pt x="8997" y="29204"/>
                    </a:cubicBezTo>
                    <a:cubicBezTo>
                      <a:pt x="8997" y="29276"/>
                      <a:pt x="8997" y="29276"/>
                      <a:pt x="8997" y="29276"/>
                    </a:cubicBezTo>
                    <a:cubicBezTo>
                      <a:pt x="8997" y="29276"/>
                      <a:pt x="8997" y="29276"/>
                      <a:pt x="8997" y="29276"/>
                    </a:cubicBezTo>
                    <a:cubicBezTo>
                      <a:pt x="9140" y="29276"/>
                      <a:pt x="9140" y="29276"/>
                      <a:pt x="9140" y="29276"/>
                    </a:cubicBezTo>
                    <a:cubicBezTo>
                      <a:pt x="9212" y="29276"/>
                      <a:pt x="9212" y="29276"/>
                      <a:pt x="9212" y="29276"/>
                    </a:cubicBezTo>
                    <a:cubicBezTo>
                      <a:pt x="9283" y="29276"/>
                      <a:pt x="9283" y="29276"/>
                      <a:pt x="9283" y="29276"/>
                    </a:cubicBezTo>
                    <a:cubicBezTo>
                      <a:pt x="9212" y="29204"/>
                      <a:pt x="9212" y="29204"/>
                      <a:pt x="9212" y="29204"/>
                    </a:cubicBezTo>
                    <a:cubicBezTo>
                      <a:pt x="9212" y="29204"/>
                      <a:pt x="9212" y="29204"/>
                      <a:pt x="9212" y="29204"/>
                    </a:cubicBezTo>
                    <a:cubicBezTo>
                      <a:pt x="9212" y="29133"/>
                      <a:pt x="9212" y="29133"/>
                      <a:pt x="9212" y="29133"/>
                    </a:cubicBezTo>
                    <a:cubicBezTo>
                      <a:pt x="9140" y="29133"/>
                      <a:pt x="9140" y="29133"/>
                      <a:pt x="9140" y="29133"/>
                    </a:cubicBezTo>
                    <a:cubicBezTo>
                      <a:pt x="9140" y="29061"/>
                      <a:pt x="9140" y="29061"/>
                      <a:pt x="9140" y="29061"/>
                    </a:cubicBezTo>
                    <a:cubicBezTo>
                      <a:pt x="9140" y="29204"/>
                      <a:pt x="9140" y="29204"/>
                      <a:pt x="9140" y="29204"/>
                    </a:cubicBezTo>
                    <a:close/>
                    <a:moveTo>
                      <a:pt x="34559" y="10711"/>
                    </a:moveTo>
                    <a:cubicBezTo>
                      <a:pt x="34559" y="10783"/>
                      <a:pt x="34559" y="10783"/>
                      <a:pt x="34559" y="10783"/>
                    </a:cubicBezTo>
                    <a:cubicBezTo>
                      <a:pt x="34559" y="10854"/>
                      <a:pt x="34559" y="10854"/>
                      <a:pt x="34559" y="10854"/>
                    </a:cubicBezTo>
                    <a:cubicBezTo>
                      <a:pt x="34559" y="10854"/>
                      <a:pt x="34559" y="10854"/>
                      <a:pt x="34559" y="10854"/>
                    </a:cubicBezTo>
                    <a:cubicBezTo>
                      <a:pt x="34559" y="10854"/>
                      <a:pt x="34559" y="10854"/>
                      <a:pt x="34559" y="10854"/>
                    </a:cubicBezTo>
                    <a:cubicBezTo>
                      <a:pt x="34702" y="10783"/>
                      <a:pt x="34702" y="10783"/>
                      <a:pt x="34702" y="10783"/>
                    </a:cubicBezTo>
                    <a:cubicBezTo>
                      <a:pt x="34631" y="10711"/>
                      <a:pt x="34631" y="10711"/>
                      <a:pt x="34631" y="10711"/>
                    </a:cubicBezTo>
                    <a:cubicBezTo>
                      <a:pt x="34702" y="10711"/>
                      <a:pt x="34702" y="10711"/>
                      <a:pt x="34702" y="10711"/>
                    </a:cubicBezTo>
                    <a:cubicBezTo>
                      <a:pt x="34702" y="10640"/>
                      <a:pt x="34702" y="10640"/>
                      <a:pt x="34702" y="10640"/>
                    </a:cubicBezTo>
                    <a:cubicBezTo>
                      <a:pt x="34702" y="10640"/>
                      <a:pt x="34702" y="10640"/>
                      <a:pt x="34702" y="10640"/>
                    </a:cubicBezTo>
                    <a:cubicBezTo>
                      <a:pt x="34631" y="10640"/>
                      <a:pt x="34631" y="10640"/>
                      <a:pt x="34631" y="10640"/>
                    </a:cubicBezTo>
                    <a:cubicBezTo>
                      <a:pt x="34631" y="10568"/>
                      <a:pt x="34631" y="10568"/>
                      <a:pt x="34631" y="10568"/>
                    </a:cubicBezTo>
                    <a:cubicBezTo>
                      <a:pt x="34559" y="10568"/>
                      <a:pt x="34559" y="10568"/>
                      <a:pt x="34559" y="10568"/>
                    </a:cubicBezTo>
                    <a:cubicBezTo>
                      <a:pt x="34559" y="10568"/>
                      <a:pt x="34559" y="10568"/>
                      <a:pt x="34559" y="10568"/>
                    </a:cubicBezTo>
                    <a:cubicBezTo>
                      <a:pt x="34488" y="10640"/>
                      <a:pt x="34488" y="10640"/>
                      <a:pt x="34488" y="10640"/>
                    </a:cubicBezTo>
                    <a:cubicBezTo>
                      <a:pt x="34488" y="10640"/>
                      <a:pt x="34488" y="10640"/>
                      <a:pt x="34488" y="10640"/>
                    </a:cubicBezTo>
                    <a:close/>
                    <a:moveTo>
                      <a:pt x="6498" y="24849"/>
                    </a:moveTo>
                    <a:cubicBezTo>
                      <a:pt x="6427" y="24777"/>
                      <a:pt x="6427" y="24777"/>
                      <a:pt x="6427" y="24777"/>
                    </a:cubicBezTo>
                    <a:cubicBezTo>
                      <a:pt x="6427" y="24777"/>
                      <a:pt x="6427" y="24777"/>
                      <a:pt x="6427" y="24777"/>
                    </a:cubicBezTo>
                    <a:cubicBezTo>
                      <a:pt x="6284" y="24777"/>
                      <a:pt x="6284" y="24777"/>
                      <a:pt x="6284" y="24777"/>
                    </a:cubicBezTo>
                    <a:cubicBezTo>
                      <a:pt x="6355" y="24849"/>
                      <a:pt x="6355" y="24849"/>
                      <a:pt x="6355" y="24849"/>
                    </a:cubicBezTo>
                    <a:cubicBezTo>
                      <a:pt x="6355" y="24849"/>
                      <a:pt x="6355" y="24849"/>
                      <a:pt x="6355" y="24849"/>
                    </a:cubicBezTo>
                    <a:cubicBezTo>
                      <a:pt x="6427" y="24849"/>
                      <a:pt x="6427" y="24849"/>
                      <a:pt x="6427" y="24849"/>
                    </a:cubicBezTo>
                    <a:cubicBezTo>
                      <a:pt x="6570" y="24849"/>
                      <a:pt x="6570" y="24849"/>
                      <a:pt x="6570" y="24849"/>
                    </a:cubicBezTo>
                    <a:cubicBezTo>
                      <a:pt x="6641" y="24920"/>
                      <a:pt x="6641" y="24920"/>
                      <a:pt x="6641" y="24920"/>
                    </a:cubicBezTo>
                    <a:cubicBezTo>
                      <a:pt x="6641" y="24920"/>
                      <a:pt x="6641" y="24920"/>
                      <a:pt x="6641" y="24920"/>
                    </a:cubicBezTo>
                    <a:cubicBezTo>
                      <a:pt x="6570" y="24849"/>
                      <a:pt x="6570" y="24849"/>
                      <a:pt x="6570" y="24849"/>
                    </a:cubicBezTo>
                    <a:close/>
                    <a:moveTo>
                      <a:pt x="9640" y="29704"/>
                    </a:moveTo>
                    <a:cubicBezTo>
                      <a:pt x="9640" y="29775"/>
                      <a:pt x="9640" y="29775"/>
                      <a:pt x="9640" y="29775"/>
                    </a:cubicBezTo>
                    <a:cubicBezTo>
                      <a:pt x="9640" y="29847"/>
                      <a:pt x="9640" y="29847"/>
                      <a:pt x="9640" y="29847"/>
                    </a:cubicBezTo>
                    <a:cubicBezTo>
                      <a:pt x="9783" y="29918"/>
                      <a:pt x="9783" y="29918"/>
                      <a:pt x="9783" y="29918"/>
                    </a:cubicBezTo>
                    <a:cubicBezTo>
                      <a:pt x="9854" y="29918"/>
                      <a:pt x="9854" y="29918"/>
                      <a:pt x="9854" y="29918"/>
                    </a:cubicBezTo>
                    <a:cubicBezTo>
                      <a:pt x="9854" y="29990"/>
                      <a:pt x="9854" y="29990"/>
                      <a:pt x="9854" y="29990"/>
                    </a:cubicBezTo>
                    <a:cubicBezTo>
                      <a:pt x="9854" y="29918"/>
                      <a:pt x="9854" y="29918"/>
                      <a:pt x="9854" y="29918"/>
                    </a:cubicBezTo>
                    <a:cubicBezTo>
                      <a:pt x="9783" y="29847"/>
                      <a:pt x="9783" y="29847"/>
                      <a:pt x="9783" y="29847"/>
                    </a:cubicBezTo>
                    <a:cubicBezTo>
                      <a:pt x="9783" y="29847"/>
                      <a:pt x="9783" y="29847"/>
                      <a:pt x="9783" y="29847"/>
                    </a:cubicBezTo>
                    <a:cubicBezTo>
                      <a:pt x="9711" y="29847"/>
                      <a:pt x="9711" y="29847"/>
                      <a:pt x="9711" y="29847"/>
                    </a:cubicBezTo>
                    <a:cubicBezTo>
                      <a:pt x="9711" y="29847"/>
                      <a:pt x="9711" y="29847"/>
                      <a:pt x="9711" y="29847"/>
                    </a:cubicBezTo>
                    <a:cubicBezTo>
                      <a:pt x="9640" y="29775"/>
                      <a:pt x="9640" y="29775"/>
                      <a:pt x="9640" y="29775"/>
                    </a:cubicBezTo>
                    <a:close/>
                    <a:moveTo>
                      <a:pt x="1357" y="25134"/>
                    </a:moveTo>
                    <a:cubicBezTo>
                      <a:pt x="1286" y="25206"/>
                      <a:pt x="1286" y="25206"/>
                      <a:pt x="1286" y="25206"/>
                    </a:cubicBezTo>
                    <a:cubicBezTo>
                      <a:pt x="1215" y="25348"/>
                      <a:pt x="1215" y="25348"/>
                      <a:pt x="1215" y="25348"/>
                    </a:cubicBezTo>
                    <a:cubicBezTo>
                      <a:pt x="1215" y="25420"/>
                      <a:pt x="1215" y="25420"/>
                      <a:pt x="1215" y="25420"/>
                    </a:cubicBezTo>
                    <a:cubicBezTo>
                      <a:pt x="1143" y="25491"/>
                      <a:pt x="1143" y="25491"/>
                      <a:pt x="1143" y="25491"/>
                    </a:cubicBezTo>
                    <a:cubicBezTo>
                      <a:pt x="1143" y="25563"/>
                      <a:pt x="1143" y="25563"/>
                      <a:pt x="1143" y="25563"/>
                    </a:cubicBezTo>
                    <a:cubicBezTo>
                      <a:pt x="1143" y="25634"/>
                      <a:pt x="1143" y="25634"/>
                      <a:pt x="1143" y="25634"/>
                    </a:cubicBezTo>
                    <a:cubicBezTo>
                      <a:pt x="1286" y="25634"/>
                      <a:pt x="1286" y="25634"/>
                      <a:pt x="1286" y="25634"/>
                    </a:cubicBezTo>
                    <a:cubicBezTo>
                      <a:pt x="1286" y="25634"/>
                      <a:pt x="1286" y="25634"/>
                      <a:pt x="1286" y="25634"/>
                    </a:cubicBezTo>
                    <a:cubicBezTo>
                      <a:pt x="1357" y="25563"/>
                      <a:pt x="1357" y="25563"/>
                      <a:pt x="1357" y="25563"/>
                    </a:cubicBezTo>
                    <a:cubicBezTo>
                      <a:pt x="1429" y="25348"/>
                      <a:pt x="1429" y="25348"/>
                      <a:pt x="1429" y="25348"/>
                    </a:cubicBezTo>
                    <a:cubicBezTo>
                      <a:pt x="1429" y="25277"/>
                      <a:pt x="1429" y="25277"/>
                      <a:pt x="1429" y="25277"/>
                    </a:cubicBezTo>
                    <a:cubicBezTo>
                      <a:pt x="1429" y="25206"/>
                      <a:pt x="1429" y="25206"/>
                      <a:pt x="1429" y="25206"/>
                    </a:cubicBezTo>
                    <a:cubicBezTo>
                      <a:pt x="1429" y="25206"/>
                      <a:pt x="1429" y="25206"/>
                      <a:pt x="1429" y="25206"/>
                    </a:cubicBezTo>
                    <a:close/>
                    <a:moveTo>
                      <a:pt x="7569" y="28776"/>
                    </a:moveTo>
                    <a:cubicBezTo>
                      <a:pt x="7641" y="28776"/>
                      <a:pt x="7641" y="28776"/>
                      <a:pt x="7641" y="28776"/>
                    </a:cubicBezTo>
                    <a:cubicBezTo>
                      <a:pt x="7641" y="28776"/>
                      <a:pt x="7641" y="28776"/>
                      <a:pt x="7641" y="28776"/>
                    </a:cubicBezTo>
                    <a:cubicBezTo>
                      <a:pt x="7641" y="28704"/>
                      <a:pt x="7641" y="28704"/>
                      <a:pt x="7641" y="28704"/>
                    </a:cubicBezTo>
                    <a:cubicBezTo>
                      <a:pt x="7641" y="28704"/>
                      <a:pt x="7641" y="28704"/>
                      <a:pt x="7641" y="28704"/>
                    </a:cubicBezTo>
                    <a:cubicBezTo>
                      <a:pt x="7641" y="28633"/>
                      <a:pt x="7641" y="28633"/>
                      <a:pt x="7641" y="28633"/>
                    </a:cubicBezTo>
                    <a:cubicBezTo>
                      <a:pt x="7569" y="28633"/>
                      <a:pt x="7569" y="28633"/>
                      <a:pt x="7569" y="28633"/>
                    </a:cubicBezTo>
                    <a:cubicBezTo>
                      <a:pt x="7498" y="28561"/>
                      <a:pt x="7498" y="28561"/>
                      <a:pt x="7498" y="28561"/>
                    </a:cubicBezTo>
                    <a:cubicBezTo>
                      <a:pt x="7426" y="28561"/>
                      <a:pt x="7426" y="28561"/>
                      <a:pt x="7426" y="28561"/>
                    </a:cubicBezTo>
                    <a:cubicBezTo>
                      <a:pt x="7426" y="28633"/>
                      <a:pt x="7426" y="28633"/>
                      <a:pt x="7426" y="28633"/>
                    </a:cubicBezTo>
                    <a:cubicBezTo>
                      <a:pt x="7426" y="28633"/>
                      <a:pt x="7426" y="28633"/>
                      <a:pt x="7426" y="28633"/>
                    </a:cubicBezTo>
                    <a:cubicBezTo>
                      <a:pt x="7498" y="28704"/>
                      <a:pt x="7498" y="28704"/>
                      <a:pt x="7498" y="28704"/>
                    </a:cubicBezTo>
                    <a:cubicBezTo>
                      <a:pt x="7569" y="28704"/>
                      <a:pt x="7569" y="28704"/>
                      <a:pt x="7569" y="28704"/>
                    </a:cubicBezTo>
                    <a:close/>
                    <a:moveTo>
                      <a:pt x="7355" y="24206"/>
                    </a:moveTo>
                    <a:cubicBezTo>
                      <a:pt x="7355" y="24135"/>
                      <a:pt x="7355" y="24135"/>
                      <a:pt x="7355" y="24135"/>
                    </a:cubicBezTo>
                    <a:cubicBezTo>
                      <a:pt x="7426" y="24135"/>
                      <a:pt x="7426" y="24135"/>
                      <a:pt x="7426" y="24135"/>
                    </a:cubicBezTo>
                    <a:cubicBezTo>
                      <a:pt x="7426" y="24135"/>
                      <a:pt x="7426" y="24135"/>
                      <a:pt x="7426" y="24135"/>
                    </a:cubicBezTo>
                    <a:cubicBezTo>
                      <a:pt x="7355" y="24063"/>
                      <a:pt x="7355" y="24063"/>
                      <a:pt x="7355" y="24063"/>
                    </a:cubicBezTo>
                    <a:cubicBezTo>
                      <a:pt x="7284" y="24063"/>
                      <a:pt x="7284" y="24063"/>
                      <a:pt x="7284" y="24063"/>
                    </a:cubicBezTo>
                    <a:cubicBezTo>
                      <a:pt x="7284" y="23992"/>
                      <a:pt x="7284" y="23992"/>
                      <a:pt x="7284" y="23992"/>
                    </a:cubicBezTo>
                    <a:cubicBezTo>
                      <a:pt x="7212" y="24063"/>
                      <a:pt x="7212" y="24063"/>
                      <a:pt x="7212" y="24063"/>
                    </a:cubicBezTo>
                    <a:cubicBezTo>
                      <a:pt x="7141" y="24063"/>
                      <a:pt x="7141" y="24063"/>
                      <a:pt x="7141" y="24063"/>
                    </a:cubicBezTo>
                    <a:cubicBezTo>
                      <a:pt x="7069" y="24063"/>
                      <a:pt x="7069" y="24063"/>
                      <a:pt x="7069" y="24063"/>
                    </a:cubicBezTo>
                    <a:cubicBezTo>
                      <a:pt x="7069" y="24135"/>
                      <a:pt x="7069" y="24135"/>
                      <a:pt x="7069" y="24135"/>
                    </a:cubicBezTo>
                    <a:cubicBezTo>
                      <a:pt x="7069" y="24135"/>
                      <a:pt x="7069" y="24135"/>
                      <a:pt x="7069" y="24135"/>
                    </a:cubicBezTo>
                    <a:cubicBezTo>
                      <a:pt x="7141" y="24135"/>
                      <a:pt x="7141" y="24135"/>
                      <a:pt x="7141" y="24135"/>
                    </a:cubicBezTo>
                    <a:cubicBezTo>
                      <a:pt x="7141" y="24135"/>
                      <a:pt x="7141" y="24135"/>
                      <a:pt x="7141" y="24135"/>
                    </a:cubicBezTo>
                    <a:cubicBezTo>
                      <a:pt x="7212" y="24206"/>
                      <a:pt x="7212" y="24206"/>
                      <a:pt x="7212" y="24206"/>
                    </a:cubicBezTo>
                    <a:cubicBezTo>
                      <a:pt x="7284" y="24206"/>
                      <a:pt x="7284" y="24206"/>
                      <a:pt x="7284" y="24206"/>
                    </a:cubicBezTo>
                    <a:close/>
                    <a:moveTo>
                      <a:pt x="6927" y="26562"/>
                    </a:moveTo>
                    <a:cubicBezTo>
                      <a:pt x="6927" y="26634"/>
                      <a:pt x="6927" y="26634"/>
                      <a:pt x="6927" y="26634"/>
                    </a:cubicBezTo>
                    <a:cubicBezTo>
                      <a:pt x="6927" y="26634"/>
                      <a:pt x="6927" y="26634"/>
                      <a:pt x="6927" y="26634"/>
                    </a:cubicBezTo>
                    <a:cubicBezTo>
                      <a:pt x="6998" y="26634"/>
                      <a:pt x="6998" y="26634"/>
                      <a:pt x="6998" y="26634"/>
                    </a:cubicBezTo>
                    <a:cubicBezTo>
                      <a:pt x="6998" y="26634"/>
                      <a:pt x="6998" y="26634"/>
                      <a:pt x="6998" y="26634"/>
                    </a:cubicBezTo>
                    <a:cubicBezTo>
                      <a:pt x="7069" y="26634"/>
                      <a:pt x="7069" y="26634"/>
                      <a:pt x="7069" y="26634"/>
                    </a:cubicBezTo>
                    <a:cubicBezTo>
                      <a:pt x="6998" y="26562"/>
                      <a:pt x="6998" y="26562"/>
                      <a:pt x="6998" y="26562"/>
                    </a:cubicBezTo>
                    <a:close/>
                    <a:moveTo>
                      <a:pt x="6927" y="31346"/>
                    </a:moveTo>
                    <a:cubicBezTo>
                      <a:pt x="6927" y="31418"/>
                      <a:pt x="6927" y="31418"/>
                      <a:pt x="6927" y="31418"/>
                    </a:cubicBezTo>
                    <a:cubicBezTo>
                      <a:pt x="6998" y="31489"/>
                      <a:pt x="6998" y="31489"/>
                      <a:pt x="6998" y="31489"/>
                    </a:cubicBezTo>
                    <a:cubicBezTo>
                      <a:pt x="7212" y="31489"/>
                      <a:pt x="7212" y="31489"/>
                      <a:pt x="7212" y="31489"/>
                    </a:cubicBezTo>
                    <a:cubicBezTo>
                      <a:pt x="7284" y="31489"/>
                      <a:pt x="7284" y="31489"/>
                      <a:pt x="7284" y="31489"/>
                    </a:cubicBezTo>
                    <a:cubicBezTo>
                      <a:pt x="7355" y="31418"/>
                      <a:pt x="7355" y="31418"/>
                      <a:pt x="7355" y="31418"/>
                    </a:cubicBezTo>
                    <a:cubicBezTo>
                      <a:pt x="7426" y="31418"/>
                      <a:pt x="7426" y="31418"/>
                      <a:pt x="7426" y="31418"/>
                    </a:cubicBezTo>
                    <a:cubicBezTo>
                      <a:pt x="7426" y="31418"/>
                      <a:pt x="7426" y="31418"/>
                      <a:pt x="7426" y="31418"/>
                    </a:cubicBezTo>
                    <a:cubicBezTo>
                      <a:pt x="7498" y="31418"/>
                      <a:pt x="7498" y="31418"/>
                      <a:pt x="7498" y="31418"/>
                    </a:cubicBezTo>
                    <a:cubicBezTo>
                      <a:pt x="7498" y="31346"/>
                      <a:pt x="7498" y="31346"/>
                      <a:pt x="7498" y="31346"/>
                    </a:cubicBezTo>
                    <a:cubicBezTo>
                      <a:pt x="7498" y="31275"/>
                      <a:pt x="7498" y="31275"/>
                      <a:pt x="7498" y="31275"/>
                    </a:cubicBezTo>
                    <a:cubicBezTo>
                      <a:pt x="7498" y="31203"/>
                      <a:pt x="7498" y="31203"/>
                      <a:pt x="7498" y="31203"/>
                    </a:cubicBezTo>
                    <a:cubicBezTo>
                      <a:pt x="7426" y="31203"/>
                      <a:pt x="7426" y="31203"/>
                      <a:pt x="7426" y="31203"/>
                    </a:cubicBezTo>
                    <a:cubicBezTo>
                      <a:pt x="7426" y="31132"/>
                      <a:pt x="7426" y="31132"/>
                      <a:pt x="7426" y="31132"/>
                    </a:cubicBezTo>
                    <a:cubicBezTo>
                      <a:pt x="7069" y="31203"/>
                      <a:pt x="7069" y="31203"/>
                      <a:pt x="7069" y="31203"/>
                    </a:cubicBezTo>
                    <a:cubicBezTo>
                      <a:pt x="6927" y="31275"/>
                      <a:pt x="6927" y="31275"/>
                      <a:pt x="6927" y="31275"/>
                    </a:cubicBezTo>
                    <a:close/>
                    <a:moveTo>
                      <a:pt x="6712" y="24349"/>
                    </a:moveTo>
                    <a:cubicBezTo>
                      <a:pt x="6712" y="24349"/>
                      <a:pt x="6712" y="24349"/>
                      <a:pt x="6712" y="24349"/>
                    </a:cubicBezTo>
                    <a:cubicBezTo>
                      <a:pt x="6712" y="24277"/>
                      <a:pt x="6712" y="24277"/>
                      <a:pt x="6712" y="24277"/>
                    </a:cubicBezTo>
                    <a:cubicBezTo>
                      <a:pt x="6641" y="24277"/>
                      <a:pt x="6641" y="24277"/>
                      <a:pt x="6641" y="24277"/>
                    </a:cubicBezTo>
                    <a:cubicBezTo>
                      <a:pt x="6641" y="24349"/>
                      <a:pt x="6641" y="24349"/>
                      <a:pt x="6641" y="24349"/>
                    </a:cubicBezTo>
                    <a:cubicBezTo>
                      <a:pt x="6641" y="24492"/>
                      <a:pt x="6641" y="24492"/>
                      <a:pt x="6641" y="24492"/>
                    </a:cubicBezTo>
                    <a:cubicBezTo>
                      <a:pt x="6712" y="24420"/>
                      <a:pt x="6712" y="24420"/>
                      <a:pt x="6712" y="24420"/>
                    </a:cubicBezTo>
                    <a:close/>
                    <a:moveTo>
                      <a:pt x="7284" y="26634"/>
                    </a:moveTo>
                    <a:cubicBezTo>
                      <a:pt x="7212" y="26562"/>
                      <a:pt x="7212" y="26562"/>
                      <a:pt x="7212" y="26562"/>
                    </a:cubicBezTo>
                    <a:cubicBezTo>
                      <a:pt x="7212" y="26491"/>
                      <a:pt x="7212" y="26491"/>
                      <a:pt x="7212" y="26491"/>
                    </a:cubicBezTo>
                    <a:cubicBezTo>
                      <a:pt x="7141" y="26491"/>
                      <a:pt x="7141" y="26491"/>
                      <a:pt x="7141" y="26491"/>
                    </a:cubicBezTo>
                    <a:cubicBezTo>
                      <a:pt x="7141" y="26562"/>
                      <a:pt x="7141" y="26562"/>
                      <a:pt x="7141" y="26562"/>
                    </a:cubicBezTo>
                    <a:cubicBezTo>
                      <a:pt x="7141" y="26562"/>
                      <a:pt x="7141" y="26562"/>
                      <a:pt x="7141" y="26562"/>
                    </a:cubicBezTo>
                    <a:cubicBezTo>
                      <a:pt x="7284" y="26634"/>
                      <a:pt x="7284" y="26634"/>
                      <a:pt x="7284" y="26634"/>
                    </a:cubicBezTo>
                    <a:close/>
                    <a:moveTo>
                      <a:pt x="6355" y="27348"/>
                    </a:moveTo>
                    <a:cubicBezTo>
                      <a:pt x="6355" y="27348"/>
                      <a:pt x="6355" y="27348"/>
                      <a:pt x="6355" y="27348"/>
                    </a:cubicBezTo>
                    <a:cubicBezTo>
                      <a:pt x="6284" y="27348"/>
                      <a:pt x="6284" y="27348"/>
                      <a:pt x="6284" y="27348"/>
                    </a:cubicBezTo>
                    <a:cubicBezTo>
                      <a:pt x="6284" y="27419"/>
                      <a:pt x="6284" y="27419"/>
                      <a:pt x="6284" y="27419"/>
                    </a:cubicBezTo>
                    <a:cubicBezTo>
                      <a:pt x="6284" y="27562"/>
                      <a:pt x="6284" y="27562"/>
                      <a:pt x="6284" y="27562"/>
                    </a:cubicBezTo>
                    <a:cubicBezTo>
                      <a:pt x="6355" y="27562"/>
                      <a:pt x="6355" y="27562"/>
                      <a:pt x="6355" y="27562"/>
                    </a:cubicBezTo>
                    <a:cubicBezTo>
                      <a:pt x="6355" y="27633"/>
                      <a:pt x="6355" y="27633"/>
                      <a:pt x="6355" y="27633"/>
                    </a:cubicBezTo>
                    <a:cubicBezTo>
                      <a:pt x="6427" y="27562"/>
                      <a:pt x="6427" y="27562"/>
                      <a:pt x="6427" y="27562"/>
                    </a:cubicBezTo>
                    <a:cubicBezTo>
                      <a:pt x="6427" y="27490"/>
                      <a:pt x="6427" y="27490"/>
                      <a:pt x="6427" y="27490"/>
                    </a:cubicBezTo>
                    <a:cubicBezTo>
                      <a:pt x="6355" y="27419"/>
                      <a:pt x="6355" y="27419"/>
                      <a:pt x="6355" y="27419"/>
                    </a:cubicBezTo>
                    <a:close/>
                    <a:moveTo>
                      <a:pt x="6498" y="25420"/>
                    </a:moveTo>
                    <a:cubicBezTo>
                      <a:pt x="6498" y="25420"/>
                      <a:pt x="6498" y="25420"/>
                      <a:pt x="6498" y="25420"/>
                    </a:cubicBezTo>
                    <a:cubicBezTo>
                      <a:pt x="6427" y="25348"/>
                      <a:pt x="6427" y="25348"/>
                      <a:pt x="6427" y="25348"/>
                    </a:cubicBezTo>
                    <a:cubicBezTo>
                      <a:pt x="6427" y="25277"/>
                      <a:pt x="6427" y="25277"/>
                      <a:pt x="6427" y="25277"/>
                    </a:cubicBezTo>
                    <a:cubicBezTo>
                      <a:pt x="6427" y="25277"/>
                      <a:pt x="6427" y="25277"/>
                      <a:pt x="6427" y="25277"/>
                    </a:cubicBezTo>
                    <a:cubicBezTo>
                      <a:pt x="6355" y="25277"/>
                      <a:pt x="6355" y="25277"/>
                      <a:pt x="6355" y="25277"/>
                    </a:cubicBezTo>
                    <a:cubicBezTo>
                      <a:pt x="6355" y="25277"/>
                      <a:pt x="6355" y="25277"/>
                      <a:pt x="6355" y="25277"/>
                    </a:cubicBezTo>
                    <a:cubicBezTo>
                      <a:pt x="6355" y="25277"/>
                      <a:pt x="6355" y="25277"/>
                      <a:pt x="6355" y="25277"/>
                    </a:cubicBezTo>
                    <a:cubicBezTo>
                      <a:pt x="6355" y="25348"/>
                      <a:pt x="6355" y="25348"/>
                      <a:pt x="6355" y="25348"/>
                    </a:cubicBezTo>
                    <a:cubicBezTo>
                      <a:pt x="6355" y="25348"/>
                      <a:pt x="6355" y="25348"/>
                      <a:pt x="6355" y="25348"/>
                    </a:cubicBezTo>
                    <a:cubicBezTo>
                      <a:pt x="6355" y="25420"/>
                      <a:pt x="6355" y="25420"/>
                      <a:pt x="6355" y="25420"/>
                    </a:cubicBezTo>
                    <a:cubicBezTo>
                      <a:pt x="6427" y="25420"/>
                      <a:pt x="6427" y="25420"/>
                      <a:pt x="6427" y="25420"/>
                    </a:cubicBezTo>
                    <a:cubicBezTo>
                      <a:pt x="6427" y="25348"/>
                      <a:pt x="6427" y="25348"/>
                      <a:pt x="6427" y="25348"/>
                    </a:cubicBezTo>
                    <a:cubicBezTo>
                      <a:pt x="6427" y="25420"/>
                      <a:pt x="6427" y="25420"/>
                      <a:pt x="6427" y="25420"/>
                    </a:cubicBezTo>
                    <a:close/>
                    <a:moveTo>
                      <a:pt x="6855" y="27562"/>
                    </a:moveTo>
                    <a:cubicBezTo>
                      <a:pt x="6855" y="27633"/>
                      <a:pt x="6855" y="27633"/>
                      <a:pt x="6855" y="27633"/>
                    </a:cubicBezTo>
                    <a:cubicBezTo>
                      <a:pt x="6927" y="27705"/>
                      <a:pt x="6927" y="27705"/>
                      <a:pt x="6927" y="27705"/>
                    </a:cubicBezTo>
                    <a:cubicBezTo>
                      <a:pt x="6927" y="27705"/>
                      <a:pt x="6927" y="27705"/>
                      <a:pt x="6927" y="27705"/>
                    </a:cubicBezTo>
                    <a:cubicBezTo>
                      <a:pt x="6998" y="27705"/>
                      <a:pt x="6998" y="27705"/>
                      <a:pt x="6998" y="27705"/>
                    </a:cubicBezTo>
                    <a:cubicBezTo>
                      <a:pt x="7069" y="27633"/>
                      <a:pt x="7069" y="27633"/>
                      <a:pt x="7069" y="27633"/>
                    </a:cubicBezTo>
                    <a:cubicBezTo>
                      <a:pt x="7069" y="27562"/>
                      <a:pt x="7069" y="27562"/>
                      <a:pt x="7069" y="27562"/>
                    </a:cubicBezTo>
                    <a:cubicBezTo>
                      <a:pt x="6998" y="27490"/>
                      <a:pt x="6998" y="27490"/>
                      <a:pt x="6998" y="27490"/>
                    </a:cubicBezTo>
                    <a:cubicBezTo>
                      <a:pt x="6927" y="27419"/>
                      <a:pt x="6927" y="27419"/>
                      <a:pt x="6927" y="27419"/>
                    </a:cubicBezTo>
                    <a:cubicBezTo>
                      <a:pt x="6784" y="27276"/>
                      <a:pt x="6784" y="27276"/>
                      <a:pt x="6784" y="27276"/>
                    </a:cubicBezTo>
                    <a:cubicBezTo>
                      <a:pt x="6641" y="27205"/>
                      <a:pt x="6641" y="27205"/>
                      <a:pt x="6641" y="27205"/>
                    </a:cubicBezTo>
                    <a:cubicBezTo>
                      <a:pt x="6641" y="27205"/>
                      <a:pt x="6641" y="27205"/>
                      <a:pt x="6641" y="27205"/>
                    </a:cubicBezTo>
                    <a:cubicBezTo>
                      <a:pt x="6570" y="27205"/>
                      <a:pt x="6570" y="27205"/>
                      <a:pt x="6570" y="27205"/>
                    </a:cubicBezTo>
                    <a:cubicBezTo>
                      <a:pt x="6570" y="27205"/>
                      <a:pt x="6570" y="27205"/>
                      <a:pt x="6570" y="27205"/>
                    </a:cubicBezTo>
                    <a:cubicBezTo>
                      <a:pt x="6570" y="27205"/>
                      <a:pt x="6570" y="27205"/>
                      <a:pt x="6570" y="27205"/>
                    </a:cubicBezTo>
                    <a:cubicBezTo>
                      <a:pt x="6570" y="27276"/>
                      <a:pt x="6570" y="27276"/>
                      <a:pt x="6570" y="27276"/>
                    </a:cubicBezTo>
                    <a:cubicBezTo>
                      <a:pt x="6712" y="27490"/>
                      <a:pt x="6712" y="27490"/>
                      <a:pt x="6712" y="27490"/>
                    </a:cubicBezTo>
                    <a:cubicBezTo>
                      <a:pt x="6784" y="27490"/>
                      <a:pt x="6784" y="27490"/>
                      <a:pt x="6784" y="27490"/>
                    </a:cubicBezTo>
                    <a:cubicBezTo>
                      <a:pt x="6855" y="27490"/>
                      <a:pt x="6855" y="27490"/>
                      <a:pt x="6855" y="27490"/>
                    </a:cubicBezTo>
                    <a:close/>
                    <a:moveTo>
                      <a:pt x="6570" y="27633"/>
                    </a:moveTo>
                    <a:cubicBezTo>
                      <a:pt x="6641" y="27776"/>
                      <a:pt x="6641" y="27776"/>
                      <a:pt x="6641" y="27776"/>
                    </a:cubicBezTo>
                    <a:cubicBezTo>
                      <a:pt x="6641" y="27776"/>
                      <a:pt x="6641" y="27776"/>
                      <a:pt x="6641" y="27776"/>
                    </a:cubicBezTo>
                    <a:cubicBezTo>
                      <a:pt x="6784" y="27776"/>
                      <a:pt x="6784" y="27776"/>
                      <a:pt x="6784" y="27776"/>
                    </a:cubicBezTo>
                    <a:cubicBezTo>
                      <a:pt x="6784" y="27776"/>
                      <a:pt x="6784" y="27776"/>
                      <a:pt x="6784" y="27776"/>
                    </a:cubicBezTo>
                    <a:cubicBezTo>
                      <a:pt x="6784" y="27705"/>
                      <a:pt x="6784" y="27705"/>
                      <a:pt x="6784" y="27705"/>
                    </a:cubicBezTo>
                    <a:cubicBezTo>
                      <a:pt x="6712" y="27633"/>
                      <a:pt x="6712" y="27633"/>
                      <a:pt x="6712" y="27633"/>
                    </a:cubicBezTo>
                    <a:cubicBezTo>
                      <a:pt x="6570" y="27562"/>
                      <a:pt x="6570" y="27562"/>
                      <a:pt x="6570" y="27562"/>
                    </a:cubicBezTo>
                    <a:cubicBezTo>
                      <a:pt x="6427" y="27490"/>
                      <a:pt x="6427" y="27490"/>
                      <a:pt x="6427" y="27490"/>
                    </a:cubicBezTo>
                    <a:cubicBezTo>
                      <a:pt x="6427" y="27562"/>
                      <a:pt x="6427" y="27562"/>
                      <a:pt x="6427" y="27562"/>
                    </a:cubicBezTo>
                    <a:cubicBezTo>
                      <a:pt x="6427" y="27633"/>
                      <a:pt x="6427" y="27633"/>
                      <a:pt x="6427" y="27633"/>
                    </a:cubicBezTo>
                    <a:cubicBezTo>
                      <a:pt x="6498" y="27633"/>
                      <a:pt x="6498" y="27633"/>
                      <a:pt x="6498" y="27633"/>
                    </a:cubicBezTo>
                    <a:cubicBezTo>
                      <a:pt x="6498" y="27633"/>
                      <a:pt x="6498" y="27633"/>
                      <a:pt x="6498" y="27633"/>
                    </a:cubicBezTo>
                    <a:close/>
                    <a:moveTo>
                      <a:pt x="6213" y="26277"/>
                    </a:moveTo>
                    <a:cubicBezTo>
                      <a:pt x="6213" y="26277"/>
                      <a:pt x="6213" y="26277"/>
                      <a:pt x="6213" y="26277"/>
                    </a:cubicBezTo>
                    <a:cubicBezTo>
                      <a:pt x="6213" y="26277"/>
                      <a:pt x="6213" y="26277"/>
                      <a:pt x="6213" y="26277"/>
                    </a:cubicBezTo>
                    <a:cubicBezTo>
                      <a:pt x="6213" y="26348"/>
                      <a:pt x="6213" y="26348"/>
                      <a:pt x="6213" y="26348"/>
                    </a:cubicBezTo>
                    <a:cubicBezTo>
                      <a:pt x="6213" y="26419"/>
                      <a:pt x="6213" y="26419"/>
                      <a:pt x="6213" y="26419"/>
                    </a:cubicBezTo>
                    <a:cubicBezTo>
                      <a:pt x="6284" y="26562"/>
                      <a:pt x="6284" y="26562"/>
                      <a:pt x="6284" y="26562"/>
                    </a:cubicBezTo>
                    <a:cubicBezTo>
                      <a:pt x="6284" y="26562"/>
                      <a:pt x="6284" y="26562"/>
                      <a:pt x="6284" y="26562"/>
                    </a:cubicBezTo>
                    <a:cubicBezTo>
                      <a:pt x="6284" y="26491"/>
                      <a:pt x="6284" y="26491"/>
                      <a:pt x="6284" y="26491"/>
                    </a:cubicBezTo>
                    <a:cubicBezTo>
                      <a:pt x="6284" y="26419"/>
                      <a:pt x="6284" y="26419"/>
                      <a:pt x="6284" y="26419"/>
                    </a:cubicBezTo>
                    <a:cubicBezTo>
                      <a:pt x="6284" y="26348"/>
                      <a:pt x="6284" y="26348"/>
                      <a:pt x="6284" y="26348"/>
                    </a:cubicBezTo>
                    <a:cubicBezTo>
                      <a:pt x="6213" y="26348"/>
                      <a:pt x="6213" y="26348"/>
                      <a:pt x="6213" y="26348"/>
                    </a:cubicBezTo>
                    <a:cubicBezTo>
                      <a:pt x="6213" y="26348"/>
                      <a:pt x="6213" y="26348"/>
                      <a:pt x="6213" y="26348"/>
                    </a:cubicBezTo>
                    <a:cubicBezTo>
                      <a:pt x="6213" y="26277"/>
                      <a:pt x="6213" y="26277"/>
                      <a:pt x="6213" y="26277"/>
                    </a:cubicBezTo>
                    <a:cubicBezTo>
                      <a:pt x="6213" y="26277"/>
                      <a:pt x="6213" y="26277"/>
                      <a:pt x="6213" y="26277"/>
                    </a:cubicBezTo>
                    <a:close/>
                    <a:moveTo>
                      <a:pt x="2928" y="23278"/>
                    </a:moveTo>
                    <a:cubicBezTo>
                      <a:pt x="3000" y="23278"/>
                      <a:pt x="3000" y="23278"/>
                      <a:pt x="3000" y="23278"/>
                    </a:cubicBezTo>
                    <a:cubicBezTo>
                      <a:pt x="3000" y="23206"/>
                      <a:pt x="3000" y="23206"/>
                      <a:pt x="3000" y="23206"/>
                    </a:cubicBezTo>
                    <a:cubicBezTo>
                      <a:pt x="3000" y="23278"/>
                      <a:pt x="3000" y="23278"/>
                      <a:pt x="3000" y="23278"/>
                    </a:cubicBezTo>
                    <a:cubicBezTo>
                      <a:pt x="3071" y="23349"/>
                      <a:pt x="3071" y="23349"/>
                      <a:pt x="3071" y="23349"/>
                    </a:cubicBezTo>
                    <a:cubicBezTo>
                      <a:pt x="3071" y="23421"/>
                      <a:pt x="3071" y="23421"/>
                      <a:pt x="3071" y="23421"/>
                    </a:cubicBezTo>
                    <a:cubicBezTo>
                      <a:pt x="3071" y="23492"/>
                      <a:pt x="3071" y="23492"/>
                      <a:pt x="3071" y="23492"/>
                    </a:cubicBezTo>
                    <a:cubicBezTo>
                      <a:pt x="3142" y="23492"/>
                      <a:pt x="3142" y="23492"/>
                      <a:pt x="3142" y="23492"/>
                    </a:cubicBezTo>
                    <a:cubicBezTo>
                      <a:pt x="3214" y="23563"/>
                      <a:pt x="3214" y="23563"/>
                      <a:pt x="3214" y="23563"/>
                    </a:cubicBezTo>
                    <a:cubicBezTo>
                      <a:pt x="3214" y="23563"/>
                      <a:pt x="3214" y="23563"/>
                      <a:pt x="3214" y="23563"/>
                    </a:cubicBezTo>
                    <a:cubicBezTo>
                      <a:pt x="3214" y="23492"/>
                      <a:pt x="3214" y="23492"/>
                      <a:pt x="3214" y="23492"/>
                    </a:cubicBezTo>
                    <a:cubicBezTo>
                      <a:pt x="3214" y="23492"/>
                      <a:pt x="3214" y="23492"/>
                      <a:pt x="3214" y="23492"/>
                    </a:cubicBezTo>
                    <a:cubicBezTo>
                      <a:pt x="3214" y="23421"/>
                      <a:pt x="3214" y="23421"/>
                      <a:pt x="3214" y="23421"/>
                    </a:cubicBezTo>
                    <a:cubicBezTo>
                      <a:pt x="3142" y="23206"/>
                      <a:pt x="3142" y="23206"/>
                      <a:pt x="3142" y="23206"/>
                    </a:cubicBezTo>
                    <a:cubicBezTo>
                      <a:pt x="3214" y="23206"/>
                      <a:pt x="3214" y="23206"/>
                      <a:pt x="3214" y="23206"/>
                    </a:cubicBezTo>
                    <a:cubicBezTo>
                      <a:pt x="3214" y="23135"/>
                      <a:pt x="3214" y="23135"/>
                      <a:pt x="3214" y="23135"/>
                    </a:cubicBezTo>
                    <a:cubicBezTo>
                      <a:pt x="3142" y="23064"/>
                      <a:pt x="3142" y="23064"/>
                      <a:pt x="3142" y="23064"/>
                    </a:cubicBezTo>
                    <a:cubicBezTo>
                      <a:pt x="3142" y="22992"/>
                      <a:pt x="3142" y="22992"/>
                      <a:pt x="3142" y="22992"/>
                    </a:cubicBezTo>
                    <a:cubicBezTo>
                      <a:pt x="3142" y="23064"/>
                      <a:pt x="3142" y="23064"/>
                      <a:pt x="3142" y="23064"/>
                    </a:cubicBezTo>
                    <a:cubicBezTo>
                      <a:pt x="3071" y="22992"/>
                      <a:pt x="3071" y="22992"/>
                      <a:pt x="3071" y="22992"/>
                    </a:cubicBezTo>
                    <a:cubicBezTo>
                      <a:pt x="3000" y="22992"/>
                      <a:pt x="3000" y="22992"/>
                      <a:pt x="3000" y="22992"/>
                    </a:cubicBezTo>
                    <a:cubicBezTo>
                      <a:pt x="3000" y="23064"/>
                      <a:pt x="3000" y="23064"/>
                      <a:pt x="3000" y="23064"/>
                    </a:cubicBezTo>
                    <a:cubicBezTo>
                      <a:pt x="2928" y="23135"/>
                      <a:pt x="2928" y="23135"/>
                      <a:pt x="2928" y="23135"/>
                    </a:cubicBezTo>
                    <a:cubicBezTo>
                      <a:pt x="2928" y="23206"/>
                      <a:pt x="2928" y="23206"/>
                      <a:pt x="2928" y="23206"/>
                    </a:cubicBezTo>
                    <a:cubicBezTo>
                      <a:pt x="2928" y="23278"/>
                      <a:pt x="2928" y="23278"/>
                      <a:pt x="2928" y="23278"/>
                    </a:cubicBezTo>
                    <a:close/>
                    <a:moveTo>
                      <a:pt x="25920" y="23492"/>
                    </a:moveTo>
                    <a:cubicBezTo>
                      <a:pt x="25920" y="23492"/>
                      <a:pt x="25920" y="23492"/>
                      <a:pt x="25920" y="23492"/>
                    </a:cubicBezTo>
                    <a:cubicBezTo>
                      <a:pt x="25920" y="23492"/>
                      <a:pt x="25920" y="23492"/>
                      <a:pt x="25920" y="23492"/>
                    </a:cubicBezTo>
                    <a:cubicBezTo>
                      <a:pt x="25848" y="23492"/>
                      <a:pt x="25848" y="23492"/>
                      <a:pt x="25848" y="23492"/>
                    </a:cubicBezTo>
                    <a:cubicBezTo>
                      <a:pt x="25848" y="23492"/>
                      <a:pt x="25848" y="23492"/>
                      <a:pt x="25848" y="23492"/>
                    </a:cubicBezTo>
                    <a:cubicBezTo>
                      <a:pt x="25777" y="23492"/>
                      <a:pt x="25777" y="23492"/>
                      <a:pt x="25777" y="23492"/>
                    </a:cubicBezTo>
                    <a:cubicBezTo>
                      <a:pt x="25777" y="23492"/>
                      <a:pt x="25777" y="23492"/>
                      <a:pt x="25777" y="23492"/>
                    </a:cubicBezTo>
                    <a:cubicBezTo>
                      <a:pt x="25705" y="23492"/>
                      <a:pt x="25705" y="23492"/>
                      <a:pt x="25705" y="23492"/>
                    </a:cubicBezTo>
                    <a:cubicBezTo>
                      <a:pt x="25705" y="23492"/>
                      <a:pt x="25705" y="23492"/>
                      <a:pt x="25705" y="23492"/>
                    </a:cubicBezTo>
                    <a:cubicBezTo>
                      <a:pt x="25705" y="23563"/>
                      <a:pt x="25705" y="23563"/>
                      <a:pt x="25705" y="23563"/>
                    </a:cubicBezTo>
                    <a:cubicBezTo>
                      <a:pt x="25705" y="23635"/>
                      <a:pt x="25705" y="23635"/>
                      <a:pt x="25705" y="23635"/>
                    </a:cubicBezTo>
                    <a:cubicBezTo>
                      <a:pt x="25777" y="23635"/>
                      <a:pt x="25777" y="23635"/>
                      <a:pt x="25777" y="23635"/>
                    </a:cubicBezTo>
                    <a:cubicBezTo>
                      <a:pt x="25777" y="23706"/>
                      <a:pt x="25777" y="23706"/>
                      <a:pt x="25777" y="23706"/>
                    </a:cubicBezTo>
                    <a:cubicBezTo>
                      <a:pt x="25777" y="23706"/>
                      <a:pt x="25777" y="23706"/>
                      <a:pt x="25777" y="23706"/>
                    </a:cubicBezTo>
                    <a:cubicBezTo>
                      <a:pt x="25848" y="23778"/>
                      <a:pt x="25848" y="23778"/>
                      <a:pt x="25848" y="23778"/>
                    </a:cubicBezTo>
                    <a:cubicBezTo>
                      <a:pt x="25848" y="23778"/>
                      <a:pt x="25848" y="23778"/>
                      <a:pt x="25848" y="23778"/>
                    </a:cubicBezTo>
                    <a:cubicBezTo>
                      <a:pt x="25920" y="23778"/>
                      <a:pt x="25920" y="23778"/>
                      <a:pt x="25920" y="23778"/>
                    </a:cubicBezTo>
                    <a:cubicBezTo>
                      <a:pt x="25991" y="23778"/>
                      <a:pt x="25991" y="23778"/>
                      <a:pt x="25991" y="23778"/>
                    </a:cubicBezTo>
                    <a:cubicBezTo>
                      <a:pt x="25920" y="23635"/>
                      <a:pt x="25920" y="23635"/>
                      <a:pt x="25920" y="23635"/>
                    </a:cubicBezTo>
                    <a:cubicBezTo>
                      <a:pt x="25991" y="23635"/>
                      <a:pt x="25991" y="23635"/>
                      <a:pt x="25991" y="23635"/>
                    </a:cubicBezTo>
                    <a:cubicBezTo>
                      <a:pt x="25991" y="23635"/>
                      <a:pt x="25991" y="23635"/>
                      <a:pt x="25991" y="23635"/>
                    </a:cubicBezTo>
                    <a:cubicBezTo>
                      <a:pt x="25991" y="23635"/>
                      <a:pt x="25991" y="23635"/>
                      <a:pt x="25991" y="23635"/>
                    </a:cubicBezTo>
                    <a:cubicBezTo>
                      <a:pt x="25991" y="23492"/>
                      <a:pt x="25991" y="23492"/>
                      <a:pt x="25991" y="23492"/>
                    </a:cubicBezTo>
                    <a:close/>
                    <a:moveTo>
                      <a:pt x="25563" y="22564"/>
                    </a:moveTo>
                    <a:cubicBezTo>
                      <a:pt x="25563" y="22635"/>
                      <a:pt x="25563" y="22635"/>
                      <a:pt x="25563" y="22635"/>
                    </a:cubicBezTo>
                    <a:cubicBezTo>
                      <a:pt x="25491" y="22635"/>
                      <a:pt x="25491" y="22635"/>
                      <a:pt x="25491" y="22635"/>
                    </a:cubicBezTo>
                    <a:cubicBezTo>
                      <a:pt x="25491" y="22778"/>
                      <a:pt x="25491" y="22778"/>
                      <a:pt x="25491" y="22778"/>
                    </a:cubicBezTo>
                    <a:cubicBezTo>
                      <a:pt x="25634" y="22707"/>
                      <a:pt x="25634" y="22707"/>
                      <a:pt x="25634" y="22707"/>
                    </a:cubicBezTo>
                    <a:cubicBezTo>
                      <a:pt x="25563" y="22635"/>
                      <a:pt x="25563" y="22635"/>
                      <a:pt x="25563" y="22635"/>
                    </a:cubicBezTo>
                    <a:close/>
                    <a:moveTo>
                      <a:pt x="24563" y="28633"/>
                    </a:moveTo>
                    <a:cubicBezTo>
                      <a:pt x="24492" y="28633"/>
                      <a:pt x="24492" y="28633"/>
                      <a:pt x="24492" y="28633"/>
                    </a:cubicBezTo>
                    <a:cubicBezTo>
                      <a:pt x="24420" y="28704"/>
                      <a:pt x="24420" y="28704"/>
                      <a:pt x="24420" y="28704"/>
                    </a:cubicBezTo>
                    <a:cubicBezTo>
                      <a:pt x="24349" y="28704"/>
                      <a:pt x="24349" y="28704"/>
                      <a:pt x="24349" y="28704"/>
                    </a:cubicBezTo>
                    <a:cubicBezTo>
                      <a:pt x="24349" y="28704"/>
                      <a:pt x="24349" y="28704"/>
                      <a:pt x="24349" y="28704"/>
                    </a:cubicBezTo>
                    <a:cubicBezTo>
                      <a:pt x="24349" y="28704"/>
                      <a:pt x="24349" y="28704"/>
                      <a:pt x="24349" y="28704"/>
                    </a:cubicBezTo>
                    <a:cubicBezTo>
                      <a:pt x="24349" y="28776"/>
                      <a:pt x="24349" y="28776"/>
                      <a:pt x="24349" y="28776"/>
                    </a:cubicBezTo>
                    <a:cubicBezTo>
                      <a:pt x="24349" y="28776"/>
                      <a:pt x="24349" y="28776"/>
                      <a:pt x="24349" y="28776"/>
                    </a:cubicBezTo>
                    <a:cubicBezTo>
                      <a:pt x="24349" y="28776"/>
                      <a:pt x="24349" y="28776"/>
                      <a:pt x="24349" y="28776"/>
                    </a:cubicBezTo>
                    <a:cubicBezTo>
                      <a:pt x="24349" y="28847"/>
                      <a:pt x="24349" y="28847"/>
                      <a:pt x="24349" y="28847"/>
                    </a:cubicBezTo>
                    <a:cubicBezTo>
                      <a:pt x="24420" y="28918"/>
                      <a:pt x="24420" y="28918"/>
                      <a:pt x="24420" y="28918"/>
                    </a:cubicBezTo>
                    <a:cubicBezTo>
                      <a:pt x="24492" y="28918"/>
                      <a:pt x="24492" y="28918"/>
                      <a:pt x="24492" y="28918"/>
                    </a:cubicBezTo>
                    <a:cubicBezTo>
                      <a:pt x="24492" y="28918"/>
                      <a:pt x="24492" y="28918"/>
                      <a:pt x="24492" y="28918"/>
                    </a:cubicBezTo>
                    <a:cubicBezTo>
                      <a:pt x="24492" y="28847"/>
                      <a:pt x="24492" y="28847"/>
                      <a:pt x="24492" y="28847"/>
                    </a:cubicBezTo>
                    <a:cubicBezTo>
                      <a:pt x="24492" y="28776"/>
                      <a:pt x="24492" y="28776"/>
                      <a:pt x="24492" y="28776"/>
                    </a:cubicBezTo>
                    <a:cubicBezTo>
                      <a:pt x="24492" y="28776"/>
                      <a:pt x="24492" y="28776"/>
                      <a:pt x="24492" y="28776"/>
                    </a:cubicBezTo>
                    <a:cubicBezTo>
                      <a:pt x="24492" y="28776"/>
                      <a:pt x="24492" y="28776"/>
                      <a:pt x="24492" y="28776"/>
                    </a:cubicBezTo>
                    <a:cubicBezTo>
                      <a:pt x="24492" y="28776"/>
                      <a:pt x="24492" y="28776"/>
                      <a:pt x="24492" y="28776"/>
                    </a:cubicBezTo>
                    <a:cubicBezTo>
                      <a:pt x="24563" y="28704"/>
                      <a:pt x="24563" y="28704"/>
                      <a:pt x="24563" y="28704"/>
                    </a:cubicBezTo>
                    <a:cubicBezTo>
                      <a:pt x="24563" y="28633"/>
                      <a:pt x="24563" y="28633"/>
                      <a:pt x="24563" y="28633"/>
                    </a:cubicBezTo>
                    <a:cubicBezTo>
                      <a:pt x="24563" y="28633"/>
                      <a:pt x="24563" y="28633"/>
                      <a:pt x="24563" y="28633"/>
                    </a:cubicBezTo>
                    <a:close/>
                    <a:moveTo>
                      <a:pt x="19422" y="9997"/>
                    </a:moveTo>
                    <a:cubicBezTo>
                      <a:pt x="19422" y="9997"/>
                      <a:pt x="19422" y="9997"/>
                      <a:pt x="19422" y="9997"/>
                    </a:cubicBezTo>
                    <a:cubicBezTo>
                      <a:pt x="19351" y="10069"/>
                      <a:pt x="19351" y="10069"/>
                      <a:pt x="19351" y="10069"/>
                    </a:cubicBezTo>
                    <a:cubicBezTo>
                      <a:pt x="19351" y="10069"/>
                      <a:pt x="19351" y="10069"/>
                      <a:pt x="19351" y="10069"/>
                    </a:cubicBezTo>
                    <a:cubicBezTo>
                      <a:pt x="19351" y="10140"/>
                      <a:pt x="19351" y="10140"/>
                      <a:pt x="19351" y="10140"/>
                    </a:cubicBezTo>
                    <a:cubicBezTo>
                      <a:pt x="19422" y="10140"/>
                      <a:pt x="19422" y="10140"/>
                      <a:pt x="19422" y="10140"/>
                    </a:cubicBezTo>
                    <a:cubicBezTo>
                      <a:pt x="19422" y="10069"/>
                      <a:pt x="19422" y="10069"/>
                      <a:pt x="19422" y="10069"/>
                    </a:cubicBezTo>
                    <a:cubicBezTo>
                      <a:pt x="19493" y="10140"/>
                      <a:pt x="19493" y="10140"/>
                      <a:pt x="19493" y="10140"/>
                    </a:cubicBezTo>
                    <a:cubicBezTo>
                      <a:pt x="19493" y="10140"/>
                      <a:pt x="19493" y="10140"/>
                      <a:pt x="19493" y="10140"/>
                    </a:cubicBezTo>
                    <a:cubicBezTo>
                      <a:pt x="19565" y="10069"/>
                      <a:pt x="19565" y="10069"/>
                      <a:pt x="19565" y="10069"/>
                    </a:cubicBezTo>
                    <a:cubicBezTo>
                      <a:pt x="19493" y="9997"/>
                      <a:pt x="19493" y="9997"/>
                      <a:pt x="19493" y="9997"/>
                    </a:cubicBezTo>
                    <a:close/>
                    <a:moveTo>
                      <a:pt x="15923" y="11068"/>
                    </a:moveTo>
                    <a:cubicBezTo>
                      <a:pt x="15852" y="11068"/>
                      <a:pt x="15709" y="10925"/>
                      <a:pt x="15638" y="10997"/>
                    </a:cubicBezTo>
                    <a:cubicBezTo>
                      <a:pt x="15566" y="11068"/>
                      <a:pt x="15495" y="11140"/>
                      <a:pt x="15423" y="11068"/>
                    </a:cubicBezTo>
                    <a:cubicBezTo>
                      <a:pt x="15423" y="11068"/>
                      <a:pt x="15352" y="11068"/>
                      <a:pt x="15281" y="11068"/>
                    </a:cubicBezTo>
                    <a:cubicBezTo>
                      <a:pt x="15209" y="10997"/>
                      <a:pt x="15209" y="10925"/>
                      <a:pt x="15209" y="10854"/>
                    </a:cubicBezTo>
                    <a:cubicBezTo>
                      <a:pt x="15209" y="10711"/>
                      <a:pt x="15066" y="10711"/>
                      <a:pt x="14995" y="10640"/>
                    </a:cubicBezTo>
                    <a:cubicBezTo>
                      <a:pt x="14995" y="10568"/>
                      <a:pt x="14995" y="10568"/>
                      <a:pt x="14924" y="10568"/>
                    </a:cubicBezTo>
                    <a:cubicBezTo>
                      <a:pt x="14924" y="10640"/>
                      <a:pt x="14924" y="10711"/>
                      <a:pt x="14924" y="10854"/>
                    </a:cubicBezTo>
                    <a:cubicBezTo>
                      <a:pt x="14852" y="10925"/>
                      <a:pt x="14924" y="10997"/>
                      <a:pt x="14995" y="10997"/>
                    </a:cubicBezTo>
                    <a:cubicBezTo>
                      <a:pt x="15066" y="11068"/>
                      <a:pt x="15138" y="11140"/>
                      <a:pt x="15066" y="11282"/>
                    </a:cubicBezTo>
                    <a:cubicBezTo>
                      <a:pt x="14924" y="11568"/>
                      <a:pt x="14781" y="12068"/>
                      <a:pt x="15352" y="11925"/>
                    </a:cubicBezTo>
                    <a:cubicBezTo>
                      <a:pt x="15495" y="11854"/>
                      <a:pt x="15138" y="11782"/>
                      <a:pt x="15209" y="11711"/>
                    </a:cubicBezTo>
                    <a:cubicBezTo>
                      <a:pt x="15209" y="11711"/>
                      <a:pt x="15423" y="11639"/>
                      <a:pt x="15495" y="11568"/>
                    </a:cubicBezTo>
                    <a:cubicBezTo>
                      <a:pt x="15638" y="11568"/>
                      <a:pt x="15638" y="11639"/>
                      <a:pt x="15709" y="11568"/>
                    </a:cubicBezTo>
                    <a:cubicBezTo>
                      <a:pt x="15709" y="11497"/>
                      <a:pt x="15780" y="11140"/>
                      <a:pt x="15852" y="11140"/>
                    </a:cubicBezTo>
                    <a:cubicBezTo>
                      <a:pt x="15852" y="11140"/>
                      <a:pt x="15923" y="11140"/>
                      <a:pt x="15923" y="11140"/>
                    </a:cubicBezTo>
                    <a:cubicBezTo>
                      <a:pt x="15923" y="11140"/>
                      <a:pt x="15995" y="11068"/>
                      <a:pt x="15995" y="11068"/>
                    </a:cubicBezTo>
                    <a:close/>
                    <a:moveTo>
                      <a:pt x="28062" y="10854"/>
                    </a:moveTo>
                    <a:cubicBezTo>
                      <a:pt x="27990" y="10783"/>
                      <a:pt x="27990" y="10783"/>
                      <a:pt x="27990" y="10783"/>
                    </a:cubicBezTo>
                    <a:cubicBezTo>
                      <a:pt x="27847" y="10783"/>
                      <a:pt x="27847" y="10783"/>
                      <a:pt x="27847" y="10783"/>
                    </a:cubicBezTo>
                    <a:cubicBezTo>
                      <a:pt x="27705" y="10925"/>
                      <a:pt x="27705" y="10925"/>
                      <a:pt x="27705" y="10925"/>
                    </a:cubicBezTo>
                    <a:cubicBezTo>
                      <a:pt x="27705" y="11068"/>
                      <a:pt x="27705" y="11068"/>
                      <a:pt x="27705" y="11068"/>
                    </a:cubicBezTo>
                    <a:cubicBezTo>
                      <a:pt x="27776" y="11068"/>
                      <a:pt x="27776" y="11068"/>
                      <a:pt x="27776" y="11068"/>
                    </a:cubicBezTo>
                    <a:cubicBezTo>
                      <a:pt x="27776" y="11140"/>
                      <a:pt x="27776" y="11140"/>
                      <a:pt x="27776" y="11140"/>
                    </a:cubicBezTo>
                    <a:cubicBezTo>
                      <a:pt x="27847" y="11140"/>
                      <a:pt x="27847" y="11140"/>
                      <a:pt x="27847" y="11140"/>
                    </a:cubicBezTo>
                    <a:cubicBezTo>
                      <a:pt x="28133" y="11068"/>
                      <a:pt x="28133" y="11068"/>
                      <a:pt x="28133" y="11068"/>
                    </a:cubicBezTo>
                    <a:cubicBezTo>
                      <a:pt x="28133" y="11068"/>
                      <a:pt x="28133" y="11068"/>
                      <a:pt x="28133" y="11068"/>
                    </a:cubicBezTo>
                    <a:cubicBezTo>
                      <a:pt x="28133" y="11068"/>
                      <a:pt x="28133" y="11068"/>
                      <a:pt x="28133" y="11068"/>
                    </a:cubicBezTo>
                    <a:cubicBezTo>
                      <a:pt x="28133" y="10997"/>
                      <a:pt x="28133" y="10997"/>
                      <a:pt x="28133" y="10997"/>
                    </a:cubicBezTo>
                    <a:cubicBezTo>
                      <a:pt x="28062" y="10854"/>
                      <a:pt x="28062" y="10854"/>
                      <a:pt x="28062" y="10854"/>
                    </a:cubicBezTo>
                    <a:close/>
                    <a:moveTo>
                      <a:pt x="18422" y="9640"/>
                    </a:moveTo>
                    <a:cubicBezTo>
                      <a:pt x="18422" y="9640"/>
                      <a:pt x="18351" y="9569"/>
                      <a:pt x="18351" y="9569"/>
                    </a:cubicBezTo>
                    <a:cubicBezTo>
                      <a:pt x="18280" y="9569"/>
                      <a:pt x="18208" y="9569"/>
                      <a:pt x="18137" y="9569"/>
                    </a:cubicBezTo>
                    <a:cubicBezTo>
                      <a:pt x="18137" y="9569"/>
                      <a:pt x="18137" y="9569"/>
                      <a:pt x="18137" y="9640"/>
                    </a:cubicBezTo>
                    <a:cubicBezTo>
                      <a:pt x="18137" y="9712"/>
                      <a:pt x="18137" y="9854"/>
                      <a:pt x="18208" y="9997"/>
                    </a:cubicBezTo>
                    <a:cubicBezTo>
                      <a:pt x="18208" y="10069"/>
                      <a:pt x="18137" y="10211"/>
                      <a:pt x="18208" y="10211"/>
                    </a:cubicBezTo>
                    <a:cubicBezTo>
                      <a:pt x="18208" y="10211"/>
                      <a:pt x="18280" y="10211"/>
                      <a:pt x="18351" y="10283"/>
                    </a:cubicBezTo>
                    <a:cubicBezTo>
                      <a:pt x="18351" y="10354"/>
                      <a:pt x="18422" y="10283"/>
                      <a:pt x="18422" y="10283"/>
                    </a:cubicBezTo>
                    <a:cubicBezTo>
                      <a:pt x="18494" y="10283"/>
                      <a:pt x="18565" y="10426"/>
                      <a:pt x="18565" y="10426"/>
                    </a:cubicBezTo>
                    <a:cubicBezTo>
                      <a:pt x="18565" y="10426"/>
                      <a:pt x="18637" y="10426"/>
                      <a:pt x="18637" y="10426"/>
                    </a:cubicBezTo>
                    <a:cubicBezTo>
                      <a:pt x="18637" y="10354"/>
                      <a:pt x="18637" y="10069"/>
                      <a:pt x="18637" y="9926"/>
                    </a:cubicBezTo>
                    <a:cubicBezTo>
                      <a:pt x="18637" y="9854"/>
                      <a:pt x="18565" y="9712"/>
                      <a:pt x="18494" y="9640"/>
                    </a:cubicBezTo>
                    <a:close/>
                    <a:moveTo>
                      <a:pt x="18065" y="8926"/>
                    </a:moveTo>
                    <a:cubicBezTo>
                      <a:pt x="18137" y="9212"/>
                      <a:pt x="18208" y="9069"/>
                      <a:pt x="18280" y="8855"/>
                    </a:cubicBezTo>
                    <a:cubicBezTo>
                      <a:pt x="18280" y="8855"/>
                      <a:pt x="18280" y="8783"/>
                      <a:pt x="18280" y="8783"/>
                    </a:cubicBezTo>
                    <a:cubicBezTo>
                      <a:pt x="18208" y="8783"/>
                      <a:pt x="18208" y="8641"/>
                      <a:pt x="18208" y="8569"/>
                    </a:cubicBezTo>
                    <a:cubicBezTo>
                      <a:pt x="18208" y="8498"/>
                      <a:pt x="18065" y="8569"/>
                      <a:pt x="18065" y="8641"/>
                    </a:cubicBezTo>
                    <a:cubicBezTo>
                      <a:pt x="18065" y="8641"/>
                      <a:pt x="18137" y="8712"/>
                      <a:pt x="18065" y="8783"/>
                    </a:cubicBezTo>
                    <a:cubicBezTo>
                      <a:pt x="18065" y="8783"/>
                      <a:pt x="17923" y="8855"/>
                      <a:pt x="17923" y="8855"/>
                    </a:cubicBezTo>
                    <a:cubicBezTo>
                      <a:pt x="17851" y="8926"/>
                      <a:pt x="17994" y="9140"/>
                      <a:pt x="18065" y="9140"/>
                    </a:cubicBezTo>
                    <a:cubicBezTo>
                      <a:pt x="18065" y="9140"/>
                      <a:pt x="18065" y="8926"/>
                      <a:pt x="18065" y="8926"/>
                    </a:cubicBezTo>
                    <a:close/>
                    <a:moveTo>
                      <a:pt x="16780" y="10640"/>
                    </a:moveTo>
                    <a:cubicBezTo>
                      <a:pt x="16709" y="10568"/>
                      <a:pt x="16709" y="10568"/>
                      <a:pt x="16709" y="10568"/>
                    </a:cubicBezTo>
                    <a:cubicBezTo>
                      <a:pt x="16780" y="10568"/>
                      <a:pt x="16780" y="10568"/>
                      <a:pt x="16780" y="10568"/>
                    </a:cubicBezTo>
                    <a:cubicBezTo>
                      <a:pt x="16780" y="10497"/>
                      <a:pt x="16780" y="10497"/>
                      <a:pt x="16780" y="10497"/>
                    </a:cubicBezTo>
                    <a:cubicBezTo>
                      <a:pt x="16780" y="10426"/>
                      <a:pt x="16780" y="10426"/>
                      <a:pt x="16780" y="10426"/>
                    </a:cubicBezTo>
                    <a:cubicBezTo>
                      <a:pt x="16637" y="10426"/>
                      <a:pt x="16637" y="10426"/>
                      <a:pt x="16637" y="10426"/>
                    </a:cubicBezTo>
                    <a:cubicBezTo>
                      <a:pt x="16637" y="10497"/>
                      <a:pt x="16637" y="10497"/>
                      <a:pt x="16637" y="10497"/>
                    </a:cubicBezTo>
                    <a:cubicBezTo>
                      <a:pt x="16637" y="10568"/>
                      <a:pt x="16637" y="10568"/>
                      <a:pt x="16637" y="10568"/>
                    </a:cubicBezTo>
                    <a:cubicBezTo>
                      <a:pt x="16637" y="10568"/>
                      <a:pt x="16637" y="10568"/>
                      <a:pt x="16637" y="10568"/>
                    </a:cubicBezTo>
                    <a:cubicBezTo>
                      <a:pt x="16637" y="10640"/>
                      <a:pt x="16637" y="10640"/>
                      <a:pt x="16637" y="10640"/>
                    </a:cubicBezTo>
                    <a:cubicBezTo>
                      <a:pt x="16637" y="10640"/>
                      <a:pt x="16637" y="10640"/>
                      <a:pt x="16637" y="10640"/>
                    </a:cubicBezTo>
                    <a:cubicBezTo>
                      <a:pt x="16637" y="10711"/>
                      <a:pt x="16637" y="10711"/>
                      <a:pt x="16637" y="10711"/>
                    </a:cubicBezTo>
                    <a:cubicBezTo>
                      <a:pt x="16637" y="10783"/>
                      <a:pt x="16637" y="10783"/>
                      <a:pt x="16637" y="10783"/>
                    </a:cubicBezTo>
                    <a:cubicBezTo>
                      <a:pt x="16637" y="10783"/>
                      <a:pt x="16637" y="10783"/>
                      <a:pt x="16637" y="10783"/>
                    </a:cubicBezTo>
                    <a:cubicBezTo>
                      <a:pt x="16709" y="10783"/>
                      <a:pt x="16709" y="10783"/>
                      <a:pt x="16709" y="10783"/>
                    </a:cubicBezTo>
                    <a:cubicBezTo>
                      <a:pt x="16709" y="10783"/>
                      <a:pt x="16709" y="10783"/>
                      <a:pt x="16709" y="10783"/>
                    </a:cubicBezTo>
                    <a:cubicBezTo>
                      <a:pt x="16709" y="10854"/>
                      <a:pt x="16709" y="10854"/>
                      <a:pt x="16709" y="10854"/>
                    </a:cubicBezTo>
                    <a:cubicBezTo>
                      <a:pt x="16780" y="10711"/>
                      <a:pt x="16780" y="10711"/>
                      <a:pt x="16780" y="10711"/>
                    </a:cubicBezTo>
                    <a:cubicBezTo>
                      <a:pt x="16709" y="10711"/>
                      <a:pt x="16709" y="10711"/>
                      <a:pt x="16709" y="10711"/>
                    </a:cubicBezTo>
                    <a:cubicBezTo>
                      <a:pt x="16780" y="10640"/>
                      <a:pt x="16780" y="10640"/>
                      <a:pt x="16780" y="10640"/>
                    </a:cubicBezTo>
                    <a:close/>
                    <a:moveTo>
                      <a:pt x="18708" y="8712"/>
                    </a:moveTo>
                    <a:cubicBezTo>
                      <a:pt x="18565" y="8712"/>
                      <a:pt x="18494" y="8783"/>
                      <a:pt x="18422" y="8855"/>
                    </a:cubicBezTo>
                    <a:cubicBezTo>
                      <a:pt x="18422" y="8998"/>
                      <a:pt x="18280" y="9212"/>
                      <a:pt x="18280" y="9283"/>
                    </a:cubicBezTo>
                    <a:cubicBezTo>
                      <a:pt x="18280" y="9355"/>
                      <a:pt x="18280" y="9355"/>
                      <a:pt x="18280" y="9426"/>
                    </a:cubicBezTo>
                    <a:cubicBezTo>
                      <a:pt x="18351" y="9426"/>
                      <a:pt x="18565" y="9569"/>
                      <a:pt x="18565" y="9569"/>
                    </a:cubicBezTo>
                    <a:cubicBezTo>
                      <a:pt x="18565" y="9569"/>
                      <a:pt x="18637" y="9497"/>
                      <a:pt x="18565" y="9426"/>
                    </a:cubicBezTo>
                    <a:cubicBezTo>
                      <a:pt x="18565" y="9355"/>
                      <a:pt x="18494" y="9283"/>
                      <a:pt x="18494" y="9212"/>
                    </a:cubicBezTo>
                    <a:cubicBezTo>
                      <a:pt x="18494" y="9140"/>
                      <a:pt x="18565" y="9140"/>
                      <a:pt x="18565" y="9212"/>
                    </a:cubicBezTo>
                    <a:cubicBezTo>
                      <a:pt x="18565" y="9212"/>
                      <a:pt x="18565" y="9283"/>
                      <a:pt x="18565" y="9283"/>
                    </a:cubicBezTo>
                    <a:cubicBezTo>
                      <a:pt x="18565" y="9355"/>
                      <a:pt x="18637" y="9355"/>
                      <a:pt x="18708" y="9283"/>
                    </a:cubicBezTo>
                    <a:cubicBezTo>
                      <a:pt x="18708" y="9212"/>
                      <a:pt x="18637" y="8998"/>
                      <a:pt x="18708" y="8926"/>
                    </a:cubicBezTo>
                    <a:cubicBezTo>
                      <a:pt x="18708" y="8855"/>
                      <a:pt x="18708" y="8783"/>
                      <a:pt x="18708" y="8712"/>
                    </a:cubicBezTo>
                    <a:close/>
                    <a:moveTo>
                      <a:pt x="18280" y="12139"/>
                    </a:moveTo>
                    <a:cubicBezTo>
                      <a:pt x="18280" y="12139"/>
                      <a:pt x="18280" y="12139"/>
                      <a:pt x="18280" y="12139"/>
                    </a:cubicBezTo>
                    <a:cubicBezTo>
                      <a:pt x="18280" y="12139"/>
                      <a:pt x="18280" y="12139"/>
                      <a:pt x="18280" y="12139"/>
                    </a:cubicBezTo>
                    <a:cubicBezTo>
                      <a:pt x="18280" y="12139"/>
                      <a:pt x="18280" y="12139"/>
                      <a:pt x="18280" y="12139"/>
                    </a:cubicBezTo>
                    <a:cubicBezTo>
                      <a:pt x="18208" y="12068"/>
                      <a:pt x="18208" y="12068"/>
                      <a:pt x="18208" y="12068"/>
                    </a:cubicBezTo>
                    <a:cubicBezTo>
                      <a:pt x="18137" y="12068"/>
                      <a:pt x="18137" y="12068"/>
                      <a:pt x="18137" y="12068"/>
                    </a:cubicBezTo>
                    <a:cubicBezTo>
                      <a:pt x="18065" y="12139"/>
                      <a:pt x="18065" y="12139"/>
                      <a:pt x="18065" y="12139"/>
                    </a:cubicBezTo>
                    <a:cubicBezTo>
                      <a:pt x="18137" y="12211"/>
                      <a:pt x="18137" y="12211"/>
                      <a:pt x="18137" y="12211"/>
                    </a:cubicBezTo>
                    <a:cubicBezTo>
                      <a:pt x="18137" y="12353"/>
                      <a:pt x="18137" y="12353"/>
                      <a:pt x="18137" y="12353"/>
                    </a:cubicBezTo>
                    <a:cubicBezTo>
                      <a:pt x="18208" y="12425"/>
                      <a:pt x="18208" y="12425"/>
                      <a:pt x="18208" y="12425"/>
                    </a:cubicBezTo>
                    <a:cubicBezTo>
                      <a:pt x="18208" y="12496"/>
                      <a:pt x="18208" y="12496"/>
                      <a:pt x="18208" y="12496"/>
                    </a:cubicBezTo>
                    <a:cubicBezTo>
                      <a:pt x="18280" y="12568"/>
                      <a:pt x="18280" y="12568"/>
                      <a:pt x="18280" y="12568"/>
                    </a:cubicBezTo>
                    <a:cubicBezTo>
                      <a:pt x="18280" y="12568"/>
                      <a:pt x="18280" y="12568"/>
                      <a:pt x="18280" y="12568"/>
                    </a:cubicBezTo>
                    <a:cubicBezTo>
                      <a:pt x="18351" y="12639"/>
                      <a:pt x="18351" y="12639"/>
                      <a:pt x="18351" y="12639"/>
                    </a:cubicBezTo>
                    <a:cubicBezTo>
                      <a:pt x="18351" y="12639"/>
                      <a:pt x="18351" y="12639"/>
                      <a:pt x="18351" y="12639"/>
                    </a:cubicBezTo>
                    <a:cubicBezTo>
                      <a:pt x="18351" y="12639"/>
                      <a:pt x="18351" y="12639"/>
                      <a:pt x="18351" y="12639"/>
                    </a:cubicBezTo>
                    <a:cubicBezTo>
                      <a:pt x="18351" y="12568"/>
                      <a:pt x="18351" y="12568"/>
                      <a:pt x="18351" y="12568"/>
                    </a:cubicBezTo>
                    <a:cubicBezTo>
                      <a:pt x="18351" y="12568"/>
                      <a:pt x="18351" y="12568"/>
                      <a:pt x="18351" y="12568"/>
                    </a:cubicBezTo>
                    <a:cubicBezTo>
                      <a:pt x="18351" y="12425"/>
                      <a:pt x="18351" y="12425"/>
                      <a:pt x="18351" y="12425"/>
                    </a:cubicBezTo>
                    <a:cubicBezTo>
                      <a:pt x="18351" y="12282"/>
                      <a:pt x="18351" y="12282"/>
                      <a:pt x="18351" y="12282"/>
                    </a:cubicBezTo>
                    <a:close/>
                    <a:moveTo>
                      <a:pt x="28419" y="3785"/>
                    </a:moveTo>
                    <a:cubicBezTo>
                      <a:pt x="28347" y="3785"/>
                      <a:pt x="28347" y="3785"/>
                      <a:pt x="28347" y="3785"/>
                    </a:cubicBezTo>
                    <a:cubicBezTo>
                      <a:pt x="28347" y="3857"/>
                      <a:pt x="28347" y="3857"/>
                      <a:pt x="28347" y="3857"/>
                    </a:cubicBezTo>
                    <a:cubicBezTo>
                      <a:pt x="28347" y="3928"/>
                      <a:pt x="28347" y="3928"/>
                      <a:pt x="28347" y="3928"/>
                    </a:cubicBezTo>
                    <a:cubicBezTo>
                      <a:pt x="28276" y="3999"/>
                      <a:pt x="28276" y="3999"/>
                      <a:pt x="28276" y="3999"/>
                    </a:cubicBezTo>
                    <a:cubicBezTo>
                      <a:pt x="28347" y="3999"/>
                      <a:pt x="28347" y="3999"/>
                      <a:pt x="28347" y="3999"/>
                    </a:cubicBezTo>
                    <a:cubicBezTo>
                      <a:pt x="28347" y="3999"/>
                      <a:pt x="28347" y="3999"/>
                      <a:pt x="28347" y="3999"/>
                    </a:cubicBezTo>
                    <a:cubicBezTo>
                      <a:pt x="28276" y="3999"/>
                      <a:pt x="28276" y="3999"/>
                      <a:pt x="28276" y="3999"/>
                    </a:cubicBezTo>
                    <a:cubicBezTo>
                      <a:pt x="28347" y="4071"/>
                      <a:pt x="28347" y="4071"/>
                      <a:pt x="28347" y="4071"/>
                    </a:cubicBezTo>
                    <a:cubicBezTo>
                      <a:pt x="28347" y="3999"/>
                      <a:pt x="28347" y="3999"/>
                      <a:pt x="28347" y="3999"/>
                    </a:cubicBezTo>
                    <a:cubicBezTo>
                      <a:pt x="28347" y="3999"/>
                      <a:pt x="28347" y="3999"/>
                      <a:pt x="28347" y="3999"/>
                    </a:cubicBezTo>
                    <a:cubicBezTo>
                      <a:pt x="28347" y="3999"/>
                      <a:pt x="28347" y="3999"/>
                      <a:pt x="28347" y="3999"/>
                    </a:cubicBezTo>
                    <a:cubicBezTo>
                      <a:pt x="28419" y="3928"/>
                      <a:pt x="28419" y="3928"/>
                      <a:pt x="28419" y="3928"/>
                    </a:cubicBezTo>
                    <a:cubicBezTo>
                      <a:pt x="28419" y="3928"/>
                      <a:pt x="28419" y="3928"/>
                      <a:pt x="28419" y="3928"/>
                    </a:cubicBezTo>
                    <a:cubicBezTo>
                      <a:pt x="28419" y="3857"/>
                      <a:pt x="28419" y="3857"/>
                      <a:pt x="28419" y="3857"/>
                    </a:cubicBezTo>
                    <a:cubicBezTo>
                      <a:pt x="28490" y="3785"/>
                      <a:pt x="28490" y="3785"/>
                      <a:pt x="28490" y="3785"/>
                    </a:cubicBezTo>
                    <a:cubicBezTo>
                      <a:pt x="28419" y="3785"/>
                      <a:pt x="28419" y="3785"/>
                      <a:pt x="28419" y="3785"/>
                    </a:cubicBezTo>
                    <a:close/>
                    <a:moveTo>
                      <a:pt x="26776" y="23206"/>
                    </a:moveTo>
                    <a:cubicBezTo>
                      <a:pt x="26705" y="23135"/>
                      <a:pt x="26562" y="23064"/>
                      <a:pt x="26491" y="23064"/>
                    </a:cubicBezTo>
                    <a:cubicBezTo>
                      <a:pt x="26348" y="23064"/>
                      <a:pt x="26277" y="23206"/>
                      <a:pt x="26348" y="23278"/>
                    </a:cubicBezTo>
                    <a:cubicBezTo>
                      <a:pt x="26419" y="23278"/>
                      <a:pt x="26491" y="23278"/>
                      <a:pt x="26491" y="23278"/>
                    </a:cubicBezTo>
                    <a:cubicBezTo>
                      <a:pt x="26562" y="23349"/>
                      <a:pt x="26491" y="23421"/>
                      <a:pt x="26491" y="23492"/>
                    </a:cubicBezTo>
                    <a:cubicBezTo>
                      <a:pt x="26419" y="23492"/>
                      <a:pt x="26491" y="23492"/>
                      <a:pt x="26491" y="23492"/>
                    </a:cubicBezTo>
                    <a:cubicBezTo>
                      <a:pt x="26634" y="23492"/>
                      <a:pt x="26634" y="23421"/>
                      <a:pt x="26776" y="23349"/>
                    </a:cubicBezTo>
                    <a:cubicBezTo>
                      <a:pt x="26848" y="23278"/>
                      <a:pt x="26776" y="23206"/>
                      <a:pt x="26776" y="23206"/>
                    </a:cubicBezTo>
                    <a:close/>
                    <a:moveTo>
                      <a:pt x="34845" y="11568"/>
                    </a:moveTo>
                    <a:cubicBezTo>
                      <a:pt x="34773" y="11425"/>
                      <a:pt x="34773" y="11282"/>
                      <a:pt x="34845" y="11140"/>
                    </a:cubicBezTo>
                    <a:cubicBezTo>
                      <a:pt x="34845" y="11068"/>
                      <a:pt x="34845" y="11068"/>
                      <a:pt x="34845" y="11068"/>
                    </a:cubicBezTo>
                    <a:cubicBezTo>
                      <a:pt x="34773" y="10997"/>
                      <a:pt x="34702" y="10925"/>
                      <a:pt x="34631" y="10925"/>
                    </a:cubicBezTo>
                    <a:cubicBezTo>
                      <a:pt x="34559" y="10997"/>
                      <a:pt x="34488" y="11140"/>
                      <a:pt x="34488" y="11211"/>
                    </a:cubicBezTo>
                    <a:cubicBezTo>
                      <a:pt x="34488" y="11425"/>
                      <a:pt x="34274" y="11497"/>
                      <a:pt x="34059" y="11639"/>
                    </a:cubicBezTo>
                    <a:cubicBezTo>
                      <a:pt x="34131" y="11639"/>
                      <a:pt x="34131" y="11711"/>
                      <a:pt x="34131" y="11711"/>
                    </a:cubicBezTo>
                    <a:cubicBezTo>
                      <a:pt x="34202" y="11711"/>
                      <a:pt x="34274" y="11782"/>
                      <a:pt x="34345" y="11854"/>
                    </a:cubicBezTo>
                    <a:cubicBezTo>
                      <a:pt x="34416" y="11925"/>
                      <a:pt x="34416" y="11925"/>
                      <a:pt x="34488" y="11925"/>
                    </a:cubicBezTo>
                    <a:cubicBezTo>
                      <a:pt x="34559" y="11854"/>
                      <a:pt x="34559" y="11782"/>
                      <a:pt x="34559" y="11782"/>
                    </a:cubicBezTo>
                    <a:cubicBezTo>
                      <a:pt x="34631" y="11711"/>
                      <a:pt x="34845" y="11711"/>
                      <a:pt x="34845" y="11568"/>
                    </a:cubicBezTo>
                    <a:close/>
                    <a:moveTo>
                      <a:pt x="35059" y="12353"/>
                    </a:moveTo>
                    <a:cubicBezTo>
                      <a:pt x="34988" y="12353"/>
                      <a:pt x="34988" y="12353"/>
                      <a:pt x="34988" y="12353"/>
                    </a:cubicBezTo>
                    <a:cubicBezTo>
                      <a:pt x="34916" y="12425"/>
                      <a:pt x="34916" y="12425"/>
                      <a:pt x="34916" y="12425"/>
                    </a:cubicBezTo>
                    <a:cubicBezTo>
                      <a:pt x="34916" y="12496"/>
                      <a:pt x="34916" y="12496"/>
                      <a:pt x="34916" y="12496"/>
                    </a:cubicBezTo>
                    <a:cubicBezTo>
                      <a:pt x="34916" y="12496"/>
                      <a:pt x="34916" y="12496"/>
                      <a:pt x="34916" y="12496"/>
                    </a:cubicBezTo>
                    <a:cubicBezTo>
                      <a:pt x="34845" y="12568"/>
                      <a:pt x="34845" y="12568"/>
                      <a:pt x="34845" y="12568"/>
                    </a:cubicBezTo>
                    <a:cubicBezTo>
                      <a:pt x="34773" y="12639"/>
                      <a:pt x="34773" y="12639"/>
                      <a:pt x="34773" y="12639"/>
                    </a:cubicBezTo>
                    <a:cubicBezTo>
                      <a:pt x="34773" y="12639"/>
                      <a:pt x="34773" y="12639"/>
                      <a:pt x="34773" y="12639"/>
                    </a:cubicBezTo>
                    <a:cubicBezTo>
                      <a:pt x="34845" y="12639"/>
                      <a:pt x="34845" y="12639"/>
                      <a:pt x="34845" y="12639"/>
                    </a:cubicBezTo>
                    <a:cubicBezTo>
                      <a:pt x="34916" y="12568"/>
                      <a:pt x="34916" y="12568"/>
                      <a:pt x="34916" y="12568"/>
                    </a:cubicBezTo>
                    <a:cubicBezTo>
                      <a:pt x="34988" y="12568"/>
                      <a:pt x="34988" y="12568"/>
                      <a:pt x="34988" y="12568"/>
                    </a:cubicBezTo>
                    <a:cubicBezTo>
                      <a:pt x="35059" y="12496"/>
                      <a:pt x="35059" y="12496"/>
                      <a:pt x="35059" y="12496"/>
                    </a:cubicBezTo>
                    <a:cubicBezTo>
                      <a:pt x="35059" y="12425"/>
                      <a:pt x="35059" y="12425"/>
                      <a:pt x="35059" y="12425"/>
                    </a:cubicBezTo>
                    <a:cubicBezTo>
                      <a:pt x="35059" y="12425"/>
                      <a:pt x="35059" y="12425"/>
                      <a:pt x="35059" y="12425"/>
                    </a:cubicBezTo>
                    <a:close/>
                    <a:moveTo>
                      <a:pt x="32846" y="12853"/>
                    </a:moveTo>
                    <a:cubicBezTo>
                      <a:pt x="32774" y="12853"/>
                      <a:pt x="32774" y="12853"/>
                      <a:pt x="32774" y="12853"/>
                    </a:cubicBezTo>
                    <a:cubicBezTo>
                      <a:pt x="32774" y="12925"/>
                      <a:pt x="32774" y="12925"/>
                      <a:pt x="32774" y="12925"/>
                    </a:cubicBezTo>
                    <a:cubicBezTo>
                      <a:pt x="32774" y="12996"/>
                      <a:pt x="32774" y="12996"/>
                      <a:pt x="32774" y="12996"/>
                    </a:cubicBezTo>
                    <a:cubicBezTo>
                      <a:pt x="32774" y="13067"/>
                      <a:pt x="32774" y="13067"/>
                      <a:pt x="32774" y="13067"/>
                    </a:cubicBezTo>
                    <a:cubicBezTo>
                      <a:pt x="32774" y="13067"/>
                      <a:pt x="32774" y="13067"/>
                      <a:pt x="32774" y="13067"/>
                    </a:cubicBezTo>
                    <a:cubicBezTo>
                      <a:pt x="32846" y="12996"/>
                      <a:pt x="32846" y="12996"/>
                      <a:pt x="32846" y="12996"/>
                    </a:cubicBezTo>
                    <a:cubicBezTo>
                      <a:pt x="32846" y="12925"/>
                      <a:pt x="32846" y="12925"/>
                      <a:pt x="32846" y="12925"/>
                    </a:cubicBezTo>
                    <a:cubicBezTo>
                      <a:pt x="32917" y="12853"/>
                      <a:pt x="32917" y="12853"/>
                      <a:pt x="32917" y="12853"/>
                    </a:cubicBezTo>
                    <a:cubicBezTo>
                      <a:pt x="32846" y="12853"/>
                      <a:pt x="32846" y="12853"/>
                      <a:pt x="32846" y="12853"/>
                    </a:cubicBezTo>
                    <a:close/>
                    <a:moveTo>
                      <a:pt x="36130" y="13853"/>
                    </a:moveTo>
                    <a:cubicBezTo>
                      <a:pt x="36059" y="13781"/>
                      <a:pt x="35916" y="13853"/>
                      <a:pt x="35844" y="13853"/>
                    </a:cubicBezTo>
                    <a:cubicBezTo>
                      <a:pt x="35702" y="13781"/>
                      <a:pt x="35559" y="13710"/>
                      <a:pt x="35416" y="13710"/>
                    </a:cubicBezTo>
                    <a:cubicBezTo>
                      <a:pt x="35345" y="13639"/>
                      <a:pt x="35202" y="13781"/>
                      <a:pt x="35345" y="13853"/>
                    </a:cubicBezTo>
                    <a:cubicBezTo>
                      <a:pt x="35416" y="13924"/>
                      <a:pt x="35487" y="13853"/>
                      <a:pt x="35487" y="13853"/>
                    </a:cubicBezTo>
                    <a:cubicBezTo>
                      <a:pt x="35559" y="13853"/>
                      <a:pt x="35559" y="13853"/>
                      <a:pt x="35559" y="13853"/>
                    </a:cubicBezTo>
                    <a:cubicBezTo>
                      <a:pt x="35702" y="13924"/>
                      <a:pt x="35487" y="13996"/>
                      <a:pt x="35559" y="14067"/>
                    </a:cubicBezTo>
                    <a:cubicBezTo>
                      <a:pt x="35702" y="14210"/>
                      <a:pt x="35630" y="14138"/>
                      <a:pt x="35844" y="14138"/>
                    </a:cubicBezTo>
                    <a:cubicBezTo>
                      <a:pt x="35916" y="14138"/>
                      <a:pt x="36273" y="13996"/>
                      <a:pt x="36201" y="13853"/>
                    </a:cubicBezTo>
                    <a:close/>
                    <a:moveTo>
                      <a:pt x="31775" y="5499"/>
                    </a:moveTo>
                    <a:cubicBezTo>
                      <a:pt x="31560" y="5427"/>
                      <a:pt x="31703" y="5285"/>
                      <a:pt x="31775" y="5142"/>
                    </a:cubicBezTo>
                    <a:cubicBezTo>
                      <a:pt x="31846" y="4499"/>
                      <a:pt x="30846" y="4285"/>
                      <a:pt x="30846" y="3642"/>
                    </a:cubicBezTo>
                    <a:cubicBezTo>
                      <a:pt x="30846" y="3571"/>
                      <a:pt x="30846" y="3428"/>
                      <a:pt x="30775" y="3357"/>
                    </a:cubicBezTo>
                    <a:cubicBezTo>
                      <a:pt x="30703" y="3214"/>
                      <a:pt x="30632" y="3285"/>
                      <a:pt x="30561" y="3357"/>
                    </a:cubicBezTo>
                    <a:cubicBezTo>
                      <a:pt x="30204" y="3785"/>
                      <a:pt x="29847" y="4142"/>
                      <a:pt x="29418" y="4356"/>
                    </a:cubicBezTo>
                    <a:cubicBezTo>
                      <a:pt x="29061" y="4571"/>
                      <a:pt x="29204" y="4856"/>
                      <a:pt x="29347" y="5142"/>
                    </a:cubicBezTo>
                    <a:cubicBezTo>
                      <a:pt x="29418" y="5285"/>
                      <a:pt x="29490" y="5499"/>
                      <a:pt x="29632" y="5642"/>
                    </a:cubicBezTo>
                    <a:cubicBezTo>
                      <a:pt x="29775" y="5713"/>
                      <a:pt x="29918" y="5784"/>
                      <a:pt x="30132" y="5856"/>
                    </a:cubicBezTo>
                    <a:cubicBezTo>
                      <a:pt x="30418" y="5999"/>
                      <a:pt x="30918" y="5856"/>
                      <a:pt x="30989" y="6284"/>
                    </a:cubicBezTo>
                    <a:cubicBezTo>
                      <a:pt x="30989" y="6498"/>
                      <a:pt x="30632" y="6070"/>
                      <a:pt x="30561" y="6141"/>
                    </a:cubicBezTo>
                    <a:cubicBezTo>
                      <a:pt x="30418" y="6141"/>
                      <a:pt x="30346" y="6213"/>
                      <a:pt x="30204" y="6284"/>
                    </a:cubicBezTo>
                    <a:cubicBezTo>
                      <a:pt x="30061" y="6427"/>
                      <a:pt x="29918" y="6498"/>
                      <a:pt x="29918" y="6641"/>
                    </a:cubicBezTo>
                    <a:cubicBezTo>
                      <a:pt x="29918" y="6784"/>
                      <a:pt x="30061" y="6784"/>
                      <a:pt x="30132" y="6855"/>
                    </a:cubicBezTo>
                    <a:cubicBezTo>
                      <a:pt x="30346" y="6998"/>
                      <a:pt x="30561" y="6927"/>
                      <a:pt x="30775" y="6855"/>
                    </a:cubicBezTo>
                    <a:cubicBezTo>
                      <a:pt x="30918" y="6855"/>
                      <a:pt x="31060" y="6855"/>
                      <a:pt x="31203" y="6784"/>
                    </a:cubicBezTo>
                    <a:cubicBezTo>
                      <a:pt x="31346" y="6713"/>
                      <a:pt x="31346" y="6498"/>
                      <a:pt x="31417" y="6356"/>
                    </a:cubicBezTo>
                    <a:cubicBezTo>
                      <a:pt x="31560" y="6141"/>
                      <a:pt x="31846" y="5784"/>
                      <a:pt x="31775" y="5570"/>
                    </a:cubicBezTo>
                    <a:close/>
                    <a:moveTo>
                      <a:pt x="35059" y="14067"/>
                    </a:moveTo>
                    <a:cubicBezTo>
                      <a:pt x="35130" y="14067"/>
                      <a:pt x="35130" y="14067"/>
                      <a:pt x="35130" y="14067"/>
                    </a:cubicBezTo>
                    <a:cubicBezTo>
                      <a:pt x="35130" y="14138"/>
                      <a:pt x="35130" y="14138"/>
                      <a:pt x="35130" y="14138"/>
                    </a:cubicBezTo>
                    <a:cubicBezTo>
                      <a:pt x="35130" y="14138"/>
                      <a:pt x="35130" y="14138"/>
                      <a:pt x="35130" y="14138"/>
                    </a:cubicBezTo>
                    <a:cubicBezTo>
                      <a:pt x="35202" y="14138"/>
                      <a:pt x="35202" y="14138"/>
                      <a:pt x="35202" y="14138"/>
                    </a:cubicBezTo>
                    <a:cubicBezTo>
                      <a:pt x="35202" y="14138"/>
                      <a:pt x="35202" y="14138"/>
                      <a:pt x="35202" y="14138"/>
                    </a:cubicBezTo>
                    <a:cubicBezTo>
                      <a:pt x="35202" y="14138"/>
                      <a:pt x="35202" y="14138"/>
                      <a:pt x="35202" y="14138"/>
                    </a:cubicBezTo>
                    <a:cubicBezTo>
                      <a:pt x="35202" y="14067"/>
                      <a:pt x="35202" y="14067"/>
                      <a:pt x="35202" y="14067"/>
                    </a:cubicBezTo>
                    <a:cubicBezTo>
                      <a:pt x="35202" y="13996"/>
                      <a:pt x="35202" y="13996"/>
                      <a:pt x="35202" y="13996"/>
                    </a:cubicBezTo>
                    <a:cubicBezTo>
                      <a:pt x="35130" y="14067"/>
                      <a:pt x="35130" y="14067"/>
                      <a:pt x="35130" y="14067"/>
                    </a:cubicBezTo>
                    <a:close/>
                    <a:moveTo>
                      <a:pt x="29275" y="358"/>
                    </a:moveTo>
                    <a:cubicBezTo>
                      <a:pt x="29275" y="358"/>
                      <a:pt x="29275" y="215"/>
                      <a:pt x="29347" y="144"/>
                    </a:cubicBezTo>
                    <a:cubicBezTo>
                      <a:pt x="29347" y="144"/>
                      <a:pt x="29347" y="1"/>
                      <a:pt x="29347" y="72"/>
                    </a:cubicBezTo>
                    <a:cubicBezTo>
                      <a:pt x="29347" y="1"/>
                      <a:pt x="29347" y="1"/>
                      <a:pt x="29275" y="1"/>
                    </a:cubicBezTo>
                    <a:cubicBezTo>
                      <a:pt x="29204" y="72"/>
                      <a:pt x="29204" y="144"/>
                      <a:pt x="29133" y="215"/>
                    </a:cubicBezTo>
                    <a:cubicBezTo>
                      <a:pt x="29061" y="287"/>
                      <a:pt x="28847" y="358"/>
                      <a:pt x="28847" y="501"/>
                    </a:cubicBezTo>
                    <a:cubicBezTo>
                      <a:pt x="28918" y="572"/>
                      <a:pt x="29061" y="572"/>
                      <a:pt x="29133" y="572"/>
                    </a:cubicBezTo>
                    <a:cubicBezTo>
                      <a:pt x="29204" y="572"/>
                      <a:pt x="29275" y="429"/>
                      <a:pt x="29275" y="429"/>
                    </a:cubicBezTo>
                    <a:close/>
                    <a:moveTo>
                      <a:pt x="28704" y="5285"/>
                    </a:moveTo>
                    <a:cubicBezTo>
                      <a:pt x="28704" y="5285"/>
                      <a:pt x="28704" y="5285"/>
                      <a:pt x="28704" y="5285"/>
                    </a:cubicBezTo>
                    <a:cubicBezTo>
                      <a:pt x="28633" y="5356"/>
                      <a:pt x="28633" y="5356"/>
                      <a:pt x="28633" y="5356"/>
                    </a:cubicBezTo>
                    <a:cubicBezTo>
                      <a:pt x="28633" y="5427"/>
                      <a:pt x="28633" y="5427"/>
                      <a:pt x="28633" y="5427"/>
                    </a:cubicBezTo>
                    <a:cubicBezTo>
                      <a:pt x="28704" y="5499"/>
                      <a:pt x="28704" y="5499"/>
                      <a:pt x="28704" y="5499"/>
                    </a:cubicBezTo>
                    <a:cubicBezTo>
                      <a:pt x="28704" y="5499"/>
                      <a:pt x="28704" y="5499"/>
                      <a:pt x="28704" y="5499"/>
                    </a:cubicBezTo>
                    <a:cubicBezTo>
                      <a:pt x="28776" y="5427"/>
                      <a:pt x="28776" y="5427"/>
                      <a:pt x="28776" y="5427"/>
                    </a:cubicBezTo>
                    <a:cubicBezTo>
                      <a:pt x="28776" y="5356"/>
                      <a:pt x="28776" y="5356"/>
                      <a:pt x="28776" y="5356"/>
                    </a:cubicBezTo>
                    <a:cubicBezTo>
                      <a:pt x="28776" y="5356"/>
                      <a:pt x="28776" y="5356"/>
                      <a:pt x="28776" y="5356"/>
                    </a:cubicBezTo>
                    <a:close/>
                    <a:moveTo>
                      <a:pt x="29490" y="6070"/>
                    </a:moveTo>
                    <a:cubicBezTo>
                      <a:pt x="29490" y="6070"/>
                      <a:pt x="29490" y="6070"/>
                      <a:pt x="29490" y="6070"/>
                    </a:cubicBezTo>
                    <a:cubicBezTo>
                      <a:pt x="29490" y="5999"/>
                      <a:pt x="29490" y="5999"/>
                      <a:pt x="29490" y="5999"/>
                    </a:cubicBezTo>
                    <a:cubicBezTo>
                      <a:pt x="29490" y="5999"/>
                      <a:pt x="29490" y="5999"/>
                      <a:pt x="29490" y="5999"/>
                    </a:cubicBezTo>
                    <a:cubicBezTo>
                      <a:pt x="29418" y="5927"/>
                      <a:pt x="29418" y="5927"/>
                      <a:pt x="29418" y="5927"/>
                    </a:cubicBezTo>
                    <a:cubicBezTo>
                      <a:pt x="29347" y="5856"/>
                      <a:pt x="29347" y="5856"/>
                      <a:pt x="29347" y="5856"/>
                    </a:cubicBezTo>
                    <a:cubicBezTo>
                      <a:pt x="29275" y="5856"/>
                      <a:pt x="29275" y="5856"/>
                      <a:pt x="29275" y="5856"/>
                    </a:cubicBezTo>
                    <a:cubicBezTo>
                      <a:pt x="29275" y="5856"/>
                      <a:pt x="29275" y="5856"/>
                      <a:pt x="29275" y="5856"/>
                    </a:cubicBezTo>
                    <a:cubicBezTo>
                      <a:pt x="29204" y="5927"/>
                      <a:pt x="29204" y="5927"/>
                      <a:pt x="29204" y="5927"/>
                    </a:cubicBezTo>
                    <a:cubicBezTo>
                      <a:pt x="29275" y="5927"/>
                      <a:pt x="29275" y="5927"/>
                      <a:pt x="29275" y="5927"/>
                    </a:cubicBezTo>
                    <a:cubicBezTo>
                      <a:pt x="29347" y="5927"/>
                      <a:pt x="29347" y="5927"/>
                      <a:pt x="29347" y="5927"/>
                    </a:cubicBezTo>
                    <a:cubicBezTo>
                      <a:pt x="29347" y="5927"/>
                      <a:pt x="29347" y="5927"/>
                      <a:pt x="29347" y="5927"/>
                    </a:cubicBezTo>
                    <a:cubicBezTo>
                      <a:pt x="29347" y="5999"/>
                      <a:pt x="29347" y="5999"/>
                      <a:pt x="29347" y="5999"/>
                    </a:cubicBezTo>
                    <a:cubicBezTo>
                      <a:pt x="29418" y="6070"/>
                      <a:pt x="29418" y="6070"/>
                      <a:pt x="29418" y="6070"/>
                    </a:cubicBezTo>
                    <a:cubicBezTo>
                      <a:pt x="29347" y="6070"/>
                      <a:pt x="29347" y="6070"/>
                      <a:pt x="29347" y="6070"/>
                    </a:cubicBezTo>
                    <a:cubicBezTo>
                      <a:pt x="29418" y="6141"/>
                      <a:pt x="29418" y="6141"/>
                      <a:pt x="29418" y="6141"/>
                    </a:cubicBezTo>
                    <a:cubicBezTo>
                      <a:pt x="29418" y="6141"/>
                      <a:pt x="29418" y="6141"/>
                      <a:pt x="29418" y="6141"/>
                    </a:cubicBezTo>
                    <a:cubicBezTo>
                      <a:pt x="29490" y="6141"/>
                      <a:pt x="29490" y="6141"/>
                      <a:pt x="29490" y="6141"/>
                    </a:cubicBezTo>
                    <a:cubicBezTo>
                      <a:pt x="29490" y="6141"/>
                      <a:pt x="29490" y="6141"/>
                      <a:pt x="29490" y="6141"/>
                    </a:cubicBezTo>
                    <a:cubicBezTo>
                      <a:pt x="29490" y="6213"/>
                      <a:pt x="29490" y="6213"/>
                      <a:pt x="29490" y="6213"/>
                    </a:cubicBezTo>
                    <a:cubicBezTo>
                      <a:pt x="29490" y="6213"/>
                      <a:pt x="29490" y="6213"/>
                      <a:pt x="29490" y="6213"/>
                    </a:cubicBezTo>
                    <a:cubicBezTo>
                      <a:pt x="29561" y="6141"/>
                      <a:pt x="29561" y="6141"/>
                      <a:pt x="29561" y="6141"/>
                    </a:cubicBezTo>
                    <a:close/>
                    <a:moveTo>
                      <a:pt x="29918" y="6998"/>
                    </a:moveTo>
                    <a:cubicBezTo>
                      <a:pt x="29847" y="6998"/>
                      <a:pt x="29847" y="6998"/>
                      <a:pt x="29847" y="6998"/>
                    </a:cubicBezTo>
                    <a:cubicBezTo>
                      <a:pt x="29847" y="7141"/>
                      <a:pt x="29847" y="7141"/>
                      <a:pt x="29847" y="7141"/>
                    </a:cubicBezTo>
                    <a:cubicBezTo>
                      <a:pt x="29775" y="7141"/>
                      <a:pt x="29775" y="7141"/>
                      <a:pt x="29775" y="7141"/>
                    </a:cubicBezTo>
                    <a:cubicBezTo>
                      <a:pt x="29775" y="7212"/>
                      <a:pt x="29775" y="7212"/>
                      <a:pt x="29775" y="7212"/>
                    </a:cubicBezTo>
                    <a:cubicBezTo>
                      <a:pt x="29704" y="7212"/>
                      <a:pt x="29704" y="7212"/>
                      <a:pt x="29704" y="7212"/>
                    </a:cubicBezTo>
                    <a:cubicBezTo>
                      <a:pt x="29704" y="7284"/>
                      <a:pt x="29704" y="7284"/>
                      <a:pt x="29704" y="7284"/>
                    </a:cubicBezTo>
                    <a:cubicBezTo>
                      <a:pt x="29775" y="7284"/>
                      <a:pt x="29775" y="7284"/>
                      <a:pt x="29775" y="7284"/>
                    </a:cubicBezTo>
                    <a:cubicBezTo>
                      <a:pt x="29847" y="7284"/>
                      <a:pt x="29847" y="7284"/>
                      <a:pt x="29847" y="7284"/>
                    </a:cubicBezTo>
                    <a:cubicBezTo>
                      <a:pt x="29918" y="7284"/>
                      <a:pt x="29918" y="7284"/>
                      <a:pt x="29918" y="7284"/>
                    </a:cubicBezTo>
                    <a:cubicBezTo>
                      <a:pt x="29989" y="7212"/>
                      <a:pt x="29989" y="7212"/>
                      <a:pt x="29989" y="7212"/>
                    </a:cubicBezTo>
                    <a:cubicBezTo>
                      <a:pt x="30061" y="7141"/>
                      <a:pt x="30061" y="7141"/>
                      <a:pt x="30061" y="7141"/>
                    </a:cubicBezTo>
                    <a:cubicBezTo>
                      <a:pt x="29989" y="7070"/>
                      <a:pt x="29989" y="7070"/>
                      <a:pt x="29989" y="7070"/>
                    </a:cubicBezTo>
                    <a:close/>
                    <a:moveTo>
                      <a:pt x="29561" y="7284"/>
                    </a:moveTo>
                    <a:cubicBezTo>
                      <a:pt x="29561" y="7284"/>
                      <a:pt x="29561" y="7284"/>
                      <a:pt x="29561" y="7284"/>
                    </a:cubicBezTo>
                    <a:cubicBezTo>
                      <a:pt x="29561" y="7284"/>
                      <a:pt x="29561" y="7284"/>
                      <a:pt x="29561" y="7284"/>
                    </a:cubicBezTo>
                    <a:cubicBezTo>
                      <a:pt x="29490" y="7355"/>
                      <a:pt x="29490" y="7355"/>
                      <a:pt x="29490" y="7355"/>
                    </a:cubicBezTo>
                    <a:cubicBezTo>
                      <a:pt x="29561" y="7427"/>
                      <a:pt x="29561" y="7427"/>
                      <a:pt x="29561" y="7427"/>
                    </a:cubicBezTo>
                    <a:cubicBezTo>
                      <a:pt x="29561" y="7427"/>
                      <a:pt x="29561" y="7427"/>
                      <a:pt x="29561" y="7427"/>
                    </a:cubicBezTo>
                    <a:cubicBezTo>
                      <a:pt x="29561" y="7355"/>
                      <a:pt x="29561" y="7355"/>
                      <a:pt x="29561" y="7355"/>
                    </a:cubicBezTo>
                    <a:cubicBezTo>
                      <a:pt x="29561" y="7284"/>
                      <a:pt x="29561" y="7284"/>
                      <a:pt x="29561" y="7284"/>
                    </a:cubicBezTo>
                    <a:close/>
                    <a:moveTo>
                      <a:pt x="29775" y="6998"/>
                    </a:moveTo>
                    <a:cubicBezTo>
                      <a:pt x="29775" y="6998"/>
                      <a:pt x="29775" y="6998"/>
                      <a:pt x="29775" y="6998"/>
                    </a:cubicBezTo>
                    <a:cubicBezTo>
                      <a:pt x="29847" y="6927"/>
                      <a:pt x="29847" y="6927"/>
                      <a:pt x="29847" y="6927"/>
                    </a:cubicBezTo>
                    <a:cubicBezTo>
                      <a:pt x="29775" y="6855"/>
                      <a:pt x="29775" y="6855"/>
                      <a:pt x="29775" y="6855"/>
                    </a:cubicBezTo>
                    <a:cubicBezTo>
                      <a:pt x="29704" y="6855"/>
                      <a:pt x="29704" y="6855"/>
                      <a:pt x="29704" y="6855"/>
                    </a:cubicBezTo>
                    <a:cubicBezTo>
                      <a:pt x="29632" y="6784"/>
                      <a:pt x="29632" y="6784"/>
                      <a:pt x="29632" y="6784"/>
                    </a:cubicBezTo>
                    <a:cubicBezTo>
                      <a:pt x="29561" y="6855"/>
                      <a:pt x="29561" y="6855"/>
                      <a:pt x="29561" y="6855"/>
                    </a:cubicBezTo>
                    <a:cubicBezTo>
                      <a:pt x="29632" y="6998"/>
                      <a:pt x="29632" y="6998"/>
                      <a:pt x="29632" y="6998"/>
                    </a:cubicBezTo>
                    <a:cubicBezTo>
                      <a:pt x="29632" y="6998"/>
                      <a:pt x="29632" y="6998"/>
                      <a:pt x="29632" y="6998"/>
                    </a:cubicBezTo>
                    <a:cubicBezTo>
                      <a:pt x="29632" y="6998"/>
                      <a:pt x="29632" y="6998"/>
                      <a:pt x="29632" y="6998"/>
                    </a:cubicBezTo>
                    <a:cubicBezTo>
                      <a:pt x="29704" y="6998"/>
                      <a:pt x="29704" y="6998"/>
                      <a:pt x="29704" y="6998"/>
                    </a:cubicBezTo>
                    <a:close/>
                    <a:moveTo>
                      <a:pt x="5856" y="31560"/>
                    </a:moveTo>
                    <a:cubicBezTo>
                      <a:pt x="5784" y="31560"/>
                      <a:pt x="5784" y="31560"/>
                      <a:pt x="5784" y="31560"/>
                    </a:cubicBezTo>
                    <a:cubicBezTo>
                      <a:pt x="5784" y="31632"/>
                      <a:pt x="5784" y="31632"/>
                      <a:pt x="5784" y="31632"/>
                    </a:cubicBezTo>
                    <a:cubicBezTo>
                      <a:pt x="5856" y="31703"/>
                      <a:pt x="5856" y="31703"/>
                      <a:pt x="5856" y="31703"/>
                    </a:cubicBezTo>
                    <a:cubicBezTo>
                      <a:pt x="5856" y="31703"/>
                      <a:pt x="5856" y="31703"/>
                      <a:pt x="5856" y="31703"/>
                    </a:cubicBezTo>
                    <a:cubicBezTo>
                      <a:pt x="5856" y="31703"/>
                      <a:pt x="5856" y="31703"/>
                      <a:pt x="5856" y="31703"/>
                    </a:cubicBezTo>
                    <a:cubicBezTo>
                      <a:pt x="5927" y="31632"/>
                      <a:pt x="5927" y="31632"/>
                      <a:pt x="5927" y="31632"/>
                    </a:cubicBezTo>
                    <a:cubicBezTo>
                      <a:pt x="5856" y="31560"/>
                      <a:pt x="5856" y="31560"/>
                      <a:pt x="5856" y="31560"/>
                    </a:cubicBezTo>
                    <a:close/>
                    <a:moveTo>
                      <a:pt x="3285" y="24277"/>
                    </a:moveTo>
                    <a:cubicBezTo>
                      <a:pt x="3214" y="24277"/>
                      <a:pt x="3071" y="24135"/>
                      <a:pt x="3071" y="24063"/>
                    </a:cubicBezTo>
                    <a:cubicBezTo>
                      <a:pt x="3000" y="24063"/>
                      <a:pt x="2857" y="23992"/>
                      <a:pt x="2857" y="23992"/>
                    </a:cubicBezTo>
                    <a:cubicBezTo>
                      <a:pt x="2643" y="24063"/>
                      <a:pt x="2714" y="24277"/>
                      <a:pt x="2857" y="24349"/>
                    </a:cubicBezTo>
                    <a:cubicBezTo>
                      <a:pt x="2928" y="24492"/>
                      <a:pt x="3071" y="24634"/>
                      <a:pt x="3214" y="24634"/>
                    </a:cubicBezTo>
                    <a:cubicBezTo>
                      <a:pt x="3571" y="24991"/>
                      <a:pt x="3428" y="24492"/>
                      <a:pt x="3285" y="24277"/>
                    </a:cubicBezTo>
                    <a:close/>
                    <a:moveTo>
                      <a:pt x="3785" y="24206"/>
                    </a:moveTo>
                    <a:cubicBezTo>
                      <a:pt x="3785" y="24206"/>
                      <a:pt x="3571" y="24063"/>
                      <a:pt x="3571" y="24063"/>
                    </a:cubicBezTo>
                    <a:cubicBezTo>
                      <a:pt x="3571" y="24063"/>
                      <a:pt x="3357" y="23992"/>
                      <a:pt x="3285" y="24063"/>
                    </a:cubicBezTo>
                    <a:cubicBezTo>
                      <a:pt x="3285" y="24063"/>
                      <a:pt x="3357" y="24135"/>
                      <a:pt x="3357" y="24206"/>
                    </a:cubicBezTo>
                    <a:cubicBezTo>
                      <a:pt x="3428" y="24206"/>
                      <a:pt x="3499" y="24349"/>
                      <a:pt x="3571" y="24349"/>
                    </a:cubicBezTo>
                    <a:cubicBezTo>
                      <a:pt x="3642" y="24420"/>
                      <a:pt x="3714" y="24420"/>
                      <a:pt x="3785" y="24492"/>
                    </a:cubicBezTo>
                    <a:cubicBezTo>
                      <a:pt x="3785" y="24563"/>
                      <a:pt x="3856" y="24634"/>
                      <a:pt x="3856" y="24706"/>
                    </a:cubicBezTo>
                    <a:cubicBezTo>
                      <a:pt x="3928" y="24777"/>
                      <a:pt x="4071" y="24777"/>
                      <a:pt x="4071" y="24634"/>
                    </a:cubicBezTo>
                    <a:cubicBezTo>
                      <a:pt x="3999" y="24492"/>
                      <a:pt x="3856" y="24349"/>
                      <a:pt x="3785" y="24206"/>
                    </a:cubicBezTo>
                    <a:close/>
                    <a:moveTo>
                      <a:pt x="4927" y="23421"/>
                    </a:moveTo>
                    <a:cubicBezTo>
                      <a:pt x="4999" y="23421"/>
                      <a:pt x="4999" y="23206"/>
                      <a:pt x="5070" y="23135"/>
                    </a:cubicBezTo>
                    <a:cubicBezTo>
                      <a:pt x="5142" y="23064"/>
                      <a:pt x="5070" y="22992"/>
                      <a:pt x="5142" y="22992"/>
                    </a:cubicBezTo>
                    <a:cubicBezTo>
                      <a:pt x="5356" y="22992"/>
                      <a:pt x="5356" y="22707"/>
                      <a:pt x="5356" y="22635"/>
                    </a:cubicBezTo>
                    <a:cubicBezTo>
                      <a:pt x="5427" y="22421"/>
                      <a:pt x="5213" y="22064"/>
                      <a:pt x="4999" y="22207"/>
                    </a:cubicBezTo>
                    <a:cubicBezTo>
                      <a:pt x="4927" y="22207"/>
                      <a:pt x="4999" y="22278"/>
                      <a:pt x="4999" y="22350"/>
                    </a:cubicBezTo>
                    <a:cubicBezTo>
                      <a:pt x="4927" y="22564"/>
                      <a:pt x="4785" y="22278"/>
                      <a:pt x="4713" y="22207"/>
                    </a:cubicBezTo>
                    <a:cubicBezTo>
                      <a:pt x="4499" y="22135"/>
                      <a:pt x="4499" y="22564"/>
                      <a:pt x="4356" y="22492"/>
                    </a:cubicBezTo>
                    <a:cubicBezTo>
                      <a:pt x="3928" y="22421"/>
                      <a:pt x="4142" y="22564"/>
                      <a:pt x="4142" y="22778"/>
                    </a:cubicBezTo>
                    <a:cubicBezTo>
                      <a:pt x="4071" y="22849"/>
                      <a:pt x="3928" y="22778"/>
                      <a:pt x="3856" y="22778"/>
                    </a:cubicBezTo>
                    <a:cubicBezTo>
                      <a:pt x="3714" y="22849"/>
                      <a:pt x="3928" y="22992"/>
                      <a:pt x="3999" y="23135"/>
                    </a:cubicBezTo>
                    <a:cubicBezTo>
                      <a:pt x="4142" y="23278"/>
                      <a:pt x="4213" y="23278"/>
                      <a:pt x="4356" y="23278"/>
                    </a:cubicBezTo>
                    <a:cubicBezTo>
                      <a:pt x="4499" y="23349"/>
                      <a:pt x="4713" y="23492"/>
                      <a:pt x="4856" y="23421"/>
                    </a:cubicBezTo>
                    <a:close/>
                    <a:moveTo>
                      <a:pt x="4142" y="23421"/>
                    </a:moveTo>
                    <a:cubicBezTo>
                      <a:pt x="3999" y="23278"/>
                      <a:pt x="3785" y="23278"/>
                      <a:pt x="3714" y="23135"/>
                    </a:cubicBezTo>
                    <a:cubicBezTo>
                      <a:pt x="3642" y="23135"/>
                      <a:pt x="3642" y="23278"/>
                      <a:pt x="3642" y="23278"/>
                    </a:cubicBezTo>
                    <a:cubicBezTo>
                      <a:pt x="3642" y="23278"/>
                      <a:pt x="3571" y="23206"/>
                      <a:pt x="3499" y="23206"/>
                    </a:cubicBezTo>
                    <a:cubicBezTo>
                      <a:pt x="3357" y="23206"/>
                      <a:pt x="3428" y="23492"/>
                      <a:pt x="3571" y="23563"/>
                    </a:cubicBezTo>
                    <a:cubicBezTo>
                      <a:pt x="3642" y="23563"/>
                      <a:pt x="3785" y="23635"/>
                      <a:pt x="3856" y="23706"/>
                    </a:cubicBezTo>
                    <a:cubicBezTo>
                      <a:pt x="4071" y="23778"/>
                      <a:pt x="4356" y="23706"/>
                      <a:pt x="4142" y="23421"/>
                    </a:cubicBezTo>
                    <a:close/>
                    <a:moveTo>
                      <a:pt x="4927" y="23635"/>
                    </a:moveTo>
                    <a:cubicBezTo>
                      <a:pt x="4856" y="23563"/>
                      <a:pt x="4856" y="23563"/>
                      <a:pt x="4856" y="23563"/>
                    </a:cubicBezTo>
                    <a:cubicBezTo>
                      <a:pt x="4785" y="23492"/>
                      <a:pt x="4785" y="23492"/>
                      <a:pt x="4785" y="23492"/>
                    </a:cubicBezTo>
                    <a:cubicBezTo>
                      <a:pt x="4785" y="23492"/>
                      <a:pt x="4785" y="23492"/>
                      <a:pt x="4785" y="23492"/>
                    </a:cubicBezTo>
                    <a:cubicBezTo>
                      <a:pt x="4785" y="23492"/>
                      <a:pt x="4785" y="23492"/>
                      <a:pt x="4785" y="23492"/>
                    </a:cubicBezTo>
                    <a:cubicBezTo>
                      <a:pt x="4713" y="23563"/>
                      <a:pt x="4713" y="23563"/>
                      <a:pt x="4713" y="23563"/>
                    </a:cubicBezTo>
                    <a:cubicBezTo>
                      <a:pt x="4713" y="23706"/>
                      <a:pt x="4713" y="23706"/>
                      <a:pt x="4713" y="23706"/>
                    </a:cubicBezTo>
                    <a:cubicBezTo>
                      <a:pt x="4713" y="23778"/>
                      <a:pt x="4713" y="23778"/>
                      <a:pt x="4713" y="23778"/>
                    </a:cubicBezTo>
                    <a:cubicBezTo>
                      <a:pt x="4785" y="23778"/>
                      <a:pt x="4785" y="23778"/>
                      <a:pt x="4785" y="23778"/>
                    </a:cubicBezTo>
                    <a:cubicBezTo>
                      <a:pt x="4785" y="23778"/>
                      <a:pt x="4785" y="23778"/>
                      <a:pt x="4785" y="23778"/>
                    </a:cubicBezTo>
                    <a:cubicBezTo>
                      <a:pt x="4785" y="23849"/>
                      <a:pt x="4785" y="23849"/>
                      <a:pt x="4785" y="23849"/>
                    </a:cubicBezTo>
                    <a:cubicBezTo>
                      <a:pt x="4856" y="23778"/>
                      <a:pt x="4856" y="23778"/>
                      <a:pt x="4856" y="23778"/>
                    </a:cubicBezTo>
                    <a:cubicBezTo>
                      <a:pt x="4927" y="23706"/>
                      <a:pt x="4927" y="23706"/>
                      <a:pt x="4927" y="23706"/>
                    </a:cubicBezTo>
                    <a:close/>
                    <a:moveTo>
                      <a:pt x="4713" y="23849"/>
                    </a:moveTo>
                    <a:cubicBezTo>
                      <a:pt x="4713" y="23849"/>
                      <a:pt x="4713" y="23849"/>
                      <a:pt x="4713" y="23849"/>
                    </a:cubicBezTo>
                    <a:cubicBezTo>
                      <a:pt x="4713" y="23920"/>
                      <a:pt x="4713" y="23920"/>
                      <a:pt x="4713" y="23920"/>
                    </a:cubicBezTo>
                    <a:cubicBezTo>
                      <a:pt x="4642" y="23920"/>
                      <a:pt x="4642" y="23920"/>
                      <a:pt x="4642" y="23920"/>
                    </a:cubicBezTo>
                    <a:cubicBezTo>
                      <a:pt x="4642" y="23920"/>
                      <a:pt x="4642" y="23920"/>
                      <a:pt x="4642" y="23920"/>
                    </a:cubicBezTo>
                    <a:cubicBezTo>
                      <a:pt x="4642" y="23992"/>
                      <a:pt x="4642" y="23992"/>
                      <a:pt x="4642" y="23992"/>
                    </a:cubicBezTo>
                    <a:cubicBezTo>
                      <a:pt x="4642" y="23992"/>
                      <a:pt x="4642" y="23992"/>
                      <a:pt x="4642" y="23992"/>
                    </a:cubicBezTo>
                    <a:cubicBezTo>
                      <a:pt x="4642" y="23992"/>
                      <a:pt x="4642" y="23992"/>
                      <a:pt x="4642" y="23992"/>
                    </a:cubicBezTo>
                    <a:cubicBezTo>
                      <a:pt x="4713" y="23992"/>
                      <a:pt x="4713" y="23992"/>
                      <a:pt x="4713" y="23992"/>
                    </a:cubicBezTo>
                    <a:cubicBezTo>
                      <a:pt x="4713" y="23992"/>
                      <a:pt x="4713" y="23992"/>
                      <a:pt x="4713" y="23992"/>
                    </a:cubicBezTo>
                    <a:cubicBezTo>
                      <a:pt x="4785" y="23920"/>
                      <a:pt x="4785" y="23920"/>
                      <a:pt x="4785" y="23920"/>
                    </a:cubicBezTo>
                    <a:cubicBezTo>
                      <a:pt x="4785" y="23920"/>
                      <a:pt x="4785" y="23920"/>
                      <a:pt x="4785" y="23920"/>
                    </a:cubicBezTo>
                    <a:cubicBezTo>
                      <a:pt x="4785" y="23849"/>
                      <a:pt x="4785" y="23849"/>
                      <a:pt x="4785" y="23849"/>
                    </a:cubicBezTo>
                    <a:cubicBezTo>
                      <a:pt x="4785" y="23849"/>
                      <a:pt x="4785" y="23849"/>
                      <a:pt x="4785" y="23849"/>
                    </a:cubicBezTo>
                    <a:close/>
                    <a:moveTo>
                      <a:pt x="2785" y="24920"/>
                    </a:moveTo>
                    <a:cubicBezTo>
                      <a:pt x="2643" y="24991"/>
                      <a:pt x="2643" y="24991"/>
                      <a:pt x="2643" y="24991"/>
                    </a:cubicBezTo>
                    <a:cubicBezTo>
                      <a:pt x="2571" y="24991"/>
                      <a:pt x="2571" y="24991"/>
                      <a:pt x="2571" y="24991"/>
                    </a:cubicBezTo>
                    <a:cubicBezTo>
                      <a:pt x="2500" y="24991"/>
                      <a:pt x="2500" y="24991"/>
                      <a:pt x="2500" y="24991"/>
                    </a:cubicBezTo>
                    <a:cubicBezTo>
                      <a:pt x="2500" y="24991"/>
                      <a:pt x="2500" y="24991"/>
                      <a:pt x="2500" y="24991"/>
                    </a:cubicBezTo>
                    <a:cubicBezTo>
                      <a:pt x="2500" y="25063"/>
                      <a:pt x="2500" y="25063"/>
                      <a:pt x="2500" y="25063"/>
                    </a:cubicBezTo>
                    <a:cubicBezTo>
                      <a:pt x="2571" y="25134"/>
                      <a:pt x="2571" y="25134"/>
                      <a:pt x="2571" y="25134"/>
                    </a:cubicBezTo>
                    <a:cubicBezTo>
                      <a:pt x="2643" y="25206"/>
                      <a:pt x="2643" y="25206"/>
                      <a:pt x="2643" y="25206"/>
                    </a:cubicBezTo>
                    <a:cubicBezTo>
                      <a:pt x="2785" y="25206"/>
                      <a:pt x="2785" y="25206"/>
                      <a:pt x="2785" y="25206"/>
                    </a:cubicBezTo>
                    <a:cubicBezTo>
                      <a:pt x="2785" y="25277"/>
                      <a:pt x="2785" y="25277"/>
                      <a:pt x="2785" y="25277"/>
                    </a:cubicBezTo>
                    <a:cubicBezTo>
                      <a:pt x="2785" y="25206"/>
                      <a:pt x="2785" y="25206"/>
                      <a:pt x="2785" y="25206"/>
                    </a:cubicBezTo>
                    <a:cubicBezTo>
                      <a:pt x="2785" y="25134"/>
                      <a:pt x="2785" y="25134"/>
                      <a:pt x="2785" y="25134"/>
                    </a:cubicBezTo>
                    <a:cubicBezTo>
                      <a:pt x="2785" y="25063"/>
                      <a:pt x="2785" y="25063"/>
                      <a:pt x="2785" y="25063"/>
                    </a:cubicBezTo>
                    <a:cubicBezTo>
                      <a:pt x="2785" y="25063"/>
                      <a:pt x="2785" y="25063"/>
                      <a:pt x="2785" y="25063"/>
                    </a:cubicBezTo>
                    <a:cubicBezTo>
                      <a:pt x="2857" y="24991"/>
                      <a:pt x="2857" y="24991"/>
                      <a:pt x="2857" y="24991"/>
                    </a:cubicBezTo>
                    <a:cubicBezTo>
                      <a:pt x="2857" y="24991"/>
                      <a:pt x="2857" y="24991"/>
                      <a:pt x="2857" y="24991"/>
                    </a:cubicBezTo>
                    <a:cubicBezTo>
                      <a:pt x="2857" y="24920"/>
                      <a:pt x="2857" y="24920"/>
                      <a:pt x="2857" y="24920"/>
                    </a:cubicBezTo>
                    <a:cubicBezTo>
                      <a:pt x="2857" y="24920"/>
                      <a:pt x="2857" y="24920"/>
                      <a:pt x="2857" y="24920"/>
                    </a:cubicBezTo>
                    <a:close/>
                    <a:moveTo>
                      <a:pt x="1572" y="24563"/>
                    </a:moveTo>
                    <a:cubicBezTo>
                      <a:pt x="1572" y="24563"/>
                      <a:pt x="1572" y="24563"/>
                      <a:pt x="1572" y="24563"/>
                    </a:cubicBezTo>
                    <a:cubicBezTo>
                      <a:pt x="1500" y="24634"/>
                      <a:pt x="1500" y="24634"/>
                      <a:pt x="1500" y="24634"/>
                    </a:cubicBezTo>
                    <a:cubicBezTo>
                      <a:pt x="1500" y="24634"/>
                      <a:pt x="1500" y="24634"/>
                      <a:pt x="1500" y="24634"/>
                    </a:cubicBezTo>
                    <a:cubicBezTo>
                      <a:pt x="1500" y="24777"/>
                      <a:pt x="1500" y="24777"/>
                      <a:pt x="1500" y="24777"/>
                    </a:cubicBezTo>
                    <a:cubicBezTo>
                      <a:pt x="1572" y="24849"/>
                      <a:pt x="1572" y="24849"/>
                      <a:pt x="1572" y="24849"/>
                    </a:cubicBezTo>
                    <a:cubicBezTo>
                      <a:pt x="1572" y="24777"/>
                      <a:pt x="1572" y="24777"/>
                      <a:pt x="1572" y="24777"/>
                    </a:cubicBezTo>
                    <a:cubicBezTo>
                      <a:pt x="1643" y="24706"/>
                      <a:pt x="1643" y="24706"/>
                      <a:pt x="1643" y="24706"/>
                    </a:cubicBezTo>
                    <a:cubicBezTo>
                      <a:pt x="1643" y="24706"/>
                      <a:pt x="1643" y="24706"/>
                      <a:pt x="1643" y="24706"/>
                    </a:cubicBezTo>
                    <a:cubicBezTo>
                      <a:pt x="1643" y="24634"/>
                      <a:pt x="1643" y="24634"/>
                      <a:pt x="1643" y="24634"/>
                    </a:cubicBezTo>
                    <a:close/>
                    <a:moveTo>
                      <a:pt x="1929" y="26277"/>
                    </a:moveTo>
                    <a:cubicBezTo>
                      <a:pt x="1929" y="26205"/>
                      <a:pt x="1929" y="26205"/>
                      <a:pt x="1929" y="26205"/>
                    </a:cubicBezTo>
                    <a:cubicBezTo>
                      <a:pt x="1857" y="26134"/>
                      <a:pt x="1857" y="26134"/>
                      <a:pt x="1857" y="26134"/>
                    </a:cubicBezTo>
                    <a:cubicBezTo>
                      <a:pt x="1857" y="26134"/>
                      <a:pt x="1857" y="26134"/>
                      <a:pt x="1857" y="26134"/>
                    </a:cubicBezTo>
                    <a:cubicBezTo>
                      <a:pt x="1786" y="26062"/>
                      <a:pt x="1786" y="26062"/>
                      <a:pt x="1786" y="26062"/>
                    </a:cubicBezTo>
                    <a:cubicBezTo>
                      <a:pt x="1786" y="26062"/>
                      <a:pt x="1786" y="26062"/>
                      <a:pt x="1786" y="26062"/>
                    </a:cubicBezTo>
                    <a:cubicBezTo>
                      <a:pt x="1786" y="26134"/>
                      <a:pt x="1786" y="26134"/>
                      <a:pt x="1786" y="26134"/>
                    </a:cubicBezTo>
                    <a:cubicBezTo>
                      <a:pt x="1857" y="26277"/>
                      <a:pt x="1857" y="26277"/>
                      <a:pt x="1857" y="26277"/>
                    </a:cubicBezTo>
                    <a:cubicBezTo>
                      <a:pt x="1929" y="26491"/>
                      <a:pt x="1929" y="26491"/>
                      <a:pt x="1929" y="26491"/>
                    </a:cubicBezTo>
                    <a:cubicBezTo>
                      <a:pt x="2000" y="26419"/>
                      <a:pt x="2000" y="26419"/>
                      <a:pt x="2000" y="26419"/>
                    </a:cubicBezTo>
                    <a:cubicBezTo>
                      <a:pt x="2071" y="26419"/>
                      <a:pt x="2071" y="26419"/>
                      <a:pt x="2071" y="26419"/>
                    </a:cubicBezTo>
                    <a:cubicBezTo>
                      <a:pt x="2071" y="26348"/>
                      <a:pt x="2071" y="26348"/>
                      <a:pt x="2071" y="26348"/>
                    </a:cubicBezTo>
                    <a:cubicBezTo>
                      <a:pt x="2000" y="26348"/>
                      <a:pt x="2000" y="26348"/>
                      <a:pt x="2000" y="26348"/>
                    </a:cubicBezTo>
                    <a:close/>
                    <a:moveTo>
                      <a:pt x="2500" y="25634"/>
                    </a:moveTo>
                    <a:cubicBezTo>
                      <a:pt x="2428" y="25563"/>
                      <a:pt x="2428" y="25563"/>
                      <a:pt x="2428" y="25563"/>
                    </a:cubicBezTo>
                    <a:cubicBezTo>
                      <a:pt x="2428" y="25563"/>
                      <a:pt x="2428" y="25563"/>
                      <a:pt x="2428" y="25563"/>
                    </a:cubicBezTo>
                    <a:cubicBezTo>
                      <a:pt x="2357" y="25563"/>
                      <a:pt x="2357" y="25563"/>
                      <a:pt x="2357" y="25563"/>
                    </a:cubicBezTo>
                    <a:cubicBezTo>
                      <a:pt x="2357" y="25563"/>
                      <a:pt x="2357" y="25563"/>
                      <a:pt x="2357" y="25563"/>
                    </a:cubicBezTo>
                    <a:cubicBezTo>
                      <a:pt x="2357" y="25634"/>
                      <a:pt x="2357" y="25634"/>
                      <a:pt x="2357" y="25634"/>
                    </a:cubicBezTo>
                    <a:cubicBezTo>
                      <a:pt x="2357" y="25634"/>
                      <a:pt x="2357" y="25634"/>
                      <a:pt x="2357" y="25634"/>
                    </a:cubicBezTo>
                    <a:cubicBezTo>
                      <a:pt x="2357" y="25705"/>
                      <a:pt x="2357" y="25705"/>
                      <a:pt x="2357" y="25705"/>
                    </a:cubicBezTo>
                    <a:cubicBezTo>
                      <a:pt x="2428" y="25705"/>
                      <a:pt x="2428" y="25705"/>
                      <a:pt x="2428" y="25705"/>
                    </a:cubicBezTo>
                    <a:cubicBezTo>
                      <a:pt x="2428" y="25705"/>
                      <a:pt x="2428" y="25705"/>
                      <a:pt x="2428" y="25705"/>
                    </a:cubicBezTo>
                    <a:cubicBezTo>
                      <a:pt x="2428" y="25705"/>
                      <a:pt x="2428" y="25705"/>
                      <a:pt x="2428" y="25705"/>
                    </a:cubicBezTo>
                    <a:cubicBezTo>
                      <a:pt x="2500" y="25777"/>
                      <a:pt x="2500" y="25777"/>
                      <a:pt x="2500" y="25777"/>
                    </a:cubicBezTo>
                    <a:cubicBezTo>
                      <a:pt x="2571" y="25777"/>
                      <a:pt x="2571" y="25777"/>
                      <a:pt x="2571" y="25777"/>
                    </a:cubicBezTo>
                    <a:cubicBezTo>
                      <a:pt x="2571" y="25705"/>
                      <a:pt x="2571" y="25705"/>
                      <a:pt x="2571" y="25705"/>
                    </a:cubicBezTo>
                    <a:cubicBezTo>
                      <a:pt x="2571" y="25705"/>
                      <a:pt x="2571" y="25705"/>
                      <a:pt x="2571" y="25705"/>
                    </a:cubicBezTo>
                    <a:cubicBezTo>
                      <a:pt x="2571" y="25634"/>
                      <a:pt x="2571" y="25634"/>
                      <a:pt x="2571" y="25634"/>
                    </a:cubicBezTo>
                    <a:cubicBezTo>
                      <a:pt x="2571" y="25634"/>
                      <a:pt x="2571" y="25634"/>
                      <a:pt x="2571" y="25634"/>
                    </a:cubicBezTo>
                    <a:close/>
                    <a:moveTo>
                      <a:pt x="4999" y="25563"/>
                    </a:moveTo>
                    <a:cubicBezTo>
                      <a:pt x="4999" y="25491"/>
                      <a:pt x="4999" y="25491"/>
                      <a:pt x="4999" y="25491"/>
                    </a:cubicBezTo>
                    <a:cubicBezTo>
                      <a:pt x="4927" y="25491"/>
                      <a:pt x="4927" y="25491"/>
                      <a:pt x="4927" y="25491"/>
                    </a:cubicBezTo>
                    <a:cubicBezTo>
                      <a:pt x="4927" y="25563"/>
                      <a:pt x="4927" y="25563"/>
                      <a:pt x="4927" y="25563"/>
                    </a:cubicBezTo>
                    <a:cubicBezTo>
                      <a:pt x="4927" y="25563"/>
                      <a:pt x="4927" y="25563"/>
                      <a:pt x="4927" y="25563"/>
                    </a:cubicBezTo>
                    <a:cubicBezTo>
                      <a:pt x="4927" y="25634"/>
                      <a:pt x="4927" y="25634"/>
                      <a:pt x="4927" y="25634"/>
                    </a:cubicBezTo>
                    <a:cubicBezTo>
                      <a:pt x="4927" y="25705"/>
                      <a:pt x="4927" y="25705"/>
                      <a:pt x="4927" y="25705"/>
                    </a:cubicBezTo>
                    <a:cubicBezTo>
                      <a:pt x="4927" y="25777"/>
                      <a:pt x="4927" y="25777"/>
                      <a:pt x="4927" y="25777"/>
                    </a:cubicBezTo>
                    <a:cubicBezTo>
                      <a:pt x="4999" y="25705"/>
                      <a:pt x="4999" y="25705"/>
                      <a:pt x="4999" y="25705"/>
                    </a:cubicBezTo>
                    <a:cubicBezTo>
                      <a:pt x="5070" y="25634"/>
                      <a:pt x="5070" y="25634"/>
                      <a:pt x="5070" y="25634"/>
                    </a:cubicBezTo>
                    <a:cubicBezTo>
                      <a:pt x="5070" y="25634"/>
                      <a:pt x="5070" y="25634"/>
                      <a:pt x="5070" y="25634"/>
                    </a:cubicBezTo>
                    <a:cubicBezTo>
                      <a:pt x="5070" y="25634"/>
                      <a:pt x="5070" y="25634"/>
                      <a:pt x="5070" y="25634"/>
                    </a:cubicBezTo>
                    <a:cubicBezTo>
                      <a:pt x="5070" y="25563"/>
                      <a:pt x="5070" y="25563"/>
                      <a:pt x="5070" y="25563"/>
                    </a:cubicBezTo>
                    <a:close/>
                    <a:moveTo>
                      <a:pt x="2428" y="25063"/>
                    </a:moveTo>
                    <a:cubicBezTo>
                      <a:pt x="2428" y="25063"/>
                      <a:pt x="2428" y="25063"/>
                      <a:pt x="2428" y="25063"/>
                    </a:cubicBezTo>
                    <a:cubicBezTo>
                      <a:pt x="2428" y="25063"/>
                      <a:pt x="2428" y="25063"/>
                      <a:pt x="2428" y="25063"/>
                    </a:cubicBezTo>
                    <a:cubicBezTo>
                      <a:pt x="2500" y="24991"/>
                      <a:pt x="2500" y="24991"/>
                      <a:pt x="2500" y="24991"/>
                    </a:cubicBezTo>
                    <a:cubicBezTo>
                      <a:pt x="2428" y="24920"/>
                      <a:pt x="2428" y="24920"/>
                      <a:pt x="2428" y="24920"/>
                    </a:cubicBezTo>
                    <a:cubicBezTo>
                      <a:pt x="2286" y="24920"/>
                      <a:pt x="2286" y="24920"/>
                      <a:pt x="2286" y="24920"/>
                    </a:cubicBezTo>
                    <a:cubicBezTo>
                      <a:pt x="2286" y="24920"/>
                      <a:pt x="2286" y="24920"/>
                      <a:pt x="2286" y="24920"/>
                    </a:cubicBezTo>
                    <a:cubicBezTo>
                      <a:pt x="2357" y="24991"/>
                      <a:pt x="2357" y="24991"/>
                      <a:pt x="2357" y="24991"/>
                    </a:cubicBezTo>
                    <a:cubicBezTo>
                      <a:pt x="2357" y="24991"/>
                      <a:pt x="2357" y="24991"/>
                      <a:pt x="2357" y="24991"/>
                    </a:cubicBezTo>
                    <a:cubicBezTo>
                      <a:pt x="2357" y="25063"/>
                      <a:pt x="2357" y="25063"/>
                      <a:pt x="2357" y="25063"/>
                    </a:cubicBezTo>
                    <a:cubicBezTo>
                      <a:pt x="2428" y="25063"/>
                      <a:pt x="2428" y="25063"/>
                      <a:pt x="2428" y="25063"/>
                    </a:cubicBezTo>
                    <a:close/>
                    <a:moveTo>
                      <a:pt x="1429" y="24420"/>
                    </a:moveTo>
                    <a:cubicBezTo>
                      <a:pt x="1357" y="24277"/>
                      <a:pt x="1072" y="24206"/>
                      <a:pt x="858" y="24135"/>
                    </a:cubicBezTo>
                    <a:cubicBezTo>
                      <a:pt x="786" y="24349"/>
                      <a:pt x="1215" y="24277"/>
                      <a:pt x="1286" y="24492"/>
                    </a:cubicBezTo>
                    <a:cubicBezTo>
                      <a:pt x="1286" y="24492"/>
                      <a:pt x="1429" y="24634"/>
                      <a:pt x="1429" y="24706"/>
                    </a:cubicBezTo>
                    <a:cubicBezTo>
                      <a:pt x="1500" y="24777"/>
                      <a:pt x="1500" y="24492"/>
                      <a:pt x="1429" y="24492"/>
                    </a:cubicBezTo>
                    <a:close/>
                    <a:moveTo>
                      <a:pt x="5927" y="26134"/>
                    </a:moveTo>
                    <a:cubicBezTo>
                      <a:pt x="5856" y="26062"/>
                      <a:pt x="5856" y="26062"/>
                      <a:pt x="5856" y="26062"/>
                    </a:cubicBezTo>
                    <a:cubicBezTo>
                      <a:pt x="5784" y="26062"/>
                      <a:pt x="5784" y="26062"/>
                      <a:pt x="5784" y="26062"/>
                    </a:cubicBezTo>
                    <a:cubicBezTo>
                      <a:pt x="5784" y="26062"/>
                      <a:pt x="5784" y="26062"/>
                      <a:pt x="5784" y="26062"/>
                    </a:cubicBezTo>
                    <a:cubicBezTo>
                      <a:pt x="5784" y="26134"/>
                      <a:pt x="5784" y="26134"/>
                      <a:pt x="5784" y="26134"/>
                    </a:cubicBezTo>
                    <a:cubicBezTo>
                      <a:pt x="5784" y="26134"/>
                      <a:pt x="5784" y="26134"/>
                      <a:pt x="5784" y="26134"/>
                    </a:cubicBezTo>
                    <a:cubicBezTo>
                      <a:pt x="5784" y="26205"/>
                      <a:pt x="5784" y="26205"/>
                      <a:pt x="5784" y="26205"/>
                    </a:cubicBezTo>
                    <a:cubicBezTo>
                      <a:pt x="5856" y="26205"/>
                      <a:pt x="5856" y="26205"/>
                      <a:pt x="5856" y="26205"/>
                    </a:cubicBezTo>
                    <a:cubicBezTo>
                      <a:pt x="5856" y="26205"/>
                      <a:pt x="5856" y="26205"/>
                      <a:pt x="5856" y="26205"/>
                    </a:cubicBezTo>
                    <a:cubicBezTo>
                      <a:pt x="5927" y="26205"/>
                      <a:pt x="5927" y="26205"/>
                      <a:pt x="5927" y="26205"/>
                    </a:cubicBezTo>
                    <a:cubicBezTo>
                      <a:pt x="5927" y="26205"/>
                      <a:pt x="5927" y="26205"/>
                      <a:pt x="5927" y="26205"/>
                    </a:cubicBezTo>
                    <a:cubicBezTo>
                      <a:pt x="5927" y="26205"/>
                      <a:pt x="5927" y="26205"/>
                      <a:pt x="5927" y="26205"/>
                    </a:cubicBezTo>
                    <a:close/>
                    <a:moveTo>
                      <a:pt x="6070" y="25563"/>
                    </a:moveTo>
                    <a:cubicBezTo>
                      <a:pt x="6141" y="25634"/>
                      <a:pt x="6141" y="25634"/>
                      <a:pt x="6141" y="25634"/>
                    </a:cubicBezTo>
                    <a:cubicBezTo>
                      <a:pt x="6213" y="25491"/>
                      <a:pt x="6213" y="25491"/>
                      <a:pt x="6213" y="25491"/>
                    </a:cubicBezTo>
                    <a:cubicBezTo>
                      <a:pt x="6141" y="25348"/>
                      <a:pt x="6141" y="25348"/>
                      <a:pt x="6141" y="25348"/>
                    </a:cubicBezTo>
                    <a:cubicBezTo>
                      <a:pt x="5927" y="25206"/>
                      <a:pt x="5927" y="25206"/>
                      <a:pt x="5927" y="25206"/>
                    </a:cubicBezTo>
                    <a:cubicBezTo>
                      <a:pt x="5784" y="25134"/>
                      <a:pt x="5784" y="25134"/>
                      <a:pt x="5784" y="25134"/>
                    </a:cubicBezTo>
                    <a:cubicBezTo>
                      <a:pt x="5784" y="25206"/>
                      <a:pt x="5784" y="25206"/>
                      <a:pt x="5784" y="25206"/>
                    </a:cubicBezTo>
                    <a:cubicBezTo>
                      <a:pt x="5998" y="25348"/>
                      <a:pt x="5998" y="25348"/>
                      <a:pt x="5998" y="25348"/>
                    </a:cubicBezTo>
                    <a:cubicBezTo>
                      <a:pt x="6070" y="25491"/>
                      <a:pt x="6070" y="25491"/>
                      <a:pt x="6070" y="25491"/>
                    </a:cubicBezTo>
                    <a:close/>
                    <a:moveTo>
                      <a:pt x="7855" y="31917"/>
                    </a:moveTo>
                    <a:cubicBezTo>
                      <a:pt x="7712" y="31775"/>
                      <a:pt x="7498" y="31632"/>
                      <a:pt x="7355" y="31560"/>
                    </a:cubicBezTo>
                    <a:cubicBezTo>
                      <a:pt x="7141" y="31560"/>
                      <a:pt x="6998" y="31989"/>
                      <a:pt x="6712" y="31917"/>
                    </a:cubicBezTo>
                    <a:cubicBezTo>
                      <a:pt x="6712" y="31917"/>
                      <a:pt x="6641" y="31917"/>
                      <a:pt x="6641" y="31917"/>
                    </a:cubicBezTo>
                    <a:cubicBezTo>
                      <a:pt x="6570" y="31917"/>
                      <a:pt x="6570" y="32060"/>
                      <a:pt x="6570" y="32060"/>
                    </a:cubicBezTo>
                    <a:cubicBezTo>
                      <a:pt x="6498" y="32060"/>
                      <a:pt x="6498" y="31917"/>
                      <a:pt x="6498" y="31846"/>
                    </a:cubicBezTo>
                    <a:cubicBezTo>
                      <a:pt x="6570" y="31489"/>
                      <a:pt x="6427" y="31703"/>
                      <a:pt x="6284" y="31846"/>
                    </a:cubicBezTo>
                    <a:cubicBezTo>
                      <a:pt x="6141" y="31989"/>
                      <a:pt x="5998" y="32203"/>
                      <a:pt x="5998" y="32417"/>
                    </a:cubicBezTo>
                    <a:cubicBezTo>
                      <a:pt x="6070" y="32631"/>
                      <a:pt x="6355" y="32774"/>
                      <a:pt x="6498" y="32846"/>
                    </a:cubicBezTo>
                    <a:cubicBezTo>
                      <a:pt x="6641" y="33060"/>
                      <a:pt x="6570" y="33417"/>
                      <a:pt x="6641" y="33560"/>
                    </a:cubicBezTo>
                    <a:cubicBezTo>
                      <a:pt x="6784" y="33631"/>
                      <a:pt x="6855" y="33488"/>
                      <a:pt x="6855" y="33417"/>
                    </a:cubicBezTo>
                    <a:cubicBezTo>
                      <a:pt x="7069" y="32703"/>
                      <a:pt x="7284" y="33417"/>
                      <a:pt x="7641" y="33274"/>
                    </a:cubicBezTo>
                    <a:cubicBezTo>
                      <a:pt x="7712" y="33131"/>
                      <a:pt x="7641" y="32917"/>
                      <a:pt x="7783" y="32774"/>
                    </a:cubicBezTo>
                    <a:cubicBezTo>
                      <a:pt x="7855" y="32703"/>
                      <a:pt x="8069" y="32560"/>
                      <a:pt x="8141" y="32489"/>
                    </a:cubicBezTo>
                    <a:cubicBezTo>
                      <a:pt x="8212" y="32274"/>
                      <a:pt x="7926" y="32060"/>
                      <a:pt x="7855" y="31917"/>
                    </a:cubicBezTo>
                    <a:close/>
                    <a:moveTo>
                      <a:pt x="12996" y="12568"/>
                    </a:moveTo>
                    <a:cubicBezTo>
                      <a:pt x="12996" y="12568"/>
                      <a:pt x="12996" y="12568"/>
                      <a:pt x="12996" y="12568"/>
                    </a:cubicBezTo>
                    <a:cubicBezTo>
                      <a:pt x="12996" y="12496"/>
                      <a:pt x="12996" y="12496"/>
                      <a:pt x="12996" y="12496"/>
                    </a:cubicBezTo>
                    <a:close/>
                    <a:moveTo>
                      <a:pt x="9854" y="30489"/>
                    </a:moveTo>
                    <a:cubicBezTo>
                      <a:pt x="9640" y="30275"/>
                      <a:pt x="9569" y="30489"/>
                      <a:pt x="9497" y="30632"/>
                    </a:cubicBezTo>
                    <a:cubicBezTo>
                      <a:pt x="9283" y="30775"/>
                      <a:pt x="9140" y="30561"/>
                      <a:pt x="9069" y="30418"/>
                    </a:cubicBezTo>
                    <a:cubicBezTo>
                      <a:pt x="8997" y="30275"/>
                      <a:pt x="8997" y="30204"/>
                      <a:pt x="8855" y="30132"/>
                    </a:cubicBezTo>
                    <a:cubicBezTo>
                      <a:pt x="8783" y="30061"/>
                      <a:pt x="8640" y="30061"/>
                      <a:pt x="8498" y="29990"/>
                    </a:cubicBezTo>
                    <a:cubicBezTo>
                      <a:pt x="8498" y="29990"/>
                      <a:pt x="8569" y="29918"/>
                      <a:pt x="8569" y="29847"/>
                    </a:cubicBezTo>
                    <a:cubicBezTo>
                      <a:pt x="8569" y="29633"/>
                      <a:pt x="8355" y="29561"/>
                      <a:pt x="8212" y="29418"/>
                    </a:cubicBezTo>
                    <a:cubicBezTo>
                      <a:pt x="7998" y="29276"/>
                      <a:pt x="7783" y="29276"/>
                      <a:pt x="7712" y="29418"/>
                    </a:cubicBezTo>
                    <a:cubicBezTo>
                      <a:pt x="7569" y="29704"/>
                      <a:pt x="7641" y="29990"/>
                      <a:pt x="7498" y="30275"/>
                    </a:cubicBezTo>
                    <a:cubicBezTo>
                      <a:pt x="7355" y="30418"/>
                      <a:pt x="6998" y="30561"/>
                      <a:pt x="7141" y="30846"/>
                    </a:cubicBezTo>
                    <a:cubicBezTo>
                      <a:pt x="7212" y="30846"/>
                      <a:pt x="7355" y="30918"/>
                      <a:pt x="7426" y="30918"/>
                    </a:cubicBezTo>
                    <a:cubicBezTo>
                      <a:pt x="7569" y="30989"/>
                      <a:pt x="7569" y="31132"/>
                      <a:pt x="7712" y="31132"/>
                    </a:cubicBezTo>
                    <a:cubicBezTo>
                      <a:pt x="7783" y="31203"/>
                      <a:pt x="7926" y="31061"/>
                      <a:pt x="7998" y="31061"/>
                    </a:cubicBezTo>
                    <a:cubicBezTo>
                      <a:pt x="8283" y="30989"/>
                      <a:pt x="8569" y="30775"/>
                      <a:pt x="8926" y="30846"/>
                    </a:cubicBezTo>
                    <a:cubicBezTo>
                      <a:pt x="9283" y="30989"/>
                      <a:pt x="9497" y="31275"/>
                      <a:pt x="9926" y="31489"/>
                    </a:cubicBezTo>
                    <a:cubicBezTo>
                      <a:pt x="10497" y="31703"/>
                      <a:pt x="10068" y="31418"/>
                      <a:pt x="10283" y="31275"/>
                    </a:cubicBezTo>
                    <a:cubicBezTo>
                      <a:pt x="10425" y="31275"/>
                      <a:pt x="10640" y="31346"/>
                      <a:pt x="10711" y="31275"/>
                    </a:cubicBezTo>
                    <a:cubicBezTo>
                      <a:pt x="10640" y="31132"/>
                      <a:pt x="10354" y="31061"/>
                      <a:pt x="10211" y="30989"/>
                    </a:cubicBezTo>
                    <a:cubicBezTo>
                      <a:pt x="10140" y="30846"/>
                      <a:pt x="9997" y="30632"/>
                      <a:pt x="9926" y="30489"/>
                    </a:cubicBezTo>
                    <a:close/>
                    <a:moveTo>
                      <a:pt x="14709" y="10211"/>
                    </a:moveTo>
                    <a:cubicBezTo>
                      <a:pt x="14638" y="10211"/>
                      <a:pt x="14638" y="10211"/>
                      <a:pt x="14638" y="10211"/>
                    </a:cubicBezTo>
                    <a:cubicBezTo>
                      <a:pt x="14638" y="10283"/>
                      <a:pt x="14638" y="10283"/>
                      <a:pt x="14638" y="10283"/>
                    </a:cubicBezTo>
                    <a:cubicBezTo>
                      <a:pt x="14638" y="10283"/>
                      <a:pt x="14638" y="10283"/>
                      <a:pt x="14638" y="10283"/>
                    </a:cubicBezTo>
                    <a:cubicBezTo>
                      <a:pt x="14638" y="10283"/>
                      <a:pt x="14638" y="10283"/>
                      <a:pt x="14638" y="10283"/>
                    </a:cubicBezTo>
                    <a:cubicBezTo>
                      <a:pt x="14638" y="10283"/>
                      <a:pt x="14638" y="10283"/>
                      <a:pt x="14638" y="10283"/>
                    </a:cubicBezTo>
                    <a:cubicBezTo>
                      <a:pt x="14638" y="10354"/>
                      <a:pt x="14638" y="10354"/>
                      <a:pt x="14638" y="10354"/>
                    </a:cubicBezTo>
                    <a:cubicBezTo>
                      <a:pt x="14709" y="10354"/>
                      <a:pt x="14709" y="10354"/>
                      <a:pt x="14709" y="10354"/>
                    </a:cubicBezTo>
                    <a:cubicBezTo>
                      <a:pt x="14709" y="10354"/>
                      <a:pt x="14709" y="10354"/>
                      <a:pt x="14709" y="10354"/>
                    </a:cubicBezTo>
                    <a:cubicBezTo>
                      <a:pt x="14709" y="10354"/>
                      <a:pt x="14709" y="10354"/>
                      <a:pt x="14709" y="10354"/>
                    </a:cubicBezTo>
                    <a:cubicBezTo>
                      <a:pt x="14781" y="10354"/>
                      <a:pt x="14781" y="10354"/>
                      <a:pt x="14781" y="10354"/>
                    </a:cubicBezTo>
                    <a:cubicBezTo>
                      <a:pt x="14781" y="10283"/>
                      <a:pt x="14781" y="10283"/>
                      <a:pt x="14781" y="10283"/>
                    </a:cubicBezTo>
                    <a:cubicBezTo>
                      <a:pt x="14709" y="10211"/>
                      <a:pt x="14709" y="10211"/>
                      <a:pt x="14709" y="10211"/>
                    </a:cubicBezTo>
                    <a:close/>
                    <a:moveTo>
                      <a:pt x="5784" y="31989"/>
                    </a:moveTo>
                    <a:cubicBezTo>
                      <a:pt x="5713" y="31989"/>
                      <a:pt x="5713" y="31989"/>
                      <a:pt x="5713" y="31989"/>
                    </a:cubicBezTo>
                    <a:cubicBezTo>
                      <a:pt x="5713" y="31917"/>
                      <a:pt x="5713" y="31917"/>
                      <a:pt x="5713" y="31917"/>
                    </a:cubicBezTo>
                    <a:cubicBezTo>
                      <a:pt x="5641" y="31917"/>
                      <a:pt x="5641" y="31917"/>
                      <a:pt x="5641" y="31917"/>
                    </a:cubicBezTo>
                    <a:cubicBezTo>
                      <a:pt x="5570" y="31917"/>
                      <a:pt x="5570" y="31917"/>
                      <a:pt x="5570" y="31917"/>
                    </a:cubicBezTo>
                    <a:cubicBezTo>
                      <a:pt x="5570" y="31989"/>
                      <a:pt x="5570" y="31989"/>
                      <a:pt x="5570" y="31989"/>
                    </a:cubicBezTo>
                    <a:cubicBezTo>
                      <a:pt x="5641" y="32060"/>
                      <a:pt x="5641" y="32060"/>
                      <a:pt x="5641" y="32060"/>
                    </a:cubicBezTo>
                    <a:cubicBezTo>
                      <a:pt x="5713" y="32132"/>
                      <a:pt x="5713" y="32132"/>
                      <a:pt x="5713" y="32132"/>
                    </a:cubicBezTo>
                    <a:cubicBezTo>
                      <a:pt x="5784" y="32132"/>
                      <a:pt x="5784" y="32132"/>
                      <a:pt x="5784" y="32132"/>
                    </a:cubicBezTo>
                    <a:cubicBezTo>
                      <a:pt x="5784" y="32132"/>
                      <a:pt x="5784" y="32132"/>
                      <a:pt x="5784" y="32132"/>
                    </a:cubicBezTo>
                    <a:cubicBezTo>
                      <a:pt x="5856" y="31989"/>
                      <a:pt x="5856" y="31989"/>
                      <a:pt x="5856" y="31989"/>
                    </a:cubicBezTo>
                    <a:cubicBezTo>
                      <a:pt x="5784" y="31917"/>
                      <a:pt x="5784" y="31917"/>
                      <a:pt x="5784" y="31917"/>
                    </a:cubicBezTo>
                    <a:close/>
                    <a:moveTo>
                      <a:pt x="5356" y="31632"/>
                    </a:moveTo>
                    <a:cubicBezTo>
                      <a:pt x="5284" y="31632"/>
                      <a:pt x="5284" y="31632"/>
                      <a:pt x="5284" y="31632"/>
                    </a:cubicBezTo>
                    <a:cubicBezTo>
                      <a:pt x="5284" y="31703"/>
                      <a:pt x="5284" y="31703"/>
                      <a:pt x="5284" y="31703"/>
                    </a:cubicBezTo>
                    <a:cubicBezTo>
                      <a:pt x="5356" y="31703"/>
                      <a:pt x="5356" y="31703"/>
                      <a:pt x="5356" y="31703"/>
                    </a:cubicBezTo>
                    <a:cubicBezTo>
                      <a:pt x="5427" y="31775"/>
                      <a:pt x="5427" y="31775"/>
                      <a:pt x="5427" y="31775"/>
                    </a:cubicBezTo>
                    <a:cubicBezTo>
                      <a:pt x="5427" y="31703"/>
                      <a:pt x="5427" y="31703"/>
                      <a:pt x="5427" y="31703"/>
                    </a:cubicBezTo>
                    <a:cubicBezTo>
                      <a:pt x="5427" y="31703"/>
                      <a:pt x="5427" y="31703"/>
                      <a:pt x="5427" y="31703"/>
                    </a:cubicBezTo>
                    <a:cubicBezTo>
                      <a:pt x="5499" y="31703"/>
                      <a:pt x="5499" y="31703"/>
                      <a:pt x="5499" y="31703"/>
                    </a:cubicBezTo>
                    <a:cubicBezTo>
                      <a:pt x="5427" y="31560"/>
                      <a:pt x="5427" y="31560"/>
                      <a:pt x="5427" y="31560"/>
                    </a:cubicBezTo>
                    <a:close/>
                    <a:moveTo>
                      <a:pt x="5427" y="24277"/>
                    </a:moveTo>
                    <a:cubicBezTo>
                      <a:pt x="5427" y="24349"/>
                      <a:pt x="5427" y="24563"/>
                      <a:pt x="5499" y="24563"/>
                    </a:cubicBezTo>
                    <a:cubicBezTo>
                      <a:pt x="5641" y="24563"/>
                      <a:pt x="5784" y="24492"/>
                      <a:pt x="5856" y="24420"/>
                    </a:cubicBezTo>
                    <a:cubicBezTo>
                      <a:pt x="5927" y="24420"/>
                      <a:pt x="5998" y="24420"/>
                      <a:pt x="6070" y="24277"/>
                    </a:cubicBezTo>
                    <a:cubicBezTo>
                      <a:pt x="6213" y="24063"/>
                      <a:pt x="5713" y="24063"/>
                      <a:pt x="5570" y="24063"/>
                    </a:cubicBezTo>
                    <a:cubicBezTo>
                      <a:pt x="5427" y="24063"/>
                      <a:pt x="5499" y="23920"/>
                      <a:pt x="5356" y="23849"/>
                    </a:cubicBezTo>
                    <a:cubicBezTo>
                      <a:pt x="5356" y="23778"/>
                      <a:pt x="5213" y="23706"/>
                      <a:pt x="5213" y="23635"/>
                    </a:cubicBezTo>
                    <a:cubicBezTo>
                      <a:pt x="5070" y="23563"/>
                      <a:pt x="4999" y="23635"/>
                      <a:pt x="4999" y="23849"/>
                    </a:cubicBezTo>
                    <a:cubicBezTo>
                      <a:pt x="4999" y="23920"/>
                      <a:pt x="4999" y="23992"/>
                      <a:pt x="4999" y="24063"/>
                    </a:cubicBezTo>
                    <a:cubicBezTo>
                      <a:pt x="5070" y="24135"/>
                      <a:pt x="5356" y="24135"/>
                      <a:pt x="5356" y="24277"/>
                    </a:cubicBezTo>
                    <a:close/>
                    <a:moveTo>
                      <a:pt x="5784" y="31775"/>
                    </a:moveTo>
                    <a:cubicBezTo>
                      <a:pt x="5713" y="31775"/>
                      <a:pt x="5713" y="31775"/>
                      <a:pt x="5713" y="31775"/>
                    </a:cubicBezTo>
                    <a:cubicBezTo>
                      <a:pt x="5713" y="31775"/>
                      <a:pt x="5713" y="31775"/>
                      <a:pt x="5713" y="31775"/>
                    </a:cubicBezTo>
                    <a:cubicBezTo>
                      <a:pt x="5641" y="31775"/>
                      <a:pt x="5641" y="31775"/>
                      <a:pt x="5641" y="31775"/>
                    </a:cubicBezTo>
                    <a:cubicBezTo>
                      <a:pt x="5641" y="31775"/>
                      <a:pt x="5641" y="31775"/>
                      <a:pt x="5641" y="31775"/>
                    </a:cubicBezTo>
                    <a:cubicBezTo>
                      <a:pt x="5570" y="31775"/>
                      <a:pt x="5570" y="31775"/>
                      <a:pt x="5570" y="31775"/>
                    </a:cubicBezTo>
                    <a:cubicBezTo>
                      <a:pt x="5570" y="31775"/>
                      <a:pt x="5570" y="31775"/>
                      <a:pt x="5570" y="31775"/>
                    </a:cubicBezTo>
                    <a:cubicBezTo>
                      <a:pt x="5499" y="31775"/>
                      <a:pt x="5499" y="31775"/>
                      <a:pt x="5499" y="31775"/>
                    </a:cubicBezTo>
                    <a:cubicBezTo>
                      <a:pt x="5499" y="31775"/>
                      <a:pt x="5499" y="31775"/>
                      <a:pt x="5499" y="31775"/>
                    </a:cubicBezTo>
                    <a:cubicBezTo>
                      <a:pt x="5570" y="31846"/>
                      <a:pt x="5570" y="31846"/>
                      <a:pt x="5570" y="31846"/>
                    </a:cubicBezTo>
                    <a:cubicBezTo>
                      <a:pt x="5570" y="31917"/>
                      <a:pt x="5570" y="31917"/>
                      <a:pt x="5570" y="31917"/>
                    </a:cubicBezTo>
                    <a:cubicBezTo>
                      <a:pt x="5641" y="31917"/>
                      <a:pt x="5641" y="31917"/>
                      <a:pt x="5641" y="31917"/>
                    </a:cubicBezTo>
                    <a:cubicBezTo>
                      <a:pt x="5784" y="31917"/>
                      <a:pt x="5784" y="31917"/>
                      <a:pt x="5784" y="31917"/>
                    </a:cubicBezTo>
                    <a:cubicBezTo>
                      <a:pt x="5856" y="31917"/>
                      <a:pt x="5856" y="31917"/>
                      <a:pt x="5856" y="31917"/>
                    </a:cubicBezTo>
                    <a:cubicBezTo>
                      <a:pt x="5856" y="31846"/>
                      <a:pt x="5856" y="31846"/>
                      <a:pt x="5856" y="31846"/>
                    </a:cubicBezTo>
                    <a:cubicBezTo>
                      <a:pt x="5856" y="31775"/>
                      <a:pt x="5856" y="31775"/>
                      <a:pt x="5856" y="31775"/>
                    </a:cubicBezTo>
                    <a:close/>
                    <a:moveTo>
                      <a:pt x="5784" y="28276"/>
                    </a:moveTo>
                    <a:cubicBezTo>
                      <a:pt x="5784" y="28276"/>
                      <a:pt x="5784" y="28276"/>
                      <a:pt x="5784" y="28276"/>
                    </a:cubicBezTo>
                    <a:cubicBezTo>
                      <a:pt x="5641" y="28419"/>
                      <a:pt x="5641" y="28419"/>
                      <a:pt x="5641" y="28419"/>
                    </a:cubicBezTo>
                    <a:cubicBezTo>
                      <a:pt x="5784" y="28490"/>
                      <a:pt x="5784" y="28490"/>
                      <a:pt x="5784" y="28490"/>
                    </a:cubicBezTo>
                    <a:cubicBezTo>
                      <a:pt x="5856" y="28490"/>
                      <a:pt x="5856" y="28490"/>
                      <a:pt x="5856" y="28490"/>
                    </a:cubicBezTo>
                    <a:cubicBezTo>
                      <a:pt x="5927" y="28419"/>
                      <a:pt x="5927" y="28419"/>
                      <a:pt x="5927" y="28419"/>
                    </a:cubicBezTo>
                    <a:cubicBezTo>
                      <a:pt x="5856" y="28276"/>
                      <a:pt x="5856" y="28276"/>
                      <a:pt x="5856" y="282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59"/>
              <p:cNvSpPr/>
              <p:nvPr/>
            </p:nvSpPr>
            <p:spPr>
              <a:xfrm>
                <a:off x="1025400" y="2071600"/>
                <a:ext cx="581875" cy="561125"/>
              </a:xfrm>
              <a:custGeom>
                <a:rect b="b" l="l" r="r" t="t"/>
                <a:pathLst>
                  <a:path extrusionOk="0" h="22445" w="23275">
                    <a:moveTo>
                      <a:pt x="3496" y="1947"/>
                    </a:moveTo>
                    <a:cubicBezTo>
                      <a:pt x="3424" y="2019"/>
                      <a:pt x="3424" y="2019"/>
                      <a:pt x="3424" y="2019"/>
                    </a:cubicBezTo>
                    <a:cubicBezTo>
                      <a:pt x="3424" y="2090"/>
                      <a:pt x="3424" y="2090"/>
                      <a:pt x="3424" y="2090"/>
                    </a:cubicBezTo>
                    <a:lnTo>
                      <a:pt x="3496" y="2090"/>
                    </a:lnTo>
                    <a:cubicBezTo>
                      <a:pt x="3781" y="2304"/>
                      <a:pt x="3781" y="2304"/>
                      <a:pt x="3781" y="2304"/>
                    </a:cubicBezTo>
                    <a:cubicBezTo>
                      <a:pt x="3781" y="2233"/>
                      <a:pt x="3781" y="2233"/>
                      <a:pt x="3781" y="2233"/>
                    </a:cubicBezTo>
                    <a:cubicBezTo>
                      <a:pt x="3710" y="2090"/>
                      <a:pt x="3710" y="2090"/>
                      <a:pt x="3710" y="2090"/>
                    </a:cubicBezTo>
                    <a:cubicBezTo>
                      <a:pt x="3710" y="2019"/>
                      <a:pt x="3710" y="2019"/>
                      <a:pt x="3710" y="2019"/>
                    </a:cubicBezTo>
                    <a:cubicBezTo>
                      <a:pt x="3567" y="1947"/>
                      <a:pt x="3567" y="1947"/>
                      <a:pt x="3567" y="1947"/>
                    </a:cubicBezTo>
                    <a:close/>
                    <a:moveTo>
                      <a:pt x="9804" y="2635"/>
                    </a:moveTo>
                    <a:cubicBezTo>
                      <a:pt x="9727" y="2635"/>
                      <a:pt x="9648" y="2664"/>
                      <a:pt x="9565" y="2733"/>
                    </a:cubicBezTo>
                    <a:cubicBezTo>
                      <a:pt x="9422" y="2804"/>
                      <a:pt x="9351" y="2947"/>
                      <a:pt x="9208" y="3018"/>
                    </a:cubicBezTo>
                    <a:cubicBezTo>
                      <a:pt x="9065" y="3018"/>
                      <a:pt x="8994" y="3018"/>
                      <a:pt x="8851" y="2947"/>
                    </a:cubicBezTo>
                    <a:cubicBezTo>
                      <a:pt x="8797" y="2929"/>
                      <a:pt x="8744" y="2920"/>
                      <a:pt x="8693" y="2920"/>
                    </a:cubicBezTo>
                    <a:cubicBezTo>
                      <a:pt x="8539" y="2920"/>
                      <a:pt x="8405" y="3000"/>
                      <a:pt x="8351" y="3161"/>
                    </a:cubicBezTo>
                    <a:cubicBezTo>
                      <a:pt x="8280" y="3375"/>
                      <a:pt x="8208" y="3661"/>
                      <a:pt x="8208" y="3875"/>
                    </a:cubicBezTo>
                    <a:cubicBezTo>
                      <a:pt x="8280" y="4018"/>
                      <a:pt x="8351" y="4089"/>
                      <a:pt x="8423" y="4161"/>
                    </a:cubicBezTo>
                    <a:lnTo>
                      <a:pt x="8423" y="4232"/>
                    </a:lnTo>
                    <a:cubicBezTo>
                      <a:pt x="8423" y="4303"/>
                      <a:pt x="8494" y="4518"/>
                      <a:pt x="8565" y="4660"/>
                    </a:cubicBezTo>
                    <a:cubicBezTo>
                      <a:pt x="8670" y="4974"/>
                      <a:pt x="9042" y="5173"/>
                      <a:pt x="9402" y="5173"/>
                    </a:cubicBezTo>
                    <a:cubicBezTo>
                      <a:pt x="9534" y="5173"/>
                      <a:pt x="9664" y="5146"/>
                      <a:pt x="9779" y="5089"/>
                    </a:cubicBezTo>
                    <a:cubicBezTo>
                      <a:pt x="9851" y="5089"/>
                      <a:pt x="9922" y="5018"/>
                      <a:pt x="9993" y="4946"/>
                    </a:cubicBezTo>
                    <a:cubicBezTo>
                      <a:pt x="10065" y="4875"/>
                      <a:pt x="10279" y="4732"/>
                      <a:pt x="10350" y="4589"/>
                    </a:cubicBezTo>
                    <a:cubicBezTo>
                      <a:pt x="10350" y="4518"/>
                      <a:pt x="10279" y="4303"/>
                      <a:pt x="10350" y="4161"/>
                    </a:cubicBezTo>
                    <a:cubicBezTo>
                      <a:pt x="10422" y="4018"/>
                      <a:pt x="10565" y="3875"/>
                      <a:pt x="10565" y="3661"/>
                    </a:cubicBezTo>
                    <a:cubicBezTo>
                      <a:pt x="10636" y="3589"/>
                      <a:pt x="10565" y="3447"/>
                      <a:pt x="10493" y="3375"/>
                    </a:cubicBezTo>
                    <a:cubicBezTo>
                      <a:pt x="10378" y="3145"/>
                      <a:pt x="10123" y="2635"/>
                      <a:pt x="9804" y="2635"/>
                    </a:cubicBezTo>
                    <a:close/>
                    <a:moveTo>
                      <a:pt x="12306" y="5725"/>
                    </a:moveTo>
                    <a:cubicBezTo>
                      <a:pt x="11816" y="5725"/>
                      <a:pt x="12083" y="6174"/>
                      <a:pt x="12350" y="6374"/>
                    </a:cubicBezTo>
                    <a:lnTo>
                      <a:pt x="12350" y="6446"/>
                    </a:lnTo>
                    <a:cubicBezTo>
                      <a:pt x="12850" y="7017"/>
                      <a:pt x="13778" y="6588"/>
                      <a:pt x="14206" y="7231"/>
                    </a:cubicBezTo>
                    <a:cubicBezTo>
                      <a:pt x="14389" y="7460"/>
                      <a:pt x="14837" y="7894"/>
                      <a:pt x="15059" y="7894"/>
                    </a:cubicBezTo>
                    <a:cubicBezTo>
                      <a:pt x="15183" y="7894"/>
                      <a:pt x="15237" y="7758"/>
                      <a:pt x="15134" y="7374"/>
                    </a:cubicBezTo>
                    <a:cubicBezTo>
                      <a:pt x="15063" y="7088"/>
                      <a:pt x="15134" y="6803"/>
                      <a:pt x="14992" y="6517"/>
                    </a:cubicBezTo>
                    <a:cubicBezTo>
                      <a:pt x="14920" y="6374"/>
                      <a:pt x="14635" y="6303"/>
                      <a:pt x="14420" y="6231"/>
                    </a:cubicBezTo>
                    <a:cubicBezTo>
                      <a:pt x="13992" y="6017"/>
                      <a:pt x="13492" y="6089"/>
                      <a:pt x="12992" y="5946"/>
                    </a:cubicBezTo>
                    <a:cubicBezTo>
                      <a:pt x="12778" y="5946"/>
                      <a:pt x="12635" y="5732"/>
                      <a:pt x="12421" y="5732"/>
                    </a:cubicBezTo>
                    <a:cubicBezTo>
                      <a:pt x="12379" y="5727"/>
                      <a:pt x="12341" y="5725"/>
                      <a:pt x="12306" y="5725"/>
                    </a:cubicBezTo>
                    <a:close/>
                    <a:moveTo>
                      <a:pt x="13492" y="7017"/>
                    </a:moveTo>
                    <a:cubicBezTo>
                      <a:pt x="13278" y="7017"/>
                      <a:pt x="13278" y="7160"/>
                      <a:pt x="13278" y="7302"/>
                    </a:cubicBezTo>
                    <a:cubicBezTo>
                      <a:pt x="13349" y="7445"/>
                      <a:pt x="13278" y="7588"/>
                      <a:pt x="13278" y="7731"/>
                    </a:cubicBezTo>
                    <a:cubicBezTo>
                      <a:pt x="13207" y="8016"/>
                      <a:pt x="13492" y="8159"/>
                      <a:pt x="13492" y="8445"/>
                    </a:cubicBezTo>
                    <a:cubicBezTo>
                      <a:pt x="13492" y="8588"/>
                      <a:pt x="13421" y="8730"/>
                      <a:pt x="13421" y="8802"/>
                    </a:cubicBezTo>
                    <a:lnTo>
                      <a:pt x="13421" y="8873"/>
                    </a:lnTo>
                    <a:cubicBezTo>
                      <a:pt x="13421" y="9016"/>
                      <a:pt x="13564" y="9230"/>
                      <a:pt x="13706" y="9373"/>
                    </a:cubicBezTo>
                    <a:cubicBezTo>
                      <a:pt x="13921" y="9587"/>
                      <a:pt x="14063" y="9873"/>
                      <a:pt x="14349" y="10016"/>
                    </a:cubicBezTo>
                    <a:cubicBezTo>
                      <a:pt x="14492" y="10016"/>
                      <a:pt x="14635" y="9944"/>
                      <a:pt x="14706" y="9873"/>
                    </a:cubicBezTo>
                    <a:cubicBezTo>
                      <a:pt x="14777" y="9801"/>
                      <a:pt x="14849" y="9801"/>
                      <a:pt x="14849" y="9730"/>
                    </a:cubicBezTo>
                    <a:cubicBezTo>
                      <a:pt x="14920" y="9659"/>
                      <a:pt x="14849" y="9516"/>
                      <a:pt x="14849" y="9444"/>
                    </a:cubicBezTo>
                    <a:cubicBezTo>
                      <a:pt x="14777" y="9230"/>
                      <a:pt x="14777" y="9016"/>
                      <a:pt x="14849" y="8730"/>
                    </a:cubicBezTo>
                    <a:cubicBezTo>
                      <a:pt x="15063" y="8231"/>
                      <a:pt x="14992" y="8016"/>
                      <a:pt x="14563" y="7731"/>
                    </a:cubicBezTo>
                    <a:cubicBezTo>
                      <a:pt x="14206" y="7517"/>
                      <a:pt x="13992" y="7017"/>
                      <a:pt x="13492" y="7017"/>
                    </a:cubicBezTo>
                    <a:close/>
                    <a:moveTo>
                      <a:pt x="16763" y="8507"/>
                    </a:moveTo>
                    <a:cubicBezTo>
                      <a:pt x="16550" y="8507"/>
                      <a:pt x="16374" y="8588"/>
                      <a:pt x="16277" y="8802"/>
                    </a:cubicBezTo>
                    <a:cubicBezTo>
                      <a:pt x="16205" y="9016"/>
                      <a:pt x="16063" y="9159"/>
                      <a:pt x="15920" y="9302"/>
                    </a:cubicBezTo>
                    <a:cubicBezTo>
                      <a:pt x="15848" y="9373"/>
                      <a:pt x="15777" y="9444"/>
                      <a:pt x="15991" y="9516"/>
                    </a:cubicBezTo>
                    <a:cubicBezTo>
                      <a:pt x="16186" y="9467"/>
                      <a:pt x="16448" y="9352"/>
                      <a:pt x="16685" y="9352"/>
                    </a:cubicBezTo>
                    <a:cubicBezTo>
                      <a:pt x="16795" y="9352"/>
                      <a:pt x="16900" y="9376"/>
                      <a:pt x="16991" y="9444"/>
                    </a:cubicBezTo>
                    <a:cubicBezTo>
                      <a:pt x="16991" y="9516"/>
                      <a:pt x="17062" y="9516"/>
                      <a:pt x="17134" y="9587"/>
                    </a:cubicBezTo>
                    <a:cubicBezTo>
                      <a:pt x="17276" y="9659"/>
                      <a:pt x="17419" y="9659"/>
                      <a:pt x="17562" y="9730"/>
                    </a:cubicBezTo>
                    <a:cubicBezTo>
                      <a:pt x="17705" y="9801"/>
                      <a:pt x="17848" y="9944"/>
                      <a:pt x="17919" y="10016"/>
                    </a:cubicBezTo>
                    <a:cubicBezTo>
                      <a:pt x="18062" y="10158"/>
                      <a:pt x="18347" y="10301"/>
                      <a:pt x="18490" y="10444"/>
                    </a:cubicBezTo>
                    <a:cubicBezTo>
                      <a:pt x="18704" y="10515"/>
                      <a:pt x="18776" y="10587"/>
                      <a:pt x="18990" y="10587"/>
                    </a:cubicBezTo>
                    <a:cubicBezTo>
                      <a:pt x="19133" y="10587"/>
                      <a:pt x="19347" y="10444"/>
                      <a:pt x="19276" y="10230"/>
                    </a:cubicBezTo>
                    <a:cubicBezTo>
                      <a:pt x="19204" y="10158"/>
                      <a:pt x="19061" y="10087"/>
                      <a:pt x="18990" y="9944"/>
                    </a:cubicBezTo>
                    <a:cubicBezTo>
                      <a:pt x="18847" y="9730"/>
                      <a:pt x="18704" y="9516"/>
                      <a:pt x="18490" y="9302"/>
                    </a:cubicBezTo>
                    <a:cubicBezTo>
                      <a:pt x="18178" y="9094"/>
                      <a:pt x="17336" y="8507"/>
                      <a:pt x="16763" y="8507"/>
                    </a:cubicBezTo>
                    <a:close/>
                    <a:moveTo>
                      <a:pt x="18776" y="10872"/>
                    </a:moveTo>
                    <a:cubicBezTo>
                      <a:pt x="18704" y="10944"/>
                      <a:pt x="18704" y="10944"/>
                      <a:pt x="18704" y="10944"/>
                    </a:cubicBezTo>
                    <a:cubicBezTo>
                      <a:pt x="18704" y="11015"/>
                      <a:pt x="18704" y="11015"/>
                      <a:pt x="18704" y="11015"/>
                    </a:cubicBezTo>
                    <a:cubicBezTo>
                      <a:pt x="18704" y="11087"/>
                      <a:pt x="18704" y="11087"/>
                      <a:pt x="18704" y="11087"/>
                    </a:cubicBezTo>
                    <a:cubicBezTo>
                      <a:pt x="18704" y="11158"/>
                      <a:pt x="18704" y="11158"/>
                      <a:pt x="18704" y="11158"/>
                    </a:cubicBezTo>
                    <a:cubicBezTo>
                      <a:pt x="18704" y="11229"/>
                      <a:pt x="18704" y="11229"/>
                      <a:pt x="18704" y="11229"/>
                    </a:cubicBezTo>
                    <a:lnTo>
                      <a:pt x="18776" y="11301"/>
                    </a:lnTo>
                    <a:cubicBezTo>
                      <a:pt x="18847" y="11229"/>
                      <a:pt x="18847" y="11229"/>
                      <a:pt x="18847" y="11229"/>
                    </a:cubicBezTo>
                    <a:cubicBezTo>
                      <a:pt x="18919" y="11087"/>
                      <a:pt x="18919" y="11087"/>
                      <a:pt x="18919" y="11087"/>
                    </a:cubicBezTo>
                    <a:cubicBezTo>
                      <a:pt x="18990" y="10944"/>
                      <a:pt x="18990" y="10944"/>
                      <a:pt x="18990" y="10944"/>
                    </a:cubicBezTo>
                    <a:cubicBezTo>
                      <a:pt x="18919" y="10872"/>
                      <a:pt x="18919" y="10872"/>
                      <a:pt x="18919" y="10872"/>
                    </a:cubicBezTo>
                    <a:close/>
                    <a:moveTo>
                      <a:pt x="15187" y="8675"/>
                    </a:moveTo>
                    <a:cubicBezTo>
                      <a:pt x="15087" y="8675"/>
                      <a:pt x="14992" y="8730"/>
                      <a:pt x="14920" y="8873"/>
                    </a:cubicBezTo>
                    <a:cubicBezTo>
                      <a:pt x="14777" y="9230"/>
                      <a:pt x="15349" y="9801"/>
                      <a:pt x="14849" y="9944"/>
                    </a:cubicBezTo>
                    <a:cubicBezTo>
                      <a:pt x="14706" y="10016"/>
                      <a:pt x="14563" y="10087"/>
                      <a:pt x="14563" y="10230"/>
                    </a:cubicBezTo>
                    <a:cubicBezTo>
                      <a:pt x="14492" y="10515"/>
                      <a:pt x="14920" y="10658"/>
                      <a:pt x="15063" y="10801"/>
                    </a:cubicBezTo>
                    <a:cubicBezTo>
                      <a:pt x="15206" y="10896"/>
                      <a:pt x="15349" y="10928"/>
                      <a:pt x="15491" y="10928"/>
                    </a:cubicBezTo>
                    <a:cubicBezTo>
                      <a:pt x="15777" y="10928"/>
                      <a:pt x="16063" y="10801"/>
                      <a:pt x="16348" y="10801"/>
                    </a:cubicBezTo>
                    <a:cubicBezTo>
                      <a:pt x="16515" y="10849"/>
                      <a:pt x="16689" y="10857"/>
                      <a:pt x="16864" y="10857"/>
                    </a:cubicBezTo>
                    <a:cubicBezTo>
                      <a:pt x="16951" y="10857"/>
                      <a:pt x="17038" y="10855"/>
                      <a:pt x="17125" y="10855"/>
                    </a:cubicBezTo>
                    <a:cubicBezTo>
                      <a:pt x="17384" y="10855"/>
                      <a:pt x="17633" y="10872"/>
                      <a:pt x="17848" y="11015"/>
                    </a:cubicBezTo>
                    <a:cubicBezTo>
                      <a:pt x="18025" y="11193"/>
                      <a:pt x="18203" y="11453"/>
                      <a:pt x="18346" y="11453"/>
                    </a:cubicBezTo>
                    <a:cubicBezTo>
                      <a:pt x="18433" y="11453"/>
                      <a:pt x="18508" y="11357"/>
                      <a:pt x="18562" y="11087"/>
                    </a:cubicBezTo>
                    <a:cubicBezTo>
                      <a:pt x="18633" y="10730"/>
                      <a:pt x="18347" y="10444"/>
                      <a:pt x="18062" y="10301"/>
                    </a:cubicBezTo>
                    <a:cubicBezTo>
                      <a:pt x="17633" y="10016"/>
                      <a:pt x="17134" y="9659"/>
                      <a:pt x="16634" y="9444"/>
                    </a:cubicBezTo>
                    <a:cubicBezTo>
                      <a:pt x="16609" y="9436"/>
                      <a:pt x="16584" y="9433"/>
                      <a:pt x="16558" y="9433"/>
                    </a:cubicBezTo>
                    <a:cubicBezTo>
                      <a:pt x="16401" y="9433"/>
                      <a:pt x="16216" y="9556"/>
                      <a:pt x="16024" y="9556"/>
                    </a:cubicBezTo>
                    <a:cubicBezTo>
                      <a:pt x="15966" y="9556"/>
                      <a:pt x="15907" y="9545"/>
                      <a:pt x="15848" y="9516"/>
                    </a:cubicBezTo>
                    <a:cubicBezTo>
                      <a:pt x="15706" y="9444"/>
                      <a:pt x="15848" y="9230"/>
                      <a:pt x="15706" y="9087"/>
                    </a:cubicBezTo>
                    <a:cubicBezTo>
                      <a:pt x="15610" y="8897"/>
                      <a:pt x="15388" y="8675"/>
                      <a:pt x="15187" y="8675"/>
                    </a:cubicBezTo>
                    <a:close/>
                    <a:moveTo>
                      <a:pt x="18419" y="11658"/>
                    </a:moveTo>
                    <a:cubicBezTo>
                      <a:pt x="18419" y="11729"/>
                      <a:pt x="18419" y="11729"/>
                      <a:pt x="18419" y="11729"/>
                    </a:cubicBezTo>
                    <a:lnTo>
                      <a:pt x="18490" y="11729"/>
                    </a:lnTo>
                    <a:cubicBezTo>
                      <a:pt x="18490" y="11801"/>
                      <a:pt x="18490" y="11801"/>
                      <a:pt x="18490" y="11801"/>
                    </a:cubicBezTo>
                    <a:cubicBezTo>
                      <a:pt x="18490" y="11872"/>
                      <a:pt x="18490" y="11872"/>
                      <a:pt x="18490" y="11872"/>
                    </a:cubicBezTo>
                    <a:cubicBezTo>
                      <a:pt x="18562" y="12086"/>
                      <a:pt x="18562" y="12086"/>
                      <a:pt x="18562" y="12086"/>
                    </a:cubicBezTo>
                    <a:lnTo>
                      <a:pt x="18633" y="12086"/>
                    </a:lnTo>
                    <a:cubicBezTo>
                      <a:pt x="18633" y="12158"/>
                      <a:pt x="18633" y="12158"/>
                      <a:pt x="18633" y="12158"/>
                    </a:cubicBezTo>
                    <a:lnTo>
                      <a:pt x="18704" y="12158"/>
                    </a:lnTo>
                    <a:cubicBezTo>
                      <a:pt x="18704" y="12086"/>
                      <a:pt x="18704" y="12086"/>
                      <a:pt x="18704" y="12086"/>
                    </a:cubicBezTo>
                    <a:cubicBezTo>
                      <a:pt x="18704" y="12015"/>
                      <a:pt x="18704" y="12015"/>
                      <a:pt x="18704" y="12015"/>
                    </a:cubicBezTo>
                    <a:cubicBezTo>
                      <a:pt x="18704" y="11943"/>
                      <a:pt x="18704" y="11943"/>
                      <a:pt x="18704" y="11943"/>
                    </a:cubicBezTo>
                    <a:cubicBezTo>
                      <a:pt x="18704" y="11872"/>
                      <a:pt x="18704" y="11872"/>
                      <a:pt x="18704" y="11872"/>
                    </a:cubicBezTo>
                    <a:lnTo>
                      <a:pt x="18633" y="11801"/>
                    </a:lnTo>
                    <a:cubicBezTo>
                      <a:pt x="18633" y="11729"/>
                      <a:pt x="18633" y="11729"/>
                      <a:pt x="18633" y="11729"/>
                    </a:cubicBezTo>
                    <a:cubicBezTo>
                      <a:pt x="18562" y="11658"/>
                      <a:pt x="18562" y="11658"/>
                      <a:pt x="18562" y="11658"/>
                    </a:cubicBezTo>
                    <a:close/>
                    <a:moveTo>
                      <a:pt x="19490" y="11372"/>
                    </a:moveTo>
                    <a:cubicBezTo>
                      <a:pt x="19347" y="11372"/>
                      <a:pt x="19276" y="11444"/>
                      <a:pt x="19204" y="11586"/>
                    </a:cubicBezTo>
                    <a:cubicBezTo>
                      <a:pt x="19133" y="11729"/>
                      <a:pt x="19061" y="12086"/>
                      <a:pt x="19061" y="12158"/>
                    </a:cubicBezTo>
                    <a:lnTo>
                      <a:pt x="19061" y="12229"/>
                    </a:lnTo>
                    <a:cubicBezTo>
                      <a:pt x="19004" y="12345"/>
                      <a:pt x="19133" y="12554"/>
                      <a:pt x="19260" y="12554"/>
                    </a:cubicBezTo>
                    <a:cubicBezTo>
                      <a:pt x="19290" y="12554"/>
                      <a:pt x="19320" y="12542"/>
                      <a:pt x="19347" y="12515"/>
                    </a:cubicBezTo>
                    <a:cubicBezTo>
                      <a:pt x="19490" y="12515"/>
                      <a:pt x="19775" y="12443"/>
                      <a:pt x="19918" y="12443"/>
                    </a:cubicBezTo>
                    <a:cubicBezTo>
                      <a:pt x="20204" y="12372"/>
                      <a:pt x="20061" y="11801"/>
                      <a:pt x="19918" y="11658"/>
                    </a:cubicBezTo>
                    <a:cubicBezTo>
                      <a:pt x="19847" y="11515"/>
                      <a:pt x="19704" y="11372"/>
                      <a:pt x="19490" y="11372"/>
                    </a:cubicBezTo>
                    <a:close/>
                    <a:moveTo>
                      <a:pt x="17633" y="13728"/>
                    </a:moveTo>
                    <a:lnTo>
                      <a:pt x="17491" y="13800"/>
                    </a:lnTo>
                    <a:cubicBezTo>
                      <a:pt x="17276" y="13871"/>
                      <a:pt x="17276" y="13871"/>
                      <a:pt x="17276" y="13871"/>
                    </a:cubicBezTo>
                    <a:cubicBezTo>
                      <a:pt x="17205" y="13943"/>
                      <a:pt x="17205" y="13943"/>
                      <a:pt x="17205" y="13943"/>
                    </a:cubicBezTo>
                    <a:cubicBezTo>
                      <a:pt x="17276" y="14014"/>
                      <a:pt x="17276" y="14014"/>
                      <a:pt x="17276" y="14014"/>
                    </a:cubicBezTo>
                    <a:cubicBezTo>
                      <a:pt x="17419" y="13943"/>
                      <a:pt x="17419" y="13943"/>
                      <a:pt x="17419" y="13943"/>
                    </a:cubicBezTo>
                    <a:cubicBezTo>
                      <a:pt x="17633" y="13871"/>
                      <a:pt x="17633" y="13871"/>
                      <a:pt x="17633" y="13871"/>
                    </a:cubicBezTo>
                    <a:cubicBezTo>
                      <a:pt x="17776" y="13800"/>
                      <a:pt x="17776" y="13800"/>
                      <a:pt x="17776" y="13800"/>
                    </a:cubicBezTo>
                    <a:cubicBezTo>
                      <a:pt x="17633" y="13728"/>
                      <a:pt x="17633" y="13728"/>
                      <a:pt x="17633" y="13728"/>
                    </a:cubicBezTo>
                    <a:close/>
                    <a:moveTo>
                      <a:pt x="1432" y="0"/>
                    </a:moveTo>
                    <a:cubicBezTo>
                      <a:pt x="1428" y="0"/>
                      <a:pt x="1425" y="6"/>
                      <a:pt x="1425" y="19"/>
                    </a:cubicBezTo>
                    <a:cubicBezTo>
                      <a:pt x="1211" y="519"/>
                      <a:pt x="1211" y="1090"/>
                      <a:pt x="1282" y="1590"/>
                    </a:cubicBezTo>
                    <a:cubicBezTo>
                      <a:pt x="1425" y="2161"/>
                      <a:pt x="1497" y="2804"/>
                      <a:pt x="1354" y="3304"/>
                    </a:cubicBezTo>
                    <a:cubicBezTo>
                      <a:pt x="1354" y="3447"/>
                      <a:pt x="1354" y="3661"/>
                      <a:pt x="1354" y="3804"/>
                    </a:cubicBezTo>
                    <a:cubicBezTo>
                      <a:pt x="1639" y="4375"/>
                      <a:pt x="2139" y="4875"/>
                      <a:pt x="2211" y="5517"/>
                    </a:cubicBezTo>
                    <a:cubicBezTo>
                      <a:pt x="2211" y="6374"/>
                      <a:pt x="568" y="6517"/>
                      <a:pt x="69" y="7017"/>
                    </a:cubicBezTo>
                    <a:cubicBezTo>
                      <a:pt x="-146" y="7231"/>
                      <a:pt x="211" y="7517"/>
                      <a:pt x="283" y="7802"/>
                    </a:cubicBezTo>
                    <a:cubicBezTo>
                      <a:pt x="354" y="7945"/>
                      <a:pt x="426" y="8088"/>
                      <a:pt x="568" y="8231"/>
                    </a:cubicBezTo>
                    <a:cubicBezTo>
                      <a:pt x="925" y="8516"/>
                      <a:pt x="854" y="8873"/>
                      <a:pt x="783" y="9302"/>
                    </a:cubicBezTo>
                    <a:cubicBezTo>
                      <a:pt x="783" y="9587"/>
                      <a:pt x="854" y="9944"/>
                      <a:pt x="783" y="10230"/>
                    </a:cubicBezTo>
                    <a:cubicBezTo>
                      <a:pt x="711" y="10373"/>
                      <a:pt x="640" y="10587"/>
                      <a:pt x="568" y="10801"/>
                    </a:cubicBezTo>
                    <a:cubicBezTo>
                      <a:pt x="568" y="10944"/>
                      <a:pt x="640" y="11158"/>
                      <a:pt x="640" y="11301"/>
                    </a:cubicBezTo>
                    <a:cubicBezTo>
                      <a:pt x="640" y="11444"/>
                      <a:pt x="568" y="11658"/>
                      <a:pt x="568" y="11801"/>
                    </a:cubicBezTo>
                    <a:cubicBezTo>
                      <a:pt x="711" y="12372"/>
                      <a:pt x="1068" y="13014"/>
                      <a:pt x="1639" y="13157"/>
                    </a:cubicBezTo>
                    <a:cubicBezTo>
                      <a:pt x="1925" y="13157"/>
                      <a:pt x="2139" y="13014"/>
                      <a:pt x="2353" y="13014"/>
                    </a:cubicBezTo>
                    <a:cubicBezTo>
                      <a:pt x="2782" y="13014"/>
                      <a:pt x="2996" y="13371"/>
                      <a:pt x="3353" y="13514"/>
                    </a:cubicBezTo>
                    <a:cubicBezTo>
                      <a:pt x="3567" y="13657"/>
                      <a:pt x="3781" y="13800"/>
                      <a:pt x="3996" y="13943"/>
                    </a:cubicBezTo>
                    <a:cubicBezTo>
                      <a:pt x="4567" y="14371"/>
                      <a:pt x="4924" y="14514"/>
                      <a:pt x="4781" y="15442"/>
                    </a:cubicBezTo>
                    <a:cubicBezTo>
                      <a:pt x="4781" y="15514"/>
                      <a:pt x="4710" y="15656"/>
                      <a:pt x="4710" y="15799"/>
                    </a:cubicBezTo>
                    <a:cubicBezTo>
                      <a:pt x="4710" y="16085"/>
                      <a:pt x="4210" y="16085"/>
                      <a:pt x="4210" y="16370"/>
                    </a:cubicBezTo>
                    <a:cubicBezTo>
                      <a:pt x="4353" y="16942"/>
                      <a:pt x="4567" y="17513"/>
                      <a:pt x="4995" y="17870"/>
                    </a:cubicBezTo>
                    <a:cubicBezTo>
                      <a:pt x="5210" y="18084"/>
                      <a:pt x="5495" y="18155"/>
                      <a:pt x="5709" y="18370"/>
                    </a:cubicBezTo>
                    <a:cubicBezTo>
                      <a:pt x="6423" y="19155"/>
                      <a:pt x="7066" y="20226"/>
                      <a:pt x="8137" y="20869"/>
                    </a:cubicBezTo>
                    <a:cubicBezTo>
                      <a:pt x="8351" y="21011"/>
                      <a:pt x="8565" y="21226"/>
                      <a:pt x="8851" y="21440"/>
                    </a:cubicBezTo>
                    <a:cubicBezTo>
                      <a:pt x="9137" y="21725"/>
                      <a:pt x="9636" y="21725"/>
                      <a:pt x="9993" y="21868"/>
                    </a:cubicBezTo>
                    <a:cubicBezTo>
                      <a:pt x="10301" y="21930"/>
                      <a:pt x="10449" y="22097"/>
                      <a:pt x="10712" y="22097"/>
                    </a:cubicBezTo>
                    <a:cubicBezTo>
                      <a:pt x="10755" y="22097"/>
                      <a:pt x="10800" y="22092"/>
                      <a:pt x="10850" y="22082"/>
                    </a:cubicBezTo>
                    <a:cubicBezTo>
                      <a:pt x="11421" y="22082"/>
                      <a:pt x="11493" y="21440"/>
                      <a:pt x="11993" y="21297"/>
                    </a:cubicBezTo>
                    <a:cubicBezTo>
                      <a:pt x="12350" y="21297"/>
                      <a:pt x="12921" y="21154"/>
                      <a:pt x="13278" y="21154"/>
                    </a:cubicBezTo>
                    <a:cubicBezTo>
                      <a:pt x="13421" y="21226"/>
                      <a:pt x="13564" y="21297"/>
                      <a:pt x="13635" y="21368"/>
                    </a:cubicBezTo>
                    <a:cubicBezTo>
                      <a:pt x="14041" y="21842"/>
                      <a:pt x="14512" y="22445"/>
                      <a:pt x="15168" y="22445"/>
                    </a:cubicBezTo>
                    <a:cubicBezTo>
                      <a:pt x="15204" y="22445"/>
                      <a:pt x="15240" y="22443"/>
                      <a:pt x="15277" y="22439"/>
                    </a:cubicBezTo>
                    <a:cubicBezTo>
                      <a:pt x="15706" y="22439"/>
                      <a:pt x="15848" y="21940"/>
                      <a:pt x="16134" y="21654"/>
                    </a:cubicBezTo>
                    <a:cubicBezTo>
                      <a:pt x="16607" y="20944"/>
                      <a:pt x="17276" y="20528"/>
                      <a:pt x="18142" y="20528"/>
                    </a:cubicBezTo>
                    <a:cubicBezTo>
                      <a:pt x="18321" y="20528"/>
                      <a:pt x="18508" y="20546"/>
                      <a:pt x="18704" y="20583"/>
                    </a:cubicBezTo>
                    <a:cubicBezTo>
                      <a:pt x="19276" y="20583"/>
                      <a:pt x="20061" y="20512"/>
                      <a:pt x="20704" y="20440"/>
                    </a:cubicBezTo>
                    <a:cubicBezTo>
                      <a:pt x="20704" y="20440"/>
                      <a:pt x="20775" y="20440"/>
                      <a:pt x="20775" y="20369"/>
                    </a:cubicBezTo>
                    <a:cubicBezTo>
                      <a:pt x="20775" y="20297"/>
                      <a:pt x="20632" y="20226"/>
                      <a:pt x="20632" y="20155"/>
                    </a:cubicBezTo>
                    <a:cubicBezTo>
                      <a:pt x="20632" y="19798"/>
                      <a:pt x="20918" y="19441"/>
                      <a:pt x="20704" y="19084"/>
                    </a:cubicBezTo>
                    <a:cubicBezTo>
                      <a:pt x="20656" y="18893"/>
                      <a:pt x="20640" y="18798"/>
                      <a:pt x="20720" y="18798"/>
                    </a:cubicBezTo>
                    <a:cubicBezTo>
                      <a:pt x="20759" y="18798"/>
                      <a:pt x="20823" y="18822"/>
                      <a:pt x="20918" y="18869"/>
                    </a:cubicBezTo>
                    <a:cubicBezTo>
                      <a:pt x="20992" y="18906"/>
                      <a:pt x="21089" y="18924"/>
                      <a:pt x="21194" y="18924"/>
                    </a:cubicBezTo>
                    <a:cubicBezTo>
                      <a:pt x="21493" y="18924"/>
                      <a:pt x="21846" y="18777"/>
                      <a:pt x="21846" y="18512"/>
                    </a:cubicBezTo>
                    <a:cubicBezTo>
                      <a:pt x="21703" y="18084"/>
                      <a:pt x="21061" y="18155"/>
                      <a:pt x="20704" y="18084"/>
                    </a:cubicBezTo>
                    <a:cubicBezTo>
                      <a:pt x="20561" y="18013"/>
                      <a:pt x="20704" y="17941"/>
                      <a:pt x="20847" y="17870"/>
                    </a:cubicBezTo>
                    <a:cubicBezTo>
                      <a:pt x="20936" y="17840"/>
                      <a:pt x="21037" y="17748"/>
                      <a:pt x="21115" y="17641"/>
                    </a:cubicBezTo>
                    <a:lnTo>
                      <a:pt x="21115" y="17641"/>
                    </a:lnTo>
                    <a:cubicBezTo>
                      <a:pt x="21051" y="17746"/>
                      <a:pt x="21018" y="17856"/>
                      <a:pt x="21061" y="17941"/>
                    </a:cubicBezTo>
                    <a:cubicBezTo>
                      <a:pt x="21096" y="17977"/>
                      <a:pt x="21132" y="17977"/>
                      <a:pt x="21168" y="17977"/>
                    </a:cubicBezTo>
                    <a:cubicBezTo>
                      <a:pt x="21204" y="17977"/>
                      <a:pt x="21239" y="17977"/>
                      <a:pt x="21275" y="18013"/>
                    </a:cubicBezTo>
                    <a:cubicBezTo>
                      <a:pt x="21346" y="18013"/>
                      <a:pt x="21489" y="18084"/>
                      <a:pt x="21561" y="18084"/>
                    </a:cubicBezTo>
                    <a:cubicBezTo>
                      <a:pt x="21608" y="18084"/>
                      <a:pt x="21687" y="18052"/>
                      <a:pt x="21756" y="18052"/>
                    </a:cubicBezTo>
                    <a:cubicBezTo>
                      <a:pt x="21791" y="18052"/>
                      <a:pt x="21822" y="18060"/>
                      <a:pt x="21846" y="18084"/>
                    </a:cubicBezTo>
                    <a:cubicBezTo>
                      <a:pt x="21894" y="18084"/>
                      <a:pt x="21941" y="18116"/>
                      <a:pt x="21989" y="18116"/>
                    </a:cubicBezTo>
                    <a:cubicBezTo>
                      <a:pt x="22013" y="18116"/>
                      <a:pt x="22037" y="18108"/>
                      <a:pt x="22060" y="18084"/>
                    </a:cubicBezTo>
                    <a:cubicBezTo>
                      <a:pt x="22203" y="18084"/>
                      <a:pt x="22346" y="18013"/>
                      <a:pt x="22489" y="17941"/>
                    </a:cubicBezTo>
                    <a:cubicBezTo>
                      <a:pt x="22632" y="17870"/>
                      <a:pt x="22703" y="17870"/>
                      <a:pt x="22846" y="17870"/>
                    </a:cubicBezTo>
                    <a:cubicBezTo>
                      <a:pt x="23060" y="17798"/>
                      <a:pt x="22917" y="17513"/>
                      <a:pt x="22774" y="17441"/>
                    </a:cubicBezTo>
                    <a:cubicBezTo>
                      <a:pt x="22703" y="17370"/>
                      <a:pt x="22417" y="17370"/>
                      <a:pt x="22346" y="17299"/>
                    </a:cubicBezTo>
                    <a:cubicBezTo>
                      <a:pt x="22203" y="17299"/>
                      <a:pt x="22203" y="17156"/>
                      <a:pt x="22060" y="17156"/>
                    </a:cubicBezTo>
                    <a:cubicBezTo>
                      <a:pt x="21989" y="17156"/>
                      <a:pt x="21918" y="17156"/>
                      <a:pt x="21846" y="17084"/>
                    </a:cubicBezTo>
                    <a:cubicBezTo>
                      <a:pt x="21561" y="17084"/>
                      <a:pt x="21418" y="17227"/>
                      <a:pt x="21275" y="17441"/>
                    </a:cubicBezTo>
                    <a:cubicBezTo>
                      <a:pt x="21234" y="17483"/>
                      <a:pt x="21192" y="17530"/>
                      <a:pt x="21156" y="17580"/>
                    </a:cubicBezTo>
                    <a:lnTo>
                      <a:pt x="21156" y="17580"/>
                    </a:lnTo>
                    <a:cubicBezTo>
                      <a:pt x="21238" y="17445"/>
                      <a:pt x="21276" y="17299"/>
                      <a:pt x="21204" y="17227"/>
                    </a:cubicBezTo>
                    <a:cubicBezTo>
                      <a:pt x="21180" y="17203"/>
                      <a:pt x="21148" y="17195"/>
                      <a:pt x="21114" y="17195"/>
                    </a:cubicBezTo>
                    <a:cubicBezTo>
                      <a:pt x="21045" y="17195"/>
                      <a:pt x="20966" y="17227"/>
                      <a:pt x="20918" y="17227"/>
                    </a:cubicBezTo>
                    <a:cubicBezTo>
                      <a:pt x="20775" y="17227"/>
                      <a:pt x="20704" y="17299"/>
                      <a:pt x="20561" y="17299"/>
                    </a:cubicBezTo>
                    <a:cubicBezTo>
                      <a:pt x="20520" y="17340"/>
                      <a:pt x="20407" y="17381"/>
                      <a:pt x="20319" y="17381"/>
                    </a:cubicBezTo>
                    <a:cubicBezTo>
                      <a:pt x="20255" y="17381"/>
                      <a:pt x="20204" y="17359"/>
                      <a:pt x="20204" y="17299"/>
                    </a:cubicBezTo>
                    <a:cubicBezTo>
                      <a:pt x="20347" y="17156"/>
                      <a:pt x="20704" y="17156"/>
                      <a:pt x="20847" y="17084"/>
                    </a:cubicBezTo>
                    <a:cubicBezTo>
                      <a:pt x="21061" y="17013"/>
                      <a:pt x="21204" y="16799"/>
                      <a:pt x="21346" y="16656"/>
                    </a:cubicBezTo>
                    <a:cubicBezTo>
                      <a:pt x="21561" y="16513"/>
                      <a:pt x="21918" y="16442"/>
                      <a:pt x="21846" y="16156"/>
                    </a:cubicBezTo>
                    <a:cubicBezTo>
                      <a:pt x="21918" y="16085"/>
                      <a:pt x="21918" y="16085"/>
                      <a:pt x="21918" y="16013"/>
                    </a:cubicBezTo>
                    <a:cubicBezTo>
                      <a:pt x="21948" y="15953"/>
                      <a:pt x="21991" y="15931"/>
                      <a:pt x="22041" y="15931"/>
                    </a:cubicBezTo>
                    <a:cubicBezTo>
                      <a:pt x="22110" y="15931"/>
                      <a:pt x="22192" y="15972"/>
                      <a:pt x="22275" y="16013"/>
                    </a:cubicBezTo>
                    <a:cubicBezTo>
                      <a:pt x="22489" y="15942"/>
                      <a:pt x="22846" y="15871"/>
                      <a:pt x="23131" y="15799"/>
                    </a:cubicBezTo>
                    <a:cubicBezTo>
                      <a:pt x="23203" y="15728"/>
                      <a:pt x="23274" y="15728"/>
                      <a:pt x="23274" y="15585"/>
                    </a:cubicBezTo>
                    <a:cubicBezTo>
                      <a:pt x="23131" y="14871"/>
                      <a:pt x="23131" y="13728"/>
                      <a:pt x="22203" y="13657"/>
                    </a:cubicBezTo>
                    <a:cubicBezTo>
                      <a:pt x="22132" y="13657"/>
                      <a:pt x="22060" y="13586"/>
                      <a:pt x="21989" y="13514"/>
                    </a:cubicBezTo>
                    <a:cubicBezTo>
                      <a:pt x="21909" y="13391"/>
                      <a:pt x="21827" y="13278"/>
                      <a:pt x="21743" y="13177"/>
                    </a:cubicBezTo>
                    <a:lnTo>
                      <a:pt x="21743" y="13177"/>
                    </a:lnTo>
                    <a:cubicBezTo>
                      <a:pt x="21846" y="13229"/>
                      <a:pt x="21846" y="13229"/>
                      <a:pt x="21846" y="13229"/>
                    </a:cubicBezTo>
                    <a:cubicBezTo>
                      <a:pt x="21846" y="13157"/>
                      <a:pt x="21846" y="13157"/>
                      <a:pt x="21846" y="13157"/>
                    </a:cubicBezTo>
                    <a:cubicBezTo>
                      <a:pt x="21775" y="13014"/>
                      <a:pt x="21775" y="13014"/>
                      <a:pt x="21775" y="13014"/>
                    </a:cubicBezTo>
                    <a:cubicBezTo>
                      <a:pt x="21561" y="12943"/>
                      <a:pt x="21561" y="12943"/>
                      <a:pt x="21561" y="12943"/>
                    </a:cubicBezTo>
                    <a:lnTo>
                      <a:pt x="21561" y="12943"/>
                    </a:lnTo>
                    <a:cubicBezTo>
                      <a:pt x="21632" y="13014"/>
                      <a:pt x="21632" y="13014"/>
                      <a:pt x="21632" y="13014"/>
                    </a:cubicBezTo>
                    <a:lnTo>
                      <a:pt x="21673" y="13096"/>
                    </a:lnTo>
                    <a:lnTo>
                      <a:pt x="21673" y="13096"/>
                    </a:lnTo>
                    <a:cubicBezTo>
                      <a:pt x="21315" y="12697"/>
                      <a:pt x="20924" y="12495"/>
                      <a:pt x="20516" y="12495"/>
                    </a:cubicBezTo>
                    <a:cubicBezTo>
                      <a:pt x="20091" y="12495"/>
                      <a:pt x="19648" y="12714"/>
                      <a:pt x="19204" y="13157"/>
                    </a:cubicBezTo>
                    <a:cubicBezTo>
                      <a:pt x="18633" y="13443"/>
                      <a:pt x="18133" y="13871"/>
                      <a:pt x="17562" y="14085"/>
                    </a:cubicBezTo>
                    <a:cubicBezTo>
                      <a:pt x="17134" y="14228"/>
                      <a:pt x="16705" y="14300"/>
                      <a:pt x="16348" y="14371"/>
                    </a:cubicBezTo>
                    <a:cubicBezTo>
                      <a:pt x="16094" y="14435"/>
                      <a:pt x="15896" y="14668"/>
                      <a:pt x="15654" y="14668"/>
                    </a:cubicBezTo>
                    <a:cubicBezTo>
                      <a:pt x="15625" y="14668"/>
                      <a:pt x="15594" y="14665"/>
                      <a:pt x="15563" y="14657"/>
                    </a:cubicBezTo>
                    <a:cubicBezTo>
                      <a:pt x="15349" y="14657"/>
                      <a:pt x="15134" y="14442"/>
                      <a:pt x="14992" y="14371"/>
                    </a:cubicBezTo>
                    <a:cubicBezTo>
                      <a:pt x="14920" y="14300"/>
                      <a:pt x="14920" y="14300"/>
                      <a:pt x="14992" y="14300"/>
                    </a:cubicBezTo>
                    <a:cubicBezTo>
                      <a:pt x="15134" y="14300"/>
                      <a:pt x="15420" y="14514"/>
                      <a:pt x="15563" y="14514"/>
                    </a:cubicBezTo>
                    <a:cubicBezTo>
                      <a:pt x="15920" y="14442"/>
                      <a:pt x="16134" y="14228"/>
                      <a:pt x="16491" y="14085"/>
                    </a:cubicBezTo>
                    <a:cubicBezTo>
                      <a:pt x="17062" y="13871"/>
                      <a:pt x="17705" y="13514"/>
                      <a:pt x="18347" y="13229"/>
                    </a:cubicBezTo>
                    <a:cubicBezTo>
                      <a:pt x="18704" y="13014"/>
                      <a:pt x="18919" y="12657"/>
                      <a:pt x="18562" y="12300"/>
                    </a:cubicBezTo>
                    <a:cubicBezTo>
                      <a:pt x="18347" y="11943"/>
                      <a:pt x="18062" y="11586"/>
                      <a:pt x="17705" y="11372"/>
                    </a:cubicBezTo>
                    <a:cubicBezTo>
                      <a:pt x="16919" y="11015"/>
                      <a:pt x="16063" y="11229"/>
                      <a:pt x="15277" y="11087"/>
                    </a:cubicBezTo>
                    <a:cubicBezTo>
                      <a:pt x="14706" y="10944"/>
                      <a:pt x="14349" y="10301"/>
                      <a:pt x="13849" y="9944"/>
                    </a:cubicBezTo>
                    <a:cubicBezTo>
                      <a:pt x="13421" y="9659"/>
                      <a:pt x="13207" y="9159"/>
                      <a:pt x="13207" y="8588"/>
                    </a:cubicBezTo>
                    <a:cubicBezTo>
                      <a:pt x="13207" y="8302"/>
                      <a:pt x="12992" y="8016"/>
                      <a:pt x="12921" y="7731"/>
                    </a:cubicBezTo>
                    <a:cubicBezTo>
                      <a:pt x="12921" y="7588"/>
                      <a:pt x="12921" y="7445"/>
                      <a:pt x="12850" y="7302"/>
                    </a:cubicBezTo>
                    <a:cubicBezTo>
                      <a:pt x="12707" y="7160"/>
                      <a:pt x="12564" y="7017"/>
                      <a:pt x="12350" y="6945"/>
                    </a:cubicBezTo>
                    <a:cubicBezTo>
                      <a:pt x="11778" y="6588"/>
                      <a:pt x="11207" y="5946"/>
                      <a:pt x="10636" y="5517"/>
                    </a:cubicBezTo>
                    <a:cubicBezTo>
                      <a:pt x="10451" y="5412"/>
                      <a:pt x="10257" y="5384"/>
                      <a:pt x="10057" y="5384"/>
                    </a:cubicBezTo>
                    <a:cubicBezTo>
                      <a:pt x="9837" y="5384"/>
                      <a:pt x="9611" y="5417"/>
                      <a:pt x="9381" y="5417"/>
                    </a:cubicBezTo>
                    <a:cubicBezTo>
                      <a:pt x="9253" y="5417"/>
                      <a:pt x="9123" y="5407"/>
                      <a:pt x="8994" y="5375"/>
                    </a:cubicBezTo>
                    <a:cubicBezTo>
                      <a:pt x="8780" y="5303"/>
                      <a:pt x="8565" y="5160"/>
                      <a:pt x="8351" y="5018"/>
                    </a:cubicBezTo>
                    <a:cubicBezTo>
                      <a:pt x="7709" y="4446"/>
                      <a:pt x="7994" y="3304"/>
                      <a:pt x="7352" y="2804"/>
                    </a:cubicBezTo>
                    <a:cubicBezTo>
                      <a:pt x="6995" y="2447"/>
                      <a:pt x="6566" y="2233"/>
                      <a:pt x="6209" y="1876"/>
                    </a:cubicBezTo>
                    <a:cubicBezTo>
                      <a:pt x="6138" y="1804"/>
                      <a:pt x="6066" y="1590"/>
                      <a:pt x="5924" y="1519"/>
                    </a:cubicBezTo>
                    <a:cubicBezTo>
                      <a:pt x="5909" y="1514"/>
                      <a:pt x="5894" y="1509"/>
                      <a:pt x="5880" y="1505"/>
                    </a:cubicBezTo>
                    <a:lnTo>
                      <a:pt x="5880" y="1505"/>
                    </a:lnTo>
                    <a:cubicBezTo>
                      <a:pt x="5995" y="1447"/>
                      <a:pt x="5995" y="1447"/>
                      <a:pt x="5995" y="1447"/>
                    </a:cubicBezTo>
                    <a:lnTo>
                      <a:pt x="6066" y="1447"/>
                    </a:lnTo>
                    <a:cubicBezTo>
                      <a:pt x="5995" y="1376"/>
                      <a:pt x="5995" y="1376"/>
                      <a:pt x="5995" y="1376"/>
                    </a:cubicBezTo>
                    <a:lnTo>
                      <a:pt x="5852" y="1376"/>
                    </a:lnTo>
                    <a:cubicBezTo>
                      <a:pt x="5709" y="1447"/>
                      <a:pt x="5709" y="1447"/>
                      <a:pt x="5709" y="1447"/>
                    </a:cubicBezTo>
                    <a:lnTo>
                      <a:pt x="5638" y="1447"/>
                    </a:lnTo>
                    <a:cubicBezTo>
                      <a:pt x="5638" y="1450"/>
                      <a:pt x="5638" y="1452"/>
                      <a:pt x="5638" y="1455"/>
                    </a:cubicBezTo>
                    <a:lnTo>
                      <a:pt x="5638" y="1455"/>
                    </a:lnTo>
                    <a:cubicBezTo>
                      <a:pt x="5569" y="1446"/>
                      <a:pt x="5500" y="1442"/>
                      <a:pt x="5430" y="1442"/>
                    </a:cubicBezTo>
                    <a:cubicBezTo>
                      <a:pt x="4881" y="1442"/>
                      <a:pt x="4349" y="1721"/>
                      <a:pt x="4567" y="2376"/>
                    </a:cubicBezTo>
                    <a:cubicBezTo>
                      <a:pt x="4853" y="2875"/>
                      <a:pt x="5281" y="3447"/>
                      <a:pt x="5352" y="4018"/>
                    </a:cubicBezTo>
                    <a:cubicBezTo>
                      <a:pt x="5352" y="4076"/>
                      <a:pt x="5352" y="4180"/>
                      <a:pt x="5277" y="4180"/>
                    </a:cubicBezTo>
                    <a:cubicBezTo>
                      <a:pt x="5259" y="4180"/>
                      <a:pt x="5237" y="4174"/>
                      <a:pt x="5210" y="4161"/>
                    </a:cubicBezTo>
                    <a:cubicBezTo>
                      <a:pt x="5138" y="4161"/>
                      <a:pt x="5067" y="3946"/>
                      <a:pt x="5067" y="3875"/>
                    </a:cubicBezTo>
                    <a:cubicBezTo>
                      <a:pt x="4924" y="3518"/>
                      <a:pt x="4781" y="3232"/>
                      <a:pt x="4424" y="3018"/>
                    </a:cubicBezTo>
                    <a:cubicBezTo>
                      <a:pt x="4067" y="2733"/>
                      <a:pt x="3639" y="2518"/>
                      <a:pt x="3210" y="2376"/>
                    </a:cubicBezTo>
                    <a:cubicBezTo>
                      <a:pt x="2710" y="2161"/>
                      <a:pt x="2211" y="1662"/>
                      <a:pt x="1925" y="1233"/>
                    </a:cubicBezTo>
                    <a:cubicBezTo>
                      <a:pt x="1782" y="876"/>
                      <a:pt x="1711" y="519"/>
                      <a:pt x="1568" y="234"/>
                    </a:cubicBezTo>
                    <a:cubicBezTo>
                      <a:pt x="1510" y="117"/>
                      <a:pt x="1451" y="0"/>
                      <a:pt x="14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59"/>
              <p:cNvSpPr/>
              <p:nvPr/>
            </p:nvSpPr>
            <p:spPr>
              <a:xfrm>
                <a:off x="1025400" y="2071600"/>
                <a:ext cx="581875" cy="561125"/>
              </a:xfrm>
              <a:custGeom>
                <a:rect b="b" l="l" r="r" t="t"/>
                <a:pathLst>
                  <a:path extrusionOk="0" fill="none" h="22445" w="23275">
                    <a:moveTo>
                      <a:pt x="18633" y="11801"/>
                    </a:moveTo>
                    <a:cubicBezTo>
                      <a:pt x="18633" y="11729"/>
                      <a:pt x="18633" y="11729"/>
                      <a:pt x="18633" y="11729"/>
                    </a:cubicBezTo>
                    <a:cubicBezTo>
                      <a:pt x="18562" y="11658"/>
                      <a:pt x="18562" y="11658"/>
                      <a:pt x="18562" y="11658"/>
                    </a:cubicBezTo>
                    <a:cubicBezTo>
                      <a:pt x="18490" y="11658"/>
                      <a:pt x="18490" y="11658"/>
                      <a:pt x="18490" y="11658"/>
                    </a:cubicBezTo>
                    <a:cubicBezTo>
                      <a:pt x="18419" y="11658"/>
                      <a:pt x="18419" y="11658"/>
                      <a:pt x="18419" y="11658"/>
                    </a:cubicBezTo>
                    <a:cubicBezTo>
                      <a:pt x="18419" y="11729"/>
                      <a:pt x="18419" y="11729"/>
                      <a:pt x="18419" y="11729"/>
                    </a:cubicBezTo>
                    <a:cubicBezTo>
                      <a:pt x="18490" y="11729"/>
                      <a:pt x="18490" y="11729"/>
                      <a:pt x="18490" y="11729"/>
                    </a:cubicBezTo>
                    <a:cubicBezTo>
                      <a:pt x="18490" y="11801"/>
                      <a:pt x="18490" y="11801"/>
                      <a:pt x="18490" y="11801"/>
                    </a:cubicBezTo>
                    <a:cubicBezTo>
                      <a:pt x="18490" y="11872"/>
                      <a:pt x="18490" y="11872"/>
                      <a:pt x="18490" y="11872"/>
                    </a:cubicBezTo>
                    <a:cubicBezTo>
                      <a:pt x="18562" y="12086"/>
                      <a:pt x="18562" y="12086"/>
                      <a:pt x="18562" y="12086"/>
                    </a:cubicBezTo>
                    <a:cubicBezTo>
                      <a:pt x="18633" y="12086"/>
                      <a:pt x="18633" y="12086"/>
                      <a:pt x="18633" y="12086"/>
                    </a:cubicBezTo>
                    <a:cubicBezTo>
                      <a:pt x="18633" y="12158"/>
                      <a:pt x="18633" y="12158"/>
                      <a:pt x="18633" y="12158"/>
                    </a:cubicBezTo>
                    <a:cubicBezTo>
                      <a:pt x="18704" y="12158"/>
                      <a:pt x="18704" y="12158"/>
                      <a:pt x="18704" y="12158"/>
                    </a:cubicBezTo>
                    <a:cubicBezTo>
                      <a:pt x="18704" y="12158"/>
                      <a:pt x="18704" y="12158"/>
                      <a:pt x="18704" y="12158"/>
                    </a:cubicBezTo>
                    <a:cubicBezTo>
                      <a:pt x="18704" y="12086"/>
                      <a:pt x="18704" y="12086"/>
                      <a:pt x="18704" y="12086"/>
                    </a:cubicBezTo>
                    <a:cubicBezTo>
                      <a:pt x="18704" y="12015"/>
                      <a:pt x="18704" y="12015"/>
                      <a:pt x="18704" y="12015"/>
                    </a:cubicBezTo>
                    <a:cubicBezTo>
                      <a:pt x="18704" y="11943"/>
                      <a:pt x="18704" y="11943"/>
                      <a:pt x="18704" y="11943"/>
                    </a:cubicBezTo>
                    <a:cubicBezTo>
                      <a:pt x="18704" y="11872"/>
                      <a:pt x="18704" y="11872"/>
                      <a:pt x="18704" y="11872"/>
                    </a:cubicBezTo>
                    <a:close/>
                    <a:moveTo>
                      <a:pt x="14920" y="8873"/>
                    </a:moveTo>
                    <a:cubicBezTo>
                      <a:pt x="14777" y="9230"/>
                      <a:pt x="15349" y="9801"/>
                      <a:pt x="14849" y="9944"/>
                    </a:cubicBezTo>
                    <a:cubicBezTo>
                      <a:pt x="14706" y="10016"/>
                      <a:pt x="14563" y="10087"/>
                      <a:pt x="14563" y="10230"/>
                    </a:cubicBezTo>
                    <a:cubicBezTo>
                      <a:pt x="14492" y="10515"/>
                      <a:pt x="14920" y="10658"/>
                      <a:pt x="15063" y="10801"/>
                    </a:cubicBezTo>
                    <a:cubicBezTo>
                      <a:pt x="15491" y="11087"/>
                      <a:pt x="15920" y="10801"/>
                      <a:pt x="16348" y="10801"/>
                    </a:cubicBezTo>
                    <a:cubicBezTo>
                      <a:pt x="16848" y="10944"/>
                      <a:pt x="17419" y="10730"/>
                      <a:pt x="17848" y="11015"/>
                    </a:cubicBezTo>
                    <a:cubicBezTo>
                      <a:pt x="18133" y="11301"/>
                      <a:pt x="18419" y="11801"/>
                      <a:pt x="18562" y="11087"/>
                    </a:cubicBezTo>
                    <a:cubicBezTo>
                      <a:pt x="18633" y="10730"/>
                      <a:pt x="18347" y="10444"/>
                      <a:pt x="18062" y="10301"/>
                    </a:cubicBezTo>
                    <a:cubicBezTo>
                      <a:pt x="17633" y="10016"/>
                      <a:pt x="17134" y="9659"/>
                      <a:pt x="16634" y="9444"/>
                    </a:cubicBezTo>
                    <a:cubicBezTo>
                      <a:pt x="16420" y="9373"/>
                      <a:pt x="16134" y="9659"/>
                      <a:pt x="15848" y="9516"/>
                    </a:cubicBezTo>
                    <a:cubicBezTo>
                      <a:pt x="15706" y="9444"/>
                      <a:pt x="15848" y="9230"/>
                      <a:pt x="15706" y="9087"/>
                    </a:cubicBezTo>
                    <a:cubicBezTo>
                      <a:pt x="15563" y="8802"/>
                      <a:pt x="15134" y="8445"/>
                      <a:pt x="14920" y="8873"/>
                    </a:cubicBezTo>
                    <a:close/>
                    <a:moveTo>
                      <a:pt x="18776" y="11301"/>
                    </a:moveTo>
                    <a:cubicBezTo>
                      <a:pt x="18847" y="11229"/>
                      <a:pt x="18847" y="11229"/>
                      <a:pt x="18847" y="11229"/>
                    </a:cubicBezTo>
                    <a:cubicBezTo>
                      <a:pt x="18919" y="11087"/>
                      <a:pt x="18919" y="11087"/>
                      <a:pt x="18919" y="11087"/>
                    </a:cubicBezTo>
                    <a:cubicBezTo>
                      <a:pt x="18990" y="10944"/>
                      <a:pt x="18990" y="10944"/>
                      <a:pt x="18990" y="10944"/>
                    </a:cubicBezTo>
                    <a:cubicBezTo>
                      <a:pt x="18919" y="10872"/>
                      <a:pt x="18919" y="10872"/>
                      <a:pt x="18919" y="10872"/>
                    </a:cubicBezTo>
                    <a:cubicBezTo>
                      <a:pt x="18847" y="10872"/>
                      <a:pt x="18847" y="10872"/>
                      <a:pt x="18847" y="10872"/>
                    </a:cubicBezTo>
                    <a:cubicBezTo>
                      <a:pt x="18847" y="10872"/>
                      <a:pt x="18847" y="10872"/>
                      <a:pt x="18847" y="10872"/>
                    </a:cubicBezTo>
                    <a:cubicBezTo>
                      <a:pt x="18776" y="10872"/>
                      <a:pt x="18776" y="10872"/>
                      <a:pt x="18776" y="10872"/>
                    </a:cubicBezTo>
                    <a:cubicBezTo>
                      <a:pt x="18704" y="10944"/>
                      <a:pt x="18704" y="10944"/>
                      <a:pt x="18704" y="10944"/>
                    </a:cubicBezTo>
                    <a:cubicBezTo>
                      <a:pt x="18704" y="11015"/>
                      <a:pt x="18704" y="11015"/>
                      <a:pt x="18704" y="11015"/>
                    </a:cubicBezTo>
                    <a:cubicBezTo>
                      <a:pt x="18704" y="11015"/>
                      <a:pt x="18704" y="11015"/>
                      <a:pt x="18704" y="11015"/>
                    </a:cubicBezTo>
                    <a:cubicBezTo>
                      <a:pt x="18704" y="11087"/>
                      <a:pt x="18704" y="11087"/>
                      <a:pt x="18704" y="11087"/>
                    </a:cubicBezTo>
                    <a:cubicBezTo>
                      <a:pt x="18704" y="11158"/>
                      <a:pt x="18704" y="11158"/>
                      <a:pt x="18704" y="11158"/>
                    </a:cubicBezTo>
                    <a:cubicBezTo>
                      <a:pt x="18704" y="11229"/>
                      <a:pt x="18704" y="11229"/>
                      <a:pt x="18704" y="11229"/>
                    </a:cubicBezTo>
                    <a:cubicBezTo>
                      <a:pt x="18704" y="11229"/>
                      <a:pt x="18704" y="11229"/>
                      <a:pt x="18704" y="11229"/>
                    </a:cubicBezTo>
                    <a:close/>
                    <a:moveTo>
                      <a:pt x="15991" y="9516"/>
                    </a:moveTo>
                    <a:cubicBezTo>
                      <a:pt x="16277" y="9444"/>
                      <a:pt x="16705" y="9230"/>
                      <a:pt x="16991" y="9444"/>
                    </a:cubicBezTo>
                    <a:cubicBezTo>
                      <a:pt x="16991" y="9516"/>
                      <a:pt x="17062" y="9516"/>
                      <a:pt x="17134" y="9587"/>
                    </a:cubicBezTo>
                    <a:cubicBezTo>
                      <a:pt x="17276" y="9659"/>
                      <a:pt x="17419" y="9659"/>
                      <a:pt x="17562" y="9730"/>
                    </a:cubicBezTo>
                    <a:cubicBezTo>
                      <a:pt x="17705" y="9801"/>
                      <a:pt x="17848" y="9944"/>
                      <a:pt x="17919" y="10016"/>
                    </a:cubicBezTo>
                    <a:cubicBezTo>
                      <a:pt x="18062" y="10158"/>
                      <a:pt x="18347" y="10301"/>
                      <a:pt x="18490" y="10444"/>
                    </a:cubicBezTo>
                    <a:cubicBezTo>
                      <a:pt x="18704" y="10515"/>
                      <a:pt x="18776" y="10587"/>
                      <a:pt x="18990" y="10587"/>
                    </a:cubicBezTo>
                    <a:cubicBezTo>
                      <a:pt x="19133" y="10587"/>
                      <a:pt x="19347" y="10444"/>
                      <a:pt x="19276" y="10230"/>
                    </a:cubicBezTo>
                    <a:cubicBezTo>
                      <a:pt x="19204" y="10158"/>
                      <a:pt x="19061" y="10087"/>
                      <a:pt x="18990" y="9944"/>
                    </a:cubicBezTo>
                    <a:cubicBezTo>
                      <a:pt x="18847" y="9730"/>
                      <a:pt x="18704" y="9516"/>
                      <a:pt x="18490" y="9302"/>
                    </a:cubicBezTo>
                    <a:cubicBezTo>
                      <a:pt x="18062" y="9016"/>
                      <a:pt x="16634" y="8016"/>
                      <a:pt x="16277" y="8802"/>
                    </a:cubicBezTo>
                    <a:cubicBezTo>
                      <a:pt x="16205" y="9016"/>
                      <a:pt x="16063" y="9159"/>
                      <a:pt x="15920" y="9302"/>
                    </a:cubicBezTo>
                    <a:cubicBezTo>
                      <a:pt x="15848" y="9373"/>
                      <a:pt x="15777" y="9444"/>
                      <a:pt x="15991" y="9516"/>
                    </a:cubicBezTo>
                    <a:close/>
                    <a:moveTo>
                      <a:pt x="13421" y="8873"/>
                    </a:moveTo>
                    <a:cubicBezTo>
                      <a:pt x="13421" y="9016"/>
                      <a:pt x="13564" y="9230"/>
                      <a:pt x="13706" y="9373"/>
                    </a:cubicBezTo>
                    <a:cubicBezTo>
                      <a:pt x="13921" y="9587"/>
                      <a:pt x="14063" y="9873"/>
                      <a:pt x="14349" y="10016"/>
                    </a:cubicBezTo>
                    <a:cubicBezTo>
                      <a:pt x="14492" y="10016"/>
                      <a:pt x="14635" y="9944"/>
                      <a:pt x="14706" y="9873"/>
                    </a:cubicBezTo>
                    <a:cubicBezTo>
                      <a:pt x="14777" y="9801"/>
                      <a:pt x="14849" y="9801"/>
                      <a:pt x="14849" y="9730"/>
                    </a:cubicBezTo>
                    <a:cubicBezTo>
                      <a:pt x="14920" y="9659"/>
                      <a:pt x="14849" y="9516"/>
                      <a:pt x="14849" y="9444"/>
                    </a:cubicBezTo>
                    <a:cubicBezTo>
                      <a:pt x="14777" y="9230"/>
                      <a:pt x="14777" y="9016"/>
                      <a:pt x="14849" y="8730"/>
                    </a:cubicBezTo>
                    <a:cubicBezTo>
                      <a:pt x="15063" y="8231"/>
                      <a:pt x="14992" y="8016"/>
                      <a:pt x="14563" y="7731"/>
                    </a:cubicBezTo>
                    <a:cubicBezTo>
                      <a:pt x="14206" y="7517"/>
                      <a:pt x="13992" y="7017"/>
                      <a:pt x="13492" y="7017"/>
                    </a:cubicBezTo>
                    <a:cubicBezTo>
                      <a:pt x="13278" y="7017"/>
                      <a:pt x="13278" y="7160"/>
                      <a:pt x="13278" y="7302"/>
                    </a:cubicBezTo>
                    <a:cubicBezTo>
                      <a:pt x="13349" y="7445"/>
                      <a:pt x="13278" y="7588"/>
                      <a:pt x="13278" y="7731"/>
                    </a:cubicBezTo>
                    <a:cubicBezTo>
                      <a:pt x="13207" y="8016"/>
                      <a:pt x="13492" y="8159"/>
                      <a:pt x="13492" y="8445"/>
                    </a:cubicBezTo>
                    <a:cubicBezTo>
                      <a:pt x="13492" y="8588"/>
                      <a:pt x="13421" y="8730"/>
                      <a:pt x="13421" y="8802"/>
                    </a:cubicBezTo>
                    <a:close/>
                    <a:moveTo>
                      <a:pt x="21703" y="13157"/>
                    </a:moveTo>
                    <a:cubicBezTo>
                      <a:pt x="21846" y="13229"/>
                      <a:pt x="21846" y="13229"/>
                      <a:pt x="21846" y="13229"/>
                    </a:cubicBezTo>
                    <a:cubicBezTo>
                      <a:pt x="21846" y="13157"/>
                      <a:pt x="21846" y="13157"/>
                      <a:pt x="21846" y="13157"/>
                    </a:cubicBezTo>
                    <a:cubicBezTo>
                      <a:pt x="21775" y="13014"/>
                      <a:pt x="21775" y="13014"/>
                      <a:pt x="21775" y="13014"/>
                    </a:cubicBezTo>
                    <a:cubicBezTo>
                      <a:pt x="21561" y="12943"/>
                      <a:pt x="21561" y="12943"/>
                      <a:pt x="21561" y="12943"/>
                    </a:cubicBezTo>
                    <a:cubicBezTo>
                      <a:pt x="21632" y="13014"/>
                      <a:pt x="21632" y="13014"/>
                      <a:pt x="21632" y="13014"/>
                    </a:cubicBezTo>
                    <a:close/>
                    <a:moveTo>
                      <a:pt x="19061" y="12229"/>
                    </a:moveTo>
                    <a:cubicBezTo>
                      <a:pt x="18990" y="12372"/>
                      <a:pt x="19204" y="12657"/>
                      <a:pt x="19347" y="12515"/>
                    </a:cubicBezTo>
                    <a:cubicBezTo>
                      <a:pt x="19490" y="12515"/>
                      <a:pt x="19775" y="12443"/>
                      <a:pt x="19918" y="12443"/>
                    </a:cubicBezTo>
                    <a:cubicBezTo>
                      <a:pt x="20204" y="12372"/>
                      <a:pt x="20061" y="11801"/>
                      <a:pt x="19918" y="11658"/>
                    </a:cubicBezTo>
                    <a:cubicBezTo>
                      <a:pt x="19847" y="11515"/>
                      <a:pt x="19704" y="11372"/>
                      <a:pt x="19490" y="11372"/>
                    </a:cubicBezTo>
                    <a:cubicBezTo>
                      <a:pt x="19347" y="11372"/>
                      <a:pt x="19276" y="11444"/>
                      <a:pt x="19204" y="11586"/>
                    </a:cubicBezTo>
                    <a:cubicBezTo>
                      <a:pt x="19133" y="11729"/>
                      <a:pt x="19061" y="12086"/>
                      <a:pt x="19061" y="12158"/>
                    </a:cubicBezTo>
                    <a:close/>
                    <a:moveTo>
                      <a:pt x="22774" y="17441"/>
                    </a:moveTo>
                    <a:cubicBezTo>
                      <a:pt x="22703" y="17370"/>
                      <a:pt x="22417" y="17370"/>
                      <a:pt x="22346" y="17299"/>
                    </a:cubicBezTo>
                    <a:cubicBezTo>
                      <a:pt x="22203" y="17299"/>
                      <a:pt x="22203" y="17156"/>
                      <a:pt x="22060" y="17156"/>
                    </a:cubicBezTo>
                    <a:cubicBezTo>
                      <a:pt x="21989" y="17156"/>
                      <a:pt x="21918" y="17156"/>
                      <a:pt x="21846" y="17084"/>
                    </a:cubicBezTo>
                    <a:cubicBezTo>
                      <a:pt x="21561" y="17084"/>
                      <a:pt x="21418" y="17227"/>
                      <a:pt x="21275" y="17441"/>
                    </a:cubicBezTo>
                    <a:cubicBezTo>
                      <a:pt x="21132" y="17584"/>
                      <a:pt x="20989" y="17798"/>
                      <a:pt x="21061" y="17941"/>
                    </a:cubicBezTo>
                    <a:cubicBezTo>
                      <a:pt x="21132" y="18013"/>
                      <a:pt x="21204" y="17941"/>
                      <a:pt x="21275" y="18013"/>
                    </a:cubicBezTo>
                    <a:cubicBezTo>
                      <a:pt x="21346" y="18013"/>
                      <a:pt x="21489" y="18084"/>
                      <a:pt x="21561" y="18084"/>
                    </a:cubicBezTo>
                    <a:cubicBezTo>
                      <a:pt x="21632" y="18084"/>
                      <a:pt x="21775" y="18013"/>
                      <a:pt x="21846" y="18084"/>
                    </a:cubicBezTo>
                    <a:cubicBezTo>
                      <a:pt x="21918" y="18084"/>
                      <a:pt x="21989" y="18155"/>
                      <a:pt x="22060" y="18084"/>
                    </a:cubicBezTo>
                    <a:cubicBezTo>
                      <a:pt x="22203" y="18084"/>
                      <a:pt x="22346" y="18013"/>
                      <a:pt x="22489" y="17941"/>
                    </a:cubicBezTo>
                    <a:cubicBezTo>
                      <a:pt x="22632" y="17870"/>
                      <a:pt x="22703" y="17870"/>
                      <a:pt x="22846" y="17870"/>
                    </a:cubicBezTo>
                    <a:cubicBezTo>
                      <a:pt x="23060" y="17798"/>
                      <a:pt x="22917" y="17513"/>
                      <a:pt x="22774" y="17441"/>
                    </a:cubicBezTo>
                    <a:close/>
                    <a:moveTo>
                      <a:pt x="23274" y="15585"/>
                    </a:moveTo>
                    <a:cubicBezTo>
                      <a:pt x="23131" y="14871"/>
                      <a:pt x="23131" y="13728"/>
                      <a:pt x="22203" y="13657"/>
                    </a:cubicBezTo>
                    <a:cubicBezTo>
                      <a:pt x="22132" y="13657"/>
                      <a:pt x="22060" y="13586"/>
                      <a:pt x="21989" y="13514"/>
                    </a:cubicBezTo>
                    <a:cubicBezTo>
                      <a:pt x="21204" y="12300"/>
                      <a:pt x="20204" y="12158"/>
                      <a:pt x="19204" y="13157"/>
                    </a:cubicBezTo>
                    <a:cubicBezTo>
                      <a:pt x="18633" y="13443"/>
                      <a:pt x="18133" y="13871"/>
                      <a:pt x="17562" y="14085"/>
                    </a:cubicBezTo>
                    <a:cubicBezTo>
                      <a:pt x="17134" y="14228"/>
                      <a:pt x="16705" y="14300"/>
                      <a:pt x="16348" y="14371"/>
                    </a:cubicBezTo>
                    <a:cubicBezTo>
                      <a:pt x="16063" y="14442"/>
                      <a:pt x="15848" y="14728"/>
                      <a:pt x="15563" y="14657"/>
                    </a:cubicBezTo>
                    <a:cubicBezTo>
                      <a:pt x="15349" y="14657"/>
                      <a:pt x="15134" y="14442"/>
                      <a:pt x="14992" y="14371"/>
                    </a:cubicBezTo>
                    <a:cubicBezTo>
                      <a:pt x="14920" y="14300"/>
                      <a:pt x="14920" y="14300"/>
                      <a:pt x="14992" y="14300"/>
                    </a:cubicBezTo>
                    <a:cubicBezTo>
                      <a:pt x="15134" y="14300"/>
                      <a:pt x="15420" y="14514"/>
                      <a:pt x="15563" y="14514"/>
                    </a:cubicBezTo>
                    <a:cubicBezTo>
                      <a:pt x="15920" y="14442"/>
                      <a:pt x="16134" y="14228"/>
                      <a:pt x="16491" y="14085"/>
                    </a:cubicBezTo>
                    <a:cubicBezTo>
                      <a:pt x="17062" y="13871"/>
                      <a:pt x="17705" y="13514"/>
                      <a:pt x="18347" y="13229"/>
                    </a:cubicBezTo>
                    <a:cubicBezTo>
                      <a:pt x="18704" y="13014"/>
                      <a:pt x="18919" y="12657"/>
                      <a:pt x="18562" y="12300"/>
                    </a:cubicBezTo>
                    <a:cubicBezTo>
                      <a:pt x="18347" y="11943"/>
                      <a:pt x="18062" y="11586"/>
                      <a:pt x="17705" y="11372"/>
                    </a:cubicBezTo>
                    <a:cubicBezTo>
                      <a:pt x="16919" y="11015"/>
                      <a:pt x="16063" y="11229"/>
                      <a:pt x="15277" y="11087"/>
                    </a:cubicBezTo>
                    <a:cubicBezTo>
                      <a:pt x="14706" y="10944"/>
                      <a:pt x="14349" y="10301"/>
                      <a:pt x="13849" y="9944"/>
                    </a:cubicBezTo>
                    <a:cubicBezTo>
                      <a:pt x="13421" y="9659"/>
                      <a:pt x="13207" y="9159"/>
                      <a:pt x="13207" y="8588"/>
                    </a:cubicBezTo>
                    <a:cubicBezTo>
                      <a:pt x="13207" y="8302"/>
                      <a:pt x="12992" y="8016"/>
                      <a:pt x="12921" y="7731"/>
                    </a:cubicBezTo>
                    <a:cubicBezTo>
                      <a:pt x="12921" y="7588"/>
                      <a:pt x="12921" y="7445"/>
                      <a:pt x="12850" y="7302"/>
                    </a:cubicBezTo>
                    <a:cubicBezTo>
                      <a:pt x="12707" y="7160"/>
                      <a:pt x="12564" y="7017"/>
                      <a:pt x="12350" y="6945"/>
                    </a:cubicBezTo>
                    <a:cubicBezTo>
                      <a:pt x="11778" y="6588"/>
                      <a:pt x="11207" y="5946"/>
                      <a:pt x="10636" y="5517"/>
                    </a:cubicBezTo>
                    <a:cubicBezTo>
                      <a:pt x="10136" y="5232"/>
                      <a:pt x="9565" y="5517"/>
                      <a:pt x="8994" y="5375"/>
                    </a:cubicBezTo>
                    <a:cubicBezTo>
                      <a:pt x="8780" y="5303"/>
                      <a:pt x="8565" y="5160"/>
                      <a:pt x="8351" y="5018"/>
                    </a:cubicBezTo>
                    <a:cubicBezTo>
                      <a:pt x="7709" y="4446"/>
                      <a:pt x="7994" y="3304"/>
                      <a:pt x="7352" y="2804"/>
                    </a:cubicBezTo>
                    <a:cubicBezTo>
                      <a:pt x="6995" y="2447"/>
                      <a:pt x="6566" y="2233"/>
                      <a:pt x="6209" y="1876"/>
                    </a:cubicBezTo>
                    <a:cubicBezTo>
                      <a:pt x="6138" y="1804"/>
                      <a:pt x="6066" y="1590"/>
                      <a:pt x="5924" y="1519"/>
                    </a:cubicBezTo>
                    <a:cubicBezTo>
                      <a:pt x="5281" y="1305"/>
                      <a:pt x="4281" y="1519"/>
                      <a:pt x="4567" y="2376"/>
                    </a:cubicBezTo>
                    <a:cubicBezTo>
                      <a:pt x="4853" y="2875"/>
                      <a:pt x="5281" y="3447"/>
                      <a:pt x="5352" y="4018"/>
                    </a:cubicBezTo>
                    <a:cubicBezTo>
                      <a:pt x="5352" y="4089"/>
                      <a:pt x="5352" y="4232"/>
                      <a:pt x="5210" y="4161"/>
                    </a:cubicBezTo>
                    <a:cubicBezTo>
                      <a:pt x="5138" y="4161"/>
                      <a:pt x="5067" y="3946"/>
                      <a:pt x="5067" y="3875"/>
                    </a:cubicBezTo>
                    <a:cubicBezTo>
                      <a:pt x="4924" y="3518"/>
                      <a:pt x="4781" y="3232"/>
                      <a:pt x="4424" y="3018"/>
                    </a:cubicBezTo>
                    <a:cubicBezTo>
                      <a:pt x="4067" y="2733"/>
                      <a:pt x="3639" y="2518"/>
                      <a:pt x="3210" y="2376"/>
                    </a:cubicBezTo>
                    <a:cubicBezTo>
                      <a:pt x="2710" y="2161"/>
                      <a:pt x="2211" y="1662"/>
                      <a:pt x="1925" y="1233"/>
                    </a:cubicBezTo>
                    <a:cubicBezTo>
                      <a:pt x="1782" y="876"/>
                      <a:pt x="1711" y="519"/>
                      <a:pt x="1568" y="234"/>
                    </a:cubicBezTo>
                    <a:cubicBezTo>
                      <a:pt x="1497" y="91"/>
                      <a:pt x="1425" y="-52"/>
                      <a:pt x="1425" y="19"/>
                    </a:cubicBezTo>
                    <a:cubicBezTo>
                      <a:pt x="1211" y="519"/>
                      <a:pt x="1211" y="1090"/>
                      <a:pt x="1282" y="1590"/>
                    </a:cubicBezTo>
                    <a:cubicBezTo>
                      <a:pt x="1425" y="2161"/>
                      <a:pt x="1497" y="2804"/>
                      <a:pt x="1354" y="3304"/>
                    </a:cubicBezTo>
                    <a:cubicBezTo>
                      <a:pt x="1354" y="3447"/>
                      <a:pt x="1354" y="3661"/>
                      <a:pt x="1354" y="3804"/>
                    </a:cubicBezTo>
                    <a:cubicBezTo>
                      <a:pt x="1639" y="4375"/>
                      <a:pt x="2139" y="4875"/>
                      <a:pt x="2211" y="5517"/>
                    </a:cubicBezTo>
                    <a:cubicBezTo>
                      <a:pt x="2211" y="6374"/>
                      <a:pt x="568" y="6517"/>
                      <a:pt x="69" y="7017"/>
                    </a:cubicBezTo>
                    <a:cubicBezTo>
                      <a:pt x="-146" y="7231"/>
                      <a:pt x="211" y="7517"/>
                      <a:pt x="283" y="7802"/>
                    </a:cubicBezTo>
                    <a:cubicBezTo>
                      <a:pt x="354" y="7945"/>
                      <a:pt x="426" y="8088"/>
                      <a:pt x="568" y="8231"/>
                    </a:cubicBezTo>
                    <a:cubicBezTo>
                      <a:pt x="925" y="8516"/>
                      <a:pt x="854" y="8873"/>
                      <a:pt x="783" y="9302"/>
                    </a:cubicBezTo>
                    <a:cubicBezTo>
                      <a:pt x="783" y="9587"/>
                      <a:pt x="854" y="9944"/>
                      <a:pt x="783" y="10230"/>
                    </a:cubicBezTo>
                    <a:cubicBezTo>
                      <a:pt x="711" y="10373"/>
                      <a:pt x="640" y="10587"/>
                      <a:pt x="568" y="10801"/>
                    </a:cubicBezTo>
                    <a:cubicBezTo>
                      <a:pt x="568" y="10944"/>
                      <a:pt x="640" y="11158"/>
                      <a:pt x="640" y="11301"/>
                    </a:cubicBezTo>
                    <a:cubicBezTo>
                      <a:pt x="640" y="11444"/>
                      <a:pt x="568" y="11658"/>
                      <a:pt x="568" y="11801"/>
                    </a:cubicBezTo>
                    <a:cubicBezTo>
                      <a:pt x="711" y="12372"/>
                      <a:pt x="1068" y="13014"/>
                      <a:pt x="1639" y="13157"/>
                    </a:cubicBezTo>
                    <a:cubicBezTo>
                      <a:pt x="1925" y="13157"/>
                      <a:pt x="2139" y="13014"/>
                      <a:pt x="2353" y="13014"/>
                    </a:cubicBezTo>
                    <a:cubicBezTo>
                      <a:pt x="2782" y="13014"/>
                      <a:pt x="2996" y="13371"/>
                      <a:pt x="3353" y="13514"/>
                    </a:cubicBezTo>
                    <a:cubicBezTo>
                      <a:pt x="3567" y="13657"/>
                      <a:pt x="3781" y="13800"/>
                      <a:pt x="3996" y="13943"/>
                    </a:cubicBezTo>
                    <a:cubicBezTo>
                      <a:pt x="4567" y="14371"/>
                      <a:pt x="4924" y="14514"/>
                      <a:pt x="4781" y="15442"/>
                    </a:cubicBezTo>
                    <a:cubicBezTo>
                      <a:pt x="4781" y="15514"/>
                      <a:pt x="4710" y="15656"/>
                      <a:pt x="4710" y="15799"/>
                    </a:cubicBezTo>
                    <a:cubicBezTo>
                      <a:pt x="4710" y="16085"/>
                      <a:pt x="4210" y="16085"/>
                      <a:pt x="4210" y="16370"/>
                    </a:cubicBezTo>
                    <a:cubicBezTo>
                      <a:pt x="4353" y="16942"/>
                      <a:pt x="4567" y="17513"/>
                      <a:pt x="4995" y="17870"/>
                    </a:cubicBezTo>
                    <a:cubicBezTo>
                      <a:pt x="5210" y="18084"/>
                      <a:pt x="5495" y="18155"/>
                      <a:pt x="5709" y="18370"/>
                    </a:cubicBezTo>
                    <a:cubicBezTo>
                      <a:pt x="6423" y="19155"/>
                      <a:pt x="7066" y="20226"/>
                      <a:pt x="8137" y="20869"/>
                    </a:cubicBezTo>
                    <a:cubicBezTo>
                      <a:pt x="8351" y="21011"/>
                      <a:pt x="8565" y="21226"/>
                      <a:pt x="8851" y="21440"/>
                    </a:cubicBezTo>
                    <a:cubicBezTo>
                      <a:pt x="9137" y="21725"/>
                      <a:pt x="9636" y="21725"/>
                      <a:pt x="9993" y="21868"/>
                    </a:cubicBezTo>
                    <a:cubicBezTo>
                      <a:pt x="10350" y="21940"/>
                      <a:pt x="10493" y="22154"/>
                      <a:pt x="10850" y="22082"/>
                    </a:cubicBezTo>
                    <a:cubicBezTo>
                      <a:pt x="11421" y="22082"/>
                      <a:pt x="11493" y="21440"/>
                      <a:pt x="11993" y="21297"/>
                    </a:cubicBezTo>
                    <a:cubicBezTo>
                      <a:pt x="12350" y="21297"/>
                      <a:pt x="12921" y="21154"/>
                      <a:pt x="13278" y="21154"/>
                    </a:cubicBezTo>
                    <a:cubicBezTo>
                      <a:pt x="13421" y="21226"/>
                      <a:pt x="13564" y="21297"/>
                      <a:pt x="13635" y="21368"/>
                    </a:cubicBezTo>
                    <a:cubicBezTo>
                      <a:pt x="14063" y="21868"/>
                      <a:pt x="14563" y="22511"/>
                      <a:pt x="15277" y="22439"/>
                    </a:cubicBezTo>
                    <a:cubicBezTo>
                      <a:pt x="15706" y="22439"/>
                      <a:pt x="15848" y="21940"/>
                      <a:pt x="16134" y="21654"/>
                    </a:cubicBezTo>
                    <a:cubicBezTo>
                      <a:pt x="16705" y="20797"/>
                      <a:pt x="17562" y="20369"/>
                      <a:pt x="18704" y="20583"/>
                    </a:cubicBezTo>
                    <a:cubicBezTo>
                      <a:pt x="19276" y="20583"/>
                      <a:pt x="20061" y="20512"/>
                      <a:pt x="20704" y="20440"/>
                    </a:cubicBezTo>
                    <a:cubicBezTo>
                      <a:pt x="20704" y="20440"/>
                      <a:pt x="20775" y="20440"/>
                      <a:pt x="20775" y="20369"/>
                    </a:cubicBezTo>
                    <a:cubicBezTo>
                      <a:pt x="20775" y="20297"/>
                      <a:pt x="20632" y="20226"/>
                      <a:pt x="20632" y="20155"/>
                    </a:cubicBezTo>
                    <a:cubicBezTo>
                      <a:pt x="20632" y="19798"/>
                      <a:pt x="20918" y="19441"/>
                      <a:pt x="20704" y="19084"/>
                    </a:cubicBezTo>
                    <a:cubicBezTo>
                      <a:pt x="20632" y="18798"/>
                      <a:pt x="20632" y="18727"/>
                      <a:pt x="20918" y="18869"/>
                    </a:cubicBezTo>
                    <a:cubicBezTo>
                      <a:pt x="21204" y="19012"/>
                      <a:pt x="21846" y="18869"/>
                      <a:pt x="21846" y="18512"/>
                    </a:cubicBezTo>
                    <a:cubicBezTo>
                      <a:pt x="21703" y="18084"/>
                      <a:pt x="21061" y="18155"/>
                      <a:pt x="20704" y="18084"/>
                    </a:cubicBezTo>
                    <a:cubicBezTo>
                      <a:pt x="20561" y="18013"/>
                      <a:pt x="20704" y="17941"/>
                      <a:pt x="20847" y="17870"/>
                    </a:cubicBezTo>
                    <a:cubicBezTo>
                      <a:pt x="21061" y="17798"/>
                      <a:pt x="21346" y="17370"/>
                      <a:pt x="21204" y="17227"/>
                    </a:cubicBezTo>
                    <a:cubicBezTo>
                      <a:pt x="21132" y="17156"/>
                      <a:pt x="20989" y="17227"/>
                      <a:pt x="20918" y="17227"/>
                    </a:cubicBezTo>
                    <a:cubicBezTo>
                      <a:pt x="20775" y="17227"/>
                      <a:pt x="20704" y="17299"/>
                      <a:pt x="20561" y="17299"/>
                    </a:cubicBezTo>
                    <a:cubicBezTo>
                      <a:pt x="20490" y="17370"/>
                      <a:pt x="20204" y="17441"/>
                      <a:pt x="20204" y="17299"/>
                    </a:cubicBezTo>
                    <a:cubicBezTo>
                      <a:pt x="20347" y="17156"/>
                      <a:pt x="20704" y="17156"/>
                      <a:pt x="20847" y="17084"/>
                    </a:cubicBezTo>
                    <a:cubicBezTo>
                      <a:pt x="21061" y="17013"/>
                      <a:pt x="21204" y="16799"/>
                      <a:pt x="21346" y="16656"/>
                    </a:cubicBezTo>
                    <a:cubicBezTo>
                      <a:pt x="21561" y="16513"/>
                      <a:pt x="21918" y="16442"/>
                      <a:pt x="21846" y="16156"/>
                    </a:cubicBezTo>
                    <a:cubicBezTo>
                      <a:pt x="21918" y="16085"/>
                      <a:pt x="21918" y="16085"/>
                      <a:pt x="21918" y="16013"/>
                    </a:cubicBezTo>
                    <a:cubicBezTo>
                      <a:pt x="21989" y="15871"/>
                      <a:pt x="22132" y="15942"/>
                      <a:pt x="22275" y="16013"/>
                    </a:cubicBezTo>
                    <a:cubicBezTo>
                      <a:pt x="22489" y="15942"/>
                      <a:pt x="22846" y="15871"/>
                      <a:pt x="23131" y="15799"/>
                    </a:cubicBezTo>
                    <a:cubicBezTo>
                      <a:pt x="23203" y="15728"/>
                      <a:pt x="23274" y="15728"/>
                      <a:pt x="23274" y="15585"/>
                    </a:cubicBezTo>
                    <a:close/>
                    <a:moveTo>
                      <a:pt x="3496" y="2090"/>
                    </a:moveTo>
                    <a:cubicBezTo>
                      <a:pt x="3781" y="2304"/>
                      <a:pt x="3781" y="2304"/>
                      <a:pt x="3781" y="2304"/>
                    </a:cubicBezTo>
                    <a:cubicBezTo>
                      <a:pt x="3781" y="2233"/>
                      <a:pt x="3781" y="2233"/>
                      <a:pt x="3781" y="2233"/>
                    </a:cubicBezTo>
                    <a:cubicBezTo>
                      <a:pt x="3710" y="2090"/>
                      <a:pt x="3710" y="2090"/>
                      <a:pt x="3710" y="2090"/>
                    </a:cubicBezTo>
                    <a:cubicBezTo>
                      <a:pt x="3710" y="2019"/>
                      <a:pt x="3710" y="2019"/>
                      <a:pt x="3710" y="2019"/>
                    </a:cubicBezTo>
                    <a:cubicBezTo>
                      <a:pt x="3567" y="1947"/>
                      <a:pt x="3567" y="1947"/>
                      <a:pt x="3567" y="1947"/>
                    </a:cubicBezTo>
                    <a:cubicBezTo>
                      <a:pt x="3496" y="1947"/>
                      <a:pt x="3496" y="1947"/>
                      <a:pt x="3496" y="1947"/>
                    </a:cubicBezTo>
                    <a:cubicBezTo>
                      <a:pt x="3424" y="2019"/>
                      <a:pt x="3424" y="2019"/>
                      <a:pt x="3424" y="2019"/>
                    </a:cubicBezTo>
                    <a:cubicBezTo>
                      <a:pt x="3424" y="2090"/>
                      <a:pt x="3424" y="2090"/>
                      <a:pt x="3424" y="2090"/>
                    </a:cubicBezTo>
                    <a:close/>
                    <a:moveTo>
                      <a:pt x="17491" y="13800"/>
                    </a:moveTo>
                    <a:cubicBezTo>
                      <a:pt x="17276" y="13871"/>
                      <a:pt x="17276" y="13871"/>
                      <a:pt x="17276" y="13871"/>
                    </a:cubicBezTo>
                    <a:cubicBezTo>
                      <a:pt x="17205" y="13943"/>
                      <a:pt x="17205" y="13943"/>
                      <a:pt x="17205" y="13943"/>
                    </a:cubicBezTo>
                    <a:cubicBezTo>
                      <a:pt x="17276" y="14014"/>
                      <a:pt x="17276" y="14014"/>
                      <a:pt x="17276" y="14014"/>
                    </a:cubicBezTo>
                    <a:cubicBezTo>
                      <a:pt x="17419" y="13943"/>
                      <a:pt x="17419" y="13943"/>
                      <a:pt x="17419" y="13943"/>
                    </a:cubicBezTo>
                    <a:cubicBezTo>
                      <a:pt x="17633" y="13871"/>
                      <a:pt x="17633" y="13871"/>
                      <a:pt x="17633" y="13871"/>
                    </a:cubicBezTo>
                    <a:cubicBezTo>
                      <a:pt x="17776" y="13800"/>
                      <a:pt x="17776" y="13800"/>
                      <a:pt x="17776" y="13800"/>
                    </a:cubicBezTo>
                    <a:cubicBezTo>
                      <a:pt x="17633" y="13728"/>
                      <a:pt x="17633" y="13728"/>
                      <a:pt x="17633" y="13728"/>
                    </a:cubicBezTo>
                    <a:close/>
                    <a:moveTo>
                      <a:pt x="12350" y="6446"/>
                    </a:moveTo>
                    <a:cubicBezTo>
                      <a:pt x="12850" y="7017"/>
                      <a:pt x="13778" y="6588"/>
                      <a:pt x="14206" y="7231"/>
                    </a:cubicBezTo>
                    <a:cubicBezTo>
                      <a:pt x="14492" y="7588"/>
                      <a:pt x="15420" y="8445"/>
                      <a:pt x="15134" y="7374"/>
                    </a:cubicBezTo>
                    <a:cubicBezTo>
                      <a:pt x="15063" y="7088"/>
                      <a:pt x="15134" y="6803"/>
                      <a:pt x="14992" y="6517"/>
                    </a:cubicBezTo>
                    <a:cubicBezTo>
                      <a:pt x="14920" y="6374"/>
                      <a:pt x="14635" y="6303"/>
                      <a:pt x="14420" y="6231"/>
                    </a:cubicBezTo>
                    <a:cubicBezTo>
                      <a:pt x="13992" y="6017"/>
                      <a:pt x="13492" y="6089"/>
                      <a:pt x="12992" y="5946"/>
                    </a:cubicBezTo>
                    <a:cubicBezTo>
                      <a:pt x="12778" y="5946"/>
                      <a:pt x="12635" y="5732"/>
                      <a:pt x="12421" y="5732"/>
                    </a:cubicBezTo>
                    <a:cubicBezTo>
                      <a:pt x="11778" y="5660"/>
                      <a:pt x="12064" y="6160"/>
                      <a:pt x="12350" y="6374"/>
                    </a:cubicBezTo>
                    <a:close/>
                    <a:moveTo>
                      <a:pt x="8423" y="4232"/>
                    </a:moveTo>
                    <a:cubicBezTo>
                      <a:pt x="8423" y="4303"/>
                      <a:pt x="8494" y="4518"/>
                      <a:pt x="8565" y="4660"/>
                    </a:cubicBezTo>
                    <a:cubicBezTo>
                      <a:pt x="8708" y="5089"/>
                      <a:pt x="9351" y="5303"/>
                      <a:pt x="9779" y="5089"/>
                    </a:cubicBezTo>
                    <a:cubicBezTo>
                      <a:pt x="9851" y="5089"/>
                      <a:pt x="9922" y="5018"/>
                      <a:pt x="9993" y="4946"/>
                    </a:cubicBezTo>
                    <a:cubicBezTo>
                      <a:pt x="10065" y="4875"/>
                      <a:pt x="10279" y="4732"/>
                      <a:pt x="10350" y="4589"/>
                    </a:cubicBezTo>
                    <a:cubicBezTo>
                      <a:pt x="10350" y="4518"/>
                      <a:pt x="10279" y="4303"/>
                      <a:pt x="10350" y="4161"/>
                    </a:cubicBezTo>
                    <a:cubicBezTo>
                      <a:pt x="10422" y="4018"/>
                      <a:pt x="10565" y="3875"/>
                      <a:pt x="10565" y="3661"/>
                    </a:cubicBezTo>
                    <a:cubicBezTo>
                      <a:pt x="10636" y="3589"/>
                      <a:pt x="10565" y="3447"/>
                      <a:pt x="10493" y="3375"/>
                    </a:cubicBezTo>
                    <a:cubicBezTo>
                      <a:pt x="10350" y="3090"/>
                      <a:pt x="9993" y="2376"/>
                      <a:pt x="9565" y="2733"/>
                    </a:cubicBezTo>
                    <a:cubicBezTo>
                      <a:pt x="9422" y="2804"/>
                      <a:pt x="9351" y="2947"/>
                      <a:pt x="9208" y="3018"/>
                    </a:cubicBezTo>
                    <a:cubicBezTo>
                      <a:pt x="9065" y="3018"/>
                      <a:pt x="8994" y="3018"/>
                      <a:pt x="8851" y="2947"/>
                    </a:cubicBezTo>
                    <a:cubicBezTo>
                      <a:pt x="8637" y="2875"/>
                      <a:pt x="8423" y="2947"/>
                      <a:pt x="8351" y="3161"/>
                    </a:cubicBezTo>
                    <a:cubicBezTo>
                      <a:pt x="8280" y="3375"/>
                      <a:pt x="8208" y="3661"/>
                      <a:pt x="8208" y="3875"/>
                    </a:cubicBezTo>
                    <a:cubicBezTo>
                      <a:pt x="8280" y="4018"/>
                      <a:pt x="8351" y="4089"/>
                      <a:pt x="8423" y="4161"/>
                    </a:cubicBezTo>
                    <a:close/>
                    <a:moveTo>
                      <a:pt x="5781" y="1519"/>
                    </a:moveTo>
                    <a:cubicBezTo>
                      <a:pt x="5852" y="1519"/>
                      <a:pt x="5852" y="1519"/>
                      <a:pt x="5852" y="1519"/>
                    </a:cubicBezTo>
                    <a:cubicBezTo>
                      <a:pt x="5995" y="1447"/>
                      <a:pt x="5995" y="1447"/>
                      <a:pt x="5995" y="1447"/>
                    </a:cubicBezTo>
                    <a:cubicBezTo>
                      <a:pt x="6066" y="1447"/>
                      <a:pt x="6066" y="1447"/>
                      <a:pt x="6066" y="1447"/>
                    </a:cubicBezTo>
                    <a:cubicBezTo>
                      <a:pt x="5995" y="1376"/>
                      <a:pt x="5995" y="1376"/>
                      <a:pt x="5995" y="1376"/>
                    </a:cubicBezTo>
                    <a:cubicBezTo>
                      <a:pt x="5852" y="1376"/>
                      <a:pt x="5852" y="1376"/>
                      <a:pt x="5852" y="1376"/>
                    </a:cubicBezTo>
                    <a:cubicBezTo>
                      <a:pt x="5709" y="1447"/>
                      <a:pt x="5709" y="1447"/>
                      <a:pt x="5709" y="1447"/>
                    </a:cubicBezTo>
                    <a:cubicBezTo>
                      <a:pt x="5638" y="1447"/>
                      <a:pt x="5638" y="1447"/>
                      <a:pt x="5638" y="1447"/>
                    </a:cubicBezTo>
                    <a:cubicBezTo>
                      <a:pt x="5638" y="1519"/>
                      <a:pt x="5638" y="1519"/>
                      <a:pt x="5638" y="15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59"/>
              <p:cNvSpPr/>
              <p:nvPr/>
            </p:nvSpPr>
            <p:spPr>
              <a:xfrm>
                <a:off x="6331550" y="2562950"/>
                <a:ext cx="1048350" cy="1312025"/>
              </a:xfrm>
              <a:custGeom>
                <a:rect b="b" l="l" r="r" t="t"/>
                <a:pathLst>
                  <a:path extrusionOk="0" h="52481" w="41934">
                    <a:moveTo>
                      <a:pt x="3936" y="1882"/>
                    </a:moveTo>
                    <a:cubicBezTo>
                      <a:pt x="3838" y="1882"/>
                      <a:pt x="3754" y="1916"/>
                      <a:pt x="3670" y="2000"/>
                    </a:cubicBezTo>
                    <a:cubicBezTo>
                      <a:pt x="3599" y="2071"/>
                      <a:pt x="3599" y="2143"/>
                      <a:pt x="3599" y="2214"/>
                    </a:cubicBezTo>
                    <a:cubicBezTo>
                      <a:pt x="3599" y="2286"/>
                      <a:pt x="3456" y="2357"/>
                      <a:pt x="3527" y="2500"/>
                    </a:cubicBezTo>
                    <a:cubicBezTo>
                      <a:pt x="3527" y="2571"/>
                      <a:pt x="3670" y="2643"/>
                      <a:pt x="3670" y="2714"/>
                    </a:cubicBezTo>
                    <a:cubicBezTo>
                      <a:pt x="3742" y="2785"/>
                      <a:pt x="3813" y="2928"/>
                      <a:pt x="3813" y="2928"/>
                    </a:cubicBezTo>
                    <a:cubicBezTo>
                      <a:pt x="3904" y="3064"/>
                      <a:pt x="4052" y="3114"/>
                      <a:pt x="4202" y="3114"/>
                    </a:cubicBezTo>
                    <a:cubicBezTo>
                      <a:pt x="4289" y="3114"/>
                      <a:pt x="4377" y="3097"/>
                      <a:pt x="4456" y="3071"/>
                    </a:cubicBezTo>
                    <a:cubicBezTo>
                      <a:pt x="4527" y="3071"/>
                      <a:pt x="4598" y="2928"/>
                      <a:pt x="4670" y="2857"/>
                    </a:cubicBezTo>
                    <a:cubicBezTo>
                      <a:pt x="4741" y="2714"/>
                      <a:pt x="4670" y="2571"/>
                      <a:pt x="4741" y="2428"/>
                    </a:cubicBezTo>
                    <a:cubicBezTo>
                      <a:pt x="4741" y="2409"/>
                      <a:pt x="4731" y="2400"/>
                      <a:pt x="4715" y="2400"/>
                    </a:cubicBezTo>
                    <a:cubicBezTo>
                      <a:pt x="4670" y="2400"/>
                      <a:pt x="4579" y="2467"/>
                      <a:pt x="4527" y="2571"/>
                    </a:cubicBezTo>
                    <a:cubicBezTo>
                      <a:pt x="4527" y="2714"/>
                      <a:pt x="4456" y="2714"/>
                      <a:pt x="4384" y="2714"/>
                    </a:cubicBezTo>
                    <a:cubicBezTo>
                      <a:pt x="4241" y="2643"/>
                      <a:pt x="4456" y="2500"/>
                      <a:pt x="4456" y="2428"/>
                    </a:cubicBezTo>
                    <a:cubicBezTo>
                      <a:pt x="4456" y="2357"/>
                      <a:pt x="4456" y="2286"/>
                      <a:pt x="4456" y="2214"/>
                    </a:cubicBezTo>
                    <a:cubicBezTo>
                      <a:pt x="4384" y="2071"/>
                      <a:pt x="4384" y="1929"/>
                      <a:pt x="4170" y="1929"/>
                    </a:cubicBezTo>
                    <a:cubicBezTo>
                      <a:pt x="4081" y="1899"/>
                      <a:pt x="4005" y="1882"/>
                      <a:pt x="3936" y="1882"/>
                    </a:cubicBezTo>
                    <a:close/>
                    <a:moveTo>
                      <a:pt x="7169" y="1"/>
                    </a:moveTo>
                    <a:cubicBezTo>
                      <a:pt x="6812" y="1"/>
                      <a:pt x="7169" y="643"/>
                      <a:pt x="7312" y="715"/>
                    </a:cubicBezTo>
                    <a:lnTo>
                      <a:pt x="7312" y="786"/>
                    </a:lnTo>
                    <a:cubicBezTo>
                      <a:pt x="7383" y="786"/>
                      <a:pt x="7455" y="858"/>
                      <a:pt x="7526" y="929"/>
                    </a:cubicBezTo>
                    <a:cubicBezTo>
                      <a:pt x="7597" y="929"/>
                      <a:pt x="7669" y="858"/>
                      <a:pt x="7740" y="858"/>
                    </a:cubicBezTo>
                    <a:cubicBezTo>
                      <a:pt x="7883" y="858"/>
                      <a:pt x="8097" y="1072"/>
                      <a:pt x="8240" y="1143"/>
                    </a:cubicBezTo>
                    <a:cubicBezTo>
                      <a:pt x="8355" y="1259"/>
                      <a:pt x="8564" y="1468"/>
                      <a:pt x="8754" y="1468"/>
                    </a:cubicBezTo>
                    <a:cubicBezTo>
                      <a:pt x="8798" y="1468"/>
                      <a:pt x="8842" y="1456"/>
                      <a:pt x="8883" y="1429"/>
                    </a:cubicBezTo>
                    <a:cubicBezTo>
                      <a:pt x="9025" y="1357"/>
                      <a:pt x="9097" y="1215"/>
                      <a:pt x="9240" y="1215"/>
                    </a:cubicBezTo>
                    <a:cubicBezTo>
                      <a:pt x="9525" y="1215"/>
                      <a:pt x="9597" y="1643"/>
                      <a:pt x="9668" y="1857"/>
                    </a:cubicBezTo>
                    <a:cubicBezTo>
                      <a:pt x="9739" y="2214"/>
                      <a:pt x="9882" y="2500"/>
                      <a:pt x="9882" y="2857"/>
                    </a:cubicBezTo>
                    <a:cubicBezTo>
                      <a:pt x="9946" y="3177"/>
                      <a:pt x="10182" y="3439"/>
                      <a:pt x="10487" y="3439"/>
                    </a:cubicBezTo>
                    <a:cubicBezTo>
                      <a:pt x="10522" y="3439"/>
                      <a:pt x="10559" y="3435"/>
                      <a:pt x="10596" y="3428"/>
                    </a:cubicBezTo>
                    <a:cubicBezTo>
                      <a:pt x="10677" y="3394"/>
                      <a:pt x="10755" y="3379"/>
                      <a:pt x="10833" y="3379"/>
                    </a:cubicBezTo>
                    <a:cubicBezTo>
                      <a:pt x="11181" y="3379"/>
                      <a:pt x="11504" y="3665"/>
                      <a:pt x="11857" y="3665"/>
                    </a:cubicBezTo>
                    <a:cubicBezTo>
                      <a:pt x="11912" y="3665"/>
                      <a:pt x="11968" y="3658"/>
                      <a:pt x="12024" y="3642"/>
                    </a:cubicBezTo>
                    <a:cubicBezTo>
                      <a:pt x="12453" y="3499"/>
                      <a:pt x="13095" y="3428"/>
                      <a:pt x="13309" y="3000"/>
                    </a:cubicBezTo>
                    <a:cubicBezTo>
                      <a:pt x="13309" y="2857"/>
                      <a:pt x="13024" y="2785"/>
                      <a:pt x="12881" y="2714"/>
                    </a:cubicBezTo>
                    <a:cubicBezTo>
                      <a:pt x="12738" y="2571"/>
                      <a:pt x="12453" y="2643"/>
                      <a:pt x="12238" y="2571"/>
                    </a:cubicBezTo>
                    <a:cubicBezTo>
                      <a:pt x="11881" y="2286"/>
                      <a:pt x="11667" y="1857"/>
                      <a:pt x="11382" y="1500"/>
                    </a:cubicBezTo>
                    <a:cubicBezTo>
                      <a:pt x="11167" y="1286"/>
                      <a:pt x="10882" y="1072"/>
                      <a:pt x="10668" y="858"/>
                    </a:cubicBezTo>
                    <a:cubicBezTo>
                      <a:pt x="10453" y="715"/>
                      <a:pt x="10311" y="358"/>
                      <a:pt x="9954" y="358"/>
                    </a:cubicBezTo>
                    <a:cubicBezTo>
                      <a:pt x="9811" y="429"/>
                      <a:pt x="9668" y="501"/>
                      <a:pt x="9597" y="572"/>
                    </a:cubicBezTo>
                    <a:cubicBezTo>
                      <a:pt x="9548" y="582"/>
                      <a:pt x="9502" y="586"/>
                      <a:pt x="9458" y="586"/>
                    </a:cubicBezTo>
                    <a:cubicBezTo>
                      <a:pt x="9181" y="586"/>
                      <a:pt x="8996" y="410"/>
                      <a:pt x="8811" y="286"/>
                    </a:cubicBezTo>
                    <a:cubicBezTo>
                      <a:pt x="8240" y="215"/>
                      <a:pt x="7669" y="144"/>
                      <a:pt x="7169" y="1"/>
                    </a:cubicBezTo>
                    <a:close/>
                    <a:moveTo>
                      <a:pt x="14523" y="3428"/>
                    </a:moveTo>
                    <a:cubicBezTo>
                      <a:pt x="14523" y="3499"/>
                      <a:pt x="14523" y="3499"/>
                      <a:pt x="14523" y="3499"/>
                    </a:cubicBezTo>
                    <a:cubicBezTo>
                      <a:pt x="14523" y="3571"/>
                      <a:pt x="14523" y="3571"/>
                      <a:pt x="14523" y="3571"/>
                    </a:cubicBezTo>
                    <a:lnTo>
                      <a:pt x="14595" y="3714"/>
                    </a:lnTo>
                    <a:cubicBezTo>
                      <a:pt x="14595" y="3785"/>
                      <a:pt x="14595" y="3785"/>
                      <a:pt x="14595" y="3785"/>
                    </a:cubicBezTo>
                    <a:lnTo>
                      <a:pt x="14738" y="3785"/>
                    </a:lnTo>
                    <a:cubicBezTo>
                      <a:pt x="14666" y="3714"/>
                      <a:pt x="14666" y="3714"/>
                      <a:pt x="14666" y="3714"/>
                    </a:cubicBezTo>
                    <a:cubicBezTo>
                      <a:pt x="14666" y="3642"/>
                      <a:pt x="14666" y="3642"/>
                      <a:pt x="14666" y="3642"/>
                    </a:cubicBezTo>
                    <a:lnTo>
                      <a:pt x="14738" y="3642"/>
                    </a:lnTo>
                    <a:cubicBezTo>
                      <a:pt x="14666" y="3499"/>
                      <a:pt x="14666" y="3499"/>
                      <a:pt x="14666" y="3499"/>
                    </a:cubicBezTo>
                    <a:cubicBezTo>
                      <a:pt x="14595" y="3428"/>
                      <a:pt x="14595" y="3428"/>
                      <a:pt x="14595" y="3428"/>
                    </a:cubicBezTo>
                    <a:close/>
                    <a:moveTo>
                      <a:pt x="12310" y="3714"/>
                    </a:moveTo>
                    <a:cubicBezTo>
                      <a:pt x="12238" y="3785"/>
                      <a:pt x="12238" y="3785"/>
                      <a:pt x="12238" y="3785"/>
                    </a:cubicBezTo>
                    <a:lnTo>
                      <a:pt x="12167" y="3785"/>
                    </a:lnTo>
                    <a:cubicBezTo>
                      <a:pt x="12167" y="3856"/>
                      <a:pt x="12167" y="3856"/>
                      <a:pt x="12167" y="3856"/>
                    </a:cubicBezTo>
                    <a:cubicBezTo>
                      <a:pt x="12167" y="3928"/>
                      <a:pt x="12167" y="3928"/>
                      <a:pt x="12167" y="3928"/>
                    </a:cubicBezTo>
                    <a:cubicBezTo>
                      <a:pt x="12238" y="3856"/>
                      <a:pt x="12238" y="3856"/>
                      <a:pt x="12238" y="3856"/>
                    </a:cubicBezTo>
                    <a:lnTo>
                      <a:pt x="12310" y="3856"/>
                    </a:lnTo>
                    <a:cubicBezTo>
                      <a:pt x="12381" y="3785"/>
                      <a:pt x="12381" y="3785"/>
                      <a:pt x="12381" y="3785"/>
                    </a:cubicBezTo>
                    <a:cubicBezTo>
                      <a:pt x="12310" y="3714"/>
                      <a:pt x="12310" y="3714"/>
                      <a:pt x="12310" y="3714"/>
                    </a:cubicBezTo>
                    <a:close/>
                    <a:moveTo>
                      <a:pt x="5508" y="5181"/>
                    </a:moveTo>
                    <a:cubicBezTo>
                      <a:pt x="5471" y="5181"/>
                      <a:pt x="5431" y="5189"/>
                      <a:pt x="5384" y="5213"/>
                    </a:cubicBezTo>
                    <a:cubicBezTo>
                      <a:pt x="5320" y="5213"/>
                      <a:pt x="5313" y="5439"/>
                      <a:pt x="5413" y="5439"/>
                    </a:cubicBezTo>
                    <a:cubicBezTo>
                      <a:pt x="5425" y="5439"/>
                      <a:pt x="5439" y="5435"/>
                      <a:pt x="5455" y="5427"/>
                    </a:cubicBezTo>
                    <a:cubicBezTo>
                      <a:pt x="5598" y="5499"/>
                      <a:pt x="5812" y="5499"/>
                      <a:pt x="5884" y="5499"/>
                    </a:cubicBezTo>
                    <a:cubicBezTo>
                      <a:pt x="5986" y="5499"/>
                      <a:pt x="6094" y="5505"/>
                      <a:pt x="6199" y="5505"/>
                    </a:cubicBezTo>
                    <a:cubicBezTo>
                      <a:pt x="6462" y="5505"/>
                      <a:pt x="6710" y="5468"/>
                      <a:pt x="6812" y="5213"/>
                    </a:cubicBezTo>
                    <a:lnTo>
                      <a:pt x="6812" y="5213"/>
                    </a:lnTo>
                    <a:cubicBezTo>
                      <a:pt x="6812" y="5213"/>
                      <a:pt x="6741" y="5284"/>
                      <a:pt x="6741" y="5284"/>
                    </a:cubicBezTo>
                    <a:cubicBezTo>
                      <a:pt x="6598" y="5284"/>
                      <a:pt x="6598" y="5213"/>
                      <a:pt x="6455" y="5213"/>
                    </a:cubicBezTo>
                    <a:cubicBezTo>
                      <a:pt x="6455" y="5213"/>
                      <a:pt x="6241" y="5284"/>
                      <a:pt x="6169" y="5284"/>
                    </a:cubicBezTo>
                    <a:cubicBezTo>
                      <a:pt x="6169" y="5284"/>
                      <a:pt x="6027" y="5213"/>
                      <a:pt x="5955" y="5213"/>
                    </a:cubicBezTo>
                    <a:lnTo>
                      <a:pt x="5741" y="5213"/>
                    </a:lnTo>
                    <a:cubicBezTo>
                      <a:pt x="5646" y="5213"/>
                      <a:pt x="5582" y="5181"/>
                      <a:pt x="5508" y="5181"/>
                    </a:cubicBezTo>
                    <a:close/>
                    <a:moveTo>
                      <a:pt x="9668" y="7141"/>
                    </a:moveTo>
                    <a:cubicBezTo>
                      <a:pt x="9668" y="7212"/>
                      <a:pt x="9668" y="7212"/>
                      <a:pt x="9668" y="7212"/>
                    </a:cubicBezTo>
                    <a:cubicBezTo>
                      <a:pt x="9739" y="7284"/>
                      <a:pt x="9739" y="7284"/>
                      <a:pt x="9739" y="7284"/>
                    </a:cubicBezTo>
                    <a:lnTo>
                      <a:pt x="9811" y="7284"/>
                    </a:lnTo>
                    <a:cubicBezTo>
                      <a:pt x="9811" y="7212"/>
                      <a:pt x="9811" y="7212"/>
                      <a:pt x="9811" y="7212"/>
                    </a:cubicBezTo>
                    <a:cubicBezTo>
                      <a:pt x="9811" y="7141"/>
                      <a:pt x="9811" y="7141"/>
                      <a:pt x="9811" y="7141"/>
                    </a:cubicBezTo>
                    <a:close/>
                    <a:moveTo>
                      <a:pt x="17022" y="7355"/>
                    </a:moveTo>
                    <a:cubicBezTo>
                      <a:pt x="16951" y="7427"/>
                      <a:pt x="16951" y="7427"/>
                      <a:pt x="16951" y="7427"/>
                    </a:cubicBezTo>
                    <a:lnTo>
                      <a:pt x="17022" y="7427"/>
                    </a:lnTo>
                    <a:cubicBezTo>
                      <a:pt x="17165" y="7498"/>
                      <a:pt x="17165" y="7498"/>
                      <a:pt x="17165" y="7498"/>
                    </a:cubicBezTo>
                    <a:lnTo>
                      <a:pt x="17237" y="7498"/>
                    </a:lnTo>
                    <a:cubicBezTo>
                      <a:pt x="17522" y="7641"/>
                      <a:pt x="17522" y="7641"/>
                      <a:pt x="17522" y="7641"/>
                    </a:cubicBezTo>
                    <a:cubicBezTo>
                      <a:pt x="17522" y="7569"/>
                      <a:pt x="17522" y="7569"/>
                      <a:pt x="17522" y="7569"/>
                    </a:cubicBezTo>
                    <a:cubicBezTo>
                      <a:pt x="17522" y="7498"/>
                      <a:pt x="17522" y="7498"/>
                      <a:pt x="17522" y="7498"/>
                    </a:cubicBezTo>
                    <a:cubicBezTo>
                      <a:pt x="17451" y="7427"/>
                      <a:pt x="17451" y="7427"/>
                      <a:pt x="17451" y="7427"/>
                    </a:cubicBezTo>
                    <a:cubicBezTo>
                      <a:pt x="17379" y="7355"/>
                      <a:pt x="17379" y="7355"/>
                      <a:pt x="17379" y="7355"/>
                    </a:cubicBezTo>
                    <a:lnTo>
                      <a:pt x="17308" y="7355"/>
                    </a:lnTo>
                    <a:cubicBezTo>
                      <a:pt x="17237" y="7427"/>
                      <a:pt x="17237" y="7427"/>
                      <a:pt x="17237" y="7427"/>
                    </a:cubicBezTo>
                    <a:cubicBezTo>
                      <a:pt x="17022" y="7355"/>
                      <a:pt x="17022" y="7355"/>
                      <a:pt x="17022" y="7355"/>
                    </a:cubicBezTo>
                    <a:close/>
                    <a:moveTo>
                      <a:pt x="7663" y="5854"/>
                    </a:moveTo>
                    <a:cubicBezTo>
                      <a:pt x="7542" y="5854"/>
                      <a:pt x="7437" y="5891"/>
                      <a:pt x="7383" y="5998"/>
                    </a:cubicBezTo>
                    <a:cubicBezTo>
                      <a:pt x="7455" y="6356"/>
                      <a:pt x="7954" y="6498"/>
                      <a:pt x="8311" y="6498"/>
                    </a:cubicBezTo>
                    <a:cubicBezTo>
                      <a:pt x="9025" y="6570"/>
                      <a:pt x="9597" y="6784"/>
                      <a:pt x="10239" y="6998"/>
                    </a:cubicBezTo>
                    <a:cubicBezTo>
                      <a:pt x="10739" y="7212"/>
                      <a:pt x="11239" y="7427"/>
                      <a:pt x="11739" y="7498"/>
                    </a:cubicBezTo>
                    <a:cubicBezTo>
                      <a:pt x="12024" y="7569"/>
                      <a:pt x="12310" y="7784"/>
                      <a:pt x="12524" y="7855"/>
                    </a:cubicBezTo>
                    <a:cubicBezTo>
                      <a:pt x="12738" y="7855"/>
                      <a:pt x="12881" y="7641"/>
                      <a:pt x="13095" y="7641"/>
                    </a:cubicBezTo>
                    <a:cubicBezTo>
                      <a:pt x="13452" y="7641"/>
                      <a:pt x="13809" y="7855"/>
                      <a:pt x="14166" y="7855"/>
                    </a:cubicBezTo>
                    <a:cubicBezTo>
                      <a:pt x="14238" y="7855"/>
                      <a:pt x="14381" y="7784"/>
                      <a:pt x="14452" y="7712"/>
                    </a:cubicBezTo>
                    <a:cubicBezTo>
                      <a:pt x="14500" y="7688"/>
                      <a:pt x="14547" y="7680"/>
                      <a:pt x="14595" y="7680"/>
                    </a:cubicBezTo>
                    <a:cubicBezTo>
                      <a:pt x="14690" y="7680"/>
                      <a:pt x="14785" y="7712"/>
                      <a:pt x="14880" y="7712"/>
                    </a:cubicBezTo>
                    <a:cubicBezTo>
                      <a:pt x="15309" y="7712"/>
                      <a:pt x="15523" y="7427"/>
                      <a:pt x="15951" y="7355"/>
                    </a:cubicBezTo>
                    <a:cubicBezTo>
                      <a:pt x="16094" y="7355"/>
                      <a:pt x="16308" y="7355"/>
                      <a:pt x="16451" y="7284"/>
                    </a:cubicBezTo>
                    <a:cubicBezTo>
                      <a:pt x="16880" y="7070"/>
                      <a:pt x="15737" y="6855"/>
                      <a:pt x="15594" y="6784"/>
                    </a:cubicBezTo>
                    <a:cubicBezTo>
                      <a:pt x="14952" y="6784"/>
                      <a:pt x="14309" y="6713"/>
                      <a:pt x="13738" y="6713"/>
                    </a:cubicBezTo>
                    <a:cubicBezTo>
                      <a:pt x="13524" y="6713"/>
                      <a:pt x="13238" y="6713"/>
                      <a:pt x="13024" y="6570"/>
                    </a:cubicBezTo>
                    <a:cubicBezTo>
                      <a:pt x="12096" y="6141"/>
                      <a:pt x="11025" y="6213"/>
                      <a:pt x="10025" y="6141"/>
                    </a:cubicBezTo>
                    <a:cubicBezTo>
                      <a:pt x="9454" y="6070"/>
                      <a:pt x="8811" y="5998"/>
                      <a:pt x="8240" y="5998"/>
                    </a:cubicBezTo>
                    <a:cubicBezTo>
                      <a:pt x="8107" y="5954"/>
                      <a:pt x="7862" y="5854"/>
                      <a:pt x="7663" y="5854"/>
                    </a:cubicBezTo>
                    <a:close/>
                    <a:moveTo>
                      <a:pt x="12952" y="7855"/>
                    </a:moveTo>
                    <a:cubicBezTo>
                      <a:pt x="12952" y="7926"/>
                      <a:pt x="12952" y="7926"/>
                      <a:pt x="12952" y="7926"/>
                    </a:cubicBezTo>
                    <a:cubicBezTo>
                      <a:pt x="13024" y="7998"/>
                      <a:pt x="13024" y="7998"/>
                      <a:pt x="13024" y="7998"/>
                    </a:cubicBezTo>
                    <a:cubicBezTo>
                      <a:pt x="13024" y="8069"/>
                      <a:pt x="13024" y="8069"/>
                      <a:pt x="13024" y="8069"/>
                    </a:cubicBezTo>
                    <a:cubicBezTo>
                      <a:pt x="13095" y="8141"/>
                      <a:pt x="13095" y="8141"/>
                      <a:pt x="13095" y="8141"/>
                    </a:cubicBezTo>
                    <a:cubicBezTo>
                      <a:pt x="13167" y="8212"/>
                      <a:pt x="13167" y="8212"/>
                      <a:pt x="13167" y="8212"/>
                    </a:cubicBezTo>
                    <a:cubicBezTo>
                      <a:pt x="13167" y="8141"/>
                      <a:pt x="13167" y="8141"/>
                      <a:pt x="13167" y="8141"/>
                    </a:cubicBezTo>
                    <a:cubicBezTo>
                      <a:pt x="13238" y="8069"/>
                      <a:pt x="13238" y="8069"/>
                      <a:pt x="13238" y="8069"/>
                    </a:cubicBezTo>
                    <a:cubicBezTo>
                      <a:pt x="13238" y="7998"/>
                      <a:pt x="13238" y="7998"/>
                      <a:pt x="13238" y="7998"/>
                    </a:cubicBezTo>
                    <a:lnTo>
                      <a:pt x="13167" y="7998"/>
                    </a:lnTo>
                    <a:cubicBezTo>
                      <a:pt x="13167" y="7855"/>
                      <a:pt x="13167" y="7855"/>
                      <a:pt x="13167" y="7855"/>
                    </a:cubicBezTo>
                    <a:close/>
                    <a:moveTo>
                      <a:pt x="3028" y="8569"/>
                    </a:moveTo>
                    <a:cubicBezTo>
                      <a:pt x="3028" y="8712"/>
                      <a:pt x="3028" y="8712"/>
                      <a:pt x="3028" y="8712"/>
                    </a:cubicBezTo>
                    <a:lnTo>
                      <a:pt x="3099" y="8783"/>
                    </a:lnTo>
                    <a:lnTo>
                      <a:pt x="3170" y="8783"/>
                    </a:lnTo>
                    <a:cubicBezTo>
                      <a:pt x="3170" y="8640"/>
                      <a:pt x="3170" y="8640"/>
                      <a:pt x="3170" y="8640"/>
                    </a:cubicBezTo>
                    <a:lnTo>
                      <a:pt x="3099" y="8640"/>
                    </a:lnTo>
                    <a:cubicBezTo>
                      <a:pt x="3099" y="8569"/>
                      <a:pt x="3099" y="8569"/>
                      <a:pt x="3099" y="8569"/>
                    </a:cubicBezTo>
                    <a:close/>
                    <a:moveTo>
                      <a:pt x="3670" y="12639"/>
                    </a:moveTo>
                    <a:cubicBezTo>
                      <a:pt x="3527" y="12710"/>
                      <a:pt x="3527" y="12710"/>
                      <a:pt x="3527" y="12710"/>
                    </a:cubicBezTo>
                    <a:cubicBezTo>
                      <a:pt x="3527" y="12782"/>
                      <a:pt x="3527" y="12782"/>
                      <a:pt x="3527" y="12782"/>
                    </a:cubicBezTo>
                    <a:cubicBezTo>
                      <a:pt x="3527" y="12853"/>
                      <a:pt x="3527" y="12853"/>
                      <a:pt x="3527" y="12853"/>
                    </a:cubicBezTo>
                    <a:cubicBezTo>
                      <a:pt x="3670" y="12924"/>
                      <a:pt x="3670" y="12924"/>
                      <a:pt x="3670" y="12924"/>
                    </a:cubicBezTo>
                    <a:lnTo>
                      <a:pt x="3742" y="12924"/>
                    </a:lnTo>
                    <a:cubicBezTo>
                      <a:pt x="3813" y="12853"/>
                      <a:pt x="3813" y="12853"/>
                      <a:pt x="3813" y="12853"/>
                    </a:cubicBezTo>
                    <a:cubicBezTo>
                      <a:pt x="3884" y="12782"/>
                      <a:pt x="3884" y="12782"/>
                      <a:pt x="3884" y="12782"/>
                    </a:cubicBezTo>
                    <a:cubicBezTo>
                      <a:pt x="3813" y="12710"/>
                      <a:pt x="3813" y="12710"/>
                      <a:pt x="3813" y="12710"/>
                    </a:cubicBezTo>
                    <a:cubicBezTo>
                      <a:pt x="3670" y="12639"/>
                      <a:pt x="3670" y="12639"/>
                      <a:pt x="3670" y="12639"/>
                    </a:cubicBezTo>
                    <a:close/>
                    <a:moveTo>
                      <a:pt x="9240" y="14210"/>
                    </a:moveTo>
                    <a:cubicBezTo>
                      <a:pt x="9240" y="14281"/>
                      <a:pt x="9240" y="14281"/>
                      <a:pt x="9240" y="14281"/>
                    </a:cubicBezTo>
                    <a:lnTo>
                      <a:pt x="9168" y="14281"/>
                    </a:lnTo>
                    <a:cubicBezTo>
                      <a:pt x="9168" y="14352"/>
                      <a:pt x="9168" y="14352"/>
                      <a:pt x="9168" y="14352"/>
                    </a:cubicBezTo>
                    <a:cubicBezTo>
                      <a:pt x="9168" y="14424"/>
                      <a:pt x="9168" y="14424"/>
                      <a:pt x="9168" y="14424"/>
                    </a:cubicBezTo>
                    <a:cubicBezTo>
                      <a:pt x="9168" y="14495"/>
                      <a:pt x="9168" y="14495"/>
                      <a:pt x="9168" y="14495"/>
                    </a:cubicBezTo>
                    <a:lnTo>
                      <a:pt x="9240" y="14495"/>
                    </a:lnTo>
                    <a:cubicBezTo>
                      <a:pt x="9382" y="14424"/>
                      <a:pt x="9382" y="14424"/>
                      <a:pt x="9382" y="14424"/>
                    </a:cubicBezTo>
                    <a:cubicBezTo>
                      <a:pt x="9382" y="14352"/>
                      <a:pt x="9382" y="14352"/>
                      <a:pt x="9382" y="14352"/>
                    </a:cubicBezTo>
                    <a:lnTo>
                      <a:pt x="9525" y="14352"/>
                    </a:lnTo>
                    <a:cubicBezTo>
                      <a:pt x="9597" y="14281"/>
                      <a:pt x="9597" y="14281"/>
                      <a:pt x="9597" y="14281"/>
                    </a:cubicBezTo>
                    <a:lnTo>
                      <a:pt x="9668" y="14281"/>
                    </a:lnTo>
                    <a:cubicBezTo>
                      <a:pt x="9739" y="14210"/>
                      <a:pt x="9739" y="14210"/>
                      <a:pt x="9739" y="14210"/>
                    </a:cubicBezTo>
                    <a:close/>
                    <a:moveTo>
                      <a:pt x="27304" y="37629"/>
                    </a:moveTo>
                    <a:cubicBezTo>
                      <a:pt x="27233" y="37629"/>
                      <a:pt x="27233" y="37701"/>
                      <a:pt x="27233" y="37772"/>
                    </a:cubicBezTo>
                    <a:cubicBezTo>
                      <a:pt x="27161" y="37915"/>
                      <a:pt x="27304" y="38058"/>
                      <a:pt x="27376" y="38129"/>
                    </a:cubicBezTo>
                    <a:lnTo>
                      <a:pt x="27447" y="38129"/>
                    </a:lnTo>
                    <a:cubicBezTo>
                      <a:pt x="27447" y="38129"/>
                      <a:pt x="27518" y="38201"/>
                      <a:pt x="27590" y="38272"/>
                    </a:cubicBezTo>
                    <a:cubicBezTo>
                      <a:pt x="27590" y="38272"/>
                      <a:pt x="27590" y="38343"/>
                      <a:pt x="27590" y="38415"/>
                    </a:cubicBezTo>
                    <a:cubicBezTo>
                      <a:pt x="27661" y="38486"/>
                      <a:pt x="27733" y="38486"/>
                      <a:pt x="27804" y="38558"/>
                    </a:cubicBezTo>
                    <a:cubicBezTo>
                      <a:pt x="27875" y="38558"/>
                      <a:pt x="27947" y="38558"/>
                      <a:pt x="28090" y="38486"/>
                    </a:cubicBezTo>
                    <a:cubicBezTo>
                      <a:pt x="28375" y="38343"/>
                      <a:pt x="28304" y="38272"/>
                      <a:pt x="28090" y="38058"/>
                    </a:cubicBezTo>
                    <a:cubicBezTo>
                      <a:pt x="28090" y="38058"/>
                      <a:pt x="28090" y="37986"/>
                      <a:pt x="28018" y="37915"/>
                    </a:cubicBezTo>
                    <a:cubicBezTo>
                      <a:pt x="27983" y="37879"/>
                      <a:pt x="27893" y="37879"/>
                      <a:pt x="27804" y="37879"/>
                    </a:cubicBezTo>
                    <a:cubicBezTo>
                      <a:pt x="27715" y="37879"/>
                      <a:pt x="27626" y="37879"/>
                      <a:pt x="27590" y="37844"/>
                    </a:cubicBezTo>
                    <a:cubicBezTo>
                      <a:pt x="27447" y="37844"/>
                      <a:pt x="27376" y="37701"/>
                      <a:pt x="27304" y="37629"/>
                    </a:cubicBezTo>
                    <a:close/>
                    <a:moveTo>
                      <a:pt x="28304" y="46626"/>
                    </a:moveTo>
                    <a:cubicBezTo>
                      <a:pt x="28232" y="46626"/>
                      <a:pt x="28090" y="46626"/>
                      <a:pt x="27947" y="46697"/>
                    </a:cubicBezTo>
                    <a:cubicBezTo>
                      <a:pt x="27733" y="46697"/>
                      <a:pt x="27518" y="46697"/>
                      <a:pt x="27518" y="46983"/>
                    </a:cubicBezTo>
                    <a:cubicBezTo>
                      <a:pt x="27447" y="47268"/>
                      <a:pt x="27019" y="47340"/>
                      <a:pt x="26876" y="47554"/>
                    </a:cubicBezTo>
                    <a:cubicBezTo>
                      <a:pt x="26733" y="47625"/>
                      <a:pt x="26733" y="47840"/>
                      <a:pt x="26876" y="47911"/>
                    </a:cubicBezTo>
                    <a:cubicBezTo>
                      <a:pt x="26923" y="47935"/>
                      <a:pt x="26971" y="47943"/>
                      <a:pt x="27019" y="47943"/>
                    </a:cubicBezTo>
                    <a:cubicBezTo>
                      <a:pt x="27114" y="47943"/>
                      <a:pt x="27209" y="47911"/>
                      <a:pt x="27304" y="47911"/>
                    </a:cubicBezTo>
                    <a:cubicBezTo>
                      <a:pt x="27804" y="48125"/>
                      <a:pt x="28375" y="48125"/>
                      <a:pt x="28875" y="48125"/>
                    </a:cubicBezTo>
                    <a:cubicBezTo>
                      <a:pt x="29089" y="48125"/>
                      <a:pt x="29018" y="47840"/>
                      <a:pt x="28946" y="47697"/>
                    </a:cubicBezTo>
                    <a:cubicBezTo>
                      <a:pt x="28804" y="47554"/>
                      <a:pt x="28589" y="47340"/>
                      <a:pt x="28589" y="47126"/>
                    </a:cubicBezTo>
                    <a:cubicBezTo>
                      <a:pt x="28589" y="46911"/>
                      <a:pt x="28589" y="46626"/>
                      <a:pt x="28304" y="46626"/>
                    </a:cubicBezTo>
                    <a:close/>
                    <a:moveTo>
                      <a:pt x="27687" y="41590"/>
                    </a:moveTo>
                    <a:cubicBezTo>
                      <a:pt x="27308" y="41590"/>
                      <a:pt x="26906" y="41680"/>
                      <a:pt x="26590" y="41771"/>
                    </a:cubicBezTo>
                    <a:cubicBezTo>
                      <a:pt x="26019" y="41842"/>
                      <a:pt x="25519" y="41913"/>
                      <a:pt x="25091" y="42128"/>
                    </a:cubicBezTo>
                    <a:cubicBezTo>
                      <a:pt x="24234" y="42485"/>
                      <a:pt x="23449" y="43056"/>
                      <a:pt x="23092" y="43913"/>
                    </a:cubicBezTo>
                    <a:cubicBezTo>
                      <a:pt x="22663" y="44412"/>
                      <a:pt x="22306" y="45055"/>
                      <a:pt x="22021" y="45769"/>
                    </a:cubicBezTo>
                    <a:cubicBezTo>
                      <a:pt x="21806" y="46126"/>
                      <a:pt x="21521" y="46554"/>
                      <a:pt x="21449" y="46983"/>
                    </a:cubicBezTo>
                    <a:cubicBezTo>
                      <a:pt x="21306" y="47340"/>
                      <a:pt x="21021" y="47840"/>
                      <a:pt x="21092" y="48125"/>
                    </a:cubicBezTo>
                    <a:cubicBezTo>
                      <a:pt x="21164" y="48197"/>
                      <a:pt x="21253" y="48215"/>
                      <a:pt x="21342" y="48215"/>
                    </a:cubicBezTo>
                    <a:cubicBezTo>
                      <a:pt x="21431" y="48215"/>
                      <a:pt x="21521" y="48197"/>
                      <a:pt x="21592" y="48197"/>
                    </a:cubicBezTo>
                    <a:cubicBezTo>
                      <a:pt x="21949" y="48034"/>
                      <a:pt x="22350" y="47990"/>
                      <a:pt x="22762" y="47990"/>
                    </a:cubicBezTo>
                    <a:cubicBezTo>
                      <a:pt x="23257" y="47990"/>
                      <a:pt x="23767" y="48054"/>
                      <a:pt x="24234" y="48054"/>
                    </a:cubicBezTo>
                    <a:cubicBezTo>
                      <a:pt x="24591" y="48054"/>
                      <a:pt x="24948" y="48197"/>
                      <a:pt x="25376" y="48197"/>
                    </a:cubicBezTo>
                    <a:cubicBezTo>
                      <a:pt x="25414" y="48202"/>
                      <a:pt x="25451" y="48205"/>
                      <a:pt x="25487" y="48205"/>
                    </a:cubicBezTo>
                    <a:cubicBezTo>
                      <a:pt x="25940" y="48205"/>
                      <a:pt x="26337" y="47813"/>
                      <a:pt x="26733" y="47483"/>
                    </a:cubicBezTo>
                    <a:cubicBezTo>
                      <a:pt x="26876" y="47411"/>
                      <a:pt x="27090" y="47268"/>
                      <a:pt x="27233" y="47054"/>
                    </a:cubicBezTo>
                    <a:lnTo>
                      <a:pt x="27304" y="46983"/>
                    </a:lnTo>
                    <a:cubicBezTo>
                      <a:pt x="27376" y="46840"/>
                      <a:pt x="27518" y="46626"/>
                      <a:pt x="27733" y="46626"/>
                    </a:cubicBezTo>
                    <a:cubicBezTo>
                      <a:pt x="27875" y="46554"/>
                      <a:pt x="28018" y="46554"/>
                      <a:pt x="28161" y="46483"/>
                    </a:cubicBezTo>
                    <a:cubicBezTo>
                      <a:pt x="28375" y="46340"/>
                      <a:pt x="28589" y="46126"/>
                      <a:pt x="28804" y="46055"/>
                    </a:cubicBezTo>
                    <a:cubicBezTo>
                      <a:pt x="28875" y="46055"/>
                      <a:pt x="28946" y="45983"/>
                      <a:pt x="28946" y="45912"/>
                    </a:cubicBezTo>
                    <a:cubicBezTo>
                      <a:pt x="29018" y="45769"/>
                      <a:pt x="28946" y="45483"/>
                      <a:pt x="28946" y="45269"/>
                    </a:cubicBezTo>
                    <a:cubicBezTo>
                      <a:pt x="28946" y="44769"/>
                      <a:pt x="29589" y="44769"/>
                      <a:pt x="29589" y="44270"/>
                    </a:cubicBezTo>
                    <a:cubicBezTo>
                      <a:pt x="29589" y="43841"/>
                      <a:pt x="29732" y="43556"/>
                      <a:pt x="29946" y="43270"/>
                    </a:cubicBezTo>
                    <a:cubicBezTo>
                      <a:pt x="29946" y="43127"/>
                      <a:pt x="30018" y="43056"/>
                      <a:pt x="29946" y="42984"/>
                    </a:cubicBezTo>
                    <a:cubicBezTo>
                      <a:pt x="29875" y="42770"/>
                      <a:pt x="29446" y="42842"/>
                      <a:pt x="29232" y="42699"/>
                    </a:cubicBezTo>
                    <a:cubicBezTo>
                      <a:pt x="28875" y="42485"/>
                      <a:pt x="28732" y="41913"/>
                      <a:pt x="28304" y="41699"/>
                    </a:cubicBezTo>
                    <a:cubicBezTo>
                      <a:pt x="28120" y="41620"/>
                      <a:pt x="27908" y="41590"/>
                      <a:pt x="27687" y="41590"/>
                    </a:cubicBezTo>
                    <a:close/>
                    <a:moveTo>
                      <a:pt x="22430" y="5126"/>
                    </a:moveTo>
                    <a:cubicBezTo>
                      <a:pt x="22187" y="5126"/>
                      <a:pt x="21902" y="5213"/>
                      <a:pt x="21521" y="5427"/>
                    </a:cubicBezTo>
                    <a:cubicBezTo>
                      <a:pt x="20307" y="5927"/>
                      <a:pt x="19307" y="6641"/>
                      <a:pt x="18093" y="7070"/>
                    </a:cubicBezTo>
                    <a:cubicBezTo>
                      <a:pt x="17808" y="7212"/>
                      <a:pt x="17808" y="7712"/>
                      <a:pt x="18093" y="7926"/>
                    </a:cubicBezTo>
                    <a:cubicBezTo>
                      <a:pt x="18308" y="7998"/>
                      <a:pt x="18379" y="8141"/>
                      <a:pt x="18450" y="8355"/>
                    </a:cubicBezTo>
                    <a:cubicBezTo>
                      <a:pt x="18665" y="9069"/>
                      <a:pt x="18022" y="9069"/>
                      <a:pt x="17522" y="9069"/>
                    </a:cubicBezTo>
                    <a:cubicBezTo>
                      <a:pt x="17094" y="9069"/>
                      <a:pt x="16808" y="9354"/>
                      <a:pt x="16451" y="9497"/>
                    </a:cubicBezTo>
                    <a:cubicBezTo>
                      <a:pt x="16038" y="9727"/>
                      <a:pt x="15537" y="9926"/>
                      <a:pt x="15061" y="9926"/>
                    </a:cubicBezTo>
                    <a:cubicBezTo>
                      <a:pt x="14796" y="9926"/>
                      <a:pt x="14539" y="9865"/>
                      <a:pt x="14309" y="9711"/>
                    </a:cubicBezTo>
                    <a:cubicBezTo>
                      <a:pt x="14197" y="9655"/>
                      <a:pt x="14071" y="9629"/>
                      <a:pt x="13942" y="9629"/>
                    </a:cubicBezTo>
                    <a:cubicBezTo>
                      <a:pt x="13579" y="9629"/>
                      <a:pt x="13201" y="9842"/>
                      <a:pt x="13095" y="10211"/>
                    </a:cubicBezTo>
                    <a:cubicBezTo>
                      <a:pt x="13095" y="10640"/>
                      <a:pt x="12738" y="10997"/>
                      <a:pt x="12667" y="11496"/>
                    </a:cubicBezTo>
                    <a:cubicBezTo>
                      <a:pt x="12667" y="11853"/>
                      <a:pt x="12310" y="12139"/>
                      <a:pt x="11953" y="12282"/>
                    </a:cubicBezTo>
                    <a:cubicBezTo>
                      <a:pt x="10810" y="12710"/>
                      <a:pt x="10739" y="13353"/>
                      <a:pt x="10382" y="14424"/>
                    </a:cubicBezTo>
                    <a:cubicBezTo>
                      <a:pt x="10096" y="14709"/>
                      <a:pt x="9454" y="14781"/>
                      <a:pt x="9382" y="15138"/>
                    </a:cubicBezTo>
                    <a:cubicBezTo>
                      <a:pt x="9382" y="15209"/>
                      <a:pt x="9311" y="15281"/>
                      <a:pt x="9240" y="15352"/>
                    </a:cubicBezTo>
                    <a:cubicBezTo>
                      <a:pt x="8954" y="15638"/>
                      <a:pt x="8454" y="15709"/>
                      <a:pt x="8311" y="16137"/>
                    </a:cubicBezTo>
                    <a:cubicBezTo>
                      <a:pt x="8169" y="16352"/>
                      <a:pt x="8026" y="16566"/>
                      <a:pt x="7812" y="16709"/>
                    </a:cubicBezTo>
                    <a:cubicBezTo>
                      <a:pt x="7535" y="16867"/>
                      <a:pt x="7215" y="16915"/>
                      <a:pt x="6900" y="16915"/>
                    </a:cubicBezTo>
                    <a:cubicBezTo>
                      <a:pt x="6645" y="16915"/>
                      <a:pt x="6393" y="16883"/>
                      <a:pt x="6169" y="16852"/>
                    </a:cubicBezTo>
                    <a:cubicBezTo>
                      <a:pt x="5669" y="16780"/>
                      <a:pt x="5098" y="16780"/>
                      <a:pt x="4670" y="16494"/>
                    </a:cubicBezTo>
                    <a:cubicBezTo>
                      <a:pt x="4527" y="16423"/>
                      <a:pt x="4456" y="16280"/>
                      <a:pt x="4384" y="16209"/>
                    </a:cubicBezTo>
                    <a:cubicBezTo>
                      <a:pt x="4313" y="16137"/>
                      <a:pt x="4170" y="16137"/>
                      <a:pt x="4027" y="16066"/>
                    </a:cubicBezTo>
                    <a:cubicBezTo>
                      <a:pt x="3884" y="15923"/>
                      <a:pt x="3884" y="15709"/>
                      <a:pt x="3742" y="15566"/>
                    </a:cubicBezTo>
                    <a:cubicBezTo>
                      <a:pt x="3670" y="15423"/>
                      <a:pt x="3599" y="15281"/>
                      <a:pt x="3599" y="15138"/>
                    </a:cubicBezTo>
                    <a:cubicBezTo>
                      <a:pt x="3527" y="14781"/>
                      <a:pt x="3956" y="14424"/>
                      <a:pt x="3742" y="14138"/>
                    </a:cubicBezTo>
                    <a:cubicBezTo>
                      <a:pt x="3722" y="14132"/>
                      <a:pt x="3702" y="14129"/>
                      <a:pt x="3681" y="14129"/>
                    </a:cubicBezTo>
                    <a:cubicBezTo>
                      <a:pt x="3496" y="14129"/>
                      <a:pt x="3273" y="14362"/>
                      <a:pt x="3088" y="14362"/>
                    </a:cubicBezTo>
                    <a:cubicBezTo>
                      <a:pt x="3068" y="14362"/>
                      <a:pt x="3047" y="14359"/>
                      <a:pt x="3028" y="14352"/>
                    </a:cubicBezTo>
                    <a:cubicBezTo>
                      <a:pt x="2742" y="14352"/>
                      <a:pt x="2813" y="13710"/>
                      <a:pt x="2599" y="13710"/>
                    </a:cubicBezTo>
                    <a:cubicBezTo>
                      <a:pt x="2385" y="13710"/>
                      <a:pt x="2242" y="13924"/>
                      <a:pt x="2099" y="13995"/>
                    </a:cubicBezTo>
                    <a:cubicBezTo>
                      <a:pt x="1742" y="14281"/>
                      <a:pt x="1314" y="14495"/>
                      <a:pt x="1243" y="14924"/>
                    </a:cubicBezTo>
                    <a:cubicBezTo>
                      <a:pt x="1028" y="15566"/>
                      <a:pt x="100" y="15923"/>
                      <a:pt x="29" y="16637"/>
                    </a:cubicBezTo>
                    <a:cubicBezTo>
                      <a:pt x="-43" y="16780"/>
                      <a:pt x="29" y="16994"/>
                      <a:pt x="172" y="17066"/>
                    </a:cubicBezTo>
                    <a:cubicBezTo>
                      <a:pt x="957" y="17351"/>
                      <a:pt x="5527" y="18994"/>
                      <a:pt x="6241" y="19208"/>
                    </a:cubicBezTo>
                    <a:cubicBezTo>
                      <a:pt x="6384" y="19279"/>
                      <a:pt x="6241" y="19422"/>
                      <a:pt x="6169" y="19493"/>
                    </a:cubicBezTo>
                    <a:cubicBezTo>
                      <a:pt x="5527" y="20350"/>
                      <a:pt x="4741" y="21278"/>
                      <a:pt x="4099" y="22064"/>
                    </a:cubicBezTo>
                    <a:cubicBezTo>
                      <a:pt x="3813" y="22349"/>
                      <a:pt x="4313" y="22564"/>
                      <a:pt x="4456" y="22706"/>
                    </a:cubicBezTo>
                    <a:cubicBezTo>
                      <a:pt x="5047" y="23061"/>
                      <a:pt x="5687" y="23563"/>
                      <a:pt x="6376" y="23563"/>
                    </a:cubicBezTo>
                    <a:cubicBezTo>
                      <a:pt x="6519" y="23563"/>
                      <a:pt x="6664" y="23541"/>
                      <a:pt x="6812" y="23492"/>
                    </a:cubicBezTo>
                    <a:cubicBezTo>
                      <a:pt x="6919" y="23482"/>
                      <a:pt x="7024" y="23478"/>
                      <a:pt x="7127" y="23478"/>
                    </a:cubicBezTo>
                    <a:cubicBezTo>
                      <a:pt x="7776" y="23478"/>
                      <a:pt x="8347" y="23654"/>
                      <a:pt x="9025" y="23777"/>
                    </a:cubicBezTo>
                    <a:cubicBezTo>
                      <a:pt x="9216" y="23801"/>
                      <a:pt x="9414" y="23801"/>
                      <a:pt x="9612" y="23801"/>
                    </a:cubicBezTo>
                    <a:cubicBezTo>
                      <a:pt x="10009" y="23801"/>
                      <a:pt x="10406" y="23801"/>
                      <a:pt x="10739" y="23992"/>
                    </a:cubicBezTo>
                    <a:cubicBezTo>
                      <a:pt x="11453" y="24634"/>
                      <a:pt x="12381" y="24848"/>
                      <a:pt x="13309" y="25063"/>
                    </a:cubicBezTo>
                    <a:cubicBezTo>
                      <a:pt x="14095" y="25491"/>
                      <a:pt x="15166" y="25991"/>
                      <a:pt x="15951" y="26419"/>
                    </a:cubicBezTo>
                    <a:cubicBezTo>
                      <a:pt x="16018" y="26464"/>
                      <a:pt x="16091" y="26480"/>
                      <a:pt x="16165" y="26480"/>
                    </a:cubicBezTo>
                    <a:cubicBezTo>
                      <a:pt x="16329" y="26480"/>
                      <a:pt x="16495" y="26397"/>
                      <a:pt x="16594" y="26348"/>
                    </a:cubicBezTo>
                    <a:cubicBezTo>
                      <a:pt x="16701" y="26312"/>
                      <a:pt x="16772" y="26276"/>
                      <a:pt x="16826" y="26276"/>
                    </a:cubicBezTo>
                    <a:cubicBezTo>
                      <a:pt x="16880" y="26276"/>
                      <a:pt x="16915" y="26312"/>
                      <a:pt x="16951" y="26419"/>
                    </a:cubicBezTo>
                    <a:cubicBezTo>
                      <a:pt x="17022" y="26562"/>
                      <a:pt x="17237" y="26562"/>
                      <a:pt x="17379" y="26562"/>
                    </a:cubicBezTo>
                    <a:cubicBezTo>
                      <a:pt x="17527" y="26503"/>
                      <a:pt x="17589" y="26468"/>
                      <a:pt x="17632" y="26468"/>
                    </a:cubicBezTo>
                    <a:cubicBezTo>
                      <a:pt x="17692" y="26468"/>
                      <a:pt x="17712" y="26538"/>
                      <a:pt x="17879" y="26705"/>
                    </a:cubicBezTo>
                    <a:cubicBezTo>
                      <a:pt x="18037" y="26757"/>
                      <a:pt x="18194" y="26926"/>
                      <a:pt x="18381" y="26926"/>
                    </a:cubicBezTo>
                    <a:cubicBezTo>
                      <a:pt x="18447" y="26926"/>
                      <a:pt x="18518" y="26904"/>
                      <a:pt x="18593" y="26848"/>
                    </a:cubicBezTo>
                    <a:cubicBezTo>
                      <a:pt x="18593" y="26848"/>
                      <a:pt x="18639" y="26756"/>
                      <a:pt x="18730" y="26756"/>
                    </a:cubicBezTo>
                    <a:cubicBezTo>
                      <a:pt x="18753" y="26756"/>
                      <a:pt x="18779" y="26762"/>
                      <a:pt x="18807" y="26776"/>
                    </a:cubicBezTo>
                    <a:cubicBezTo>
                      <a:pt x="18879" y="26776"/>
                      <a:pt x="18879" y="26990"/>
                      <a:pt x="18950" y="27062"/>
                    </a:cubicBezTo>
                    <a:cubicBezTo>
                      <a:pt x="19022" y="27062"/>
                      <a:pt x="19236" y="27062"/>
                      <a:pt x="19307" y="27133"/>
                    </a:cubicBezTo>
                    <a:cubicBezTo>
                      <a:pt x="19450" y="27276"/>
                      <a:pt x="19450" y="27419"/>
                      <a:pt x="19593" y="27490"/>
                    </a:cubicBezTo>
                    <a:cubicBezTo>
                      <a:pt x="19736" y="27562"/>
                      <a:pt x="19878" y="27633"/>
                      <a:pt x="20021" y="27633"/>
                    </a:cubicBezTo>
                    <a:cubicBezTo>
                      <a:pt x="20235" y="27776"/>
                      <a:pt x="20450" y="27847"/>
                      <a:pt x="20664" y="27847"/>
                    </a:cubicBezTo>
                    <a:cubicBezTo>
                      <a:pt x="20735" y="27847"/>
                      <a:pt x="20807" y="28062"/>
                      <a:pt x="20878" y="28133"/>
                    </a:cubicBezTo>
                    <a:cubicBezTo>
                      <a:pt x="21092" y="28276"/>
                      <a:pt x="21449" y="28276"/>
                      <a:pt x="21592" y="28490"/>
                    </a:cubicBezTo>
                    <a:cubicBezTo>
                      <a:pt x="21735" y="28633"/>
                      <a:pt x="21949" y="28561"/>
                      <a:pt x="22021" y="28704"/>
                    </a:cubicBezTo>
                    <a:cubicBezTo>
                      <a:pt x="22092" y="28847"/>
                      <a:pt x="22092" y="28990"/>
                      <a:pt x="22235" y="29061"/>
                    </a:cubicBezTo>
                    <a:cubicBezTo>
                      <a:pt x="22274" y="29101"/>
                      <a:pt x="22325" y="29113"/>
                      <a:pt x="22380" y="29113"/>
                    </a:cubicBezTo>
                    <a:cubicBezTo>
                      <a:pt x="22469" y="29113"/>
                      <a:pt x="22571" y="29081"/>
                      <a:pt x="22661" y="29081"/>
                    </a:cubicBezTo>
                    <a:cubicBezTo>
                      <a:pt x="22716" y="29081"/>
                      <a:pt x="22766" y="29093"/>
                      <a:pt x="22806" y="29133"/>
                    </a:cubicBezTo>
                    <a:cubicBezTo>
                      <a:pt x="22925" y="29312"/>
                      <a:pt x="23145" y="29842"/>
                      <a:pt x="23423" y="29842"/>
                    </a:cubicBezTo>
                    <a:cubicBezTo>
                      <a:pt x="23477" y="29842"/>
                      <a:pt x="23533" y="29822"/>
                      <a:pt x="23591" y="29775"/>
                    </a:cubicBezTo>
                    <a:cubicBezTo>
                      <a:pt x="23663" y="29632"/>
                      <a:pt x="23663" y="29632"/>
                      <a:pt x="23734" y="29632"/>
                    </a:cubicBezTo>
                    <a:cubicBezTo>
                      <a:pt x="23806" y="29775"/>
                      <a:pt x="23806" y="30061"/>
                      <a:pt x="23877" y="30275"/>
                    </a:cubicBezTo>
                    <a:cubicBezTo>
                      <a:pt x="23948" y="30489"/>
                      <a:pt x="23734" y="30632"/>
                      <a:pt x="23734" y="30846"/>
                    </a:cubicBezTo>
                    <a:cubicBezTo>
                      <a:pt x="23705" y="31334"/>
                      <a:pt x="23850" y="31476"/>
                      <a:pt x="24074" y="31476"/>
                    </a:cubicBezTo>
                    <a:cubicBezTo>
                      <a:pt x="24387" y="31476"/>
                      <a:pt x="24856" y="31199"/>
                      <a:pt x="25230" y="31199"/>
                    </a:cubicBezTo>
                    <a:cubicBezTo>
                      <a:pt x="25256" y="31199"/>
                      <a:pt x="25281" y="31200"/>
                      <a:pt x="25305" y="31203"/>
                    </a:cubicBezTo>
                    <a:cubicBezTo>
                      <a:pt x="25805" y="31203"/>
                      <a:pt x="24591" y="31560"/>
                      <a:pt x="24591" y="31703"/>
                    </a:cubicBezTo>
                    <a:cubicBezTo>
                      <a:pt x="24163" y="32203"/>
                      <a:pt x="25448" y="32203"/>
                      <a:pt x="25662" y="32203"/>
                    </a:cubicBezTo>
                    <a:cubicBezTo>
                      <a:pt x="25662" y="32274"/>
                      <a:pt x="25519" y="32274"/>
                      <a:pt x="25448" y="32346"/>
                    </a:cubicBezTo>
                    <a:cubicBezTo>
                      <a:pt x="24591" y="32631"/>
                      <a:pt x="25519" y="33345"/>
                      <a:pt x="25662" y="33845"/>
                    </a:cubicBezTo>
                    <a:cubicBezTo>
                      <a:pt x="25805" y="34345"/>
                      <a:pt x="25805" y="34916"/>
                      <a:pt x="26090" y="35416"/>
                    </a:cubicBezTo>
                    <a:cubicBezTo>
                      <a:pt x="26376" y="35844"/>
                      <a:pt x="26804" y="36130"/>
                      <a:pt x="27161" y="36487"/>
                    </a:cubicBezTo>
                    <a:cubicBezTo>
                      <a:pt x="27518" y="36844"/>
                      <a:pt x="27804" y="37201"/>
                      <a:pt x="28304" y="37415"/>
                    </a:cubicBezTo>
                    <a:cubicBezTo>
                      <a:pt x="28304" y="37415"/>
                      <a:pt x="28304" y="37447"/>
                      <a:pt x="28304" y="37468"/>
                    </a:cubicBezTo>
                    <a:lnTo>
                      <a:pt x="28304" y="37468"/>
                    </a:lnTo>
                    <a:cubicBezTo>
                      <a:pt x="28285" y="37458"/>
                      <a:pt x="28259" y="37441"/>
                      <a:pt x="28232" y="37415"/>
                    </a:cubicBezTo>
                    <a:cubicBezTo>
                      <a:pt x="28161" y="37415"/>
                      <a:pt x="28018" y="37344"/>
                      <a:pt x="27947" y="37344"/>
                    </a:cubicBezTo>
                    <a:cubicBezTo>
                      <a:pt x="27887" y="37304"/>
                      <a:pt x="27833" y="37286"/>
                      <a:pt x="27787" y="37286"/>
                    </a:cubicBezTo>
                    <a:cubicBezTo>
                      <a:pt x="27670" y="37286"/>
                      <a:pt x="27610" y="37404"/>
                      <a:pt x="27661" y="37558"/>
                    </a:cubicBezTo>
                    <a:cubicBezTo>
                      <a:pt x="27804" y="37772"/>
                      <a:pt x="28018" y="37844"/>
                      <a:pt x="28232" y="37986"/>
                    </a:cubicBezTo>
                    <a:cubicBezTo>
                      <a:pt x="28447" y="38201"/>
                      <a:pt x="28732" y="38272"/>
                      <a:pt x="29018" y="38343"/>
                    </a:cubicBezTo>
                    <a:cubicBezTo>
                      <a:pt x="29518" y="38343"/>
                      <a:pt x="29875" y="38772"/>
                      <a:pt x="30303" y="38986"/>
                    </a:cubicBezTo>
                    <a:cubicBezTo>
                      <a:pt x="30594" y="39160"/>
                      <a:pt x="30600" y="39228"/>
                      <a:pt x="30497" y="39228"/>
                    </a:cubicBezTo>
                    <a:cubicBezTo>
                      <a:pt x="30345" y="39228"/>
                      <a:pt x="29959" y="39084"/>
                      <a:pt x="29875" y="38915"/>
                    </a:cubicBezTo>
                    <a:cubicBezTo>
                      <a:pt x="29540" y="38555"/>
                      <a:pt x="29252" y="38445"/>
                      <a:pt x="28974" y="38445"/>
                    </a:cubicBezTo>
                    <a:cubicBezTo>
                      <a:pt x="28537" y="38445"/>
                      <a:pt x="28124" y="38716"/>
                      <a:pt x="27592" y="38716"/>
                    </a:cubicBezTo>
                    <a:cubicBezTo>
                      <a:pt x="27522" y="38716"/>
                      <a:pt x="27450" y="38711"/>
                      <a:pt x="27376" y="38700"/>
                    </a:cubicBezTo>
                    <a:lnTo>
                      <a:pt x="27376" y="38700"/>
                    </a:lnTo>
                    <a:cubicBezTo>
                      <a:pt x="26305" y="38772"/>
                      <a:pt x="27804" y="39771"/>
                      <a:pt x="28090" y="40057"/>
                    </a:cubicBezTo>
                    <a:cubicBezTo>
                      <a:pt x="28518" y="40343"/>
                      <a:pt x="29161" y="40271"/>
                      <a:pt x="29589" y="40557"/>
                    </a:cubicBezTo>
                    <a:cubicBezTo>
                      <a:pt x="29810" y="40645"/>
                      <a:pt x="30030" y="40706"/>
                      <a:pt x="30234" y="40706"/>
                    </a:cubicBezTo>
                    <a:cubicBezTo>
                      <a:pt x="30360" y="40706"/>
                      <a:pt x="30480" y="40683"/>
                      <a:pt x="30589" y="40628"/>
                    </a:cubicBezTo>
                    <a:cubicBezTo>
                      <a:pt x="30752" y="40519"/>
                      <a:pt x="30854" y="40472"/>
                      <a:pt x="30900" y="40472"/>
                    </a:cubicBezTo>
                    <a:cubicBezTo>
                      <a:pt x="30975" y="40472"/>
                      <a:pt x="30908" y="40594"/>
                      <a:pt x="30732" y="40771"/>
                    </a:cubicBezTo>
                    <a:cubicBezTo>
                      <a:pt x="30560" y="40899"/>
                      <a:pt x="30376" y="40944"/>
                      <a:pt x="30187" y="40944"/>
                    </a:cubicBezTo>
                    <a:cubicBezTo>
                      <a:pt x="29745" y="40944"/>
                      <a:pt x="29275" y="40700"/>
                      <a:pt x="28875" y="40700"/>
                    </a:cubicBezTo>
                    <a:cubicBezTo>
                      <a:pt x="28797" y="40700"/>
                      <a:pt x="28316" y="40636"/>
                      <a:pt x="27975" y="40636"/>
                    </a:cubicBezTo>
                    <a:cubicBezTo>
                      <a:pt x="27691" y="40636"/>
                      <a:pt x="27505" y="40680"/>
                      <a:pt x="27733" y="40842"/>
                    </a:cubicBezTo>
                    <a:cubicBezTo>
                      <a:pt x="28090" y="41057"/>
                      <a:pt x="28375" y="41199"/>
                      <a:pt x="28661" y="41485"/>
                    </a:cubicBezTo>
                    <a:cubicBezTo>
                      <a:pt x="28946" y="41699"/>
                      <a:pt x="29089" y="42128"/>
                      <a:pt x="29303" y="42413"/>
                    </a:cubicBezTo>
                    <a:cubicBezTo>
                      <a:pt x="29803" y="42770"/>
                      <a:pt x="30375" y="42699"/>
                      <a:pt x="29946" y="43484"/>
                    </a:cubicBezTo>
                    <a:cubicBezTo>
                      <a:pt x="29732" y="43841"/>
                      <a:pt x="29661" y="44270"/>
                      <a:pt x="29518" y="44698"/>
                    </a:cubicBezTo>
                    <a:cubicBezTo>
                      <a:pt x="29375" y="44984"/>
                      <a:pt x="29018" y="45055"/>
                      <a:pt x="29018" y="45412"/>
                    </a:cubicBezTo>
                    <a:cubicBezTo>
                      <a:pt x="29018" y="45769"/>
                      <a:pt x="29161" y="46055"/>
                      <a:pt x="28875" y="46269"/>
                    </a:cubicBezTo>
                    <a:cubicBezTo>
                      <a:pt x="28447" y="46554"/>
                      <a:pt x="28804" y="47126"/>
                      <a:pt x="29089" y="47340"/>
                    </a:cubicBezTo>
                    <a:cubicBezTo>
                      <a:pt x="29120" y="47370"/>
                      <a:pt x="29150" y="47383"/>
                      <a:pt x="29180" y="47383"/>
                    </a:cubicBezTo>
                    <a:cubicBezTo>
                      <a:pt x="29364" y="47383"/>
                      <a:pt x="29548" y="46901"/>
                      <a:pt x="29732" y="46840"/>
                    </a:cubicBezTo>
                    <a:cubicBezTo>
                      <a:pt x="29946" y="46697"/>
                      <a:pt x="30089" y="46554"/>
                      <a:pt x="30232" y="46483"/>
                    </a:cubicBezTo>
                    <a:cubicBezTo>
                      <a:pt x="30517" y="46340"/>
                      <a:pt x="31017" y="46197"/>
                      <a:pt x="30946" y="45840"/>
                    </a:cubicBezTo>
                    <a:cubicBezTo>
                      <a:pt x="30946" y="45769"/>
                      <a:pt x="30946" y="45626"/>
                      <a:pt x="30946" y="45555"/>
                    </a:cubicBezTo>
                    <a:cubicBezTo>
                      <a:pt x="30946" y="45483"/>
                      <a:pt x="31017" y="45448"/>
                      <a:pt x="31080" y="45448"/>
                    </a:cubicBezTo>
                    <a:cubicBezTo>
                      <a:pt x="31142" y="45448"/>
                      <a:pt x="31196" y="45483"/>
                      <a:pt x="31160" y="45555"/>
                    </a:cubicBezTo>
                    <a:cubicBezTo>
                      <a:pt x="31160" y="45555"/>
                      <a:pt x="31089" y="45626"/>
                      <a:pt x="31089" y="45698"/>
                    </a:cubicBezTo>
                    <a:cubicBezTo>
                      <a:pt x="30990" y="46539"/>
                      <a:pt x="31439" y="46900"/>
                      <a:pt x="32057" y="46900"/>
                    </a:cubicBezTo>
                    <a:cubicBezTo>
                      <a:pt x="32331" y="46900"/>
                      <a:pt x="32638" y="46829"/>
                      <a:pt x="32945" y="46697"/>
                    </a:cubicBezTo>
                    <a:cubicBezTo>
                      <a:pt x="33730" y="46197"/>
                      <a:pt x="34801" y="46483"/>
                      <a:pt x="35730" y="46197"/>
                    </a:cubicBezTo>
                    <a:cubicBezTo>
                      <a:pt x="36301" y="45983"/>
                      <a:pt x="35872" y="45198"/>
                      <a:pt x="36586" y="45126"/>
                    </a:cubicBezTo>
                    <a:lnTo>
                      <a:pt x="36586" y="45126"/>
                    </a:lnTo>
                    <a:cubicBezTo>
                      <a:pt x="36586" y="45198"/>
                      <a:pt x="36301" y="45269"/>
                      <a:pt x="36301" y="45412"/>
                    </a:cubicBezTo>
                    <a:cubicBezTo>
                      <a:pt x="36229" y="45483"/>
                      <a:pt x="36229" y="45626"/>
                      <a:pt x="36229" y="45698"/>
                    </a:cubicBezTo>
                    <a:cubicBezTo>
                      <a:pt x="36158" y="45912"/>
                      <a:pt x="36158" y="46126"/>
                      <a:pt x="35944" y="46269"/>
                    </a:cubicBezTo>
                    <a:cubicBezTo>
                      <a:pt x="35801" y="46340"/>
                      <a:pt x="35658" y="46483"/>
                      <a:pt x="35730" y="46697"/>
                    </a:cubicBezTo>
                    <a:cubicBezTo>
                      <a:pt x="35872" y="47268"/>
                      <a:pt x="36515" y="47554"/>
                      <a:pt x="36943" y="47911"/>
                    </a:cubicBezTo>
                    <a:cubicBezTo>
                      <a:pt x="37729" y="48554"/>
                      <a:pt x="38586" y="49196"/>
                      <a:pt x="39228" y="50053"/>
                    </a:cubicBezTo>
                    <a:cubicBezTo>
                      <a:pt x="39657" y="50767"/>
                      <a:pt x="40371" y="51410"/>
                      <a:pt x="40942" y="52052"/>
                    </a:cubicBezTo>
                    <a:cubicBezTo>
                      <a:pt x="41156" y="52267"/>
                      <a:pt x="41513" y="52409"/>
                      <a:pt x="41799" y="52481"/>
                    </a:cubicBezTo>
                    <a:cubicBezTo>
                      <a:pt x="41870" y="52409"/>
                      <a:pt x="41870" y="52338"/>
                      <a:pt x="41870" y="52195"/>
                    </a:cubicBezTo>
                    <a:cubicBezTo>
                      <a:pt x="41942" y="50981"/>
                      <a:pt x="41870" y="49625"/>
                      <a:pt x="41870" y="48411"/>
                    </a:cubicBezTo>
                    <a:lnTo>
                      <a:pt x="41870" y="48340"/>
                    </a:lnTo>
                    <a:cubicBezTo>
                      <a:pt x="41870" y="45198"/>
                      <a:pt x="42013" y="41771"/>
                      <a:pt x="41870" y="38915"/>
                    </a:cubicBezTo>
                    <a:cubicBezTo>
                      <a:pt x="41799" y="38629"/>
                      <a:pt x="41442" y="38486"/>
                      <a:pt x="41370" y="38129"/>
                    </a:cubicBezTo>
                    <a:cubicBezTo>
                      <a:pt x="41228" y="37915"/>
                      <a:pt x="41156" y="37629"/>
                      <a:pt x="41156" y="37415"/>
                    </a:cubicBezTo>
                    <a:cubicBezTo>
                      <a:pt x="41156" y="36987"/>
                      <a:pt x="41513" y="36701"/>
                      <a:pt x="41656" y="36344"/>
                    </a:cubicBezTo>
                    <a:cubicBezTo>
                      <a:pt x="41656" y="36201"/>
                      <a:pt x="41656" y="36058"/>
                      <a:pt x="41585" y="35987"/>
                    </a:cubicBezTo>
                    <a:cubicBezTo>
                      <a:pt x="41799" y="35630"/>
                      <a:pt x="41870" y="35202"/>
                      <a:pt x="41870" y="34773"/>
                    </a:cubicBezTo>
                    <a:cubicBezTo>
                      <a:pt x="41942" y="27419"/>
                      <a:pt x="41799" y="20065"/>
                      <a:pt x="41870" y="12710"/>
                    </a:cubicBezTo>
                    <a:cubicBezTo>
                      <a:pt x="41870" y="12496"/>
                      <a:pt x="41942" y="12210"/>
                      <a:pt x="41727" y="12139"/>
                    </a:cubicBezTo>
                    <a:cubicBezTo>
                      <a:pt x="41637" y="12124"/>
                      <a:pt x="41540" y="12118"/>
                      <a:pt x="41439" y="12118"/>
                    </a:cubicBezTo>
                    <a:cubicBezTo>
                      <a:pt x="41165" y="12118"/>
                      <a:pt x="40862" y="12160"/>
                      <a:pt x="40587" y="12160"/>
                    </a:cubicBezTo>
                    <a:cubicBezTo>
                      <a:pt x="40487" y="12160"/>
                      <a:pt x="40390" y="12154"/>
                      <a:pt x="40299" y="12139"/>
                    </a:cubicBezTo>
                    <a:cubicBezTo>
                      <a:pt x="40228" y="12139"/>
                      <a:pt x="40299" y="11996"/>
                      <a:pt x="40371" y="11853"/>
                    </a:cubicBezTo>
                    <a:cubicBezTo>
                      <a:pt x="40442" y="11496"/>
                      <a:pt x="40228" y="11354"/>
                      <a:pt x="39942" y="11211"/>
                    </a:cubicBezTo>
                    <a:cubicBezTo>
                      <a:pt x="39657" y="11139"/>
                      <a:pt x="39371" y="11068"/>
                      <a:pt x="39014" y="11068"/>
                    </a:cubicBezTo>
                    <a:cubicBezTo>
                      <a:pt x="38841" y="11010"/>
                      <a:pt x="38574" y="10906"/>
                      <a:pt x="38365" y="10906"/>
                    </a:cubicBezTo>
                    <a:cubicBezTo>
                      <a:pt x="38316" y="10906"/>
                      <a:pt x="38270" y="10912"/>
                      <a:pt x="38229" y="10925"/>
                    </a:cubicBezTo>
                    <a:cubicBezTo>
                      <a:pt x="38132" y="11055"/>
                      <a:pt x="38020" y="11096"/>
                      <a:pt x="37900" y="11096"/>
                    </a:cubicBezTo>
                    <a:cubicBezTo>
                      <a:pt x="37756" y="11096"/>
                      <a:pt x="37600" y="11036"/>
                      <a:pt x="37443" y="10997"/>
                    </a:cubicBezTo>
                    <a:cubicBezTo>
                      <a:pt x="37158" y="10854"/>
                      <a:pt x="36943" y="10497"/>
                      <a:pt x="36658" y="10425"/>
                    </a:cubicBezTo>
                    <a:cubicBezTo>
                      <a:pt x="36158" y="10497"/>
                      <a:pt x="35658" y="10640"/>
                      <a:pt x="35158" y="10640"/>
                    </a:cubicBezTo>
                    <a:cubicBezTo>
                      <a:pt x="35113" y="10647"/>
                      <a:pt x="35067" y="10651"/>
                      <a:pt x="35021" y="10651"/>
                    </a:cubicBezTo>
                    <a:cubicBezTo>
                      <a:pt x="34638" y="10651"/>
                      <a:pt x="34256" y="10402"/>
                      <a:pt x="33873" y="10211"/>
                    </a:cubicBezTo>
                    <a:cubicBezTo>
                      <a:pt x="33302" y="9997"/>
                      <a:pt x="32659" y="9711"/>
                      <a:pt x="32088" y="9426"/>
                    </a:cubicBezTo>
                    <a:cubicBezTo>
                      <a:pt x="30946" y="8997"/>
                      <a:pt x="30018" y="8141"/>
                      <a:pt x="28804" y="8069"/>
                    </a:cubicBezTo>
                    <a:cubicBezTo>
                      <a:pt x="28090" y="7855"/>
                      <a:pt x="27804" y="6998"/>
                      <a:pt x="27019" y="6927"/>
                    </a:cubicBezTo>
                    <a:cubicBezTo>
                      <a:pt x="25876" y="6713"/>
                      <a:pt x="24877" y="6213"/>
                      <a:pt x="23806" y="5856"/>
                    </a:cubicBezTo>
                    <a:cubicBezTo>
                      <a:pt x="23234" y="5475"/>
                      <a:pt x="22917" y="5126"/>
                      <a:pt x="22430" y="512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59"/>
              <p:cNvSpPr/>
              <p:nvPr/>
            </p:nvSpPr>
            <p:spPr>
              <a:xfrm>
                <a:off x="6331550" y="2562950"/>
                <a:ext cx="1048350" cy="1312025"/>
              </a:xfrm>
              <a:custGeom>
                <a:rect b="b" l="l" r="r" t="t"/>
                <a:pathLst>
                  <a:path extrusionOk="0" fill="none" h="52481" w="41934">
                    <a:moveTo>
                      <a:pt x="7312" y="786"/>
                    </a:moveTo>
                    <a:cubicBezTo>
                      <a:pt x="7383" y="786"/>
                      <a:pt x="7455" y="858"/>
                      <a:pt x="7526" y="929"/>
                    </a:cubicBezTo>
                    <a:cubicBezTo>
                      <a:pt x="7597" y="929"/>
                      <a:pt x="7669" y="858"/>
                      <a:pt x="7740" y="858"/>
                    </a:cubicBezTo>
                    <a:cubicBezTo>
                      <a:pt x="7883" y="858"/>
                      <a:pt x="8097" y="1072"/>
                      <a:pt x="8240" y="1143"/>
                    </a:cubicBezTo>
                    <a:cubicBezTo>
                      <a:pt x="8383" y="1286"/>
                      <a:pt x="8668" y="1572"/>
                      <a:pt x="8883" y="1429"/>
                    </a:cubicBezTo>
                    <a:cubicBezTo>
                      <a:pt x="9025" y="1357"/>
                      <a:pt x="9097" y="1215"/>
                      <a:pt x="9240" y="1215"/>
                    </a:cubicBezTo>
                    <a:cubicBezTo>
                      <a:pt x="9525" y="1215"/>
                      <a:pt x="9597" y="1643"/>
                      <a:pt x="9668" y="1857"/>
                    </a:cubicBezTo>
                    <a:cubicBezTo>
                      <a:pt x="9739" y="2214"/>
                      <a:pt x="9882" y="2500"/>
                      <a:pt x="9882" y="2857"/>
                    </a:cubicBezTo>
                    <a:cubicBezTo>
                      <a:pt x="9954" y="3214"/>
                      <a:pt x="10239" y="3499"/>
                      <a:pt x="10596" y="3428"/>
                    </a:cubicBezTo>
                    <a:cubicBezTo>
                      <a:pt x="11096" y="3214"/>
                      <a:pt x="11524" y="3785"/>
                      <a:pt x="12024" y="3642"/>
                    </a:cubicBezTo>
                    <a:cubicBezTo>
                      <a:pt x="12453" y="3499"/>
                      <a:pt x="13095" y="3428"/>
                      <a:pt x="13309" y="3000"/>
                    </a:cubicBezTo>
                    <a:cubicBezTo>
                      <a:pt x="13309" y="2857"/>
                      <a:pt x="13024" y="2785"/>
                      <a:pt x="12881" y="2714"/>
                    </a:cubicBezTo>
                    <a:cubicBezTo>
                      <a:pt x="12738" y="2571"/>
                      <a:pt x="12453" y="2643"/>
                      <a:pt x="12238" y="2571"/>
                    </a:cubicBezTo>
                    <a:cubicBezTo>
                      <a:pt x="11881" y="2286"/>
                      <a:pt x="11667" y="1857"/>
                      <a:pt x="11382" y="1500"/>
                    </a:cubicBezTo>
                    <a:cubicBezTo>
                      <a:pt x="11167" y="1286"/>
                      <a:pt x="10882" y="1072"/>
                      <a:pt x="10668" y="858"/>
                    </a:cubicBezTo>
                    <a:cubicBezTo>
                      <a:pt x="10453" y="715"/>
                      <a:pt x="10311" y="358"/>
                      <a:pt x="9954" y="358"/>
                    </a:cubicBezTo>
                    <a:cubicBezTo>
                      <a:pt x="9811" y="429"/>
                      <a:pt x="9668" y="501"/>
                      <a:pt x="9597" y="572"/>
                    </a:cubicBezTo>
                    <a:cubicBezTo>
                      <a:pt x="9240" y="643"/>
                      <a:pt x="9025" y="429"/>
                      <a:pt x="8811" y="286"/>
                    </a:cubicBezTo>
                    <a:cubicBezTo>
                      <a:pt x="8240" y="215"/>
                      <a:pt x="7669" y="144"/>
                      <a:pt x="7169" y="1"/>
                    </a:cubicBezTo>
                    <a:cubicBezTo>
                      <a:pt x="6812" y="1"/>
                      <a:pt x="7169" y="643"/>
                      <a:pt x="7312" y="715"/>
                    </a:cubicBezTo>
                    <a:close/>
                    <a:moveTo>
                      <a:pt x="9525" y="14352"/>
                    </a:moveTo>
                    <a:cubicBezTo>
                      <a:pt x="9597" y="14281"/>
                      <a:pt x="9597" y="14281"/>
                      <a:pt x="9597" y="14281"/>
                    </a:cubicBezTo>
                    <a:cubicBezTo>
                      <a:pt x="9597" y="14281"/>
                      <a:pt x="9597" y="14281"/>
                      <a:pt x="9597" y="14281"/>
                    </a:cubicBezTo>
                    <a:cubicBezTo>
                      <a:pt x="9668" y="14281"/>
                      <a:pt x="9668" y="14281"/>
                      <a:pt x="9668" y="14281"/>
                    </a:cubicBezTo>
                    <a:cubicBezTo>
                      <a:pt x="9668" y="14281"/>
                      <a:pt x="9668" y="14281"/>
                      <a:pt x="9668" y="14281"/>
                    </a:cubicBezTo>
                    <a:cubicBezTo>
                      <a:pt x="9668" y="14281"/>
                      <a:pt x="9668" y="14281"/>
                      <a:pt x="9668" y="14281"/>
                    </a:cubicBezTo>
                    <a:cubicBezTo>
                      <a:pt x="9739" y="14210"/>
                      <a:pt x="9739" y="14210"/>
                      <a:pt x="9739" y="14210"/>
                    </a:cubicBezTo>
                    <a:cubicBezTo>
                      <a:pt x="9668" y="14210"/>
                      <a:pt x="9668" y="14210"/>
                      <a:pt x="9668" y="14210"/>
                    </a:cubicBezTo>
                    <a:cubicBezTo>
                      <a:pt x="9597" y="14210"/>
                      <a:pt x="9597" y="14210"/>
                      <a:pt x="9597" y="14210"/>
                    </a:cubicBezTo>
                    <a:cubicBezTo>
                      <a:pt x="9525" y="14210"/>
                      <a:pt x="9525" y="14210"/>
                      <a:pt x="9525" y="14210"/>
                    </a:cubicBezTo>
                    <a:cubicBezTo>
                      <a:pt x="9454" y="14210"/>
                      <a:pt x="9454" y="14210"/>
                      <a:pt x="9454" y="14210"/>
                    </a:cubicBezTo>
                    <a:cubicBezTo>
                      <a:pt x="9382" y="14210"/>
                      <a:pt x="9382" y="14210"/>
                      <a:pt x="9382" y="14210"/>
                    </a:cubicBezTo>
                    <a:cubicBezTo>
                      <a:pt x="9311" y="14210"/>
                      <a:pt x="9311" y="14210"/>
                      <a:pt x="9311" y="14210"/>
                    </a:cubicBezTo>
                    <a:cubicBezTo>
                      <a:pt x="9240" y="14210"/>
                      <a:pt x="9240" y="14210"/>
                      <a:pt x="9240" y="14210"/>
                    </a:cubicBezTo>
                    <a:cubicBezTo>
                      <a:pt x="9240" y="14281"/>
                      <a:pt x="9240" y="14281"/>
                      <a:pt x="9240" y="14281"/>
                    </a:cubicBezTo>
                    <a:cubicBezTo>
                      <a:pt x="9168" y="14281"/>
                      <a:pt x="9168" y="14281"/>
                      <a:pt x="9168" y="14281"/>
                    </a:cubicBezTo>
                    <a:cubicBezTo>
                      <a:pt x="9168" y="14352"/>
                      <a:pt x="9168" y="14352"/>
                      <a:pt x="9168" y="14352"/>
                    </a:cubicBezTo>
                    <a:cubicBezTo>
                      <a:pt x="9168" y="14424"/>
                      <a:pt x="9168" y="14424"/>
                      <a:pt x="9168" y="14424"/>
                    </a:cubicBezTo>
                    <a:cubicBezTo>
                      <a:pt x="9168" y="14495"/>
                      <a:pt x="9168" y="14495"/>
                      <a:pt x="9168" y="14495"/>
                    </a:cubicBezTo>
                    <a:cubicBezTo>
                      <a:pt x="9240" y="14495"/>
                      <a:pt x="9240" y="14495"/>
                      <a:pt x="9240" y="14495"/>
                    </a:cubicBezTo>
                    <a:cubicBezTo>
                      <a:pt x="9382" y="14424"/>
                      <a:pt x="9382" y="14424"/>
                      <a:pt x="9382" y="14424"/>
                    </a:cubicBezTo>
                    <a:cubicBezTo>
                      <a:pt x="9382" y="14424"/>
                      <a:pt x="9382" y="14424"/>
                      <a:pt x="9382" y="14424"/>
                    </a:cubicBezTo>
                    <a:cubicBezTo>
                      <a:pt x="9382" y="14352"/>
                      <a:pt x="9382" y="14352"/>
                      <a:pt x="9382" y="14352"/>
                    </a:cubicBezTo>
                    <a:cubicBezTo>
                      <a:pt x="9382" y="14352"/>
                      <a:pt x="9382" y="14352"/>
                      <a:pt x="9382" y="14352"/>
                    </a:cubicBezTo>
                    <a:cubicBezTo>
                      <a:pt x="9382" y="14352"/>
                      <a:pt x="9382" y="14352"/>
                      <a:pt x="9382" y="14352"/>
                    </a:cubicBezTo>
                    <a:cubicBezTo>
                      <a:pt x="9454" y="14352"/>
                      <a:pt x="9454" y="14352"/>
                      <a:pt x="9454" y="14352"/>
                    </a:cubicBezTo>
                    <a:close/>
                    <a:moveTo>
                      <a:pt x="12167" y="3928"/>
                    </a:moveTo>
                    <a:cubicBezTo>
                      <a:pt x="12167" y="3928"/>
                      <a:pt x="12167" y="3928"/>
                      <a:pt x="12167" y="3928"/>
                    </a:cubicBezTo>
                    <a:cubicBezTo>
                      <a:pt x="12238" y="3856"/>
                      <a:pt x="12238" y="3856"/>
                      <a:pt x="12238" y="3856"/>
                    </a:cubicBezTo>
                    <a:cubicBezTo>
                      <a:pt x="12310" y="3856"/>
                      <a:pt x="12310" y="3856"/>
                      <a:pt x="12310" y="3856"/>
                    </a:cubicBezTo>
                    <a:cubicBezTo>
                      <a:pt x="12310" y="3856"/>
                      <a:pt x="12310" y="3856"/>
                      <a:pt x="12310" y="3856"/>
                    </a:cubicBezTo>
                    <a:cubicBezTo>
                      <a:pt x="12310" y="3856"/>
                      <a:pt x="12310" y="3856"/>
                      <a:pt x="12310" y="3856"/>
                    </a:cubicBezTo>
                    <a:cubicBezTo>
                      <a:pt x="12381" y="3785"/>
                      <a:pt x="12381" y="3785"/>
                      <a:pt x="12381" y="3785"/>
                    </a:cubicBezTo>
                    <a:cubicBezTo>
                      <a:pt x="12381" y="3785"/>
                      <a:pt x="12381" y="3785"/>
                      <a:pt x="12381" y="3785"/>
                    </a:cubicBezTo>
                    <a:cubicBezTo>
                      <a:pt x="12310" y="3714"/>
                      <a:pt x="12310" y="3714"/>
                      <a:pt x="12310" y="3714"/>
                    </a:cubicBezTo>
                    <a:cubicBezTo>
                      <a:pt x="12238" y="3785"/>
                      <a:pt x="12238" y="3785"/>
                      <a:pt x="12238" y="3785"/>
                    </a:cubicBezTo>
                    <a:cubicBezTo>
                      <a:pt x="12167" y="3785"/>
                      <a:pt x="12167" y="3785"/>
                      <a:pt x="12167" y="3785"/>
                    </a:cubicBezTo>
                    <a:cubicBezTo>
                      <a:pt x="12167" y="3856"/>
                      <a:pt x="12167" y="3856"/>
                      <a:pt x="12167" y="3856"/>
                    </a:cubicBezTo>
                    <a:cubicBezTo>
                      <a:pt x="12167" y="3928"/>
                      <a:pt x="12167" y="3928"/>
                      <a:pt x="12167" y="3928"/>
                    </a:cubicBezTo>
                    <a:close/>
                    <a:moveTo>
                      <a:pt x="9739" y="7284"/>
                    </a:moveTo>
                    <a:cubicBezTo>
                      <a:pt x="9811" y="7284"/>
                      <a:pt x="9811" y="7284"/>
                      <a:pt x="9811" y="7284"/>
                    </a:cubicBezTo>
                    <a:cubicBezTo>
                      <a:pt x="9811" y="7212"/>
                      <a:pt x="9811" y="7212"/>
                      <a:pt x="9811" y="7212"/>
                    </a:cubicBezTo>
                    <a:cubicBezTo>
                      <a:pt x="9811" y="7212"/>
                      <a:pt x="9811" y="7212"/>
                      <a:pt x="9811" y="7212"/>
                    </a:cubicBezTo>
                    <a:cubicBezTo>
                      <a:pt x="9811" y="7212"/>
                      <a:pt x="9811" y="7212"/>
                      <a:pt x="9811" y="7212"/>
                    </a:cubicBezTo>
                    <a:cubicBezTo>
                      <a:pt x="9811" y="7141"/>
                      <a:pt x="9811" y="7141"/>
                      <a:pt x="9811" y="7141"/>
                    </a:cubicBezTo>
                    <a:cubicBezTo>
                      <a:pt x="9811" y="7141"/>
                      <a:pt x="9811" y="7141"/>
                      <a:pt x="9811" y="7141"/>
                    </a:cubicBezTo>
                    <a:cubicBezTo>
                      <a:pt x="9811" y="7141"/>
                      <a:pt x="9811" y="7141"/>
                      <a:pt x="9811" y="7141"/>
                    </a:cubicBezTo>
                    <a:cubicBezTo>
                      <a:pt x="9811" y="7141"/>
                      <a:pt x="9811" y="7141"/>
                      <a:pt x="9811" y="7141"/>
                    </a:cubicBezTo>
                    <a:cubicBezTo>
                      <a:pt x="9668" y="7141"/>
                      <a:pt x="9668" y="7141"/>
                      <a:pt x="9668" y="7141"/>
                    </a:cubicBezTo>
                    <a:cubicBezTo>
                      <a:pt x="9668" y="7141"/>
                      <a:pt x="9668" y="7141"/>
                      <a:pt x="9668" y="7141"/>
                    </a:cubicBezTo>
                    <a:cubicBezTo>
                      <a:pt x="9668" y="7212"/>
                      <a:pt x="9668" y="7212"/>
                      <a:pt x="9668" y="7212"/>
                    </a:cubicBezTo>
                    <a:cubicBezTo>
                      <a:pt x="9668" y="7212"/>
                      <a:pt x="9668" y="7212"/>
                      <a:pt x="9668" y="7212"/>
                    </a:cubicBezTo>
                    <a:cubicBezTo>
                      <a:pt x="9739" y="7284"/>
                      <a:pt x="9739" y="7284"/>
                      <a:pt x="9739" y="7284"/>
                    </a:cubicBezTo>
                    <a:close/>
                    <a:moveTo>
                      <a:pt x="17022" y="7427"/>
                    </a:moveTo>
                    <a:cubicBezTo>
                      <a:pt x="17165" y="7498"/>
                      <a:pt x="17165" y="7498"/>
                      <a:pt x="17165" y="7498"/>
                    </a:cubicBezTo>
                    <a:cubicBezTo>
                      <a:pt x="17237" y="7498"/>
                      <a:pt x="17237" y="7498"/>
                      <a:pt x="17237" y="7498"/>
                    </a:cubicBezTo>
                    <a:cubicBezTo>
                      <a:pt x="17522" y="7641"/>
                      <a:pt x="17522" y="7641"/>
                      <a:pt x="17522" y="7641"/>
                    </a:cubicBezTo>
                    <a:cubicBezTo>
                      <a:pt x="17522" y="7569"/>
                      <a:pt x="17522" y="7569"/>
                      <a:pt x="17522" y="7569"/>
                    </a:cubicBezTo>
                    <a:cubicBezTo>
                      <a:pt x="17522" y="7569"/>
                      <a:pt x="17522" y="7569"/>
                      <a:pt x="17522" y="7569"/>
                    </a:cubicBezTo>
                    <a:cubicBezTo>
                      <a:pt x="17522" y="7498"/>
                      <a:pt x="17522" y="7498"/>
                      <a:pt x="17522" y="7498"/>
                    </a:cubicBezTo>
                    <a:cubicBezTo>
                      <a:pt x="17451" y="7427"/>
                      <a:pt x="17451" y="7427"/>
                      <a:pt x="17451" y="7427"/>
                    </a:cubicBezTo>
                    <a:cubicBezTo>
                      <a:pt x="17379" y="7355"/>
                      <a:pt x="17379" y="7355"/>
                      <a:pt x="17379" y="7355"/>
                    </a:cubicBezTo>
                    <a:cubicBezTo>
                      <a:pt x="17308" y="7355"/>
                      <a:pt x="17308" y="7355"/>
                      <a:pt x="17308" y="7355"/>
                    </a:cubicBezTo>
                    <a:cubicBezTo>
                      <a:pt x="17237" y="7427"/>
                      <a:pt x="17237" y="7427"/>
                      <a:pt x="17237" y="7427"/>
                    </a:cubicBezTo>
                    <a:cubicBezTo>
                      <a:pt x="17022" y="7355"/>
                      <a:pt x="17022" y="7355"/>
                      <a:pt x="17022" y="7355"/>
                    </a:cubicBezTo>
                    <a:cubicBezTo>
                      <a:pt x="16951" y="7427"/>
                      <a:pt x="16951" y="7427"/>
                      <a:pt x="16951" y="7427"/>
                    </a:cubicBezTo>
                    <a:cubicBezTo>
                      <a:pt x="16951" y="7427"/>
                      <a:pt x="16951" y="7427"/>
                      <a:pt x="16951" y="7427"/>
                    </a:cubicBezTo>
                    <a:close/>
                    <a:moveTo>
                      <a:pt x="13024" y="6570"/>
                    </a:moveTo>
                    <a:cubicBezTo>
                      <a:pt x="12096" y="6141"/>
                      <a:pt x="11025" y="6213"/>
                      <a:pt x="10025" y="6141"/>
                    </a:cubicBezTo>
                    <a:cubicBezTo>
                      <a:pt x="9454" y="6070"/>
                      <a:pt x="8811" y="5998"/>
                      <a:pt x="8240" y="5998"/>
                    </a:cubicBezTo>
                    <a:cubicBezTo>
                      <a:pt x="8026" y="5927"/>
                      <a:pt x="7526" y="5713"/>
                      <a:pt x="7383" y="5998"/>
                    </a:cubicBezTo>
                    <a:cubicBezTo>
                      <a:pt x="7455" y="6356"/>
                      <a:pt x="7954" y="6498"/>
                      <a:pt x="8311" y="6498"/>
                    </a:cubicBezTo>
                    <a:cubicBezTo>
                      <a:pt x="9025" y="6570"/>
                      <a:pt x="9597" y="6784"/>
                      <a:pt x="10239" y="6998"/>
                    </a:cubicBezTo>
                    <a:cubicBezTo>
                      <a:pt x="10739" y="7212"/>
                      <a:pt x="11239" y="7427"/>
                      <a:pt x="11739" y="7498"/>
                    </a:cubicBezTo>
                    <a:cubicBezTo>
                      <a:pt x="12024" y="7569"/>
                      <a:pt x="12310" y="7784"/>
                      <a:pt x="12524" y="7855"/>
                    </a:cubicBezTo>
                    <a:cubicBezTo>
                      <a:pt x="12738" y="7855"/>
                      <a:pt x="12881" y="7641"/>
                      <a:pt x="13095" y="7641"/>
                    </a:cubicBezTo>
                    <a:cubicBezTo>
                      <a:pt x="13452" y="7641"/>
                      <a:pt x="13809" y="7855"/>
                      <a:pt x="14166" y="7855"/>
                    </a:cubicBezTo>
                    <a:cubicBezTo>
                      <a:pt x="14238" y="7855"/>
                      <a:pt x="14381" y="7784"/>
                      <a:pt x="14452" y="7712"/>
                    </a:cubicBezTo>
                    <a:cubicBezTo>
                      <a:pt x="14595" y="7641"/>
                      <a:pt x="14738" y="7712"/>
                      <a:pt x="14880" y="7712"/>
                    </a:cubicBezTo>
                    <a:cubicBezTo>
                      <a:pt x="15309" y="7712"/>
                      <a:pt x="15523" y="7427"/>
                      <a:pt x="15951" y="7355"/>
                    </a:cubicBezTo>
                    <a:cubicBezTo>
                      <a:pt x="16094" y="7355"/>
                      <a:pt x="16308" y="7355"/>
                      <a:pt x="16451" y="7284"/>
                    </a:cubicBezTo>
                    <a:cubicBezTo>
                      <a:pt x="16880" y="7070"/>
                      <a:pt x="15737" y="6855"/>
                      <a:pt x="15594" y="6784"/>
                    </a:cubicBezTo>
                    <a:cubicBezTo>
                      <a:pt x="14952" y="6784"/>
                      <a:pt x="14309" y="6713"/>
                      <a:pt x="13738" y="6713"/>
                    </a:cubicBezTo>
                    <a:cubicBezTo>
                      <a:pt x="13524" y="6713"/>
                      <a:pt x="13238" y="6713"/>
                      <a:pt x="13024" y="6570"/>
                    </a:cubicBezTo>
                    <a:close/>
                    <a:moveTo>
                      <a:pt x="14595" y="3714"/>
                    </a:moveTo>
                    <a:cubicBezTo>
                      <a:pt x="14595" y="3785"/>
                      <a:pt x="14595" y="3785"/>
                      <a:pt x="14595" y="3785"/>
                    </a:cubicBezTo>
                    <a:cubicBezTo>
                      <a:pt x="14666" y="3785"/>
                      <a:pt x="14666" y="3785"/>
                      <a:pt x="14666" y="3785"/>
                    </a:cubicBezTo>
                    <a:cubicBezTo>
                      <a:pt x="14738" y="3785"/>
                      <a:pt x="14738" y="3785"/>
                      <a:pt x="14738" y="3785"/>
                    </a:cubicBezTo>
                    <a:cubicBezTo>
                      <a:pt x="14666" y="3714"/>
                      <a:pt x="14666" y="3714"/>
                      <a:pt x="14666" y="3714"/>
                    </a:cubicBezTo>
                    <a:cubicBezTo>
                      <a:pt x="14666" y="3642"/>
                      <a:pt x="14666" y="3642"/>
                      <a:pt x="14666" y="3642"/>
                    </a:cubicBezTo>
                    <a:cubicBezTo>
                      <a:pt x="14738" y="3642"/>
                      <a:pt x="14738" y="3642"/>
                      <a:pt x="14738" y="3642"/>
                    </a:cubicBezTo>
                    <a:cubicBezTo>
                      <a:pt x="14666" y="3499"/>
                      <a:pt x="14666" y="3499"/>
                      <a:pt x="14666" y="3499"/>
                    </a:cubicBezTo>
                    <a:cubicBezTo>
                      <a:pt x="14595" y="3428"/>
                      <a:pt x="14595" y="3428"/>
                      <a:pt x="14595" y="3428"/>
                    </a:cubicBezTo>
                    <a:cubicBezTo>
                      <a:pt x="14523" y="3428"/>
                      <a:pt x="14523" y="3428"/>
                      <a:pt x="14523" y="3428"/>
                    </a:cubicBezTo>
                    <a:cubicBezTo>
                      <a:pt x="14523" y="3499"/>
                      <a:pt x="14523" y="3499"/>
                      <a:pt x="14523" y="3499"/>
                    </a:cubicBezTo>
                    <a:cubicBezTo>
                      <a:pt x="14523" y="3499"/>
                      <a:pt x="14523" y="3499"/>
                      <a:pt x="14523" y="3499"/>
                    </a:cubicBezTo>
                    <a:cubicBezTo>
                      <a:pt x="14523" y="3571"/>
                      <a:pt x="14523" y="3571"/>
                      <a:pt x="14523" y="3571"/>
                    </a:cubicBezTo>
                    <a:close/>
                    <a:moveTo>
                      <a:pt x="13238" y="8069"/>
                    </a:moveTo>
                    <a:cubicBezTo>
                      <a:pt x="13238" y="7998"/>
                      <a:pt x="13238" y="7998"/>
                      <a:pt x="13238" y="7998"/>
                    </a:cubicBezTo>
                    <a:cubicBezTo>
                      <a:pt x="13167" y="7998"/>
                      <a:pt x="13167" y="7998"/>
                      <a:pt x="13167" y="7998"/>
                    </a:cubicBezTo>
                    <a:cubicBezTo>
                      <a:pt x="13167" y="7998"/>
                      <a:pt x="13167" y="7998"/>
                      <a:pt x="13167" y="7998"/>
                    </a:cubicBezTo>
                    <a:cubicBezTo>
                      <a:pt x="13167" y="7998"/>
                      <a:pt x="13167" y="7998"/>
                      <a:pt x="13167" y="7998"/>
                    </a:cubicBezTo>
                    <a:cubicBezTo>
                      <a:pt x="13167" y="7855"/>
                      <a:pt x="13167" y="7855"/>
                      <a:pt x="13167" y="7855"/>
                    </a:cubicBezTo>
                    <a:cubicBezTo>
                      <a:pt x="13095" y="7855"/>
                      <a:pt x="13095" y="7855"/>
                      <a:pt x="13095" y="7855"/>
                    </a:cubicBezTo>
                    <a:cubicBezTo>
                      <a:pt x="13024" y="7855"/>
                      <a:pt x="13024" y="7855"/>
                      <a:pt x="13024" y="7855"/>
                    </a:cubicBezTo>
                    <a:cubicBezTo>
                      <a:pt x="13024" y="7855"/>
                      <a:pt x="13024" y="7855"/>
                      <a:pt x="13024" y="7855"/>
                    </a:cubicBezTo>
                    <a:cubicBezTo>
                      <a:pt x="12952" y="7855"/>
                      <a:pt x="12952" y="7855"/>
                      <a:pt x="12952" y="7855"/>
                    </a:cubicBezTo>
                    <a:cubicBezTo>
                      <a:pt x="12952" y="7855"/>
                      <a:pt x="12952" y="7855"/>
                      <a:pt x="12952" y="7855"/>
                    </a:cubicBezTo>
                    <a:cubicBezTo>
                      <a:pt x="12952" y="7855"/>
                      <a:pt x="12952" y="7855"/>
                      <a:pt x="12952" y="7855"/>
                    </a:cubicBezTo>
                    <a:cubicBezTo>
                      <a:pt x="12952" y="7926"/>
                      <a:pt x="12952" y="7926"/>
                      <a:pt x="12952" y="7926"/>
                    </a:cubicBezTo>
                    <a:cubicBezTo>
                      <a:pt x="13024" y="7998"/>
                      <a:pt x="13024" y="7998"/>
                      <a:pt x="13024" y="7998"/>
                    </a:cubicBezTo>
                    <a:cubicBezTo>
                      <a:pt x="13024" y="7998"/>
                      <a:pt x="13024" y="7998"/>
                      <a:pt x="13024" y="7998"/>
                    </a:cubicBezTo>
                    <a:cubicBezTo>
                      <a:pt x="13024" y="7998"/>
                      <a:pt x="13024" y="7998"/>
                      <a:pt x="13024" y="7998"/>
                    </a:cubicBezTo>
                    <a:cubicBezTo>
                      <a:pt x="13024" y="8069"/>
                      <a:pt x="13024" y="8069"/>
                      <a:pt x="13024" y="8069"/>
                    </a:cubicBezTo>
                    <a:cubicBezTo>
                      <a:pt x="13095" y="8141"/>
                      <a:pt x="13095" y="8141"/>
                      <a:pt x="13095" y="8141"/>
                    </a:cubicBezTo>
                    <a:cubicBezTo>
                      <a:pt x="13167" y="8212"/>
                      <a:pt x="13167" y="8212"/>
                      <a:pt x="13167" y="8212"/>
                    </a:cubicBezTo>
                    <a:cubicBezTo>
                      <a:pt x="13167" y="8212"/>
                      <a:pt x="13167" y="8212"/>
                      <a:pt x="13167" y="8212"/>
                    </a:cubicBezTo>
                    <a:cubicBezTo>
                      <a:pt x="13167" y="8141"/>
                      <a:pt x="13167" y="8141"/>
                      <a:pt x="13167" y="8141"/>
                    </a:cubicBezTo>
                    <a:cubicBezTo>
                      <a:pt x="13238" y="8069"/>
                      <a:pt x="13238" y="8069"/>
                      <a:pt x="13238" y="8069"/>
                    </a:cubicBezTo>
                    <a:close/>
                    <a:moveTo>
                      <a:pt x="41870" y="48340"/>
                    </a:moveTo>
                    <a:cubicBezTo>
                      <a:pt x="41870" y="45198"/>
                      <a:pt x="42013" y="41771"/>
                      <a:pt x="41870" y="38915"/>
                    </a:cubicBezTo>
                    <a:cubicBezTo>
                      <a:pt x="41799" y="38629"/>
                      <a:pt x="41442" y="38486"/>
                      <a:pt x="41370" y="38129"/>
                    </a:cubicBezTo>
                    <a:cubicBezTo>
                      <a:pt x="41228" y="37915"/>
                      <a:pt x="41156" y="37629"/>
                      <a:pt x="41156" y="37415"/>
                    </a:cubicBezTo>
                    <a:cubicBezTo>
                      <a:pt x="41156" y="36987"/>
                      <a:pt x="41513" y="36701"/>
                      <a:pt x="41656" y="36344"/>
                    </a:cubicBezTo>
                    <a:cubicBezTo>
                      <a:pt x="41656" y="36201"/>
                      <a:pt x="41656" y="36058"/>
                      <a:pt x="41585" y="35987"/>
                    </a:cubicBezTo>
                    <a:cubicBezTo>
                      <a:pt x="41799" y="35630"/>
                      <a:pt x="41870" y="35202"/>
                      <a:pt x="41870" y="34773"/>
                    </a:cubicBezTo>
                    <a:cubicBezTo>
                      <a:pt x="41942" y="27419"/>
                      <a:pt x="41799" y="20065"/>
                      <a:pt x="41870" y="12710"/>
                    </a:cubicBezTo>
                    <a:cubicBezTo>
                      <a:pt x="41870" y="12496"/>
                      <a:pt x="41942" y="12210"/>
                      <a:pt x="41727" y="12139"/>
                    </a:cubicBezTo>
                    <a:cubicBezTo>
                      <a:pt x="41299" y="12068"/>
                      <a:pt x="40728" y="12210"/>
                      <a:pt x="40299" y="12139"/>
                    </a:cubicBezTo>
                    <a:cubicBezTo>
                      <a:pt x="40228" y="12139"/>
                      <a:pt x="40299" y="11996"/>
                      <a:pt x="40371" y="11853"/>
                    </a:cubicBezTo>
                    <a:cubicBezTo>
                      <a:pt x="40442" y="11496"/>
                      <a:pt x="40228" y="11354"/>
                      <a:pt x="39942" y="11211"/>
                    </a:cubicBezTo>
                    <a:cubicBezTo>
                      <a:pt x="39657" y="11139"/>
                      <a:pt x="39371" y="11068"/>
                      <a:pt x="39014" y="11068"/>
                    </a:cubicBezTo>
                    <a:cubicBezTo>
                      <a:pt x="38800" y="10997"/>
                      <a:pt x="38443" y="10854"/>
                      <a:pt x="38229" y="10925"/>
                    </a:cubicBezTo>
                    <a:cubicBezTo>
                      <a:pt x="38015" y="11211"/>
                      <a:pt x="37729" y="11068"/>
                      <a:pt x="37443" y="10997"/>
                    </a:cubicBezTo>
                    <a:cubicBezTo>
                      <a:pt x="37158" y="10854"/>
                      <a:pt x="36943" y="10497"/>
                      <a:pt x="36658" y="10425"/>
                    </a:cubicBezTo>
                    <a:cubicBezTo>
                      <a:pt x="36158" y="10497"/>
                      <a:pt x="35658" y="10640"/>
                      <a:pt x="35158" y="10640"/>
                    </a:cubicBezTo>
                    <a:cubicBezTo>
                      <a:pt x="34730" y="10711"/>
                      <a:pt x="34302" y="10425"/>
                      <a:pt x="33873" y="10211"/>
                    </a:cubicBezTo>
                    <a:cubicBezTo>
                      <a:pt x="33302" y="9997"/>
                      <a:pt x="32659" y="9711"/>
                      <a:pt x="32088" y="9426"/>
                    </a:cubicBezTo>
                    <a:cubicBezTo>
                      <a:pt x="30946" y="8997"/>
                      <a:pt x="30018" y="8141"/>
                      <a:pt x="28804" y="8069"/>
                    </a:cubicBezTo>
                    <a:cubicBezTo>
                      <a:pt x="28090" y="7855"/>
                      <a:pt x="27804" y="6998"/>
                      <a:pt x="27019" y="6927"/>
                    </a:cubicBezTo>
                    <a:cubicBezTo>
                      <a:pt x="25876" y="6713"/>
                      <a:pt x="24877" y="6213"/>
                      <a:pt x="23806" y="5856"/>
                    </a:cubicBezTo>
                    <a:cubicBezTo>
                      <a:pt x="22949" y="5284"/>
                      <a:pt x="22663" y="4785"/>
                      <a:pt x="21521" y="5427"/>
                    </a:cubicBezTo>
                    <a:cubicBezTo>
                      <a:pt x="20307" y="5927"/>
                      <a:pt x="19307" y="6641"/>
                      <a:pt x="18093" y="7070"/>
                    </a:cubicBezTo>
                    <a:cubicBezTo>
                      <a:pt x="17808" y="7212"/>
                      <a:pt x="17808" y="7712"/>
                      <a:pt x="18093" y="7926"/>
                    </a:cubicBezTo>
                    <a:cubicBezTo>
                      <a:pt x="18308" y="7998"/>
                      <a:pt x="18379" y="8141"/>
                      <a:pt x="18450" y="8355"/>
                    </a:cubicBezTo>
                    <a:cubicBezTo>
                      <a:pt x="18665" y="9069"/>
                      <a:pt x="18022" y="9069"/>
                      <a:pt x="17522" y="9069"/>
                    </a:cubicBezTo>
                    <a:cubicBezTo>
                      <a:pt x="17094" y="9069"/>
                      <a:pt x="16808" y="9354"/>
                      <a:pt x="16451" y="9497"/>
                    </a:cubicBezTo>
                    <a:cubicBezTo>
                      <a:pt x="15809" y="9854"/>
                      <a:pt x="14952" y="10140"/>
                      <a:pt x="14309" y="9711"/>
                    </a:cubicBezTo>
                    <a:cubicBezTo>
                      <a:pt x="13881" y="9497"/>
                      <a:pt x="13238" y="9711"/>
                      <a:pt x="13095" y="10211"/>
                    </a:cubicBezTo>
                    <a:cubicBezTo>
                      <a:pt x="13095" y="10640"/>
                      <a:pt x="12738" y="10997"/>
                      <a:pt x="12667" y="11496"/>
                    </a:cubicBezTo>
                    <a:cubicBezTo>
                      <a:pt x="12667" y="11853"/>
                      <a:pt x="12310" y="12139"/>
                      <a:pt x="11953" y="12282"/>
                    </a:cubicBezTo>
                    <a:cubicBezTo>
                      <a:pt x="10810" y="12710"/>
                      <a:pt x="10739" y="13353"/>
                      <a:pt x="10382" y="14424"/>
                    </a:cubicBezTo>
                    <a:cubicBezTo>
                      <a:pt x="10096" y="14709"/>
                      <a:pt x="9454" y="14781"/>
                      <a:pt x="9382" y="15138"/>
                    </a:cubicBezTo>
                    <a:cubicBezTo>
                      <a:pt x="9382" y="15209"/>
                      <a:pt x="9311" y="15281"/>
                      <a:pt x="9240" y="15352"/>
                    </a:cubicBezTo>
                    <a:cubicBezTo>
                      <a:pt x="8954" y="15638"/>
                      <a:pt x="8454" y="15709"/>
                      <a:pt x="8311" y="16137"/>
                    </a:cubicBezTo>
                    <a:cubicBezTo>
                      <a:pt x="8169" y="16352"/>
                      <a:pt x="8026" y="16566"/>
                      <a:pt x="7812" y="16709"/>
                    </a:cubicBezTo>
                    <a:cubicBezTo>
                      <a:pt x="7312" y="16994"/>
                      <a:pt x="6669" y="16923"/>
                      <a:pt x="6169" y="16852"/>
                    </a:cubicBezTo>
                    <a:cubicBezTo>
                      <a:pt x="5669" y="16780"/>
                      <a:pt x="5098" y="16780"/>
                      <a:pt x="4670" y="16494"/>
                    </a:cubicBezTo>
                    <a:cubicBezTo>
                      <a:pt x="4527" y="16423"/>
                      <a:pt x="4456" y="16280"/>
                      <a:pt x="4384" y="16209"/>
                    </a:cubicBezTo>
                    <a:cubicBezTo>
                      <a:pt x="4313" y="16137"/>
                      <a:pt x="4170" y="16137"/>
                      <a:pt x="4027" y="16066"/>
                    </a:cubicBezTo>
                    <a:cubicBezTo>
                      <a:pt x="3884" y="15923"/>
                      <a:pt x="3884" y="15709"/>
                      <a:pt x="3742" y="15566"/>
                    </a:cubicBezTo>
                    <a:cubicBezTo>
                      <a:pt x="3670" y="15423"/>
                      <a:pt x="3599" y="15281"/>
                      <a:pt x="3599" y="15138"/>
                    </a:cubicBezTo>
                    <a:cubicBezTo>
                      <a:pt x="3527" y="14781"/>
                      <a:pt x="3956" y="14424"/>
                      <a:pt x="3742" y="14138"/>
                    </a:cubicBezTo>
                    <a:cubicBezTo>
                      <a:pt x="3527" y="14067"/>
                      <a:pt x="3242" y="14424"/>
                      <a:pt x="3028" y="14352"/>
                    </a:cubicBezTo>
                    <a:cubicBezTo>
                      <a:pt x="2742" y="14352"/>
                      <a:pt x="2813" y="13710"/>
                      <a:pt x="2599" y="13710"/>
                    </a:cubicBezTo>
                    <a:cubicBezTo>
                      <a:pt x="2385" y="13710"/>
                      <a:pt x="2242" y="13924"/>
                      <a:pt x="2099" y="13995"/>
                    </a:cubicBezTo>
                    <a:cubicBezTo>
                      <a:pt x="1742" y="14281"/>
                      <a:pt x="1314" y="14495"/>
                      <a:pt x="1243" y="14924"/>
                    </a:cubicBezTo>
                    <a:cubicBezTo>
                      <a:pt x="1028" y="15566"/>
                      <a:pt x="100" y="15923"/>
                      <a:pt x="29" y="16637"/>
                    </a:cubicBezTo>
                    <a:cubicBezTo>
                      <a:pt x="-43" y="16780"/>
                      <a:pt x="29" y="16994"/>
                      <a:pt x="172" y="17066"/>
                    </a:cubicBezTo>
                    <a:cubicBezTo>
                      <a:pt x="957" y="17351"/>
                      <a:pt x="5527" y="18994"/>
                      <a:pt x="6241" y="19208"/>
                    </a:cubicBezTo>
                    <a:cubicBezTo>
                      <a:pt x="6384" y="19279"/>
                      <a:pt x="6241" y="19422"/>
                      <a:pt x="6169" y="19493"/>
                    </a:cubicBezTo>
                    <a:cubicBezTo>
                      <a:pt x="5527" y="20350"/>
                      <a:pt x="4741" y="21278"/>
                      <a:pt x="4099" y="22064"/>
                    </a:cubicBezTo>
                    <a:cubicBezTo>
                      <a:pt x="3813" y="22349"/>
                      <a:pt x="4313" y="22564"/>
                      <a:pt x="4456" y="22706"/>
                    </a:cubicBezTo>
                    <a:cubicBezTo>
                      <a:pt x="5170" y="23135"/>
                      <a:pt x="5955" y="23777"/>
                      <a:pt x="6812" y="23492"/>
                    </a:cubicBezTo>
                    <a:cubicBezTo>
                      <a:pt x="7597" y="23420"/>
                      <a:pt x="8240" y="23635"/>
                      <a:pt x="9025" y="23777"/>
                    </a:cubicBezTo>
                    <a:cubicBezTo>
                      <a:pt x="9597" y="23849"/>
                      <a:pt x="10239" y="23706"/>
                      <a:pt x="10739" y="23992"/>
                    </a:cubicBezTo>
                    <a:cubicBezTo>
                      <a:pt x="11453" y="24634"/>
                      <a:pt x="12381" y="24848"/>
                      <a:pt x="13309" y="25063"/>
                    </a:cubicBezTo>
                    <a:cubicBezTo>
                      <a:pt x="14095" y="25491"/>
                      <a:pt x="15166" y="25991"/>
                      <a:pt x="15951" y="26419"/>
                    </a:cubicBezTo>
                    <a:cubicBezTo>
                      <a:pt x="16166" y="26562"/>
                      <a:pt x="16451" y="26419"/>
                      <a:pt x="16594" y="26348"/>
                    </a:cubicBezTo>
                    <a:cubicBezTo>
                      <a:pt x="16808" y="26276"/>
                      <a:pt x="16880" y="26205"/>
                      <a:pt x="16951" y="26419"/>
                    </a:cubicBezTo>
                    <a:cubicBezTo>
                      <a:pt x="17022" y="26562"/>
                      <a:pt x="17237" y="26562"/>
                      <a:pt x="17379" y="26562"/>
                    </a:cubicBezTo>
                    <a:cubicBezTo>
                      <a:pt x="17736" y="26419"/>
                      <a:pt x="17594" y="26419"/>
                      <a:pt x="17879" y="26705"/>
                    </a:cubicBezTo>
                    <a:cubicBezTo>
                      <a:pt x="18093" y="26776"/>
                      <a:pt x="18308" y="27062"/>
                      <a:pt x="18593" y="26848"/>
                    </a:cubicBezTo>
                    <a:cubicBezTo>
                      <a:pt x="18593" y="26848"/>
                      <a:pt x="18665" y="26705"/>
                      <a:pt x="18807" y="26776"/>
                    </a:cubicBezTo>
                    <a:cubicBezTo>
                      <a:pt x="18879" y="26776"/>
                      <a:pt x="18879" y="26990"/>
                      <a:pt x="18950" y="27062"/>
                    </a:cubicBezTo>
                    <a:cubicBezTo>
                      <a:pt x="19022" y="27062"/>
                      <a:pt x="19236" y="27062"/>
                      <a:pt x="19307" y="27133"/>
                    </a:cubicBezTo>
                    <a:cubicBezTo>
                      <a:pt x="19450" y="27276"/>
                      <a:pt x="19450" y="27419"/>
                      <a:pt x="19593" y="27490"/>
                    </a:cubicBezTo>
                    <a:cubicBezTo>
                      <a:pt x="19736" y="27562"/>
                      <a:pt x="19878" y="27633"/>
                      <a:pt x="20021" y="27633"/>
                    </a:cubicBezTo>
                    <a:cubicBezTo>
                      <a:pt x="20235" y="27776"/>
                      <a:pt x="20450" y="27847"/>
                      <a:pt x="20664" y="27847"/>
                    </a:cubicBezTo>
                    <a:cubicBezTo>
                      <a:pt x="20735" y="27847"/>
                      <a:pt x="20807" y="28062"/>
                      <a:pt x="20878" y="28133"/>
                    </a:cubicBezTo>
                    <a:cubicBezTo>
                      <a:pt x="21092" y="28276"/>
                      <a:pt x="21449" y="28276"/>
                      <a:pt x="21592" y="28490"/>
                    </a:cubicBezTo>
                    <a:cubicBezTo>
                      <a:pt x="21735" y="28633"/>
                      <a:pt x="21949" y="28561"/>
                      <a:pt x="22021" y="28704"/>
                    </a:cubicBezTo>
                    <a:cubicBezTo>
                      <a:pt x="22092" y="28847"/>
                      <a:pt x="22092" y="28990"/>
                      <a:pt x="22235" y="29061"/>
                    </a:cubicBezTo>
                    <a:cubicBezTo>
                      <a:pt x="22378" y="29204"/>
                      <a:pt x="22663" y="28990"/>
                      <a:pt x="22806" y="29133"/>
                    </a:cubicBezTo>
                    <a:cubicBezTo>
                      <a:pt x="22949" y="29347"/>
                      <a:pt x="23234" y="30061"/>
                      <a:pt x="23591" y="29775"/>
                    </a:cubicBezTo>
                    <a:cubicBezTo>
                      <a:pt x="23663" y="29632"/>
                      <a:pt x="23663" y="29632"/>
                      <a:pt x="23734" y="29632"/>
                    </a:cubicBezTo>
                    <a:cubicBezTo>
                      <a:pt x="23734" y="29632"/>
                      <a:pt x="23734" y="29632"/>
                      <a:pt x="23734" y="29632"/>
                    </a:cubicBezTo>
                    <a:cubicBezTo>
                      <a:pt x="23806" y="29775"/>
                      <a:pt x="23806" y="30061"/>
                      <a:pt x="23877" y="30275"/>
                    </a:cubicBezTo>
                    <a:cubicBezTo>
                      <a:pt x="23948" y="30489"/>
                      <a:pt x="23734" y="30632"/>
                      <a:pt x="23734" y="30846"/>
                    </a:cubicBezTo>
                    <a:cubicBezTo>
                      <a:pt x="23663" y="32060"/>
                      <a:pt x="24662" y="31132"/>
                      <a:pt x="25305" y="31203"/>
                    </a:cubicBezTo>
                    <a:cubicBezTo>
                      <a:pt x="25805" y="31203"/>
                      <a:pt x="24591" y="31560"/>
                      <a:pt x="24591" y="31703"/>
                    </a:cubicBezTo>
                    <a:cubicBezTo>
                      <a:pt x="24163" y="32203"/>
                      <a:pt x="25448" y="32203"/>
                      <a:pt x="25662" y="32203"/>
                    </a:cubicBezTo>
                    <a:cubicBezTo>
                      <a:pt x="25662" y="32274"/>
                      <a:pt x="25519" y="32274"/>
                      <a:pt x="25448" y="32346"/>
                    </a:cubicBezTo>
                    <a:cubicBezTo>
                      <a:pt x="24591" y="32631"/>
                      <a:pt x="25519" y="33345"/>
                      <a:pt x="25662" y="33845"/>
                    </a:cubicBezTo>
                    <a:cubicBezTo>
                      <a:pt x="25805" y="34345"/>
                      <a:pt x="25805" y="34916"/>
                      <a:pt x="26090" y="35416"/>
                    </a:cubicBezTo>
                    <a:cubicBezTo>
                      <a:pt x="26376" y="35844"/>
                      <a:pt x="26804" y="36130"/>
                      <a:pt x="27161" y="36487"/>
                    </a:cubicBezTo>
                    <a:cubicBezTo>
                      <a:pt x="27518" y="36844"/>
                      <a:pt x="27804" y="37201"/>
                      <a:pt x="28304" y="37415"/>
                    </a:cubicBezTo>
                    <a:cubicBezTo>
                      <a:pt x="28304" y="37415"/>
                      <a:pt x="28304" y="37486"/>
                      <a:pt x="28304" y="37486"/>
                    </a:cubicBezTo>
                    <a:cubicBezTo>
                      <a:pt x="28375" y="37486"/>
                      <a:pt x="28304" y="37486"/>
                      <a:pt x="28232" y="37415"/>
                    </a:cubicBezTo>
                    <a:cubicBezTo>
                      <a:pt x="28161" y="37415"/>
                      <a:pt x="28018" y="37344"/>
                      <a:pt x="27947" y="37344"/>
                    </a:cubicBezTo>
                    <a:cubicBezTo>
                      <a:pt x="27733" y="37201"/>
                      <a:pt x="27590" y="37344"/>
                      <a:pt x="27661" y="37558"/>
                    </a:cubicBezTo>
                    <a:cubicBezTo>
                      <a:pt x="27804" y="37772"/>
                      <a:pt x="28018" y="37844"/>
                      <a:pt x="28232" y="37986"/>
                    </a:cubicBezTo>
                    <a:cubicBezTo>
                      <a:pt x="28447" y="38201"/>
                      <a:pt x="28732" y="38272"/>
                      <a:pt x="29018" y="38343"/>
                    </a:cubicBezTo>
                    <a:cubicBezTo>
                      <a:pt x="29518" y="38343"/>
                      <a:pt x="29875" y="38772"/>
                      <a:pt x="30303" y="38986"/>
                    </a:cubicBezTo>
                    <a:cubicBezTo>
                      <a:pt x="31017" y="39414"/>
                      <a:pt x="30018" y="39200"/>
                      <a:pt x="29875" y="38915"/>
                    </a:cubicBezTo>
                    <a:cubicBezTo>
                      <a:pt x="28946" y="37915"/>
                      <a:pt x="28375" y="38843"/>
                      <a:pt x="27376" y="38700"/>
                    </a:cubicBezTo>
                    <a:cubicBezTo>
                      <a:pt x="26305" y="38772"/>
                      <a:pt x="27804" y="39771"/>
                      <a:pt x="28090" y="40057"/>
                    </a:cubicBezTo>
                    <a:cubicBezTo>
                      <a:pt x="28518" y="40343"/>
                      <a:pt x="29161" y="40271"/>
                      <a:pt x="29589" y="40557"/>
                    </a:cubicBezTo>
                    <a:cubicBezTo>
                      <a:pt x="29946" y="40700"/>
                      <a:pt x="30303" y="40771"/>
                      <a:pt x="30589" y="40628"/>
                    </a:cubicBezTo>
                    <a:cubicBezTo>
                      <a:pt x="31017" y="40343"/>
                      <a:pt x="31017" y="40485"/>
                      <a:pt x="30732" y="40771"/>
                    </a:cubicBezTo>
                    <a:cubicBezTo>
                      <a:pt x="30160" y="41199"/>
                      <a:pt x="29446" y="40700"/>
                      <a:pt x="28875" y="40700"/>
                    </a:cubicBezTo>
                    <a:cubicBezTo>
                      <a:pt x="28732" y="40700"/>
                      <a:pt x="27233" y="40485"/>
                      <a:pt x="27733" y="40842"/>
                    </a:cubicBezTo>
                    <a:cubicBezTo>
                      <a:pt x="28090" y="41057"/>
                      <a:pt x="28375" y="41199"/>
                      <a:pt x="28661" y="41485"/>
                    </a:cubicBezTo>
                    <a:cubicBezTo>
                      <a:pt x="28946" y="41699"/>
                      <a:pt x="29089" y="42128"/>
                      <a:pt x="29303" y="42413"/>
                    </a:cubicBezTo>
                    <a:cubicBezTo>
                      <a:pt x="29803" y="42770"/>
                      <a:pt x="30375" y="42699"/>
                      <a:pt x="29946" y="43484"/>
                    </a:cubicBezTo>
                    <a:cubicBezTo>
                      <a:pt x="29732" y="43841"/>
                      <a:pt x="29661" y="44270"/>
                      <a:pt x="29518" y="44698"/>
                    </a:cubicBezTo>
                    <a:cubicBezTo>
                      <a:pt x="29375" y="44984"/>
                      <a:pt x="29018" y="45055"/>
                      <a:pt x="29018" y="45412"/>
                    </a:cubicBezTo>
                    <a:cubicBezTo>
                      <a:pt x="29018" y="45769"/>
                      <a:pt x="29161" y="46055"/>
                      <a:pt x="28875" y="46269"/>
                    </a:cubicBezTo>
                    <a:cubicBezTo>
                      <a:pt x="28447" y="46554"/>
                      <a:pt x="28804" y="47126"/>
                      <a:pt x="29089" y="47340"/>
                    </a:cubicBezTo>
                    <a:cubicBezTo>
                      <a:pt x="29303" y="47554"/>
                      <a:pt x="29518" y="46911"/>
                      <a:pt x="29732" y="46840"/>
                    </a:cubicBezTo>
                    <a:cubicBezTo>
                      <a:pt x="29946" y="46697"/>
                      <a:pt x="30089" y="46554"/>
                      <a:pt x="30232" y="46483"/>
                    </a:cubicBezTo>
                    <a:cubicBezTo>
                      <a:pt x="30517" y="46340"/>
                      <a:pt x="31017" y="46197"/>
                      <a:pt x="30946" y="45840"/>
                    </a:cubicBezTo>
                    <a:cubicBezTo>
                      <a:pt x="30946" y="45769"/>
                      <a:pt x="30946" y="45626"/>
                      <a:pt x="30946" y="45555"/>
                    </a:cubicBezTo>
                    <a:cubicBezTo>
                      <a:pt x="30946" y="45412"/>
                      <a:pt x="31231" y="45412"/>
                      <a:pt x="31160" y="45555"/>
                    </a:cubicBezTo>
                    <a:cubicBezTo>
                      <a:pt x="31160" y="45555"/>
                      <a:pt x="31089" y="45626"/>
                      <a:pt x="31089" y="45698"/>
                    </a:cubicBezTo>
                    <a:cubicBezTo>
                      <a:pt x="30946" y="46911"/>
                      <a:pt x="31945" y="47126"/>
                      <a:pt x="32945" y="46697"/>
                    </a:cubicBezTo>
                    <a:cubicBezTo>
                      <a:pt x="33730" y="46197"/>
                      <a:pt x="34801" y="46483"/>
                      <a:pt x="35730" y="46197"/>
                    </a:cubicBezTo>
                    <a:cubicBezTo>
                      <a:pt x="36301" y="45983"/>
                      <a:pt x="35872" y="45198"/>
                      <a:pt x="36586" y="45126"/>
                    </a:cubicBezTo>
                    <a:cubicBezTo>
                      <a:pt x="36586" y="45198"/>
                      <a:pt x="36301" y="45269"/>
                      <a:pt x="36301" y="45412"/>
                    </a:cubicBezTo>
                    <a:cubicBezTo>
                      <a:pt x="36229" y="45483"/>
                      <a:pt x="36229" y="45626"/>
                      <a:pt x="36229" y="45698"/>
                    </a:cubicBezTo>
                    <a:cubicBezTo>
                      <a:pt x="36158" y="45912"/>
                      <a:pt x="36158" y="46126"/>
                      <a:pt x="35944" y="46269"/>
                    </a:cubicBezTo>
                    <a:cubicBezTo>
                      <a:pt x="35801" y="46340"/>
                      <a:pt x="35658" y="46483"/>
                      <a:pt x="35730" y="46697"/>
                    </a:cubicBezTo>
                    <a:cubicBezTo>
                      <a:pt x="35872" y="47268"/>
                      <a:pt x="36515" y="47554"/>
                      <a:pt x="36943" y="47911"/>
                    </a:cubicBezTo>
                    <a:cubicBezTo>
                      <a:pt x="37729" y="48554"/>
                      <a:pt x="38586" y="49196"/>
                      <a:pt x="39228" y="50053"/>
                    </a:cubicBezTo>
                    <a:cubicBezTo>
                      <a:pt x="39657" y="50767"/>
                      <a:pt x="40371" y="51410"/>
                      <a:pt x="40942" y="52052"/>
                    </a:cubicBezTo>
                    <a:cubicBezTo>
                      <a:pt x="41156" y="52267"/>
                      <a:pt x="41513" y="52409"/>
                      <a:pt x="41799" y="52481"/>
                    </a:cubicBezTo>
                    <a:cubicBezTo>
                      <a:pt x="41870" y="52409"/>
                      <a:pt x="41870" y="52338"/>
                      <a:pt x="41870" y="52195"/>
                    </a:cubicBezTo>
                    <a:cubicBezTo>
                      <a:pt x="41942" y="50981"/>
                      <a:pt x="41870" y="49625"/>
                      <a:pt x="41870" y="48411"/>
                    </a:cubicBezTo>
                    <a:close/>
                    <a:moveTo>
                      <a:pt x="27304" y="46983"/>
                    </a:moveTo>
                    <a:cubicBezTo>
                      <a:pt x="27376" y="46840"/>
                      <a:pt x="27518" y="46626"/>
                      <a:pt x="27733" y="46626"/>
                    </a:cubicBezTo>
                    <a:cubicBezTo>
                      <a:pt x="27875" y="46554"/>
                      <a:pt x="28018" y="46554"/>
                      <a:pt x="28161" y="46483"/>
                    </a:cubicBezTo>
                    <a:cubicBezTo>
                      <a:pt x="28375" y="46340"/>
                      <a:pt x="28589" y="46126"/>
                      <a:pt x="28804" y="46055"/>
                    </a:cubicBezTo>
                    <a:cubicBezTo>
                      <a:pt x="28875" y="46055"/>
                      <a:pt x="28946" y="45983"/>
                      <a:pt x="28946" y="45912"/>
                    </a:cubicBezTo>
                    <a:cubicBezTo>
                      <a:pt x="29018" y="45769"/>
                      <a:pt x="28946" y="45483"/>
                      <a:pt x="28946" y="45269"/>
                    </a:cubicBezTo>
                    <a:cubicBezTo>
                      <a:pt x="28946" y="44769"/>
                      <a:pt x="29589" y="44769"/>
                      <a:pt x="29589" y="44270"/>
                    </a:cubicBezTo>
                    <a:cubicBezTo>
                      <a:pt x="29589" y="43841"/>
                      <a:pt x="29732" y="43556"/>
                      <a:pt x="29946" y="43270"/>
                    </a:cubicBezTo>
                    <a:cubicBezTo>
                      <a:pt x="29946" y="43127"/>
                      <a:pt x="30018" y="43056"/>
                      <a:pt x="29946" y="42984"/>
                    </a:cubicBezTo>
                    <a:cubicBezTo>
                      <a:pt x="29875" y="42770"/>
                      <a:pt x="29446" y="42842"/>
                      <a:pt x="29232" y="42699"/>
                    </a:cubicBezTo>
                    <a:cubicBezTo>
                      <a:pt x="28875" y="42485"/>
                      <a:pt x="28732" y="41913"/>
                      <a:pt x="28304" y="41699"/>
                    </a:cubicBezTo>
                    <a:cubicBezTo>
                      <a:pt x="27804" y="41485"/>
                      <a:pt x="27090" y="41628"/>
                      <a:pt x="26590" y="41771"/>
                    </a:cubicBezTo>
                    <a:cubicBezTo>
                      <a:pt x="26019" y="41842"/>
                      <a:pt x="25519" y="41913"/>
                      <a:pt x="25091" y="42128"/>
                    </a:cubicBezTo>
                    <a:cubicBezTo>
                      <a:pt x="24234" y="42485"/>
                      <a:pt x="23449" y="43056"/>
                      <a:pt x="23092" y="43913"/>
                    </a:cubicBezTo>
                    <a:cubicBezTo>
                      <a:pt x="22663" y="44412"/>
                      <a:pt x="22306" y="45055"/>
                      <a:pt x="22021" y="45769"/>
                    </a:cubicBezTo>
                    <a:cubicBezTo>
                      <a:pt x="21806" y="46126"/>
                      <a:pt x="21521" y="46554"/>
                      <a:pt x="21449" y="46983"/>
                    </a:cubicBezTo>
                    <a:cubicBezTo>
                      <a:pt x="21306" y="47340"/>
                      <a:pt x="21021" y="47840"/>
                      <a:pt x="21092" y="48125"/>
                    </a:cubicBezTo>
                    <a:cubicBezTo>
                      <a:pt x="21235" y="48268"/>
                      <a:pt x="21449" y="48197"/>
                      <a:pt x="21592" y="48197"/>
                    </a:cubicBezTo>
                    <a:cubicBezTo>
                      <a:pt x="22378" y="47840"/>
                      <a:pt x="23377" y="48054"/>
                      <a:pt x="24234" y="48054"/>
                    </a:cubicBezTo>
                    <a:cubicBezTo>
                      <a:pt x="24591" y="48054"/>
                      <a:pt x="24948" y="48197"/>
                      <a:pt x="25376" y="48197"/>
                    </a:cubicBezTo>
                    <a:cubicBezTo>
                      <a:pt x="25876" y="48268"/>
                      <a:pt x="26305" y="47840"/>
                      <a:pt x="26733" y="47483"/>
                    </a:cubicBezTo>
                    <a:cubicBezTo>
                      <a:pt x="26876" y="47411"/>
                      <a:pt x="27090" y="47268"/>
                      <a:pt x="27233" y="47054"/>
                    </a:cubicBezTo>
                    <a:close/>
                    <a:moveTo>
                      <a:pt x="28946" y="47697"/>
                    </a:moveTo>
                    <a:cubicBezTo>
                      <a:pt x="28804" y="47554"/>
                      <a:pt x="28589" y="47340"/>
                      <a:pt x="28589" y="47126"/>
                    </a:cubicBezTo>
                    <a:cubicBezTo>
                      <a:pt x="28589" y="46911"/>
                      <a:pt x="28589" y="46626"/>
                      <a:pt x="28304" y="46626"/>
                    </a:cubicBezTo>
                    <a:cubicBezTo>
                      <a:pt x="28232" y="46626"/>
                      <a:pt x="28090" y="46626"/>
                      <a:pt x="27947" y="46697"/>
                    </a:cubicBezTo>
                    <a:cubicBezTo>
                      <a:pt x="27733" y="46697"/>
                      <a:pt x="27518" y="46697"/>
                      <a:pt x="27518" y="46983"/>
                    </a:cubicBezTo>
                    <a:cubicBezTo>
                      <a:pt x="27447" y="47268"/>
                      <a:pt x="27019" y="47340"/>
                      <a:pt x="26876" y="47554"/>
                    </a:cubicBezTo>
                    <a:cubicBezTo>
                      <a:pt x="26733" y="47625"/>
                      <a:pt x="26733" y="47840"/>
                      <a:pt x="26876" y="47911"/>
                    </a:cubicBezTo>
                    <a:cubicBezTo>
                      <a:pt x="27019" y="47982"/>
                      <a:pt x="27161" y="47911"/>
                      <a:pt x="27304" y="47911"/>
                    </a:cubicBezTo>
                    <a:cubicBezTo>
                      <a:pt x="27804" y="48125"/>
                      <a:pt x="28375" y="48125"/>
                      <a:pt x="28875" y="48125"/>
                    </a:cubicBezTo>
                    <a:cubicBezTo>
                      <a:pt x="29089" y="48125"/>
                      <a:pt x="29018" y="47840"/>
                      <a:pt x="28946" y="47697"/>
                    </a:cubicBezTo>
                    <a:close/>
                    <a:moveTo>
                      <a:pt x="27447" y="38129"/>
                    </a:moveTo>
                    <a:cubicBezTo>
                      <a:pt x="27447" y="38129"/>
                      <a:pt x="27518" y="38201"/>
                      <a:pt x="27590" y="38272"/>
                    </a:cubicBezTo>
                    <a:cubicBezTo>
                      <a:pt x="27590" y="38272"/>
                      <a:pt x="27590" y="38343"/>
                      <a:pt x="27590" y="38415"/>
                    </a:cubicBezTo>
                    <a:cubicBezTo>
                      <a:pt x="27661" y="38486"/>
                      <a:pt x="27733" y="38486"/>
                      <a:pt x="27804" y="38558"/>
                    </a:cubicBezTo>
                    <a:cubicBezTo>
                      <a:pt x="27875" y="38558"/>
                      <a:pt x="27947" y="38558"/>
                      <a:pt x="28090" y="38486"/>
                    </a:cubicBezTo>
                    <a:cubicBezTo>
                      <a:pt x="28375" y="38343"/>
                      <a:pt x="28304" y="38272"/>
                      <a:pt x="28090" y="38058"/>
                    </a:cubicBezTo>
                    <a:cubicBezTo>
                      <a:pt x="28090" y="38058"/>
                      <a:pt x="28090" y="37986"/>
                      <a:pt x="28018" y="37915"/>
                    </a:cubicBezTo>
                    <a:cubicBezTo>
                      <a:pt x="27947" y="37844"/>
                      <a:pt x="27661" y="37915"/>
                      <a:pt x="27590" y="37844"/>
                    </a:cubicBezTo>
                    <a:cubicBezTo>
                      <a:pt x="27447" y="37844"/>
                      <a:pt x="27376" y="37701"/>
                      <a:pt x="27304" y="37629"/>
                    </a:cubicBezTo>
                    <a:cubicBezTo>
                      <a:pt x="27233" y="37629"/>
                      <a:pt x="27233" y="37701"/>
                      <a:pt x="27233" y="37772"/>
                    </a:cubicBezTo>
                    <a:cubicBezTo>
                      <a:pt x="27161" y="37915"/>
                      <a:pt x="27304" y="38058"/>
                      <a:pt x="27376" y="38129"/>
                    </a:cubicBezTo>
                    <a:close/>
                    <a:moveTo>
                      <a:pt x="3670" y="2714"/>
                    </a:moveTo>
                    <a:cubicBezTo>
                      <a:pt x="3742" y="2785"/>
                      <a:pt x="3813" y="2928"/>
                      <a:pt x="3813" y="2928"/>
                    </a:cubicBezTo>
                    <a:cubicBezTo>
                      <a:pt x="3956" y="3142"/>
                      <a:pt x="4241" y="3142"/>
                      <a:pt x="4456" y="3071"/>
                    </a:cubicBezTo>
                    <a:cubicBezTo>
                      <a:pt x="4527" y="3071"/>
                      <a:pt x="4598" y="2928"/>
                      <a:pt x="4670" y="2857"/>
                    </a:cubicBezTo>
                    <a:cubicBezTo>
                      <a:pt x="4741" y="2714"/>
                      <a:pt x="4670" y="2571"/>
                      <a:pt x="4741" y="2428"/>
                    </a:cubicBezTo>
                    <a:cubicBezTo>
                      <a:pt x="4741" y="2357"/>
                      <a:pt x="4598" y="2428"/>
                      <a:pt x="4527" y="2571"/>
                    </a:cubicBezTo>
                    <a:cubicBezTo>
                      <a:pt x="4527" y="2714"/>
                      <a:pt x="4456" y="2714"/>
                      <a:pt x="4384" y="2714"/>
                    </a:cubicBezTo>
                    <a:cubicBezTo>
                      <a:pt x="4241" y="2643"/>
                      <a:pt x="4456" y="2500"/>
                      <a:pt x="4456" y="2428"/>
                    </a:cubicBezTo>
                    <a:cubicBezTo>
                      <a:pt x="4456" y="2357"/>
                      <a:pt x="4456" y="2286"/>
                      <a:pt x="4456" y="2214"/>
                    </a:cubicBezTo>
                    <a:cubicBezTo>
                      <a:pt x="4384" y="2071"/>
                      <a:pt x="4384" y="1929"/>
                      <a:pt x="4170" y="1929"/>
                    </a:cubicBezTo>
                    <a:cubicBezTo>
                      <a:pt x="3956" y="1857"/>
                      <a:pt x="3813" y="1857"/>
                      <a:pt x="3670" y="2000"/>
                    </a:cubicBezTo>
                    <a:cubicBezTo>
                      <a:pt x="3599" y="2071"/>
                      <a:pt x="3599" y="2143"/>
                      <a:pt x="3599" y="2214"/>
                    </a:cubicBezTo>
                    <a:cubicBezTo>
                      <a:pt x="3599" y="2286"/>
                      <a:pt x="3456" y="2357"/>
                      <a:pt x="3527" y="2500"/>
                    </a:cubicBezTo>
                    <a:cubicBezTo>
                      <a:pt x="3527" y="2571"/>
                      <a:pt x="3670" y="2643"/>
                      <a:pt x="3670" y="2714"/>
                    </a:cubicBezTo>
                    <a:close/>
                    <a:moveTo>
                      <a:pt x="5884" y="5499"/>
                    </a:moveTo>
                    <a:cubicBezTo>
                      <a:pt x="6241" y="5499"/>
                      <a:pt x="6669" y="5570"/>
                      <a:pt x="6812" y="5213"/>
                    </a:cubicBezTo>
                    <a:cubicBezTo>
                      <a:pt x="6812" y="5213"/>
                      <a:pt x="6741" y="5284"/>
                      <a:pt x="6741" y="5284"/>
                    </a:cubicBezTo>
                    <a:cubicBezTo>
                      <a:pt x="6598" y="5284"/>
                      <a:pt x="6598" y="5213"/>
                      <a:pt x="6455" y="5213"/>
                    </a:cubicBezTo>
                    <a:cubicBezTo>
                      <a:pt x="6455" y="5213"/>
                      <a:pt x="6241" y="5284"/>
                      <a:pt x="6169" y="5284"/>
                    </a:cubicBezTo>
                    <a:cubicBezTo>
                      <a:pt x="6169" y="5284"/>
                      <a:pt x="6027" y="5213"/>
                      <a:pt x="5955" y="5213"/>
                    </a:cubicBezTo>
                    <a:cubicBezTo>
                      <a:pt x="5955" y="5213"/>
                      <a:pt x="5812" y="5213"/>
                      <a:pt x="5741" y="5213"/>
                    </a:cubicBezTo>
                    <a:cubicBezTo>
                      <a:pt x="5598" y="5213"/>
                      <a:pt x="5527" y="5142"/>
                      <a:pt x="5384" y="5213"/>
                    </a:cubicBezTo>
                    <a:cubicBezTo>
                      <a:pt x="5312" y="5213"/>
                      <a:pt x="5312" y="5499"/>
                      <a:pt x="5455" y="5427"/>
                    </a:cubicBezTo>
                    <a:cubicBezTo>
                      <a:pt x="5598" y="5499"/>
                      <a:pt x="5812" y="5499"/>
                      <a:pt x="5884" y="5499"/>
                    </a:cubicBezTo>
                    <a:close/>
                    <a:moveTo>
                      <a:pt x="3813" y="12710"/>
                    </a:moveTo>
                    <a:cubicBezTo>
                      <a:pt x="3670" y="12639"/>
                      <a:pt x="3670" y="12639"/>
                      <a:pt x="3670" y="12639"/>
                    </a:cubicBezTo>
                    <a:cubicBezTo>
                      <a:pt x="3527" y="12710"/>
                      <a:pt x="3527" y="12710"/>
                      <a:pt x="3527" y="12710"/>
                    </a:cubicBezTo>
                    <a:cubicBezTo>
                      <a:pt x="3527" y="12782"/>
                      <a:pt x="3527" y="12782"/>
                      <a:pt x="3527" y="12782"/>
                    </a:cubicBezTo>
                    <a:cubicBezTo>
                      <a:pt x="3527" y="12853"/>
                      <a:pt x="3527" y="12853"/>
                      <a:pt x="3527" y="12853"/>
                    </a:cubicBezTo>
                    <a:cubicBezTo>
                      <a:pt x="3670" y="12924"/>
                      <a:pt x="3670" y="12924"/>
                      <a:pt x="3670" y="12924"/>
                    </a:cubicBezTo>
                    <a:cubicBezTo>
                      <a:pt x="3742" y="12924"/>
                      <a:pt x="3742" y="12924"/>
                      <a:pt x="3742" y="12924"/>
                    </a:cubicBezTo>
                    <a:cubicBezTo>
                      <a:pt x="3813" y="12853"/>
                      <a:pt x="3813" y="12853"/>
                      <a:pt x="3813" y="12853"/>
                    </a:cubicBezTo>
                    <a:cubicBezTo>
                      <a:pt x="3884" y="12782"/>
                      <a:pt x="3884" y="12782"/>
                      <a:pt x="3884" y="12782"/>
                    </a:cubicBezTo>
                    <a:cubicBezTo>
                      <a:pt x="3813" y="12710"/>
                      <a:pt x="3813" y="12710"/>
                      <a:pt x="3813" y="12710"/>
                    </a:cubicBezTo>
                    <a:close/>
                    <a:moveTo>
                      <a:pt x="3099" y="8783"/>
                    </a:moveTo>
                    <a:cubicBezTo>
                      <a:pt x="3099" y="8783"/>
                      <a:pt x="3099" y="8783"/>
                      <a:pt x="3099" y="8783"/>
                    </a:cubicBezTo>
                    <a:cubicBezTo>
                      <a:pt x="3170" y="8783"/>
                      <a:pt x="3170" y="8783"/>
                      <a:pt x="3170" y="8783"/>
                    </a:cubicBezTo>
                    <a:cubicBezTo>
                      <a:pt x="3170" y="8640"/>
                      <a:pt x="3170" y="8640"/>
                      <a:pt x="3170" y="8640"/>
                    </a:cubicBezTo>
                    <a:cubicBezTo>
                      <a:pt x="3099" y="8640"/>
                      <a:pt x="3099" y="8640"/>
                      <a:pt x="3099" y="8640"/>
                    </a:cubicBezTo>
                    <a:cubicBezTo>
                      <a:pt x="3099" y="8569"/>
                      <a:pt x="3099" y="8569"/>
                      <a:pt x="3099" y="8569"/>
                    </a:cubicBezTo>
                    <a:cubicBezTo>
                      <a:pt x="3028" y="8569"/>
                      <a:pt x="3028" y="8569"/>
                      <a:pt x="3028" y="8569"/>
                    </a:cubicBezTo>
                    <a:cubicBezTo>
                      <a:pt x="3028" y="8712"/>
                      <a:pt x="3028" y="8712"/>
                      <a:pt x="3028" y="871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9"/>
              <p:cNvSpPr/>
              <p:nvPr/>
            </p:nvSpPr>
            <p:spPr>
              <a:xfrm>
                <a:off x="558800" y="1800750"/>
                <a:ext cx="525450" cy="753600"/>
              </a:xfrm>
              <a:custGeom>
                <a:rect b="b" l="l" r="r" t="t"/>
                <a:pathLst>
                  <a:path extrusionOk="0" h="30144" w="21018">
                    <a:moveTo>
                      <a:pt x="8665" y="15994"/>
                    </a:moveTo>
                    <a:cubicBezTo>
                      <a:pt x="8451" y="15994"/>
                      <a:pt x="8379" y="16351"/>
                      <a:pt x="8594" y="16423"/>
                    </a:cubicBezTo>
                    <a:cubicBezTo>
                      <a:pt x="8736" y="16423"/>
                      <a:pt x="8879" y="16566"/>
                      <a:pt x="8951" y="16566"/>
                    </a:cubicBezTo>
                    <a:lnTo>
                      <a:pt x="9308" y="16566"/>
                    </a:lnTo>
                    <a:cubicBezTo>
                      <a:pt x="9379" y="16566"/>
                      <a:pt x="9450" y="16494"/>
                      <a:pt x="9522" y="16494"/>
                    </a:cubicBezTo>
                    <a:cubicBezTo>
                      <a:pt x="9522" y="16351"/>
                      <a:pt x="9379" y="16209"/>
                      <a:pt x="9236" y="16209"/>
                    </a:cubicBezTo>
                    <a:cubicBezTo>
                      <a:pt x="9165" y="16209"/>
                      <a:pt x="9093" y="16351"/>
                      <a:pt x="9022" y="16351"/>
                    </a:cubicBezTo>
                    <a:cubicBezTo>
                      <a:pt x="8879" y="16280"/>
                      <a:pt x="8879" y="16066"/>
                      <a:pt x="8665" y="15994"/>
                    </a:cubicBezTo>
                    <a:close/>
                    <a:moveTo>
                      <a:pt x="1833" y="17076"/>
                    </a:moveTo>
                    <a:cubicBezTo>
                      <a:pt x="1770" y="17076"/>
                      <a:pt x="1712" y="17092"/>
                      <a:pt x="1668" y="17137"/>
                    </a:cubicBezTo>
                    <a:cubicBezTo>
                      <a:pt x="1596" y="17208"/>
                      <a:pt x="1525" y="17422"/>
                      <a:pt x="1382" y="17494"/>
                    </a:cubicBezTo>
                    <a:cubicBezTo>
                      <a:pt x="1228" y="17648"/>
                      <a:pt x="999" y="17765"/>
                      <a:pt x="776" y="17765"/>
                    </a:cubicBezTo>
                    <a:cubicBezTo>
                      <a:pt x="690" y="17765"/>
                      <a:pt x="605" y="17748"/>
                      <a:pt x="525" y="17708"/>
                    </a:cubicBezTo>
                    <a:cubicBezTo>
                      <a:pt x="430" y="17708"/>
                      <a:pt x="335" y="17676"/>
                      <a:pt x="240" y="17676"/>
                    </a:cubicBezTo>
                    <a:cubicBezTo>
                      <a:pt x="192" y="17676"/>
                      <a:pt x="144" y="17684"/>
                      <a:pt x="97" y="17708"/>
                    </a:cubicBezTo>
                    <a:cubicBezTo>
                      <a:pt x="-189" y="17851"/>
                      <a:pt x="240" y="17922"/>
                      <a:pt x="382" y="18065"/>
                    </a:cubicBezTo>
                    <a:cubicBezTo>
                      <a:pt x="739" y="18422"/>
                      <a:pt x="1096" y="18779"/>
                      <a:pt x="1382" y="19207"/>
                    </a:cubicBezTo>
                    <a:cubicBezTo>
                      <a:pt x="1525" y="19493"/>
                      <a:pt x="1739" y="19779"/>
                      <a:pt x="1882" y="20136"/>
                    </a:cubicBezTo>
                    <a:cubicBezTo>
                      <a:pt x="1953" y="20278"/>
                      <a:pt x="1953" y="20493"/>
                      <a:pt x="2025" y="20635"/>
                    </a:cubicBezTo>
                    <a:cubicBezTo>
                      <a:pt x="2167" y="20778"/>
                      <a:pt x="2382" y="20707"/>
                      <a:pt x="2524" y="20850"/>
                    </a:cubicBezTo>
                    <a:cubicBezTo>
                      <a:pt x="2739" y="21064"/>
                      <a:pt x="3096" y="21207"/>
                      <a:pt x="3310" y="21492"/>
                    </a:cubicBezTo>
                    <a:cubicBezTo>
                      <a:pt x="3667" y="21921"/>
                      <a:pt x="3667" y="22420"/>
                      <a:pt x="3881" y="22849"/>
                    </a:cubicBezTo>
                    <a:cubicBezTo>
                      <a:pt x="3952" y="22992"/>
                      <a:pt x="3952" y="23063"/>
                      <a:pt x="4095" y="23063"/>
                    </a:cubicBezTo>
                    <a:cubicBezTo>
                      <a:pt x="4238" y="23134"/>
                      <a:pt x="4524" y="23134"/>
                      <a:pt x="4738" y="23134"/>
                    </a:cubicBezTo>
                    <a:cubicBezTo>
                      <a:pt x="5095" y="22992"/>
                      <a:pt x="5166" y="22492"/>
                      <a:pt x="5166" y="22135"/>
                    </a:cubicBezTo>
                    <a:cubicBezTo>
                      <a:pt x="5238" y="21849"/>
                      <a:pt x="5309" y="21564"/>
                      <a:pt x="5238" y="21278"/>
                    </a:cubicBezTo>
                    <a:cubicBezTo>
                      <a:pt x="5238" y="20992"/>
                      <a:pt x="5523" y="20635"/>
                      <a:pt x="5380" y="20350"/>
                    </a:cubicBezTo>
                    <a:cubicBezTo>
                      <a:pt x="5238" y="20064"/>
                      <a:pt x="4881" y="19993"/>
                      <a:pt x="4738" y="19779"/>
                    </a:cubicBezTo>
                    <a:cubicBezTo>
                      <a:pt x="4595" y="19422"/>
                      <a:pt x="4167" y="19350"/>
                      <a:pt x="3952" y="19207"/>
                    </a:cubicBezTo>
                    <a:cubicBezTo>
                      <a:pt x="3667" y="18922"/>
                      <a:pt x="3453" y="18565"/>
                      <a:pt x="3310" y="18279"/>
                    </a:cubicBezTo>
                    <a:cubicBezTo>
                      <a:pt x="2953" y="17851"/>
                      <a:pt x="2739" y="17494"/>
                      <a:pt x="2239" y="17208"/>
                    </a:cubicBezTo>
                    <a:cubicBezTo>
                      <a:pt x="2140" y="17159"/>
                      <a:pt x="1974" y="17076"/>
                      <a:pt x="1833" y="17076"/>
                    </a:cubicBezTo>
                    <a:close/>
                    <a:moveTo>
                      <a:pt x="7023" y="0"/>
                    </a:moveTo>
                    <a:cubicBezTo>
                      <a:pt x="6808" y="0"/>
                      <a:pt x="6523" y="72"/>
                      <a:pt x="6309" y="286"/>
                    </a:cubicBezTo>
                    <a:cubicBezTo>
                      <a:pt x="5952" y="786"/>
                      <a:pt x="6023" y="1357"/>
                      <a:pt x="5737" y="1857"/>
                    </a:cubicBezTo>
                    <a:cubicBezTo>
                      <a:pt x="5523" y="2214"/>
                      <a:pt x="5238" y="2285"/>
                      <a:pt x="5095" y="2499"/>
                    </a:cubicBezTo>
                    <a:cubicBezTo>
                      <a:pt x="5023" y="2642"/>
                      <a:pt x="4952" y="2928"/>
                      <a:pt x="4738" y="3071"/>
                    </a:cubicBezTo>
                    <a:cubicBezTo>
                      <a:pt x="4595" y="3213"/>
                      <a:pt x="4381" y="3356"/>
                      <a:pt x="4452" y="3642"/>
                    </a:cubicBezTo>
                    <a:cubicBezTo>
                      <a:pt x="4738" y="4284"/>
                      <a:pt x="5095" y="4713"/>
                      <a:pt x="5309" y="5427"/>
                    </a:cubicBezTo>
                    <a:cubicBezTo>
                      <a:pt x="5452" y="5713"/>
                      <a:pt x="5737" y="5998"/>
                      <a:pt x="5380" y="6212"/>
                    </a:cubicBezTo>
                    <a:cubicBezTo>
                      <a:pt x="4738" y="6498"/>
                      <a:pt x="5309" y="6784"/>
                      <a:pt x="5309" y="7283"/>
                    </a:cubicBezTo>
                    <a:cubicBezTo>
                      <a:pt x="5309" y="7355"/>
                      <a:pt x="5238" y="7498"/>
                      <a:pt x="5166" y="7569"/>
                    </a:cubicBezTo>
                    <a:cubicBezTo>
                      <a:pt x="5166" y="7712"/>
                      <a:pt x="5166" y="7926"/>
                      <a:pt x="5166" y="8140"/>
                    </a:cubicBezTo>
                    <a:cubicBezTo>
                      <a:pt x="5238" y="8569"/>
                      <a:pt x="5595" y="8711"/>
                      <a:pt x="5880" y="8997"/>
                    </a:cubicBezTo>
                    <a:cubicBezTo>
                      <a:pt x="6166" y="9283"/>
                      <a:pt x="6094" y="9782"/>
                      <a:pt x="6094" y="10139"/>
                    </a:cubicBezTo>
                    <a:cubicBezTo>
                      <a:pt x="5952" y="10354"/>
                      <a:pt x="5880" y="10639"/>
                      <a:pt x="5952" y="10925"/>
                    </a:cubicBezTo>
                    <a:cubicBezTo>
                      <a:pt x="6094" y="11496"/>
                      <a:pt x="6594" y="11782"/>
                      <a:pt x="6523" y="12353"/>
                    </a:cubicBezTo>
                    <a:cubicBezTo>
                      <a:pt x="6523" y="12638"/>
                      <a:pt x="6380" y="12781"/>
                      <a:pt x="6523" y="13067"/>
                    </a:cubicBezTo>
                    <a:cubicBezTo>
                      <a:pt x="6594" y="13210"/>
                      <a:pt x="6880" y="13424"/>
                      <a:pt x="7023" y="13495"/>
                    </a:cubicBezTo>
                    <a:cubicBezTo>
                      <a:pt x="7237" y="13638"/>
                      <a:pt x="7380" y="13852"/>
                      <a:pt x="7594" y="13995"/>
                    </a:cubicBezTo>
                    <a:cubicBezTo>
                      <a:pt x="8094" y="14209"/>
                      <a:pt x="8665" y="14281"/>
                      <a:pt x="9093" y="14638"/>
                    </a:cubicBezTo>
                    <a:cubicBezTo>
                      <a:pt x="9400" y="14822"/>
                      <a:pt x="9759" y="15796"/>
                      <a:pt x="10126" y="15796"/>
                    </a:cubicBezTo>
                    <a:cubicBezTo>
                      <a:pt x="10186" y="15796"/>
                      <a:pt x="10247" y="15769"/>
                      <a:pt x="10307" y="15709"/>
                    </a:cubicBezTo>
                    <a:cubicBezTo>
                      <a:pt x="10331" y="15685"/>
                      <a:pt x="10347" y="15677"/>
                      <a:pt x="10360" y="15677"/>
                    </a:cubicBezTo>
                    <a:cubicBezTo>
                      <a:pt x="10387" y="15677"/>
                      <a:pt x="10402" y="15709"/>
                      <a:pt x="10450" y="15709"/>
                    </a:cubicBezTo>
                    <a:cubicBezTo>
                      <a:pt x="10593" y="15852"/>
                      <a:pt x="10736" y="16137"/>
                      <a:pt x="10807" y="16280"/>
                    </a:cubicBezTo>
                    <a:cubicBezTo>
                      <a:pt x="10950" y="16566"/>
                      <a:pt x="10664" y="16923"/>
                      <a:pt x="10379" y="16994"/>
                    </a:cubicBezTo>
                    <a:cubicBezTo>
                      <a:pt x="10236" y="17065"/>
                      <a:pt x="10450" y="17280"/>
                      <a:pt x="10521" y="17422"/>
                    </a:cubicBezTo>
                    <a:cubicBezTo>
                      <a:pt x="11093" y="18422"/>
                      <a:pt x="11450" y="19564"/>
                      <a:pt x="11807" y="20707"/>
                    </a:cubicBezTo>
                    <a:cubicBezTo>
                      <a:pt x="11878" y="20921"/>
                      <a:pt x="11878" y="21135"/>
                      <a:pt x="11949" y="21278"/>
                    </a:cubicBezTo>
                    <a:cubicBezTo>
                      <a:pt x="12021" y="21564"/>
                      <a:pt x="12235" y="21778"/>
                      <a:pt x="12235" y="21992"/>
                    </a:cubicBezTo>
                    <a:cubicBezTo>
                      <a:pt x="12306" y="22206"/>
                      <a:pt x="12306" y="22420"/>
                      <a:pt x="12306" y="22563"/>
                    </a:cubicBezTo>
                    <a:cubicBezTo>
                      <a:pt x="12378" y="22706"/>
                      <a:pt x="12449" y="22777"/>
                      <a:pt x="12521" y="22920"/>
                    </a:cubicBezTo>
                    <a:cubicBezTo>
                      <a:pt x="12663" y="23206"/>
                      <a:pt x="12735" y="23491"/>
                      <a:pt x="12806" y="23777"/>
                    </a:cubicBezTo>
                    <a:cubicBezTo>
                      <a:pt x="12806" y="24063"/>
                      <a:pt x="12735" y="24348"/>
                      <a:pt x="12878" y="24634"/>
                    </a:cubicBezTo>
                    <a:cubicBezTo>
                      <a:pt x="12878" y="24634"/>
                      <a:pt x="12949" y="24705"/>
                      <a:pt x="12949" y="24777"/>
                    </a:cubicBezTo>
                    <a:cubicBezTo>
                      <a:pt x="12934" y="24896"/>
                      <a:pt x="12957" y="24944"/>
                      <a:pt x="13003" y="24944"/>
                    </a:cubicBezTo>
                    <a:cubicBezTo>
                      <a:pt x="13178" y="24944"/>
                      <a:pt x="13693" y="24262"/>
                      <a:pt x="13806" y="24205"/>
                    </a:cubicBezTo>
                    <a:cubicBezTo>
                      <a:pt x="14020" y="23920"/>
                      <a:pt x="14234" y="23634"/>
                      <a:pt x="14520" y="23563"/>
                    </a:cubicBezTo>
                    <a:cubicBezTo>
                      <a:pt x="14982" y="23447"/>
                      <a:pt x="15257" y="23238"/>
                      <a:pt x="15610" y="23238"/>
                    </a:cubicBezTo>
                    <a:cubicBezTo>
                      <a:pt x="15693" y="23238"/>
                      <a:pt x="15781" y="23250"/>
                      <a:pt x="15877" y="23277"/>
                    </a:cubicBezTo>
                    <a:cubicBezTo>
                      <a:pt x="16091" y="23349"/>
                      <a:pt x="16234" y="23491"/>
                      <a:pt x="16448" y="23563"/>
                    </a:cubicBezTo>
                    <a:cubicBezTo>
                      <a:pt x="16683" y="23641"/>
                      <a:pt x="16913" y="23682"/>
                      <a:pt x="17112" y="23682"/>
                    </a:cubicBezTo>
                    <a:cubicBezTo>
                      <a:pt x="17634" y="23682"/>
                      <a:pt x="17933" y="23399"/>
                      <a:pt x="17519" y="22777"/>
                    </a:cubicBezTo>
                    <a:cubicBezTo>
                      <a:pt x="17305" y="22420"/>
                      <a:pt x="17090" y="21992"/>
                      <a:pt x="16805" y="21706"/>
                    </a:cubicBezTo>
                    <a:cubicBezTo>
                      <a:pt x="16662" y="21635"/>
                      <a:pt x="16448" y="21421"/>
                      <a:pt x="16591" y="21278"/>
                    </a:cubicBezTo>
                    <a:cubicBezTo>
                      <a:pt x="16665" y="21271"/>
                      <a:pt x="16740" y="21267"/>
                      <a:pt x="16814" y="21267"/>
                    </a:cubicBezTo>
                    <a:cubicBezTo>
                      <a:pt x="17454" y="21267"/>
                      <a:pt x="18093" y="21529"/>
                      <a:pt x="18733" y="21849"/>
                    </a:cubicBezTo>
                    <a:cubicBezTo>
                      <a:pt x="18831" y="21898"/>
                      <a:pt x="18964" y="21982"/>
                      <a:pt x="19083" y="21982"/>
                    </a:cubicBezTo>
                    <a:cubicBezTo>
                      <a:pt x="19137" y="21982"/>
                      <a:pt x="19188" y="21965"/>
                      <a:pt x="19232" y="21921"/>
                    </a:cubicBezTo>
                    <a:cubicBezTo>
                      <a:pt x="19447" y="21564"/>
                      <a:pt x="19589" y="21135"/>
                      <a:pt x="19589" y="20635"/>
                    </a:cubicBezTo>
                    <a:cubicBezTo>
                      <a:pt x="19589" y="20278"/>
                      <a:pt x="19661" y="19850"/>
                      <a:pt x="19589" y="19493"/>
                    </a:cubicBezTo>
                    <a:cubicBezTo>
                      <a:pt x="19518" y="19207"/>
                      <a:pt x="19232" y="19065"/>
                      <a:pt x="19090" y="18779"/>
                    </a:cubicBezTo>
                    <a:cubicBezTo>
                      <a:pt x="19018" y="18351"/>
                      <a:pt x="18447" y="18065"/>
                      <a:pt x="19161" y="17779"/>
                    </a:cubicBezTo>
                    <a:cubicBezTo>
                      <a:pt x="19732" y="17422"/>
                      <a:pt x="21017" y="17208"/>
                      <a:pt x="21017" y="16494"/>
                    </a:cubicBezTo>
                    <a:lnTo>
                      <a:pt x="21017" y="16423"/>
                    </a:lnTo>
                    <a:cubicBezTo>
                      <a:pt x="20946" y="16209"/>
                      <a:pt x="20803" y="15780"/>
                      <a:pt x="20660" y="15494"/>
                    </a:cubicBezTo>
                    <a:cubicBezTo>
                      <a:pt x="20518" y="15209"/>
                      <a:pt x="20232" y="15066"/>
                      <a:pt x="20161" y="14709"/>
                    </a:cubicBezTo>
                    <a:cubicBezTo>
                      <a:pt x="20161" y="14138"/>
                      <a:pt x="20375" y="13638"/>
                      <a:pt x="20232" y="13067"/>
                    </a:cubicBezTo>
                    <a:cubicBezTo>
                      <a:pt x="20018" y="12424"/>
                      <a:pt x="20018" y="11710"/>
                      <a:pt x="20161" y="11068"/>
                    </a:cubicBezTo>
                    <a:cubicBezTo>
                      <a:pt x="20161" y="10996"/>
                      <a:pt x="20161" y="10925"/>
                      <a:pt x="20161" y="10853"/>
                    </a:cubicBezTo>
                    <a:cubicBezTo>
                      <a:pt x="20089" y="10568"/>
                      <a:pt x="19875" y="10282"/>
                      <a:pt x="19661" y="9997"/>
                    </a:cubicBezTo>
                    <a:cubicBezTo>
                      <a:pt x="19592" y="9928"/>
                      <a:pt x="19509" y="9896"/>
                      <a:pt x="19427" y="9896"/>
                    </a:cubicBezTo>
                    <a:cubicBezTo>
                      <a:pt x="19254" y="9896"/>
                      <a:pt x="19090" y="10040"/>
                      <a:pt x="19090" y="10282"/>
                    </a:cubicBezTo>
                    <a:cubicBezTo>
                      <a:pt x="19018" y="10425"/>
                      <a:pt x="19090" y="10568"/>
                      <a:pt x="19018" y="10711"/>
                    </a:cubicBezTo>
                    <a:cubicBezTo>
                      <a:pt x="19018" y="10745"/>
                      <a:pt x="19010" y="10759"/>
                      <a:pt x="18997" y="10759"/>
                    </a:cubicBezTo>
                    <a:cubicBezTo>
                      <a:pt x="18958" y="10759"/>
                      <a:pt x="18875" y="10622"/>
                      <a:pt x="18875" y="10568"/>
                    </a:cubicBezTo>
                    <a:cubicBezTo>
                      <a:pt x="18733" y="10282"/>
                      <a:pt x="18804" y="9854"/>
                      <a:pt x="18518" y="9782"/>
                    </a:cubicBezTo>
                    <a:cubicBezTo>
                      <a:pt x="18486" y="9777"/>
                      <a:pt x="18457" y="9774"/>
                      <a:pt x="18433" y="9774"/>
                    </a:cubicBezTo>
                    <a:cubicBezTo>
                      <a:pt x="18132" y="9774"/>
                      <a:pt x="18376" y="10150"/>
                      <a:pt x="18376" y="10282"/>
                    </a:cubicBezTo>
                    <a:cubicBezTo>
                      <a:pt x="18368" y="10298"/>
                      <a:pt x="18357" y="10305"/>
                      <a:pt x="18345" y="10305"/>
                    </a:cubicBezTo>
                    <a:cubicBezTo>
                      <a:pt x="18245" y="10305"/>
                      <a:pt x="18026" y="9846"/>
                      <a:pt x="18090" y="9782"/>
                    </a:cubicBezTo>
                    <a:cubicBezTo>
                      <a:pt x="18161" y="9354"/>
                      <a:pt x="18376" y="8854"/>
                      <a:pt x="18090" y="8426"/>
                    </a:cubicBezTo>
                    <a:cubicBezTo>
                      <a:pt x="18019" y="8212"/>
                      <a:pt x="17804" y="8140"/>
                      <a:pt x="17662" y="7997"/>
                    </a:cubicBezTo>
                    <a:cubicBezTo>
                      <a:pt x="17233" y="7783"/>
                      <a:pt x="16948" y="7212"/>
                      <a:pt x="16591" y="6926"/>
                    </a:cubicBezTo>
                    <a:cubicBezTo>
                      <a:pt x="16162" y="6641"/>
                      <a:pt x="15520" y="6641"/>
                      <a:pt x="15234" y="6212"/>
                    </a:cubicBezTo>
                    <a:cubicBezTo>
                      <a:pt x="15091" y="5998"/>
                      <a:pt x="14877" y="5784"/>
                      <a:pt x="14663" y="5641"/>
                    </a:cubicBezTo>
                    <a:cubicBezTo>
                      <a:pt x="13592" y="4998"/>
                      <a:pt x="12592" y="4142"/>
                      <a:pt x="11378" y="3785"/>
                    </a:cubicBezTo>
                    <a:cubicBezTo>
                      <a:pt x="11093" y="3642"/>
                      <a:pt x="10878" y="3570"/>
                      <a:pt x="10664" y="3356"/>
                    </a:cubicBezTo>
                    <a:cubicBezTo>
                      <a:pt x="10307" y="3213"/>
                      <a:pt x="10164" y="2714"/>
                      <a:pt x="9950" y="2428"/>
                    </a:cubicBezTo>
                    <a:cubicBezTo>
                      <a:pt x="9450" y="2071"/>
                      <a:pt x="8951" y="1643"/>
                      <a:pt x="8308" y="1357"/>
                    </a:cubicBezTo>
                    <a:cubicBezTo>
                      <a:pt x="8165" y="1286"/>
                      <a:pt x="7951" y="1286"/>
                      <a:pt x="7737" y="1214"/>
                    </a:cubicBezTo>
                    <a:cubicBezTo>
                      <a:pt x="7594" y="1143"/>
                      <a:pt x="7451" y="857"/>
                      <a:pt x="7380" y="857"/>
                    </a:cubicBezTo>
                    <a:cubicBezTo>
                      <a:pt x="7359" y="847"/>
                      <a:pt x="7336" y="842"/>
                      <a:pt x="7313" y="842"/>
                    </a:cubicBezTo>
                    <a:cubicBezTo>
                      <a:pt x="7201" y="842"/>
                      <a:pt x="7068" y="943"/>
                      <a:pt x="6991" y="943"/>
                    </a:cubicBezTo>
                    <a:cubicBezTo>
                      <a:pt x="6975" y="943"/>
                      <a:pt x="6962" y="939"/>
                      <a:pt x="6951" y="929"/>
                    </a:cubicBezTo>
                    <a:cubicBezTo>
                      <a:pt x="6951" y="714"/>
                      <a:pt x="7237" y="643"/>
                      <a:pt x="7308" y="500"/>
                    </a:cubicBezTo>
                    <a:cubicBezTo>
                      <a:pt x="7523" y="286"/>
                      <a:pt x="7308" y="0"/>
                      <a:pt x="7023" y="0"/>
                    </a:cubicBezTo>
                    <a:close/>
                    <a:moveTo>
                      <a:pt x="9654" y="25479"/>
                    </a:moveTo>
                    <a:cubicBezTo>
                      <a:pt x="9462" y="25479"/>
                      <a:pt x="9265" y="25505"/>
                      <a:pt x="9093" y="25633"/>
                    </a:cubicBezTo>
                    <a:cubicBezTo>
                      <a:pt x="9022" y="25705"/>
                      <a:pt x="9093" y="25919"/>
                      <a:pt x="9093" y="25990"/>
                    </a:cubicBezTo>
                    <a:cubicBezTo>
                      <a:pt x="9165" y="26026"/>
                      <a:pt x="9254" y="26026"/>
                      <a:pt x="9343" y="26026"/>
                    </a:cubicBezTo>
                    <a:cubicBezTo>
                      <a:pt x="9433" y="26026"/>
                      <a:pt x="9522" y="26026"/>
                      <a:pt x="9593" y="26062"/>
                    </a:cubicBezTo>
                    <a:cubicBezTo>
                      <a:pt x="9736" y="26062"/>
                      <a:pt x="9950" y="26133"/>
                      <a:pt x="10093" y="26133"/>
                    </a:cubicBezTo>
                    <a:cubicBezTo>
                      <a:pt x="10236" y="26133"/>
                      <a:pt x="10379" y="26062"/>
                      <a:pt x="10593" y="26062"/>
                    </a:cubicBezTo>
                    <a:cubicBezTo>
                      <a:pt x="10640" y="26038"/>
                      <a:pt x="10688" y="26030"/>
                      <a:pt x="10736" y="26030"/>
                    </a:cubicBezTo>
                    <a:cubicBezTo>
                      <a:pt x="10831" y="26030"/>
                      <a:pt x="10926" y="26062"/>
                      <a:pt x="11021" y="26062"/>
                    </a:cubicBezTo>
                    <a:cubicBezTo>
                      <a:pt x="11235" y="25919"/>
                      <a:pt x="10950" y="25633"/>
                      <a:pt x="10807" y="25562"/>
                    </a:cubicBezTo>
                    <a:lnTo>
                      <a:pt x="10450" y="25562"/>
                    </a:lnTo>
                    <a:cubicBezTo>
                      <a:pt x="10307" y="25491"/>
                      <a:pt x="10164" y="25491"/>
                      <a:pt x="10022" y="25491"/>
                    </a:cubicBezTo>
                    <a:cubicBezTo>
                      <a:pt x="9907" y="25491"/>
                      <a:pt x="9782" y="25479"/>
                      <a:pt x="9654" y="25479"/>
                    </a:cubicBezTo>
                    <a:close/>
                    <a:moveTo>
                      <a:pt x="5023" y="26847"/>
                    </a:moveTo>
                    <a:cubicBezTo>
                      <a:pt x="4881" y="26919"/>
                      <a:pt x="4881" y="26919"/>
                      <a:pt x="4881" y="26919"/>
                    </a:cubicBezTo>
                    <a:cubicBezTo>
                      <a:pt x="4809" y="26990"/>
                      <a:pt x="4809" y="26990"/>
                      <a:pt x="4809" y="26990"/>
                    </a:cubicBezTo>
                    <a:lnTo>
                      <a:pt x="4881" y="26990"/>
                    </a:lnTo>
                    <a:cubicBezTo>
                      <a:pt x="4952" y="27062"/>
                      <a:pt x="4952" y="27062"/>
                      <a:pt x="4952" y="27062"/>
                    </a:cubicBezTo>
                    <a:lnTo>
                      <a:pt x="5023" y="27062"/>
                    </a:lnTo>
                    <a:cubicBezTo>
                      <a:pt x="5095" y="27133"/>
                      <a:pt x="5095" y="27133"/>
                      <a:pt x="5095" y="27133"/>
                    </a:cubicBezTo>
                    <a:lnTo>
                      <a:pt x="5166" y="27133"/>
                    </a:lnTo>
                    <a:cubicBezTo>
                      <a:pt x="5166" y="27062"/>
                      <a:pt x="5166" y="27062"/>
                      <a:pt x="5166" y="27062"/>
                    </a:cubicBezTo>
                    <a:cubicBezTo>
                      <a:pt x="5095" y="26919"/>
                      <a:pt x="5095" y="26919"/>
                      <a:pt x="5095" y="26919"/>
                    </a:cubicBezTo>
                    <a:lnTo>
                      <a:pt x="5023" y="26847"/>
                    </a:lnTo>
                    <a:close/>
                    <a:moveTo>
                      <a:pt x="6951" y="27276"/>
                    </a:moveTo>
                    <a:cubicBezTo>
                      <a:pt x="6951" y="27347"/>
                      <a:pt x="6951" y="27347"/>
                      <a:pt x="6951" y="27347"/>
                    </a:cubicBezTo>
                    <a:cubicBezTo>
                      <a:pt x="6951" y="27490"/>
                      <a:pt x="6951" y="27490"/>
                      <a:pt x="6951" y="27490"/>
                    </a:cubicBezTo>
                    <a:cubicBezTo>
                      <a:pt x="7094" y="27347"/>
                      <a:pt x="7094" y="27347"/>
                      <a:pt x="7094" y="27347"/>
                    </a:cubicBezTo>
                    <a:cubicBezTo>
                      <a:pt x="7023" y="27276"/>
                      <a:pt x="7023" y="27276"/>
                      <a:pt x="7023" y="27276"/>
                    </a:cubicBezTo>
                    <a:close/>
                    <a:moveTo>
                      <a:pt x="7924" y="26490"/>
                    </a:moveTo>
                    <a:cubicBezTo>
                      <a:pt x="7808" y="26490"/>
                      <a:pt x="7701" y="26526"/>
                      <a:pt x="7665" y="26633"/>
                    </a:cubicBezTo>
                    <a:cubicBezTo>
                      <a:pt x="7665" y="26705"/>
                      <a:pt x="7880" y="26776"/>
                      <a:pt x="7951" y="26847"/>
                    </a:cubicBezTo>
                    <a:cubicBezTo>
                      <a:pt x="8094" y="27133"/>
                      <a:pt x="8165" y="27490"/>
                      <a:pt x="8379" y="27704"/>
                    </a:cubicBezTo>
                    <a:cubicBezTo>
                      <a:pt x="8665" y="28061"/>
                      <a:pt x="8951" y="28490"/>
                      <a:pt x="9165" y="28847"/>
                    </a:cubicBezTo>
                    <a:cubicBezTo>
                      <a:pt x="9186" y="28888"/>
                      <a:pt x="9200" y="28906"/>
                      <a:pt x="9211" y="28906"/>
                    </a:cubicBezTo>
                    <a:cubicBezTo>
                      <a:pt x="9236" y="28906"/>
                      <a:pt x="9236" y="28805"/>
                      <a:pt x="9236" y="28704"/>
                    </a:cubicBezTo>
                    <a:cubicBezTo>
                      <a:pt x="9236" y="28632"/>
                      <a:pt x="9236" y="28632"/>
                      <a:pt x="9308" y="28561"/>
                    </a:cubicBezTo>
                    <a:cubicBezTo>
                      <a:pt x="9379" y="28275"/>
                      <a:pt x="9022" y="27990"/>
                      <a:pt x="8879" y="27776"/>
                    </a:cubicBezTo>
                    <a:cubicBezTo>
                      <a:pt x="8736" y="27419"/>
                      <a:pt x="8665" y="26776"/>
                      <a:pt x="8237" y="26562"/>
                    </a:cubicBezTo>
                    <a:cubicBezTo>
                      <a:pt x="8165" y="26526"/>
                      <a:pt x="8040" y="26490"/>
                      <a:pt x="7924" y="26490"/>
                    </a:cubicBezTo>
                    <a:close/>
                    <a:moveTo>
                      <a:pt x="8522" y="28061"/>
                    </a:moveTo>
                    <a:cubicBezTo>
                      <a:pt x="8379" y="28133"/>
                      <a:pt x="8522" y="28347"/>
                      <a:pt x="8379" y="28418"/>
                    </a:cubicBezTo>
                    <a:cubicBezTo>
                      <a:pt x="8237" y="28490"/>
                      <a:pt x="8022" y="28632"/>
                      <a:pt x="8022" y="28847"/>
                    </a:cubicBezTo>
                    <a:cubicBezTo>
                      <a:pt x="8094" y="29132"/>
                      <a:pt x="8022" y="29489"/>
                      <a:pt x="7880" y="29703"/>
                    </a:cubicBezTo>
                    <a:cubicBezTo>
                      <a:pt x="7844" y="29739"/>
                      <a:pt x="7790" y="29739"/>
                      <a:pt x="7737" y="29739"/>
                    </a:cubicBezTo>
                    <a:cubicBezTo>
                      <a:pt x="7683" y="29739"/>
                      <a:pt x="7630" y="29739"/>
                      <a:pt x="7594" y="29775"/>
                    </a:cubicBezTo>
                    <a:cubicBezTo>
                      <a:pt x="7451" y="29846"/>
                      <a:pt x="7594" y="29846"/>
                      <a:pt x="7737" y="29918"/>
                    </a:cubicBezTo>
                    <a:cubicBezTo>
                      <a:pt x="7927" y="29918"/>
                      <a:pt x="8118" y="30143"/>
                      <a:pt x="8308" y="30143"/>
                    </a:cubicBezTo>
                    <a:cubicBezTo>
                      <a:pt x="8332" y="30143"/>
                      <a:pt x="8356" y="30140"/>
                      <a:pt x="8379" y="30132"/>
                    </a:cubicBezTo>
                    <a:cubicBezTo>
                      <a:pt x="8451" y="30132"/>
                      <a:pt x="8451" y="30060"/>
                      <a:pt x="8451" y="29989"/>
                    </a:cubicBezTo>
                    <a:cubicBezTo>
                      <a:pt x="8451" y="29918"/>
                      <a:pt x="8504" y="29882"/>
                      <a:pt x="8567" y="29882"/>
                    </a:cubicBezTo>
                    <a:cubicBezTo>
                      <a:pt x="8629" y="29882"/>
                      <a:pt x="8701" y="29918"/>
                      <a:pt x="8736" y="29989"/>
                    </a:cubicBezTo>
                    <a:lnTo>
                      <a:pt x="8879" y="29989"/>
                    </a:lnTo>
                    <a:cubicBezTo>
                      <a:pt x="8879" y="30025"/>
                      <a:pt x="8897" y="30043"/>
                      <a:pt x="8915" y="30043"/>
                    </a:cubicBezTo>
                    <a:cubicBezTo>
                      <a:pt x="8933" y="30043"/>
                      <a:pt x="8951" y="30025"/>
                      <a:pt x="8951" y="29989"/>
                    </a:cubicBezTo>
                    <a:cubicBezTo>
                      <a:pt x="8951" y="29918"/>
                      <a:pt x="8951" y="29846"/>
                      <a:pt x="8879" y="29775"/>
                    </a:cubicBezTo>
                    <a:cubicBezTo>
                      <a:pt x="8879" y="29489"/>
                      <a:pt x="9093" y="29204"/>
                      <a:pt x="8951" y="28918"/>
                    </a:cubicBezTo>
                    <a:cubicBezTo>
                      <a:pt x="9022" y="28704"/>
                      <a:pt x="8808" y="28490"/>
                      <a:pt x="8736" y="28275"/>
                    </a:cubicBezTo>
                    <a:cubicBezTo>
                      <a:pt x="8665" y="28133"/>
                      <a:pt x="8594" y="28061"/>
                      <a:pt x="8522" y="280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59"/>
              <p:cNvSpPr/>
              <p:nvPr/>
            </p:nvSpPr>
            <p:spPr>
              <a:xfrm>
                <a:off x="558800" y="1800750"/>
                <a:ext cx="525450" cy="753600"/>
              </a:xfrm>
              <a:custGeom>
                <a:rect b="b" l="l" r="r" t="t"/>
                <a:pathLst>
                  <a:path extrusionOk="0" fill="none" h="30144" w="21018">
                    <a:moveTo>
                      <a:pt x="8951" y="28918"/>
                    </a:moveTo>
                    <a:cubicBezTo>
                      <a:pt x="9022" y="28704"/>
                      <a:pt x="8808" y="28490"/>
                      <a:pt x="8736" y="28275"/>
                    </a:cubicBezTo>
                    <a:cubicBezTo>
                      <a:pt x="8665" y="28133"/>
                      <a:pt x="8594" y="28061"/>
                      <a:pt x="8522" y="28061"/>
                    </a:cubicBezTo>
                    <a:cubicBezTo>
                      <a:pt x="8379" y="28133"/>
                      <a:pt x="8522" y="28347"/>
                      <a:pt x="8379" y="28418"/>
                    </a:cubicBezTo>
                    <a:cubicBezTo>
                      <a:pt x="8237" y="28490"/>
                      <a:pt x="8022" y="28632"/>
                      <a:pt x="8022" y="28847"/>
                    </a:cubicBezTo>
                    <a:cubicBezTo>
                      <a:pt x="8094" y="29132"/>
                      <a:pt x="8022" y="29489"/>
                      <a:pt x="7880" y="29703"/>
                    </a:cubicBezTo>
                    <a:cubicBezTo>
                      <a:pt x="7808" y="29775"/>
                      <a:pt x="7665" y="29703"/>
                      <a:pt x="7594" y="29775"/>
                    </a:cubicBezTo>
                    <a:cubicBezTo>
                      <a:pt x="7451" y="29846"/>
                      <a:pt x="7594" y="29846"/>
                      <a:pt x="7737" y="29918"/>
                    </a:cubicBezTo>
                    <a:cubicBezTo>
                      <a:pt x="7951" y="29918"/>
                      <a:pt x="8165" y="30203"/>
                      <a:pt x="8379" y="30132"/>
                    </a:cubicBezTo>
                    <a:cubicBezTo>
                      <a:pt x="8451" y="30132"/>
                      <a:pt x="8451" y="30060"/>
                      <a:pt x="8451" y="29989"/>
                    </a:cubicBezTo>
                    <a:cubicBezTo>
                      <a:pt x="8451" y="29846"/>
                      <a:pt x="8665" y="29846"/>
                      <a:pt x="8736" y="29989"/>
                    </a:cubicBezTo>
                    <a:cubicBezTo>
                      <a:pt x="8736" y="29989"/>
                      <a:pt x="8808" y="29989"/>
                      <a:pt x="8879" y="29989"/>
                    </a:cubicBezTo>
                    <a:cubicBezTo>
                      <a:pt x="8879" y="30060"/>
                      <a:pt x="8951" y="30060"/>
                      <a:pt x="8951" y="29989"/>
                    </a:cubicBezTo>
                    <a:cubicBezTo>
                      <a:pt x="8951" y="29918"/>
                      <a:pt x="8951" y="29846"/>
                      <a:pt x="8879" y="29775"/>
                    </a:cubicBezTo>
                    <a:cubicBezTo>
                      <a:pt x="8879" y="29489"/>
                      <a:pt x="9093" y="29204"/>
                      <a:pt x="8951" y="28918"/>
                    </a:cubicBezTo>
                    <a:close/>
                    <a:moveTo>
                      <a:pt x="5023" y="26847"/>
                    </a:moveTo>
                    <a:cubicBezTo>
                      <a:pt x="5023" y="26847"/>
                      <a:pt x="5023" y="26847"/>
                      <a:pt x="5023" y="26847"/>
                    </a:cubicBezTo>
                    <a:cubicBezTo>
                      <a:pt x="4881" y="26919"/>
                      <a:pt x="4881" y="26919"/>
                      <a:pt x="4881" y="26919"/>
                    </a:cubicBezTo>
                    <a:cubicBezTo>
                      <a:pt x="4809" y="26990"/>
                      <a:pt x="4809" y="26990"/>
                      <a:pt x="4809" y="26990"/>
                    </a:cubicBezTo>
                    <a:cubicBezTo>
                      <a:pt x="4881" y="26990"/>
                      <a:pt x="4881" y="26990"/>
                      <a:pt x="4881" y="26990"/>
                    </a:cubicBezTo>
                    <a:cubicBezTo>
                      <a:pt x="4952" y="27062"/>
                      <a:pt x="4952" y="27062"/>
                      <a:pt x="4952" y="27062"/>
                    </a:cubicBezTo>
                    <a:cubicBezTo>
                      <a:pt x="5023" y="27062"/>
                      <a:pt x="5023" y="27062"/>
                      <a:pt x="5023" y="27062"/>
                    </a:cubicBezTo>
                    <a:cubicBezTo>
                      <a:pt x="5095" y="27133"/>
                      <a:pt x="5095" y="27133"/>
                      <a:pt x="5095" y="27133"/>
                    </a:cubicBezTo>
                    <a:cubicBezTo>
                      <a:pt x="5166" y="27133"/>
                      <a:pt x="5166" y="27133"/>
                      <a:pt x="5166" y="27133"/>
                    </a:cubicBezTo>
                    <a:cubicBezTo>
                      <a:pt x="5166" y="27062"/>
                      <a:pt x="5166" y="27062"/>
                      <a:pt x="5166" y="27062"/>
                    </a:cubicBezTo>
                    <a:cubicBezTo>
                      <a:pt x="5095" y="26919"/>
                      <a:pt x="5095" y="26919"/>
                      <a:pt x="5095" y="26919"/>
                    </a:cubicBezTo>
                    <a:close/>
                    <a:moveTo>
                      <a:pt x="5380" y="20350"/>
                    </a:moveTo>
                    <a:cubicBezTo>
                      <a:pt x="5238" y="20064"/>
                      <a:pt x="4881" y="19993"/>
                      <a:pt x="4738" y="19779"/>
                    </a:cubicBezTo>
                    <a:cubicBezTo>
                      <a:pt x="4595" y="19422"/>
                      <a:pt x="4167" y="19350"/>
                      <a:pt x="3952" y="19207"/>
                    </a:cubicBezTo>
                    <a:cubicBezTo>
                      <a:pt x="3667" y="18922"/>
                      <a:pt x="3453" y="18565"/>
                      <a:pt x="3310" y="18279"/>
                    </a:cubicBezTo>
                    <a:cubicBezTo>
                      <a:pt x="2953" y="17851"/>
                      <a:pt x="2739" y="17494"/>
                      <a:pt x="2239" y="17208"/>
                    </a:cubicBezTo>
                    <a:cubicBezTo>
                      <a:pt x="2096" y="17137"/>
                      <a:pt x="1810" y="16994"/>
                      <a:pt x="1668" y="17137"/>
                    </a:cubicBezTo>
                    <a:cubicBezTo>
                      <a:pt x="1596" y="17208"/>
                      <a:pt x="1525" y="17422"/>
                      <a:pt x="1382" y="17494"/>
                    </a:cubicBezTo>
                    <a:cubicBezTo>
                      <a:pt x="1168" y="17708"/>
                      <a:pt x="811" y="17851"/>
                      <a:pt x="525" y="17708"/>
                    </a:cubicBezTo>
                    <a:cubicBezTo>
                      <a:pt x="382" y="17708"/>
                      <a:pt x="240" y="17637"/>
                      <a:pt x="97" y="17708"/>
                    </a:cubicBezTo>
                    <a:cubicBezTo>
                      <a:pt x="-189" y="17851"/>
                      <a:pt x="240" y="17922"/>
                      <a:pt x="382" y="18065"/>
                    </a:cubicBezTo>
                    <a:cubicBezTo>
                      <a:pt x="739" y="18422"/>
                      <a:pt x="1096" y="18779"/>
                      <a:pt x="1382" y="19207"/>
                    </a:cubicBezTo>
                    <a:cubicBezTo>
                      <a:pt x="1525" y="19493"/>
                      <a:pt x="1739" y="19779"/>
                      <a:pt x="1882" y="20136"/>
                    </a:cubicBezTo>
                    <a:cubicBezTo>
                      <a:pt x="1953" y="20278"/>
                      <a:pt x="1953" y="20493"/>
                      <a:pt x="2025" y="20635"/>
                    </a:cubicBezTo>
                    <a:cubicBezTo>
                      <a:pt x="2167" y="20778"/>
                      <a:pt x="2382" y="20707"/>
                      <a:pt x="2524" y="20850"/>
                    </a:cubicBezTo>
                    <a:cubicBezTo>
                      <a:pt x="2739" y="21064"/>
                      <a:pt x="3096" y="21207"/>
                      <a:pt x="3310" y="21492"/>
                    </a:cubicBezTo>
                    <a:cubicBezTo>
                      <a:pt x="3667" y="21921"/>
                      <a:pt x="3667" y="22420"/>
                      <a:pt x="3881" y="22849"/>
                    </a:cubicBezTo>
                    <a:cubicBezTo>
                      <a:pt x="3952" y="22992"/>
                      <a:pt x="3952" y="23063"/>
                      <a:pt x="4095" y="23063"/>
                    </a:cubicBezTo>
                    <a:cubicBezTo>
                      <a:pt x="4238" y="23134"/>
                      <a:pt x="4524" y="23134"/>
                      <a:pt x="4738" y="23134"/>
                    </a:cubicBezTo>
                    <a:cubicBezTo>
                      <a:pt x="5095" y="22992"/>
                      <a:pt x="5166" y="22492"/>
                      <a:pt x="5166" y="22135"/>
                    </a:cubicBezTo>
                    <a:cubicBezTo>
                      <a:pt x="5238" y="21849"/>
                      <a:pt x="5309" y="21564"/>
                      <a:pt x="5238" y="21278"/>
                    </a:cubicBezTo>
                    <a:cubicBezTo>
                      <a:pt x="5238" y="20992"/>
                      <a:pt x="5523" y="20635"/>
                      <a:pt x="5380" y="20350"/>
                    </a:cubicBezTo>
                    <a:close/>
                    <a:moveTo>
                      <a:pt x="6951" y="27276"/>
                    </a:moveTo>
                    <a:cubicBezTo>
                      <a:pt x="6951" y="27347"/>
                      <a:pt x="6951" y="27347"/>
                      <a:pt x="6951" y="27347"/>
                    </a:cubicBezTo>
                    <a:cubicBezTo>
                      <a:pt x="6951" y="27490"/>
                      <a:pt x="6951" y="27490"/>
                      <a:pt x="6951" y="27490"/>
                    </a:cubicBezTo>
                    <a:cubicBezTo>
                      <a:pt x="7094" y="27347"/>
                      <a:pt x="7094" y="27347"/>
                      <a:pt x="7094" y="27347"/>
                    </a:cubicBezTo>
                    <a:cubicBezTo>
                      <a:pt x="7023" y="27276"/>
                      <a:pt x="7023" y="27276"/>
                      <a:pt x="7023" y="27276"/>
                    </a:cubicBezTo>
                    <a:close/>
                    <a:moveTo>
                      <a:pt x="10807" y="25562"/>
                    </a:moveTo>
                    <a:cubicBezTo>
                      <a:pt x="10736" y="25562"/>
                      <a:pt x="10593" y="25562"/>
                      <a:pt x="10450" y="25562"/>
                    </a:cubicBezTo>
                    <a:cubicBezTo>
                      <a:pt x="10307" y="25491"/>
                      <a:pt x="10164" y="25491"/>
                      <a:pt x="10022" y="25491"/>
                    </a:cubicBezTo>
                    <a:cubicBezTo>
                      <a:pt x="9736" y="25491"/>
                      <a:pt x="9379" y="25419"/>
                      <a:pt x="9093" y="25633"/>
                    </a:cubicBezTo>
                    <a:cubicBezTo>
                      <a:pt x="9022" y="25705"/>
                      <a:pt x="9093" y="25919"/>
                      <a:pt x="9093" y="25990"/>
                    </a:cubicBezTo>
                    <a:cubicBezTo>
                      <a:pt x="9236" y="26062"/>
                      <a:pt x="9450" y="25990"/>
                      <a:pt x="9593" y="26062"/>
                    </a:cubicBezTo>
                    <a:cubicBezTo>
                      <a:pt x="9736" y="26062"/>
                      <a:pt x="9950" y="26133"/>
                      <a:pt x="10093" y="26133"/>
                    </a:cubicBezTo>
                    <a:cubicBezTo>
                      <a:pt x="10236" y="26133"/>
                      <a:pt x="10379" y="26062"/>
                      <a:pt x="10593" y="26062"/>
                    </a:cubicBezTo>
                    <a:cubicBezTo>
                      <a:pt x="10736" y="25990"/>
                      <a:pt x="10878" y="26062"/>
                      <a:pt x="11021" y="26062"/>
                    </a:cubicBezTo>
                    <a:cubicBezTo>
                      <a:pt x="11235" y="25919"/>
                      <a:pt x="10950" y="25633"/>
                      <a:pt x="10807" y="25562"/>
                    </a:cubicBezTo>
                    <a:close/>
                    <a:moveTo>
                      <a:pt x="8879" y="27776"/>
                    </a:moveTo>
                    <a:cubicBezTo>
                      <a:pt x="8736" y="27419"/>
                      <a:pt x="8665" y="26776"/>
                      <a:pt x="8237" y="26562"/>
                    </a:cubicBezTo>
                    <a:cubicBezTo>
                      <a:pt x="8094" y="26490"/>
                      <a:pt x="7737" y="26419"/>
                      <a:pt x="7665" y="26633"/>
                    </a:cubicBezTo>
                    <a:cubicBezTo>
                      <a:pt x="7665" y="26705"/>
                      <a:pt x="7880" y="26776"/>
                      <a:pt x="7951" y="26847"/>
                    </a:cubicBezTo>
                    <a:cubicBezTo>
                      <a:pt x="8094" y="27133"/>
                      <a:pt x="8165" y="27490"/>
                      <a:pt x="8379" y="27704"/>
                    </a:cubicBezTo>
                    <a:cubicBezTo>
                      <a:pt x="8665" y="28061"/>
                      <a:pt x="8951" y="28490"/>
                      <a:pt x="9165" y="28847"/>
                    </a:cubicBezTo>
                    <a:cubicBezTo>
                      <a:pt x="9236" y="28989"/>
                      <a:pt x="9236" y="28847"/>
                      <a:pt x="9236" y="28704"/>
                    </a:cubicBezTo>
                    <a:cubicBezTo>
                      <a:pt x="9236" y="28632"/>
                      <a:pt x="9236" y="28632"/>
                      <a:pt x="9308" y="28561"/>
                    </a:cubicBezTo>
                    <a:cubicBezTo>
                      <a:pt x="9379" y="28275"/>
                      <a:pt x="9022" y="27990"/>
                      <a:pt x="8879" y="27776"/>
                    </a:cubicBezTo>
                    <a:close/>
                    <a:moveTo>
                      <a:pt x="21017" y="16423"/>
                    </a:moveTo>
                    <a:cubicBezTo>
                      <a:pt x="20946" y="16209"/>
                      <a:pt x="20803" y="15780"/>
                      <a:pt x="20660" y="15494"/>
                    </a:cubicBezTo>
                    <a:cubicBezTo>
                      <a:pt x="20518" y="15209"/>
                      <a:pt x="20232" y="15066"/>
                      <a:pt x="20161" y="14709"/>
                    </a:cubicBezTo>
                    <a:cubicBezTo>
                      <a:pt x="20161" y="14138"/>
                      <a:pt x="20375" y="13638"/>
                      <a:pt x="20232" y="13067"/>
                    </a:cubicBezTo>
                    <a:cubicBezTo>
                      <a:pt x="20018" y="12424"/>
                      <a:pt x="20018" y="11710"/>
                      <a:pt x="20161" y="11068"/>
                    </a:cubicBezTo>
                    <a:cubicBezTo>
                      <a:pt x="20161" y="10996"/>
                      <a:pt x="20161" y="10925"/>
                      <a:pt x="20161" y="10853"/>
                    </a:cubicBezTo>
                    <a:cubicBezTo>
                      <a:pt x="20089" y="10568"/>
                      <a:pt x="19875" y="10282"/>
                      <a:pt x="19661" y="9997"/>
                    </a:cubicBezTo>
                    <a:cubicBezTo>
                      <a:pt x="19447" y="9782"/>
                      <a:pt x="19090" y="9925"/>
                      <a:pt x="19090" y="10282"/>
                    </a:cubicBezTo>
                    <a:cubicBezTo>
                      <a:pt x="19018" y="10425"/>
                      <a:pt x="19090" y="10568"/>
                      <a:pt x="19018" y="10711"/>
                    </a:cubicBezTo>
                    <a:cubicBezTo>
                      <a:pt x="19018" y="10853"/>
                      <a:pt x="18875" y="10639"/>
                      <a:pt x="18875" y="10568"/>
                    </a:cubicBezTo>
                    <a:cubicBezTo>
                      <a:pt x="18733" y="10282"/>
                      <a:pt x="18804" y="9854"/>
                      <a:pt x="18518" y="9782"/>
                    </a:cubicBezTo>
                    <a:cubicBezTo>
                      <a:pt x="18090" y="9711"/>
                      <a:pt x="18376" y="10139"/>
                      <a:pt x="18376" y="10282"/>
                    </a:cubicBezTo>
                    <a:cubicBezTo>
                      <a:pt x="18304" y="10425"/>
                      <a:pt x="18019" y="9854"/>
                      <a:pt x="18090" y="9782"/>
                    </a:cubicBezTo>
                    <a:cubicBezTo>
                      <a:pt x="18161" y="9354"/>
                      <a:pt x="18376" y="8854"/>
                      <a:pt x="18090" y="8426"/>
                    </a:cubicBezTo>
                    <a:cubicBezTo>
                      <a:pt x="18019" y="8212"/>
                      <a:pt x="17804" y="8140"/>
                      <a:pt x="17662" y="7997"/>
                    </a:cubicBezTo>
                    <a:cubicBezTo>
                      <a:pt x="17233" y="7783"/>
                      <a:pt x="16948" y="7212"/>
                      <a:pt x="16591" y="6926"/>
                    </a:cubicBezTo>
                    <a:cubicBezTo>
                      <a:pt x="16162" y="6641"/>
                      <a:pt x="15520" y="6641"/>
                      <a:pt x="15234" y="6212"/>
                    </a:cubicBezTo>
                    <a:cubicBezTo>
                      <a:pt x="15091" y="5998"/>
                      <a:pt x="14877" y="5784"/>
                      <a:pt x="14663" y="5641"/>
                    </a:cubicBezTo>
                    <a:cubicBezTo>
                      <a:pt x="13592" y="4998"/>
                      <a:pt x="12592" y="4142"/>
                      <a:pt x="11378" y="3785"/>
                    </a:cubicBezTo>
                    <a:cubicBezTo>
                      <a:pt x="11093" y="3642"/>
                      <a:pt x="10878" y="3570"/>
                      <a:pt x="10664" y="3356"/>
                    </a:cubicBezTo>
                    <a:cubicBezTo>
                      <a:pt x="10307" y="3213"/>
                      <a:pt x="10164" y="2714"/>
                      <a:pt x="9950" y="2428"/>
                    </a:cubicBezTo>
                    <a:cubicBezTo>
                      <a:pt x="9450" y="2071"/>
                      <a:pt x="8951" y="1643"/>
                      <a:pt x="8308" y="1357"/>
                    </a:cubicBezTo>
                    <a:cubicBezTo>
                      <a:pt x="8165" y="1286"/>
                      <a:pt x="7951" y="1286"/>
                      <a:pt x="7737" y="1214"/>
                    </a:cubicBezTo>
                    <a:cubicBezTo>
                      <a:pt x="7594" y="1143"/>
                      <a:pt x="7451" y="857"/>
                      <a:pt x="7380" y="857"/>
                    </a:cubicBezTo>
                    <a:cubicBezTo>
                      <a:pt x="7237" y="786"/>
                      <a:pt x="7023" y="1000"/>
                      <a:pt x="6951" y="929"/>
                    </a:cubicBezTo>
                    <a:cubicBezTo>
                      <a:pt x="6951" y="714"/>
                      <a:pt x="7237" y="643"/>
                      <a:pt x="7308" y="500"/>
                    </a:cubicBezTo>
                    <a:cubicBezTo>
                      <a:pt x="7523" y="286"/>
                      <a:pt x="7308" y="0"/>
                      <a:pt x="7023" y="0"/>
                    </a:cubicBezTo>
                    <a:cubicBezTo>
                      <a:pt x="6808" y="0"/>
                      <a:pt x="6523" y="72"/>
                      <a:pt x="6309" y="286"/>
                    </a:cubicBezTo>
                    <a:cubicBezTo>
                      <a:pt x="5952" y="786"/>
                      <a:pt x="6023" y="1357"/>
                      <a:pt x="5737" y="1857"/>
                    </a:cubicBezTo>
                    <a:cubicBezTo>
                      <a:pt x="5523" y="2214"/>
                      <a:pt x="5238" y="2285"/>
                      <a:pt x="5095" y="2499"/>
                    </a:cubicBezTo>
                    <a:cubicBezTo>
                      <a:pt x="5023" y="2642"/>
                      <a:pt x="4952" y="2928"/>
                      <a:pt x="4738" y="3071"/>
                    </a:cubicBezTo>
                    <a:cubicBezTo>
                      <a:pt x="4595" y="3213"/>
                      <a:pt x="4381" y="3356"/>
                      <a:pt x="4452" y="3642"/>
                    </a:cubicBezTo>
                    <a:cubicBezTo>
                      <a:pt x="4738" y="4284"/>
                      <a:pt x="5095" y="4713"/>
                      <a:pt x="5309" y="5427"/>
                    </a:cubicBezTo>
                    <a:cubicBezTo>
                      <a:pt x="5452" y="5713"/>
                      <a:pt x="5737" y="5998"/>
                      <a:pt x="5380" y="6212"/>
                    </a:cubicBezTo>
                    <a:cubicBezTo>
                      <a:pt x="4738" y="6498"/>
                      <a:pt x="5309" y="6784"/>
                      <a:pt x="5309" y="7283"/>
                    </a:cubicBezTo>
                    <a:cubicBezTo>
                      <a:pt x="5309" y="7355"/>
                      <a:pt x="5238" y="7498"/>
                      <a:pt x="5166" y="7569"/>
                    </a:cubicBezTo>
                    <a:cubicBezTo>
                      <a:pt x="5166" y="7712"/>
                      <a:pt x="5166" y="7926"/>
                      <a:pt x="5166" y="8140"/>
                    </a:cubicBezTo>
                    <a:cubicBezTo>
                      <a:pt x="5238" y="8569"/>
                      <a:pt x="5595" y="8711"/>
                      <a:pt x="5880" y="8997"/>
                    </a:cubicBezTo>
                    <a:cubicBezTo>
                      <a:pt x="6166" y="9283"/>
                      <a:pt x="6094" y="9782"/>
                      <a:pt x="6094" y="10139"/>
                    </a:cubicBezTo>
                    <a:cubicBezTo>
                      <a:pt x="5952" y="10354"/>
                      <a:pt x="5880" y="10639"/>
                      <a:pt x="5952" y="10925"/>
                    </a:cubicBezTo>
                    <a:cubicBezTo>
                      <a:pt x="6094" y="11496"/>
                      <a:pt x="6594" y="11782"/>
                      <a:pt x="6523" y="12353"/>
                    </a:cubicBezTo>
                    <a:cubicBezTo>
                      <a:pt x="6523" y="12638"/>
                      <a:pt x="6380" y="12781"/>
                      <a:pt x="6523" y="13067"/>
                    </a:cubicBezTo>
                    <a:cubicBezTo>
                      <a:pt x="6594" y="13210"/>
                      <a:pt x="6880" y="13424"/>
                      <a:pt x="7023" y="13495"/>
                    </a:cubicBezTo>
                    <a:cubicBezTo>
                      <a:pt x="7237" y="13638"/>
                      <a:pt x="7380" y="13852"/>
                      <a:pt x="7594" y="13995"/>
                    </a:cubicBezTo>
                    <a:cubicBezTo>
                      <a:pt x="8094" y="14209"/>
                      <a:pt x="8665" y="14281"/>
                      <a:pt x="9093" y="14638"/>
                    </a:cubicBezTo>
                    <a:cubicBezTo>
                      <a:pt x="9450" y="14852"/>
                      <a:pt x="9879" y="16137"/>
                      <a:pt x="10307" y="15709"/>
                    </a:cubicBezTo>
                    <a:cubicBezTo>
                      <a:pt x="10379" y="15637"/>
                      <a:pt x="10379" y="15709"/>
                      <a:pt x="10450" y="15709"/>
                    </a:cubicBezTo>
                    <a:cubicBezTo>
                      <a:pt x="10593" y="15852"/>
                      <a:pt x="10736" y="16137"/>
                      <a:pt x="10807" y="16280"/>
                    </a:cubicBezTo>
                    <a:cubicBezTo>
                      <a:pt x="10950" y="16566"/>
                      <a:pt x="10664" y="16923"/>
                      <a:pt x="10379" y="16994"/>
                    </a:cubicBezTo>
                    <a:cubicBezTo>
                      <a:pt x="10236" y="17065"/>
                      <a:pt x="10450" y="17280"/>
                      <a:pt x="10521" y="17422"/>
                    </a:cubicBezTo>
                    <a:cubicBezTo>
                      <a:pt x="11093" y="18422"/>
                      <a:pt x="11450" y="19564"/>
                      <a:pt x="11807" y="20707"/>
                    </a:cubicBezTo>
                    <a:cubicBezTo>
                      <a:pt x="11878" y="20921"/>
                      <a:pt x="11878" y="21135"/>
                      <a:pt x="11949" y="21278"/>
                    </a:cubicBezTo>
                    <a:cubicBezTo>
                      <a:pt x="12021" y="21564"/>
                      <a:pt x="12235" y="21778"/>
                      <a:pt x="12235" y="21992"/>
                    </a:cubicBezTo>
                    <a:cubicBezTo>
                      <a:pt x="12306" y="22206"/>
                      <a:pt x="12306" y="22420"/>
                      <a:pt x="12306" y="22563"/>
                    </a:cubicBezTo>
                    <a:cubicBezTo>
                      <a:pt x="12378" y="22706"/>
                      <a:pt x="12449" y="22777"/>
                      <a:pt x="12521" y="22920"/>
                    </a:cubicBezTo>
                    <a:cubicBezTo>
                      <a:pt x="12663" y="23206"/>
                      <a:pt x="12735" y="23491"/>
                      <a:pt x="12806" y="23777"/>
                    </a:cubicBezTo>
                    <a:cubicBezTo>
                      <a:pt x="12806" y="24063"/>
                      <a:pt x="12735" y="24348"/>
                      <a:pt x="12878" y="24634"/>
                    </a:cubicBezTo>
                    <a:cubicBezTo>
                      <a:pt x="12878" y="24634"/>
                      <a:pt x="12949" y="24705"/>
                      <a:pt x="12949" y="24777"/>
                    </a:cubicBezTo>
                    <a:cubicBezTo>
                      <a:pt x="12878" y="25348"/>
                      <a:pt x="13663" y="24277"/>
                      <a:pt x="13806" y="24205"/>
                    </a:cubicBezTo>
                    <a:cubicBezTo>
                      <a:pt x="14020" y="23920"/>
                      <a:pt x="14234" y="23634"/>
                      <a:pt x="14520" y="23563"/>
                    </a:cubicBezTo>
                    <a:cubicBezTo>
                      <a:pt x="15091" y="23420"/>
                      <a:pt x="15377" y="23134"/>
                      <a:pt x="15877" y="23277"/>
                    </a:cubicBezTo>
                    <a:cubicBezTo>
                      <a:pt x="16091" y="23349"/>
                      <a:pt x="16234" y="23491"/>
                      <a:pt x="16448" y="23563"/>
                    </a:cubicBezTo>
                    <a:cubicBezTo>
                      <a:pt x="17305" y="23848"/>
                      <a:pt x="18090" y="23634"/>
                      <a:pt x="17519" y="22777"/>
                    </a:cubicBezTo>
                    <a:cubicBezTo>
                      <a:pt x="17305" y="22420"/>
                      <a:pt x="17090" y="21992"/>
                      <a:pt x="16805" y="21706"/>
                    </a:cubicBezTo>
                    <a:cubicBezTo>
                      <a:pt x="16662" y="21635"/>
                      <a:pt x="16448" y="21421"/>
                      <a:pt x="16591" y="21278"/>
                    </a:cubicBezTo>
                    <a:cubicBezTo>
                      <a:pt x="17305" y="21207"/>
                      <a:pt x="18019" y="21492"/>
                      <a:pt x="18733" y="21849"/>
                    </a:cubicBezTo>
                    <a:cubicBezTo>
                      <a:pt x="18875" y="21921"/>
                      <a:pt x="19090" y="22063"/>
                      <a:pt x="19232" y="21921"/>
                    </a:cubicBezTo>
                    <a:cubicBezTo>
                      <a:pt x="19447" y="21564"/>
                      <a:pt x="19589" y="21135"/>
                      <a:pt x="19589" y="20635"/>
                    </a:cubicBezTo>
                    <a:cubicBezTo>
                      <a:pt x="19589" y="20278"/>
                      <a:pt x="19661" y="19850"/>
                      <a:pt x="19589" y="19493"/>
                    </a:cubicBezTo>
                    <a:cubicBezTo>
                      <a:pt x="19518" y="19207"/>
                      <a:pt x="19232" y="19065"/>
                      <a:pt x="19090" y="18779"/>
                    </a:cubicBezTo>
                    <a:cubicBezTo>
                      <a:pt x="19018" y="18351"/>
                      <a:pt x="18447" y="18065"/>
                      <a:pt x="19161" y="17779"/>
                    </a:cubicBezTo>
                    <a:cubicBezTo>
                      <a:pt x="19732" y="17422"/>
                      <a:pt x="21017" y="17208"/>
                      <a:pt x="21017" y="16494"/>
                    </a:cubicBezTo>
                    <a:close/>
                    <a:moveTo>
                      <a:pt x="8594" y="16423"/>
                    </a:moveTo>
                    <a:cubicBezTo>
                      <a:pt x="8736" y="16423"/>
                      <a:pt x="8879" y="16566"/>
                      <a:pt x="8951" y="16566"/>
                    </a:cubicBezTo>
                    <a:cubicBezTo>
                      <a:pt x="9093" y="16566"/>
                      <a:pt x="9165" y="16566"/>
                      <a:pt x="9308" y="16566"/>
                    </a:cubicBezTo>
                    <a:cubicBezTo>
                      <a:pt x="9379" y="16566"/>
                      <a:pt x="9450" y="16494"/>
                      <a:pt x="9522" y="16494"/>
                    </a:cubicBezTo>
                    <a:cubicBezTo>
                      <a:pt x="9522" y="16351"/>
                      <a:pt x="9379" y="16209"/>
                      <a:pt x="9236" y="16209"/>
                    </a:cubicBezTo>
                    <a:cubicBezTo>
                      <a:pt x="9165" y="16209"/>
                      <a:pt x="9093" y="16351"/>
                      <a:pt x="9022" y="16351"/>
                    </a:cubicBezTo>
                    <a:cubicBezTo>
                      <a:pt x="8879" y="16280"/>
                      <a:pt x="8879" y="16066"/>
                      <a:pt x="8665" y="15994"/>
                    </a:cubicBezTo>
                    <a:cubicBezTo>
                      <a:pt x="8451" y="15994"/>
                      <a:pt x="8379" y="16351"/>
                      <a:pt x="8594" y="1642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59"/>
              <p:cNvSpPr/>
              <p:nvPr/>
            </p:nvSpPr>
            <p:spPr>
              <a:xfrm>
                <a:off x="4601475" y="1604400"/>
                <a:ext cx="629425" cy="819350"/>
              </a:xfrm>
              <a:custGeom>
                <a:rect b="b" l="l" r="r" t="t"/>
                <a:pathLst>
                  <a:path extrusionOk="0" h="32774" w="25177">
                    <a:moveTo>
                      <a:pt x="21750" y="0"/>
                    </a:moveTo>
                    <a:lnTo>
                      <a:pt x="21678" y="72"/>
                    </a:lnTo>
                    <a:cubicBezTo>
                      <a:pt x="21750" y="143"/>
                      <a:pt x="21750" y="143"/>
                      <a:pt x="21750" y="143"/>
                    </a:cubicBezTo>
                    <a:cubicBezTo>
                      <a:pt x="21750" y="72"/>
                      <a:pt x="21750" y="72"/>
                      <a:pt x="21750" y="72"/>
                    </a:cubicBezTo>
                    <a:cubicBezTo>
                      <a:pt x="21750" y="0"/>
                      <a:pt x="21750" y="0"/>
                      <a:pt x="21750" y="0"/>
                    </a:cubicBezTo>
                    <a:close/>
                    <a:moveTo>
                      <a:pt x="25034" y="4927"/>
                    </a:moveTo>
                    <a:cubicBezTo>
                      <a:pt x="25034" y="5070"/>
                      <a:pt x="25034" y="5070"/>
                      <a:pt x="25034" y="5070"/>
                    </a:cubicBezTo>
                    <a:cubicBezTo>
                      <a:pt x="25105" y="5141"/>
                      <a:pt x="25105" y="5141"/>
                      <a:pt x="25105" y="5141"/>
                    </a:cubicBezTo>
                    <a:cubicBezTo>
                      <a:pt x="25177" y="5070"/>
                      <a:pt x="25177" y="5070"/>
                      <a:pt x="25177" y="5070"/>
                    </a:cubicBezTo>
                    <a:lnTo>
                      <a:pt x="25105" y="4998"/>
                    </a:lnTo>
                    <a:cubicBezTo>
                      <a:pt x="25034" y="4927"/>
                      <a:pt x="25034" y="4927"/>
                      <a:pt x="25034" y="4927"/>
                    </a:cubicBezTo>
                    <a:close/>
                    <a:moveTo>
                      <a:pt x="22928" y="6301"/>
                    </a:moveTo>
                    <a:cubicBezTo>
                      <a:pt x="22838" y="6301"/>
                      <a:pt x="22749" y="6319"/>
                      <a:pt x="22678" y="6355"/>
                    </a:cubicBezTo>
                    <a:cubicBezTo>
                      <a:pt x="22535" y="6426"/>
                      <a:pt x="22678" y="6641"/>
                      <a:pt x="22606" y="6783"/>
                    </a:cubicBezTo>
                    <a:cubicBezTo>
                      <a:pt x="22535" y="6855"/>
                      <a:pt x="22464" y="6998"/>
                      <a:pt x="22392" y="7069"/>
                    </a:cubicBezTo>
                    <a:cubicBezTo>
                      <a:pt x="22321" y="7283"/>
                      <a:pt x="22392" y="7497"/>
                      <a:pt x="22392" y="7712"/>
                    </a:cubicBezTo>
                    <a:cubicBezTo>
                      <a:pt x="22464" y="7854"/>
                      <a:pt x="22392" y="7997"/>
                      <a:pt x="22464" y="8069"/>
                    </a:cubicBezTo>
                    <a:cubicBezTo>
                      <a:pt x="22535" y="8140"/>
                      <a:pt x="22749" y="8140"/>
                      <a:pt x="22821" y="8211"/>
                    </a:cubicBezTo>
                    <a:cubicBezTo>
                      <a:pt x="22892" y="8211"/>
                      <a:pt x="22963" y="8283"/>
                      <a:pt x="22963" y="8354"/>
                    </a:cubicBezTo>
                    <a:cubicBezTo>
                      <a:pt x="22963" y="8426"/>
                      <a:pt x="22821" y="8497"/>
                      <a:pt x="22749" y="8640"/>
                    </a:cubicBezTo>
                    <a:cubicBezTo>
                      <a:pt x="22606" y="8783"/>
                      <a:pt x="22606" y="9068"/>
                      <a:pt x="22392" y="9140"/>
                    </a:cubicBezTo>
                    <a:cubicBezTo>
                      <a:pt x="22178" y="9282"/>
                      <a:pt x="21964" y="9711"/>
                      <a:pt x="22392" y="9711"/>
                    </a:cubicBezTo>
                    <a:cubicBezTo>
                      <a:pt x="22481" y="9726"/>
                      <a:pt x="22563" y="9734"/>
                      <a:pt x="22639" y="9734"/>
                    </a:cubicBezTo>
                    <a:cubicBezTo>
                      <a:pt x="22927" y="9734"/>
                      <a:pt x="23106" y="9607"/>
                      <a:pt x="23106" y="9211"/>
                    </a:cubicBezTo>
                    <a:cubicBezTo>
                      <a:pt x="23035" y="8997"/>
                      <a:pt x="23035" y="8783"/>
                      <a:pt x="23178" y="8711"/>
                    </a:cubicBezTo>
                    <a:cubicBezTo>
                      <a:pt x="23320" y="8426"/>
                      <a:pt x="23677" y="8283"/>
                      <a:pt x="23749" y="7997"/>
                    </a:cubicBezTo>
                    <a:cubicBezTo>
                      <a:pt x="23749" y="7854"/>
                      <a:pt x="23535" y="7712"/>
                      <a:pt x="23463" y="7640"/>
                    </a:cubicBezTo>
                    <a:cubicBezTo>
                      <a:pt x="23320" y="7355"/>
                      <a:pt x="23677" y="6926"/>
                      <a:pt x="23463" y="6712"/>
                    </a:cubicBezTo>
                    <a:cubicBezTo>
                      <a:pt x="23392" y="6569"/>
                      <a:pt x="23249" y="6498"/>
                      <a:pt x="23178" y="6355"/>
                    </a:cubicBezTo>
                    <a:cubicBezTo>
                      <a:pt x="23106" y="6319"/>
                      <a:pt x="23017" y="6301"/>
                      <a:pt x="22928" y="6301"/>
                    </a:cubicBezTo>
                    <a:close/>
                    <a:moveTo>
                      <a:pt x="21892" y="9425"/>
                    </a:moveTo>
                    <a:lnTo>
                      <a:pt x="21892" y="9425"/>
                    </a:lnTo>
                    <a:cubicBezTo>
                      <a:pt x="21821" y="9568"/>
                      <a:pt x="21892" y="9782"/>
                      <a:pt x="21964" y="9925"/>
                    </a:cubicBezTo>
                    <a:cubicBezTo>
                      <a:pt x="22035" y="9996"/>
                      <a:pt x="22107" y="10068"/>
                      <a:pt x="22178" y="10139"/>
                    </a:cubicBezTo>
                    <a:cubicBezTo>
                      <a:pt x="22178" y="10282"/>
                      <a:pt x="22107" y="10353"/>
                      <a:pt x="22178" y="10496"/>
                    </a:cubicBezTo>
                    <a:cubicBezTo>
                      <a:pt x="22178" y="10639"/>
                      <a:pt x="22178" y="10853"/>
                      <a:pt x="22249" y="10853"/>
                    </a:cubicBezTo>
                    <a:cubicBezTo>
                      <a:pt x="22273" y="10861"/>
                      <a:pt x="22291" y="10865"/>
                      <a:pt x="22305" y="10865"/>
                    </a:cubicBezTo>
                    <a:cubicBezTo>
                      <a:pt x="22420" y="10865"/>
                      <a:pt x="22257" y="10631"/>
                      <a:pt x="22321" y="10568"/>
                    </a:cubicBezTo>
                    <a:cubicBezTo>
                      <a:pt x="22392" y="10425"/>
                      <a:pt x="22535" y="10282"/>
                      <a:pt x="22392" y="10139"/>
                    </a:cubicBezTo>
                    <a:cubicBezTo>
                      <a:pt x="22392" y="10139"/>
                      <a:pt x="22107" y="9854"/>
                      <a:pt x="22107" y="9782"/>
                    </a:cubicBezTo>
                    <a:cubicBezTo>
                      <a:pt x="22107" y="9711"/>
                      <a:pt x="22035" y="9568"/>
                      <a:pt x="22035" y="9568"/>
                    </a:cubicBezTo>
                    <a:cubicBezTo>
                      <a:pt x="22035" y="9497"/>
                      <a:pt x="21892" y="9425"/>
                      <a:pt x="21892" y="9425"/>
                    </a:cubicBezTo>
                    <a:close/>
                    <a:moveTo>
                      <a:pt x="22678" y="10639"/>
                    </a:moveTo>
                    <a:cubicBezTo>
                      <a:pt x="22606" y="10639"/>
                      <a:pt x="22606" y="10710"/>
                      <a:pt x="22606" y="10782"/>
                    </a:cubicBezTo>
                    <a:cubicBezTo>
                      <a:pt x="22606" y="10782"/>
                      <a:pt x="22606" y="10782"/>
                      <a:pt x="22678" y="10853"/>
                    </a:cubicBezTo>
                    <a:cubicBezTo>
                      <a:pt x="22749" y="10996"/>
                      <a:pt x="22749" y="11067"/>
                      <a:pt x="22821" y="11210"/>
                    </a:cubicBezTo>
                    <a:cubicBezTo>
                      <a:pt x="22882" y="11210"/>
                      <a:pt x="22995" y="11368"/>
                      <a:pt x="23072" y="11368"/>
                    </a:cubicBezTo>
                    <a:cubicBezTo>
                      <a:pt x="23084" y="11368"/>
                      <a:pt x="23096" y="11363"/>
                      <a:pt x="23106" y="11353"/>
                    </a:cubicBezTo>
                    <a:cubicBezTo>
                      <a:pt x="23178" y="11353"/>
                      <a:pt x="23320" y="11282"/>
                      <a:pt x="23320" y="11210"/>
                    </a:cubicBezTo>
                    <a:cubicBezTo>
                      <a:pt x="23320" y="11139"/>
                      <a:pt x="23249" y="11067"/>
                      <a:pt x="23249" y="10996"/>
                    </a:cubicBezTo>
                    <a:lnTo>
                      <a:pt x="23178" y="10996"/>
                    </a:lnTo>
                    <a:cubicBezTo>
                      <a:pt x="23106" y="10853"/>
                      <a:pt x="22963" y="10710"/>
                      <a:pt x="22821" y="10639"/>
                    </a:cubicBezTo>
                    <a:close/>
                    <a:moveTo>
                      <a:pt x="14609" y="11353"/>
                    </a:moveTo>
                    <a:cubicBezTo>
                      <a:pt x="14395" y="11353"/>
                      <a:pt x="14395" y="11567"/>
                      <a:pt x="14395" y="11781"/>
                    </a:cubicBezTo>
                    <a:cubicBezTo>
                      <a:pt x="14538" y="11996"/>
                      <a:pt x="14895" y="12138"/>
                      <a:pt x="15038" y="12353"/>
                    </a:cubicBezTo>
                    <a:cubicBezTo>
                      <a:pt x="15109" y="12567"/>
                      <a:pt x="14895" y="12852"/>
                      <a:pt x="14966" y="13067"/>
                    </a:cubicBezTo>
                    <a:cubicBezTo>
                      <a:pt x="15109" y="13210"/>
                      <a:pt x="15323" y="13138"/>
                      <a:pt x="15395" y="13210"/>
                    </a:cubicBezTo>
                    <a:cubicBezTo>
                      <a:pt x="15538" y="13281"/>
                      <a:pt x="15538" y="13352"/>
                      <a:pt x="15609" y="13424"/>
                    </a:cubicBezTo>
                    <a:cubicBezTo>
                      <a:pt x="15632" y="13447"/>
                      <a:pt x="15659" y="13457"/>
                      <a:pt x="15687" y="13457"/>
                    </a:cubicBezTo>
                    <a:cubicBezTo>
                      <a:pt x="15833" y="13457"/>
                      <a:pt x="16014" y="13186"/>
                      <a:pt x="15895" y="13067"/>
                    </a:cubicBezTo>
                    <a:lnTo>
                      <a:pt x="15895" y="12995"/>
                    </a:lnTo>
                    <a:cubicBezTo>
                      <a:pt x="15895" y="12995"/>
                      <a:pt x="15895" y="12852"/>
                      <a:pt x="15823" y="12781"/>
                    </a:cubicBezTo>
                    <a:cubicBezTo>
                      <a:pt x="15752" y="12710"/>
                      <a:pt x="15609" y="12638"/>
                      <a:pt x="15609" y="12567"/>
                    </a:cubicBezTo>
                    <a:cubicBezTo>
                      <a:pt x="15538" y="12495"/>
                      <a:pt x="15538" y="12424"/>
                      <a:pt x="15466" y="12353"/>
                    </a:cubicBezTo>
                    <a:cubicBezTo>
                      <a:pt x="15395" y="12281"/>
                      <a:pt x="15395" y="12138"/>
                      <a:pt x="15395" y="11996"/>
                    </a:cubicBezTo>
                    <a:cubicBezTo>
                      <a:pt x="15181" y="11710"/>
                      <a:pt x="14966" y="11353"/>
                      <a:pt x="14609" y="11353"/>
                    </a:cubicBezTo>
                    <a:close/>
                    <a:moveTo>
                      <a:pt x="14318" y="17051"/>
                    </a:moveTo>
                    <a:cubicBezTo>
                      <a:pt x="14294" y="17051"/>
                      <a:pt x="14272" y="17055"/>
                      <a:pt x="14252" y="17065"/>
                    </a:cubicBezTo>
                    <a:cubicBezTo>
                      <a:pt x="14181" y="17208"/>
                      <a:pt x="14110" y="17279"/>
                      <a:pt x="14038" y="17422"/>
                    </a:cubicBezTo>
                    <a:cubicBezTo>
                      <a:pt x="13967" y="17494"/>
                      <a:pt x="14110" y="17708"/>
                      <a:pt x="14110" y="17779"/>
                    </a:cubicBezTo>
                    <a:lnTo>
                      <a:pt x="14181" y="17779"/>
                    </a:lnTo>
                    <a:cubicBezTo>
                      <a:pt x="14181" y="17851"/>
                      <a:pt x="14181" y="17993"/>
                      <a:pt x="14181" y="18065"/>
                    </a:cubicBezTo>
                    <a:cubicBezTo>
                      <a:pt x="14211" y="18155"/>
                      <a:pt x="14278" y="18194"/>
                      <a:pt x="14341" y="18194"/>
                    </a:cubicBezTo>
                    <a:cubicBezTo>
                      <a:pt x="14429" y="18194"/>
                      <a:pt x="14508" y="18118"/>
                      <a:pt x="14467" y="17993"/>
                    </a:cubicBezTo>
                    <a:cubicBezTo>
                      <a:pt x="14467" y="17993"/>
                      <a:pt x="14395" y="17922"/>
                      <a:pt x="14324" y="17851"/>
                    </a:cubicBezTo>
                    <a:cubicBezTo>
                      <a:pt x="14324" y="17779"/>
                      <a:pt x="14324" y="17636"/>
                      <a:pt x="14395" y="17565"/>
                    </a:cubicBezTo>
                    <a:cubicBezTo>
                      <a:pt x="14467" y="17494"/>
                      <a:pt x="14609" y="17422"/>
                      <a:pt x="14609" y="17351"/>
                    </a:cubicBezTo>
                    <a:cubicBezTo>
                      <a:pt x="14671" y="17227"/>
                      <a:pt x="14467" y="17051"/>
                      <a:pt x="14318" y="17051"/>
                    </a:cubicBezTo>
                    <a:close/>
                    <a:moveTo>
                      <a:pt x="14252" y="19636"/>
                    </a:moveTo>
                    <a:cubicBezTo>
                      <a:pt x="14181" y="19707"/>
                      <a:pt x="14181" y="19707"/>
                      <a:pt x="14181" y="19707"/>
                    </a:cubicBezTo>
                    <a:cubicBezTo>
                      <a:pt x="14110" y="19778"/>
                      <a:pt x="14110" y="19778"/>
                      <a:pt x="14110" y="19778"/>
                    </a:cubicBezTo>
                    <a:cubicBezTo>
                      <a:pt x="14110" y="19921"/>
                      <a:pt x="14110" y="19921"/>
                      <a:pt x="14110" y="19921"/>
                    </a:cubicBezTo>
                    <a:cubicBezTo>
                      <a:pt x="14252" y="20064"/>
                      <a:pt x="14252" y="20064"/>
                      <a:pt x="14252" y="20064"/>
                    </a:cubicBezTo>
                    <a:cubicBezTo>
                      <a:pt x="14467" y="20135"/>
                      <a:pt x="14467" y="20135"/>
                      <a:pt x="14467" y="20135"/>
                    </a:cubicBezTo>
                    <a:cubicBezTo>
                      <a:pt x="14609" y="19993"/>
                      <a:pt x="14609" y="19993"/>
                      <a:pt x="14609" y="19993"/>
                    </a:cubicBezTo>
                    <a:cubicBezTo>
                      <a:pt x="14681" y="19778"/>
                      <a:pt x="14681" y="19778"/>
                      <a:pt x="14681" y="19778"/>
                    </a:cubicBezTo>
                    <a:lnTo>
                      <a:pt x="14609" y="19778"/>
                    </a:lnTo>
                    <a:lnTo>
                      <a:pt x="14538" y="19707"/>
                    </a:lnTo>
                    <a:cubicBezTo>
                      <a:pt x="14395" y="19636"/>
                      <a:pt x="14395" y="19636"/>
                      <a:pt x="14395" y="19636"/>
                    </a:cubicBezTo>
                    <a:close/>
                    <a:moveTo>
                      <a:pt x="14038" y="21278"/>
                    </a:moveTo>
                    <a:cubicBezTo>
                      <a:pt x="14038" y="21349"/>
                      <a:pt x="14038" y="21349"/>
                      <a:pt x="14038" y="21349"/>
                    </a:cubicBezTo>
                    <a:cubicBezTo>
                      <a:pt x="14038" y="21421"/>
                      <a:pt x="14038" y="21421"/>
                      <a:pt x="14038" y="21421"/>
                    </a:cubicBezTo>
                    <a:lnTo>
                      <a:pt x="13967" y="21421"/>
                    </a:lnTo>
                    <a:cubicBezTo>
                      <a:pt x="13895" y="21492"/>
                      <a:pt x="13895" y="21492"/>
                      <a:pt x="13895" y="21492"/>
                    </a:cubicBezTo>
                    <a:cubicBezTo>
                      <a:pt x="13895" y="21563"/>
                      <a:pt x="13895" y="21563"/>
                      <a:pt x="13895" y="21563"/>
                    </a:cubicBezTo>
                    <a:cubicBezTo>
                      <a:pt x="13967" y="21635"/>
                      <a:pt x="13967" y="21635"/>
                      <a:pt x="13967" y="21635"/>
                    </a:cubicBezTo>
                    <a:lnTo>
                      <a:pt x="14038" y="21635"/>
                    </a:lnTo>
                    <a:cubicBezTo>
                      <a:pt x="14038" y="21563"/>
                      <a:pt x="14038" y="21563"/>
                      <a:pt x="14038" y="21563"/>
                    </a:cubicBezTo>
                    <a:cubicBezTo>
                      <a:pt x="14110" y="21492"/>
                      <a:pt x="14110" y="21492"/>
                      <a:pt x="14110" y="21492"/>
                    </a:cubicBezTo>
                    <a:lnTo>
                      <a:pt x="14181" y="21492"/>
                    </a:lnTo>
                    <a:cubicBezTo>
                      <a:pt x="14252" y="21421"/>
                      <a:pt x="14252" y="21421"/>
                      <a:pt x="14252" y="21421"/>
                    </a:cubicBezTo>
                    <a:lnTo>
                      <a:pt x="14324" y="21421"/>
                    </a:lnTo>
                    <a:cubicBezTo>
                      <a:pt x="14395" y="21349"/>
                      <a:pt x="14395" y="21349"/>
                      <a:pt x="14395" y="21349"/>
                    </a:cubicBezTo>
                    <a:cubicBezTo>
                      <a:pt x="14324" y="21278"/>
                      <a:pt x="14324" y="21278"/>
                      <a:pt x="14324" y="21278"/>
                    </a:cubicBezTo>
                    <a:lnTo>
                      <a:pt x="14252" y="21349"/>
                    </a:lnTo>
                    <a:lnTo>
                      <a:pt x="14181" y="21349"/>
                    </a:lnTo>
                    <a:cubicBezTo>
                      <a:pt x="14110" y="21278"/>
                      <a:pt x="14110" y="21278"/>
                      <a:pt x="14110" y="21278"/>
                    </a:cubicBezTo>
                    <a:close/>
                    <a:moveTo>
                      <a:pt x="12610" y="23134"/>
                    </a:moveTo>
                    <a:cubicBezTo>
                      <a:pt x="12610" y="23206"/>
                      <a:pt x="12610" y="23206"/>
                      <a:pt x="12610" y="23206"/>
                    </a:cubicBezTo>
                    <a:cubicBezTo>
                      <a:pt x="12610" y="23277"/>
                      <a:pt x="12610" y="23277"/>
                      <a:pt x="12610" y="23277"/>
                    </a:cubicBezTo>
                    <a:cubicBezTo>
                      <a:pt x="12610" y="23348"/>
                      <a:pt x="12610" y="23348"/>
                      <a:pt x="12610" y="23348"/>
                    </a:cubicBezTo>
                    <a:lnTo>
                      <a:pt x="12610" y="23491"/>
                    </a:lnTo>
                    <a:cubicBezTo>
                      <a:pt x="12610" y="23563"/>
                      <a:pt x="12610" y="23563"/>
                      <a:pt x="12610" y="23563"/>
                    </a:cubicBezTo>
                    <a:cubicBezTo>
                      <a:pt x="12682" y="23634"/>
                      <a:pt x="12682" y="23634"/>
                      <a:pt x="12682" y="23634"/>
                    </a:cubicBezTo>
                    <a:cubicBezTo>
                      <a:pt x="12753" y="23706"/>
                      <a:pt x="12753" y="23706"/>
                      <a:pt x="12753" y="23706"/>
                    </a:cubicBezTo>
                    <a:cubicBezTo>
                      <a:pt x="12753" y="23634"/>
                      <a:pt x="12753" y="23634"/>
                      <a:pt x="12753" y="23634"/>
                    </a:cubicBezTo>
                    <a:cubicBezTo>
                      <a:pt x="12753" y="23563"/>
                      <a:pt x="12753" y="23563"/>
                      <a:pt x="12753" y="23563"/>
                    </a:cubicBezTo>
                    <a:cubicBezTo>
                      <a:pt x="12896" y="23420"/>
                      <a:pt x="12896" y="23420"/>
                      <a:pt x="12896" y="23420"/>
                    </a:cubicBezTo>
                    <a:cubicBezTo>
                      <a:pt x="12896" y="23348"/>
                      <a:pt x="12896" y="23348"/>
                      <a:pt x="12896" y="23348"/>
                    </a:cubicBezTo>
                    <a:cubicBezTo>
                      <a:pt x="12824" y="23277"/>
                      <a:pt x="12824" y="23277"/>
                      <a:pt x="12824" y="23277"/>
                    </a:cubicBezTo>
                    <a:lnTo>
                      <a:pt x="12753" y="23277"/>
                    </a:lnTo>
                    <a:cubicBezTo>
                      <a:pt x="12753" y="23206"/>
                      <a:pt x="12753" y="23206"/>
                      <a:pt x="12753" y="23206"/>
                    </a:cubicBezTo>
                    <a:cubicBezTo>
                      <a:pt x="12682" y="23134"/>
                      <a:pt x="12682" y="23134"/>
                      <a:pt x="12682" y="23134"/>
                    </a:cubicBezTo>
                    <a:close/>
                    <a:moveTo>
                      <a:pt x="10325" y="23634"/>
                    </a:moveTo>
                    <a:cubicBezTo>
                      <a:pt x="10254" y="23706"/>
                      <a:pt x="10254" y="23706"/>
                      <a:pt x="10254" y="23706"/>
                    </a:cubicBezTo>
                    <a:cubicBezTo>
                      <a:pt x="10254" y="23777"/>
                      <a:pt x="10254" y="23777"/>
                      <a:pt x="10254" y="23777"/>
                    </a:cubicBezTo>
                    <a:lnTo>
                      <a:pt x="10111" y="23777"/>
                    </a:lnTo>
                    <a:cubicBezTo>
                      <a:pt x="10182" y="23848"/>
                      <a:pt x="10182" y="23848"/>
                      <a:pt x="10182" y="23848"/>
                    </a:cubicBezTo>
                    <a:lnTo>
                      <a:pt x="10182" y="23920"/>
                    </a:lnTo>
                    <a:cubicBezTo>
                      <a:pt x="10325" y="23991"/>
                      <a:pt x="10325" y="23991"/>
                      <a:pt x="10325" y="23991"/>
                    </a:cubicBezTo>
                    <a:lnTo>
                      <a:pt x="10397" y="23991"/>
                    </a:lnTo>
                    <a:cubicBezTo>
                      <a:pt x="10397" y="23920"/>
                      <a:pt x="10397" y="23920"/>
                      <a:pt x="10397" y="23920"/>
                    </a:cubicBezTo>
                    <a:cubicBezTo>
                      <a:pt x="10397" y="23848"/>
                      <a:pt x="10397" y="23848"/>
                      <a:pt x="10397" y="23848"/>
                    </a:cubicBezTo>
                    <a:cubicBezTo>
                      <a:pt x="10397" y="23777"/>
                      <a:pt x="10397" y="23777"/>
                      <a:pt x="10397" y="23777"/>
                    </a:cubicBezTo>
                    <a:cubicBezTo>
                      <a:pt x="10325" y="23706"/>
                      <a:pt x="10325" y="23706"/>
                      <a:pt x="10325" y="23706"/>
                    </a:cubicBezTo>
                    <a:cubicBezTo>
                      <a:pt x="10325" y="23634"/>
                      <a:pt x="10325" y="23634"/>
                      <a:pt x="10325" y="23634"/>
                    </a:cubicBezTo>
                    <a:close/>
                    <a:moveTo>
                      <a:pt x="13681" y="24848"/>
                    </a:moveTo>
                    <a:cubicBezTo>
                      <a:pt x="13681" y="24848"/>
                      <a:pt x="13467" y="25348"/>
                      <a:pt x="13396" y="25491"/>
                    </a:cubicBezTo>
                    <a:cubicBezTo>
                      <a:pt x="13324" y="25491"/>
                      <a:pt x="13039" y="25633"/>
                      <a:pt x="12896" y="25633"/>
                    </a:cubicBezTo>
                    <a:cubicBezTo>
                      <a:pt x="12824" y="25705"/>
                      <a:pt x="12896" y="25848"/>
                      <a:pt x="13039" y="25848"/>
                    </a:cubicBezTo>
                    <a:cubicBezTo>
                      <a:pt x="13110" y="25848"/>
                      <a:pt x="13253" y="25776"/>
                      <a:pt x="13396" y="25776"/>
                    </a:cubicBezTo>
                    <a:cubicBezTo>
                      <a:pt x="13396" y="25705"/>
                      <a:pt x="13467" y="25705"/>
                      <a:pt x="13467" y="25633"/>
                    </a:cubicBezTo>
                    <a:cubicBezTo>
                      <a:pt x="13538" y="25562"/>
                      <a:pt x="13538" y="25419"/>
                      <a:pt x="13610" y="25348"/>
                    </a:cubicBezTo>
                    <a:cubicBezTo>
                      <a:pt x="13681" y="25348"/>
                      <a:pt x="13681" y="25276"/>
                      <a:pt x="13681" y="25205"/>
                    </a:cubicBezTo>
                    <a:cubicBezTo>
                      <a:pt x="13681" y="25134"/>
                      <a:pt x="13681" y="24991"/>
                      <a:pt x="13681" y="24848"/>
                    </a:cubicBezTo>
                    <a:close/>
                    <a:moveTo>
                      <a:pt x="11932" y="23679"/>
                    </a:moveTo>
                    <a:cubicBezTo>
                      <a:pt x="11798" y="23679"/>
                      <a:pt x="11704" y="23850"/>
                      <a:pt x="11610" y="23991"/>
                    </a:cubicBezTo>
                    <a:cubicBezTo>
                      <a:pt x="11396" y="24205"/>
                      <a:pt x="11039" y="24348"/>
                      <a:pt x="10896" y="24562"/>
                    </a:cubicBezTo>
                    <a:cubicBezTo>
                      <a:pt x="10754" y="24777"/>
                      <a:pt x="10968" y="25062"/>
                      <a:pt x="10825" y="25205"/>
                    </a:cubicBezTo>
                    <a:cubicBezTo>
                      <a:pt x="10754" y="25348"/>
                      <a:pt x="10611" y="25348"/>
                      <a:pt x="10468" y="25419"/>
                    </a:cubicBezTo>
                    <a:cubicBezTo>
                      <a:pt x="10254" y="25491"/>
                      <a:pt x="10182" y="25633"/>
                      <a:pt x="9968" y="25633"/>
                    </a:cubicBezTo>
                    <a:cubicBezTo>
                      <a:pt x="9540" y="25633"/>
                      <a:pt x="9183" y="25705"/>
                      <a:pt x="9040" y="26062"/>
                    </a:cubicBezTo>
                    <a:cubicBezTo>
                      <a:pt x="8969" y="26276"/>
                      <a:pt x="9040" y="26419"/>
                      <a:pt x="9183" y="26490"/>
                    </a:cubicBezTo>
                    <a:cubicBezTo>
                      <a:pt x="9397" y="26562"/>
                      <a:pt x="9468" y="26776"/>
                      <a:pt x="9254" y="26919"/>
                    </a:cubicBezTo>
                    <a:cubicBezTo>
                      <a:pt x="8969" y="26990"/>
                      <a:pt x="8397" y="26990"/>
                      <a:pt x="8040" y="27133"/>
                    </a:cubicBezTo>
                    <a:cubicBezTo>
                      <a:pt x="7683" y="27276"/>
                      <a:pt x="7755" y="27847"/>
                      <a:pt x="7469" y="28061"/>
                    </a:cubicBezTo>
                    <a:cubicBezTo>
                      <a:pt x="7112" y="28275"/>
                      <a:pt x="6755" y="28418"/>
                      <a:pt x="6327" y="28632"/>
                    </a:cubicBezTo>
                    <a:cubicBezTo>
                      <a:pt x="5898" y="28775"/>
                      <a:pt x="5541" y="28918"/>
                      <a:pt x="5184" y="29203"/>
                    </a:cubicBezTo>
                    <a:cubicBezTo>
                      <a:pt x="5011" y="29268"/>
                      <a:pt x="4817" y="29294"/>
                      <a:pt x="4616" y="29294"/>
                    </a:cubicBezTo>
                    <a:cubicBezTo>
                      <a:pt x="4156" y="29294"/>
                      <a:pt x="3654" y="29160"/>
                      <a:pt x="3256" y="29061"/>
                    </a:cubicBezTo>
                    <a:cubicBezTo>
                      <a:pt x="2757" y="29061"/>
                      <a:pt x="2114" y="28846"/>
                      <a:pt x="1686" y="28775"/>
                    </a:cubicBezTo>
                    <a:cubicBezTo>
                      <a:pt x="1638" y="28751"/>
                      <a:pt x="1590" y="28743"/>
                      <a:pt x="1543" y="28743"/>
                    </a:cubicBezTo>
                    <a:cubicBezTo>
                      <a:pt x="1448" y="28743"/>
                      <a:pt x="1352" y="28775"/>
                      <a:pt x="1257" y="28775"/>
                    </a:cubicBezTo>
                    <a:cubicBezTo>
                      <a:pt x="1043" y="28704"/>
                      <a:pt x="900" y="28489"/>
                      <a:pt x="686" y="28489"/>
                    </a:cubicBezTo>
                    <a:cubicBezTo>
                      <a:pt x="543" y="28489"/>
                      <a:pt x="472" y="28561"/>
                      <a:pt x="400" y="28632"/>
                    </a:cubicBezTo>
                    <a:cubicBezTo>
                      <a:pt x="365" y="28668"/>
                      <a:pt x="311" y="28668"/>
                      <a:pt x="249" y="28668"/>
                    </a:cubicBezTo>
                    <a:cubicBezTo>
                      <a:pt x="186" y="28668"/>
                      <a:pt x="115" y="28668"/>
                      <a:pt x="43" y="28704"/>
                    </a:cubicBezTo>
                    <a:cubicBezTo>
                      <a:pt x="-171" y="28989"/>
                      <a:pt x="472" y="29132"/>
                      <a:pt x="615" y="29346"/>
                    </a:cubicBezTo>
                    <a:cubicBezTo>
                      <a:pt x="757" y="29560"/>
                      <a:pt x="757" y="29775"/>
                      <a:pt x="900" y="29917"/>
                    </a:cubicBezTo>
                    <a:cubicBezTo>
                      <a:pt x="1257" y="30346"/>
                      <a:pt x="1757" y="30489"/>
                      <a:pt x="2114" y="30774"/>
                    </a:cubicBezTo>
                    <a:cubicBezTo>
                      <a:pt x="2542" y="31274"/>
                      <a:pt x="2400" y="31845"/>
                      <a:pt x="2257" y="32416"/>
                    </a:cubicBezTo>
                    <a:cubicBezTo>
                      <a:pt x="2257" y="32631"/>
                      <a:pt x="2614" y="32559"/>
                      <a:pt x="2828" y="32631"/>
                    </a:cubicBezTo>
                    <a:cubicBezTo>
                      <a:pt x="2971" y="32702"/>
                      <a:pt x="3114" y="32773"/>
                      <a:pt x="3256" y="32773"/>
                    </a:cubicBezTo>
                    <a:cubicBezTo>
                      <a:pt x="3399" y="32773"/>
                      <a:pt x="3613" y="32631"/>
                      <a:pt x="3756" y="32631"/>
                    </a:cubicBezTo>
                    <a:cubicBezTo>
                      <a:pt x="4399" y="32559"/>
                      <a:pt x="5042" y="32488"/>
                      <a:pt x="5684" y="32345"/>
                    </a:cubicBezTo>
                    <a:cubicBezTo>
                      <a:pt x="5945" y="32241"/>
                      <a:pt x="6207" y="32174"/>
                      <a:pt x="6496" y="32174"/>
                    </a:cubicBezTo>
                    <a:cubicBezTo>
                      <a:pt x="6602" y="32174"/>
                      <a:pt x="6712" y="32183"/>
                      <a:pt x="6827" y="32202"/>
                    </a:cubicBezTo>
                    <a:cubicBezTo>
                      <a:pt x="7398" y="32131"/>
                      <a:pt x="7898" y="31845"/>
                      <a:pt x="8397" y="31631"/>
                    </a:cubicBezTo>
                    <a:cubicBezTo>
                      <a:pt x="8754" y="31560"/>
                      <a:pt x="8754" y="31203"/>
                      <a:pt x="8969" y="30988"/>
                    </a:cubicBezTo>
                    <a:cubicBezTo>
                      <a:pt x="9040" y="30917"/>
                      <a:pt x="9111" y="30846"/>
                      <a:pt x="9183" y="30774"/>
                    </a:cubicBezTo>
                    <a:cubicBezTo>
                      <a:pt x="9254" y="30631"/>
                      <a:pt x="9183" y="30489"/>
                      <a:pt x="9254" y="30346"/>
                    </a:cubicBezTo>
                    <a:cubicBezTo>
                      <a:pt x="9397" y="30203"/>
                      <a:pt x="9540" y="30060"/>
                      <a:pt x="9611" y="29846"/>
                    </a:cubicBezTo>
                    <a:cubicBezTo>
                      <a:pt x="9897" y="29203"/>
                      <a:pt x="10611" y="28775"/>
                      <a:pt x="11182" y="28418"/>
                    </a:cubicBezTo>
                    <a:cubicBezTo>
                      <a:pt x="11753" y="27847"/>
                      <a:pt x="12110" y="27204"/>
                      <a:pt x="12396" y="26419"/>
                    </a:cubicBezTo>
                    <a:cubicBezTo>
                      <a:pt x="12467" y="25919"/>
                      <a:pt x="12824" y="25562"/>
                      <a:pt x="13253" y="25348"/>
                    </a:cubicBezTo>
                    <a:lnTo>
                      <a:pt x="13324" y="25276"/>
                    </a:lnTo>
                    <a:cubicBezTo>
                      <a:pt x="13538" y="25062"/>
                      <a:pt x="13110" y="24777"/>
                      <a:pt x="13039" y="24562"/>
                    </a:cubicBezTo>
                    <a:cubicBezTo>
                      <a:pt x="12967" y="24420"/>
                      <a:pt x="12967" y="24277"/>
                      <a:pt x="12967" y="24205"/>
                    </a:cubicBezTo>
                    <a:cubicBezTo>
                      <a:pt x="12931" y="23991"/>
                      <a:pt x="12771" y="23973"/>
                      <a:pt x="12601" y="23973"/>
                    </a:cubicBezTo>
                    <a:cubicBezTo>
                      <a:pt x="12567" y="23973"/>
                      <a:pt x="12533" y="23974"/>
                      <a:pt x="12499" y="23974"/>
                    </a:cubicBezTo>
                    <a:cubicBezTo>
                      <a:pt x="12365" y="23974"/>
                      <a:pt x="12239" y="23963"/>
                      <a:pt x="12182" y="23848"/>
                    </a:cubicBezTo>
                    <a:cubicBezTo>
                      <a:pt x="12084" y="23726"/>
                      <a:pt x="12002" y="23679"/>
                      <a:pt x="11932" y="236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59"/>
              <p:cNvSpPr/>
              <p:nvPr/>
            </p:nvSpPr>
            <p:spPr>
              <a:xfrm>
                <a:off x="4601475" y="1604400"/>
                <a:ext cx="629425" cy="819350"/>
              </a:xfrm>
              <a:custGeom>
                <a:rect b="b" l="l" r="r" t="t"/>
                <a:pathLst>
                  <a:path extrusionOk="0" fill="none" h="32774" w="25177">
                    <a:moveTo>
                      <a:pt x="13396" y="25491"/>
                    </a:moveTo>
                    <a:cubicBezTo>
                      <a:pt x="13324" y="25491"/>
                      <a:pt x="13039" y="25633"/>
                      <a:pt x="12896" y="25633"/>
                    </a:cubicBezTo>
                    <a:cubicBezTo>
                      <a:pt x="12824" y="25705"/>
                      <a:pt x="12896" y="25848"/>
                      <a:pt x="13039" y="25848"/>
                    </a:cubicBezTo>
                    <a:cubicBezTo>
                      <a:pt x="13110" y="25848"/>
                      <a:pt x="13253" y="25776"/>
                      <a:pt x="13396" y="25776"/>
                    </a:cubicBezTo>
                    <a:cubicBezTo>
                      <a:pt x="13396" y="25705"/>
                      <a:pt x="13467" y="25705"/>
                      <a:pt x="13467" y="25633"/>
                    </a:cubicBezTo>
                    <a:cubicBezTo>
                      <a:pt x="13538" y="25562"/>
                      <a:pt x="13538" y="25419"/>
                      <a:pt x="13610" y="25348"/>
                    </a:cubicBezTo>
                    <a:cubicBezTo>
                      <a:pt x="13681" y="25348"/>
                      <a:pt x="13681" y="25276"/>
                      <a:pt x="13681" y="25205"/>
                    </a:cubicBezTo>
                    <a:cubicBezTo>
                      <a:pt x="13681" y="25134"/>
                      <a:pt x="13681" y="24991"/>
                      <a:pt x="13681" y="24848"/>
                    </a:cubicBezTo>
                    <a:cubicBezTo>
                      <a:pt x="13681" y="24848"/>
                      <a:pt x="13681" y="24848"/>
                      <a:pt x="13681" y="24848"/>
                    </a:cubicBezTo>
                    <a:cubicBezTo>
                      <a:pt x="13681" y="24848"/>
                      <a:pt x="13467" y="25348"/>
                      <a:pt x="13396" y="25491"/>
                    </a:cubicBezTo>
                    <a:close/>
                    <a:moveTo>
                      <a:pt x="13324" y="25276"/>
                    </a:moveTo>
                    <a:cubicBezTo>
                      <a:pt x="13538" y="25062"/>
                      <a:pt x="13110" y="24777"/>
                      <a:pt x="13039" y="24562"/>
                    </a:cubicBezTo>
                    <a:cubicBezTo>
                      <a:pt x="12967" y="24420"/>
                      <a:pt x="12967" y="24277"/>
                      <a:pt x="12967" y="24205"/>
                    </a:cubicBezTo>
                    <a:cubicBezTo>
                      <a:pt x="12896" y="23777"/>
                      <a:pt x="12325" y="24134"/>
                      <a:pt x="12182" y="23848"/>
                    </a:cubicBezTo>
                    <a:cubicBezTo>
                      <a:pt x="11896" y="23491"/>
                      <a:pt x="11753" y="23777"/>
                      <a:pt x="11610" y="23991"/>
                    </a:cubicBezTo>
                    <a:cubicBezTo>
                      <a:pt x="11396" y="24205"/>
                      <a:pt x="11039" y="24348"/>
                      <a:pt x="10896" y="24562"/>
                    </a:cubicBezTo>
                    <a:cubicBezTo>
                      <a:pt x="10754" y="24777"/>
                      <a:pt x="10968" y="25062"/>
                      <a:pt x="10825" y="25205"/>
                    </a:cubicBezTo>
                    <a:cubicBezTo>
                      <a:pt x="10754" y="25348"/>
                      <a:pt x="10611" y="25348"/>
                      <a:pt x="10468" y="25419"/>
                    </a:cubicBezTo>
                    <a:cubicBezTo>
                      <a:pt x="10254" y="25491"/>
                      <a:pt x="10182" y="25633"/>
                      <a:pt x="9968" y="25633"/>
                    </a:cubicBezTo>
                    <a:cubicBezTo>
                      <a:pt x="9540" y="25633"/>
                      <a:pt x="9183" y="25705"/>
                      <a:pt x="9040" y="26062"/>
                    </a:cubicBezTo>
                    <a:cubicBezTo>
                      <a:pt x="8969" y="26276"/>
                      <a:pt x="9040" y="26419"/>
                      <a:pt x="9183" y="26490"/>
                    </a:cubicBezTo>
                    <a:cubicBezTo>
                      <a:pt x="9397" y="26562"/>
                      <a:pt x="9468" y="26776"/>
                      <a:pt x="9254" y="26919"/>
                    </a:cubicBezTo>
                    <a:cubicBezTo>
                      <a:pt x="8969" y="26990"/>
                      <a:pt x="8397" y="26990"/>
                      <a:pt x="8040" y="27133"/>
                    </a:cubicBezTo>
                    <a:cubicBezTo>
                      <a:pt x="7683" y="27276"/>
                      <a:pt x="7755" y="27847"/>
                      <a:pt x="7469" y="28061"/>
                    </a:cubicBezTo>
                    <a:cubicBezTo>
                      <a:pt x="7112" y="28275"/>
                      <a:pt x="6755" y="28418"/>
                      <a:pt x="6327" y="28632"/>
                    </a:cubicBezTo>
                    <a:cubicBezTo>
                      <a:pt x="5898" y="28775"/>
                      <a:pt x="5541" y="28918"/>
                      <a:pt x="5184" y="29203"/>
                    </a:cubicBezTo>
                    <a:cubicBezTo>
                      <a:pt x="4613" y="29418"/>
                      <a:pt x="3828" y="29203"/>
                      <a:pt x="3256" y="29061"/>
                    </a:cubicBezTo>
                    <a:cubicBezTo>
                      <a:pt x="2757" y="29061"/>
                      <a:pt x="2114" y="28846"/>
                      <a:pt x="1686" y="28775"/>
                    </a:cubicBezTo>
                    <a:cubicBezTo>
                      <a:pt x="1543" y="28704"/>
                      <a:pt x="1400" y="28775"/>
                      <a:pt x="1257" y="28775"/>
                    </a:cubicBezTo>
                    <a:cubicBezTo>
                      <a:pt x="1043" y="28704"/>
                      <a:pt x="900" y="28489"/>
                      <a:pt x="686" y="28489"/>
                    </a:cubicBezTo>
                    <a:cubicBezTo>
                      <a:pt x="543" y="28489"/>
                      <a:pt x="472" y="28561"/>
                      <a:pt x="400" y="28632"/>
                    </a:cubicBezTo>
                    <a:cubicBezTo>
                      <a:pt x="329" y="28704"/>
                      <a:pt x="186" y="28632"/>
                      <a:pt x="43" y="28704"/>
                    </a:cubicBezTo>
                    <a:cubicBezTo>
                      <a:pt x="-171" y="28989"/>
                      <a:pt x="472" y="29132"/>
                      <a:pt x="615" y="29346"/>
                    </a:cubicBezTo>
                    <a:cubicBezTo>
                      <a:pt x="757" y="29560"/>
                      <a:pt x="757" y="29775"/>
                      <a:pt x="900" y="29917"/>
                    </a:cubicBezTo>
                    <a:cubicBezTo>
                      <a:pt x="1257" y="30346"/>
                      <a:pt x="1757" y="30489"/>
                      <a:pt x="2114" y="30774"/>
                    </a:cubicBezTo>
                    <a:cubicBezTo>
                      <a:pt x="2542" y="31274"/>
                      <a:pt x="2400" y="31845"/>
                      <a:pt x="2257" y="32416"/>
                    </a:cubicBezTo>
                    <a:cubicBezTo>
                      <a:pt x="2257" y="32631"/>
                      <a:pt x="2614" y="32559"/>
                      <a:pt x="2828" y="32631"/>
                    </a:cubicBezTo>
                    <a:cubicBezTo>
                      <a:pt x="2971" y="32702"/>
                      <a:pt x="3114" y="32773"/>
                      <a:pt x="3256" y="32773"/>
                    </a:cubicBezTo>
                    <a:cubicBezTo>
                      <a:pt x="3399" y="32773"/>
                      <a:pt x="3613" y="32631"/>
                      <a:pt x="3756" y="32631"/>
                    </a:cubicBezTo>
                    <a:cubicBezTo>
                      <a:pt x="4399" y="32559"/>
                      <a:pt x="5042" y="32488"/>
                      <a:pt x="5684" y="32345"/>
                    </a:cubicBezTo>
                    <a:cubicBezTo>
                      <a:pt x="6041" y="32202"/>
                      <a:pt x="6398" y="32131"/>
                      <a:pt x="6827" y="32202"/>
                    </a:cubicBezTo>
                    <a:cubicBezTo>
                      <a:pt x="7398" y="32131"/>
                      <a:pt x="7898" y="31845"/>
                      <a:pt x="8397" y="31631"/>
                    </a:cubicBezTo>
                    <a:cubicBezTo>
                      <a:pt x="8754" y="31560"/>
                      <a:pt x="8754" y="31203"/>
                      <a:pt x="8969" y="30988"/>
                    </a:cubicBezTo>
                    <a:cubicBezTo>
                      <a:pt x="9040" y="30917"/>
                      <a:pt x="9111" y="30846"/>
                      <a:pt x="9183" y="30774"/>
                    </a:cubicBezTo>
                    <a:cubicBezTo>
                      <a:pt x="9254" y="30631"/>
                      <a:pt x="9183" y="30489"/>
                      <a:pt x="9254" y="30346"/>
                    </a:cubicBezTo>
                    <a:cubicBezTo>
                      <a:pt x="9397" y="30203"/>
                      <a:pt x="9540" y="30060"/>
                      <a:pt x="9611" y="29846"/>
                    </a:cubicBezTo>
                    <a:cubicBezTo>
                      <a:pt x="9897" y="29203"/>
                      <a:pt x="10611" y="28775"/>
                      <a:pt x="11182" y="28418"/>
                    </a:cubicBezTo>
                    <a:cubicBezTo>
                      <a:pt x="11753" y="27847"/>
                      <a:pt x="12110" y="27204"/>
                      <a:pt x="12396" y="26419"/>
                    </a:cubicBezTo>
                    <a:cubicBezTo>
                      <a:pt x="12467" y="25919"/>
                      <a:pt x="12824" y="25562"/>
                      <a:pt x="13253" y="25348"/>
                    </a:cubicBezTo>
                    <a:close/>
                    <a:moveTo>
                      <a:pt x="14252" y="21349"/>
                    </a:moveTo>
                    <a:cubicBezTo>
                      <a:pt x="14252" y="21349"/>
                      <a:pt x="14252" y="21349"/>
                      <a:pt x="14252" y="21349"/>
                    </a:cubicBezTo>
                    <a:cubicBezTo>
                      <a:pt x="14181" y="21349"/>
                      <a:pt x="14181" y="21349"/>
                      <a:pt x="14181" y="21349"/>
                    </a:cubicBezTo>
                    <a:cubicBezTo>
                      <a:pt x="14110" y="21278"/>
                      <a:pt x="14110" y="21278"/>
                      <a:pt x="14110" y="21278"/>
                    </a:cubicBezTo>
                    <a:cubicBezTo>
                      <a:pt x="14110" y="21278"/>
                      <a:pt x="14110" y="21278"/>
                      <a:pt x="14110" y="21278"/>
                    </a:cubicBezTo>
                    <a:cubicBezTo>
                      <a:pt x="14110" y="21278"/>
                      <a:pt x="14110" y="21278"/>
                      <a:pt x="14110" y="21278"/>
                    </a:cubicBezTo>
                    <a:cubicBezTo>
                      <a:pt x="14038" y="21278"/>
                      <a:pt x="14038" y="21278"/>
                      <a:pt x="14038" y="21278"/>
                    </a:cubicBezTo>
                    <a:cubicBezTo>
                      <a:pt x="14038" y="21278"/>
                      <a:pt x="14038" y="21278"/>
                      <a:pt x="14038" y="21278"/>
                    </a:cubicBezTo>
                    <a:cubicBezTo>
                      <a:pt x="14038" y="21349"/>
                      <a:pt x="14038" y="21349"/>
                      <a:pt x="14038" y="21349"/>
                    </a:cubicBezTo>
                    <a:cubicBezTo>
                      <a:pt x="14038" y="21349"/>
                      <a:pt x="14038" y="21349"/>
                      <a:pt x="14038" y="21349"/>
                    </a:cubicBezTo>
                    <a:cubicBezTo>
                      <a:pt x="14038" y="21349"/>
                      <a:pt x="14038" y="21349"/>
                      <a:pt x="14038" y="21349"/>
                    </a:cubicBezTo>
                    <a:cubicBezTo>
                      <a:pt x="14038" y="21421"/>
                      <a:pt x="14038" y="21421"/>
                      <a:pt x="14038" y="21421"/>
                    </a:cubicBezTo>
                    <a:cubicBezTo>
                      <a:pt x="13967" y="21421"/>
                      <a:pt x="13967" y="21421"/>
                      <a:pt x="13967" y="21421"/>
                    </a:cubicBezTo>
                    <a:cubicBezTo>
                      <a:pt x="13967" y="21421"/>
                      <a:pt x="13967" y="21421"/>
                      <a:pt x="13967" y="21421"/>
                    </a:cubicBezTo>
                    <a:cubicBezTo>
                      <a:pt x="13967" y="21421"/>
                      <a:pt x="13967" y="21421"/>
                      <a:pt x="13967" y="21421"/>
                    </a:cubicBezTo>
                    <a:cubicBezTo>
                      <a:pt x="13895" y="21492"/>
                      <a:pt x="13895" y="21492"/>
                      <a:pt x="13895" y="21492"/>
                    </a:cubicBezTo>
                    <a:cubicBezTo>
                      <a:pt x="13895" y="21563"/>
                      <a:pt x="13895" y="21563"/>
                      <a:pt x="13895" y="21563"/>
                    </a:cubicBezTo>
                    <a:cubicBezTo>
                      <a:pt x="13967" y="21635"/>
                      <a:pt x="13967" y="21635"/>
                      <a:pt x="13967" y="21635"/>
                    </a:cubicBezTo>
                    <a:cubicBezTo>
                      <a:pt x="13967" y="21635"/>
                      <a:pt x="13967" y="21635"/>
                      <a:pt x="13967" y="21635"/>
                    </a:cubicBezTo>
                    <a:cubicBezTo>
                      <a:pt x="14038" y="21635"/>
                      <a:pt x="14038" y="21635"/>
                      <a:pt x="14038" y="21635"/>
                    </a:cubicBezTo>
                    <a:cubicBezTo>
                      <a:pt x="14038" y="21563"/>
                      <a:pt x="14038" y="21563"/>
                      <a:pt x="14038" y="21563"/>
                    </a:cubicBezTo>
                    <a:cubicBezTo>
                      <a:pt x="14110" y="21492"/>
                      <a:pt x="14110" y="21492"/>
                      <a:pt x="14110" y="21492"/>
                    </a:cubicBezTo>
                    <a:cubicBezTo>
                      <a:pt x="14181" y="21492"/>
                      <a:pt x="14181" y="21492"/>
                      <a:pt x="14181" y="21492"/>
                    </a:cubicBezTo>
                    <a:cubicBezTo>
                      <a:pt x="14252" y="21421"/>
                      <a:pt x="14252" y="21421"/>
                      <a:pt x="14252" y="21421"/>
                    </a:cubicBezTo>
                    <a:cubicBezTo>
                      <a:pt x="14252" y="21421"/>
                      <a:pt x="14252" y="21421"/>
                      <a:pt x="14252" y="21421"/>
                    </a:cubicBezTo>
                    <a:cubicBezTo>
                      <a:pt x="14324" y="21421"/>
                      <a:pt x="14324" y="21421"/>
                      <a:pt x="14324" y="21421"/>
                    </a:cubicBezTo>
                    <a:cubicBezTo>
                      <a:pt x="14324" y="21421"/>
                      <a:pt x="14324" y="21421"/>
                      <a:pt x="14324" y="21421"/>
                    </a:cubicBezTo>
                    <a:cubicBezTo>
                      <a:pt x="14324" y="21421"/>
                      <a:pt x="14324" y="21421"/>
                      <a:pt x="14324" y="21421"/>
                    </a:cubicBezTo>
                    <a:cubicBezTo>
                      <a:pt x="14395" y="21349"/>
                      <a:pt x="14395" y="21349"/>
                      <a:pt x="14395" y="21349"/>
                    </a:cubicBezTo>
                    <a:cubicBezTo>
                      <a:pt x="14324" y="21278"/>
                      <a:pt x="14324" y="21278"/>
                      <a:pt x="14324" y="21278"/>
                    </a:cubicBezTo>
                    <a:close/>
                    <a:moveTo>
                      <a:pt x="14538" y="19707"/>
                    </a:moveTo>
                    <a:cubicBezTo>
                      <a:pt x="14395" y="19636"/>
                      <a:pt x="14395" y="19636"/>
                      <a:pt x="14395" y="19636"/>
                    </a:cubicBezTo>
                    <a:cubicBezTo>
                      <a:pt x="14252" y="19636"/>
                      <a:pt x="14252" y="19636"/>
                      <a:pt x="14252" y="19636"/>
                    </a:cubicBezTo>
                    <a:cubicBezTo>
                      <a:pt x="14181" y="19707"/>
                      <a:pt x="14181" y="19707"/>
                      <a:pt x="14181" y="19707"/>
                    </a:cubicBezTo>
                    <a:cubicBezTo>
                      <a:pt x="14110" y="19778"/>
                      <a:pt x="14110" y="19778"/>
                      <a:pt x="14110" y="19778"/>
                    </a:cubicBezTo>
                    <a:cubicBezTo>
                      <a:pt x="14110" y="19921"/>
                      <a:pt x="14110" y="19921"/>
                      <a:pt x="14110" y="19921"/>
                    </a:cubicBezTo>
                    <a:cubicBezTo>
                      <a:pt x="14252" y="20064"/>
                      <a:pt x="14252" y="20064"/>
                      <a:pt x="14252" y="20064"/>
                    </a:cubicBezTo>
                    <a:cubicBezTo>
                      <a:pt x="14467" y="20135"/>
                      <a:pt x="14467" y="20135"/>
                      <a:pt x="14467" y="20135"/>
                    </a:cubicBezTo>
                    <a:cubicBezTo>
                      <a:pt x="14609" y="19993"/>
                      <a:pt x="14609" y="19993"/>
                      <a:pt x="14609" y="19993"/>
                    </a:cubicBezTo>
                    <a:cubicBezTo>
                      <a:pt x="14681" y="19778"/>
                      <a:pt x="14681" y="19778"/>
                      <a:pt x="14681" y="19778"/>
                    </a:cubicBezTo>
                    <a:cubicBezTo>
                      <a:pt x="14609" y="19778"/>
                      <a:pt x="14609" y="19778"/>
                      <a:pt x="14609" y="19778"/>
                    </a:cubicBezTo>
                    <a:close/>
                    <a:moveTo>
                      <a:pt x="12610" y="23491"/>
                    </a:moveTo>
                    <a:cubicBezTo>
                      <a:pt x="12610" y="23563"/>
                      <a:pt x="12610" y="23563"/>
                      <a:pt x="12610" y="23563"/>
                    </a:cubicBezTo>
                    <a:cubicBezTo>
                      <a:pt x="12682" y="23634"/>
                      <a:pt x="12682" y="23634"/>
                      <a:pt x="12682" y="23634"/>
                    </a:cubicBezTo>
                    <a:cubicBezTo>
                      <a:pt x="12753" y="23706"/>
                      <a:pt x="12753" y="23706"/>
                      <a:pt x="12753" y="23706"/>
                    </a:cubicBezTo>
                    <a:cubicBezTo>
                      <a:pt x="12753" y="23634"/>
                      <a:pt x="12753" y="23634"/>
                      <a:pt x="12753" y="23634"/>
                    </a:cubicBezTo>
                    <a:cubicBezTo>
                      <a:pt x="12753" y="23634"/>
                      <a:pt x="12753" y="23634"/>
                      <a:pt x="12753" y="23634"/>
                    </a:cubicBezTo>
                    <a:cubicBezTo>
                      <a:pt x="12753" y="23563"/>
                      <a:pt x="12753" y="23563"/>
                      <a:pt x="12753" y="23563"/>
                    </a:cubicBezTo>
                    <a:cubicBezTo>
                      <a:pt x="12896" y="23420"/>
                      <a:pt x="12896" y="23420"/>
                      <a:pt x="12896" y="23420"/>
                    </a:cubicBezTo>
                    <a:cubicBezTo>
                      <a:pt x="12896" y="23348"/>
                      <a:pt x="12896" y="23348"/>
                      <a:pt x="12896" y="23348"/>
                    </a:cubicBezTo>
                    <a:cubicBezTo>
                      <a:pt x="12896" y="23348"/>
                      <a:pt x="12896" y="23348"/>
                      <a:pt x="12896" y="23348"/>
                    </a:cubicBezTo>
                    <a:cubicBezTo>
                      <a:pt x="12824" y="23277"/>
                      <a:pt x="12824" y="23277"/>
                      <a:pt x="12824" y="23277"/>
                    </a:cubicBezTo>
                    <a:cubicBezTo>
                      <a:pt x="12753" y="23277"/>
                      <a:pt x="12753" y="23277"/>
                      <a:pt x="12753" y="23277"/>
                    </a:cubicBezTo>
                    <a:cubicBezTo>
                      <a:pt x="12753" y="23206"/>
                      <a:pt x="12753" y="23206"/>
                      <a:pt x="12753" y="23206"/>
                    </a:cubicBezTo>
                    <a:cubicBezTo>
                      <a:pt x="12682" y="23134"/>
                      <a:pt x="12682" y="23134"/>
                      <a:pt x="12682" y="23134"/>
                    </a:cubicBezTo>
                    <a:cubicBezTo>
                      <a:pt x="12610" y="23134"/>
                      <a:pt x="12610" y="23134"/>
                      <a:pt x="12610" y="23134"/>
                    </a:cubicBezTo>
                    <a:cubicBezTo>
                      <a:pt x="12610" y="23206"/>
                      <a:pt x="12610" y="23206"/>
                      <a:pt x="12610" y="23206"/>
                    </a:cubicBezTo>
                    <a:cubicBezTo>
                      <a:pt x="12610" y="23277"/>
                      <a:pt x="12610" y="23277"/>
                      <a:pt x="12610" y="23277"/>
                    </a:cubicBezTo>
                    <a:cubicBezTo>
                      <a:pt x="12610" y="23348"/>
                      <a:pt x="12610" y="23348"/>
                      <a:pt x="12610" y="23348"/>
                    </a:cubicBezTo>
                    <a:close/>
                    <a:moveTo>
                      <a:pt x="14181" y="17779"/>
                    </a:moveTo>
                    <a:cubicBezTo>
                      <a:pt x="14181" y="17851"/>
                      <a:pt x="14181" y="17993"/>
                      <a:pt x="14181" y="18065"/>
                    </a:cubicBezTo>
                    <a:cubicBezTo>
                      <a:pt x="14252" y="18279"/>
                      <a:pt x="14538" y="18208"/>
                      <a:pt x="14467" y="17993"/>
                    </a:cubicBezTo>
                    <a:cubicBezTo>
                      <a:pt x="14467" y="17993"/>
                      <a:pt x="14395" y="17922"/>
                      <a:pt x="14324" y="17851"/>
                    </a:cubicBezTo>
                    <a:cubicBezTo>
                      <a:pt x="14324" y="17779"/>
                      <a:pt x="14324" y="17636"/>
                      <a:pt x="14395" y="17565"/>
                    </a:cubicBezTo>
                    <a:cubicBezTo>
                      <a:pt x="14467" y="17494"/>
                      <a:pt x="14609" y="17422"/>
                      <a:pt x="14609" y="17351"/>
                    </a:cubicBezTo>
                    <a:cubicBezTo>
                      <a:pt x="14681" y="17208"/>
                      <a:pt x="14395" y="16994"/>
                      <a:pt x="14252" y="17065"/>
                    </a:cubicBezTo>
                    <a:cubicBezTo>
                      <a:pt x="14181" y="17208"/>
                      <a:pt x="14110" y="17279"/>
                      <a:pt x="14038" y="17422"/>
                    </a:cubicBezTo>
                    <a:cubicBezTo>
                      <a:pt x="13967" y="17494"/>
                      <a:pt x="14110" y="17708"/>
                      <a:pt x="14110" y="17779"/>
                    </a:cubicBezTo>
                    <a:close/>
                    <a:moveTo>
                      <a:pt x="10182" y="23920"/>
                    </a:moveTo>
                    <a:cubicBezTo>
                      <a:pt x="10325" y="23991"/>
                      <a:pt x="10325" y="23991"/>
                      <a:pt x="10325" y="23991"/>
                    </a:cubicBezTo>
                    <a:cubicBezTo>
                      <a:pt x="10397" y="23991"/>
                      <a:pt x="10397" y="23991"/>
                      <a:pt x="10397" y="23991"/>
                    </a:cubicBezTo>
                    <a:cubicBezTo>
                      <a:pt x="10397" y="23991"/>
                      <a:pt x="10397" y="23991"/>
                      <a:pt x="10397" y="23991"/>
                    </a:cubicBezTo>
                    <a:cubicBezTo>
                      <a:pt x="10397" y="23920"/>
                      <a:pt x="10397" y="23920"/>
                      <a:pt x="10397" y="23920"/>
                    </a:cubicBezTo>
                    <a:cubicBezTo>
                      <a:pt x="10397" y="23848"/>
                      <a:pt x="10397" y="23848"/>
                      <a:pt x="10397" y="23848"/>
                    </a:cubicBezTo>
                    <a:cubicBezTo>
                      <a:pt x="10397" y="23777"/>
                      <a:pt x="10397" y="23777"/>
                      <a:pt x="10397" y="23777"/>
                    </a:cubicBezTo>
                    <a:cubicBezTo>
                      <a:pt x="10397" y="23777"/>
                      <a:pt x="10397" y="23777"/>
                      <a:pt x="10397" y="23777"/>
                    </a:cubicBezTo>
                    <a:cubicBezTo>
                      <a:pt x="10325" y="23706"/>
                      <a:pt x="10325" y="23706"/>
                      <a:pt x="10325" y="23706"/>
                    </a:cubicBezTo>
                    <a:cubicBezTo>
                      <a:pt x="10325" y="23634"/>
                      <a:pt x="10325" y="23634"/>
                      <a:pt x="10325" y="23634"/>
                    </a:cubicBezTo>
                    <a:cubicBezTo>
                      <a:pt x="10254" y="23706"/>
                      <a:pt x="10254" y="23706"/>
                      <a:pt x="10254" y="23706"/>
                    </a:cubicBezTo>
                    <a:cubicBezTo>
                      <a:pt x="10254" y="23777"/>
                      <a:pt x="10254" y="23777"/>
                      <a:pt x="10254" y="23777"/>
                    </a:cubicBezTo>
                    <a:cubicBezTo>
                      <a:pt x="10111" y="23777"/>
                      <a:pt x="10111" y="23777"/>
                      <a:pt x="10111" y="23777"/>
                    </a:cubicBezTo>
                    <a:cubicBezTo>
                      <a:pt x="10182" y="23848"/>
                      <a:pt x="10182" y="23848"/>
                      <a:pt x="10182" y="23848"/>
                    </a:cubicBezTo>
                    <a:close/>
                    <a:moveTo>
                      <a:pt x="23178" y="10996"/>
                    </a:moveTo>
                    <a:cubicBezTo>
                      <a:pt x="23106" y="10853"/>
                      <a:pt x="22963" y="10710"/>
                      <a:pt x="22821" y="10639"/>
                    </a:cubicBezTo>
                    <a:cubicBezTo>
                      <a:pt x="22821" y="10639"/>
                      <a:pt x="22678" y="10639"/>
                      <a:pt x="22678" y="10639"/>
                    </a:cubicBezTo>
                    <a:cubicBezTo>
                      <a:pt x="22606" y="10639"/>
                      <a:pt x="22606" y="10710"/>
                      <a:pt x="22606" y="10782"/>
                    </a:cubicBezTo>
                    <a:cubicBezTo>
                      <a:pt x="22606" y="10782"/>
                      <a:pt x="22606" y="10782"/>
                      <a:pt x="22678" y="10853"/>
                    </a:cubicBezTo>
                    <a:cubicBezTo>
                      <a:pt x="22749" y="10996"/>
                      <a:pt x="22749" y="11067"/>
                      <a:pt x="22821" y="11210"/>
                    </a:cubicBezTo>
                    <a:cubicBezTo>
                      <a:pt x="22892" y="11210"/>
                      <a:pt x="23035" y="11424"/>
                      <a:pt x="23106" y="11353"/>
                    </a:cubicBezTo>
                    <a:cubicBezTo>
                      <a:pt x="23178" y="11353"/>
                      <a:pt x="23320" y="11282"/>
                      <a:pt x="23320" y="11210"/>
                    </a:cubicBezTo>
                    <a:cubicBezTo>
                      <a:pt x="23320" y="11139"/>
                      <a:pt x="23249" y="11067"/>
                      <a:pt x="23249" y="10996"/>
                    </a:cubicBezTo>
                    <a:close/>
                    <a:moveTo>
                      <a:pt x="23463" y="7640"/>
                    </a:moveTo>
                    <a:cubicBezTo>
                      <a:pt x="23320" y="7355"/>
                      <a:pt x="23677" y="6926"/>
                      <a:pt x="23463" y="6712"/>
                    </a:cubicBezTo>
                    <a:cubicBezTo>
                      <a:pt x="23392" y="6569"/>
                      <a:pt x="23249" y="6498"/>
                      <a:pt x="23178" y="6355"/>
                    </a:cubicBezTo>
                    <a:cubicBezTo>
                      <a:pt x="23035" y="6284"/>
                      <a:pt x="22821" y="6284"/>
                      <a:pt x="22678" y="6355"/>
                    </a:cubicBezTo>
                    <a:cubicBezTo>
                      <a:pt x="22535" y="6426"/>
                      <a:pt x="22678" y="6641"/>
                      <a:pt x="22606" y="6783"/>
                    </a:cubicBezTo>
                    <a:cubicBezTo>
                      <a:pt x="22535" y="6855"/>
                      <a:pt x="22464" y="6998"/>
                      <a:pt x="22392" y="7069"/>
                    </a:cubicBezTo>
                    <a:cubicBezTo>
                      <a:pt x="22321" y="7283"/>
                      <a:pt x="22392" y="7497"/>
                      <a:pt x="22392" y="7712"/>
                    </a:cubicBezTo>
                    <a:cubicBezTo>
                      <a:pt x="22464" y="7854"/>
                      <a:pt x="22392" y="7997"/>
                      <a:pt x="22464" y="8069"/>
                    </a:cubicBezTo>
                    <a:cubicBezTo>
                      <a:pt x="22535" y="8140"/>
                      <a:pt x="22749" y="8140"/>
                      <a:pt x="22821" y="8211"/>
                    </a:cubicBezTo>
                    <a:cubicBezTo>
                      <a:pt x="22892" y="8211"/>
                      <a:pt x="22963" y="8283"/>
                      <a:pt x="22963" y="8354"/>
                    </a:cubicBezTo>
                    <a:cubicBezTo>
                      <a:pt x="22963" y="8426"/>
                      <a:pt x="22821" y="8497"/>
                      <a:pt x="22749" y="8640"/>
                    </a:cubicBezTo>
                    <a:cubicBezTo>
                      <a:pt x="22606" y="8783"/>
                      <a:pt x="22606" y="9068"/>
                      <a:pt x="22392" y="9140"/>
                    </a:cubicBezTo>
                    <a:cubicBezTo>
                      <a:pt x="22178" y="9282"/>
                      <a:pt x="21964" y="9711"/>
                      <a:pt x="22392" y="9711"/>
                    </a:cubicBezTo>
                    <a:cubicBezTo>
                      <a:pt x="22821" y="9782"/>
                      <a:pt x="23106" y="9711"/>
                      <a:pt x="23106" y="9211"/>
                    </a:cubicBezTo>
                    <a:cubicBezTo>
                      <a:pt x="23035" y="8997"/>
                      <a:pt x="23035" y="8783"/>
                      <a:pt x="23178" y="8711"/>
                    </a:cubicBezTo>
                    <a:cubicBezTo>
                      <a:pt x="23320" y="8426"/>
                      <a:pt x="23677" y="8283"/>
                      <a:pt x="23749" y="7997"/>
                    </a:cubicBezTo>
                    <a:cubicBezTo>
                      <a:pt x="23749" y="7854"/>
                      <a:pt x="23535" y="7712"/>
                      <a:pt x="23463" y="7640"/>
                    </a:cubicBezTo>
                    <a:close/>
                    <a:moveTo>
                      <a:pt x="25105" y="4998"/>
                    </a:moveTo>
                    <a:cubicBezTo>
                      <a:pt x="25034" y="4927"/>
                      <a:pt x="25034" y="4927"/>
                      <a:pt x="25034" y="4927"/>
                    </a:cubicBezTo>
                    <a:cubicBezTo>
                      <a:pt x="25034" y="4927"/>
                      <a:pt x="25034" y="4927"/>
                      <a:pt x="25034" y="4927"/>
                    </a:cubicBezTo>
                    <a:cubicBezTo>
                      <a:pt x="25034" y="4927"/>
                      <a:pt x="25034" y="4927"/>
                      <a:pt x="25034" y="4927"/>
                    </a:cubicBezTo>
                    <a:cubicBezTo>
                      <a:pt x="25034" y="5070"/>
                      <a:pt x="25034" y="5070"/>
                      <a:pt x="25034" y="5070"/>
                    </a:cubicBezTo>
                    <a:cubicBezTo>
                      <a:pt x="25105" y="5141"/>
                      <a:pt x="25105" y="5141"/>
                      <a:pt x="25105" y="5141"/>
                    </a:cubicBezTo>
                    <a:cubicBezTo>
                      <a:pt x="25177" y="5070"/>
                      <a:pt x="25177" y="5070"/>
                      <a:pt x="25177" y="5070"/>
                    </a:cubicBezTo>
                    <a:close/>
                    <a:moveTo>
                      <a:pt x="15895" y="12995"/>
                    </a:moveTo>
                    <a:cubicBezTo>
                      <a:pt x="15895" y="12995"/>
                      <a:pt x="15895" y="12852"/>
                      <a:pt x="15823" y="12781"/>
                    </a:cubicBezTo>
                    <a:cubicBezTo>
                      <a:pt x="15752" y="12710"/>
                      <a:pt x="15609" y="12638"/>
                      <a:pt x="15609" y="12567"/>
                    </a:cubicBezTo>
                    <a:cubicBezTo>
                      <a:pt x="15538" y="12495"/>
                      <a:pt x="15538" y="12424"/>
                      <a:pt x="15466" y="12353"/>
                    </a:cubicBezTo>
                    <a:cubicBezTo>
                      <a:pt x="15395" y="12281"/>
                      <a:pt x="15395" y="12138"/>
                      <a:pt x="15395" y="11996"/>
                    </a:cubicBezTo>
                    <a:cubicBezTo>
                      <a:pt x="15181" y="11710"/>
                      <a:pt x="14966" y="11353"/>
                      <a:pt x="14609" y="11353"/>
                    </a:cubicBezTo>
                    <a:cubicBezTo>
                      <a:pt x="14395" y="11353"/>
                      <a:pt x="14395" y="11567"/>
                      <a:pt x="14395" y="11781"/>
                    </a:cubicBezTo>
                    <a:cubicBezTo>
                      <a:pt x="14538" y="11996"/>
                      <a:pt x="14895" y="12138"/>
                      <a:pt x="15038" y="12353"/>
                    </a:cubicBezTo>
                    <a:cubicBezTo>
                      <a:pt x="15109" y="12567"/>
                      <a:pt x="14895" y="12852"/>
                      <a:pt x="14966" y="13067"/>
                    </a:cubicBezTo>
                    <a:cubicBezTo>
                      <a:pt x="15109" y="13210"/>
                      <a:pt x="15323" y="13138"/>
                      <a:pt x="15395" y="13210"/>
                    </a:cubicBezTo>
                    <a:cubicBezTo>
                      <a:pt x="15538" y="13281"/>
                      <a:pt x="15538" y="13352"/>
                      <a:pt x="15609" y="13424"/>
                    </a:cubicBezTo>
                    <a:cubicBezTo>
                      <a:pt x="15752" y="13567"/>
                      <a:pt x="16037" y="13210"/>
                      <a:pt x="15895" y="13067"/>
                    </a:cubicBezTo>
                    <a:close/>
                    <a:moveTo>
                      <a:pt x="22392" y="10139"/>
                    </a:moveTo>
                    <a:cubicBezTo>
                      <a:pt x="22392" y="10139"/>
                      <a:pt x="22107" y="9854"/>
                      <a:pt x="22107" y="9782"/>
                    </a:cubicBezTo>
                    <a:cubicBezTo>
                      <a:pt x="22107" y="9711"/>
                      <a:pt x="22035" y="9568"/>
                      <a:pt x="22035" y="9568"/>
                    </a:cubicBezTo>
                    <a:cubicBezTo>
                      <a:pt x="22035" y="9497"/>
                      <a:pt x="21892" y="9425"/>
                      <a:pt x="21892" y="9425"/>
                    </a:cubicBezTo>
                    <a:cubicBezTo>
                      <a:pt x="21821" y="9568"/>
                      <a:pt x="21892" y="9782"/>
                      <a:pt x="21964" y="9925"/>
                    </a:cubicBezTo>
                    <a:cubicBezTo>
                      <a:pt x="22035" y="9996"/>
                      <a:pt x="22107" y="10068"/>
                      <a:pt x="22178" y="10139"/>
                    </a:cubicBezTo>
                    <a:cubicBezTo>
                      <a:pt x="22178" y="10282"/>
                      <a:pt x="22107" y="10353"/>
                      <a:pt x="22178" y="10496"/>
                    </a:cubicBezTo>
                    <a:cubicBezTo>
                      <a:pt x="22178" y="10639"/>
                      <a:pt x="22178" y="10853"/>
                      <a:pt x="22249" y="10853"/>
                    </a:cubicBezTo>
                    <a:cubicBezTo>
                      <a:pt x="22464" y="10925"/>
                      <a:pt x="22249" y="10639"/>
                      <a:pt x="22321" y="10568"/>
                    </a:cubicBezTo>
                    <a:cubicBezTo>
                      <a:pt x="22392" y="10425"/>
                      <a:pt x="22535" y="10282"/>
                      <a:pt x="22392" y="10139"/>
                    </a:cubicBezTo>
                    <a:close/>
                    <a:moveTo>
                      <a:pt x="21678" y="72"/>
                    </a:moveTo>
                    <a:cubicBezTo>
                      <a:pt x="21750" y="143"/>
                      <a:pt x="21750" y="143"/>
                      <a:pt x="21750" y="143"/>
                    </a:cubicBezTo>
                    <a:cubicBezTo>
                      <a:pt x="21750" y="72"/>
                      <a:pt x="21750" y="72"/>
                      <a:pt x="21750" y="72"/>
                    </a:cubicBezTo>
                    <a:cubicBezTo>
                      <a:pt x="21750" y="0"/>
                      <a:pt x="21750" y="0"/>
                      <a:pt x="21750" y="0"/>
                    </a:cubicBezTo>
                    <a:cubicBezTo>
                      <a:pt x="21750" y="0"/>
                      <a:pt x="21750" y="0"/>
                      <a:pt x="21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59"/>
              <p:cNvSpPr/>
              <p:nvPr/>
            </p:nvSpPr>
            <p:spPr>
              <a:xfrm>
                <a:off x="4788200" y="1991750"/>
                <a:ext cx="1167425" cy="854525"/>
              </a:xfrm>
              <a:custGeom>
                <a:rect b="b" l="l" r="r" t="t"/>
                <a:pathLst>
                  <a:path extrusionOk="0" h="34181" w="46697">
                    <a:moveTo>
                      <a:pt x="42770" y="0"/>
                    </a:moveTo>
                    <a:lnTo>
                      <a:pt x="42627" y="72"/>
                    </a:lnTo>
                    <a:cubicBezTo>
                      <a:pt x="42484" y="143"/>
                      <a:pt x="42484" y="143"/>
                      <a:pt x="42484" y="143"/>
                    </a:cubicBezTo>
                    <a:cubicBezTo>
                      <a:pt x="42413" y="215"/>
                      <a:pt x="42413" y="215"/>
                      <a:pt x="42413" y="215"/>
                    </a:cubicBezTo>
                    <a:cubicBezTo>
                      <a:pt x="42484" y="286"/>
                      <a:pt x="42484" y="286"/>
                      <a:pt x="42484" y="286"/>
                    </a:cubicBezTo>
                    <a:lnTo>
                      <a:pt x="42627" y="286"/>
                    </a:lnTo>
                    <a:cubicBezTo>
                      <a:pt x="42770" y="215"/>
                      <a:pt x="42770" y="215"/>
                      <a:pt x="42770" y="215"/>
                    </a:cubicBezTo>
                    <a:cubicBezTo>
                      <a:pt x="42841" y="72"/>
                      <a:pt x="42841" y="72"/>
                      <a:pt x="42841" y="72"/>
                    </a:cubicBezTo>
                    <a:cubicBezTo>
                      <a:pt x="42770" y="0"/>
                      <a:pt x="42770" y="0"/>
                      <a:pt x="42770" y="0"/>
                    </a:cubicBezTo>
                    <a:close/>
                    <a:moveTo>
                      <a:pt x="46483" y="572"/>
                    </a:moveTo>
                    <a:cubicBezTo>
                      <a:pt x="46411" y="643"/>
                      <a:pt x="46411" y="643"/>
                      <a:pt x="46411" y="643"/>
                    </a:cubicBezTo>
                    <a:cubicBezTo>
                      <a:pt x="46483" y="714"/>
                      <a:pt x="46483" y="714"/>
                      <a:pt x="46483" y="714"/>
                    </a:cubicBezTo>
                    <a:lnTo>
                      <a:pt x="46554" y="714"/>
                    </a:lnTo>
                    <a:cubicBezTo>
                      <a:pt x="46697" y="643"/>
                      <a:pt x="46697" y="643"/>
                      <a:pt x="46697" y="643"/>
                    </a:cubicBezTo>
                    <a:lnTo>
                      <a:pt x="46626" y="572"/>
                    </a:lnTo>
                    <a:close/>
                    <a:moveTo>
                      <a:pt x="23991" y="4070"/>
                    </a:moveTo>
                    <a:cubicBezTo>
                      <a:pt x="23920" y="4142"/>
                      <a:pt x="23920" y="4142"/>
                      <a:pt x="23920" y="4142"/>
                    </a:cubicBezTo>
                    <a:cubicBezTo>
                      <a:pt x="23848" y="4284"/>
                      <a:pt x="23848" y="4284"/>
                      <a:pt x="23848" y="4284"/>
                    </a:cubicBezTo>
                    <a:cubicBezTo>
                      <a:pt x="23777" y="4356"/>
                      <a:pt x="23777" y="4356"/>
                      <a:pt x="23777" y="4356"/>
                    </a:cubicBezTo>
                    <a:cubicBezTo>
                      <a:pt x="23777" y="4427"/>
                      <a:pt x="23777" y="4427"/>
                      <a:pt x="23777" y="4427"/>
                    </a:cubicBezTo>
                    <a:cubicBezTo>
                      <a:pt x="23777" y="4499"/>
                      <a:pt x="23777" y="4499"/>
                      <a:pt x="23777" y="4499"/>
                    </a:cubicBezTo>
                    <a:cubicBezTo>
                      <a:pt x="23777" y="4641"/>
                      <a:pt x="23777" y="4641"/>
                      <a:pt x="23777" y="4641"/>
                    </a:cubicBezTo>
                    <a:lnTo>
                      <a:pt x="23848" y="4784"/>
                    </a:lnTo>
                    <a:lnTo>
                      <a:pt x="23920" y="4784"/>
                    </a:lnTo>
                    <a:cubicBezTo>
                      <a:pt x="24063" y="4713"/>
                      <a:pt x="24063" y="4713"/>
                      <a:pt x="24063" y="4713"/>
                    </a:cubicBezTo>
                    <a:cubicBezTo>
                      <a:pt x="24205" y="4427"/>
                      <a:pt x="24205" y="4427"/>
                      <a:pt x="24205" y="4427"/>
                    </a:cubicBezTo>
                    <a:cubicBezTo>
                      <a:pt x="24205" y="4284"/>
                      <a:pt x="24205" y="4284"/>
                      <a:pt x="24205" y="4284"/>
                    </a:cubicBezTo>
                    <a:cubicBezTo>
                      <a:pt x="24063" y="4142"/>
                      <a:pt x="24063" y="4142"/>
                      <a:pt x="24063" y="4142"/>
                    </a:cubicBezTo>
                    <a:cubicBezTo>
                      <a:pt x="23991" y="4070"/>
                      <a:pt x="23991" y="4070"/>
                      <a:pt x="23991" y="4070"/>
                    </a:cubicBezTo>
                    <a:close/>
                    <a:moveTo>
                      <a:pt x="21421" y="4927"/>
                    </a:moveTo>
                    <a:cubicBezTo>
                      <a:pt x="21421" y="5070"/>
                      <a:pt x="21421" y="5070"/>
                      <a:pt x="21421" y="5070"/>
                    </a:cubicBezTo>
                    <a:cubicBezTo>
                      <a:pt x="21492" y="5213"/>
                      <a:pt x="21492" y="5213"/>
                      <a:pt x="21492" y="5213"/>
                    </a:cubicBezTo>
                    <a:lnTo>
                      <a:pt x="21635" y="5284"/>
                    </a:lnTo>
                    <a:lnTo>
                      <a:pt x="21778" y="5284"/>
                    </a:lnTo>
                    <a:cubicBezTo>
                      <a:pt x="21849" y="5141"/>
                      <a:pt x="21849" y="5141"/>
                      <a:pt x="21849" y="5141"/>
                    </a:cubicBezTo>
                    <a:cubicBezTo>
                      <a:pt x="21849" y="4998"/>
                      <a:pt x="21849" y="4998"/>
                      <a:pt x="21849" y="4998"/>
                    </a:cubicBezTo>
                    <a:cubicBezTo>
                      <a:pt x="21778" y="4927"/>
                      <a:pt x="21778" y="4927"/>
                      <a:pt x="21778" y="4927"/>
                    </a:cubicBezTo>
                    <a:close/>
                    <a:moveTo>
                      <a:pt x="26522" y="2674"/>
                    </a:moveTo>
                    <a:cubicBezTo>
                      <a:pt x="26388" y="2674"/>
                      <a:pt x="26320" y="2870"/>
                      <a:pt x="26205" y="2928"/>
                    </a:cubicBezTo>
                    <a:cubicBezTo>
                      <a:pt x="26190" y="2943"/>
                      <a:pt x="26168" y="2948"/>
                      <a:pt x="26142" y="2948"/>
                    </a:cubicBezTo>
                    <a:cubicBezTo>
                      <a:pt x="26072" y="2948"/>
                      <a:pt x="25969" y="2907"/>
                      <a:pt x="25874" y="2907"/>
                    </a:cubicBezTo>
                    <a:cubicBezTo>
                      <a:pt x="25840" y="2907"/>
                      <a:pt x="25806" y="2913"/>
                      <a:pt x="25776" y="2928"/>
                    </a:cubicBezTo>
                    <a:cubicBezTo>
                      <a:pt x="25633" y="2999"/>
                      <a:pt x="25562" y="3285"/>
                      <a:pt x="25419" y="3356"/>
                    </a:cubicBezTo>
                    <a:cubicBezTo>
                      <a:pt x="24991" y="3570"/>
                      <a:pt x="24848" y="3999"/>
                      <a:pt x="24562" y="4427"/>
                    </a:cubicBezTo>
                    <a:cubicBezTo>
                      <a:pt x="24420" y="4641"/>
                      <a:pt x="24063" y="4856"/>
                      <a:pt x="24348" y="5070"/>
                    </a:cubicBezTo>
                    <a:lnTo>
                      <a:pt x="24348" y="5141"/>
                    </a:lnTo>
                    <a:cubicBezTo>
                      <a:pt x="24562" y="5427"/>
                      <a:pt x="24420" y="5998"/>
                      <a:pt x="24634" y="6284"/>
                    </a:cubicBezTo>
                    <a:cubicBezTo>
                      <a:pt x="24705" y="6426"/>
                      <a:pt x="24634" y="6641"/>
                      <a:pt x="24705" y="6641"/>
                    </a:cubicBezTo>
                    <a:cubicBezTo>
                      <a:pt x="24848" y="6569"/>
                      <a:pt x="24991" y="6426"/>
                      <a:pt x="25205" y="6426"/>
                    </a:cubicBezTo>
                    <a:cubicBezTo>
                      <a:pt x="25276" y="6355"/>
                      <a:pt x="25419" y="6355"/>
                      <a:pt x="25491" y="6355"/>
                    </a:cubicBezTo>
                    <a:cubicBezTo>
                      <a:pt x="26133" y="6355"/>
                      <a:pt x="26562" y="6069"/>
                      <a:pt x="26704" y="5570"/>
                    </a:cubicBezTo>
                    <a:cubicBezTo>
                      <a:pt x="26847" y="5284"/>
                      <a:pt x="27061" y="4998"/>
                      <a:pt x="27061" y="4713"/>
                    </a:cubicBezTo>
                    <a:cubicBezTo>
                      <a:pt x="27061" y="4641"/>
                      <a:pt x="27061" y="4570"/>
                      <a:pt x="27061" y="4499"/>
                    </a:cubicBezTo>
                    <a:cubicBezTo>
                      <a:pt x="27418" y="3856"/>
                      <a:pt x="27418" y="3642"/>
                      <a:pt x="26919" y="3071"/>
                    </a:cubicBezTo>
                    <a:cubicBezTo>
                      <a:pt x="26847" y="2928"/>
                      <a:pt x="26776" y="2785"/>
                      <a:pt x="26633" y="2714"/>
                    </a:cubicBezTo>
                    <a:cubicBezTo>
                      <a:pt x="26591" y="2686"/>
                      <a:pt x="26555" y="2674"/>
                      <a:pt x="26522" y="2674"/>
                    </a:cubicBezTo>
                    <a:close/>
                    <a:moveTo>
                      <a:pt x="12853" y="10568"/>
                    </a:moveTo>
                    <a:cubicBezTo>
                      <a:pt x="12781" y="10639"/>
                      <a:pt x="12781" y="10639"/>
                      <a:pt x="12781" y="10639"/>
                    </a:cubicBezTo>
                    <a:cubicBezTo>
                      <a:pt x="12781" y="10711"/>
                      <a:pt x="12781" y="10711"/>
                      <a:pt x="12781" y="10711"/>
                    </a:cubicBezTo>
                    <a:cubicBezTo>
                      <a:pt x="12710" y="10782"/>
                      <a:pt x="12710" y="10782"/>
                      <a:pt x="12710" y="10782"/>
                    </a:cubicBezTo>
                    <a:lnTo>
                      <a:pt x="12781" y="10782"/>
                    </a:lnTo>
                    <a:cubicBezTo>
                      <a:pt x="12924" y="10996"/>
                      <a:pt x="12924" y="10996"/>
                      <a:pt x="12924" y="10996"/>
                    </a:cubicBezTo>
                    <a:cubicBezTo>
                      <a:pt x="12995" y="10853"/>
                      <a:pt x="12995" y="10853"/>
                      <a:pt x="12995" y="10853"/>
                    </a:cubicBezTo>
                    <a:cubicBezTo>
                      <a:pt x="13067" y="10711"/>
                      <a:pt x="13067" y="10711"/>
                      <a:pt x="13067" y="10711"/>
                    </a:cubicBezTo>
                    <a:lnTo>
                      <a:pt x="12995" y="10639"/>
                    </a:lnTo>
                    <a:lnTo>
                      <a:pt x="12924" y="10639"/>
                    </a:lnTo>
                    <a:cubicBezTo>
                      <a:pt x="12853" y="10568"/>
                      <a:pt x="12853" y="10568"/>
                      <a:pt x="12853" y="10568"/>
                    </a:cubicBezTo>
                    <a:close/>
                    <a:moveTo>
                      <a:pt x="18776" y="13619"/>
                    </a:moveTo>
                    <a:cubicBezTo>
                      <a:pt x="18680" y="13619"/>
                      <a:pt x="18622" y="13723"/>
                      <a:pt x="18565" y="13781"/>
                    </a:cubicBezTo>
                    <a:cubicBezTo>
                      <a:pt x="18493" y="13852"/>
                      <a:pt x="18565" y="13995"/>
                      <a:pt x="18565" y="14066"/>
                    </a:cubicBezTo>
                    <a:lnTo>
                      <a:pt x="18565" y="14138"/>
                    </a:lnTo>
                    <a:cubicBezTo>
                      <a:pt x="18636" y="14209"/>
                      <a:pt x="18707" y="14281"/>
                      <a:pt x="18850" y="14281"/>
                    </a:cubicBezTo>
                    <a:cubicBezTo>
                      <a:pt x="19064" y="14209"/>
                      <a:pt x="19207" y="13924"/>
                      <a:pt x="19064" y="13781"/>
                    </a:cubicBezTo>
                    <a:cubicBezTo>
                      <a:pt x="18993" y="13709"/>
                      <a:pt x="18922" y="13638"/>
                      <a:pt x="18850" y="13638"/>
                    </a:cubicBezTo>
                    <a:cubicBezTo>
                      <a:pt x="18823" y="13624"/>
                      <a:pt x="18798" y="13619"/>
                      <a:pt x="18776" y="13619"/>
                    </a:cubicBezTo>
                    <a:close/>
                    <a:moveTo>
                      <a:pt x="19353" y="14249"/>
                    </a:moveTo>
                    <a:cubicBezTo>
                      <a:pt x="19310" y="14249"/>
                      <a:pt x="19279" y="14281"/>
                      <a:pt x="19279" y="14281"/>
                    </a:cubicBezTo>
                    <a:lnTo>
                      <a:pt x="19207" y="14281"/>
                    </a:lnTo>
                    <a:cubicBezTo>
                      <a:pt x="19136" y="14281"/>
                      <a:pt x="19136" y="14495"/>
                      <a:pt x="19136" y="14566"/>
                    </a:cubicBezTo>
                    <a:cubicBezTo>
                      <a:pt x="19136" y="14638"/>
                      <a:pt x="18993" y="14780"/>
                      <a:pt x="18993" y="14780"/>
                    </a:cubicBezTo>
                    <a:lnTo>
                      <a:pt x="18993" y="14852"/>
                    </a:lnTo>
                    <a:cubicBezTo>
                      <a:pt x="18993" y="14923"/>
                      <a:pt x="19064" y="15066"/>
                      <a:pt x="19136" y="15137"/>
                    </a:cubicBezTo>
                    <a:cubicBezTo>
                      <a:pt x="19207" y="15137"/>
                      <a:pt x="19350" y="14995"/>
                      <a:pt x="19421" y="14995"/>
                    </a:cubicBezTo>
                    <a:cubicBezTo>
                      <a:pt x="19564" y="14852"/>
                      <a:pt x="19564" y="14638"/>
                      <a:pt x="19564" y="14495"/>
                    </a:cubicBezTo>
                    <a:cubicBezTo>
                      <a:pt x="19564" y="14352"/>
                      <a:pt x="19493" y="14281"/>
                      <a:pt x="19421" y="14281"/>
                    </a:cubicBezTo>
                    <a:cubicBezTo>
                      <a:pt x="19398" y="14257"/>
                      <a:pt x="19374" y="14249"/>
                      <a:pt x="19353" y="14249"/>
                    </a:cubicBezTo>
                    <a:close/>
                    <a:moveTo>
                      <a:pt x="19136" y="16565"/>
                    </a:moveTo>
                    <a:cubicBezTo>
                      <a:pt x="18993" y="16637"/>
                      <a:pt x="18993" y="16637"/>
                      <a:pt x="18993" y="16637"/>
                    </a:cubicBezTo>
                    <a:cubicBezTo>
                      <a:pt x="18922" y="16708"/>
                      <a:pt x="18922" y="16708"/>
                      <a:pt x="18922" y="16708"/>
                    </a:cubicBezTo>
                    <a:cubicBezTo>
                      <a:pt x="18850" y="16780"/>
                      <a:pt x="18850" y="16780"/>
                      <a:pt x="18850" y="16780"/>
                    </a:cubicBezTo>
                    <a:cubicBezTo>
                      <a:pt x="18850" y="16851"/>
                      <a:pt x="18850" y="16851"/>
                      <a:pt x="18850" y="16851"/>
                    </a:cubicBezTo>
                    <a:cubicBezTo>
                      <a:pt x="18922" y="16994"/>
                      <a:pt x="18922" y="16994"/>
                      <a:pt x="18922" y="16994"/>
                    </a:cubicBezTo>
                    <a:lnTo>
                      <a:pt x="18922" y="17065"/>
                    </a:lnTo>
                    <a:cubicBezTo>
                      <a:pt x="18993" y="17208"/>
                      <a:pt x="18993" y="17208"/>
                      <a:pt x="18993" y="17208"/>
                    </a:cubicBezTo>
                    <a:lnTo>
                      <a:pt x="19207" y="17208"/>
                    </a:lnTo>
                    <a:cubicBezTo>
                      <a:pt x="19350" y="16994"/>
                      <a:pt x="19350" y="16994"/>
                      <a:pt x="19350" y="16994"/>
                    </a:cubicBezTo>
                    <a:cubicBezTo>
                      <a:pt x="19350" y="16708"/>
                      <a:pt x="19350" y="16708"/>
                      <a:pt x="19350" y="16708"/>
                    </a:cubicBezTo>
                    <a:cubicBezTo>
                      <a:pt x="19279" y="16565"/>
                      <a:pt x="19279" y="16565"/>
                      <a:pt x="19279" y="16565"/>
                    </a:cubicBezTo>
                    <a:close/>
                    <a:moveTo>
                      <a:pt x="34559" y="16994"/>
                    </a:moveTo>
                    <a:cubicBezTo>
                      <a:pt x="34559" y="17065"/>
                      <a:pt x="34559" y="17065"/>
                      <a:pt x="34559" y="17065"/>
                    </a:cubicBezTo>
                    <a:lnTo>
                      <a:pt x="34630" y="17065"/>
                    </a:lnTo>
                    <a:cubicBezTo>
                      <a:pt x="34630" y="17137"/>
                      <a:pt x="34630" y="17137"/>
                      <a:pt x="34630" y="17137"/>
                    </a:cubicBezTo>
                    <a:cubicBezTo>
                      <a:pt x="34701" y="17208"/>
                      <a:pt x="34701" y="17208"/>
                      <a:pt x="34701" y="17208"/>
                    </a:cubicBezTo>
                    <a:cubicBezTo>
                      <a:pt x="34773" y="17279"/>
                      <a:pt x="34773" y="17279"/>
                      <a:pt x="34773" y="17279"/>
                    </a:cubicBezTo>
                    <a:cubicBezTo>
                      <a:pt x="34916" y="17208"/>
                      <a:pt x="34916" y="17208"/>
                      <a:pt x="34916" y="17208"/>
                    </a:cubicBezTo>
                    <a:cubicBezTo>
                      <a:pt x="34844" y="17065"/>
                      <a:pt x="34844" y="17065"/>
                      <a:pt x="34844" y="17065"/>
                    </a:cubicBezTo>
                    <a:lnTo>
                      <a:pt x="34844" y="16994"/>
                    </a:lnTo>
                    <a:close/>
                    <a:moveTo>
                      <a:pt x="19350" y="17993"/>
                    </a:moveTo>
                    <a:cubicBezTo>
                      <a:pt x="19279" y="17993"/>
                      <a:pt x="19279" y="18065"/>
                      <a:pt x="19279" y="18136"/>
                    </a:cubicBezTo>
                    <a:cubicBezTo>
                      <a:pt x="19207" y="18350"/>
                      <a:pt x="19136" y="18636"/>
                      <a:pt x="19207" y="18850"/>
                    </a:cubicBezTo>
                    <a:cubicBezTo>
                      <a:pt x="19231" y="18874"/>
                      <a:pt x="19255" y="18882"/>
                      <a:pt x="19276" y="18882"/>
                    </a:cubicBezTo>
                    <a:cubicBezTo>
                      <a:pt x="19318" y="18882"/>
                      <a:pt x="19350" y="18850"/>
                      <a:pt x="19350" y="18850"/>
                    </a:cubicBezTo>
                    <a:cubicBezTo>
                      <a:pt x="19350" y="18827"/>
                      <a:pt x="19358" y="18819"/>
                      <a:pt x="19369" y="18819"/>
                    </a:cubicBezTo>
                    <a:cubicBezTo>
                      <a:pt x="19390" y="18819"/>
                      <a:pt x="19421" y="18850"/>
                      <a:pt x="19421" y="18850"/>
                    </a:cubicBezTo>
                    <a:cubicBezTo>
                      <a:pt x="19493" y="18922"/>
                      <a:pt x="19421" y="18993"/>
                      <a:pt x="19493" y="19065"/>
                    </a:cubicBezTo>
                    <a:cubicBezTo>
                      <a:pt x="19493" y="19136"/>
                      <a:pt x="19564" y="19136"/>
                      <a:pt x="19564" y="19207"/>
                    </a:cubicBezTo>
                    <a:cubicBezTo>
                      <a:pt x="19636" y="19207"/>
                      <a:pt x="19636" y="19065"/>
                      <a:pt x="19636" y="18993"/>
                    </a:cubicBezTo>
                    <a:cubicBezTo>
                      <a:pt x="19636" y="18779"/>
                      <a:pt x="19564" y="18493"/>
                      <a:pt x="19493" y="18279"/>
                    </a:cubicBezTo>
                    <a:cubicBezTo>
                      <a:pt x="19493" y="18208"/>
                      <a:pt x="19564" y="18136"/>
                      <a:pt x="19564" y="18065"/>
                    </a:cubicBezTo>
                    <a:cubicBezTo>
                      <a:pt x="19564" y="18065"/>
                      <a:pt x="19421" y="18065"/>
                      <a:pt x="19350" y="17993"/>
                    </a:cubicBezTo>
                    <a:close/>
                    <a:moveTo>
                      <a:pt x="32845" y="18993"/>
                    </a:moveTo>
                    <a:lnTo>
                      <a:pt x="32845" y="18993"/>
                    </a:lnTo>
                    <a:cubicBezTo>
                      <a:pt x="32774" y="19065"/>
                      <a:pt x="32845" y="19350"/>
                      <a:pt x="32916" y="19422"/>
                    </a:cubicBezTo>
                    <a:cubicBezTo>
                      <a:pt x="32988" y="19422"/>
                      <a:pt x="33059" y="19422"/>
                      <a:pt x="33059" y="19350"/>
                    </a:cubicBezTo>
                    <a:cubicBezTo>
                      <a:pt x="33131" y="19350"/>
                      <a:pt x="33059" y="19279"/>
                      <a:pt x="32988" y="19207"/>
                    </a:cubicBezTo>
                    <a:cubicBezTo>
                      <a:pt x="33059" y="19207"/>
                      <a:pt x="33059" y="19279"/>
                      <a:pt x="33059" y="19279"/>
                    </a:cubicBezTo>
                    <a:cubicBezTo>
                      <a:pt x="33131" y="19279"/>
                      <a:pt x="33131" y="19279"/>
                      <a:pt x="33202" y="19350"/>
                    </a:cubicBezTo>
                    <a:cubicBezTo>
                      <a:pt x="33202" y="19350"/>
                      <a:pt x="33202" y="19422"/>
                      <a:pt x="33202" y="19422"/>
                    </a:cubicBezTo>
                    <a:cubicBezTo>
                      <a:pt x="33273" y="19279"/>
                      <a:pt x="32988" y="19136"/>
                      <a:pt x="32845" y="18993"/>
                    </a:cubicBezTo>
                    <a:close/>
                    <a:moveTo>
                      <a:pt x="30989" y="18636"/>
                    </a:moveTo>
                    <a:cubicBezTo>
                      <a:pt x="30989" y="18779"/>
                      <a:pt x="31203" y="18779"/>
                      <a:pt x="31274" y="18922"/>
                    </a:cubicBezTo>
                    <a:cubicBezTo>
                      <a:pt x="31346" y="19065"/>
                      <a:pt x="31488" y="19136"/>
                      <a:pt x="31488" y="19207"/>
                    </a:cubicBezTo>
                    <a:cubicBezTo>
                      <a:pt x="31488" y="19279"/>
                      <a:pt x="31488" y="19350"/>
                      <a:pt x="31488" y="19422"/>
                    </a:cubicBezTo>
                    <a:cubicBezTo>
                      <a:pt x="31631" y="19493"/>
                      <a:pt x="31988" y="19564"/>
                      <a:pt x="32060" y="19707"/>
                    </a:cubicBezTo>
                    <a:cubicBezTo>
                      <a:pt x="32202" y="19850"/>
                      <a:pt x="32345" y="20207"/>
                      <a:pt x="32559" y="20278"/>
                    </a:cubicBezTo>
                    <a:cubicBezTo>
                      <a:pt x="32702" y="20278"/>
                      <a:pt x="32845" y="20064"/>
                      <a:pt x="32702" y="19921"/>
                    </a:cubicBezTo>
                    <a:cubicBezTo>
                      <a:pt x="32417" y="19564"/>
                      <a:pt x="32060" y="19493"/>
                      <a:pt x="31774" y="19207"/>
                    </a:cubicBezTo>
                    <a:cubicBezTo>
                      <a:pt x="31488" y="18993"/>
                      <a:pt x="31203" y="18636"/>
                      <a:pt x="31131" y="18636"/>
                    </a:cubicBezTo>
                    <a:close/>
                    <a:moveTo>
                      <a:pt x="18208" y="20493"/>
                    </a:moveTo>
                    <a:cubicBezTo>
                      <a:pt x="18065" y="20493"/>
                      <a:pt x="17922" y="20493"/>
                      <a:pt x="17779" y="20564"/>
                    </a:cubicBezTo>
                    <a:cubicBezTo>
                      <a:pt x="17636" y="20564"/>
                      <a:pt x="17422" y="20635"/>
                      <a:pt x="17494" y="20778"/>
                    </a:cubicBezTo>
                    <a:cubicBezTo>
                      <a:pt x="17494" y="20921"/>
                      <a:pt x="17565" y="21064"/>
                      <a:pt x="17494" y="21135"/>
                    </a:cubicBezTo>
                    <a:cubicBezTo>
                      <a:pt x="17422" y="21278"/>
                      <a:pt x="17422" y="21421"/>
                      <a:pt x="17422" y="21564"/>
                    </a:cubicBezTo>
                    <a:cubicBezTo>
                      <a:pt x="17422" y="21706"/>
                      <a:pt x="17636" y="21778"/>
                      <a:pt x="17565" y="21921"/>
                    </a:cubicBezTo>
                    <a:cubicBezTo>
                      <a:pt x="17494" y="21921"/>
                      <a:pt x="17422" y="21992"/>
                      <a:pt x="17494" y="21992"/>
                    </a:cubicBezTo>
                    <a:cubicBezTo>
                      <a:pt x="17494" y="22063"/>
                      <a:pt x="17494" y="22063"/>
                      <a:pt x="17494" y="22135"/>
                    </a:cubicBezTo>
                    <a:cubicBezTo>
                      <a:pt x="17494" y="22135"/>
                      <a:pt x="17565" y="22135"/>
                      <a:pt x="17636" y="22206"/>
                    </a:cubicBezTo>
                    <a:cubicBezTo>
                      <a:pt x="17851" y="22206"/>
                      <a:pt x="17993" y="22135"/>
                      <a:pt x="18208" y="21992"/>
                    </a:cubicBezTo>
                    <a:cubicBezTo>
                      <a:pt x="18350" y="21992"/>
                      <a:pt x="18350" y="21992"/>
                      <a:pt x="18422" y="21849"/>
                    </a:cubicBezTo>
                    <a:cubicBezTo>
                      <a:pt x="18493" y="21706"/>
                      <a:pt x="18422" y="21635"/>
                      <a:pt x="18422" y="21564"/>
                    </a:cubicBezTo>
                    <a:cubicBezTo>
                      <a:pt x="18493" y="21421"/>
                      <a:pt x="18565" y="21349"/>
                      <a:pt x="18493" y="21207"/>
                    </a:cubicBezTo>
                    <a:cubicBezTo>
                      <a:pt x="18422" y="21064"/>
                      <a:pt x="18208" y="20850"/>
                      <a:pt x="18565" y="20778"/>
                    </a:cubicBezTo>
                    <a:cubicBezTo>
                      <a:pt x="18636" y="20778"/>
                      <a:pt x="18636" y="20707"/>
                      <a:pt x="18636" y="20707"/>
                    </a:cubicBezTo>
                    <a:cubicBezTo>
                      <a:pt x="18565" y="20635"/>
                      <a:pt x="18493" y="20635"/>
                      <a:pt x="18422" y="20635"/>
                    </a:cubicBezTo>
                    <a:cubicBezTo>
                      <a:pt x="18350" y="20564"/>
                      <a:pt x="18279" y="20493"/>
                      <a:pt x="18208" y="20493"/>
                    </a:cubicBezTo>
                    <a:close/>
                    <a:moveTo>
                      <a:pt x="18350" y="22706"/>
                    </a:moveTo>
                    <a:cubicBezTo>
                      <a:pt x="18279" y="22706"/>
                      <a:pt x="18136" y="22706"/>
                      <a:pt x="18065" y="22777"/>
                    </a:cubicBezTo>
                    <a:cubicBezTo>
                      <a:pt x="17922" y="22849"/>
                      <a:pt x="17993" y="22992"/>
                      <a:pt x="17922" y="23063"/>
                    </a:cubicBezTo>
                    <a:cubicBezTo>
                      <a:pt x="17922" y="23206"/>
                      <a:pt x="17779" y="23349"/>
                      <a:pt x="17779" y="23491"/>
                    </a:cubicBezTo>
                    <a:cubicBezTo>
                      <a:pt x="17636" y="23848"/>
                      <a:pt x="18136" y="23706"/>
                      <a:pt x="18350" y="23777"/>
                    </a:cubicBezTo>
                    <a:cubicBezTo>
                      <a:pt x="18422" y="23848"/>
                      <a:pt x="18422" y="23920"/>
                      <a:pt x="18493" y="23920"/>
                    </a:cubicBezTo>
                    <a:cubicBezTo>
                      <a:pt x="18565" y="23848"/>
                      <a:pt x="18779" y="23848"/>
                      <a:pt x="18779" y="23777"/>
                    </a:cubicBezTo>
                    <a:lnTo>
                      <a:pt x="18779" y="23706"/>
                    </a:lnTo>
                    <a:cubicBezTo>
                      <a:pt x="18707" y="23706"/>
                      <a:pt x="18636" y="23563"/>
                      <a:pt x="18636" y="23491"/>
                    </a:cubicBezTo>
                    <a:cubicBezTo>
                      <a:pt x="18636" y="23420"/>
                      <a:pt x="18636" y="23349"/>
                      <a:pt x="18636" y="23277"/>
                    </a:cubicBezTo>
                    <a:cubicBezTo>
                      <a:pt x="18565" y="23134"/>
                      <a:pt x="18422" y="22992"/>
                      <a:pt x="18350" y="22920"/>
                    </a:cubicBezTo>
                    <a:cubicBezTo>
                      <a:pt x="18350" y="22849"/>
                      <a:pt x="18422" y="22706"/>
                      <a:pt x="18350" y="22706"/>
                    </a:cubicBezTo>
                    <a:close/>
                    <a:moveTo>
                      <a:pt x="20052" y="20784"/>
                    </a:moveTo>
                    <a:cubicBezTo>
                      <a:pt x="19979" y="20784"/>
                      <a:pt x="19909" y="20823"/>
                      <a:pt x="19850" y="20921"/>
                    </a:cubicBezTo>
                    <a:cubicBezTo>
                      <a:pt x="19707" y="21111"/>
                      <a:pt x="19628" y="21333"/>
                      <a:pt x="19506" y="21333"/>
                    </a:cubicBezTo>
                    <a:cubicBezTo>
                      <a:pt x="19445" y="21333"/>
                      <a:pt x="19374" y="21278"/>
                      <a:pt x="19279" y="21135"/>
                    </a:cubicBezTo>
                    <a:cubicBezTo>
                      <a:pt x="19178" y="21034"/>
                      <a:pt x="19077" y="20933"/>
                      <a:pt x="18976" y="20933"/>
                    </a:cubicBezTo>
                    <a:cubicBezTo>
                      <a:pt x="18934" y="20933"/>
                      <a:pt x="18892" y="20951"/>
                      <a:pt x="18850" y="20992"/>
                    </a:cubicBezTo>
                    <a:cubicBezTo>
                      <a:pt x="18707" y="21064"/>
                      <a:pt x="18779" y="21278"/>
                      <a:pt x="18707" y="21492"/>
                    </a:cubicBezTo>
                    <a:cubicBezTo>
                      <a:pt x="18636" y="21635"/>
                      <a:pt x="18565" y="21778"/>
                      <a:pt x="18565" y="21921"/>
                    </a:cubicBezTo>
                    <a:cubicBezTo>
                      <a:pt x="18779" y="22278"/>
                      <a:pt x="19136" y="22706"/>
                      <a:pt x="19493" y="22849"/>
                    </a:cubicBezTo>
                    <a:cubicBezTo>
                      <a:pt x="19707" y="22992"/>
                      <a:pt x="19493" y="23277"/>
                      <a:pt x="19493" y="23491"/>
                    </a:cubicBezTo>
                    <a:cubicBezTo>
                      <a:pt x="19493" y="23634"/>
                      <a:pt x="19493" y="23848"/>
                      <a:pt x="19636" y="23920"/>
                    </a:cubicBezTo>
                    <a:cubicBezTo>
                      <a:pt x="19707" y="23991"/>
                      <a:pt x="19778" y="23991"/>
                      <a:pt x="19850" y="23991"/>
                    </a:cubicBezTo>
                    <a:cubicBezTo>
                      <a:pt x="20089" y="23932"/>
                      <a:pt x="20427" y="23672"/>
                      <a:pt x="20615" y="23672"/>
                    </a:cubicBezTo>
                    <a:cubicBezTo>
                      <a:pt x="20652" y="23672"/>
                      <a:pt x="20683" y="23682"/>
                      <a:pt x="20707" y="23706"/>
                    </a:cubicBezTo>
                    <a:cubicBezTo>
                      <a:pt x="20850" y="23777"/>
                      <a:pt x="20850" y="23920"/>
                      <a:pt x="20921" y="24063"/>
                    </a:cubicBezTo>
                    <a:cubicBezTo>
                      <a:pt x="21064" y="24277"/>
                      <a:pt x="21278" y="24348"/>
                      <a:pt x="21492" y="24420"/>
                    </a:cubicBezTo>
                    <a:cubicBezTo>
                      <a:pt x="21849" y="24420"/>
                      <a:pt x="22349" y="24134"/>
                      <a:pt x="22349" y="23777"/>
                    </a:cubicBezTo>
                    <a:cubicBezTo>
                      <a:pt x="22254" y="23396"/>
                      <a:pt x="21936" y="23238"/>
                      <a:pt x="21608" y="23238"/>
                    </a:cubicBezTo>
                    <a:cubicBezTo>
                      <a:pt x="21445" y="23238"/>
                      <a:pt x="21278" y="23277"/>
                      <a:pt x="21135" y="23349"/>
                    </a:cubicBezTo>
                    <a:cubicBezTo>
                      <a:pt x="20921" y="23349"/>
                      <a:pt x="20850" y="23134"/>
                      <a:pt x="20778" y="22992"/>
                    </a:cubicBezTo>
                    <a:cubicBezTo>
                      <a:pt x="20707" y="22849"/>
                      <a:pt x="20564" y="22777"/>
                      <a:pt x="20564" y="22635"/>
                    </a:cubicBezTo>
                    <a:cubicBezTo>
                      <a:pt x="20564" y="22563"/>
                      <a:pt x="20635" y="22492"/>
                      <a:pt x="20635" y="22492"/>
                    </a:cubicBezTo>
                    <a:lnTo>
                      <a:pt x="20635" y="22420"/>
                    </a:lnTo>
                    <a:cubicBezTo>
                      <a:pt x="21207" y="21778"/>
                      <a:pt x="21064" y="21778"/>
                      <a:pt x="20564" y="21207"/>
                    </a:cubicBezTo>
                    <a:cubicBezTo>
                      <a:pt x="20460" y="21051"/>
                      <a:pt x="20245" y="20784"/>
                      <a:pt x="20052" y="20784"/>
                    </a:cubicBezTo>
                    <a:close/>
                    <a:moveTo>
                      <a:pt x="23018" y="5327"/>
                    </a:moveTo>
                    <a:cubicBezTo>
                      <a:pt x="22848" y="5327"/>
                      <a:pt x="22641" y="5388"/>
                      <a:pt x="22563" y="5427"/>
                    </a:cubicBezTo>
                    <a:cubicBezTo>
                      <a:pt x="21706" y="6284"/>
                      <a:pt x="20850" y="6998"/>
                      <a:pt x="20350" y="8069"/>
                    </a:cubicBezTo>
                    <a:cubicBezTo>
                      <a:pt x="20278" y="8283"/>
                      <a:pt x="20278" y="8497"/>
                      <a:pt x="20207" y="8783"/>
                    </a:cubicBezTo>
                    <a:cubicBezTo>
                      <a:pt x="20136" y="8926"/>
                      <a:pt x="19993" y="9140"/>
                      <a:pt x="19993" y="9354"/>
                    </a:cubicBezTo>
                    <a:cubicBezTo>
                      <a:pt x="20064" y="9925"/>
                      <a:pt x="19778" y="10425"/>
                      <a:pt x="19493" y="10853"/>
                    </a:cubicBezTo>
                    <a:cubicBezTo>
                      <a:pt x="19350" y="11068"/>
                      <a:pt x="19207" y="11282"/>
                      <a:pt x="19279" y="11567"/>
                    </a:cubicBezTo>
                    <a:cubicBezTo>
                      <a:pt x="19279" y="11567"/>
                      <a:pt x="19279" y="11710"/>
                      <a:pt x="19279" y="11782"/>
                    </a:cubicBezTo>
                    <a:cubicBezTo>
                      <a:pt x="19350" y="11924"/>
                      <a:pt x="19207" y="12139"/>
                      <a:pt x="19279" y="12353"/>
                    </a:cubicBezTo>
                    <a:cubicBezTo>
                      <a:pt x="19314" y="12424"/>
                      <a:pt x="19404" y="12424"/>
                      <a:pt x="19493" y="12424"/>
                    </a:cubicBezTo>
                    <a:cubicBezTo>
                      <a:pt x="19582" y="12424"/>
                      <a:pt x="19671" y="12424"/>
                      <a:pt x="19707" y="12496"/>
                    </a:cubicBezTo>
                    <a:cubicBezTo>
                      <a:pt x="19921" y="12781"/>
                      <a:pt x="19707" y="13281"/>
                      <a:pt x="20064" y="13495"/>
                    </a:cubicBezTo>
                    <a:cubicBezTo>
                      <a:pt x="20207" y="13567"/>
                      <a:pt x="20493" y="13638"/>
                      <a:pt x="20493" y="13852"/>
                    </a:cubicBezTo>
                    <a:cubicBezTo>
                      <a:pt x="20493" y="14209"/>
                      <a:pt x="20064" y="14495"/>
                      <a:pt x="20064" y="14852"/>
                    </a:cubicBezTo>
                    <a:cubicBezTo>
                      <a:pt x="19993" y="15280"/>
                      <a:pt x="20064" y="15566"/>
                      <a:pt x="20207" y="15851"/>
                    </a:cubicBezTo>
                    <a:cubicBezTo>
                      <a:pt x="20278" y="16137"/>
                      <a:pt x="20278" y="16351"/>
                      <a:pt x="20493" y="16565"/>
                    </a:cubicBezTo>
                    <a:cubicBezTo>
                      <a:pt x="20635" y="16780"/>
                      <a:pt x="21064" y="16780"/>
                      <a:pt x="21135" y="17137"/>
                    </a:cubicBezTo>
                    <a:cubicBezTo>
                      <a:pt x="21135" y="17351"/>
                      <a:pt x="21064" y="17565"/>
                      <a:pt x="21064" y="17779"/>
                    </a:cubicBezTo>
                    <a:cubicBezTo>
                      <a:pt x="20992" y="17922"/>
                      <a:pt x="20992" y="18136"/>
                      <a:pt x="20992" y="18279"/>
                    </a:cubicBezTo>
                    <a:cubicBezTo>
                      <a:pt x="21064" y="18636"/>
                      <a:pt x="20992" y="18993"/>
                      <a:pt x="20992" y="19279"/>
                    </a:cubicBezTo>
                    <a:cubicBezTo>
                      <a:pt x="20921" y="20278"/>
                      <a:pt x="20707" y="20635"/>
                      <a:pt x="21706" y="21064"/>
                    </a:cubicBezTo>
                    <a:cubicBezTo>
                      <a:pt x="22135" y="21278"/>
                      <a:pt x="22278" y="21706"/>
                      <a:pt x="22563" y="22063"/>
                    </a:cubicBezTo>
                    <a:cubicBezTo>
                      <a:pt x="22777" y="22420"/>
                      <a:pt x="22920" y="22777"/>
                      <a:pt x="23063" y="23134"/>
                    </a:cubicBezTo>
                    <a:cubicBezTo>
                      <a:pt x="23277" y="23491"/>
                      <a:pt x="23634" y="23563"/>
                      <a:pt x="23991" y="23706"/>
                    </a:cubicBezTo>
                    <a:cubicBezTo>
                      <a:pt x="24205" y="23777"/>
                      <a:pt x="24420" y="23848"/>
                      <a:pt x="24491" y="23991"/>
                    </a:cubicBezTo>
                    <a:cubicBezTo>
                      <a:pt x="24562" y="24063"/>
                      <a:pt x="24562" y="24205"/>
                      <a:pt x="24634" y="24277"/>
                    </a:cubicBezTo>
                    <a:cubicBezTo>
                      <a:pt x="24848" y="24491"/>
                      <a:pt x="25276" y="24491"/>
                      <a:pt x="25562" y="24491"/>
                    </a:cubicBezTo>
                    <a:cubicBezTo>
                      <a:pt x="25633" y="24491"/>
                      <a:pt x="25562" y="24491"/>
                      <a:pt x="25491" y="24420"/>
                    </a:cubicBezTo>
                    <a:cubicBezTo>
                      <a:pt x="25205" y="24134"/>
                      <a:pt x="24919" y="23848"/>
                      <a:pt x="24634" y="23563"/>
                    </a:cubicBezTo>
                    <a:cubicBezTo>
                      <a:pt x="24134" y="22992"/>
                      <a:pt x="23777" y="22349"/>
                      <a:pt x="23349" y="21706"/>
                    </a:cubicBezTo>
                    <a:cubicBezTo>
                      <a:pt x="22992" y="20921"/>
                      <a:pt x="22706" y="19993"/>
                      <a:pt x="22349" y="19136"/>
                    </a:cubicBezTo>
                    <a:cubicBezTo>
                      <a:pt x="22135" y="18708"/>
                      <a:pt x="22420" y="18279"/>
                      <a:pt x="22492" y="17851"/>
                    </a:cubicBezTo>
                    <a:cubicBezTo>
                      <a:pt x="22492" y="17494"/>
                      <a:pt x="22278" y="17208"/>
                      <a:pt x="22278" y="16922"/>
                    </a:cubicBezTo>
                    <a:cubicBezTo>
                      <a:pt x="22278" y="16637"/>
                      <a:pt x="22420" y="16280"/>
                      <a:pt x="22635" y="16137"/>
                    </a:cubicBezTo>
                    <a:cubicBezTo>
                      <a:pt x="22706" y="16066"/>
                      <a:pt x="22795" y="16048"/>
                      <a:pt x="22884" y="16048"/>
                    </a:cubicBezTo>
                    <a:cubicBezTo>
                      <a:pt x="22974" y="16048"/>
                      <a:pt x="23063" y="16066"/>
                      <a:pt x="23134" y="16066"/>
                    </a:cubicBezTo>
                    <a:cubicBezTo>
                      <a:pt x="23706" y="16066"/>
                      <a:pt x="24134" y="16280"/>
                      <a:pt x="24634" y="16494"/>
                    </a:cubicBezTo>
                    <a:cubicBezTo>
                      <a:pt x="24705" y="16506"/>
                      <a:pt x="24783" y="16510"/>
                      <a:pt x="24864" y="16510"/>
                    </a:cubicBezTo>
                    <a:cubicBezTo>
                      <a:pt x="25027" y="16510"/>
                      <a:pt x="25205" y="16494"/>
                      <a:pt x="25384" y="16494"/>
                    </a:cubicBezTo>
                    <a:cubicBezTo>
                      <a:pt x="25651" y="16494"/>
                      <a:pt x="25919" y="16530"/>
                      <a:pt x="26133" y="16708"/>
                    </a:cubicBezTo>
                    <a:cubicBezTo>
                      <a:pt x="26847" y="17208"/>
                      <a:pt x="27775" y="17208"/>
                      <a:pt x="28561" y="17494"/>
                    </a:cubicBezTo>
                    <a:cubicBezTo>
                      <a:pt x="28569" y="17502"/>
                      <a:pt x="28574" y="17505"/>
                      <a:pt x="28577" y="17505"/>
                    </a:cubicBezTo>
                    <a:cubicBezTo>
                      <a:pt x="28601" y="17505"/>
                      <a:pt x="28474" y="17272"/>
                      <a:pt x="28347" y="17208"/>
                    </a:cubicBezTo>
                    <a:lnTo>
                      <a:pt x="28347" y="17137"/>
                    </a:lnTo>
                    <a:cubicBezTo>
                      <a:pt x="27990" y="16922"/>
                      <a:pt x="27347" y="16994"/>
                      <a:pt x="27347" y="16494"/>
                    </a:cubicBezTo>
                    <a:cubicBezTo>
                      <a:pt x="27276" y="16137"/>
                      <a:pt x="27418" y="15637"/>
                      <a:pt x="27061" y="15494"/>
                    </a:cubicBezTo>
                    <a:cubicBezTo>
                      <a:pt x="26562" y="15423"/>
                      <a:pt x="26062" y="15209"/>
                      <a:pt x="25633" y="14995"/>
                    </a:cubicBezTo>
                    <a:cubicBezTo>
                      <a:pt x="25205" y="14923"/>
                      <a:pt x="24848" y="14780"/>
                      <a:pt x="24562" y="14423"/>
                    </a:cubicBezTo>
                    <a:cubicBezTo>
                      <a:pt x="24491" y="14281"/>
                      <a:pt x="24420" y="14138"/>
                      <a:pt x="24420" y="14066"/>
                    </a:cubicBezTo>
                    <a:cubicBezTo>
                      <a:pt x="24420" y="13924"/>
                      <a:pt x="24634" y="13852"/>
                      <a:pt x="24777" y="13781"/>
                    </a:cubicBezTo>
                    <a:cubicBezTo>
                      <a:pt x="24848" y="13638"/>
                      <a:pt x="24919" y="13424"/>
                      <a:pt x="25062" y="13352"/>
                    </a:cubicBezTo>
                    <a:cubicBezTo>
                      <a:pt x="25848" y="13138"/>
                      <a:pt x="26419" y="12781"/>
                      <a:pt x="27133" y="12353"/>
                    </a:cubicBezTo>
                    <a:cubicBezTo>
                      <a:pt x="27276" y="12281"/>
                      <a:pt x="27418" y="12210"/>
                      <a:pt x="27418" y="11996"/>
                    </a:cubicBezTo>
                    <a:cubicBezTo>
                      <a:pt x="27347" y="11425"/>
                      <a:pt x="27633" y="10996"/>
                      <a:pt x="27704" y="10425"/>
                    </a:cubicBezTo>
                    <a:cubicBezTo>
                      <a:pt x="27633" y="10211"/>
                      <a:pt x="27418" y="10068"/>
                      <a:pt x="27347" y="9854"/>
                    </a:cubicBezTo>
                    <a:cubicBezTo>
                      <a:pt x="27347" y="9711"/>
                      <a:pt x="27418" y="9568"/>
                      <a:pt x="27490" y="9425"/>
                    </a:cubicBezTo>
                    <a:cubicBezTo>
                      <a:pt x="27526" y="9211"/>
                      <a:pt x="27329" y="9140"/>
                      <a:pt x="27088" y="9140"/>
                    </a:cubicBezTo>
                    <a:cubicBezTo>
                      <a:pt x="26847" y="9140"/>
                      <a:pt x="26562" y="9211"/>
                      <a:pt x="26419" y="9283"/>
                    </a:cubicBezTo>
                    <a:cubicBezTo>
                      <a:pt x="26133" y="9425"/>
                      <a:pt x="25776" y="9354"/>
                      <a:pt x="25491" y="9497"/>
                    </a:cubicBezTo>
                    <a:cubicBezTo>
                      <a:pt x="24848" y="9997"/>
                      <a:pt x="24134" y="10282"/>
                      <a:pt x="23706" y="11068"/>
                    </a:cubicBezTo>
                    <a:cubicBezTo>
                      <a:pt x="23634" y="11282"/>
                      <a:pt x="24134" y="11282"/>
                      <a:pt x="24134" y="11496"/>
                    </a:cubicBezTo>
                    <a:cubicBezTo>
                      <a:pt x="24134" y="11710"/>
                      <a:pt x="23991" y="11853"/>
                      <a:pt x="23777" y="11924"/>
                    </a:cubicBezTo>
                    <a:cubicBezTo>
                      <a:pt x="23349" y="11996"/>
                      <a:pt x="22920" y="12139"/>
                      <a:pt x="22706" y="12567"/>
                    </a:cubicBezTo>
                    <a:cubicBezTo>
                      <a:pt x="22492" y="12924"/>
                      <a:pt x="22635" y="13424"/>
                      <a:pt x="22278" y="13709"/>
                    </a:cubicBezTo>
                    <a:cubicBezTo>
                      <a:pt x="22138" y="13873"/>
                      <a:pt x="21982" y="13937"/>
                      <a:pt x="21822" y="13937"/>
                    </a:cubicBezTo>
                    <a:cubicBezTo>
                      <a:pt x="21491" y="13937"/>
                      <a:pt x="21138" y="13664"/>
                      <a:pt x="20850" y="13424"/>
                    </a:cubicBezTo>
                    <a:cubicBezTo>
                      <a:pt x="20350" y="12853"/>
                      <a:pt x="21135" y="12424"/>
                      <a:pt x="21492" y="12139"/>
                    </a:cubicBezTo>
                    <a:cubicBezTo>
                      <a:pt x="21921" y="11924"/>
                      <a:pt x="22349" y="11710"/>
                      <a:pt x="22563" y="11282"/>
                    </a:cubicBezTo>
                    <a:cubicBezTo>
                      <a:pt x="22706" y="11068"/>
                      <a:pt x="22849" y="10996"/>
                      <a:pt x="22992" y="10782"/>
                    </a:cubicBezTo>
                    <a:cubicBezTo>
                      <a:pt x="23063" y="10496"/>
                      <a:pt x="23063" y="10139"/>
                      <a:pt x="23134" y="9782"/>
                    </a:cubicBezTo>
                    <a:cubicBezTo>
                      <a:pt x="23206" y="9497"/>
                      <a:pt x="23134" y="9140"/>
                      <a:pt x="23063" y="8854"/>
                    </a:cubicBezTo>
                    <a:cubicBezTo>
                      <a:pt x="22992" y="8569"/>
                      <a:pt x="23063" y="8283"/>
                      <a:pt x="22920" y="8069"/>
                    </a:cubicBezTo>
                    <a:cubicBezTo>
                      <a:pt x="22706" y="7854"/>
                      <a:pt x="22420" y="7783"/>
                      <a:pt x="22206" y="7640"/>
                    </a:cubicBezTo>
                    <a:cubicBezTo>
                      <a:pt x="21849" y="7283"/>
                      <a:pt x="22278" y="6855"/>
                      <a:pt x="22563" y="6641"/>
                    </a:cubicBezTo>
                    <a:cubicBezTo>
                      <a:pt x="22706" y="6426"/>
                      <a:pt x="22777" y="6212"/>
                      <a:pt x="22992" y="5998"/>
                    </a:cubicBezTo>
                    <a:cubicBezTo>
                      <a:pt x="23063" y="5855"/>
                      <a:pt x="23206" y="5712"/>
                      <a:pt x="23277" y="5498"/>
                    </a:cubicBezTo>
                    <a:cubicBezTo>
                      <a:pt x="23277" y="5369"/>
                      <a:pt x="23160" y="5327"/>
                      <a:pt x="23018" y="5327"/>
                    </a:cubicBezTo>
                    <a:close/>
                    <a:moveTo>
                      <a:pt x="24971" y="24729"/>
                    </a:moveTo>
                    <a:cubicBezTo>
                      <a:pt x="24954" y="24729"/>
                      <a:pt x="24937" y="24742"/>
                      <a:pt x="24919" y="24777"/>
                    </a:cubicBezTo>
                    <a:cubicBezTo>
                      <a:pt x="24848" y="24848"/>
                      <a:pt x="24848" y="24848"/>
                      <a:pt x="24919" y="24919"/>
                    </a:cubicBezTo>
                    <a:cubicBezTo>
                      <a:pt x="25062" y="24991"/>
                      <a:pt x="25062" y="24991"/>
                      <a:pt x="24991" y="25062"/>
                    </a:cubicBezTo>
                    <a:cubicBezTo>
                      <a:pt x="24991" y="25134"/>
                      <a:pt x="25062" y="25276"/>
                      <a:pt x="25134" y="25276"/>
                    </a:cubicBezTo>
                    <a:cubicBezTo>
                      <a:pt x="25205" y="25276"/>
                      <a:pt x="25276" y="25276"/>
                      <a:pt x="25276" y="25348"/>
                    </a:cubicBezTo>
                    <a:lnTo>
                      <a:pt x="25348" y="25348"/>
                    </a:lnTo>
                    <a:cubicBezTo>
                      <a:pt x="25419" y="25348"/>
                      <a:pt x="25633" y="25205"/>
                      <a:pt x="25491" y="25062"/>
                    </a:cubicBezTo>
                    <a:lnTo>
                      <a:pt x="25348" y="25062"/>
                    </a:lnTo>
                    <a:cubicBezTo>
                      <a:pt x="25276" y="24991"/>
                      <a:pt x="25205" y="24919"/>
                      <a:pt x="25134" y="24919"/>
                    </a:cubicBezTo>
                    <a:cubicBezTo>
                      <a:pt x="25079" y="24865"/>
                      <a:pt x="25025" y="24729"/>
                      <a:pt x="24971" y="24729"/>
                    </a:cubicBezTo>
                    <a:close/>
                    <a:moveTo>
                      <a:pt x="25276" y="25562"/>
                    </a:moveTo>
                    <a:cubicBezTo>
                      <a:pt x="25134" y="25633"/>
                      <a:pt x="25134" y="25633"/>
                      <a:pt x="25134" y="25633"/>
                    </a:cubicBezTo>
                    <a:cubicBezTo>
                      <a:pt x="25134" y="25705"/>
                      <a:pt x="25134" y="25705"/>
                      <a:pt x="25134" y="25705"/>
                    </a:cubicBezTo>
                    <a:lnTo>
                      <a:pt x="25205" y="25705"/>
                    </a:lnTo>
                    <a:cubicBezTo>
                      <a:pt x="25205" y="25848"/>
                      <a:pt x="25205" y="25848"/>
                      <a:pt x="25205" y="25848"/>
                    </a:cubicBezTo>
                    <a:lnTo>
                      <a:pt x="25276" y="25848"/>
                    </a:lnTo>
                    <a:cubicBezTo>
                      <a:pt x="25348" y="25776"/>
                      <a:pt x="25348" y="25776"/>
                      <a:pt x="25348" y="25776"/>
                    </a:cubicBezTo>
                    <a:cubicBezTo>
                      <a:pt x="25419" y="25705"/>
                      <a:pt x="25419" y="25705"/>
                      <a:pt x="25419" y="25705"/>
                    </a:cubicBezTo>
                    <a:lnTo>
                      <a:pt x="25491" y="25705"/>
                    </a:lnTo>
                    <a:cubicBezTo>
                      <a:pt x="25633" y="25776"/>
                      <a:pt x="25633" y="25776"/>
                      <a:pt x="25633" y="25776"/>
                    </a:cubicBezTo>
                    <a:cubicBezTo>
                      <a:pt x="25705" y="25848"/>
                      <a:pt x="25705" y="25848"/>
                      <a:pt x="25705" y="25848"/>
                    </a:cubicBezTo>
                    <a:cubicBezTo>
                      <a:pt x="25633" y="25705"/>
                      <a:pt x="25633" y="25705"/>
                      <a:pt x="25633" y="25705"/>
                    </a:cubicBezTo>
                    <a:lnTo>
                      <a:pt x="25491" y="25633"/>
                    </a:lnTo>
                    <a:cubicBezTo>
                      <a:pt x="25348" y="25562"/>
                      <a:pt x="25348" y="25562"/>
                      <a:pt x="25348" y="25562"/>
                    </a:cubicBezTo>
                    <a:close/>
                    <a:moveTo>
                      <a:pt x="19279" y="25919"/>
                    </a:moveTo>
                    <a:cubicBezTo>
                      <a:pt x="19207" y="25990"/>
                      <a:pt x="19207" y="25990"/>
                      <a:pt x="19207" y="25990"/>
                    </a:cubicBezTo>
                    <a:cubicBezTo>
                      <a:pt x="19279" y="26062"/>
                      <a:pt x="19279" y="26062"/>
                      <a:pt x="19279" y="26062"/>
                    </a:cubicBezTo>
                    <a:cubicBezTo>
                      <a:pt x="19279" y="26276"/>
                      <a:pt x="19279" y="26276"/>
                      <a:pt x="19279" y="26276"/>
                    </a:cubicBezTo>
                    <a:lnTo>
                      <a:pt x="19350" y="26419"/>
                    </a:lnTo>
                    <a:lnTo>
                      <a:pt x="19421" y="26419"/>
                    </a:lnTo>
                    <a:cubicBezTo>
                      <a:pt x="19493" y="26347"/>
                      <a:pt x="19493" y="26347"/>
                      <a:pt x="19493" y="26347"/>
                    </a:cubicBezTo>
                    <a:cubicBezTo>
                      <a:pt x="19421" y="26062"/>
                      <a:pt x="19421" y="26062"/>
                      <a:pt x="19421" y="26062"/>
                    </a:cubicBezTo>
                    <a:cubicBezTo>
                      <a:pt x="19350" y="25990"/>
                      <a:pt x="19350" y="25990"/>
                      <a:pt x="19350" y="25990"/>
                    </a:cubicBezTo>
                    <a:cubicBezTo>
                      <a:pt x="19279" y="25919"/>
                      <a:pt x="19279" y="25919"/>
                      <a:pt x="19279" y="25919"/>
                    </a:cubicBezTo>
                    <a:close/>
                    <a:moveTo>
                      <a:pt x="20118" y="26144"/>
                    </a:moveTo>
                    <a:cubicBezTo>
                      <a:pt x="20054" y="26144"/>
                      <a:pt x="19988" y="26160"/>
                      <a:pt x="19921" y="26205"/>
                    </a:cubicBezTo>
                    <a:cubicBezTo>
                      <a:pt x="19850" y="26276"/>
                      <a:pt x="19778" y="26347"/>
                      <a:pt x="19707" y="26419"/>
                    </a:cubicBezTo>
                    <a:cubicBezTo>
                      <a:pt x="19707" y="26490"/>
                      <a:pt x="19636" y="26490"/>
                      <a:pt x="19636" y="26562"/>
                    </a:cubicBezTo>
                    <a:cubicBezTo>
                      <a:pt x="19707" y="26633"/>
                      <a:pt x="19850" y="26704"/>
                      <a:pt x="19921" y="26704"/>
                    </a:cubicBezTo>
                    <a:cubicBezTo>
                      <a:pt x="19993" y="26704"/>
                      <a:pt x="19993" y="26633"/>
                      <a:pt x="20064" y="26562"/>
                    </a:cubicBezTo>
                    <a:cubicBezTo>
                      <a:pt x="20088" y="26538"/>
                      <a:pt x="20120" y="26530"/>
                      <a:pt x="20157" y="26530"/>
                    </a:cubicBezTo>
                    <a:cubicBezTo>
                      <a:pt x="20231" y="26530"/>
                      <a:pt x="20326" y="26562"/>
                      <a:pt x="20421" y="26562"/>
                    </a:cubicBezTo>
                    <a:cubicBezTo>
                      <a:pt x="20493" y="26633"/>
                      <a:pt x="20778" y="26776"/>
                      <a:pt x="20778" y="26776"/>
                    </a:cubicBezTo>
                    <a:cubicBezTo>
                      <a:pt x="20797" y="26782"/>
                      <a:pt x="20817" y="26785"/>
                      <a:pt x="20837" y="26785"/>
                    </a:cubicBezTo>
                    <a:cubicBezTo>
                      <a:pt x="21039" y="26785"/>
                      <a:pt x="21252" y="26484"/>
                      <a:pt x="20992" y="26419"/>
                    </a:cubicBezTo>
                    <a:cubicBezTo>
                      <a:pt x="20921" y="26419"/>
                      <a:pt x="20707" y="26419"/>
                      <a:pt x="20707" y="26347"/>
                    </a:cubicBezTo>
                    <a:cubicBezTo>
                      <a:pt x="20635" y="26347"/>
                      <a:pt x="20564" y="26276"/>
                      <a:pt x="20493" y="26276"/>
                    </a:cubicBezTo>
                    <a:cubicBezTo>
                      <a:pt x="20394" y="26227"/>
                      <a:pt x="20261" y="26144"/>
                      <a:pt x="20118" y="26144"/>
                    </a:cubicBezTo>
                    <a:close/>
                    <a:moveTo>
                      <a:pt x="18850" y="27276"/>
                    </a:moveTo>
                    <a:cubicBezTo>
                      <a:pt x="18850" y="27347"/>
                      <a:pt x="18850" y="27347"/>
                      <a:pt x="18850" y="27347"/>
                    </a:cubicBezTo>
                    <a:lnTo>
                      <a:pt x="18779" y="27347"/>
                    </a:lnTo>
                    <a:cubicBezTo>
                      <a:pt x="18779" y="27418"/>
                      <a:pt x="18779" y="27418"/>
                      <a:pt x="18779" y="27418"/>
                    </a:cubicBezTo>
                    <a:lnTo>
                      <a:pt x="18636" y="27418"/>
                    </a:lnTo>
                    <a:cubicBezTo>
                      <a:pt x="18565" y="27561"/>
                      <a:pt x="18565" y="27561"/>
                      <a:pt x="18565" y="27561"/>
                    </a:cubicBezTo>
                    <a:cubicBezTo>
                      <a:pt x="18565" y="27704"/>
                      <a:pt x="18565" y="27704"/>
                      <a:pt x="18565" y="27704"/>
                    </a:cubicBezTo>
                    <a:cubicBezTo>
                      <a:pt x="18779" y="27775"/>
                      <a:pt x="18779" y="27775"/>
                      <a:pt x="18779" y="27775"/>
                    </a:cubicBezTo>
                    <a:cubicBezTo>
                      <a:pt x="18922" y="27633"/>
                      <a:pt x="18922" y="27633"/>
                      <a:pt x="18922" y="27633"/>
                    </a:cubicBezTo>
                    <a:lnTo>
                      <a:pt x="19136" y="27633"/>
                    </a:lnTo>
                    <a:lnTo>
                      <a:pt x="19136" y="27561"/>
                    </a:lnTo>
                    <a:cubicBezTo>
                      <a:pt x="19064" y="27347"/>
                      <a:pt x="19064" y="27347"/>
                      <a:pt x="19064" y="27347"/>
                    </a:cubicBezTo>
                    <a:lnTo>
                      <a:pt x="18922" y="27347"/>
                    </a:lnTo>
                    <a:cubicBezTo>
                      <a:pt x="18850" y="27276"/>
                      <a:pt x="18850" y="27276"/>
                      <a:pt x="18850" y="27276"/>
                    </a:cubicBezTo>
                    <a:close/>
                    <a:moveTo>
                      <a:pt x="25062" y="28846"/>
                    </a:moveTo>
                    <a:cubicBezTo>
                      <a:pt x="24919" y="28918"/>
                      <a:pt x="24919" y="28918"/>
                      <a:pt x="24919" y="28918"/>
                    </a:cubicBezTo>
                    <a:cubicBezTo>
                      <a:pt x="24848" y="29061"/>
                      <a:pt x="24848" y="29061"/>
                      <a:pt x="24848" y="29061"/>
                    </a:cubicBezTo>
                    <a:cubicBezTo>
                      <a:pt x="24848" y="29132"/>
                      <a:pt x="24848" y="29132"/>
                      <a:pt x="24848" y="29132"/>
                    </a:cubicBezTo>
                    <a:cubicBezTo>
                      <a:pt x="24991" y="29204"/>
                      <a:pt x="24991" y="29204"/>
                      <a:pt x="24991" y="29204"/>
                    </a:cubicBezTo>
                    <a:cubicBezTo>
                      <a:pt x="25134" y="29132"/>
                      <a:pt x="25134" y="29132"/>
                      <a:pt x="25134" y="29132"/>
                    </a:cubicBezTo>
                    <a:cubicBezTo>
                      <a:pt x="25205" y="29061"/>
                      <a:pt x="25205" y="29061"/>
                      <a:pt x="25205" y="29061"/>
                    </a:cubicBezTo>
                    <a:cubicBezTo>
                      <a:pt x="25205" y="28989"/>
                      <a:pt x="25205" y="28989"/>
                      <a:pt x="25205" y="28989"/>
                    </a:cubicBezTo>
                    <a:cubicBezTo>
                      <a:pt x="25205" y="28918"/>
                      <a:pt x="25205" y="28918"/>
                      <a:pt x="25205" y="28918"/>
                    </a:cubicBezTo>
                    <a:lnTo>
                      <a:pt x="25134" y="28846"/>
                    </a:lnTo>
                    <a:close/>
                    <a:moveTo>
                      <a:pt x="20778" y="27133"/>
                    </a:moveTo>
                    <a:cubicBezTo>
                      <a:pt x="20493" y="27133"/>
                      <a:pt x="20064" y="27490"/>
                      <a:pt x="19850" y="27704"/>
                    </a:cubicBezTo>
                    <a:cubicBezTo>
                      <a:pt x="19820" y="27764"/>
                      <a:pt x="19777" y="27787"/>
                      <a:pt x="19726" y="27787"/>
                    </a:cubicBezTo>
                    <a:cubicBezTo>
                      <a:pt x="19658" y="27787"/>
                      <a:pt x="19575" y="27745"/>
                      <a:pt x="19493" y="27704"/>
                    </a:cubicBezTo>
                    <a:cubicBezTo>
                      <a:pt x="19350" y="27775"/>
                      <a:pt x="19350" y="27918"/>
                      <a:pt x="19279" y="27990"/>
                    </a:cubicBezTo>
                    <a:cubicBezTo>
                      <a:pt x="19279" y="28275"/>
                      <a:pt x="19136" y="28704"/>
                      <a:pt x="19136" y="28989"/>
                    </a:cubicBezTo>
                    <a:cubicBezTo>
                      <a:pt x="19350" y="29346"/>
                      <a:pt x="19850" y="29561"/>
                      <a:pt x="20207" y="29632"/>
                    </a:cubicBezTo>
                    <a:cubicBezTo>
                      <a:pt x="20635" y="29632"/>
                      <a:pt x="20850" y="29489"/>
                      <a:pt x="21207" y="29418"/>
                    </a:cubicBezTo>
                    <a:cubicBezTo>
                      <a:pt x="21385" y="29382"/>
                      <a:pt x="21581" y="29382"/>
                      <a:pt x="21769" y="29382"/>
                    </a:cubicBezTo>
                    <a:cubicBezTo>
                      <a:pt x="21956" y="29382"/>
                      <a:pt x="22135" y="29382"/>
                      <a:pt x="22278" y="29346"/>
                    </a:cubicBezTo>
                    <a:cubicBezTo>
                      <a:pt x="22329" y="29336"/>
                      <a:pt x="22380" y="29332"/>
                      <a:pt x="22431" y="29332"/>
                    </a:cubicBezTo>
                    <a:cubicBezTo>
                      <a:pt x="22737" y="29332"/>
                      <a:pt x="23043" y="29489"/>
                      <a:pt x="23349" y="29489"/>
                    </a:cubicBezTo>
                    <a:cubicBezTo>
                      <a:pt x="23381" y="29494"/>
                      <a:pt x="23413" y="29496"/>
                      <a:pt x="23444" y="29496"/>
                    </a:cubicBezTo>
                    <a:cubicBezTo>
                      <a:pt x="23892" y="29496"/>
                      <a:pt x="24182" y="29033"/>
                      <a:pt x="23848" y="28632"/>
                    </a:cubicBezTo>
                    <a:cubicBezTo>
                      <a:pt x="23706" y="28561"/>
                      <a:pt x="23491" y="28561"/>
                      <a:pt x="23420" y="28489"/>
                    </a:cubicBezTo>
                    <a:cubicBezTo>
                      <a:pt x="23016" y="28220"/>
                      <a:pt x="22613" y="27698"/>
                      <a:pt x="22150" y="27698"/>
                    </a:cubicBezTo>
                    <a:cubicBezTo>
                      <a:pt x="22121" y="27698"/>
                      <a:pt x="22092" y="27700"/>
                      <a:pt x="22063" y="27704"/>
                    </a:cubicBezTo>
                    <a:cubicBezTo>
                      <a:pt x="21706" y="27704"/>
                      <a:pt x="21564" y="27347"/>
                      <a:pt x="21278" y="27276"/>
                    </a:cubicBezTo>
                    <a:cubicBezTo>
                      <a:pt x="21135" y="27204"/>
                      <a:pt x="20921" y="27133"/>
                      <a:pt x="20778" y="27133"/>
                    </a:cubicBezTo>
                    <a:close/>
                    <a:moveTo>
                      <a:pt x="20635" y="30132"/>
                    </a:moveTo>
                    <a:cubicBezTo>
                      <a:pt x="20493" y="30203"/>
                      <a:pt x="20493" y="30203"/>
                      <a:pt x="20493" y="30203"/>
                    </a:cubicBezTo>
                    <a:lnTo>
                      <a:pt x="20350" y="30203"/>
                    </a:lnTo>
                    <a:cubicBezTo>
                      <a:pt x="20278" y="30275"/>
                      <a:pt x="20278" y="30275"/>
                      <a:pt x="20278" y="30275"/>
                    </a:cubicBezTo>
                    <a:cubicBezTo>
                      <a:pt x="20278" y="30346"/>
                      <a:pt x="20278" y="30346"/>
                      <a:pt x="20278" y="30346"/>
                    </a:cubicBezTo>
                    <a:cubicBezTo>
                      <a:pt x="20278" y="30417"/>
                      <a:pt x="20278" y="30417"/>
                      <a:pt x="20278" y="30417"/>
                    </a:cubicBezTo>
                    <a:cubicBezTo>
                      <a:pt x="20350" y="30489"/>
                      <a:pt x="20350" y="30489"/>
                      <a:pt x="20350" y="30489"/>
                    </a:cubicBezTo>
                    <a:cubicBezTo>
                      <a:pt x="20421" y="30417"/>
                      <a:pt x="20421" y="30417"/>
                      <a:pt x="20421" y="30417"/>
                    </a:cubicBezTo>
                    <a:cubicBezTo>
                      <a:pt x="20421" y="30346"/>
                      <a:pt x="20421" y="30346"/>
                      <a:pt x="20421" y="30346"/>
                    </a:cubicBezTo>
                    <a:lnTo>
                      <a:pt x="20635" y="30346"/>
                    </a:lnTo>
                    <a:cubicBezTo>
                      <a:pt x="20707" y="30275"/>
                      <a:pt x="20707" y="30275"/>
                      <a:pt x="20707" y="30275"/>
                    </a:cubicBezTo>
                    <a:cubicBezTo>
                      <a:pt x="20707" y="30203"/>
                      <a:pt x="20707" y="30203"/>
                      <a:pt x="20707" y="30203"/>
                    </a:cubicBezTo>
                    <a:cubicBezTo>
                      <a:pt x="20707" y="30132"/>
                      <a:pt x="20707" y="30132"/>
                      <a:pt x="20707" y="30132"/>
                    </a:cubicBezTo>
                    <a:close/>
                    <a:moveTo>
                      <a:pt x="6857" y="29899"/>
                    </a:moveTo>
                    <a:cubicBezTo>
                      <a:pt x="6643" y="29899"/>
                      <a:pt x="6486" y="30038"/>
                      <a:pt x="6426" y="30275"/>
                    </a:cubicBezTo>
                    <a:cubicBezTo>
                      <a:pt x="6426" y="30417"/>
                      <a:pt x="6498" y="30489"/>
                      <a:pt x="6641" y="30489"/>
                    </a:cubicBezTo>
                    <a:cubicBezTo>
                      <a:pt x="6669" y="30479"/>
                      <a:pt x="6697" y="30475"/>
                      <a:pt x="6723" y="30475"/>
                    </a:cubicBezTo>
                    <a:cubicBezTo>
                      <a:pt x="6892" y="30475"/>
                      <a:pt x="7007" y="30660"/>
                      <a:pt x="7069" y="30846"/>
                    </a:cubicBezTo>
                    <a:cubicBezTo>
                      <a:pt x="7100" y="30938"/>
                      <a:pt x="7170" y="30964"/>
                      <a:pt x="7256" y="30964"/>
                    </a:cubicBezTo>
                    <a:cubicBezTo>
                      <a:pt x="7372" y="30964"/>
                      <a:pt x="7518" y="30917"/>
                      <a:pt x="7640" y="30917"/>
                    </a:cubicBezTo>
                    <a:cubicBezTo>
                      <a:pt x="7933" y="30833"/>
                      <a:pt x="8201" y="30799"/>
                      <a:pt x="8474" y="30799"/>
                    </a:cubicBezTo>
                    <a:cubicBezTo>
                      <a:pt x="8666" y="30799"/>
                      <a:pt x="8861" y="30816"/>
                      <a:pt x="9068" y="30846"/>
                    </a:cubicBezTo>
                    <a:cubicBezTo>
                      <a:pt x="9247" y="30810"/>
                      <a:pt x="9425" y="30792"/>
                      <a:pt x="9604" y="30792"/>
                    </a:cubicBezTo>
                    <a:cubicBezTo>
                      <a:pt x="9782" y="30792"/>
                      <a:pt x="9961" y="30810"/>
                      <a:pt x="10139" y="30846"/>
                    </a:cubicBezTo>
                    <a:cubicBezTo>
                      <a:pt x="10568" y="30703"/>
                      <a:pt x="10853" y="30632"/>
                      <a:pt x="11353" y="30560"/>
                    </a:cubicBezTo>
                    <a:cubicBezTo>
                      <a:pt x="11781" y="30489"/>
                      <a:pt x="12281" y="30560"/>
                      <a:pt x="12638" y="30275"/>
                    </a:cubicBezTo>
                    <a:cubicBezTo>
                      <a:pt x="12710" y="30203"/>
                      <a:pt x="12710" y="30132"/>
                      <a:pt x="12638" y="30132"/>
                    </a:cubicBezTo>
                    <a:cubicBezTo>
                      <a:pt x="12210" y="30060"/>
                      <a:pt x="11710" y="30060"/>
                      <a:pt x="11282" y="29989"/>
                    </a:cubicBezTo>
                    <a:cubicBezTo>
                      <a:pt x="10952" y="29948"/>
                      <a:pt x="10646" y="29906"/>
                      <a:pt x="10336" y="29906"/>
                    </a:cubicBezTo>
                    <a:cubicBezTo>
                      <a:pt x="10110" y="29906"/>
                      <a:pt x="9881" y="29929"/>
                      <a:pt x="9639" y="29989"/>
                    </a:cubicBezTo>
                    <a:cubicBezTo>
                      <a:pt x="9282" y="29989"/>
                      <a:pt x="9068" y="29989"/>
                      <a:pt x="8783" y="30060"/>
                    </a:cubicBezTo>
                    <a:cubicBezTo>
                      <a:pt x="8699" y="30081"/>
                      <a:pt x="8621" y="30090"/>
                      <a:pt x="8546" y="30090"/>
                    </a:cubicBezTo>
                    <a:cubicBezTo>
                      <a:pt x="8365" y="30090"/>
                      <a:pt x="8199" y="30039"/>
                      <a:pt x="7997" y="29989"/>
                    </a:cubicBezTo>
                    <a:cubicBezTo>
                      <a:pt x="7569" y="29989"/>
                      <a:pt x="7426" y="29918"/>
                      <a:pt x="6998" y="29918"/>
                    </a:cubicBezTo>
                    <a:cubicBezTo>
                      <a:pt x="6949" y="29905"/>
                      <a:pt x="6902" y="29899"/>
                      <a:pt x="6857" y="29899"/>
                    </a:cubicBezTo>
                    <a:close/>
                    <a:moveTo>
                      <a:pt x="1955" y="28964"/>
                    </a:moveTo>
                    <a:cubicBezTo>
                      <a:pt x="1853" y="28964"/>
                      <a:pt x="1749" y="28972"/>
                      <a:pt x="1642" y="28989"/>
                    </a:cubicBezTo>
                    <a:cubicBezTo>
                      <a:pt x="1619" y="29013"/>
                      <a:pt x="1587" y="29021"/>
                      <a:pt x="1550" y="29021"/>
                    </a:cubicBezTo>
                    <a:cubicBezTo>
                      <a:pt x="1476" y="29021"/>
                      <a:pt x="1381" y="28989"/>
                      <a:pt x="1285" y="28989"/>
                    </a:cubicBezTo>
                    <a:cubicBezTo>
                      <a:pt x="1071" y="29061"/>
                      <a:pt x="786" y="29061"/>
                      <a:pt x="571" y="29204"/>
                    </a:cubicBezTo>
                    <a:cubicBezTo>
                      <a:pt x="357" y="29489"/>
                      <a:pt x="357" y="29846"/>
                      <a:pt x="214" y="30132"/>
                    </a:cubicBezTo>
                    <a:cubicBezTo>
                      <a:pt x="143" y="30346"/>
                      <a:pt x="214" y="30632"/>
                      <a:pt x="357" y="30846"/>
                    </a:cubicBezTo>
                    <a:cubicBezTo>
                      <a:pt x="500" y="31060"/>
                      <a:pt x="643" y="31346"/>
                      <a:pt x="928" y="31346"/>
                    </a:cubicBezTo>
                    <a:cubicBezTo>
                      <a:pt x="1003" y="31352"/>
                      <a:pt x="1076" y="31355"/>
                      <a:pt x="1148" y="31355"/>
                    </a:cubicBezTo>
                    <a:cubicBezTo>
                      <a:pt x="1898" y="31355"/>
                      <a:pt x="2490" y="31029"/>
                      <a:pt x="3142" y="30703"/>
                    </a:cubicBezTo>
                    <a:cubicBezTo>
                      <a:pt x="3205" y="30682"/>
                      <a:pt x="3269" y="30673"/>
                      <a:pt x="3334" y="30673"/>
                    </a:cubicBezTo>
                    <a:cubicBezTo>
                      <a:pt x="3648" y="30673"/>
                      <a:pt x="3983" y="30875"/>
                      <a:pt x="4262" y="30875"/>
                    </a:cubicBezTo>
                    <a:cubicBezTo>
                      <a:pt x="4319" y="30875"/>
                      <a:pt x="4375" y="30867"/>
                      <a:pt x="4427" y="30846"/>
                    </a:cubicBezTo>
                    <a:cubicBezTo>
                      <a:pt x="4570" y="30774"/>
                      <a:pt x="4641" y="30632"/>
                      <a:pt x="4713" y="30632"/>
                    </a:cubicBezTo>
                    <a:lnTo>
                      <a:pt x="5070" y="30632"/>
                    </a:lnTo>
                    <a:cubicBezTo>
                      <a:pt x="5427" y="30489"/>
                      <a:pt x="5855" y="30560"/>
                      <a:pt x="6284" y="30489"/>
                    </a:cubicBezTo>
                    <a:cubicBezTo>
                      <a:pt x="6426" y="30417"/>
                      <a:pt x="6355" y="29989"/>
                      <a:pt x="6284" y="29989"/>
                    </a:cubicBezTo>
                    <a:lnTo>
                      <a:pt x="6284" y="29918"/>
                    </a:lnTo>
                    <a:cubicBezTo>
                      <a:pt x="6141" y="29846"/>
                      <a:pt x="6212" y="29632"/>
                      <a:pt x="5998" y="29632"/>
                    </a:cubicBezTo>
                    <a:cubicBezTo>
                      <a:pt x="5855" y="29703"/>
                      <a:pt x="5784" y="29918"/>
                      <a:pt x="5641" y="29918"/>
                    </a:cubicBezTo>
                    <a:cubicBezTo>
                      <a:pt x="5570" y="29846"/>
                      <a:pt x="5570" y="29703"/>
                      <a:pt x="5570" y="29632"/>
                    </a:cubicBezTo>
                    <a:cubicBezTo>
                      <a:pt x="5498" y="29489"/>
                      <a:pt x="5427" y="29418"/>
                      <a:pt x="5284" y="29346"/>
                    </a:cubicBezTo>
                    <a:cubicBezTo>
                      <a:pt x="5265" y="29342"/>
                      <a:pt x="5247" y="29339"/>
                      <a:pt x="5231" y="29339"/>
                    </a:cubicBezTo>
                    <a:cubicBezTo>
                      <a:pt x="5007" y="29339"/>
                      <a:pt x="5055" y="29775"/>
                      <a:pt x="4856" y="29775"/>
                    </a:cubicBezTo>
                    <a:cubicBezTo>
                      <a:pt x="4570" y="29775"/>
                      <a:pt x="4427" y="29418"/>
                      <a:pt x="4070" y="29418"/>
                    </a:cubicBezTo>
                    <a:cubicBezTo>
                      <a:pt x="3319" y="29355"/>
                      <a:pt x="2678" y="28964"/>
                      <a:pt x="1955" y="28964"/>
                    </a:cubicBezTo>
                    <a:close/>
                    <a:moveTo>
                      <a:pt x="214" y="30989"/>
                    </a:moveTo>
                    <a:cubicBezTo>
                      <a:pt x="143" y="31060"/>
                      <a:pt x="143" y="31060"/>
                      <a:pt x="143" y="31060"/>
                    </a:cubicBezTo>
                    <a:cubicBezTo>
                      <a:pt x="72" y="31131"/>
                      <a:pt x="72" y="31131"/>
                      <a:pt x="72" y="31131"/>
                    </a:cubicBezTo>
                    <a:cubicBezTo>
                      <a:pt x="0" y="31203"/>
                      <a:pt x="0" y="31203"/>
                      <a:pt x="0" y="31203"/>
                    </a:cubicBezTo>
                    <a:cubicBezTo>
                      <a:pt x="0" y="31274"/>
                      <a:pt x="0" y="31274"/>
                      <a:pt x="0" y="31274"/>
                    </a:cubicBezTo>
                    <a:lnTo>
                      <a:pt x="214" y="31274"/>
                    </a:lnTo>
                    <a:cubicBezTo>
                      <a:pt x="357" y="31488"/>
                      <a:pt x="357" y="31488"/>
                      <a:pt x="357" y="31488"/>
                    </a:cubicBezTo>
                    <a:lnTo>
                      <a:pt x="429" y="31488"/>
                    </a:lnTo>
                    <a:cubicBezTo>
                      <a:pt x="429" y="31203"/>
                      <a:pt x="429" y="31203"/>
                      <a:pt x="429" y="31203"/>
                    </a:cubicBezTo>
                    <a:cubicBezTo>
                      <a:pt x="429" y="31060"/>
                      <a:pt x="429" y="31060"/>
                      <a:pt x="429" y="31060"/>
                    </a:cubicBezTo>
                    <a:lnTo>
                      <a:pt x="286" y="30989"/>
                    </a:lnTo>
                    <a:close/>
                    <a:moveTo>
                      <a:pt x="10201" y="31056"/>
                    </a:moveTo>
                    <a:cubicBezTo>
                      <a:pt x="10026" y="31056"/>
                      <a:pt x="9867" y="31235"/>
                      <a:pt x="9782" y="31488"/>
                    </a:cubicBezTo>
                    <a:cubicBezTo>
                      <a:pt x="9568" y="31845"/>
                      <a:pt x="9996" y="32202"/>
                      <a:pt x="9925" y="32559"/>
                    </a:cubicBezTo>
                    <a:cubicBezTo>
                      <a:pt x="9925" y="32774"/>
                      <a:pt x="10211" y="32845"/>
                      <a:pt x="10282" y="33059"/>
                    </a:cubicBezTo>
                    <a:cubicBezTo>
                      <a:pt x="10282" y="33345"/>
                      <a:pt x="10282" y="33773"/>
                      <a:pt x="10496" y="33987"/>
                    </a:cubicBezTo>
                    <a:cubicBezTo>
                      <a:pt x="10588" y="34110"/>
                      <a:pt x="10747" y="34180"/>
                      <a:pt x="10880" y="34180"/>
                    </a:cubicBezTo>
                    <a:cubicBezTo>
                      <a:pt x="11057" y="34180"/>
                      <a:pt x="11189" y="34058"/>
                      <a:pt x="11067" y="33773"/>
                    </a:cubicBezTo>
                    <a:cubicBezTo>
                      <a:pt x="10925" y="33131"/>
                      <a:pt x="10211" y="32488"/>
                      <a:pt x="10496" y="31845"/>
                    </a:cubicBezTo>
                    <a:cubicBezTo>
                      <a:pt x="10496" y="31631"/>
                      <a:pt x="10568" y="31488"/>
                      <a:pt x="10568" y="31346"/>
                    </a:cubicBezTo>
                    <a:cubicBezTo>
                      <a:pt x="10451" y="31141"/>
                      <a:pt x="10322" y="31056"/>
                      <a:pt x="10201" y="310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9"/>
              <p:cNvSpPr/>
              <p:nvPr/>
            </p:nvSpPr>
            <p:spPr>
              <a:xfrm>
                <a:off x="4788200" y="1991750"/>
                <a:ext cx="1167425" cy="854525"/>
              </a:xfrm>
              <a:custGeom>
                <a:rect b="b" l="l" r="r" t="t"/>
                <a:pathLst>
                  <a:path extrusionOk="0" fill="none" h="34181" w="46697">
                    <a:moveTo>
                      <a:pt x="18922" y="17065"/>
                    </a:moveTo>
                    <a:cubicBezTo>
                      <a:pt x="18993" y="17208"/>
                      <a:pt x="18993" y="17208"/>
                      <a:pt x="18993" y="17208"/>
                    </a:cubicBezTo>
                    <a:cubicBezTo>
                      <a:pt x="19207" y="17208"/>
                      <a:pt x="19207" y="17208"/>
                      <a:pt x="19207" y="17208"/>
                    </a:cubicBezTo>
                    <a:cubicBezTo>
                      <a:pt x="19350" y="16994"/>
                      <a:pt x="19350" y="16994"/>
                      <a:pt x="19350" y="16994"/>
                    </a:cubicBezTo>
                    <a:cubicBezTo>
                      <a:pt x="19350" y="16708"/>
                      <a:pt x="19350" y="16708"/>
                      <a:pt x="19350" y="16708"/>
                    </a:cubicBezTo>
                    <a:cubicBezTo>
                      <a:pt x="19279" y="16565"/>
                      <a:pt x="19279" y="16565"/>
                      <a:pt x="19279" y="16565"/>
                    </a:cubicBezTo>
                    <a:cubicBezTo>
                      <a:pt x="19136" y="16565"/>
                      <a:pt x="19136" y="16565"/>
                      <a:pt x="19136" y="16565"/>
                    </a:cubicBezTo>
                    <a:cubicBezTo>
                      <a:pt x="18993" y="16637"/>
                      <a:pt x="18993" y="16637"/>
                      <a:pt x="18993" y="16637"/>
                    </a:cubicBezTo>
                    <a:cubicBezTo>
                      <a:pt x="18922" y="16708"/>
                      <a:pt x="18922" y="16708"/>
                      <a:pt x="18922" y="16708"/>
                    </a:cubicBezTo>
                    <a:cubicBezTo>
                      <a:pt x="18850" y="16780"/>
                      <a:pt x="18850" y="16780"/>
                      <a:pt x="18850" y="16780"/>
                    </a:cubicBezTo>
                    <a:cubicBezTo>
                      <a:pt x="18850" y="16851"/>
                      <a:pt x="18850" y="16851"/>
                      <a:pt x="18850" y="16851"/>
                    </a:cubicBezTo>
                    <a:cubicBezTo>
                      <a:pt x="18922" y="16994"/>
                      <a:pt x="18922" y="16994"/>
                      <a:pt x="18922" y="16994"/>
                    </a:cubicBezTo>
                    <a:close/>
                    <a:moveTo>
                      <a:pt x="12638" y="30132"/>
                    </a:moveTo>
                    <a:cubicBezTo>
                      <a:pt x="12210" y="30060"/>
                      <a:pt x="11710" y="30060"/>
                      <a:pt x="11282" y="29989"/>
                    </a:cubicBezTo>
                    <a:cubicBezTo>
                      <a:pt x="10710" y="29918"/>
                      <a:pt x="10211" y="29846"/>
                      <a:pt x="9639" y="29989"/>
                    </a:cubicBezTo>
                    <a:cubicBezTo>
                      <a:pt x="9282" y="29989"/>
                      <a:pt x="9068" y="29989"/>
                      <a:pt x="8783" y="30060"/>
                    </a:cubicBezTo>
                    <a:cubicBezTo>
                      <a:pt x="8497" y="30132"/>
                      <a:pt x="8283" y="30060"/>
                      <a:pt x="7997" y="29989"/>
                    </a:cubicBezTo>
                    <a:cubicBezTo>
                      <a:pt x="7569" y="29989"/>
                      <a:pt x="7426" y="29918"/>
                      <a:pt x="6998" y="29918"/>
                    </a:cubicBezTo>
                    <a:cubicBezTo>
                      <a:pt x="6712" y="29846"/>
                      <a:pt x="6498" y="29989"/>
                      <a:pt x="6426" y="30275"/>
                    </a:cubicBezTo>
                    <a:cubicBezTo>
                      <a:pt x="6426" y="30417"/>
                      <a:pt x="6498" y="30489"/>
                      <a:pt x="6641" y="30489"/>
                    </a:cubicBezTo>
                    <a:cubicBezTo>
                      <a:pt x="6855" y="30417"/>
                      <a:pt x="6998" y="30632"/>
                      <a:pt x="7069" y="30846"/>
                    </a:cubicBezTo>
                    <a:cubicBezTo>
                      <a:pt x="7140" y="31060"/>
                      <a:pt x="7426" y="30917"/>
                      <a:pt x="7640" y="30917"/>
                    </a:cubicBezTo>
                    <a:cubicBezTo>
                      <a:pt x="8140" y="30774"/>
                      <a:pt x="8568" y="30774"/>
                      <a:pt x="9068" y="30846"/>
                    </a:cubicBezTo>
                    <a:cubicBezTo>
                      <a:pt x="9425" y="30774"/>
                      <a:pt x="9782" y="30774"/>
                      <a:pt x="10139" y="30846"/>
                    </a:cubicBezTo>
                    <a:cubicBezTo>
                      <a:pt x="10568" y="30703"/>
                      <a:pt x="10853" y="30632"/>
                      <a:pt x="11353" y="30560"/>
                    </a:cubicBezTo>
                    <a:cubicBezTo>
                      <a:pt x="11781" y="30489"/>
                      <a:pt x="12281" y="30560"/>
                      <a:pt x="12638" y="30275"/>
                    </a:cubicBezTo>
                    <a:cubicBezTo>
                      <a:pt x="12710" y="30203"/>
                      <a:pt x="12710" y="30132"/>
                      <a:pt x="12638" y="30132"/>
                    </a:cubicBezTo>
                    <a:close/>
                    <a:moveTo>
                      <a:pt x="20992" y="26419"/>
                    </a:moveTo>
                    <a:cubicBezTo>
                      <a:pt x="20921" y="26419"/>
                      <a:pt x="20707" y="26419"/>
                      <a:pt x="20707" y="26347"/>
                    </a:cubicBezTo>
                    <a:cubicBezTo>
                      <a:pt x="20635" y="26347"/>
                      <a:pt x="20564" y="26276"/>
                      <a:pt x="20493" y="26276"/>
                    </a:cubicBezTo>
                    <a:cubicBezTo>
                      <a:pt x="20350" y="26205"/>
                      <a:pt x="20136" y="26062"/>
                      <a:pt x="19921" y="26205"/>
                    </a:cubicBezTo>
                    <a:cubicBezTo>
                      <a:pt x="19850" y="26276"/>
                      <a:pt x="19778" y="26347"/>
                      <a:pt x="19707" y="26419"/>
                    </a:cubicBezTo>
                    <a:cubicBezTo>
                      <a:pt x="19707" y="26490"/>
                      <a:pt x="19636" y="26490"/>
                      <a:pt x="19636" y="26562"/>
                    </a:cubicBezTo>
                    <a:cubicBezTo>
                      <a:pt x="19707" y="26633"/>
                      <a:pt x="19850" y="26704"/>
                      <a:pt x="19921" y="26704"/>
                    </a:cubicBezTo>
                    <a:cubicBezTo>
                      <a:pt x="19993" y="26704"/>
                      <a:pt x="19993" y="26633"/>
                      <a:pt x="20064" y="26562"/>
                    </a:cubicBezTo>
                    <a:cubicBezTo>
                      <a:pt x="20136" y="26490"/>
                      <a:pt x="20278" y="26562"/>
                      <a:pt x="20421" y="26562"/>
                    </a:cubicBezTo>
                    <a:cubicBezTo>
                      <a:pt x="20493" y="26633"/>
                      <a:pt x="20778" y="26776"/>
                      <a:pt x="20778" y="26776"/>
                    </a:cubicBezTo>
                    <a:cubicBezTo>
                      <a:pt x="20992" y="26847"/>
                      <a:pt x="21278" y="26490"/>
                      <a:pt x="20992" y="26419"/>
                    </a:cubicBezTo>
                    <a:close/>
                    <a:moveTo>
                      <a:pt x="11067" y="33773"/>
                    </a:moveTo>
                    <a:cubicBezTo>
                      <a:pt x="10925" y="33131"/>
                      <a:pt x="10211" y="32488"/>
                      <a:pt x="10496" y="31845"/>
                    </a:cubicBezTo>
                    <a:cubicBezTo>
                      <a:pt x="10496" y="31631"/>
                      <a:pt x="10568" y="31488"/>
                      <a:pt x="10568" y="31346"/>
                    </a:cubicBezTo>
                    <a:cubicBezTo>
                      <a:pt x="10282" y="30846"/>
                      <a:pt x="9925" y="31060"/>
                      <a:pt x="9782" y="31488"/>
                    </a:cubicBezTo>
                    <a:cubicBezTo>
                      <a:pt x="9568" y="31845"/>
                      <a:pt x="9996" y="32202"/>
                      <a:pt x="9925" y="32559"/>
                    </a:cubicBezTo>
                    <a:cubicBezTo>
                      <a:pt x="9925" y="32774"/>
                      <a:pt x="10211" y="32845"/>
                      <a:pt x="10282" y="33059"/>
                    </a:cubicBezTo>
                    <a:cubicBezTo>
                      <a:pt x="10282" y="33345"/>
                      <a:pt x="10282" y="33773"/>
                      <a:pt x="10496" y="33987"/>
                    </a:cubicBezTo>
                    <a:cubicBezTo>
                      <a:pt x="10710" y="34273"/>
                      <a:pt x="11282" y="34273"/>
                      <a:pt x="11067" y="33773"/>
                    </a:cubicBezTo>
                    <a:close/>
                    <a:moveTo>
                      <a:pt x="18565" y="14138"/>
                    </a:moveTo>
                    <a:cubicBezTo>
                      <a:pt x="18636" y="14209"/>
                      <a:pt x="18707" y="14281"/>
                      <a:pt x="18850" y="14281"/>
                    </a:cubicBezTo>
                    <a:cubicBezTo>
                      <a:pt x="19064" y="14209"/>
                      <a:pt x="19207" y="13924"/>
                      <a:pt x="19064" y="13781"/>
                    </a:cubicBezTo>
                    <a:cubicBezTo>
                      <a:pt x="18993" y="13709"/>
                      <a:pt x="18922" y="13638"/>
                      <a:pt x="18850" y="13638"/>
                    </a:cubicBezTo>
                    <a:cubicBezTo>
                      <a:pt x="18707" y="13567"/>
                      <a:pt x="18636" y="13709"/>
                      <a:pt x="18565" y="13781"/>
                    </a:cubicBezTo>
                    <a:cubicBezTo>
                      <a:pt x="18493" y="13852"/>
                      <a:pt x="18565" y="13995"/>
                      <a:pt x="18565" y="14066"/>
                    </a:cubicBezTo>
                    <a:close/>
                    <a:moveTo>
                      <a:pt x="6284" y="29918"/>
                    </a:moveTo>
                    <a:cubicBezTo>
                      <a:pt x="6141" y="29846"/>
                      <a:pt x="6212" y="29632"/>
                      <a:pt x="5998" y="29632"/>
                    </a:cubicBezTo>
                    <a:cubicBezTo>
                      <a:pt x="5855" y="29703"/>
                      <a:pt x="5784" y="29918"/>
                      <a:pt x="5641" y="29918"/>
                    </a:cubicBezTo>
                    <a:cubicBezTo>
                      <a:pt x="5570" y="29846"/>
                      <a:pt x="5570" y="29703"/>
                      <a:pt x="5570" y="29632"/>
                    </a:cubicBezTo>
                    <a:cubicBezTo>
                      <a:pt x="5498" y="29489"/>
                      <a:pt x="5427" y="29418"/>
                      <a:pt x="5284" y="29346"/>
                    </a:cubicBezTo>
                    <a:cubicBezTo>
                      <a:pt x="4998" y="29275"/>
                      <a:pt x="5070" y="29775"/>
                      <a:pt x="4856" y="29775"/>
                    </a:cubicBezTo>
                    <a:cubicBezTo>
                      <a:pt x="4570" y="29775"/>
                      <a:pt x="4427" y="29418"/>
                      <a:pt x="4070" y="29418"/>
                    </a:cubicBezTo>
                    <a:cubicBezTo>
                      <a:pt x="3213" y="29346"/>
                      <a:pt x="2499" y="28846"/>
                      <a:pt x="1642" y="28989"/>
                    </a:cubicBezTo>
                    <a:cubicBezTo>
                      <a:pt x="1571" y="29061"/>
                      <a:pt x="1428" y="28989"/>
                      <a:pt x="1285" y="28989"/>
                    </a:cubicBezTo>
                    <a:cubicBezTo>
                      <a:pt x="1071" y="29061"/>
                      <a:pt x="786" y="29061"/>
                      <a:pt x="571" y="29204"/>
                    </a:cubicBezTo>
                    <a:cubicBezTo>
                      <a:pt x="357" y="29489"/>
                      <a:pt x="357" y="29846"/>
                      <a:pt x="214" y="30132"/>
                    </a:cubicBezTo>
                    <a:cubicBezTo>
                      <a:pt x="143" y="30346"/>
                      <a:pt x="214" y="30632"/>
                      <a:pt x="357" y="30846"/>
                    </a:cubicBezTo>
                    <a:cubicBezTo>
                      <a:pt x="500" y="31060"/>
                      <a:pt x="643" y="31346"/>
                      <a:pt x="928" y="31346"/>
                    </a:cubicBezTo>
                    <a:cubicBezTo>
                      <a:pt x="1785" y="31417"/>
                      <a:pt x="2428" y="31060"/>
                      <a:pt x="3142" y="30703"/>
                    </a:cubicBezTo>
                    <a:cubicBezTo>
                      <a:pt x="3570" y="30560"/>
                      <a:pt x="4070" y="30989"/>
                      <a:pt x="4427" y="30846"/>
                    </a:cubicBezTo>
                    <a:cubicBezTo>
                      <a:pt x="4570" y="30774"/>
                      <a:pt x="4641" y="30632"/>
                      <a:pt x="4713" y="30632"/>
                    </a:cubicBezTo>
                    <a:cubicBezTo>
                      <a:pt x="4856" y="30632"/>
                      <a:pt x="4927" y="30632"/>
                      <a:pt x="5070" y="30632"/>
                    </a:cubicBezTo>
                    <a:cubicBezTo>
                      <a:pt x="5427" y="30489"/>
                      <a:pt x="5855" y="30560"/>
                      <a:pt x="6284" y="30489"/>
                    </a:cubicBezTo>
                    <a:cubicBezTo>
                      <a:pt x="6426" y="30417"/>
                      <a:pt x="6355" y="29989"/>
                      <a:pt x="6284" y="29989"/>
                    </a:cubicBezTo>
                    <a:close/>
                    <a:moveTo>
                      <a:pt x="286" y="30989"/>
                    </a:moveTo>
                    <a:cubicBezTo>
                      <a:pt x="214" y="30989"/>
                      <a:pt x="214" y="30989"/>
                      <a:pt x="214" y="30989"/>
                    </a:cubicBezTo>
                    <a:cubicBezTo>
                      <a:pt x="143" y="31060"/>
                      <a:pt x="143" y="31060"/>
                      <a:pt x="143" y="31060"/>
                    </a:cubicBezTo>
                    <a:cubicBezTo>
                      <a:pt x="72" y="31131"/>
                      <a:pt x="72" y="31131"/>
                      <a:pt x="72" y="31131"/>
                    </a:cubicBezTo>
                    <a:cubicBezTo>
                      <a:pt x="0" y="31203"/>
                      <a:pt x="0" y="31203"/>
                      <a:pt x="0" y="31203"/>
                    </a:cubicBezTo>
                    <a:cubicBezTo>
                      <a:pt x="0" y="31274"/>
                      <a:pt x="0" y="31274"/>
                      <a:pt x="0" y="31274"/>
                    </a:cubicBezTo>
                    <a:cubicBezTo>
                      <a:pt x="72" y="31274"/>
                      <a:pt x="72" y="31274"/>
                      <a:pt x="72" y="31274"/>
                    </a:cubicBezTo>
                    <a:cubicBezTo>
                      <a:pt x="143" y="31274"/>
                      <a:pt x="143" y="31274"/>
                      <a:pt x="143" y="31274"/>
                    </a:cubicBezTo>
                    <a:cubicBezTo>
                      <a:pt x="214" y="31274"/>
                      <a:pt x="214" y="31274"/>
                      <a:pt x="214" y="31274"/>
                    </a:cubicBezTo>
                    <a:cubicBezTo>
                      <a:pt x="357" y="31488"/>
                      <a:pt x="357" y="31488"/>
                      <a:pt x="357" y="31488"/>
                    </a:cubicBezTo>
                    <a:cubicBezTo>
                      <a:pt x="429" y="31488"/>
                      <a:pt x="429" y="31488"/>
                      <a:pt x="429" y="31488"/>
                    </a:cubicBezTo>
                    <a:cubicBezTo>
                      <a:pt x="429" y="31203"/>
                      <a:pt x="429" y="31203"/>
                      <a:pt x="429" y="31203"/>
                    </a:cubicBezTo>
                    <a:cubicBezTo>
                      <a:pt x="429" y="31060"/>
                      <a:pt x="429" y="31060"/>
                      <a:pt x="429" y="31060"/>
                    </a:cubicBezTo>
                    <a:close/>
                    <a:moveTo>
                      <a:pt x="19350" y="26419"/>
                    </a:moveTo>
                    <a:cubicBezTo>
                      <a:pt x="19350" y="26419"/>
                      <a:pt x="19350" y="26419"/>
                      <a:pt x="19350" y="26419"/>
                    </a:cubicBezTo>
                    <a:cubicBezTo>
                      <a:pt x="19421" y="26419"/>
                      <a:pt x="19421" y="26419"/>
                      <a:pt x="19421" y="26419"/>
                    </a:cubicBezTo>
                    <a:cubicBezTo>
                      <a:pt x="19493" y="26347"/>
                      <a:pt x="19493" y="26347"/>
                      <a:pt x="19493" y="26347"/>
                    </a:cubicBezTo>
                    <a:cubicBezTo>
                      <a:pt x="19493" y="26347"/>
                      <a:pt x="19493" y="26347"/>
                      <a:pt x="19493" y="26347"/>
                    </a:cubicBezTo>
                    <a:cubicBezTo>
                      <a:pt x="19421" y="26062"/>
                      <a:pt x="19421" y="26062"/>
                      <a:pt x="19421" y="26062"/>
                    </a:cubicBezTo>
                    <a:cubicBezTo>
                      <a:pt x="19350" y="25990"/>
                      <a:pt x="19350" y="25990"/>
                      <a:pt x="19350" y="25990"/>
                    </a:cubicBezTo>
                    <a:cubicBezTo>
                      <a:pt x="19279" y="25919"/>
                      <a:pt x="19279" y="25919"/>
                      <a:pt x="19279" y="25919"/>
                    </a:cubicBezTo>
                    <a:cubicBezTo>
                      <a:pt x="19279" y="25919"/>
                      <a:pt x="19279" y="25919"/>
                      <a:pt x="19279" y="25919"/>
                    </a:cubicBezTo>
                    <a:cubicBezTo>
                      <a:pt x="19207" y="25990"/>
                      <a:pt x="19207" y="25990"/>
                      <a:pt x="19207" y="25990"/>
                    </a:cubicBezTo>
                    <a:cubicBezTo>
                      <a:pt x="19207" y="25990"/>
                      <a:pt x="19207" y="25990"/>
                      <a:pt x="19207" y="25990"/>
                    </a:cubicBezTo>
                    <a:cubicBezTo>
                      <a:pt x="19279" y="26062"/>
                      <a:pt x="19279" y="26062"/>
                      <a:pt x="19279" y="26062"/>
                    </a:cubicBezTo>
                    <a:cubicBezTo>
                      <a:pt x="19279" y="26062"/>
                      <a:pt x="19279" y="26062"/>
                      <a:pt x="19279" y="26062"/>
                    </a:cubicBezTo>
                    <a:cubicBezTo>
                      <a:pt x="19279" y="26276"/>
                      <a:pt x="19279" y="26276"/>
                      <a:pt x="19279" y="26276"/>
                    </a:cubicBezTo>
                    <a:close/>
                    <a:moveTo>
                      <a:pt x="21635" y="5284"/>
                    </a:moveTo>
                    <a:cubicBezTo>
                      <a:pt x="21778" y="5284"/>
                      <a:pt x="21778" y="5284"/>
                      <a:pt x="21778" y="5284"/>
                    </a:cubicBezTo>
                    <a:cubicBezTo>
                      <a:pt x="21849" y="5141"/>
                      <a:pt x="21849" y="5141"/>
                      <a:pt x="21849" y="5141"/>
                    </a:cubicBezTo>
                    <a:cubicBezTo>
                      <a:pt x="21849" y="4998"/>
                      <a:pt x="21849" y="4998"/>
                      <a:pt x="21849" y="4998"/>
                    </a:cubicBezTo>
                    <a:cubicBezTo>
                      <a:pt x="21778" y="4927"/>
                      <a:pt x="21778" y="4927"/>
                      <a:pt x="21778" y="4927"/>
                    </a:cubicBezTo>
                    <a:cubicBezTo>
                      <a:pt x="21778" y="4927"/>
                      <a:pt x="21778" y="4927"/>
                      <a:pt x="21778" y="4927"/>
                    </a:cubicBezTo>
                    <a:cubicBezTo>
                      <a:pt x="21635" y="4927"/>
                      <a:pt x="21635" y="4927"/>
                      <a:pt x="21635" y="4927"/>
                    </a:cubicBezTo>
                    <a:cubicBezTo>
                      <a:pt x="21492" y="4927"/>
                      <a:pt x="21492" y="4927"/>
                      <a:pt x="21492" y="4927"/>
                    </a:cubicBezTo>
                    <a:cubicBezTo>
                      <a:pt x="21421" y="4927"/>
                      <a:pt x="21421" y="4927"/>
                      <a:pt x="21421" y="4927"/>
                    </a:cubicBezTo>
                    <a:cubicBezTo>
                      <a:pt x="21421" y="5070"/>
                      <a:pt x="21421" y="5070"/>
                      <a:pt x="21421" y="5070"/>
                    </a:cubicBezTo>
                    <a:cubicBezTo>
                      <a:pt x="21492" y="5213"/>
                      <a:pt x="21492" y="5213"/>
                      <a:pt x="21492" y="5213"/>
                    </a:cubicBezTo>
                    <a:close/>
                    <a:moveTo>
                      <a:pt x="23848" y="4784"/>
                    </a:moveTo>
                    <a:cubicBezTo>
                      <a:pt x="23920" y="4784"/>
                      <a:pt x="23920" y="4784"/>
                      <a:pt x="23920" y="4784"/>
                    </a:cubicBezTo>
                    <a:cubicBezTo>
                      <a:pt x="24063" y="4713"/>
                      <a:pt x="24063" y="4713"/>
                      <a:pt x="24063" y="4713"/>
                    </a:cubicBezTo>
                    <a:cubicBezTo>
                      <a:pt x="24205" y="4427"/>
                      <a:pt x="24205" y="4427"/>
                      <a:pt x="24205" y="4427"/>
                    </a:cubicBezTo>
                    <a:cubicBezTo>
                      <a:pt x="24205" y="4284"/>
                      <a:pt x="24205" y="4284"/>
                      <a:pt x="24205" y="4284"/>
                    </a:cubicBezTo>
                    <a:cubicBezTo>
                      <a:pt x="24063" y="4142"/>
                      <a:pt x="24063" y="4142"/>
                      <a:pt x="24063" y="4142"/>
                    </a:cubicBezTo>
                    <a:cubicBezTo>
                      <a:pt x="23991" y="4070"/>
                      <a:pt x="23991" y="4070"/>
                      <a:pt x="23991" y="4070"/>
                    </a:cubicBezTo>
                    <a:cubicBezTo>
                      <a:pt x="23920" y="4142"/>
                      <a:pt x="23920" y="4142"/>
                      <a:pt x="23920" y="4142"/>
                    </a:cubicBezTo>
                    <a:cubicBezTo>
                      <a:pt x="23920" y="4142"/>
                      <a:pt x="23920" y="4142"/>
                      <a:pt x="23920" y="4142"/>
                    </a:cubicBezTo>
                    <a:cubicBezTo>
                      <a:pt x="23848" y="4284"/>
                      <a:pt x="23848" y="4284"/>
                      <a:pt x="23848" y="4284"/>
                    </a:cubicBezTo>
                    <a:cubicBezTo>
                      <a:pt x="23848" y="4284"/>
                      <a:pt x="23848" y="4284"/>
                      <a:pt x="23848" y="4284"/>
                    </a:cubicBezTo>
                    <a:cubicBezTo>
                      <a:pt x="23777" y="4356"/>
                      <a:pt x="23777" y="4356"/>
                      <a:pt x="23777" y="4356"/>
                    </a:cubicBezTo>
                    <a:cubicBezTo>
                      <a:pt x="23777" y="4427"/>
                      <a:pt x="23777" y="4427"/>
                      <a:pt x="23777" y="4427"/>
                    </a:cubicBezTo>
                    <a:cubicBezTo>
                      <a:pt x="23777" y="4499"/>
                      <a:pt x="23777" y="4499"/>
                      <a:pt x="23777" y="4499"/>
                    </a:cubicBezTo>
                    <a:cubicBezTo>
                      <a:pt x="23777" y="4641"/>
                      <a:pt x="23777" y="4641"/>
                      <a:pt x="23777" y="4641"/>
                    </a:cubicBezTo>
                    <a:close/>
                    <a:moveTo>
                      <a:pt x="24348" y="5141"/>
                    </a:moveTo>
                    <a:cubicBezTo>
                      <a:pt x="24562" y="5427"/>
                      <a:pt x="24420" y="5998"/>
                      <a:pt x="24634" y="6284"/>
                    </a:cubicBezTo>
                    <a:cubicBezTo>
                      <a:pt x="24705" y="6426"/>
                      <a:pt x="24634" y="6641"/>
                      <a:pt x="24705" y="6641"/>
                    </a:cubicBezTo>
                    <a:cubicBezTo>
                      <a:pt x="24848" y="6569"/>
                      <a:pt x="24991" y="6426"/>
                      <a:pt x="25205" y="6426"/>
                    </a:cubicBezTo>
                    <a:cubicBezTo>
                      <a:pt x="25276" y="6355"/>
                      <a:pt x="25419" y="6355"/>
                      <a:pt x="25491" y="6355"/>
                    </a:cubicBezTo>
                    <a:cubicBezTo>
                      <a:pt x="26133" y="6355"/>
                      <a:pt x="26562" y="6069"/>
                      <a:pt x="26704" y="5570"/>
                    </a:cubicBezTo>
                    <a:cubicBezTo>
                      <a:pt x="26847" y="5284"/>
                      <a:pt x="27061" y="4998"/>
                      <a:pt x="27061" y="4713"/>
                    </a:cubicBezTo>
                    <a:cubicBezTo>
                      <a:pt x="27061" y="4641"/>
                      <a:pt x="27061" y="4570"/>
                      <a:pt x="27061" y="4499"/>
                    </a:cubicBezTo>
                    <a:cubicBezTo>
                      <a:pt x="27418" y="3856"/>
                      <a:pt x="27418" y="3642"/>
                      <a:pt x="26919" y="3071"/>
                    </a:cubicBezTo>
                    <a:cubicBezTo>
                      <a:pt x="26847" y="2928"/>
                      <a:pt x="26776" y="2785"/>
                      <a:pt x="26633" y="2714"/>
                    </a:cubicBezTo>
                    <a:cubicBezTo>
                      <a:pt x="26419" y="2571"/>
                      <a:pt x="26347" y="2856"/>
                      <a:pt x="26205" y="2928"/>
                    </a:cubicBezTo>
                    <a:cubicBezTo>
                      <a:pt x="26133" y="2999"/>
                      <a:pt x="25919" y="2856"/>
                      <a:pt x="25776" y="2928"/>
                    </a:cubicBezTo>
                    <a:cubicBezTo>
                      <a:pt x="25633" y="2999"/>
                      <a:pt x="25562" y="3285"/>
                      <a:pt x="25419" y="3356"/>
                    </a:cubicBezTo>
                    <a:cubicBezTo>
                      <a:pt x="24991" y="3570"/>
                      <a:pt x="24848" y="3999"/>
                      <a:pt x="24562" y="4427"/>
                    </a:cubicBezTo>
                    <a:cubicBezTo>
                      <a:pt x="24420" y="4641"/>
                      <a:pt x="24063" y="4856"/>
                      <a:pt x="24348" y="5070"/>
                    </a:cubicBezTo>
                    <a:close/>
                    <a:moveTo>
                      <a:pt x="19564" y="18065"/>
                    </a:moveTo>
                    <a:cubicBezTo>
                      <a:pt x="19564" y="18065"/>
                      <a:pt x="19421" y="18065"/>
                      <a:pt x="19350" y="17993"/>
                    </a:cubicBezTo>
                    <a:cubicBezTo>
                      <a:pt x="19279" y="17993"/>
                      <a:pt x="19279" y="18065"/>
                      <a:pt x="19279" y="18136"/>
                    </a:cubicBezTo>
                    <a:cubicBezTo>
                      <a:pt x="19207" y="18350"/>
                      <a:pt x="19136" y="18636"/>
                      <a:pt x="19207" y="18850"/>
                    </a:cubicBezTo>
                    <a:cubicBezTo>
                      <a:pt x="19279" y="18922"/>
                      <a:pt x="19350" y="18850"/>
                      <a:pt x="19350" y="18850"/>
                    </a:cubicBezTo>
                    <a:cubicBezTo>
                      <a:pt x="19350" y="18779"/>
                      <a:pt x="19421" y="18850"/>
                      <a:pt x="19421" y="18850"/>
                    </a:cubicBezTo>
                    <a:cubicBezTo>
                      <a:pt x="19493" y="18922"/>
                      <a:pt x="19421" y="18993"/>
                      <a:pt x="19493" y="19065"/>
                    </a:cubicBezTo>
                    <a:cubicBezTo>
                      <a:pt x="19493" y="19136"/>
                      <a:pt x="19564" y="19136"/>
                      <a:pt x="19564" y="19207"/>
                    </a:cubicBezTo>
                    <a:cubicBezTo>
                      <a:pt x="19636" y="19207"/>
                      <a:pt x="19636" y="19065"/>
                      <a:pt x="19636" y="18993"/>
                    </a:cubicBezTo>
                    <a:cubicBezTo>
                      <a:pt x="19636" y="18779"/>
                      <a:pt x="19564" y="18493"/>
                      <a:pt x="19493" y="18279"/>
                    </a:cubicBezTo>
                    <a:cubicBezTo>
                      <a:pt x="19493" y="18208"/>
                      <a:pt x="19564" y="18136"/>
                      <a:pt x="19564" y="18065"/>
                    </a:cubicBezTo>
                    <a:close/>
                    <a:moveTo>
                      <a:pt x="20635" y="22420"/>
                    </a:moveTo>
                    <a:cubicBezTo>
                      <a:pt x="21207" y="21778"/>
                      <a:pt x="21064" y="21778"/>
                      <a:pt x="20564" y="21207"/>
                    </a:cubicBezTo>
                    <a:cubicBezTo>
                      <a:pt x="20421" y="20992"/>
                      <a:pt x="20064" y="20564"/>
                      <a:pt x="19850" y="20921"/>
                    </a:cubicBezTo>
                    <a:cubicBezTo>
                      <a:pt x="19636" y="21207"/>
                      <a:pt x="19564" y="21564"/>
                      <a:pt x="19279" y="21135"/>
                    </a:cubicBezTo>
                    <a:cubicBezTo>
                      <a:pt x="19136" y="20992"/>
                      <a:pt x="18993" y="20850"/>
                      <a:pt x="18850" y="20992"/>
                    </a:cubicBezTo>
                    <a:cubicBezTo>
                      <a:pt x="18707" y="21064"/>
                      <a:pt x="18779" y="21278"/>
                      <a:pt x="18707" y="21492"/>
                    </a:cubicBezTo>
                    <a:cubicBezTo>
                      <a:pt x="18636" y="21635"/>
                      <a:pt x="18565" y="21778"/>
                      <a:pt x="18565" y="21921"/>
                    </a:cubicBezTo>
                    <a:cubicBezTo>
                      <a:pt x="18779" y="22278"/>
                      <a:pt x="19136" y="22706"/>
                      <a:pt x="19493" y="22849"/>
                    </a:cubicBezTo>
                    <a:cubicBezTo>
                      <a:pt x="19707" y="22992"/>
                      <a:pt x="19493" y="23277"/>
                      <a:pt x="19493" y="23491"/>
                    </a:cubicBezTo>
                    <a:cubicBezTo>
                      <a:pt x="19493" y="23634"/>
                      <a:pt x="19493" y="23848"/>
                      <a:pt x="19636" y="23920"/>
                    </a:cubicBezTo>
                    <a:cubicBezTo>
                      <a:pt x="19707" y="23991"/>
                      <a:pt x="19778" y="23991"/>
                      <a:pt x="19850" y="23991"/>
                    </a:cubicBezTo>
                    <a:cubicBezTo>
                      <a:pt x="20136" y="23920"/>
                      <a:pt x="20564" y="23563"/>
                      <a:pt x="20707" y="23706"/>
                    </a:cubicBezTo>
                    <a:cubicBezTo>
                      <a:pt x="20850" y="23777"/>
                      <a:pt x="20850" y="23920"/>
                      <a:pt x="20921" y="24063"/>
                    </a:cubicBezTo>
                    <a:cubicBezTo>
                      <a:pt x="21064" y="24277"/>
                      <a:pt x="21278" y="24348"/>
                      <a:pt x="21492" y="24420"/>
                    </a:cubicBezTo>
                    <a:cubicBezTo>
                      <a:pt x="21849" y="24420"/>
                      <a:pt x="22349" y="24134"/>
                      <a:pt x="22349" y="23777"/>
                    </a:cubicBezTo>
                    <a:cubicBezTo>
                      <a:pt x="22206" y="23206"/>
                      <a:pt x="21564" y="23134"/>
                      <a:pt x="21135" y="23349"/>
                    </a:cubicBezTo>
                    <a:cubicBezTo>
                      <a:pt x="20921" y="23349"/>
                      <a:pt x="20850" y="23134"/>
                      <a:pt x="20778" y="22992"/>
                    </a:cubicBezTo>
                    <a:cubicBezTo>
                      <a:pt x="20707" y="22849"/>
                      <a:pt x="20564" y="22777"/>
                      <a:pt x="20564" y="22635"/>
                    </a:cubicBezTo>
                    <a:cubicBezTo>
                      <a:pt x="20564" y="22563"/>
                      <a:pt x="20635" y="22492"/>
                      <a:pt x="20635" y="22492"/>
                    </a:cubicBezTo>
                    <a:close/>
                    <a:moveTo>
                      <a:pt x="18993" y="14852"/>
                    </a:moveTo>
                    <a:cubicBezTo>
                      <a:pt x="18993" y="14923"/>
                      <a:pt x="19064" y="15066"/>
                      <a:pt x="19136" y="15137"/>
                    </a:cubicBezTo>
                    <a:cubicBezTo>
                      <a:pt x="19207" y="15137"/>
                      <a:pt x="19350" y="14995"/>
                      <a:pt x="19421" y="14995"/>
                    </a:cubicBezTo>
                    <a:cubicBezTo>
                      <a:pt x="19564" y="14852"/>
                      <a:pt x="19564" y="14638"/>
                      <a:pt x="19564" y="14495"/>
                    </a:cubicBezTo>
                    <a:cubicBezTo>
                      <a:pt x="19564" y="14352"/>
                      <a:pt x="19493" y="14281"/>
                      <a:pt x="19421" y="14281"/>
                    </a:cubicBezTo>
                    <a:cubicBezTo>
                      <a:pt x="19350" y="14209"/>
                      <a:pt x="19279" y="14281"/>
                      <a:pt x="19279" y="14281"/>
                    </a:cubicBezTo>
                    <a:cubicBezTo>
                      <a:pt x="19207" y="14281"/>
                      <a:pt x="19207" y="14281"/>
                      <a:pt x="19207" y="14281"/>
                    </a:cubicBezTo>
                    <a:cubicBezTo>
                      <a:pt x="19136" y="14281"/>
                      <a:pt x="19136" y="14495"/>
                      <a:pt x="19136" y="14566"/>
                    </a:cubicBezTo>
                    <a:cubicBezTo>
                      <a:pt x="19136" y="14638"/>
                      <a:pt x="18993" y="14780"/>
                      <a:pt x="18993" y="14780"/>
                    </a:cubicBezTo>
                    <a:close/>
                    <a:moveTo>
                      <a:pt x="25491" y="25633"/>
                    </a:moveTo>
                    <a:cubicBezTo>
                      <a:pt x="25348" y="25562"/>
                      <a:pt x="25348" y="25562"/>
                      <a:pt x="25348" y="25562"/>
                    </a:cubicBezTo>
                    <a:cubicBezTo>
                      <a:pt x="25276" y="25562"/>
                      <a:pt x="25276" y="25562"/>
                      <a:pt x="25276" y="25562"/>
                    </a:cubicBezTo>
                    <a:cubicBezTo>
                      <a:pt x="25134" y="25633"/>
                      <a:pt x="25134" y="25633"/>
                      <a:pt x="25134" y="25633"/>
                    </a:cubicBezTo>
                    <a:cubicBezTo>
                      <a:pt x="25134" y="25705"/>
                      <a:pt x="25134" y="25705"/>
                      <a:pt x="25134" y="25705"/>
                    </a:cubicBezTo>
                    <a:cubicBezTo>
                      <a:pt x="25134" y="25705"/>
                      <a:pt x="25134" y="25705"/>
                      <a:pt x="25134" y="25705"/>
                    </a:cubicBezTo>
                    <a:cubicBezTo>
                      <a:pt x="25205" y="25705"/>
                      <a:pt x="25205" y="25705"/>
                      <a:pt x="25205" y="25705"/>
                    </a:cubicBezTo>
                    <a:cubicBezTo>
                      <a:pt x="25205" y="25848"/>
                      <a:pt x="25205" y="25848"/>
                      <a:pt x="25205" y="25848"/>
                    </a:cubicBezTo>
                    <a:cubicBezTo>
                      <a:pt x="25276" y="25848"/>
                      <a:pt x="25276" y="25848"/>
                      <a:pt x="25276" y="25848"/>
                    </a:cubicBezTo>
                    <a:cubicBezTo>
                      <a:pt x="25348" y="25776"/>
                      <a:pt x="25348" y="25776"/>
                      <a:pt x="25348" y="25776"/>
                    </a:cubicBezTo>
                    <a:cubicBezTo>
                      <a:pt x="25348" y="25776"/>
                      <a:pt x="25348" y="25776"/>
                      <a:pt x="25348" y="25776"/>
                    </a:cubicBezTo>
                    <a:cubicBezTo>
                      <a:pt x="25419" y="25705"/>
                      <a:pt x="25419" y="25705"/>
                      <a:pt x="25419" y="25705"/>
                    </a:cubicBezTo>
                    <a:cubicBezTo>
                      <a:pt x="25491" y="25705"/>
                      <a:pt x="25491" y="25705"/>
                      <a:pt x="25491" y="25705"/>
                    </a:cubicBezTo>
                    <a:cubicBezTo>
                      <a:pt x="25633" y="25776"/>
                      <a:pt x="25633" y="25776"/>
                      <a:pt x="25633" y="25776"/>
                    </a:cubicBezTo>
                    <a:cubicBezTo>
                      <a:pt x="25633" y="25776"/>
                      <a:pt x="25633" y="25776"/>
                      <a:pt x="25633" y="25776"/>
                    </a:cubicBezTo>
                    <a:cubicBezTo>
                      <a:pt x="25705" y="25848"/>
                      <a:pt x="25705" y="25848"/>
                      <a:pt x="25705" y="25848"/>
                    </a:cubicBezTo>
                    <a:cubicBezTo>
                      <a:pt x="25705" y="25848"/>
                      <a:pt x="25705" y="25848"/>
                      <a:pt x="25705" y="25848"/>
                    </a:cubicBezTo>
                    <a:cubicBezTo>
                      <a:pt x="25633" y="25705"/>
                      <a:pt x="25633" y="25705"/>
                      <a:pt x="25633" y="25705"/>
                    </a:cubicBezTo>
                    <a:close/>
                    <a:moveTo>
                      <a:pt x="32845" y="18993"/>
                    </a:moveTo>
                    <a:cubicBezTo>
                      <a:pt x="32774" y="19065"/>
                      <a:pt x="32845" y="19350"/>
                      <a:pt x="32916" y="19422"/>
                    </a:cubicBezTo>
                    <a:cubicBezTo>
                      <a:pt x="32988" y="19422"/>
                      <a:pt x="33059" y="19422"/>
                      <a:pt x="33059" y="19350"/>
                    </a:cubicBezTo>
                    <a:cubicBezTo>
                      <a:pt x="33131" y="19350"/>
                      <a:pt x="33059" y="19279"/>
                      <a:pt x="32988" y="19207"/>
                    </a:cubicBezTo>
                    <a:cubicBezTo>
                      <a:pt x="33059" y="19207"/>
                      <a:pt x="33059" y="19279"/>
                      <a:pt x="33059" y="19279"/>
                    </a:cubicBezTo>
                    <a:cubicBezTo>
                      <a:pt x="33131" y="19279"/>
                      <a:pt x="33131" y="19279"/>
                      <a:pt x="33202" y="19350"/>
                    </a:cubicBezTo>
                    <a:cubicBezTo>
                      <a:pt x="33202" y="19350"/>
                      <a:pt x="33202" y="19422"/>
                      <a:pt x="33202" y="19422"/>
                    </a:cubicBezTo>
                    <a:cubicBezTo>
                      <a:pt x="33273" y="19279"/>
                      <a:pt x="32988" y="19136"/>
                      <a:pt x="32845" y="18993"/>
                    </a:cubicBezTo>
                    <a:close/>
                    <a:moveTo>
                      <a:pt x="32702" y="19921"/>
                    </a:moveTo>
                    <a:cubicBezTo>
                      <a:pt x="32417" y="19564"/>
                      <a:pt x="32060" y="19493"/>
                      <a:pt x="31774" y="19207"/>
                    </a:cubicBezTo>
                    <a:cubicBezTo>
                      <a:pt x="31488" y="18993"/>
                      <a:pt x="31203" y="18636"/>
                      <a:pt x="31131" y="18636"/>
                    </a:cubicBezTo>
                    <a:cubicBezTo>
                      <a:pt x="31060" y="18636"/>
                      <a:pt x="30989" y="18636"/>
                      <a:pt x="30989" y="18636"/>
                    </a:cubicBezTo>
                    <a:cubicBezTo>
                      <a:pt x="30989" y="18779"/>
                      <a:pt x="31203" y="18779"/>
                      <a:pt x="31274" y="18922"/>
                    </a:cubicBezTo>
                    <a:cubicBezTo>
                      <a:pt x="31346" y="19065"/>
                      <a:pt x="31488" y="19136"/>
                      <a:pt x="31488" y="19207"/>
                    </a:cubicBezTo>
                    <a:cubicBezTo>
                      <a:pt x="31488" y="19279"/>
                      <a:pt x="31488" y="19350"/>
                      <a:pt x="31488" y="19422"/>
                    </a:cubicBezTo>
                    <a:cubicBezTo>
                      <a:pt x="31631" y="19493"/>
                      <a:pt x="31988" y="19564"/>
                      <a:pt x="32060" y="19707"/>
                    </a:cubicBezTo>
                    <a:cubicBezTo>
                      <a:pt x="32202" y="19850"/>
                      <a:pt x="32345" y="20207"/>
                      <a:pt x="32559" y="20278"/>
                    </a:cubicBezTo>
                    <a:cubicBezTo>
                      <a:pt x="32702" y="20278"/>
                      <a:pt x="32845" y="20064"/>
                      <a:pt x="32702" y="19921"/>
                    </a:cubicBezTo>
                    <a:close/>
                    <a:moveTo>
                      <a:pt x="28347" y="17137"/>
                    </a:moveTo>
                    <a:cubicBezTo>
                      <a:pt x="27990" y="16922"/>
                      <a:pt x="27347" y="16994"/>
                      <a:pt x="27347" y="16494"/>
                    </a:cubicBezTo>
                    <a:cubicBezTo>
                      <a:pt x="27276" y="16137"/>
                      <a:pt x="27418" y="15637"/>
                      <a:pt x="27061" y="15494"/>
                    </a:cubicBezTo>
                    <a:cubicBezTo>
                      <a:pt x="26562" y="15423"/>
                      <a:pt x="26062" y="15209"/>
                      <a:pt x="25633" y="14995"/>
                    </a:cubicBezTo>
                    <a:cubicBezTo>
                      <a:pt x="25205" y="14923"/>
                      <a:pt x="24848" y="14780"/>
                      <a:pt x="24562" y="14423"/>
                    </a:cubicBezTo>
                    <a:cubicBezTo>
                      <a:pt x="24491" y="14281"/>
                      <a:pt x="24420" y="14138"/>
                      <a:pt x="24420" y="14066"/>
                    </a:cubicBezTo>
                    <a:cubicBezTo>
                      <a:pt x="24420" y="13924"/>
                      <a:pt x="24634" y="13852"/>
                      <a:pt x="24777" y="13781"/>
                    </a:cubicBezTo>
                    <a:cubicBezTo>
                      <a:pt x="24848" y="13638"/>
                      <a:pt x="24919" y="13424"/>
                      <a:pt x="25062" y="13352"/>
                    </a:cubicBezTo>
                    <a:cubicBezTo>
                      <a:pt x="25848" y="13138"/>
                      <a:pt x="26419" y="12781"/>
                      <a:pt x="27133" y="12353"/>
                    </a:cubicBezTo>
                    <a:cubicBezTo>
                      <a:pt x="27276" y="12281"/>
                      <a:pt x="27418" y="12210"/>
                      <a:pt x="27418" y="11996"/>
                    </a:cubicBezTo>
                    <a:cubicBezTo>
                      <a:pt x="27347" y="11425"/>
                      <a:pt x="27633" y="10996"/>
                      <a:pt x="27704" y="10425"/>
                    </a:cubicBezTo>
                    <a:cubicBezTo>
                      <a:pt x="27633" y="10211"/>
                      <a:pt x="27418" y="10068"/>
                      <a:pt x="27347" y="9854"/>
                    </a:cubicBezTo>
                    <a:cubicBezTo>
                      <a:pt x="27347" y="9711"/>
                      <a:pt x="27418" y="9568"/>
                      <a:pt x="27490" y="9425"/>
                    </a:cubicBezTo>
                    <a:cubicBezTo>
                      <a:pt x="27561" y="8997"/>
                      <a:pt x="26704" y="9140"/>
                      <a:pt x="26419" y="9283"/>
                    </a:cubicBezTo>
                    <a:cubicBezTo>
                      <a:pt x="26133" y="9425"/>
                      <a:pt x="25776" y="9354"/>
                      <a:pt x="25491" y="9497"/>
                    </a:cubicBezTo>
                    <a:cubicBezTo>
                      <a:pt x="24848" y="9997"/>
                      <a:pt x="24134" y="10282"/>
                      <a:pt x="23706" y="11068"/>
                    </a:cubicBezTo>
                    <a:cubicBezTo>
                      <a:pt x="23634" y="11282"/>
                      <a:pt x="24134" y="11282"/>
                      <a:pt x="24134" y="11496"/>
                    </a:cubicBezTo>
                    <a:cubicBezTo>
                      <a:pt x="24134" y="11710"/>
                      <a:pt x="23991" y="11853"/>
                      <a:pt x="23777" y="11924"/>
                    </a:cubicBezTo>
                    <a:cubicBezTo>
                      <a:pt x="23349" y="11996"/>
                      <a:pt x="22920" y="12139"/>
                      <a:pt x="22706" y="12567"/>
                    </a:cubicBezTo>
                    <a:cubicBezTo>
                      <a:pt x="22492" y="12924"/>
                      <a:pt x="22635" y="13424"/>
                      <a:pt x="22278" y="13709"/>
                    </a:cubicBezTo>
                    <a:cubicBezTo>
                      <a:pt x="21849" y="14209"/>
                      <a:pt x="21278" y="13781"/>
                      <a:pt x="20850" y="13424"/>
                    </a:cubicBezTo>
                    <a:cubicBezTo>
                      <a:pt x="20350" y="12853"/>
                      <a:pt x="21135" y="12424"/>
                      <a:pt x="21492" y="12139"/>
                    </a:cubicBezTo>
                    <a:cubicBezTo>
                      <a:pt x="21921" y="11924"/>
                      <a:pt x="22349" y="11710"/>
                      <a:pt x="22563" y="11282"/>
                    </a:cubicBezTo>
                    <a:cubicBezTo>
                      <a:pt x="22706" y="11068"/>
                      <a:pt x="22849" y="10996"/>
                      <a:pt x="22992" y="10782"/>
                    </a:cubicBezTo>
                    <a:cubicBezTo>
                      <a:pt x="23063" y="10496"/>
                      <a:pt x="23063" y="10139"/>
                      <a:pt x="23134" y="9782"/>
                    </a:cubicBezTo>
                    <a:cubicBezTo>
                      <a:pt x="23206" y="9497"/>
                      <a:pt x="23134" y="9140"/>
                      <a:pt x="23063" y="8854"/>
                    </a:cubicBezTo>
                    <a:cubicBezTo>
                      <a:pt x="22992" y="8569"/>
                      <a:pt x="23063" y="8283"/>
                      <a:pt x="22920" y="8069"/>
                    </a:cubicBezTo>
                    <a:cubicBezTo>
                      <a:pt x="22706" y="7854"/>
                      <a:pt x="22420" y="7783"/>
                      <a:pt x="22206" y="7640"/>
                    </a:cubicBezTo>
                    <a:cubicBezTo>
                      <a:pt x="21849" y="7283"/>
                      <a:pt x="22278" y="6855"/>
                      <a:pt x="22563" y="6641"/>
                    </a:cubicBezTo>
                    <a:cubicBezTo>
                      <a:pt x="22706" y="6426"/>
                      <a:pt x="22777" y="6212"/>
                      <a:pt x="22992" y="5998"/>
                    </a:cubicBezTo>
                    <a:cubicBezTo>
                      <a:pt x="23063" y="5855"/>
                      <a:pt x="23206" y="5712"/>
                      <a:pt x="23277" y="5498"/>
                    </a:cubicBezTo>
                    <a:cubicBezTo>
                      <a:pt x="23277" y="5213"/>
                      <a:pt x="22706" y="5355"/>
                      <a:pt x="22563" y="5427"/>
                    </a:cubicBezTo>
                    <a:cubicBezTo>
                      <a:pt x="21706" y="6284"/>
                      <a:pt x="20850" y="6998"/>
                      <a:pt x="20350" y="8069"/>
                    </a:cubicBezTo>
                    <a:cubicBezTo>
                      <a:pt x="20278" y="8283"/>
                      <a:pt x="20278" y="8497"/>
                      <a:pt x="20207" y="8783"/>
                    </a:cubicBezTo>
                    <a:cubicBezTo>
                      <a:pt x="20136" y="8926"/>
                      <a:pt x="19993" y="9140"/>
                      <a:pt x="19993" y="9354"/>
                    </a:cubicBezTo>
                    <a:cubicBezTo>
                      <a:pt x="20064" y="9925"/>
                      <a:pt x="19778" y="10425"/>
                      <a:pt x="19493" y="10853"/>
                    </a:cubicBezTo>
                    <a:cubicBezTo>
                      <a:pt x="19350" y="11068"/>
                      <a:pt x="19207" y="11282"/>
                      <a:pt x="19279" y="11567"/>
                    </a:cubicBezTo>
                    <a:cubicBezTo>
                      <a:pt x="19279" y="11567"/>
                      <a:pt x="19279" y="11710"/>
                      <a:pt x="19279" y="11782"/>
                    </a:cubicBezTo>
                    <a:cubicBezTo>
                      <a:pt x="19350" y="11924"/>
                      <a:pt x="19207" y="12139"/>
                      <a:pt x="19279" y="12353"/>
                    </a:cubicBezTo>
                    <a:cubicBezTo>
                      <a:pt x="19350" y="12496"/>
                      <a:pt x="19636" y="12353"/>
                      <a:pt x="19707" y="12496"/>
                    </a:cubicBezTo>
                    <a:cubicBezTo>
                      <a:pt x="19921" y="12781"/>
                      <a:pt x="19707" y="13281"/>
                      <a:pt x="20064" y="13495"/>
                    </a:cubicBezTo>
                    <a:cubicBezTo>
                      <a:pt x="20207" y="13567"/>
                      <a:pt x="20493" y="13638"/>
                      <a:pt x="20493" y="13852"/>
                    </a:cubicBezTo>
                    <a:cubicBezTo>
                      <a:pt x="20493" y="14209"/>
                      <a:pt x="20064" y="14495"/>
                      <a:pt x="20064" y="14852"/>
                    </a:cubicBezTo>
                    <a:cubicBezTo>
                      <a:pt x="19993" y="15280"/>
                      <a:pt x="20064" y="15566"/>
                      <a:pt x="20207" y="15851"/>
                    </a:cubicBezTo>
                    <a:cubicBezTo>
                      <a:pt x="20278" y="16137"/>
                      <a:pt x="20278" y="16351"/>
                      <a:pt x="20493" y="16565"/>
                    </a:cubicBezTo>
                    <a:cubicBezTo>
                      <a:pt x="20635" y="16780"/>
                      <a:pt x="21064" y="16780"/>
                      <a:pt x="21135" y="17137"/>
                    </a:cubicBezTo>
                    <a:cubicBezTo>
                      <a:pt x="21135" y="17351"/>
                      <a:pt x="21064" y="17565"/>
                      <a:pt x="21064" y="17779"/>
                    </a:cubicBezTo>
                    <a:cubicBezTo>
                      <a:pt x="20992" y="17922"/>
                      <a:pt x="20992" y="18136"/>
                      <a:pt x="20992" y="18279"/>
                    </a:cubicBezTo>
                    <a:cubicBezTo>
                      <a:pt x="21064" y="18636"/>
                      <a:pt x="20992" y="18993"/>
                      <a:pt x="20992" y="19279"/>
                    </a:cubicBezTo>
                    <a:cubicBezTo>
                      <a:pt x="20921" y="20278"/>
                      <a:pt x="20707" y="20635"/>
                      <a:pt x="21706" y="21064"/>
                    </a:cubicBezTo>
                    <a:cubicBezTo>
                      <a:pt x="22135" y="21278"/>
                      <a:pt x="22278" y="21706"/>
                      <a:pt x="22563" y="22063"/>
                    </a:cubicBezTo>
                    <a:cubicBezTo>
                      <a:pt x="22777" y="22420"/>
                      <a:pt x="22920" y="22777"/>
                      <a:pt x="23063" y="23134"/>
                    </a:cubicBezTo>
                    <a:cubicBezTo>
                      <a:pt x="23277" y="23491"/>
                      <a:pt x="23634" y="23563"/>
                      <a:pt x="23991" y="23706"/>
                    </a:cubicBezTo>
                    <a:cubicBezTo>
                      <a:pt x="24205" y="23777"/>
                      <a:pt x="24420" y="23848"/>
                      <a:pt x="24491" y="23991"/>
                    </a:cubicBezTo>
                    <a:cubicBezTo>
                      <a:pt x="24562" y="24063"/>
                      <a:pt x="24562" y="24205"/>
                      <a:pt x="24634" y="24277"/>
                    </a:cubicBezTo>
                    <a:cubicBezTo>
                      <a:pt x="24848" y="24491"/>
                      <a:pt x="25276" y="24491"/>
                      <a:pt x="25562" y="24491"/>
                    </a:cubicBezTo>
                    <a:cubicBezTo>
                      <a:pt x="25633" y="24491"/>
                      <a:pt x="25562" y="24491"/>
                      <a:pt x="25491" y="24420"/>
                    </a:cubicBezTo>
                    <a:cubicBezTo>
                      <a:pt x="25205" y="24134"/>
                      <a:pt x="24919" y="23848"/>
                      <a:pt x="24634" y="23563"/>
                    </a:cubicBezTo>
                    <a:cubicBezTo>
                      <a:pt x="24134" y="22992"/>
                      <a:pt x="23777" y="22349"/>
                      <a:pt x="23349" y="21706"/>
                    </a:cubicBezTo>
                    <a:cubicBezTo>
                      <a:pt x="22992" y="20921"/>
                      <a:pt x="22706" y="19993"/>
                      <a:pt x="22349" y="19136"/>
                    </a:cubicBezTo>
                    <a:cubicBezTo>
                      <a:pt x="22135" y="18708"/>
                      <a:pt x="22420" y="18279"/>
                      <a:pt x="22492" y="17851"/>
                    </a:cubicBezTo>
                    <a:cubicBezTo>
                      <a:pt x="22492" y="17494"/>
                      <a:pt x="22278" y="17208"/>
                      <a:pt x="22278" y="16922"/>
                    </a:cubicBezTo>
                    <a:cubicBezTo>
                      <a:pt x="22278" y="16637"/>
                      <a:pt x="22420" y="16280"/>
                      <a:pt x="22635" y="16137"/>
                    </a:cubicBezTo>
                    <a:cubicBezTo>
                      <a:pt x="22777" y="15994"/>
                      <a:pt x="22992" y="16066"/>
                      <a:pt x="23134" y="16066"/>
                    </a:cubicBezTo>
                    <a:cubicBezTo>
                      <a:pt x="23706" y="16066"/>
                      <a:pt x="24134" y="16280"/>
                      <a:pt x="24634" y="16494"/>
                    </a:cubicBezTo>
                    <a:cubicBezTo>
                      <a:pt x="25062" y="16565"/>
                      <a:pt x="25705" y="16351"/>
                      <a:pt x="26133" y="16708"/>
                    </a:cubicBezTo>
                    <a:cubicBezTo>
                      <a:pt x="26847" y="17208"/>
                      <a:pt x="27775" y="17208"/>
                      <a:pt x="28561" y="17494"/>
                    </a:cubicBezTo>
                    <a:cubicBezTo>
                      <a:pt x="28632" y="17565"/>
                      <a:pt x="28490" y="17279"/>
                      <a:pt x="28347" y="17208"/>
                    </a:cubicBezTo>
                    <a:close/>
                    <a:moveTo>
                      <a:pt x="34844" y="16994"/>
                    </a:moveTo>
                    <a:cubicBezTo>
                      <a:pt x="34773" y="16994"/>
                      <a:pt x="34773" y="16994"/>
                      <a:pt x="34773" y="16994"/>
                    </a:cubicBezTo>
                    <a:cubicBezTo>
                      <a:pt x="34487" y="16994"/>
                      <a:pt x="34487" y="16994"/>
                      <a:pt x="34487" y="16994"/>
                    </a:cubicBezTo>
                    <a:cubicBezTo>
                      <a:pt x="34487" y="16994"/>
                      <a:pt x="34487" y="16994"/>
                      <a:pt x="34487" y="16994"/>
                    </a:cubicBezTo>
                    <a:cubicBezTo>
                      <a:pt x="34487" y="16994"/>
                      <a:pt x="34487" y="16994"/>
                      <a:pt x="34487" y="16994"/>
                    </a:cubicBezTo>
                    <a:cubicBezTo>
                      <a:pt x="34559" y="16994"/>
                      <a:pt x="34559" y="16994"/>
                      <a:pt x="34559" y="16994"/>
                    </a:cubicBezTo>
                    <a:cubicBezTo>
                      <a:pt x="34559" y="17065"/>
                      <a:pt x="34559" y="17065"/>
                      <a:pt x="34559" y="17065"/>
                    </a:cubicBezTo>
                    <a:cubicBezTo>
                      <a:pt x="34630" y="17065"/>
                      <a:pt x="34630" y="17065"/>
                      <a:pt x="34630" y="17065"/>
                    </a:cubicBezTo>
                    <a:cubicBezTo>
                      <a:pt x="34630" y="17137"/>
                      <a:pt x="34630" y="17137"/>
                      <a:pt x="34630" y="17137"/>
                    </a:cubicBezTo>
                    <a:cubicBezTo>
                      <a:pt x="34701" y="17208"/>
                      <a:pt x="34701" y="17208"/>
                      <a:pt x="34701" y="17208"/>
                    </a:cubicBezTo>
                    <a:cubicBezTo>
                      <a:pt x="34773" y="17279"/>
                      <a:pt x="34773" y="17279"/>
                      <a:pt x="34773" y="17279"/>
                    </a:cubicBezTo>
                    <a:cubicBezTo>
                      <a:pt x="34916" y="17208"/>
                      <a:pt x="34916" y="17208"/>
                      <a:pt x="34916" y="17208"/>
                    </a:cubicBezTo>
                    <a:cubicBezTo>
                      <a:pt x="34844" y="17065"/>
                      <a:pt x="34844" y="17065"/>
                      <a:pt x="34844" y="17065"/>
                    </a:cubicBezTo>
                    <a:close/>
                    <a:moveTo>
                      <a:pt x="12995" y="10639"/>
                    </a:moveTo>
                    <a:cubicBezTo>
                      <a:pt x="12924" y="10639"/>
                      <a:pt x="12924" y="10639"/>
                      <a:pt x="12924" y="10639"/>
                    </a:cubicBezTo>
                    <a:cubicBezTo>
                      <a:pt x="12924" y="10639"/>
                      <a:pt x="12924" y="10639"/>
                      <a:pt x="12924" y="10639"/>
                    </a:cubicBezTo>
                    <a:cubicBezTo>
                      <a:pt x="12853" y="10568"/>
                      <a:pt x="12853" y="10568"/>
                      <a:pt x="12853" y="10568"/>
                    </a:cubicBezTo>
                    <a:cubicBezTo>
                      <a:pt x="12781" y="10639"/>
                      <a:pt x="12781" y="10639"/>
                      <a:pt x="12781" y="10639"/>
                    </a:cubicBezTo>
                    <a:cubicBezTo>
                      <a:pt x="12781" y="10711"/>
                      <a:pt x="12781" y="10711"/>
                      <a:pt x="12781" y="10711"/>
                    </a:cubicBezTo>
                    <a:cubicBezTo>
                      <a:pt x="12710" y="10782"/>
                      <a:pt x="12710" y="10782"/>
                      <a:pt x="12710" y="10782"/>
                    </a:cubicBezTo>
                    <a:cubicBezTo>
                      <a:pt x="12710" y="10782"/>
                      <a:pt x="12710" y="10782"/>
                      <a:pt x="12710" y="10782"/>
                    </a:cubicBezTo>
                    <a:cubicBezTo>
                      <a:pt x="12781" y="10782"/>
                      <a:pt x="12781" y="10782"/>
                      <a:pt x="12781" y="10782"/>
                    </a:cubicBezTo>
                    <a:cubicBezTo>
                      <a:pt x="12924" y="10996"/>
                      <a:pt x="12924" y="10996"/>
                      <a:pt x="12924" y="10996"/>
                    </a:cubicBezTo>
                    <a:cubicBezTo>
                      <a:pt x="12924" y="10996"/>
                      <a:pt x="12924" y="10996"/>
                      <a:pt x="12924" y="10996"/>
                    </a:cubicBezTo>
                    <a:cubicBezTo>
                      <a:pt x="12995" y="10853"/>
                      <a:pt x="12995" y="10853"/>
                      <a:pt x="12995" y="10853"/>
                    </a:cubicBezTo>
                    <a:cubicBezTo>
                      <a:pt x="12995" y="10853"/>
                      <a:pt x="12995" y="10853"/>
                      <a:pt x="12995" y="10853"/>
                    </a:cubicBezTo>
                    <a:cubicBezTo>
                      <a:pt x="13067" y="10711"/>
                      <a:pt x="13067" y="10711"/>
                      <a:pt x="13067" y="10711"/>
                    </a:cubicBezTo>
                    <a:close/>
                    <a:moveTo>
                      <a:pt x="46626" y="572"/>
                    </a:moveTo>
                    <a:cubicBezTo>
                      <a:pt x="46554" y="572"/>
                      <a:pt x="46554" y="572"/>
                      <a:pt x="46554" y="572"/>
                    </a:cubicBezTo>
                    <a:cubicBezTo>
                      <a:pt x="46483" y="572"/>
                      <a:pt x="46483" y="572"/>
                      <a:pt x="46483" y="572"/>
                    </a:cubicBezTo>
                    <a:cubicBezTo>
                      <a:pt x="46411" y="643"/>
                      <a:pt x="46411" y="643"/>
                      <a:pt x="46411" y="643"/>
                    </a:cubicBezTo>
                    <a:cubicBezTo>
                      <a:pt x="46483" y="714"/>
                      <a:pt x="46483" y="714"/>
                      <a:pt x="46483" y="714"/>
                    </a:cubicBezTo>
                    <a:cubicBezTo>
                      <a:pt x="46554" y="714"/>
                      <a:pt x="46554" y="714"/>
                      <a:pt x="46554" y="714"/>
                    </a:cubicBezTo>
                    <a:cubicBezTo>
                      <a:pt x="46697" y="643"/>
                      <a:pt x="46697" y="643"/>
                      <a:pt x="46697" y="643"/>
                    </a:cubicBezTo>
                    <a:close/>
                    <a:moveTo>
                      <a:pt x="42627" y="72"/>
                    </a:moveTo>
                    <a:cubicBezTo>
                      <a:pt x="42484" y="143"/>
                      <a:pt x="42484" y="143"/>
                      <a:pt x="42484" y="143"/>
                    </a:cubicBezTo>
                    <a:cubicBezTo>
                      <a:pt x="42413" y="215"/>
                      <a:pt x="42413" y="215"/>
                      <a:pt x="42413" y="215"/>
                    </a:cubicBezTo>
                    <a:cubicBezTo>
                      <a:pt x="42484" y="286"/>
                      <a:pt x="42484" y="286"/>
                      <a:pt x="42484" y="286"/>
                    </a:cubicBezTo>
                    <a:cubicBezTo>
                      <a:pt x="42627" y="286"/>
                      <a:pt x="42627" y="286"/>
                      <a:pt x="42627" y="286"/>
                    </a:cubicBezTo>
                    <a:cubicBezTo>
                      <a:pt x="42770" y="215"/>
                      <a:pt x="42770" y="215"/>
                      <a:pt x="42770" y="215"/>
                    </a:cubicBezTo>
                    <a:cubicBezTo>
                      <a:pt x="42841" y="72"/>
                      <a:pt x="42841" y="72"/>
                      <a:pt x="42841" y="72"/>
                    </a:cubicBezTo>
                    <a:cubicBezTo>
                      <a:pt x="42770" y="0"/>
                      <a:pt x="42770" y="0"/>
                      <a:pt x="42770" y="0"/>
                    </a:cubicBezTo>
                    <a:close/>
                    <a:moveTo>
                      <a:pt x="25348" y="25348"/>
                    </a:moveTo>
                    <a:cubicBezTo>
                      <a:pt x="25419" y="25348"/>
                      <a:pt x="25633" y="25205"/>
                      <a:pt x="25491" y="25062"/>
                    </a:cubicBezTo>
                    <a:cubicBezTo>
                      <a:pt x="25491" y="25062"/>
                      <a:pt x="25419" y="25062"/>
                      <a:pt x="25348" y="25062"/>
                    </a:cubicBezTo>
                    <a:cubicBezTo>
                      <a:pt x="25276" y="24991"/>
                      <a:pt x="25205" y="24919"/>
                      <a:pt x="25134" y="24919"/>
                    </a:cubicBezTo>
                    <a:cubicBezTo>
                      <a:pt x="25062" y="24848"/>
                      <a:pt x="24991" y="24634"/>
                      <a:pt x="24919" y="24777"/>
                    </a:cubicBezTo>
                    <a:cubicBezTo>
                      <a:pt x="24848" y="24848"/>
                      <a:pt x="24848" y="24848"/>
                      <a:pt x="24919" y="24919"/>
                    </a:cubicBezTo>
                    <a:cubicBezTo>
                      <a:pt x="25062" y="24991"/>
                      <a:pt x="25062" y="24991"/>
                      <a:pt x="24991" y="25062"/>
                    </a:cubicBezTo>
                    <a:cubicBezTo>
                      <a:pt x="24991" y="25134"/>
                      <a:pt x="25062" y="25276"/>
                      <a:pt x="25134" y="25276"/>
                    </a:cubicBezTo>
                    <a:cubicBezTo>
                      <a:pt x="25205" y="25276"/>
                      <a:pt x="25276" y="25276"/>
                      <a:pt x="25276" y="25348"/>
                    </a:cubicBezTo>
                    <a:close/>
                    <a:moveTo>
                      <a:pt x="19136" y="27561"/>
                    </a:moveTo>
                    <a:cubicBezTo>
                      <a:pt x="19064" y="27347"/>
                      <a:pt x="19064" y="27347"/>
                      <a:pt x="19064" y="27347"/>
                    </a:cubicBezTo>
                    <a:cubicBezTo>
                      <a:pt x="19064" y="27347"/>
                      <a:pt x="19064" y="27347"/>
                      <a:pt x="19064" y="27347"/>
                    </a:cubicBezTo>
                    <a:cubicBezTo>
                      <a:pt x="18993" y="27347"/>
                      <a:pt x="18993" y="27347"/>
                      <a:pt x="18993" y="27347"/>
                    </a:cubicBezTo>
                    <a:cubicBezTo>
                      <a:pt x="18922" y="27347"/>
                      <a:pt x="18922" y="27347"/>
                      <a:pt x="18922" y="27347"/>
                    </a:cubicBezTo>
                    <a:cubicBezTo>
                      <a:pt x="18850" y="27276"/>
                      <a:pt x="18850" y="27276"/>
                      <a:pt x="18850" y="27276"/>
                    </a:cubicBezTo>
                    <a:cubicBezTo>
                      <a:pt x="18850" y="27276"/>
                      <a:pt x="18850" y="27276"/>
                      <a:pt x="18850" y="27276"/>
                    </a:cubicBezTo>
                    <a:cubicBezTo>
                      <a:pt x="18850" y="27347"/>
                      <a:pt x="18850" y="27347"/>
                      <a:pt x="18850" y="27347"/>
                    </a:cubicBezTo>
                    <a:cubicBezTo>
                      <a:pt x="18779" y="27347"/>
                      <a:pt x="18779" y="27347"/>
                      <a:pt x="18779" y="27347"/>
                    </a:cubicBezTo>
                    <a:cubicBezTo>
                      <a:pt x="18779" y="27347"/>
                      <a:pt x="18779" y="27347"/>
                      <a:pt x="18779" y="27347"/>
                    </a:cubicBezTo>
                    <a:cubicBezTo>
                      <a:pt x="18779" y="27418"/>
                      <a:pt x="18779" y="27418"/>
                      <a:pt x="18779" y="27418"/>
                    </a:cubicBezTo>
                    <a:cubicBezTo>
                      <a:pt x="18636" y="27418"/>
                      <a:pt x="18636" y="27418"/>
                      <a:pt x="18636" y="27418"/>
                    </a:cubicBezTo>
                    <a:cubicBezTo>
                      <a:pt x="18565" y="27561"/>
                      <a:pt x="18565" y="27561"/>
                      <a:pt x="18565" y="27561"/>
                    </a:cubicBezTo>
                    <a:cubicBezTo>
                      <a:pt x="18565" y="27704"/>
                      <a:pt x="18565" y="27704"/>
                      <a:pt x="18565" y="27704"/>
                    </a:cubicBezTo>
                    <a:cubicBezTo>
                      <a:pt x="18779" y="27775"/>
                      <a:pt x="18779" y="27775"/>
                      <a:pt x="18779" y="27775"/>
                    </a:cubicBezTo>
                    <a:cubicBezTo>
                      <a:pt x="18779" y="27775"/>
                      <a:pt x="18779" y="27775"/>
                      <a:pt x="18779" y="27775"/>
                    </a:cubicBezTo>
                    <a:cubicBezTo>
                      <a:pt x="18922" y="27633"/>
                      <a:pt x="18922" y="27633"/>
                      <a:pt x="18922" y="27633"/>
                    </a:cubicBezTo>
                    <a:cubicBezTo>
                      <a:pt x="18993" y="27633"/>
                      <a:pt x="18993" y="27633"/>
                      <a:pt x="18993" y="27633"/>
                    </a:cubicBezTo>
                    <a:cubicBezTo>
                      <a:pt x="19136" y="27633"/>
                      <a:pt x="19136" y="27633"/>
                      <a:pt x="19136" y="27633"/>
                    </a:cubicBezTo>
                    <a:close/>
                    <a:moveTo>
                      <a:pt x="18779" y="23706"/>
                    </a:moveTo>
                    <a:cubicBezTo>
                      <a:pt x="18707" y="23706"/>
                      <a:pt x="18636" y="23563"/>
                      <a:pt x="18636" y="23491"/>
                    </a:cubicBezTo>
                    <a:cubicBezTo>
                      <a:pt x="18636" y="23420"/>
                      <a:pt x="18636" y="23349"/>
                      <a:pt x="18636" y="23277"/>
                    </a:cubicBezTo>
                    <a:cubicBezTo>
                      <a:pt x="18565" y="23134"/>
                      <a:pt x="18422" y="22992"/>
                      <a:pt x="18350" y="22920"/>
                    </a:cubicBezTo>
                    <a:cubicBezTo>
                      <a:pt x="18350" y="22849"/>
                      <a:pt x="18422" y="22706"/>
                      <a:pt x="18350" y="22706"/>
                    </a:cubicBezTo>
                    <a:cubicBezTo>
                      <a:pt x="18279" y="22706"/>
                      <a:pt x="18136" y="22706"/>
                      <a:pt x="18065" y="22777"/>
                    </a:cubicBezTo>
                    <a:cubicBezTo>
                      <a:pt x="17922" y="22849"/>
                      <a:pt x="17993" y="22992"/>
                      <a:pt x="17922" y="23063"/>
                    </a:cubicBezTo>
                    <a:cubicBezTo>
                      <a:pt x="17922" y="23206"/>
                      <a:pt x="17779" y="23349"/>
                      <a:pt x="17779" y="23491"/>
                    </a:cubicBezTo>
                    <a:cubicBezTo>
                      <a:pt x="17636" y="23848"/>
                      <a:pt x="18136" y="23706"/>
                      <a:pt x="18350" y="23777"/>
                    </a:cubicBezTo>
                    <a:cubicBezTo>
                      <a:pt x="18422" y="23848"/>
                      <a:pt x="18422" y="23920"/>
                      <a:pt x="18493" y="23920"/>
                    </a:cubicBezTo>
                    <a:cubicBezTo>
                      <a:pt x="18565" y="23848"/>
                      <a:pt x="18779" y="23848"/>
                      <a:pt x="18779" y="23777"/>
                    </a:cubicBezTo>
                    <a:close/>
                    <a:moveTo>
                      <a:pt x="17494" y="22135"/>
                    </a:moveTo>
                    <a:cubicBezTo>
                      <a:pt x="17494" y="22135"/>
                      <a:pt x="17565" y="22135"/>
                      <a:pt x="17636" y="22206"/>
                    </a:cubicBezTo>
                    <a:cubicBezTo>
                      <a:pt x="17851" y="22206"/>
                      <a:pt x="17993" y="22135"/>
                      <a:pt x="18208" y="21992"/>
                    </a:cubicBezTo>
                    <a:cubicBezTo>
                      <a:pt x="18350" y="21992"/>
                      <a:pt x="18350" y="21992"/>
                      <a:pt x="18422" y="21849"/>
                    </a:cubicBezTo>
                    <a:cubicBezTo>
                      <a:pt x="18493" y="21706"/>
                      <a:pt x="18422" y="21635"/>
                      <a:pt x="18422" y="21564"/>
                    </a:cubicBezTo>
                    <a:cubicBezTo>
                      <a:pt x="18493" y="21421"/>
                      <a:pt x="18565" y="21349"/>
                      <a:pt x="18493" y="21207"/>
                    </a:cubicBezTo>
                    <a:cubicBezTo>
                      <a:pt x="18422" y="21064"/>
                      <a:pt x="18208" y="20850"/>
                      <a:pt x="18565" y="20778"/>
                    </a:cubicBezTo>
                    <a:cubicBezTo>
                      <a:pt x="18636" y="20778"/>
                      <a:pt x="18636" y="20707"/>
                      <a:pt x="18636" y="20707"/>
                    </a:cubicBezTo>
                    <a:cubicBezTo>
                      <a:pt x="18565" y="20635"/>
                      <a:pt x="18493" y="20635"/>
                      <a:pt x="18422" y="20635"/>
                    </a:cubicBezTo>
                    <a:cubicBezTo>
                      <a:pt x="18350" y="20564"/>
                      <a:pt x="18279" y="20493"/>
                      <a:pt x="18208" y="20493"/>
                    </a:cubicBezTo>
                    <a:cubicBezTo>
                      <a:pt x="18065" y="20493"/>
                      <a:pt x="17922" y="20493"/>
                      <a:pt x="17779" y="20564"/>
                    </a:cubicBezTo>
                    <a:cubicBezTo>
                      <a:pt x="17636" y="20564"/>
                      <a:pt x="17422" y="20635"/>
                      <a:pt x="17494" y="20778"/>
                    </a:cubicBezTo>
                    <a:cubicBezTo>
                      <a:pt x="17494" y="20921"/>
                      <a:pt x="17565" y="21064"/>
                      <a:pt x="17494" y="21135"/>
                    </a:cubicBezTo>
                    <a:cubicBezTo>
                      <a:pt x="17422" y="21278"/>
                      <a:pt x="17422" y="21421"/>
                      <a:pt x="17422" y="21564"/>
                    </a:cubicBezTo>
                    <a:cubicBezTo>
                      <a:pt x="17422" y="21706"/>
                      <a:pt x="17636" y="21778"/>
                      <a:pt x="17565" y="21921"/>
                    </a:cubicBezTo>
                    <a:cubicBezTo>
                      <a:pt x="17494" y="21921"/>
                      <a:pt x="17422" y="21992"/>
                      <a:pt x="17494" y="21992"/>
                    </a:cubicBezTo>
                    <a:cubicBezTo>
                      <a:pt x="17494" y="22063"/>
                      <a:pt x="17494" y="22063"/>
                      <a:pt x="17494" y="22135"/>
                    </a:cubicBezTo>
                    <a:close/>
                    <a:moveTo>
                      <a:pt x="25134" y="28846"/>
                    </a:moveTo>
                    <a:cubicBezTo>
                      <a:pt x="25062" y="28846"/>
                      <a:pt x="25062" y="28846"/>
                      <a:pt x="25062" y="28846"/>
                    </a:cubicBezTo>
                    <a:cubicBezTo>
                      <a:pt x="24919" y="28918"/>
                      <a:pt x="24919" y="28918"/>
                      <a:pt x="24919" y="28918"/>
                    </a:cubicBezTo>
                    <a:cubicBezTo>
                      <a:pt x="24848" y="29061"/>
                      <a:pt x="24848" y="29061"/>
                      <a:pt x="24848" y="29061"/>
                    </a:cubicBezTo>
                    <a:cubicBezTo>
                      <a:pt x="24848" y="29132"/>
                      <a:pt x="24848" y="29132"/>
                      <a:pt x="24848" y="29132"/>
                    </a:cubicBezTo>
                    <a:cubicBezTo>
                      <a:pt x="24991" y="29204"/>
                      <a:pt x="24991" y="29204"/>
                      <a:pt x="24991" y="29204"/>
                    </a:cubicBezTo>
                    <a:cubicBezTo>
                      <a:pt x="24991" y="29204"/>
                      <a:pt x="24991" y="29204"/>
                      <a:pt x="24991" y="29204"/>
                    </a:cubicBezTo>
                    <a:cubicBezTo>
                      <a:pt x="25134" y="29132"/>
                      <a:pt x="25134" y="29132"/>
                      <a:pt x="25134" y="29132"/>
                    </a:cubicBezTo>
                    <a:cubicBezTo>
                      <a:pt x="25205" y="29061"/>
                      <a:pt x="25205" y="29061"/>
                      <a:pt x="25205" y="29061"/>
                    </a:cubicBezTo>
                    <a:cubicBezTo>
                      <a:pt x="25205" y="28989"/>
                      <a:pt x="25205" y="28989"/>
                      <a:pt x="25205" y="28989"/>
                    </a:cubicBezTo>
                    <a:cubicBezTo>
                      <a:pt x="25205" y="28918"/>
                      <a:pt x="25205" y="28918"/>
                      <a:pt x="25205" y="28918"/>
                    </a:cubicBezTo>
                    <a:close/>
                    <a:moveTo>
                      <a:pt x="23848" y="28632"/>
                    </a:moveTo>
                    <a:cubicBezTo>
                      <a:pt x="23706" y="28561"/>
                      <a:pt x="23491" y="28561"/>
                      <a:pt x="23420" y="28489"/>
                    </a:cubicBezTo>
                    <a:cubicBezTo>
                      <a:pt x="22992" y="28204"/>
                      <a:pt x="22563" y="27633"/>
                      <a:pt x="22063" y="27704"/>
                    </a:cubicBezTo>
                    <a:cubicBezTo>
                      <a:pt x="21706" y="27704"/>
                      <a:pt x="21564" y="27347"/>
                      <a:pt x="21278" y="27276"/>
                    </a:cubicBezTo>
                    <a:cubicBezTo>
                      <a:pt x="21135" y="27204"/>
                      <a:pt x="20921" y="27133"/>
                      <a:pt x="20778" y="27133"/>
                    </a:cubicBezTo>
                    <a:cubicBezTo>
                      <a:pt x="20493" y="27133"/>
                      <a:pt x="20064" y="27490"/>
                      <a:pt x="19850" y="27704"/>
                    </a:cubicBezTo>
                    <a:cubicBezTo>
                      <a:pt x="19778" y="27847"/>
                      <a:pt x="19636" y="27775"/>
                      <a:pt x="19493" y="27704"/>
                    </a:cubicBezTo>
                    <a:cubicBezTo>
                      <a:pt x="19350" y="27775"/>
                      <a:pt x="19350" y="27918"/>
                      <a:pt x="19279" y="27990"/>
                    </a:cubicBezTo>
                    <a:cubicBezTo>
                      <a:pt x="19279" y="28275"/>
                      <a:pt x="19136" y="28704"/>
                      <a:pt x="19136" y="28989"/>
                    </a:cubicBezTo>
                    <a:cubicBezTo>
                      <a:pt x="19350" y="29346"/>
                      <a:pt x="19850" y="29561"/>
                      <a:pt x="20207" y="29632"/>
                    </a:cubicBezTo>
                    <a:cubicBezTo>
                      <a:pt x="20635" y="29632"/>
                      <a:pt x="20850" y="29489"/>
                      <a:pt x="21207" y="29418"/>
                    </a:cubicBezTo>
                    <a:cubicBezTo>
                      <a:pt x="21564" y="29346"/>
                      <a:pt x="21992" y="29418"/>
                      <a:pt x="22278" y="29346"/>
                    </a:cubicBezTo>
                    <a:cubicBezTo>
                      <a:pt x="22635" y="29275"/>
                      <a:pt x="22992" y="29489"/>
                      <a:pt x="23349" y="29489"/>
                    </a:cubicBezTo>
                    <a:cubicBezTo>
                      <a:pt x="23848" y="29561"/>
                      <a:pt x="24205" y="29061"/>
                      <a:pt x="23848" y="28632"/>
                    </a:cubicBezTo>
                    <a:close/>
                    <a:moveTo>
                      <a:pt x="20635" y="30132"/>
                    </a:moveTo>
                    <a:cubicBezTo>
                      <a:pt x="20493" y="30203"/>
                      <a:pt x="20493" y="30203"/>
                      <a:pt x="20493" y="30203"/>
                    </a:cubicBezTo>
                    <a:cubicBezTo>
                      <a:pt x="20350" y="30203"/>
                      <a:pt x="20350" y="30203"/>
                      <a:pt x="20350" y="30203"/>
                    </a:cubicBezTo>
                    <a:cubicBezTo>
                      <a:pt x="20278" y="30275"/>
                      <a:pt x="20278" y="30275"/>
                      <a:pt x="20278" y="30275"/>
                    </a:cubicBezTo>
                    <a:cubicBezTo>
                      <a:pt x="20278" y="30346"/>
                      <a:pt x="20278" y="30346"/>
                      <a:pt x="20278" y="30346"/>
                    </a:cubicBezTo>
                    <a:cubicBezTo>
                      <a:pt x="20278" y="30417"/>
                      <a:pt x="20278" y="30417"/>
                      <a:pt x="20278" y="30417"/>
                    </a:cubicBezTo>
                    <a:cubicBezTo>
                      <a:pt x="20278" y="30417"/>
                      <a:pt x="20278" y="30417"/>
                      <a:pt x="20278" y="30417"/>
                    </a:cubicBezTo>
                    <a:cubicBezTo>
                      <a:pt x="20350" y="30489"/>
                      <a:pt x="20350" y="30489"/>
                      <a:pt x="20350" y="30489"/>
                    </a:cubicBezTo>
                    <a:cubicBezTo>
                      <a:pt x="20421" y="30417"/>
                      <a:pt x="20421" y="30417"/>
                      <a:pt x="20421" y="30417"/>
                    </a:cubicBezTo>
                    <a:cubicBezTo>
                      <a:pt x="20421" y="30346"/>
                      <a:pt x="20421" y="30346"/>
                      <a:pt x="20421" y="30346"/>
                    </a:cubicBezTo>
                    <a:cubicBezTo>
                      <a:pt x="20421" y="30346"/>
                      <a:pt x="20421" y="30346"/>
                      <a:pt x="20421" y="30346"/>
                    </a:cubicBezTo>
                    <a:cubicBezTo>
                      <a:pt x="20421" y="30346"/>
                      <a:pt x="20421" y="30346"/>
                      <a:pt x="20421" y="30346"/>
                    </a:cubicBezTo>
                    <a:cubicBezTo>
                      <a:pt x="20564" y="30346"/>
                      <a:pt x="20564" y="30346"/>
                      <a:pt x="20564" y="30346"/>
                    </a:cubicBezTo>
                    <a:cubicBezTo>
                      <a:pt x="20564" y="30346"/>
                      <a:pt x="20564" y="30346"/>
                      <a:pt x="20564" y="30346"/>
                    </a:cubicBezTo>
                    <a:cubicBezTo>
                      <a:pt x="20635" y="30346"/>
                      <a:pt x="20635" y="30346"/>
                      <a:pt x="20635" y="30346"/>
                    </a:cubicBezTo>
                    <a:cubicBezTo>
                      <a:pt x="20707" y="30275"/>
                      <a:pt x="20707" y="30275"/>
                      <a:pt x="20707" y="30275"/>
                    </a:cubicBezTo>
                    <a:cubicBezTo>
                      <a:pt x="20707" y="30203"/>
                      <a:pt x="20707" y="30203"/>
                      <a:pt x="20707" y="30203"/>
                    </a:cubicBezTo>
                    <a:cubicBezTo>
                      <a:pt x="20707" y="30132"/>
                      <a:pt x="20707" y="30132"/>
                      <a:pt x="20707" y="301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59"/>
              <p:cNvSpPr/>
              <p:nvPr/>
            </p:nvSpPr>
            <p:spPr>
              <a:xfrm>
                <a:off x="3273525" y="1785775"/>
                <a:ext cx="536475" cy="525775"/>
              </a:xfrm>
              <a:custGeom>
                <a:rect b="b" l="l" r="r" t="t"/>
                <a:pathLst>
                  <a:path extrusionOk="0" h="21031" w="21459">
                    <a:moveTo>
                      <a:pt x="20317" y="1456"/>
                    </a:moveTo>
                    <a:cubicBezTo>
                      <a:pt x="20126" y="1456"/>
                      <a:pt x="19968" y="1488"/>
                      <a:pt x="19819" y="1488"/>
                    </a:cubicBezTo>
                    <a:cubicBezTo>
                      <a:pt x="19745" y="1488"/>
                      <a:pt x="19674" y="1480"/>
                      <a:pt x="19603" y="1456"/>
                    </a:cubicBezTo>
                    <a:lnTo>
                      <a:pt x="19603" y="1456"/>
                    </a:lnTo>
                    <a:cubicBezTo>
                      <a:pt x="19603" y="1456"/>
                      <a:pt x="19817" y="1599"/>
                      <a:pt x="19817" y="1670"/>
                    </a:cubicBezTo>
                    <a:cubicBezTo>
                      <a:pt x="19817" y="1670"/>
                      <a:pt x="19960" y="1813"/>
                      <a:pt x="19960" y="1813"/>
                    </a:cubicBezTo>
                    <a:cubicBezTo>
                      <a:pt x="20031" y="1885"/>
                      <a:pt x="20317" y="2027"/>
                      <a:pt x="20388" y="2099"/>
                    </a:cubicBezTo>
                    <a:cubicBezTo>
                      <a:pt x="20388" y="2099"/>
                      <a:pt x="20459" y="2170"/>
                      <a:pt x="20459" y="2242"/>
                    </a:cubicBezTo>
                    <a:cubicBezTo>
                      <a:pt x="20507" y="2242"/>
                      <a:pt x="20586" y="2273"/>
                      <a:pt x="20676" y="2273"/>
                    </a:cubicBezTo>
                    <a:cubicBezTo>
                      <a:pt x="20721" y="2273"/>
                      <a:pt x="20769" y="2265"/>
                      <a:pt x="20816" y="2242"/>
                    </a:cubicBezTo>
                    <a:cubicBezTo>
                      <a:pt x="20888" y="2242"/>
                      <a:pt x="21031" y="2099"/>
                      <a:pt x="21031" y="2099"/>
                    </a:cubicBezTo>
                    <a:cubicBezTo>
                      <a:pt x="21031" y="2027"/>
                      <a:pt x="20959" y="1885"/>
                      <a:pt x="20959" y="1813"/>
                    </a:cubicBezTo>
                    <a:cubicBezTo>
                      <a:pt x="20959" y="1742"/>
                      <a:pt x="20959" y="1599"/>
                      <a:pt x="20888" y="1528"/>
                    </a:cubicBezTo>
                    <a:cubicBezTo>
                      <a:pt x="20816" y="1492"/>
                      <a:pt x="20709" y="1492"/>
                      <a:pt x="20602" y="1492"/>
                    </a:cubicBezTo>
                    <a:cubicBezTo>
                      <a:pt x="20495" y="1492"/>
                      <a:pt x="20388" y="1492"/>
                      <a:pt x="20317" y="1456"/>
                    </a:cubicBezTo>
                    <a:close/>
                    <a:moveTo>
                      <a:pt x="19317" y="1528"/>
                    </a:moveTo>
                    <a:cubicBezTo>
                      <a:pt x="19246" y="1528"/>
                      <a:pt x="19246" y="1599"/>
                      <a:pt x="19174" y="1670"/>
                    </a:cubicBezTo>
                    <a:cubicBezTo>
                      <a:pt x="19031" y="1813"/>
                      <a:pt x="19031" y="1742"/>
                      <a:pt x="19031" y="1885"/>
                    </a:cubicBezTo>
                    <a:cubicBezTo>
                      <a:pt x="18960" y="1956"/>
                      <a:pt x="18960" y="2027"/>
                      <a:pt x="18960" y="2027"/>
                    </a:cubicBezTo>
                    <a:cubicBezTo>
                      <a:pt x="18960" y="2099"/>
                      <a:pt x="19031" y="2242"/>
                      <a:pt x="19103" y="2313"/>
                    </a:cubicBezTo>
                    <a:cubicBezTo>
                      <a:pt x="19103" y="2384"/>
                      <a:pt x="19388" y="2527"/>
                      <a:pt x="19388" y="2599"/>
                    </a:cubicBezTo>
                    <a:cubicBezTo>
                      <a:pt x="19388" y="2599"/>
                      <a:pt x="19603" y="2599"/>
                      <a:pt x="19674" y="2527"/>
                    </a:cubicBezTo>
                    <a:cubicBezTo>
                      <a:pt x="19817" y="2384"/>
                      <a:pt x="19960" y="2170"/>
                      <a:pt x="19888" y="1956"/>
                    </a:cubicBezTo>
                    <a:cubicBezTo>
                      <a:pt x="19888" y="1885"/>
                      <a:pt x="19674" y="1813"/>
                      <a:pt x="19603" y="1813"/>
                    </a:cubicBezTo>
                    <a:cubicBezTo>
                      <a:pt x="19531" y="1742"/>
                      <a:pt x="19460" y="1528"/>
                      <a:pt x="19317" y="1528"/>
                    </a:cubicBezTo>
                    <a:close/>
                    <a:moveTo>
                      <a:pt x="19960" y="3241"/>
                    </a:moveTo>
                    <a:cubicBezTo>
                      <a:pt x="19817" y="3313"/>
                      <a:pt x="19817" y="3313"/>
                      <a:pt x="19817" y="3313"/>
                    </a:cubicBezTo>
                    <a:lnTo>
                      <a:pt x="19888" y="3313"/>
                    </a:lnTo>
                    <a:cubicBezTo>
                      <a:pt x="20031" y="3527"/>
                      <a:pt x="20031" y="3527"/>
                      <a:pt x="20031" y="3527"/>
                    </a:cubicBezTo>
                    <a:cubicBezTo>
                      <a:pt x="20102" y="3598"/>
                      <a:pt x="20102" y="3598"/>
                      <a:pt x="20102" y="3598"/>
                    </a:cubicBezTo>
                    <a:cubicBezTo>
                      <a:pt x="20317" y="3670"/>
                      <a:pt x="20317" y="3670"/>
                      <a:pt x="20317" y="3670"/>
                    </a:cubicBezTo>
                    <a:cubicBezTo>
                      <a:pt x="20388" y="3741"/>
                      <a:pt x="20388" y="3741"/>
                      <a:pt x="20388" y="3741"/>
                    </a:cubicBezTo>
                    <a:lnTo>
                      <a:pt x="20531" y="3741"/>
                    </a:lnTo>
                    <a:cubicBezTo>
                      <a:pt x="20531" y="3598"/>
                      <a:pt x="20531" y="3598"/>
                      <a:pt x="20531" y="3598"/>
                    </a:cubicBezTo>
                    <a:lnTo>
                      <a:pt x="20459" y="3527"/>
                    </a:lnTo>
                    <a:cubicBezTo>
                      <a:pt x="20388" y="3455"/>
                      <a:pt x="20388" y="3455"/>
                      <a:pt x="20388" y="3455"/>
                    </a:cubicBezTo>
                    <a:cubicBezTo>
                      <a:pt x="20245" y="3384"/>
                      <a:pt x="20245" y="3384"/>
                      <a:pt x="20245" y="3384"/>
                    </a:cubicBezTo>
                    <a:cubicBezTo>
                      <a:pt x="20102" y="3313"/>
                      <a:pt x="20102" y="3313"/>
                      <a:pt x="20102" y="3313"/>
                    </a:cubicBezTo>
                    <a:cubicBezTo>
                      <a:pt x="20031" y="3241"/>
                      <a:pt x="20031" y="3241"/>
                      <a:pt x="20031" y="3241"/>
                    </a:cubicBezTo>
                    <a:close/>
                    <a:moveTo>
                      <a:pt x="20245" y="4955"/>
                    </a:moveTo>
                    <a:cubicBezTo>
                      <a:pt x="20102" y="5026"/>
                      <a:pt x="20031" y="5169"/>
                      <a:pt x="20102" y="5312"/>
                    </a:cubicBezTo>
                    <a:cubicBezTo>
                      <a:pt x="20174" y="5383"/>
                      <a:pt x="20245" y="5383"/>
                      <a:pt x="20317" y="5455"/>
                    </a:cubicBezTo>
                    <a:cubicBezTo>
                      <a:pt x="20317" y="5455"/>
                      <a:pt x="20317" y="5526"/>
                      <a:pt x="20388" y="5526"/>
                    </a:cubicBezTo>
                    <a:cubicBezTo>
                      <a:pt x="20388" y="5669"/>
                      <a:pt x="20602" y="5740"/>
                      <a:pt x="20674" y="5812"/>
                    </a:cubicBezTo>
                    <a:cubicBezTo>
                      <a:pt x="20694" y="5822"/>
                      <a:pt x="20711" y="5826"/>
                      <a:pt x="20725" y="5826"/>
                    </a:cubicBezTo>
                    <a:cubicBezTo>
                      <a:pt x="20816" y="5826"/>
                      <a:pt x="20816" y="5659"/>
                      <a:pt x="20816" y="5597"/>
                    </a:cubicBezTo>
                    <a:cubicBezTo>
                      <a:pt x="20745" y="5312"/>
                      <a:pt x="20531" y="5026"/>
                      <a:pt x="20245" y="4955"/>
                    </a:cubicBezTo>
                    <a:close/>
                    <a:moveTo>
                      <a:pt x="18070" y="6507"/>
                    </a:moveTo>
                    <a:cubicBezTo>
                      <a:pt x="18024" y="6507"/>
                      <a:pt x="17986" y="6513"/>
                      <a:pt x="17960" y="6526"/>
                    </a:cubicBezTo>
                    <a:lnTo>
                      <a:pt x="17960" y="6597"/>
                    </a:lnTo>
                    <a:cubicBezTo>
                      <a:pt x="17818" y="6669"/>
                      <a:pt x="17746" y="6883"/>
                      <a:pt x="17960" y="6954"/>
                    </a:cubicBezTo>
                    <a:cubicBezTo>
                      <a:pt x="17960" y="6954"/>
                      <a:pt x="18032" y="6883"/>
                      <a:pt x="18103" y="6811"/>
                    </a:cubicBezTo>
                    <a:lnTo>
                      <a:pt x="18389" y="6811"/>
                    </a:lnTo>
                    <a:cubicBezTo>
                      <a:pt x="18424" y="6847"/>
                      <a:pt x="18442" y="6865"/>
                      <a:pt x="18460" y="6865"/>
                    </a:cubicBezTo>
                    <a:cubicBezTo>
                      <a:pt x="18478" y="6865"/>
                      <a:pt x="18496" y="6847"/>
                      <a:pt x="18532" y="6811"/>
                    </a:cubicBezTo>
                    <a:cubicBezTo>
                      <a:pt x="18649" y="6635"/>
                      <a:pt x="18283" y="6507"/>
                      <a:pt x="18070" y="6507"/>
                    </a:cubicBezTo>
                    <a:close/>
                    <a:moveTo>
                      <a:pt x="19058" y="5950"/>
                    </a:moveTo>
                    <a:cubicBezTo>
                      <a:pt x="18973" y="5950"/>
                      <a:pt x="18889" y="5955"/>
                      <a:pt x="18817" y="5955"/>
                    </a:cubicBezTo>
                    <a:cubicBezTo>
                      <a:pt x="18317" y="5955"/>
                      <a:pt x="18603" y="6597"/>
                      <a:pt x="18889" y="6740"/>
                    </a:cubicBezTo>
                    <a:cubicBezTo>
                      <a:pt x="19031" y="6811"/>
                      <a:pt x="19174" y="6883"/>
                      <a:pt x="19174" y="7097"/>
                    </a:cubicBezTo>
                    <a:cubicBezTo>
                      <a:pt x="19188" y="7111"/>
                      <a:pt x="19204" y="7116"/>
                      <a:pt x="19221" y="7116"/>
                    </a:cubicBezTo>
                    <a:cubicBezTo>
                      <a:pt x="19295" y="7116"/>
                      <a:pt x="19388" y="7012"/>
                      <a:pt x="19388" y="6954"/>
                    </a:cubicBezTo>
                    <a:cubicBezTo>
                      <a:pt x="19388" y="6883"/>
                      <a:pt x="19388" y="6740"/>
                      <a:pt x="19388" y="6669"/>
                    </a:cubicBezTo>
                    <a:cubicBezTo>
                      <a:pt x="19388" y="6597"/>
                      <a:pt x="19460" y="6383"/>
                      <a:pt x="19460" y="6312"/>
                    </a:cubicBezTo>
                    <a:cubicBezTo>
                      <a:pt x="19567" y="5990"/>
                      <a:pt x="19312" y="5950"/>
                      <a:pt x="19058" y="5950"/>
                    </a:cubicBezTo>
                    <a:close/>
                    <a:moveTo>
                      <a:pt x="12313" y="1"/>
                    </a:moveTo>
                    <a:cubicBezTo>
                      <a:pt x="12231" y="1"/>
                      <a:pt x="12139" y="78"/>
                      <a:pt x="11963" y="314"/>
                    </a:cubicBezTo>
                    <a:cubicBezTo>
                      <a:pt x="11884" y="392"/>
                      <a:pt x="11741" y="449"/>
                      <a:pt x="11605" y="449"/>
                    </a:cubicBezTo>
                    <a:cubicBezTo>
                      <a:pt x="11493" y="449"/>
                      <a:pt x="11384" y="410"/>
                      <a:pt x="11320" y="314"/>
                    </a:cubicBezTo>
                    <a:cubicBezTo>
                      <a:pt x="11177" y="100"/>
                      <a:pt x="10963" y="28"/>
                      <a:pt x="10677" y="28"/>
                    </a:cubicBezTo>
                    <a:cubicBezTo>
                      <a:pt x="10570" y="64"/>
                      <a:pt x="10445" y="64"/>
                      <a:pt x="10311" y="64"/>
                    </a:cubicBezTo>
                    <a:cubicBezTo>
                      <a:pt x="10178" y="64"/>
                      <a:pt x="10035" y="64"/>
                      <a:pt x="9892" y="100"/>
                    </a:cubicBezTo>
                    <a:cubicBezTo>
                      <a:pt x="9606" y="100"/>
                      <a:pt x="9392" y="528"/>
                      <a:pt x="9106" y="528"/>
                    </a:cubicBezTo>
                    <a:cubicBezTo>
                      <a:pt x="8964" y="528"/>
                      <a:pt x="8821" y="385"/>
                      <a:pt x="8678" y="314"/>
                    </a:cubicBezTo>
                    <a:cubicBezTo>
                      <a:pt x="8323" y="136"/>
                      <a:pt x="8164" y="32"/>
                      <a:pt x="8069" y="32"/>
                    </a:cubicBezTo>
                    <a:cubicBezTo>
                      <a:pt x="7935" y="32"/>
                      <a:pt x="7929" y="240"/>
                      <a:pt x="7678" y="742"/>
                    </a:cubicBezTo>
                    <a:cubicBezTo>
                      <a:pt x="7393" y="1028"/>
                      <a:pt x="6822" y="1028"/>
                      <a:pt x="6750" y="1528"/>
                    </a:cubicBezTo>
                    <a:cubicBezTo>
                      <a:pt x="6607" y="1885"/>
                      <a:pt x="6607" y="2313"/>
                      <a:pt x="6322" y="2670"/>
                    </a:cubicBezTo>
                    <a:cubicBezTo>
                      <a:pt x="6250" y="2741"/>
                      <a:pt x="6179" y="2813"/>
                      <a:pt x="6179" y="2956"/>
                    </a:cubicBezTo>
                    <a:cubicBezTo>
                      <a:pt x="6179" y="3098"/>
                      <a:pt x="6322" y="3241"/>
                      <a:pt x="6322" y="3455"/>
                    </a:cubicBezTo>
                    <a:cubicBezTo>
                      <a:pt x="6322" y="3670"/>
                      <a:pt x="6250" y="3955"/>
                      <a:pt x="6179" y="4169"/>
                    </a:cubicBezTo>
                    <a:cubicBezTo>
                      <a:pt x="6036" y="4669"/>
                      <a:pt x="6322" y="5312"/>
                      <a:pt x="6393" y="5812"/>
                    </a:cubicBezTo>
                    <a:cubicBezTo>
                      <a:pt x="6393" y="5883"/>
                      <a:pt x="6322" y="5955"/>
                      <a:pt x="6322" y="6026"/>
                    </a:cubicBezTo>
                    <a:cubicBezTo>
                      <a:pt x="5893" y="6240"/>
                      <a:pt x="5822" y="6811"/>
                      <a:pt x="5751" y="7168"/>
                    </a:cubicBezTo>
                    <a:cubicBezTo>
                      <a:pt x="5751" y="7311"/>
                      <a:pt x="5822" y="7454"/>
                      <a:pt x="5822" y="7597"/>
                    </a:cubicBezTo>
                    <a:cubicBezTo>
                      <a:pt x="5822" y="7811"/>
                      <a:pt x="5679" y="8168"/>
                      <a:pt x="5608" y="8382"/>
                    </a:cubicBezTo>
                    <a:cubicBezTo>
                      <a:pt x="5402" y="8537"/>
                      <a:pt x="5122" y="8654"/>
                      <a:pt x="4848" y="8654"/>
                    </a:cubicBezTo>
                    <a:cubicBezTo>
                      <a:pt x="4742" y="8654"/>
                      <a:pt x="4636" y="8636"/>
                      <a:pt x="4537" y="8596"/>
                    </a:cubicBezTo>
                    <a:cubicBezTo>
                      <a:pt x="4465" y="8525"/>
                      <a:pt x="4394" y="8525"/>
                      <a:pt x="4323" y="8525"/>
                    </a:cubicBezTo>
                    <a:cubicBezTo>
                      <a:pt x="4037" y="8525"/>
                      <a:pt x="3894" y="8882"/>
                      <a:pt x="3680" y="9025"/>
                    </a:cubicBezTo>
                    <a:cubicBezTo>
                      <a:pt x="3537" y="9239"/>
                      <a:pt x="3323" y="9382"/>
                      <a:pt x="3252" y="9596"/>
                    </a:cubicBezTo>
                    <a:cubicBezTo>
                      <a:pt x="3252" y="9739"/>
                      <a:pt x="3252" y="9882"/>
                      <a:pt x="3252" y="10024"/>
                    </a:cubicBezTo>
                    <a:cubicBezTo>
                      <a:pt x="3323" y="10239"/>
                      <a:pt x="3180" y="10310"/>
                      <a:pt x="3180" y="10453"/>
                    </a:cubicBezTo>
                    <a:cubicBezTo>
                      <a:pt x="3109" y="10667"/>
                      <a:pt x="3037" y="11095"/>
                      <a:pt x="3252" y="11167"/>
                    </a:cubicBezTo>
                    <a:cubicBezTo>
                      <a:pt x="3394" y="11167"/>
                      <a:pt x="3466" y="11167"/>
                      <a:pt x="3609" y="11238"/>
                    </a:cubicBezTo>
                    <a:cubicBezTo>
                      <a:pt x="3894" y="11381"/>
                      <a:pt x="4037" y="11738"/>
                      <a:pt x="3680" y="11881"/>
                    </a:cubicBezTo>
                    <a:cubicBezTo>
                      <a:pt x="3252" y="12095"/>
                      <a:pt x="3037" y="12381"/>
                      <a:pt x="2609" y="12595"/>
                    </a:cubicBezTo>
                    <a:cubicBezTo>
                      <a:pt x="2538" y="12595"/>
                      <a:pt x="2395" y="12666"/>
                      <a:pt x="2323" y="12738"/>
                    </a:cubicBezTo>
                    <a:cubicBezTo>
                      <a:pt x="2181" y="12880"/>
                      <a:pt x="2109" y="13166"/>
                      <a:pt x="1824" y="13166"/>
                    </a:cubicBezTo>
                    <a:cubicBezTo>
                      <a:pt x="1181" y="13309"/>
                      <a:pt x="967" y="14237"/>
                      <a:pt x="1467" y="14665"/>
                    </a:cubicBezTo>
                    <a:cubicBezTo>
                      <a:pt x="1538" y="14737"/>
                      <a:pt x="1609" y="14808"/>
                      <a:pt x="1609" y="14880"/>
                    </a:cubicBezTo>
                    <a:cubicBezTo>
                      <a:pt x="1752" y="15094"/>
                      <a:pt x="1681" y="15451"/>
                      <a:pt x="1395" y="15594"/>
                    </a:cubicBezTo>
                    <a:cubicBezTo>
                      <a:pt x="1252" y="15665"/>
                      <a:pt x="1109" y="15736"/>
                      <a:pt x="895" y="15808"/>
                    </a:cubicBezTo>
                    <a:cubicBezTo>
                      <a:pt x="538" y="16022"/>
                      <a:pt x="752" y="16665"/>
                      <a:pt x="538" y="17022"/>
                    </a:cubicBezTo>
                    <a:cubicBezTo>
                      <a:pt x="467" y="17307"/>
                      <a:pt x="253" y="17450"/>
                      <a:pt x="110" y="17664"/>
                    </a:cubicBezTo>
                    <a:cubicBezTo>
                      <a:pt x="-104" y="18021"/>
                      <a:pt x="38" y="18521"/>
                      <a:pt x="181" y="18807"/>
                    </a:cubicBezTo>
                    <a:cubicBezTo>
                      <a:pt x="324" y="19092"/>
                      <a:pt x="752" y="19164"/>
                      <a:pt x="824" y="19449"/>
                    </a:cubicBezTo>
                    <a:cubicBezTo>
                      <a:pt x="1005" y="19812"/>
                      <a:pt x="1341" y="20124"/>
                      <a:pt x="1743" y="20124"/>
                    </a:cubicBezTo>
                    <a:cubicBezTo>
                      <a:pt x="1815" y="20124"/>
                      <a:pt x="1890" y="20114"/>
                      <a:pt x="1966" y="20092"/>
                    </a:cubicBezTo>
                    <a:cubicBezTo>
                      <a:pt x="2109" y="20092"/>
                      <a:pt x="2252" y="20092"/>
                      <a:pt x="2395" y="20163"/>
                    </a:cubicBezTo>
                    <a:cubicBezTo>
                      <a:pt x="2466" y="20235"/>
                      <a:pt x="2609" y="20306"/>
                      <a:pt x="2680" y="20378"/>
                    </a:cubicBezTo>
                    <a:cubicBezTo>
                      <a:pt x="2895" y="20592"/>
                      <a:pt x="3252" y="20592"/>
                      <a:pt x="3537" y="20663"/>
                    </a:cubicBezTo>
                    <a:cubicBezTo>
                      <a:pt x="3609" y="20735"/>
                      <a:pt x="3680" y="20735"/>
                      <a:pt x="3751" y="20806"/>
                    </a:cubicBezTo>
                    <a:cubicBezTo>
                      <a:pt x="3904" y="20959"/>
                      <a:pt x="4139" y="21030"/>
                      <a:pt x="4380" y="21030"/>
                    </a:cubicBezTo>
                    <a:cubicBezTo>
                      <a:pt x="4588" y="21030"/>
                      <a:pt x="4800" y="20977"/>
                      <a:pt x="4965" y="20877"/>
                    </a:cubicBezTo>
                    <a:cubicBezTo>
                      <a:pt x="5108" y="20806"/>
                      <a:pt x="5251" y="20592"/>
                      <a:pt x="5322" y="20378"/>
                    </a:cubicBezTo>
                    <a:cubicBezTo>
                      <a:pt x="5536" y="19521"/>
                      <a:pt x="6536" y="19735"/>
                      <a:pt x="7107" y="19521"/>
                    </a:cubicBezTo>
                    <a:cubicBezTo>
                      <a:pt x="7536" y="19235"/>
                      <a:pt x="7893" y="18878"/>
                      <a:pt x="8250" y="18521"/>
                    </a:cubicBezTo>
                    <a:cubicBezTo>
                      <a:pt x="8464" y="18307"/>
                      <a:pt x="8821" y="18164"/>
                      <a:pt x="9035" y="17950"/>
                    </a:cubicBezTo>
                    <a:cubicBezTo>
                      <a:pt x="9249" y="17736"/>
                      <a:pt x="9321" y="17450"/>
                      <a:pt x="9535" y="17236"/>
                    </a:cubicBezTo>
                    <a:cubicBezTo>
                      <a:pt x="9606" y="17165"/>
                      <a:pt x="9678" y="17165"/>
                      <a:pt x="9749" y="17093"/>
                    </a:cubicBezTo>
                    <a:cubicBezTo>
                      <a:pt x="10106" y="16451"/>
                      <a:pt x="10035" y="15665"/>
                      <a:pt x="10320" y="15022"/>
                    </a:cubicBezTo>
                    <a:cubicBezTo>
                      <a:pt x="10392" y="14880"/>
                      <a:pt x="10392" y="14594"/>
                      <a:pt x="10463" y="14451"/>
                    </a:cubicBezTo>
                    <a:cubicBezTo>
                      <a:pt x="10535" y="14380"/>
                      <a:pt x="10749" y="14308"/>
                      <a:pt x="10892" y="14237"/>
                    </a:cubicBezTo>
                    <a:cubicBezTo>
                      <a:pt x="11034" y="14094"/>
                      <a:pt x="11034" y="13951"/>
                      <a:pt x="11034" y="13737"/>
                    </a:cubicBezTo>
                    <a:cubicBezTo>
                      <a:pt x="10963" y="13523"/>
                      <a:pt x="11106" y="13309"/>
                      <a:pt x="11320" y="13237"/>
                    </a:cubicBezTo>
                    <a:cubicBezTo>
                      <a:pt x="11606" y="13166"/>
                      <a:pt x="11963" y="13166"/>
                      <a:pt x="12034" y="12880"/>
                    </a:cubicBezTo>
                    <a:cubicBezTo>
                      <a:pt x="12100" y="12616"/>
                      <a:pt x="12105" y="12230"/>
                      <a:pt x="12444" y="12230"/>
                    </a:cubicBezTo>
                    <a:cubicBezTo>
                      <a:pt x="12472" y="12230"/>
                      <a:pt x="12502" y="12232"/>
                      <a:pt x="12534" y="12238"/>
                    </a:cubicBezTo>
                    <a:cubicBezTo>
                      <a:pt x="12623" y="12267"/>
                      <a:pt x="12699" y="12285"/>
                      <a:pt x="12768" y="12285"/>
                    </a:cubicBezTo>
                    <a:cubicBezTo>
                      <a:pt x="12866" y="12285"/>
                      <a:pt x="12950" y="12250"/>
                      <a:pt x="13034" y="12166"/>
                    </a:cubicBezTo>
                    <a:cubicBezTo>
                      <a:pt x="13176" y="12095"/>
                      <a:pt x="13319" y="11881"/>
                      <a:pt x="13533" y="11881"/>
                    </a:cubicBezTo>
                    <a:cubicBezTo>
                      <a:pt x="13728" y="11881"/>
                      <a:pt x="13805" y="12471"/>
                      <a:pt x="14085" y="12471"/>
                    </a:cubicBezTo>
                    <a:cubicBezTo>
                      <a:pt x="14113" y="12471"/>
                      <a:pt x="14144" y="12465"/>
                      <a:pt x="14176" y="12452"/>
                    </a:cubicBezTo>
                    <a:cubicBezTo>
                      <a:pt x="14462" y="12238"/>
                      <a:pt x="14676" y="11952"/>
                      <a:pt x="15033" y="11809"/>
                    </a:cubicBezTo>
                    <a:cubicBezTo>
                      <a:pt x="15390" y="11667"/>
                      <a:pt x="15604" y="11381"/>
                      <a:pt x="15961" y="11310"/>
                    </a:cubicBezTo>
                    <a:cubicBezTo>
                      <a:pt x="16052" y="11295"/>
                      <a:pt x="16142" y="11289"/>
                      <a:pt x="16233" y="11289"/>
                    </a:cubicBezTo>
                    <a:cubicBezTo>
                      <a:pt x="16483" y="11289"/>
                      <a:pt x="16737" y="11330"/>
                      <a:pt x="17010" y="11330"/>
                    </a:cubicBezTo>
                    <a:cubicBezTo>
                      <a:pt x="17110" y="11330"/>
                      <a:pt x="17212" y="11325"/>
                      <a:pt x="17318" y="11310"/>
                    </a:cubicBezTo>
                    <a:cubicBezTo>
                      <a:pt x="17364" y="11302"/>
                      <a:pt x="17410" y="11298"/>
                      <a:pt x="17454" y="11298"/>
                    </a:cubicBezTo>
                    <a:cubicBezTo>
                      <a:pt x="17823" y="11298"/>
                      <a:pt x="18142" y="11539"/>
                      <a:pt x="18460" y="11667"/>
                    </a:cubicBezTo>
                    <a:cubicBezTo>
                      <a:pt x="18817" y="11809"/>
                      <a:pt x="19174" y="11809"/>
                      <a:pt x="19388" y="12095"/>
                    </a:cubicBezTo>
                    <a:cubicBezTo>
                      <a:pt x="19608" y="12424"/>
                      <a:pt x="19827" y="12879"/>
                      <a:pt x="20175" y="12879"/>
                    </a:cubicBezTo>
                    <a:cubicBezTo>
                      <a:pt x="20281" y="12879"/>
                      <a:pt x="20398" y="12837"/>
                      <a:pt x="20531" y="12738"/>
                    </a:cubicBezTo>
                    <a:cubicBezTo>
                      <a:pt x="20816" y="12523"/>
                      <a:pt x="21388" y="12452"/>
                      <a:pt x="21459" y="12095"/>
                    </a:cubicBezTo>
                    <a:lnTo>
                      <a:pt x="21388" y="12024"/>
                    </a:lnTo>
                    <a:cubicBezTo>
                      <a:pt x="21173" y="11667"/>
                      <a:pt x="20674" y="11381"/>
                      <a:pt x="20388" y="10953"/>
                    </a:cubicBezTo>
                    <a:cubicBezTo>
                      <a:pt x="20245" y="10596"/>
                      <a:pt x="20245" y="10096"/>
                      <a:pt x="19817" y="9953"/>
                    </a:cubicBezTo>
                    <a:cubicBezTo>
                      <a:pt x="19531" y="9882"/>
                      <a:pt x="19103" y="9739"/>
                      <a:pt x="19531" y="9525"/>
                    </a:cubicBezTo>
                    <a:cubicBezTo>
                      <a:pt x="19603" y="9453"/>
                      <a:pt x="19745" y="9382"/>
                      <a:pt x="19674" y="9310"/>
                    </a:cubicBezTo>
                    <a:cubicBezTo>
                      <a:pt x="19603" y="9168"/>
                      <a:pt x="19031" y="9168"/>
                      <a:pt x="18889" y="9096"/>
                    </a:cubicBezTo>
                    <a:cubicBezTo>
                      <a:pt x="18889" y="9025"/>
                      <a:pt x="19531" y="9025"/>
                      <a:pt x="19460" y="8811"/>
                    </a:cubicBezTo>
                    <a:cubicBezTo>
                      <a:pt x="19317" y="8668"/>
                      <a:pt x="19103" y="8739"/>
                      <a:pt x="19031" y="8668"/>
                    </a:cubicBezTo>
                    <a:cubicBezTo>
                      <a:pt x="18960" y="8596"/>
                      <a:pt x="19103" y="8525"/>
                      <a:pt x="19103" y="8454"/>
                    </a:cubicBezTo>
                    <a:cubicBezTo>
                      <a:pt x="19174" y="8311"/>
                      <a:pt x="19103" y="8097"/>
                      <a:pt x="18889" y="8097"/>
                    </a:cubicBezTo>
                    <a:cubicBezTo>
                      <a:pt x="18746" y="8025"/>
                      <a:pt x="18460" y="8025"/>
                      <a:pt x="18317" y="7954"/>
                    </a:cubicBezTo>
                    <a:cubicBezTo>
                      <a:pt x="18175" y="7882"/>
                      <a:pt x="18103" y="7668"/>
                      <a:pt x="17960" y="7597"/>
                    </a:cubicBezTo>
                    <a:cubicBezTo>
                      <a:pt x="17675" y="7525"/>
                      <a:pt x="17246" y="7454"/>
                      <a:pt x="17032" y="7168"/>
                    </a:cubicBezTo>
                    <a:cubicBezTo>
                      <a:pt x="17032" y="7168"/>
                      <a:pt x="17032" y="7097"/>
                      <a:pt x="17103" y="7097"/>
                    </a:cubicBezTo>
                    <a:cubicBezTo>
                      <a:pt x="17151" y="7097"/>
                      <a:pt x="17230" y="7129"/>
                      <a:pt x="17320" y="7129"/>
                    </a:cubicBezTo>
                    <a:cubicBezTo>
                      <a:pt x="17365" y="7129"/>
                      <a:pt x="17413" y="7121"/>
                      <a:pt x="17461" y="7097"/>
                    </a:cubicBezTo>
                    <a:cubicBezTo>
                      <a:pt x="17532" y="7026"/>
                      <a:pt x="17532" y="6954"/>
                      <a:pt x="17603" y="6811"/>
                    </a:cubicBezTo>
                    <a:cubicBezTo>
                      <a:pt x="17746" y="6526"/>
                      <a:pt x="18317" y="6097"/>
                      <a:pt x="17818" y="5883"/>
                    </a:cubicBezTo>
                    <a:cubicBezTo>
                      <a:pt x="17520" y="5834"/>
                      <a:pt x="17085" y="5749"/>
                      <a:pt x="16823" y="5511"/>
                    </a:cubicBezTo>
                    <a:lnTo>
                      <a:pt x="16823" y="5511"/>
                    </a:lnTo>
                    <a:cubicBezTo>
                      <a:pt x="17013" y="5597"/>
                      <a:pt x="17269" y="5597"/>
                      <a:pt x="17461" y="5597"/>
                    </a:cubicBezTo>
                    <a:cubicBezTo>
                      <a:pt x="17675" y="5597"/>
                      <a:pt x="17889" y="5740"/>
                      <a:pt x="18103" y="5812"/>
                    </a:cubicBezTo>
                    <a:lnTo>
                      <a:pt x="18317" y="5812"/>
                    </a:lnTo>
                    <a:cubicBezTo>
                      <a:pt x="18389" y="5812"/>
                      <a:pt x="18389" y="5740"/>
                      <a:pt x="18460" y="5740"/>
                    </a:cubicBezTo>
                    <a:lnTo>
                      <a:pt x="18460" y="5669"/>
                    </a:lnTo>
                    <a:cubicBezTo>
                      <a:pt x="18460" y="5455"/>
                      <a:pt x="18103" y="5526"/>
                      <a:pt x="17960" y="5383"/>
                    </a:cubicBezTo>
                    <a:cubicBezTo>
                      <a:pt x="17889" y="5312"/>
                      <a:pt x="17818" y="5169"/>
                      <a:pt x="17675" y="5169"/>
                    </a:cubicBezTo>
                    <a:cubicBezTo>
                      <a:pt x="17603" y="5098"/>
                      <a:pt x="17246" y="5098"/>
                      <a:pt x="17175" y="5098"/>
                    </a:cubicBezTo>
                    <a:cubicBezTo>
                      <a:pt x="17103" y="5098"/>
                      <a:pt x="16961" y="4955"/>
                      <a:pt x="16889" y="4955"/>
                    </a:cubicBezTo>
                    <a:cubicBezTo>
                      <a:pt x="16795" y="5002"/>
                      <a:pt x="16670" y="5080"/>
                      <a:pt x="16616" y="5168"/>
                    </a:cubicBezTo>
                    <a:lnTo>
                      <a:pt x="16616" y="5168"/>
                    </a:lnTo>
                    <a:cubicBezTo>
                      <a:pt x="16611" y="5146"/>
                      <a:pt x="16607" y="5122"/>
                      <a:pt x="16604" y="5098"/>
                    </a:cubicBezTo>
                    <a:cubicBezTo>
                      <a:pt x="16532" y="5026"/>
                      <a:pt x="16532" y="4955"/>
                      <a:pt x="16461" y="4883"/>
                    </a:cubicBezTo>
                    <a:cubicBezTo>
                      <a:pt x="16400" y="4792"/>
                      <a:pt x="16260" y="4765"/>
                      <a:pt x="16114" y="4765"/>
                    </a:cubicBezTo>
                    <a:cubicBezTo>
                      <a:pt x="15920" y="4765"/>
                      <a:pt x="15716" y="4812"/>
                      <a:pt x="15675" y="4812"/>
                    </a:cubicBezTo>
                    <a:cubicBezTo>
                      <a:pt x="15604" y="4812"/>
                      <a:pt x="15675" y="4741"/>
                      <a:pt x="15675" y="4741"/>
                    </a:cubicBezTo>
                    <a:cubicBezTo>
                      <a:pt x="15859" y="4649"/>
                      <a:pt x="16069" y="4623"/>
                      <a:pt x="16277" y="4623"/>
                    </a:cubicBezTo>
                    <a:cubicBezTo>
                      <a:pt x="16554" y="4623"/>
                      <a:pt x="16828" y="4669"/>
                      <a:pt x="17032" y="4669"/>
                    </a:cubicBezTo>
                    <a:cubicBezTo>
                      <a:pt x="17461" y="4669"/>
                      <a:pt x="17889" y="4669"/>
                      <a:pt x="18317" y="4741"/>
                    </a:cubicBezTo>
                    <a:cubicBezTo>
                      <a:pt x="18674" y="4741"/>
                      <a:pt x="18389" y="4312"/>
                      <a:pt x="18389" y="4098"/>
                    </a:cubicBezTo>
                    <a:cubicBezTo>
                      <a:pt x="18389" y="4027"/>
                      <a:pt x="18317" y="4027"/>
                      <a:pt x="18317" y="3955"/>
                    </a:cubicBezTo>
                    <a:cubicBezTo>
                      <a:pt x="18317" y="3884"/>
                      <a:pt x="18389" y="3884"/>
                      <a:pt x="18389" y="3884"/>
                    </a:cubicBezTo>
                    <a:cubicBezTo>
                      <a:pt x="18460" y="4027"/>
                      <a:pt x="18532" y="4241"/>
                      <a:pt x="18674" y="4384"/>
                    </a:cubicBezTo>
                    <a:cubicBezTo>
                      <a:pt x="18846" y="4590"/>
                      <a:pt x="19150" y="4697"/>
                      <a:pt x="19458" y="4697"/>
                    </a:cubicBezTo>
                    <a:cubicBezTo>
                      <a:pt x="19792" y="4697"/>
                      <a:pt x="20131" y="4572"/>
                      <a:pt x="20317" y="4312"/>
                    </a:cubicBezTo>
                    <a:cubicBezTo>
                      <a:pt x="20531" y="4098"/>
                      <a:pt x="20031" y="4027"/>
                      <a:pt x="19960" y="3884"/>
                    </a:cubicBezTo>
                    <a:cubicBezTo>
                      <a:pt x="19888" y="3812"/>
                      <a:pt x="20102" y="3741"/>
                      <a:pt x="20031" y="3670"/>
                    </a:cubicBezTo>
                    <a:cubicBezTo>
                      <a:pt x="19960" y="3170"/>
                      <a:pt x="19246" y="3170"/>
                      <a:pt x="18817" y="2884"/>
                    </a:cubicBezTo>
                    <a:lnTo>
                      <a:pt x="18817" y="2884"/>
                    </a:lnTo>
                    <a:cubicBezTo>
                      <a:pt x="18947" y="2928"/>
                      <a:pt x="19183" y="2997"/>
                      <a:pt x="19332" y="2997"/>
                    </a:cubicBezTo>
                    <a:cubicBezTo>
                      <a:pt x="19428" y="2997"/>
                      <a:pt x="19488" y="2968"/>
                      <a:pt x="19460" y="2884"/>
                    </a:cubicBezTo>
                    <a:cubicBezTo>
                      <a:pt x="19246" y="2599"/>
                      <a:pt x="18889" y="2384"/>
                      <a:pt x="18674" y="2170"/>
                    </a:cubicBezTo>
                    <a:cubicBezTo>
                      <a:pt x="18317" y="2027"/>
                      <a:pt x="18032" y="1885"/>
                      <a:pt x="17818" y="1599"/>
                    </a:cubicBezTo>
                    <a:cubicBezTo>
                      <a:pt x="17746" y="1528"/>
                      <a:pt x="17746" y="1456"/>
                      <a:pt x="17818" y="1456"/>
                    </a:cubicBezTo>
                    <a:cubicBezTo>
                      <a:pt x="17978" y="1456"/>
                      <a:pt x="18259" y="1577"/>
                      <a:pt x="18480" y="1577"/>
                    </a:cubicBezTo>
                    <a:cubicBezTo>
                      <a:pt x="18554" y="1577"/>
                      <a:pt x="18621" y="1563"/>
                      <a:pt x="18674" y="1528"/>
                    </a:cubicBezTo>
                    <a:cubicBezTo>
                      <a:pt x="18889" y="1242"/>
                      <a:pt x="18103" y="1242"/>
                      <a:pt x="18032" y="1171"/>
                    </a:cubicBezTo>
                    <a:cubicBezTo>
                      <a:pt x="17532" y="814"/>
                      <a:pt x="17103" y="457"/>
                      <a:pt x="16604" y="242"/>
                    </a:cubicBezTo>
                    <a:cubicBezTo>
                      <a:pt x="16318" y="242"/>
                      <a:pt x="16032" y="274"/>
                      <a:pt x="15747" y="274"/>
                    </a:cubicBezTo>
                    <a:cubicBezTo>
                      <a:pt x="15604" y="274"/>
                      <a:pt x="15461" y="266"/>
                      <a:pt x="15318" y="242"/>
                    </a:cubicBezTo>
                    <a:cubicBezTo>
                      <a:pt x="15189" y="226"/>
                      <a:pt x="15056" y="221"/>
                      <a:pt x="14921" y="221"/>
                    </a:cubicBezTo>
                    <a:cubicBezTo>
                      <a:pt x="14680" y="221"/>
                      <a:pt x="14433" y="238"/>
                      <a:pt x="14188" y="238"/>
                    </a:cubicBezTo>
                    <a:cubicBezTo>
                      <a:pt x="13965" y="238"/>
                      <a:pt x="13744" y="224"/>
                      <a:pt x="13533" y="171"/>
                    </a:cubicBezTo>
                    <a:cubicBezTo>
                      <a:pt x="13319" y="171"/>
                      <a:pt x="13105" y="242"/>
                      <a:pt x="12819" y="242"/>
                    </a:cubicBezTo>
                    <a:cubicBezTo>
                      <a:pt x="12526" y="158"/>
                      <a:pt x="12429" y="1"/>
                      <a:pt x="123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9"/>
              <p:cNvSpPr/>
              <p:nvPr/>
            </p:nvSpPr>
            <p:spPr>
              <a:xfrm>
                <a:off x="3273525" y="1785775"/>
                <a:ext cx="536475" cy="525775"/>
              </a:xfrm>
              <a:custGeom>
                <a:rect b="b" l="l" r="r" t="t"/>
                <a:pathLst>
                  <a:path extrusionOk="0" fill="none" h="21031" w="21459">
                    <a:moveTo>
                      <a:pt x="19388" y="2599"/>
                    </a:moveTo>
                    <a:cubicBezTo>
                      <a:pt x="19388" y="2599"/>
                      <a:pt x="19603" y="2599"/>
                      <a:pt x="19674" y="2527"/>
                    </a:cubicBezTo>
                    <a:cubicBezTo>
                      <a:pt x="19817" y="2384"/>
                      <a:pt x="19960" y="2170"/>
                      <a:pt x="19888" y="1956"/>
                    </a:cubicBezTo>
                    <a:cubicBezTo>
                      <a:pt x="19888" y="1885"/>
                      <a:pt x="19674" y="1813"/>
                      <a:pt x="19603" y="1813"/>
                    </a:cubicBezTo>
                    <a:cubicBezTo>
                      <a:pt x="19531" y="1742"/>
                      <a:pt x="19460" y="1528"/>
                      <a:pt x="19317" y="1528"/>
                    </a:cubicBezTo>
                    <a:cubicBezTo>
                      <a:pt x="19246" y="1528"/>
                      <a:pt x="19246" y="1599"/>
                      <a:pt x="19174" y="1670"/>
                    </a:cubicBezTo>
                    <a:cubicBezTo>
                      <a:pt x="19031" y="1813"/>
                      <a:pt x="19031" y="1742"/>
                      <a:pt x="19031" y="1885"/>
                    </a:cubicBezTo>
                    <a:cubicBezTo>
                      <a:pt x="18960" y="1956"/>
                      <a:pt x="18960" y="2027"/>
                      <a:pt x="18960" y="2027"/>
                    </a:cubicBezTo>
                    <a:cubicBezTo>
                      <a:pt x="18960" y="2099"/>
                      <a:pt x="19031" y="2242"/>
                      <a:pt x="19103" y="2313"/>
                    </a:cubicBezTo>
                    <a:cubicBezTo>
                      <a:pt x="19103" y="2384"/>
                      <a:pt x="19388" y="2527"/>
                      <a:pt x="19388" y="2599"/>
                    </a:cubicBezTo>
                    <a:close/>
                    <a:moveTo>
                      <a:pt x="20245" y="4955"/>
                    </a:moveTo>
                    <a:cubicBezTo>
                      <a:pt x="20102" y="5026"/>
                      <a:pt x="20031" y="5169"/>
                      <a:pt x="20102" y="5312"/>
                    </a:cubicBezTo>
                    <a:cubicBezTo>
                      <a:pt x="20174" y="5383"/>
                      <a:pt x="20245" y="5383"/>
                      <a:pt x="20317" y="5455"/>
                    </a:cubicBezTo>
                    <a:cubicBezTo>
                      <a:pt x="20317" y="5455"/>
                      <a:pt x="20317" y="5526"/>
                      <a:pt x="20388" y="5526"/>
                    </a:cubicBezTo>
                    <a:cubicBezTo>
                      <a:pt x="20388" y="5669"/>
                      <a:pt x="20602" y="5740"/>
                      <a:pt x="20674" y="5812"/>
                    </a:cubicBezTo>
                    <a:cubicBezTo>
                      <a:pt x="20816" y="5883"/>
                      <a:pt x="20816" y="5669"/>
                      <a:pt x="20816" y="5597"/>
                    </a:cubicBezTo>
                    <a:cubicBezTo>
                      <a:pt x="20745" y="5312"/>
                      <a:pt x="20531" y="5026"/>
                      <a:pt x="20245" y="4955"/>
                    </a:cubicBezTo>
                    <a:close/>
                    <a:moveTo>
                      <a:pt x="19960" y="1813"/>
                    </a:moveTo>
                    <a:cubicBezTo>
                      <a:pt x="20031" y="1885"/>
                      <a:pt x="20317" y="2027"/>
                      <a:pt x="20388" y="2099"/>
                    </a:cubicBezTo>
                    <a:cubicBezTo>
                      <a:pt x="20388" y="2099"/>
                      <a:pt x="20459" y="2170"/>
                      <a:pt x="20459" y="2242"/>
                    </a:cubicBezTo>
                    <a:cubicBezTo>
                      <a:pt x="20531" y="2242"/>
                      <a:pt x="20674" y="2313"/>
                      <a:pt x="20816" y="2242"/>
                    </a:cubicBezTo>
                    <a:cubicBezTo>
                      <a:pt x="20888" y="2242"/>
                      <a:pt x="21031" y="2099"/>
                      <a:pt x="21031" y="2099"/>
                    </a:cubicBezTo>
                    <a:cubicBezTo>
                      <a:pt x="21031" y="2027"/>
                      <a:pt x="20959" y="1885"/>
                      <a:pt x="20959" y="1813"/>
                    </a:cubicBezTo>
                    <a:cubicBezTo>
                      <a:pt x="20959" y="1742"/>
                      <a:pt x="20959" y="1599"/>
                      <a:pt x="20888" y="1528"/>
                    </a:cubicBezTo>
                    <a:cubicBezTo>
                      <a:pt x="20745" y="1456"/>
                      <a:pt x="20459" y="1528"/>
                      <a:pt x="20317" y="1456"/>
                    </a:cubicBezTo>
                    <a:cubicBezTo>
                      <a:pt x="20031" y="1456"/>
                      <a:pt x="19817" y="1528"/>
                      <a:pt x="19603" y="1456"/>
                    </a:cubicBezTo>
                    <a:cubicBezTo>
                      <a:pt x="19603" y="1456"/>
                      <a:pt x="19817" y="1599"/>
                      <a:pt x="19817" y="1670"/>
                    </a:cubicBezTo>
                    <a:cubicBezTo>
                      <a:pt x="19817" y="1670"/>
                      <a:pt x="19960" y="1813"/>
                      <a:pt x="19960" y="1813"/>
                    </a:cubicBezTo>
                    <a:close/>
                    <a:moveTo>
                      <a:pt x="20459" y="3527"/>
                    </a:moveTo>
                    <a:cubicBezTo>
                      <a:pt x="20388" y="3455"/>
                      <a:pt x="20388" y="3455"/>
                      <a:pt x="20388" y="3455"/>
                    </a:cubicBezTo>
                    <a:cubicBezTo>
                      <a:pt x="20245" y="3384"/>
                      <a:pt x="20245" y="3384"/>
                      <a:pt x="20245" y="3384"/>
                    </a:cubicBezTo>
                    <a:cubicBezTo>
                      <a:pt x="20102" y="3313"/>
                      <a:pt x="20102" y="3313"/>
                      <a:pt x="20102" y="3313"/>
                    </a:cubicBezTo>
                    <a:cubicBezTo>
                      <a:pt x="20031" y="3241"/>
                      <a:pt x="20031" y="3241"/>
                      <a:pt x="20031" y="3241"/>
                    </a:cubicBezTo>
                    <a:cubicBezTo>
                      <a:pt x="19960" y="3241"/>
                      <a:pt x="19960" y="3241"/>
                      <a:pt x="19960" y="3241"/>
                    </a:cubicBezTo>
                    <a:cubicBezTo>
                      <a:pt x="19960" y="3241"/>
                      <a:pt x="19960" y="3241"/>
                      <a:pt x="19960" y="3241"/>
                    </a:cubicBezTo>
                    <a:cubicBezTo>
                      <a:pt x="19817" y="3313"/>
                      <a:pt x="19817" y="3313"/>
                      <a:pt x="19817" y="3313"/>
                    </a:cubicBezTo>
                    <a:cubicBezTo>
                      <a:pt x="19745" y="3313"/>
                      <a:pt x="19745" y="3313"/>
                      <a:pt x="19745" y="3313"/>
                    </a:cubicBezTo>
                    <a:cubicBezTo>
                      <a:pt x="19888" y="3313"/>
                      <a:pt x="19888" y="3313"/>
                      <a:pt x="19888" y="3313"/>
                    </a:cubicBezTo>
                    <a:cubicBezTo>
                      <a:pt x="20031" y="3527"/>
                      <a:pt x="20031" y="3527"/>
                      <a:pt x="20031" y="3527"/>
                    </a:cubicBezTo>
                    <a:cubicBezTo>
                      <a:pt x="20102" y="3598"/>
                      <a:pt x="20102" y="3598"/>
                      <a:pt x="20102" y="3598"/>
                    </a:cubicBezTo>
                    <a:cubicBezTo>
                      <a:pt x="20317" y="3670"/>
                      <a:pt x="20317" y="3670"/>
                      <a:pt x="20317" y="3670"/>
                    </a:cubicBezTo>
                    <a:cubicBezTo>
                      <a:pt x="20388" y="3741"/>
                      <a:pt x="20388" y="3741"/>
                      <a:pt x="20388" y="3741"/>
                    </a:cubicBezTo>
                    <a:cubicBezTo>
                      <a:pt x="20531" y="3741"/>
                      <a:pt x="20531" y="3741"/>
                      <a:pt x="20531" y="3741"/>
                    </a:cubicBezTo>
                    <a:cubicBezTo>
                      <a:pt x="20531" y="3598"/>
                      <a:pt x="20531" y="3598"/>
                      <a:pt x="20531" y="3598"/>
                    </a:cubicBezTo>
                    <a:close/>
                    <a:moveTo>
                      <a:pt x="19460" y="6312"/>
                    </a:moveTo>
                    <a:cubicBezTo>
                      <a:pt x="19603" y="5883"/>
                      <a:pt x="19103" y="5955"/>
                      <a:pt x="18817" y="5955"/>
                    </a:cubicBezTo>
                    <a:cubicBezTo>
                      <a:pt x="18317" y="5955"/>
                      <a:pt x="18603" y="6597"/>
                      <a:pt x="18889" y="6740"/>
                    </a:cubicBezTo>
                    <a:cubicBezTo>
                      <a:pt x="19031" y="6811"/>
                      <a:pt x="19174" y="6883"/>
                      <a:pt x="19174" y="7097"/>
                    </a:cubicBezTo>
                    <a:cubicBezTo>
                      <a:pt x="19246" y="7168"/>
                      <a:pt x="19388" y="7026"/>
                      <a:pt x="19388" y="6954"/>
                    </a:cubicBezTo>
                    <a:cubicBezTo>
                      <a:pt x="19388" y="6883"/>
                      <a:pt x="19388" y="6740"/>
                      <a:pt x="19388" y="6669"/>
                    </a:cubicBezTo>
                    <a:cubicBezTo>
                      <a:pt x="19388" y="6597"/>
                      <a:pt x="19460" y="6383"/>
                      <a:pt x="19460" y="6312"/>
                    </a:cubicBezTo>
                    <a:close/>
                    <a:moveTo>
                      <a:pt x="21388" y="12024"/>
                    </a:moveTo>
                    <a:cubicBezTo>
                      <a:pt x="21173" y="11667"/>
                      <a:pt x="20674" y="11381"/>
                      <a:pt x="20388" y="10953"/>
                    </a:cubicBezTo>
                    <a:cubicBezTo>
                      <a:pt x="20245" y="10596"/>
                      <a:pt x="20245" y="10096"/>
                      <a:pt x="19817" y="9953"/>
                    </a:cubicBezTo>
                    <a:cubicBezTo>
                      <a:pt x="19531" y="9882"/>
                      <a:pt x="19103" y="9739"/>
                      <a:pt x="19531" y="9525"/>
                    </a:cubicBezTo>
                    <a:cubicBezTo>
                      <a:pt x="19603" y="9453"/>
                      <a:pt x="19745" y="9382"/>
                      <a:pt x="19674" y="9310"/>
                    </a:cubicBezTo>
                    <a:cubicBezTo>
                      <a:pt x="19603" y="9168"/>
                      <a:pt x="19031" y="9168"/>
                      <a:pt x="18889" y="9096"/>
                    </a:cubicBezTo>
                    <a:cubicBezTo>
                      <a:pt x="18889" y="9025"/>
                      <a:pt x="19531" y="9025"/>
                      <a:pt x="19460" y="8811"/>
                    </a:cubicBezTo>
                    <a:cubicBezTo>
                      <a:pt x="19317" y="8668"/>
                      <a:pt x="19103" y="8739"/>
                      <a:pt x="19031" y="8668"/>
                    </a:cubicBezTo>
                    <a:cubicBezTo>
                      <a:pt x="18960" y="8596"/>
                      <a:pt x="19103" y="8525"/>
                      <a:pt x="19103" y="8454"/>
                    </a:cubicBezTo>
                    <a:cubicBezTo>
                      <a:pt x="19174" y="8311"/>
                      <a:pt x="19103" y="8097"/>
                      <a:pt x="18889" y="8097"/>
                    </a:cubicBezTo>
                    <a:cubicBezTo>
                      <a:pt x="18746" y="8025"/>
                      <a:pt x="18460" y="8025"/>
                      <a:pt x="18317" y="7954"/>
                    </a:cubicBezTo>
                    <a:cubicBezTo>
                      <a:pt x="18175" y="7882"/>
                      <a:pt x="18103" y="7668"/>
                      <a:pt x="17960" y="7597"/>
                    </a:cubicBezTo>
                    <a:cubicBezTo>
                      <a:pt x="17675" y="7525"/>
                      <a:pt x="17246" y="7454"/>
                      <a:pt x="17032" y="7168"/>
                    </a:cubicBezTo>
                    <a:cubicBezTo>
                      <a:pt x="17032" y="7168"/>
                      <a:pt x="17032" y="7097"/>
                      <a:pt x="17103" y="7097"/>
                    </a:cubicBezTo>
                    <a:cubicBezTo>
                      <a:pt x="17175" y="7097"/>
                      <a:pt x="17318" y="7168"/>
                      <a:pt x="17461" y="7097"/>
                    </a:cubicBezTo>
                    <a:cubicBezTo>
                      <a:pt x="17532" y="7026"/>
                      <a:pt x="17532" y="6954"/>
                      <a:pt x="17603" y="6811"/>
                    </a:cubicBezTo>
                    <a:cubicBezTo>
                      <a:pt x="17746" y="6526"/>
                      <a:pt x="18317" y="6097"/>
                      <a:pt x="17818" y="5883"/>
                    </a:cubicBezTo>
                    <a:cubicBezTo>
                      <a:pt x="17389" y="5812"/>
                      <a:pt x="16675" y="5669"/>
                      <a:pt x="16604" y="5098"/>
                    </a:cubicBezTo>
                    <a:cubicBezTo>
                      <a:pt x="16532" y="5026"/>
                      <a:pt x="16532" y="4955"/>
                      <a:pt x="16461" y="4883"/>
                    </a:cubicBezTo>
                    <a:cubicBezTo>
                      <a:pt x="16318" y="4669"/>
                      <a:pt x="15747" y="4812"/>
                      <a:pt x="15675" y="4812"/>
                    </a:cubicBezTo>
                    <a:cubicBezTo>
                      <a:pt x="15604" y="4812"/>
                      <a:pt x="15675" y="4741"/>
                      <a:pt x="15675" y="4741"/>
                    </a:cubicBezTo>
                    <a:cubicBezTo>
                      <a:pt x="16104" y="4526"/>
                      <a:pt x="16675" y="4669"/>
                      <a:pt x="17032" y="4669"/>
                    </a:cubicBezTo>
                    <a:cubicBezTo>
                      <a:pt x="17461" y="4669"/>
                      <a:pt x="17889" y="4669"/>
                      <a:pt x="18317" y="4741"/>
                    </a:cubicBezTo>
                    <a:cubicBezTo>
                      <a:pt x="18674" y="4741"/>
                      <a:pt x="18389" y="4312"/>
                      <a:pt x="18389" y="4098"/>
                    </a:cubicBezTo>
                    <a:cubicBezTo>
                      <a:pt x="18389" y="4027"/>
                      <a:pt x="18317" y="4027"/>
                      <a:pt x="18317" y="3955"/>
                    </a:cubicBezTo>
                    <a:cubicBezTo>
                      <a:pt x="18317" y="3884"/>
                      <a:pt x="18389" y="3884"/>
                      <a:pt x="18389" y="3884"/>
                    </a:cubicBezTo>
                    <a:cubicBezTo>
                      <a:pt x="18460" y="4027"/>
                      <a:pt x="18532" y="4241"/>
                      <a:pt x="18674" y="4384"/>
                    </a:cubicBezTo>
                    <a:cubicBezTo>
                      <a:pt x="19031" y="4812"/>
                      <a:pt x="19960" y="4812"/>
                      <a:pt x="20317" y="4312"/>
                    </a:cubicBezTo>
                    <a:cubicBezTo>
                      <a:pt x="20531" y="4098"/>
                      <a:pt x="20031" y="4027"/>
                      <a:pt x="19960" y="3884"/>
                    </a:cubicBezTo>
                    <a:cubicBezTo>
                      <a:pt x="19888" y="3812"/>
                      <a:pt x="20102" y="3741"/>
                      <a:pt x="20031" y="3670"/>
                    </a:cubicBezTo>
                    <a:cubicBezTo>
                      <a:pt x="19960" y="3170"/>
                      <a:pt x="19246" y="3170"/>
                      <a:pt x="18817" y="2884"/>
                    </a:cubicBezTo>
                    <a:cubicBezTo>
                      <a:pt x="18817" y="2884"/>
                      <a:pt x="18674" y="2813"/>
                      <a:pt x="18817" y="2884"/>
                    </a:cubicBezTo>
                    <a:cubicBezTo>
                      <a:pt x="19031" y="2956"/>
                      <a:pt x="19531" y="3098"/>
                      <a:pt x="19460" y="2884"/>
                    </a:cubicBezTo>
                    <a:cubicBezTo>
                      <a:pt x="19246" y="2599"/>
                      <a:pt x="18889" y="2384"/>
                      <a:pt x="18674" y="2170"/>
                    </a:cubicBezTo>
                    <a:cubicBezTo>
                      <a:pt x="18317" y="2027"/>
                      <a:pt x="18032" y="1885"/>
                      <a:pt x="17818" y="1599"/>
                    </a:cubicBezTo>
                    <a:cubicBezTo>
                      <a:pt x="17746" y="1528"/>
                      <a:pt x="17746" y="1456"/>
                      <a:pt x="17818" y="1456"/>
                    </a:cubicBezTo>
                    <a:cubicBezTo>
                      <a:pt x="18032" y="1456"/>
                      <a:pt x="18460" y="1670"/>
                      <a:pt x="18674" y="1528"/>
                    </a:cubicBezTo>
                    <a:cubicBezTo>
                      <a:pt x="18889" y="1242"/>
                      <a:pt x="18103" y="1242"/>
                      <a:pt x="18032" y="1171"/>
                    </a:cubicBezTo>
                    <a:cubicBezTo>
                      <a:pt x="17532" y="814"/>
                      <a:pt x="17103" y="457"/>
                      <a:pt x="16604" y="242"/>
                    </a:cubicBezTo>
                    <a:cubicBezTo>
                      <a:pt x="16175" y="242"/>
                      <a:pt x="15747" y="314"/>
                      <a:pt x="15318" y="242"/>
                    </a:cubicBezTo>
                    <a:cubicBezTo>
                      <a:pt x="14747" y="171"/>
                      <a:pt x="14105" y="314"/>
                      <a:pt x="13533" y="171"/>
                    </a:cubicBezTo>
                    <a:cubicBezTo>
                      <a:pt x="13319" y="171"/>
                      <a:pt x="13105" y="242"/>
                      <a:pt x="12819" y="242"/>
                    </a:cubicBezTo>
                    <a:cubicBezTo>
                      <a:pt x="12320" y="100"/>
                      <a:pt x="12391" y="-257"/>
                      <a:pt x="11963" y="314"/>
                    </a:cubicBezTo>
                    <a:cubicBezTo>
                      <a:pt x="11820" y="457"/>
                      <a:pt x="11463" y="528"/>
                      <a:pt x="11320" y="314"/>
                    </a:cubicBezTo>
                    <a:cubicBezTo>
                      <a:pt x="11177" y="100"/>
                      <a:pt x="10963" y="28"/>
                      <a:pt x="10677" y="28"/>
                    </a:cubicBezTo>
                    <a:cubicBezTo>
                      <a:pt x="10463" y="100"/>
                      <a:pt x="10178" y="28"/>
                      <a:pt x="9892" y="100"/>
                    </a:cubicBezTo>
                    <a:cubicBezTo>
                      <a:pt x="9606" y="100"/>
                      <a:pt x="9392" y="528"/>
                      <a:pt x="9106" y="528"/>
                    </a:cubicBezTo>
                    <a:cubicBezTo>
                      <a:pt x="8964" y="528"/>
                      <a:pt x="8821" y="385"/>
                      <a:pt x="8678" y="314"/>
                    </a:cubicBezTo>
                    <a:cubicBezTo>
                      <a:pt x="7821" y="-115"/>
                      <a:pt x="8107" y="-115"/>
                      <a:pt x="7678" y="742"/>
                    </a:cubicBezTo>
                    <a:cubicBezTo>
                      <a:pt x="7393" y="1028"/>
                      <a:pt x="6822" y="1028"/>
                      <a:pt x="6750" y="1528"/>
                    </a:cubicBezTo>
                    <a:cubicBezTo>
                      <a:pt x="6607" y="1885"/>
                      <a:pt x="6607" y="2313"/>
                      <a:pt x="6322" y="2670"/>
                    </a:cubicBezTo>
                    <a:cubicBezTo>
                      <a:pt x="6250" y="2741"/>
                      <a:pt x="6179" y="2813"/>
                      <a:pt x="6179" y="2956"/>
                    </a:cubicBezTo>
                    <a:cubicBezTo>
                      <a:pt x="6179" y="3098"/>
                      <a:pt x="6322" y="3241"/>
                      <a:pt x="6322" y="3455"/>
                    </a:cubicBezTo>
                    <a:cubicBezTo>
                      <a:pt x="6322" y="3670"/>
                      <a:pt x="6250" y="3955"/>
                      <a:pt x="6179" y="4169"/>
                    </a:cubicBezTo>
                    <a:cubicBezTo>
                      <a:pt x="6036" y="4669"/>
                      <a:pt x="6322" y="5312"/>
                      <a:pt x="6393" y="5812"/>
                    </a:cubicBezTo>
                    <a:cubicBezTo>
                      <a:pt x="6393" y="5883"/>
                      <a:pt x="6322" y="5955"/>
                      <a:pt x="6322" y="6026"/>
                    </a:cubicBezTo>
                    <a:cubicBezTo>
                      <a:pt x="5893" y="6240"/>
                      <a:pt x="5822" y="6811"/>
                      <a:pt x="5751" y="7168"/>
                    </a:cubicBezTo>
                    <a:cubicBezTo>
                      <a:pt x="5751" y="7311"/>
                      <a:pt x="5822" y="7454"/>
                      <a:pt x="5822" y="7597"/>
                    </a:cubicBezTo>
                    <a:cubicBezTo>
                      <a:pt x="5822" y="7811"/>
                      <a:pt x="5679" y="8168"/>
                      <a:pt x="5608" y="8382"/>
                    </a:cubicBezTo>
                    <a:cubicBezTo>
                      <a:pt x="5322" y="8596"/>
                      <a:pt x="4894" y="8739"/>
                      <a:pt x="4537" y="8596"/>
                    </a:cubicBezTo>
                    <a:cubicBezTo>
                      <a:pt x="4465" y="8525"/>
                      <a:pt x="4394" y="8525"/>
                      <a:pt x="4323" y="8525"/>
                    </a:cubicBezTo>
                    <a:cubicBezTo>
                      <a:pt x="4037" y="8525"/>
                      <a:pt x="3894" y="8882"/>
                      <a:pt x="3680" y="9025"/>
                    </a:cubicBezTo>
                    <a:cubicBezTo>
                      <a:pt x="3537" y="9239"/>
                      <a:pt x="3323" y="9382"/>
                      <a:pt x="3252" y="9596"/>
                    </a:cubicBezTo>
                    <a:cubicBezTo>
                      <a:pt x="3252" y="9739"/>
                      <a:pt x="3252" y="9882"/>
                      <a:pt x="3252" y="10024"/>
                    </a:cubicBezTo>
                    <a:cubicBezTo>
                      <a:pt x="3323" y="10239"/>
                      <a:pt x="3180" y="10310"/>
                      <a:pt x="3180" y="10453"/>
                    </a:cubicBezTo>
                    <a:cubicBezTo>
                      <a:pt x="3109" y="10667"/>
                      <a:pt x="3037" y="11095"/>
                      <a:pt x="3252" y="11167"/>
                    </a:cubicBezTo>
                    <a:cubicBezTo>
                      <a:pt x="3394" y="11167"/>
                      <a:pt x="3466" y="11167"/>
                      <a:pt x="3609" y="11238"/>
                    </a:cubicBezTo>
                    <a:cubicBezTo>
                      <a:pt x="3894" y="11381"/>
                      <a:pt x="4037" y="11738"/>
                      <a:pt x="3680" y="11881"/>
                    </a:cubicBezTo>
                    <a:cubicBezTo>
                      <a:pt x="3252" y="12095"/>
                      <a:pt x="3037" y="12381"/>
                      <a:pt x="2609" y="12595"/>
                    </a:cubicBezTo>
                    <a:cubicBezTo>
                      <a:pt x="2538" y="12595"/>
                      <a:pt x="2395" y="12666"/>
                      <a:pt x="2323" y="12738"/>
                    </a:cubicBezTo>
                    <a:cubicBezTo>
                      <a:pt x="2181" y="12880"/>
                      <a:pt x="2109" y="13166"/>
                      <a:pt x="1824" y="13166"/>
                    </a:cubicBezTo>
                    <a:cubicBezTo>
                      <a:pt x="1181" y="13309"/>
                      <a:pt x="967" y="14237"/>
                      <a:pt x="1467" y="14665"/>
                    </a:cubicBezTo>
                    <a:cubicBezTo>
                      <a:pt x="1538" y="14737"/>
                      <a:pt x="1609" y="14808"/>
                      <a:pt x="1609" y="14880"/>
                    </a:cubicBezTo>
                    <a:cubicBezTo>
                      <a:pt x="1752" y="15094"/>
                      <a:pt x="1681" y="15451"/>
                      <a:pt x="1395" y="15594"/>
                    </a:cubicBezTo>
                    <a:cubicBezTo>
                      <a:pt x="1252" y="15665"/>
                      <a:pt x="1109" y="15736"/>
                      <a:pt x="895" y="15808"/>
                    </a:cubicBezTo>
                    <a:cubicBezTo>
                      <a:pt x="538" y="16022"/>
                      <a:pt x="752" y="16665"/>
                      <a:pt x="538" y="17022"/>
                    </a:cubicBezTo>
                    <a:cubicBezTo>
                      <a:pt x="467" y="17307"/>
                      <a:pt x="253" y="17450"/>
                      <a:pt x="110" y="17664"/>
                    </a:cubicBezTo>
                    <a:cubicBezTo>
                      <a:pt x="-104" y="18021"/>
                      <a:pt x="38" y="18521"/>
                      <a:pt x="181" y="18807"/>
                    </a:cubicBezTo>
                    <a:cubicBezTo>
                      <a:pt x="324" y="19092"/>
                      <a:pt x="752" y="19164"/>
                      <a:pt x="824" y="19449"/>
                    </a:cubicBezTo>
                    <a:cubicBezTo>
                      <a:pt x="1038" y="19878"/>
                      <a:pt x="1467" y="20235"/>
                      <a:pt x="1966" y="20092"/>
                    </a:cubicBezTo>
                    <a:cubicBezTo>
                      <a:pt x="2109" y="20092"/>
                      <a:pt x="2252" y="20092"/>
                      <a:pt x="2395" y="20163"/>
                    </a:cubicBezTo>
                    <a:cubicBezTo>
                      <a:pt x="2466" y="20235"/>
                      <a:pt x="2609" y="20306"/>
                      <a:pt x="2680" y="20378"/>
                    </a:cubicBezTo>
                    <a:cubicBezTo>
                      <a:pt x="2895" y="20592"/>
                      <a:pt x="3252" y="20592"/>
                      <a:pt x="3537" y="20663"/>
                    </a:cubicBezTo>
                    <a:cubicBezTo>
                      <a:pt x="3609" y="20735"/>
                      <a:pt x="3680" y="20735"/>
                      <a:pt x="3751" y="20806"/>
                    </a:cubicBezTo>
                    <a:cubicBezTo>
                      <a:pt x="4037" y="21092"/>
                      <a:pt x="4608" y="21092"/>
                      <a:pt x="4965" y="20877"/>
                    </a:cubicBezTo>
                    <a:cubicBezTo>
                      <a:pt x="5108" y="20806"/>
                      <a:pt x="5251" y="20592"/>
                      <a:pt x="5322" y="20378"/>
                    </a:cubicBezTo>
                    <a:cubicBezTo>
                      <a:pt x="5536" y="19521"/>
                      <a:pt x="6536" y="19735"/>
                      <a:pt x="7107" y="19521"/>
                    </a:cubicBezTo>
                    <a:cubicBezTo>
                      <a:pt x="7536" y="19235"/>
                      <a:pt x="7893" y="18878"/>
                      <a:pt x="8250" y="18521"/>
                    </a:cubicBezTo>
                    <a:cubicBezTo>
                      <a:pt x="8464" y="18307"/>
                      <a:pt x="8821" y="18164"/>
                      <a:pt x="9035" y="17950"/>
                    </a:cubicBezTo>
                    <a:cubicBezTo>
                      <a:pt x="9249" y="17736"/>
                      <a:pt x="9321" y="17450"/>
                      <a:pt x="9535" y="17236"/>
                    </a:cubicBezTo>
                    <a:cubicBezTo>
                      <a:pt x="9606" y="17165"/>
                      <a:pt x="9678" y="17165"/>
                      <a:pt x="9749" y="17093"/>
                    </a:cubicBezTo>
                    <a:cubicBezTo>
                      <a:pt x="10106" y="16451"/>
                      <a:pt x="10035" y="15665"/>
                      <a:pt x="10320" y="15022"/>
                    </a:cubicBezTo>
                    <a:cubicBezTo>
                      <a:pt x="10392" y="14880"/>
                      <a:pt x="10392" y="14594"/>
                      <a:pt x="10463" y="14451"/>
                    </a:cubicBezTo>
                    <a:cubicBezTo>
                      <a:pt x="10535" y="14380"/>
                      <a:pt x="10749" y="14308"/>
                      <a:pt x="10892" y="14237"/>
                    </a:cubicBezTo>
                    <a:cubicBezTo>
                      <a:pt x="11034" y="14094"/>
                      <a:pt x="11034" y="13951"/>
                      <a:pt x="11034" y="13737"/>
                    </a:cubicBezTo>
                    <a:cubicBezTo>
                      <a:pt x="10963" y="13523"/>
                      <a:pt x="11106" y="13309"/>
                      <a:pt x="11320" y="13237"/>
                    </a:cubicBezTo>
                    <a:cubicBezTo>
                      <a:pt x="11606" y="13166"/>
                      <a:pt x="11963" y="13166"/>
                      <a:pt x="12034" y="12880"/>
                    </a:cubicBezTo>
                    <a:cubicBezTo>
                      <a:pt x="12105" y="12595"/>
                      <a:pt x="12105" y="12166"/>
                      <a:pt x="12534" y="12238"/>
                    </a:cubicBezTo>
                    <a:cubicBezTo>
                      <a:pt x="12748" y="12309"/>
                      <a:pt x="12891" y="12309"/>
                      <a:pt x="13034" y="12166"/>
                    </a:cubicBezTo>
                    <a:cubicBezTo>
                      <a:pt x="13176" y="12095"/>
                      <a:pt x="13319" y="11881"/>
                      <a:pt x="13533" y="11881"/>
                    </a:cubicBezTo>
                    <a:cubicBezTo>
                      <a:pt x="13748" y="11881"/>
                      <a:pt x="13819" y="12595"/>
                      <a:pt x="14176" y="12452"/>
                    </a:cubicBezTo>
                    <a:cubicBezTo>
                      <a:pt x="14462" y="12238"/>
                      <a:pt x="14676" y="11952"/>
                      <a:pt x="15033" y="11809"/>
                    </a:cubicBezTo>
                    <a:cubicBezTo>
                      <a:pt x="15390" y="11667"/>
                      <a:pt x="15604" y="11381"/>
                      <a:pt x="15961" y="11310"/>
                    </a:cubicBezTo>
                    <a:cubicBezTo>
                      <a:pt x="16389" y="11238"/>
                      <a:pt x="16818" y="11381"/>
                      <a:pt x="17318" y="11310"/>
                    </a:cubicBezTo>
                    <a:cubicBezTo>
                      <a:pt x="17746" y="11238"/>
                      <a:pt x="18103" y="11524"/>
                      <a:pt x="18460" y="11667"/>
                    </a:cubicBezTo>
                    <a:cubicBezTo>
                      <a:pt x="18817" y="11809"/>
                      <a:pt x="19174" y="11809"/>
                      <a:pt x="19388" y="12095"/>
                    </a:cubicBezTo>
                    <a:cubicBezTo>
                      <a:pt x="19674" y="12523"/>
                      <a:pt x="19960" y="13166"/>
                      <a:pt x="20531" y="12738"/>
                    </a:cubicBezTo>
                    <a:cubicBezTo>
                      <a:pt x="20816" y="12523"/>
                      <a:pt x="21388" y="12452"/>
                      <a:pt x="21459" y="12095"/>
                    </a:cubicBezTo>
                    <a:close/>
                    <a:moveTo>
                      <a:pt x="18460" y="5669"/>
                    </a:moveTo>
                    <a:cubicBezTo>
                      <a:pt x="18460" y="5455"/>
                      <a:pt x="18103" y="5526"/>
                      <a:pt x="17960" y="5383"/>
                    </a:cubicBezTo>
                    <a:cubicBezTo>
                      <a:pt x="17889" y="5312"/>
                      <a:pt x="17818" y="5169"/>
                      <a:pt x="17675" y="5169"/>
                    </a:cubicBezTo>
                    <a:cubicBezTo>
                      <a:pt x="17603" y="5098"/>
                      <a:pt x="17246" y="5098"/>
                      <a:pt x="17175" y="5098"/>
                    </a:cubicBezTo>
                    <a:cubicBezTo>
                      <a:pt x="17103" y="5098"/>
                      <a:pt x="16961" y="4955"/>
                      <a:pt x="16889" y="4955"/>
                    </a:cubicBezTo>
                    <a:cubicBezTo>
                      <a:pt x="16746" y="5026"/>
                      <a:pt x="16532" y="5169"/>
                      <a:pt x="16604" y="5312"/>
                    </a:cubicBezTo>
                    <a:cubicBezTo>
                      <a:pt x="16746" y="5597"/>
                      <a:pt x="17175" y="5597"/>
                      <a:pt x="17461" y="5597"/>
                    </a:cubicBezTo>
                    <a:cubicBezTo>
                      <a:pt x="17675" y="5597"/>
                      <a:pt x="17889" y="5740"/>
                      <a:pt x="18103" y="5812"/>
                    </a:cubicBezTo>
                    <a:cubicBezTo>
                      <a:pt x="18175" y="5812"/>
                      <a:pt x="18246" y="5812"/>
                      <a:pt x="18317" y="5812"/>
                    </a:cubicBezTo>
                    <a:cubicBezTo>
                      <a:pt x="18389" y="5812"/>
                      <a:pt x="18389" y="5740"/>
                      <a:pt x="18460" y="5740"/>
                    </a:cubicBezTo>
                    <a:close/>
                    <a:moveTo>
                      <a:pt x="17960" y="6597"/>
                    </a:moveTo>
                    <a:cubicBezTo>
                      <a:pt x="17818" y="6669"/>
                      <a:pt x="17746" y="6883"/>
                      <a:pt x="17960" y="6954"/>
                    </a:cubicBezTo>
                    <a:cubicBezTo>
                      <a:pt x="17960" y="6954"/>
                      <a:pt x="18032" y="6883"/>
                      <a:pt x="18103" y="6811"/>
                    </a:cubicBezTo>
                    <a:cubicBezTo>
                      <a:pt x="18175" y="6811"/>
                      <a:pt x="18389" y="6811"/>
                      <a:pt x="18389" y="6811"/>
                    </a:cubicBezTo>
                    <a:cubicBezTo>
                      <a:pt x="18460" y="6883"/>
                      <a:pt x="18460" y="6883"/>
                      <a:pt x="18532" y="6811"/>
                    </a:cubicBezTo>
                    <a:cubicBezTo>
                      <a:pt x="18674" y="6597"/>
                      <a:pt x="18103" y="6454"/>
                      <a:pt x="17960" y="652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59"/>
              <p:cNvSpPr/>
              <p:nvPr/>
            </p:nvSpPr>
            <p:spPr>
              <a:xfrm>
                <a:off x="5009550" y="2893075"/>
                <a:ext cx="1423175" cy="865575"/>
              </a:xfrm>
              <a:custGeom>
                <a:rect b="b" l="l" r="r" t="t"/>
                <a:pathLst>
                  <a:path extrusionOk="0" h="34623" w="56927">
                    <a:moveTo>
                      <a:pt x="13709" y="862"/>
                    </a:moveTo>
                    <a:cubicBezTo>
                      <a:pt x="13638" y="862"/>
                      <a:pt x="13709" y="933"/>
                      <a:pt x="13709" y="1005"/>
                    </a:cubicBezTo>
                    <a:cubicBezTo>
                      <a:pt x="13709" y="1005"/>
                      <a:pt x="13709" y="1076"/>
                      <a:pt x="13638" y="1147"/>
                    </a:cubicBezTo>
                    <a:cubicBezTo>
                      <a:pt x="13602" y="1183"/>
                      <a:pt x="13566" y="1183"/>
                      <a:pt x="13531" y="1183"/>
                    </a:cubicBezTo>
                    <a:cubicBezTo>
                      <a:pt x="13495" y="1183"/>
                      <a:pt x="13459" y="1183"/>
                      <a:pt x="13424" y="1219"/>
                    </a:cubicBezTo>
                    <a:cubicBezTo>
                      <a:pt x="13352" y="1290"/>
                      <a:pt x="13209" y="1290"/>
                      <a:pt x="13138" y="1433"/>
                    </a:cubicBezTo>
                    <a:cubicBezTo>
                      <a:pt x="13067" y="1433"/>
                      <a:pt x="12995" y="1576"/>
                      <a:pt x="13138" y="1576"/>
                    </a:cubicBezTo>
                    <a:lnTo>
                      <a:pt x="13709" y="1576"/>
                    </a:lnTo>
                    <a:cubicBezTo>
                      <a:pt x="13781" y="1576"/>
                      <a:pt x="13852" y="1433"/>
                      <a:pt x="13852" y="1362"/>
                    </a:cubicBezTo>
                    <a:cubicBezTo>
                      <a:pt x="13923" y="1219"/>
                      <a:pt x="13995" y="1147"/>
                      <a:pt x="14066" y="1076"/>
                    </a:cubicBezTo>
                    <a:cubicBezTo>
                      <a:pt x="14066" y="1076"/>
                      <a:pt x="14138" y="1076"/>
                      <a:pt x="14066" y="1005"/>
                    </a:cubicBezTo>
                    <a:cubicBezTo>
                      <a:pt x="14066" y="933"/>
                      <a:pt x="13852" y="862"/>
                      <a:pt x="13709" y="862"/>
                    </a:cubicBezTo>
                    <a:close/>
                    <a:moveTo>
                      <a:pt x="12638" y="2290"/>
                    </a:moveTo>
                    <a:cubicBezTo>
                      <a:pt x="12567" y="2361"/>
                      <a:pt x="12353" y="2361"/>
                      <a:pt x="12281" y="2361"/>
                    </a:cubicBezTo>
                    <a:cubicBezTo>
                      <a:pt x="12281" y="2361"/>
                      <a:pt x="12210" y="2433"/>
                      <a:pt x="12210" y="2504"/>
                    </a:cubicBezTo>
                    <a:cubicBezTo>
                      <a:pt x="12138" y="2575"/>
                      <a:pt x="11996" y="2647"/>
                      <a:pt x="11924" y="2718"/>
                    </a:cubicBezTo>
                    <a:cubicBezTo>
                      <a:pt x="11924" y="2718"/>
                      <a:pt x="11924" y="2790"/>
                      <a:pt x="11924" y="2790"/>
                    </a:cubicBezTo>
                    <a:cubicBezTo>
                      <a:pt x="11924" y="2861"/>
                      <a:pt x="12067" y="2932"/>
                      <a:pt x="12138" y="2932"/>
                    </a:cubicBezTo>
                    <a:lnTo>
                      <a:pt x="12567" y="2932"/>
                    </a:lnTo>
                    <a:cubicBezTo>
                      <a:pt x="12781" y="2932"/>
                      <a:pt x="12852" y="2861"/>
                      <a:pt x="12852" y="2718"/>
                    </a:cubicBezTo>
                    <a:cubicBezTo>
                      <a:pt x="12852" y="2647"/>
                      <a:pt x="12852" y="2504"/>
                      <a:pt x="12781" y="2433"/>
                    </a:cubicBezTo>
                    <a:cubicBezTo>
                      <a:pt x="12781" y="2361"/>
                      <a:pt x="12710" y="2361"/>
                      <a:pt x="12638" y="2361"/>
                    </a:cubicBezTo>
                    <a:cubicBezTo>
                      <a:pt x="12638" y="2290"/>
                      <a:pt x="12638" y="2290"/>
                      <a:pt x="12638" y="2290"/>
                    </a:cubicBezTo>
                    <a:close/>
                    <a:moveTo>
                      <a:pt x="11210" y="2932"/>
                    </a:moveTo>
                    <a:cubicBezTo>
                      <a:pt x="11139" y="2932"/>
                      <a:pt x="11139" y="3075"/>
                      <a:pt x="11067" y="3075"/>
                    </a:cubicBezTo>
                    <a:cubicBezTo>
                      <a:pt x="11067" y="3147"/>
                      <a:pt x="10924" y="3218"/>
                      <a:pt x="10924" y="3218"/>
                    </a:cubicBezTo>
                    <a:cubicBezTo>
                      <a:pt x="10924" y="3289"/>
                      <a:pt x="11067" y="3361"/>
                      <a:pt x="11139" y="3432"/>
                    </a:cubicBezTo>
                    <a:cubicBezTo>
                      <a:pt x="11210" y="3432"/>
                      <a:pt x="11353" y="3432"/>
                      <a:pt x="11424" y="3504"/>
                    </a:cubicBezTo>
                    <a:cubicBezTo>
                      <a:pt x="11531" y="3504"/>
                      <a:pt x="11679" y="3624"/>
                      <a:pt x="11806" y="3624"/>
                    </a:cubicBezTo>
                    <a:cubicBezTo>
                      <a:pt x="11848" y="3624"/>
                      <a:pt x="11888" y="3611"/>
                      <a:pt x="11924" y="3575"/>
                    </a:cubicBezTo>
                    <a:cubicBezTo>
                      <a:pt x="11924" y="3361"/>
                      <a:pt x="11710" y="3289"/>
                      <a:pt x="11639" y="3147"/>
                    </a:cubicBezTo>
                    <a:cubicBezTo>
                      <a:pt x="11496" y="3004"/>
                      <a:pt x="11353" y="2932"/>
                      <a:pt x="11210" y="2932"/>
                    </a:cubicBezTo>
                    <a:close/>
                    <a:moveTo>
                      <a:pt x="17850" y="4432"/>
                    </a:moveTo>
                    <a:cubicBezTo>
                      <a:pt x="17779" y="4432"/>
                      <a:pt x="17636" y="4432"/>
                      <a:pt x="17636" y="4503"/>
                    </a:cubicBezTo>
                    <a:cubicBezTo>
                      <a:pt x="17636" y="4646"/>
                      <a:pt x="17850" y="4932"/>
                      <a:pt x="17922" y="5075"/>
                    </a:cubicBezTo>
                    <a:cubicBezTo>
                      <a:pt x="17980" y="5132"/>
                      <a:pt x="18037" y="5237"/>
                      <a:pt x="18095" y="5237"/>
                    </a:cubicBezTo>
                    <a:cubicBezTo>
                      <a:pt x="18109" y="5237"/>
                      <a:pt x="18122" y="5231"/>
                      <a:pt x="18136" y="5217"/>
                    </a:cubicBezTo>
                    <a:cubicBezTo>
                      <a:pt x="18279" y="5217"/>
                      <a:pt x="18065" y="4932"/>
                      <a:pt x="18279" y="4932"/>
                    </a:cubicBezTo>
                    <a:cubicBezTo>
                      <a:pt x="18406" y="4932"/>
                      <a:pt x="18533" y="5157"/>
                      <a:pt x="18610" y="5157"/>
                    </a:cubicBezTo>
                    <a:cubicBezTo>
                      <a:pt x="18619" y="5157"/>
                      <a:pt x="18628" y="5154"/>
                      <a:pt x="18636" y="5146"/>
                    </a:cubicBezTo>
                    <a:cubicBezTo>
                      <a:pt x="18636" y="5075"/>
                      <a:pt x="18636" y="4789"/>
                      <a:pt x="18636" y="4646"/>
                    </a:cubicBezTo>
                    <a:cubicBezTo>
                      <a:pt x="18578" y="4588"/>
                      <a:pt x="18520" y="4484"/>
                      <a:pt x="18463" y="4484"/>
                    </a:cubicBezTo>
                    <a:cubicBezTo>
                      <a:pt x="18449" y="4484"/>
                      <a:pt x="18435" y="4490"/>
                      <a:pt x="18422" y="4503"/>
                    </a:cubicBezTo>
                    <a:cubicBezTo>
                      <a:pt x="18350" y="4575"/>
                      <a:pt x="18350" y="4718"/>
                      <a:pt x="18279" y="4718"/>
                    </a:cubicBezTo>
                    <a:cubicBezTo>
                      <a:pt x="18207" y="4646"/>
                      <a:pt x="18065" y="4646"/>
                      <a:pt x="17993" y="4575"/>
                    </a:cubicBezTo>
                    <a:cubicBezTo>
                      <a:pt x="17993" y="4575"/>
                      <a:pt x="17922" y="4503"/>
                      <a:pt x="17850" y="4432"/>
                    </a:cubicBezTo>
                    <a:close/>
                    <a:moveTo>
                      <a:pt x="16994" y="4543"/>
                    </a:moveTo>
                    <a:cubicBezTo>
                      <a:pt x="16970" y="4543"/>
                      <a:pt x="16946" y="4551"/>
                      <a:pt x="16922" y="4575"/>
                    </a:cubicBezTo>
                    <a:cubicBezTo>
                      <a:pt x="16922" y="4575"/>
                      <a:pt x="16851" y="4575"/>
                      <a:pt x="16779" y="4646"/>
                    </a:cubicBezTo>
                    <a:cubicBezTo>
                      <a:pt x="16637" y="4718"/>
                      <a:pt x="16708" y="4932"/>
                      <a:pt x="16565" y="5075"/>
                    </a:cubicBezTo>
                    <a:cubicBezTo>
                      <a:pt x="16565" y="5217"/>
                      <a:pt x="16494" y="5289"/>
                      <a:pt x="16565" y="5360"/>
                    </a:cubicBezTo>
                    <a:cubicBezTo>
                      <a:pt x="16565" y="5360"/>
                      <a:pt x="16637" y="5360"/>
                      <a:pt x="16708" y="5289"/>
                    </a:cubicBezTo>
                    <a:cubicBezTo>
                      <a:pt x="16851" y="5289"/>
                      <a:pt x="16922" y="5289"/>
                      <a:pt x="16994" y="5217"/>
                    </a:cubicBezTo>
                    <a:cubicBezTo>
                      <a:pt x="17136" y="5217"/>
                      <a:pt x="17351" y="5146"/>
                      <a:pt x="17493" y="5146"/>
                    </a:cubicBezTo>
                    <a:lnTo>
                      <a:pt x="17565" y="5075"/>
                    </a:lnTo>
                    <a:cubicBezTo>
                      <a:pt x="17708" y="5075"/>
                      <a:pt x="17636" y="4932"/>
                      <a:pt x="17565" y="4789"/>
                    </a:cubicBezTo>
                    <a:cubicBezTo>
                      <a:pt x="17422" y="4646"/>
                      <a:pt x="17351" y="4646"/>
                      <a:pt x="17136" y="4575"/>
                    </a:cubicBezTo>
                    <a:cubicBezTo>
                      <a:pt x="17089" y="4575"/>
                      <a:pt x="17041" y="4543"/>
                      <a:pt x="16994" y="4543"/>
                    </a:cubicBezTo>
                    <a:close/>
                    <a:moveTo>
                      <a:pt x="18850" y="5360"/>
                    </a:moveTo>
                    <a:cubicBezTo>
                      <a:pt x="18779" y="5503"/>
                      <a:pt x="18779" y="5503"/>
                      <a:pt x="18779" y="5503"/>
                    </a:cubicBezTo>
                    <a:cubicBezTo>
                      <a:pt x="18779" y="5646"/>
                      <a:pt x="18779" y="5646"/>
                      <a:pt x="18779" y="5646"/>
                    </a:cubicBezTo>
                    <a:cubicBezTo>
                      <a:pt x="18850" y="5717"/>
                      <a:pt x="18850" y="5717"/>
                      <a:pt x="18850" y="5717"/>
                    </a:cubicBezTo>
                    <a:lnTo>
                      <a:pt x="18993" y="5717"/>
                    </a:lnTo>
                    <a:cubicBezTo>
                      <a:pt x="19064" y="5646"/>
                      <a:pt x="19064" y="5646"/>
                      <a:pt x="19064" y="5646"/>
                    </a:cubicBezTo>
                    <a:cubicBezTo>
                      <a:pt x="19136" y="5574"/>
                      <a:pt x="19136" y="5574"/>
                      <a:pt x="19136" y="5574"/>
                    </a:cubicBezTo>
                    <a:cubicBezTo>
                      <a:pt x="19136" y="5503"/>
                      <a:pt x="19136" y="5503"/>
                      <a:pt x="19136" y="5503"/>
                    </a:cubicBezTo>
                    <a:cubicBezTo>
                      <a:pt x="19064" y="5432"/>
                      <a:pt x="19064" y="5432"/>
                      <a:pt x="19064" y="5432"/>
                    </a:cubicBezTo>
                    <a:cubicBezTo>
                      <a:pt x="19064" y="5360"/>
                      <a:pt x="19064" y="5360"/>
                      <a:pt x="19064" y="5360"/>
                    </a:cubicBezTo>
                    <a:close/>
                    <a:moveTo>
                      <a:pt x="15923" y="4503"/>
                    </a:moveTo>
                    <a:cubicBezTo>
                      <a:pt x="15566" y="4575"/>
                      <a:pt x="15351" y="4932"/>
                      <a:pt x="15066" y="5003"/>
                    </a:cubicBezTo>
                    <a:cubicBezTo>
                      <a:pt x="14923" y="5003"/>
                      <a:pt x="14796" y="4995"/>
                      <a:pt x="14677" y="4995"/>
                    </a:cubicBezTo>
                    <a:cubicBezTo>
                      <a:pt x="14439" y="4995"/>
                      <a:pt x="14233" y="5027"/>
                      <a:pt x="13995" y="5217"/>
                    </a:cubicBezTo>
                    <a:cubicBezTo>
                      <a:pt x="13852" y="5360"/>
                      <a:pt x="13638" y="5574"/>
                      <a:pt x="13566" y="5789"/>
                    </a:cubicBezTo>
                    <a:cubicBezTo>
                      <a:pt x="13566" y="5931"/>
                      <a:pt x="13638" y="6146"/>
                      <a:pt x="13852" y="6146"/>
                    </a:cubicBezTo>
                    <a:cubicBezTo>
                      <a:pt x="13878" y="6159"/>
                      <a:pt x="13904" y="6165"/>
                      <a:pt x="13931" y="6165"/>
                    </a:cubicBezTo>
                    <a:cubicBezTo>
                      <a:pt x="14047" y="6165"/>
                      <a:pt x="14164" y="6048"/>
                      <a:pt x="14280" y="5931"/>
                    </a:cubicBezTo>
                    <a:cubicBezTo>
                      <a:pt x="14566" y="5717"/>
                      <a:pt x="14994" y="5574"/>
                      <a:pt x="15351" y="5360"/>
                    </a:cubicBezTo>
                    <a:cubicBezTo>
                      <a:pt x="15494" y="5360"/>
                      <a:pt x="15423" y="5503"/>
                      <a:pt x="15351" y="5574"/>
                    </a:cubicBezTo>
                    <a:cubicBezTo>
                      <a:pt x="15209" y="5646"/>
                      <a:pt x="15066" y="5789"/>
                      <a:pt x="14994" y="5860"/>
                    </a:cubicBezTo>
                    <a:cubicBezTo>
                      <a:pt x="14994" y="5931"/>
                      <a:pt x="14852" y="6074"/>
                      <a:pt x="14852" y="6074"/>
                    </a:cubicBezTo>
                    <a:cubicBezTo>
                      <a:pt x="14832" y="6133"/>
                      <a:pt x="14839" y="6154"/>
                      <a:pt x="14861" y="6154"/>
                    </a:cubicBezTo>
                    <a:cubicBezTo>
                      <a:pt x="14920" y="6154"/>
                      <a:pt x="15085" y="6003"/>
                      <a:pt x="15137" y="6003"/>
                    </a:cubicBezTo>
                    <a:cubicBezTo>
                      <a:pt x="15280" y="5931"/>
                      <a:pt x="15494" y="5931"/>
                      <a:pt x="15637" y="5860"/>
                    </a:cubicBezTo>
                    <a:cubicBezTo>
                      <a:pt x="15851" y="5717"/>
                      <a:pt x="15923" y="5503"/>
                      <a:pt x="15780" y="5360"/>
                    </a:cubicBezTo>
                    <a:cubicBezTo>
                      <a:pt x="15708" y="5289"/>
                      <a:pt x="15708" y="5217"/>
                      <a:pt x="15780" y="5217"/>
                    </a:cubicBezTo>
                    <a:cubicBezTo>
                      <a:pt x="15851" y="5217"/>
                      <a:pt x="15923" y="5217"/>
                      <a:pt x="15994" y="5289"/>
                    </a:cubicBezTo>
                    <a:cubicBezTo>
                      <a:pt x="16137" y="5289"/>
                      <a:pt x="16280" y="5217"/>
                      <a:pt x="16208" y="5075"/>
                    </a:cubicBezTo>
                    <a:cubicBezTo>
                      <a:pt x="16137" y="4932"/>
                      <a:pt x="16351" y="4718"/>
                      <a:pt x="16280" y="4646"/>
                    </a:cubicBezTo>
                    <a:cubicBezTo>
                      <a:pt x="16208" y="4503"/>
                      <a:pt x="15994" y="4503"/>
                      <a:pt x="15923" y="4503"/>
                    </a:cubicBezTo>
                    <a:close/>
                    <a:moveTo>
                      <a:pt x="5961" y="1727"/>
                    </a:moveTo>
                    <a:cubicBezTo>
                      <a:pt x="5395" y="1727"/>
                      <a:pt x="4808" y="1790"/>
                      <a:pt x="4284" y="1790"/>
                    </a:cubicBezTo>
                    <a:cubicBezTo>
                      <a:pt x="3927" y="1861"/>
                      <a:pt x="3570" y="1933"/>
                      <a:pt x="3284" y="2218"/>
                    </a:cubicBezTo>
                    <a:cubicBezTo>
                      <a:pt x="3160" y="2343"/>
                      <a:pt x="2987" y="2419"/>
                      <a:pt x="2822" y="2419"/>
                    </a:cubicBezTo>
                    <a:cubicBezTo>
                      <a:pt x="2704" y="2419"/>
                      <a:pt x="2589" y="2380"/>
                      <a:pt x="2499" y="2290"/>
                    </a:cubicBezTo>
                    <a:cubicBezTo>
                      <a:pt x="2415" y="2206"/>
                      <a:pt x="2332" y="2172"/>
                      <a:pt x="2248" y="2172"/>
                    </a:cubicBezTo>
                    <a:cubicBezTo>
                      <a:pt x="2189" y="2172"/>
                      <a:pt x="2130" y="2189"/>
                      <a:pt x="2071" y="2218"/>
                    </a:cubicBezTo>
                    <a:cubicBezTo>
                      <a:pt x="1214" y="2718"/>
                      <a:pt x="1714" y="4075"/>
                      <a:pt x="2428" y="4503"/>
                    </a:cubicBezTo>
                    <a:cubicBezTo>
                      <a:pt x="2642" y="4718"/>
                      <a:pt x="2713" y="5003"/>
                      <a:pt x="2927" y="5217"/>
                    </a:cubicBezTo>
                    <a:cubicBezTo>
                      <a:pt x="3213" y="5432"/>
                      <a:pt x="3642" y="5646"/>
                      <a:pt x="3999" y="5789"/>
                    </a:cubicBezTo>
                    <a:cubicBezTo>
                      <a:pt x="4641" y="6217"/>
                      <a:pt x="5427" y="6574"/>
                      <a:pt x="6212" y="6717"/>
                    </a:cubicBezTo>
                    <a:cubicBezTo>
                      <a:pt x="6426" y="6645"/>
                      <a:pt x="6640" y="6503"/>
                      <a:pt x="6926" y="6431"/>
                    </a:cubicBezTo>
                    <a:cubicBezTo>
                      <a:pt x="7140" y="6360"/>
                      <a:pt x="7354" y="6288"/>
                      <a:pt x="7569" y="6146"/>
                    </a:cubicBezTo>
                    <a:cubicBezTo>
                      <a:pt x="7997" y="5789"/>
                      <a:pt x="8568" y="5432"/>
                      <a:pt x="9211" y="5432"/>
                    </a:cubicBezTo>
                    <a:cubicBezTo>
                      <a:pt x="9568" y="5289"/>
                      <a:pt x="9425" y="4718"/>
                      <a:pt x="9496" y="4361"/>
                    </a:cubicBezTo>
                    <a:cubicBezTo>
                      <a:pt x="9496" y="4146"/>
                      <a:pt x="9639" y="3789"/>
                      <a:pt x="9425" y="3647"/>
                    </a:cubicBezTo>
                    <a:cubicBezTo>
                      <a:pt x="9274" y="3596"/>
                      <a:pt x="9122" y="3546"/>
                      <a:pt x="8971" y="3546"/>
                    </a:cubicBezTo>
                    <a:cubicBezTo>
                      <a:pt x="8908" y="3546"/>
                      <a:pt x="8845" y="3554"/>
                      <a:pt x="8782" y="3575"/>
                    </a:cubicBezTo>
                    <a:cubicBezTo>
                      <a:pt x="8640" y="3575"/>
                      <a:pt x="8497" y="3575"/>
                      <a:pt x="8425" y="3432"/>
                    </a:cubicBezTo>
                    <a:cubicBezTo>
                      <a:pt x="8283" y="3361"/>
                      <a:pt x="8211" y="3147"/>
                      <a:pt x="8354" y="3075"/>
                    </a:cubicBezTo>
                    <a:cubicBezTo>
                      <a:pt x="8568" y="3004"/>
                      <a:pt x="8640" y="2932"/>
                      <a:pt x="8568" y="2718"/>
                    </a:cubicBezTo>
                    <a:cubicBezTo>
                      <a:pt x="8425" y="2433"/>
                      <a:pt x="7854" y="2290"/>
                      <a:pt x="7497" y="2147"/>
                    </a:cubicBezTo>
                    <a:cubicBezTo>
                      <a:pt x="7283" y="2076"/>
                      <a:pt x="7069" y="1861"/>
                      <a:pt x="6783" y="1790"/>
                    </a:cubicBezTo>
                    <a:cubicBezTo>
                      <a:pt x="6521" y="1742"/>
                      <a:pt x="6244" y="1727"/>
                      <a:pt x="5961" y="1727"/>
                    </a:cubicBezTo>
                    <a:close/>
                    <a:moveTo>
                      <a:pt x="23351" y="1"/>
                    </a:moveTo>
                    <a:cubicBezTo>
                      <a:pt x="23112" y="1"/>
                      <a:pt x="22889" y="62"/>
                      <a:pt x="22706" y="219"/>
                    </a:cubicBezTo>
                    <a:cubicBezTo>
                      <a:pt x="22492" y="433"/>
                      <a:pt x="22277" y="576"/>
                      <a:pt x="21992" y="719"/>
                    </a:cubicBezTo>
                    <a:cubicBezTo>
                      <a:pt x="21761" y="835"/>
                      <a:pt x="21530" y="1044"/>
                      <a:pt x="21299" y="1044"/>
                    </a:cubicBezTo>
                    <a:cubicBezTo>
                      <a:pt x="21244" y="1044"/>
                      <a:pt x="21189" y="1032"/>
                      <a:pt x="21135" y="1005"/>
                    </a:cubicBezTo>
                    <a:cubicBezTo>
                      <a:pt x="20754" y="941"/>
                      <a:pt x="20881" y="256"/>
                      <a:pt x="20512" y="256"/>
                    </a:cubicBezTo>
                    <a:cubicBezTo>
                      <a:pt x="20466" y="256"/>
                      <a:pt x="20413" y="267"/>
                      <a:pt x="20350" y="291"/>
                    </a:cubicBezTo>
                    <a:cubicBezTo>
                      <a:pt x="19921" y="362"/>
                      <a:pt x="19564" y="505"/>
                      <a:pt x="19136" y="505"/>
                    </a:cubicBezTo>
                    <a:cubicBezTo>
                      <a:pt x="18493" y="433"/>
                      <a:pt x="17922" y="433"/>
                      <a:pt x="17279" y="362"/>
                    </a:cubicBezTo>
                    <a:cubicBezTo>
                      <a:pt x="16922" y="362"/>
                      <a:pt x="16565" y="505"/>
                      <a:pt x="16280" y="505"/>
                    </a:cubicBezTo>
                    <a:cubicBezTo>
                      <a:pt x="16065" y="505"/>
                      <a:pt x="15851" y="487"/>
                      <a:pt x="15655" y="487"/>
                    </a:cubicBezTo>
                    <a:cubicBezTo>
                      <a:pt x="15459" y="487"/>
                      <a:pt x="15280" y="505"/>
                      <a:pt x="15137" y="576"/>
                    </a:cubicBezTo>
                    <a:cubicBezTo>
                      <a:pt x="14994" y="719"/>
                      <a:pt x="14780" y="1005"/>
                      <a:pt x="14637" y="1147"/>
                    </a:cubicBezTo>
                    <a:cubicBezTo>
                      <a:pt x="14637" y="1290"/>
                      <a:pt x="14709" y="1576"/>
                      <a:pt x="14566" y="1719"/>
                    </a:cubicBezTo>
                    <a:cubicBezTo>
                      <a:pt x="14352" y="1861"/>
                      <a:pt x="14066" y="1861"/>
                      <a:pt x="13781" y="2004"/>
                    </a:cubicBezTo>
                    <a:cubicBezTo>
                      <a:pt x="13638" y="2218"/>
                      <a:pt x="13352" y="2290"/>
                      <a:pt x="13209" y="2504"/>
                    </a:cubicBezTo>
                    <a:cubicBezTo>
                      <a:pt x="13209" y="2718"/>
                      <a:pt x="13352" y="3004"/>
                      <a:pt x="13495" y="3218"/>
                    </a:cubicBezTo>
                    <a:cubicBezTo>
                      <a:pt x="13709" y="3575"/>
                      <a:pt x="13566" y="4004"/>
                      <a:pt x="13495" y="4432"/>
                    </a:cubicBezTo>
                    <a:cubicBezTo>
                      <a:pt x="13437" y="4489"/>
                      <a:pt x="13473" y="4686"/>
                      <a:pt x="13563" y="4686"/>
                    </a:cubicBezTo>
                    <a:cubicBezTo>
                      <a:pt x="13585" y="4686"/>
                      <a:pt x="13610" y="4674"/>
                      <a:pt x="13638" y="4646"/>
                    </a:cubicBezTo>
                    <a:cubicBezTo>
                      <a:pt x="13781" y="4289"/>
                      <a:pt x="13781" y="3932"/>
                      <a:pt x="14066" y="3718"/>
                    </a:cubicBezTo>
                    <a:cubicBezTo>
                      <a:pt x="14566" y="3361"/>
                      <a:pt x="14352" y="2647"/>
                      <a:pt x="14709" y="2147"/>
                    </a:cubicBezTo>
                    <a:cubicBezTo>
                      <a:pt x="14753" y="2016"/>
                      <a:pt x="14930" y="1885"/>
                      <a:pt x="15061" y="1885"/>
                    </a:cubicBezTo>
                    <a:cubicBezTo>
                      <a:pt x="15144" y="1885"/>
                      <a:pt x="15209" y="1937"/>
                      <a:pt x="15209" y="2076"/>
                    </a:cubicBezTo>
                    <a:cubicBezTo>
                      <a:pt x="15280" y="2218"/>
                      <a:pt x="15209" y="2433"/>
                      <a:pt x="15280" y="2504"/>
                    </a:cubicBezTo>
                    <a:cubicBezTo>
                      <a:pt x="15423" y="2718"/>
                      <a:pt x="15780" y="2718"/>
                      <a:pt x="15923" y="2932"/>
                    </a:cubicBezTo>
                    <a:cubicBezTo>
                      <a:pt x="16296" y="3430"/>
                      <a:pt x="16561" y="4200"/>
                      <a:pt x="17143" y="4200"/>
                    </a:cubicBezTo>
                    <a:cubicBezTo>
                      <a:pt x="17229" y="4200"/>
                      <a:pt x="17321" y="4183"/>
                      <a:pt x="17422" y="4146"/>
                    </a:cubicBezTo>
                    <a:cubicBezTo>
                      <a:pt x="17708" y="4075"/>
                      <a:pt x="17993" y="4146"/>
                      <a:pt x="18207" y="4004"/>
                    </a:cubicBezTo>
                    <a:cubicBezTo>
                      <a:pt x="18350" y="3932"/>
                      <a:pt x="18350" y="3647"/>
                      <a:pt x="18493" y="3504"/>
                    </a:cubicBezTo>
                    <a:cubicBezTo>
                      <a:pt x="18645" y="3301"/>
                      <a:pt x="19335" y="2704"/>
                      <a:pt x="19749" y="2704"/>
                    </a:cubicBezTo>
                    <a:cubicBezTo>
                      <a:pt x="19919" y="2704"/>
                      <a:pt x="20043" y="2805"/>
                      <a:pt x="20064" y="3075"/>
                    </a:cubicBezTo>
                    <a:cubicBezTo>
                      <a:pt x="19978" y="3461"/>
                      <a:pt x="20098" y="3538"/>
                      <a:pt x="20285" y="3538"/>
                    </a:cubicBezTo>
                    <a:cubicBezTo>
                      <a:pt x="20410" y="3538"/>
                      <a:pt x="20564" y="3504"/>
                      <a:pt x="20707" y="3504"/>
                    </a:cubicBezTo>
                    <a:cubicBezTo>
                      <a:pt x="21064" y="3575"/>
                      <a:pt x="21421" y="3789"/>
                      <a:pt x="21778" y="3861"/>
                    </a:cubicBezTo>
                    <a:cubicBezTo>
                      <a:pt x="22135" y="3932"/>
                      <a:pt x="22563" y="3932"/>
                      <a:pt x="22849" y="4075"/>
                    </a:cubicBezTo>
                    <a:cubicBezTo>
                      <a:pt x="22995" y="4124"/>
                      <a:pt x="23208" y="4239"/>
                      <a:pt x="23419" y="4239"/>
                    </a:cubicBezTo>
                    <a:cubicBezTo>
                      <a:pt x="23517" y="4239"/>
                      <a:pt x="23615" y="4214"/>
                      <a:pt x="23705" y="4146"/>
                    </a:cubicBezTo>
                    <a:cubicBezTo>
                      <a:pt x="23848" y="4004"/>
                      <a:pt x="23634" y="3718"/>
                      <a:pt x="23563" y="3575"/>
                    </a:cubicBezTo>
                    <a:cubicBezTo>
                      <a:pt x="23513" y="3328"/>
                      <a:pt x="23668" y="3252"/>
                      <a:pt x="23863" y="3252"/>
                    </a:cubicBezTo>
                    <a:cubicBezTo>
                      <a:pt x="23950" y="3252"/>
                      <a:pt x="24046" y="3267"/>
                      <a:pt x="24134" y="3289"/>
                    </a:cubicBezTo>
                    <a:cubicBezTo>
                      <a:pt x="24634" y="3361"/>
                      <a:pt x="25062" y="3361"/>
                      <a:pt x="25562" y="3432"/>
                    </a:cubicBezTo>
                    <a:cubicBezTo>
                      <a:pt x="25919" y="3432"/>
                      <a:pt x="26204" y="3575"/>
                      <a:pt x="26347" y="3932"/>
                    </a:cubicBezTo>
                    <a:cubicBezTo>
                      <a:pt x="26490" y="4289"/>
                      <a:pt x="26847" y="4432"/>
                      <a:pt x="27133" y="4575"/>
                    </a:cubicBezTo>
                    <a:cubicBezTo>
                      <a:pt x="27775" y="4860"/>
                      <a:pt x="28561" y="5075"/>
                      <a:pt x="29203" y="5432"/>
                    </a:cubicBezTo>
                    <a:cubicBezTo>
                      <a:pt x="29418" y="5503"/>
                      <a:pt x="29632" y="5717"/>
                      <a:pt x="29846" y="5860"/>
                    </a:cubicBezTo>
                    <a:cubicBezTo>
                      <a:pt x="29989" y="5860"/>
                      <a:pt x="30060" y="5931"/>
                      <a:pt x="30203" y="6074"/>
                    </a:cubicBezTo>
                    <a:cubicBezTo>
                      <a:pt x="30560" y="6431"/>
                      <a:pt x="31131" y="6503"/>
                      <a:pt x="31631" y="6717"/>
                    </a:cubicBezTo>
                    <a:cubicBezTo>
                      <a:pt x="31654" y="6724"/>
                      <a:pt x="31674" y="6728"/>
                      <a:pt x="31691" y="6728"/>
                    </a:cubicBezTo>
                    <a:cubicBezTo>
                      <a:pt x="31831" y="6728"/>
                      <a:pt x="31774" y="6487"/>
                      <a:pt x="31774" y="6360"/>
                    </a:cubicBezTo>
                    <a:cubicBezTo>
                      <a:pt x="31774" y="6217"/>
                      <a:pt x="31774" y="6146"/>
                      <a:pt x="31845" y="6003"/>
                    </a:cubicBezTo>
                    <a:cubicBezTo>
                      <a:pt x="31774" y="5646"/>
                      <a:pt x="32131" y="5289"/>
                      <a:pt x="31988" y="4932"/>
                    </a:cubicBezTo>
                    <a:cubicBezTo>
                      <a:pt x="31917" y="4718"/>
                      <a:pt x="31774" y="4503"/>
                      <a:pt x="31702" y="4289"/>
                    </a:cubicBezTo>
                    <a:cubicBezTo>
                      <a:pt x="31702" y="4146"/>
                      <a:pt x="31631" y="4004"/>
                      <a:pt x="31417" y="4004"/>
                    </a:cubicBezTo>
                    <a:cubicBezTo>
                      <a:pt x="31203" y="3861"/>
                      <a:pt x="30846" y="3932"/>
                      <a:pt x="30703" y="3647"/>
                    </a:cubicBezTo>
                    <a:cubicBezTo>
                      <a:pt x="30489" y="3218"/>
                      <a:pt x="30560" y="2575"/>
                      <a:pt x="30203" y="2218"/>
                    </a:cubicBezTo>
                    <a:cubicBezTo>
                      <a:pt x="29775" y="1933"/>
                      <a:pt x="29346" y="1576"/>
                      <a:pt x="28918" y="1290"/>
                    </a:cubicBezTo>
                    <a:cubicBezTo>
                      <a:pt x="28762" y="1259"/>
                      <a:pt x="28596" y="1248"/>
                      <a:pt x="28425" y="1248"/>
                    </a:cubicBezTo>
                    <a:cubicBezTo>
                      <a:pt x="28043" y="1248"/>
                      <a:pt x="27637" y="1302"/>
                      <a:pt x="27264" y="1302"/>
                    </a:cubicBezTo>
                    <a:cubicBezTo>
                      <a:pt x="27037" y="1302"/>
                      <a:pt x="26823" y="1282"/>
                      <a:pt x="26633" y="1219"/>
                    </a:cubicBezTo>
                    <a:cubicBezTo>
                      <a:pt x="26204" y="1147"/>
                      <a:pt x="25847" y="862"/>
                      <a:pt x="25419" y="719"/>
                    </a:cubicBezTo>
                    <a:cubicBezTo>
                      <a:pt x="25205" y="648"/>
                      <a:pt x="24919" y="433"/>
                      <a:pt x="24634" y="362"/>
                    </a:cubicBezTo>
                    <a:cubicBezTo>
                      <a:pt x="24227" y="181"/>
                      <a:pt x="23764" y="1"/>
                      <a:pt x="23351" y="1"/>
                    </a:cubicBezTo>
                    <a:close/>
                    <a:moveTo>
                      <a:pt x="9068" y="6360"/>
                    </a:moveTo>
                    <a:cubicBezTo>
                      <a:pt x="8925" y="6431"/>
                      <a:pt x="8782" y="6574"/>
                      <a:pt x="8782" y="6645"/>
                    </a:cubicBezTo>
                    <a:cubicBezTo>
                      <a:pt x="8711" y="6860"/>
                      <a:pt x="8854" y="6931"/>
                      <a:pt x="8997" y="7002"/>
                    </a:cubicBezTo>
                    <a:cubicBezTo>
                      <a:pt x="9139" y="7002"/>
                      <a:pt x="9211" y="7074"/>
                      <a:pt x="9354" y="7074"/>
                    </a:cubicBezTo>
                    <a:cubicBezTo>
                      <a:pt x="9425" y="7002"/>
                      <a:pt x="9425" y="7002"/>
                      <a:pt x="9425" y="6931"/>
                    </a:cubicBezTo>
                    <a:cubicBezTo>
                      <a:pt x="9496" y="6860"/>
                      <a:pt x="9496" y="6645"/>
                      <a:pt x="9496" y="6574"/>
                    </a:cubicBezTo>
                    <a:lnTo>
                      <a:pt x="9425" y="6574"/>
                    </a:lnTo>
                    <a:cubicBezTo>
                      <a:pt x="9425" y="6431"/>
                      <a:pt x="9139" y="6360"/>
                      <a:pt x="9068" y="6360"/>
                    </a:cubicBezTo>
                    <a:close/>
                    <a:moveTo>
                      <a:pt x="34059" y="7431"/>
                    </a:moveTo>
                    <a:cubicBezTo>
                      <a:pt x="34059" y="7574"/>
                      <a:pt x="34059" y="7574"/>
                      <a:pt x="34059" y="7574"/>
                    </a:cubicBezTo>
                    <a:lnTo>
                      <a:pt x="34130" y="7716"/>
                    </a:lnTo>
                    <a:cubicBezTo>
                      <a:pt x="34201" y="7788"/>
                      <a:pt x="34201" y="7788"/>
                      <a:pt x="34201" y="7788"/>
                    </a:cubicBezTo>
                    <a:cubicBezTo>
                      <a:pt x="34273" y="7859"/>
                      <a:pt x="34273" y="7859"/>
                      <a:pt x="34273" y="7859"/>
                    </a:cubicBezTo>
                    <a:cubicBezTo>
                      <a:pt x="34344" y="7788"/>
                      <a:pt x="34344" y="7788"/>
                      <a:pt x="34344" y="7788"/>
                    </a:cubicBezTo>
                    <a:cubicBezTo>
                      <a:pt x="34344" y="7645"/>
                      <a:pt x="34344" y="7645"/>
                      <a:pt x="34344" y="7645"/>
                    </a:cubicBezTo>
                    <a:cubicBezTo>
                      <a:pt x="34344" y="7574"/>
                      <a:pt x="34344" y="7574"/>
                      <a:pt x="34344" y="7574"/>
                    </a:cubicBezTo>
                    <a:lnTo>
                      <a:pt x="34273" y="7574"/>
                    </a:lnTo>
                    <a:cubicBezTo>
                      <a:pt x="34273" y="7502"/>
                      <a:pt x="34273" y="7502"/>
                      <a:pt x="34273" y="7502"/>
                    </a:cubicBezTo>
                    <a:lnTo>
                      <a:pt x="34201" y="7502"/>
                    </a:lnTo>
                    <a:cubicBezTo>
                      <a:pt x="34059" y="7431"/>
                      <a:pt x="34059" y="7431"/>
                      <a:pt x="34059" y="7431"/>
                    </a:cubicBezTo>
                    <a:close/>
                    <a:moveTo>
                      <a:pt x="35130" y="7288"/>
                    </a:moveTo>
                    <a:cubicBezTo>
                      <a:pt x="35058" y="7359"/>
                      <a:pt x="35058" y="7359"/>
                      <a:pt x="35058" y="7359"/>
                    </a:cubicBezTo>
                    <a:cubicBezTo>
                      <a:pt x="35058" y="7502"/>
                      <a:pt x="35058" y="7502"/>
                      <a:pt x="35058" y="7502"/>
                    </a:cubicBezTo>
                    <a:lnTo>
                      <a:pt x="35201" y="7788"/>
                    </a:lnTo>
                    <a:cubicBezTo>
                      <a:pt x="35273" y="7859"/>
                      <a:pt x="35273" y="7859"/>
                      <a:pt x="35273" y="7859"/>
                    </a:cubicBezTo>
                    <a:cubicBezTo>
                      <a:pt x="35415" y="7931"/>
                      <a:pt x="35415" y="7931"/>
                      <a:pt x="35415" y="7931"/>
                    </a:cubicBezTo>
                    <a:cubicBezTo>
                      <a:pt x="35487" y="8002"/>
                      <a:pt x="35487" y="8002"/>
                      <a:pt x="35487" y="8002"/>
                    </a:cubicBezTo>
                    <a:cubicBezTo>
                      <a:pt x="35558" y="7931"/>
                      <a:pt x="35558" y="7931"/>
                      <a:pt x="35558" y="7931"/>
                    </a:cubicBezTo>
                    <a:cubicBezTo>
                      <a:pt x="35558" y="7788"/>
                      <a:pt x="35558" y="7788"/>
                      <a:pt x="35558" y="7788"/>
                    </a:cubicBezTo>
                    <a:cubicBezTo>
                      <a:pt x="35487" y="7645"/>
                      <a:pt x="35487" y="7645"/>
                      <a:pt x="35487" y="7645"/>
                    </a:cubicBezTo>
                    <a:cubicBezTo>
                      <a:pt x="35415" y="7502"/>
                      <a:pt x="35415" y="7502"/>
                      <a:pt x="35415" y="7502"/>
                    </a:cubicBezTo>
                    <a:cubicBezTo>
                      <a:pt x="35344" y="7288"/>
                      <a:pt x="35344" y="7288"/>
                      <a:pt x="35344" y="7288"/>
                    </a:cubicBezTo>
                    <a:close/>
                    <a:moveTo>
                      <a:pt x="34558" y="7931"/>
                    </a:moveTo>
                    <a:cubicBezTo>
                      <a:pt x="34487" y="7931"/>
                      <a:pt x="34487" y="8073"/>
                      <a:pt x="34487" y="8145"/>
                    </a:cubicBezTo>
                    <a:lnTo>
                      <a:pt x="34558" y="8145"/>
                    </a:lnTo>
                    <a:cubicBezTo>
                      <a:pt x="34558" y="8288"/>
                      <a:pt x="34844" y="8359"/>
                      <a:pt x="34987" y="8430"/>
                    </a:cubicBezTo>
                    <a:cubicBezTo>
                      <a:pt x="34987" y="8430"/>
                      <a:pt x="35124" y="8522"/>
                      <a:pt x="35179" y="8522"/>
                    </a:cubicBezTo>
                    <a:cubicBezTo>
                      <a:pt x="35193" y="8522"/>
                      <a:pt x="35201" y="8516"/>
                      <a:pt x="35201" y="8502"/>
                    </a:cubicBezTo>
                    <a:cubicBezTo>
                      <a:pt x="35201" y="8359"/>
                      <a:pt x="34844" y="8216"/>
                      <a:pt x="34773" y="8145"/>
                    </a:cubicBezTo>
                    <a:cubicBezTo>
                      <a:pt x="34701" y="8073"/>
                      <a:pt x="34630" y="8002"/>
                      <a:pt x="34558" y="7931"/>
                    </a:cubicBezTo>
                    <a:close/>
                    <a:moveTo>
                      <a:pt x="36558" y="10215"/>
                    </a:moveTo>
                    <a:cubicBezTo>
                      <a:pt x="36629" y="10287"/>
                      <a:pt x="36629" y="10287"/>
                      <a:pt x="36629" y="10287"/>
                    </a:cubicBezTo>
                    <a:lnTo>
                      <a:pt x="36843" y="10858"/>
                    </a:lnTo>
                    <a:cubicBezTo>
                      <a:pt x="36986" y="10787"/>
                      <a:pt x="36986" y="10787"/>
                      <a:pt x="36986" y="10787"/>
                    </a:cubicBezTo>
                    <a:cubicBezTo>
                      <a:pt x="36915" y="10572"/>
                      <a:pt x="36915" y="10572"/>
                      <a:pt x="36915" y="10572"/>
                    </a:cubicBezTo>
                    <a:cubicBezTo>
                      <a:pt x="36772" y="10358"/>
                      <a:pt x="36772" y="10358"/>
                      <a:pt x="36772" y="10358"/>
                    </a:cubicBezTo>
                    <a:cubicBezTo>
                      <a:pt x="36701" y="10215"/>
                      <a:pt x="36701" y="10215"/>
                      <a:pt x="36701" y="10215"/>
                    </a:cubicBezTo>
                    <a:close/>
                    <a:moveTo>
                      <a:pt x="25062" y="10787"/>
                    </a:moveTo>
                    <a:cubicBezTo>
                      <a:pt x="25133" y="10929"/>
                      <a:pt x="25133" y="10929"/>
                      <a:pt x="25133" y="10929"/>
                    </a:cubicBezTo>
                    <a:lnTo>
                      <a:pt x="25205" y="10787"/>
                    </a:lnTo>
                    <a:close/>
                    <a:moveTo>
                      <a:pt x="26204" y="10715"/>
                    </a:moveTo>
                    <a:lnTo>
                      <a:pt x="26133" y="10787"/>
                    </a:lnTo>
                    <a:cubicBezTo>
                      <a:pt x="26133" y="10858"/>
                      <a:pt x="26133" y="10858"/>
                      <a:pt x="26133" y="10858"/>
                    </a:cubicBezTo>
                    <a:cubicBezTo>
                      <a:pt x="26062" y="10929"/>
                      <a:pt x="26062" y="10929"/>
                      <a:pt x="26062" y="10929"/>
                    </a:cubicBezTo>
                    <a:lnTo>
                      <a:pt x="25776" y="10929"/>
                    </a:lnTo>
                    <a:cubicBezTo>
                      <a:pt x="25705" y="11001"/>
                      <a:pt x="25705" y="11001"/>
                      <a:pt x="25705" y="11001"/>
                    </a:cubicBezTo>
                    <a:lnTo>
                      <a:pt x="25847" y="11001"/>
                    </a:lnTo>
                    <a:cubicBezTo>
                      <a:pt x="25919" y="11072"/>
                      <a:pt x="25919" y="11072"/>
                      <a:pt x="25919" y="11072"/>
                    </a:cubicBezTo>
                    <a:lnTo>
                      <a:pt x="26133" y="11072"/>
                    </a:lnTo>
                    <a:cubicBezTo>
                      <a:pt x="26204" y="11001"/>
                      <a:pt x="26204" y="11001"/>
                      <a:pt x="26204" y="11001"/>
                    </a:cubicBezTo>
                    <a:cubicBezTo>
                      <a:pt x="26204" y="10787"/>
                      <a:pt x="26204" y="10787"/>
                      <a:pt x="26204" y="10787"/>
                    </a:cubicBezTo>
                    <a:cubicBezTo>
                      <a:pt x="26204" y="10715"/>
                      <a:pt x="26204" y="10715"/>
                      <a:pt x="26204" y="10715"/>
                    </a:cubicBezTo>
                    <a:close/>
                    <a:moveTo>
                      <a:pt x="37343" y="11858"/>
                    </a:moveTo>
                    <a:cubicBezTo>
                      <a:pt x="37272" y="11929"/>
                      <a:pt x="37272" y="11929"/>
                      <a:pt x="37272" y="11929"/>
                    </a:cubicBezTo>
                    <a:cubicBezTo>
                      <a:pt x="37272" y="12072"/>
                      <a:pt x="37272" y="12072"/>
                      <a:pt x="37272" y="12072"/>
                    </a:cubicBezTo>
                    <a:cubicBezTo>
                      <a:pt x="37272" y="12215"/>
                      <a:pt x="37272" y="12215"/>
                      <a:pt x="37272" y="12215"/>
                    </a:cubicBezTo>
                    <a:lnTo>
                      <a:pt x="37343" y="12286"/>
                    </a:lnTo>
                    <a:lnTo>
                      <a:pt x="37415" y="12286"/>
                    </a:lnTo>
                    <a:cubicBezTo>
                      <a:pt x="37486" y="12143"/>
                      <a:pt x="37486" y="12143"/>
                      <a:pt x="37486" y="12143"/>
                    </a:cubicBezTo>
                    <a:cubicBezTo>
                      <a:pt x="37415" y="12000"/>
                      <a:pt x="37415" y="12000"/>
                      <a:pt x="37415" y="12000"/>
                    </a:cubicBezTo>
                    <a:cubicBezTo>
                      <a:pt x="37343" y="11858"/>
                      <a:pt x="37343" y="11858"/>
                      <a:pt x="37343" y="11858"/>
                    </a:cubicBezTo>
                    <a:close/>
                    <a:moveTo>
                      <a:pt x="38914" y="15713"/>
                    </a:moveTo>
                    <a:cubicBezTo>
                      <a:pt x="38843" y="15785"/>
                      <a:pt x="38843" y="15785"/>
                      <a:pt x="38843" y="15785"/>
                    </a:cubicBezTo>
                    <a:cubicBezTo>
                      <a:pt x="38771" y="15856"/>
                      <a:pt x="38771" y="15856"/>
                      <a:pt x="38771" y="15856"/>
                    </a:cubicBezTo>
                    <a:cubicBezTo>
                      <a:pt x="38700" y="16070"/>
                      <a:pt x="38700" y="16070"/>
                      <a:pt x="38700" y="16070"/>
                    </a:cubicBezTo>
                    <a:cubicBezTo>
                      <a:pt x="38771" y="16142"/>
                      <a:pt x="38771" y="16142"/>
                      <a:pt x="38771" y="16142"/>
                    </a:cubicBezTo>
                    <a:lnTo>
                      <a:pt x="38843" y="16142"/>
                    </a:lnTo>
                    <a:cubicBezTo>
                      <a:pt x="38914" y="16070"/>
                      <a:pt x="38914" y="16070"/>
                      <a:pt x="38914" y="16070"/>
                    </a:cubicBezTo>
                    <a:lnTo>
                      <a:pt x="38985" y="16070"/>
                    </a:lnTo>
                    <a:cubicBezTo>
                      <a:pt x="39057" y="15785"/>
                      <a:pt x="39057" y="15785"/>
                      <a:pt x="39057" y="15785"/>
                    </a:cubicBezTo>
                    <a:cubicBezTo>
                      <a:pt x="39057" y="15713"/>
                      <a:pt x="39057" y="15713"/>
                      <a:pt x="39057" y="15713"/>
                    </a:cubicBezTo>
                    <a:close/>
                    <a:moveTo>
                      <a:pt x="12852" y="16213"/>
                    </a:moveTo>
                    <a:cubicBezTo>
                      <a:pt x="12852" y="16285"/>
                      <a:pt x="12852" y="16285"/>
                      <a:pt x="12852" y="16285"/>
                    </a:cubicBezTo>
                    <a:lnTo>
                      <a:pt x="12924" y="16285"/>
                    </a:lnTo>
                    <a:cubicBezTo>
                      <a:pt x="12852" y="16213"/>
                      <a:pt x="12852" y="16213"/>
                      <a:pt x="12852" y="16213"/>
                    </a:cubicBezTo>
                    <a:close/>
                    <a:moveTo>
                      <a:pt x="54694" y="15856"/>
                    </a:moveTo>
                    <a:cubicBezTo>
                      <a:pt x="54694" y="15928"/>
                      <a:pt x="54694" y="15928"/>
                      <a:pt x="54694" y="15928"/>
                    </a:cubicBezTo>
                    <a:lnTo>
                      <a:pt x="54622" y="15928"/>
                    </a:lnTo>
                    <a:cubicBezTo>
                      <a:pt x="54551" y="15999"/>
                      <a:pt x="54551" y="15999"/>
                      <a:pt x="54551" y="15999"/>
                    </a:cubicBezTo>
                    <a:lnTo>
                      <a:pt x="54480" y="15999"/>
                    </a:lnTo>
                    <a:cubicBezTo>
                      <a:pt x="54408" y="16070"/>
                      <a:pt x="54408" y="16070"/>
                      <a:pt x="54408" y="16070"/>
                    </a:cubicBezTo>
                    <a:cubicBezTo>
                      <a:pt x="54408" y="16142"/>
                      <a:pt x="54408" y="16142"/>
                      <a:pt x="54408" y="16142"/>
                    </a:cubicBezTo>
                    <a:cubicBezTo>
                      <a:pt x="54480" y="16213"/>
                      <a:pt x="54480" y="16213"/>
                      <a:pt x="54480" y="16213"/>
                    </a:cubicBezTo>
                    <a:lnTo>
                      <a:pt x="54551" y="16285"/>
                    </a:lnTo>
                    <a:lnTo>
                      <a:pt x="54694" y="16285"/>
                    </a:lnTo>
                    <a:cubicBezTo>
                      <a:pt x="54694" y="16213"/>
                      <a:pt x="54694" y="16213"/>
                      <a:pt x="54694" y="16213"/>
                    </a:cubicBezTo>
                    <a:cubicBezTo>
                      <a:pt x="54837" y="15999"/>
                      <a:pt x="54837" y="15999"/>
                      <a:pt x="54837" y="15999"/>
                    </a:cubicBezTo>
                    <a:lnTo>
                      <a:pt x="54979" y="15999"/>
                    </a:lnTo>
                    <a:cubicBezTo>
                      <a:pt x="54979" y="15928"/>
                      <a:pt x="54979" y="15928"/>
                      <a:pt x="54979" y="15928"/>
                    </a:cubicBezTo>
                    <a:cubicBezTo>
                      <a:pt x="54979" y="15856"/>
                      <a:pt x="54979" y="15856"/>
                      <a:pt x="54979" y="15856"/>
                    </a:cubicBezTo>
                    <a:close/>
                    <a:moveTo>
                      <a:pt x="11353" y="16784"/>
                    </a:moveTo>
                    <a:cubicBezTo>
                      <a:pt x="11282" y="16856"/>
                      <a:pt x="11282" y="16856"/>
                      <a:pt x="11282" y="16856"/>
                    </a:cubicBezTo>
                    <a:lnTo>
                      <a:pt x="11353" y="16856"/>
                    </a:lnTo>
                    <a:lnTo>
                      <a:pt x="11353" y="16784"/>
                    </a:lnTo>
                    <a:close/>
                    <a:moveTo>
                      <a:pt x="52837" y="16784"/>
                    </a:moveTo>
                    <a:cubicBezTo>
                      <a:pt x="52837" y="16856"/>
                      <a:pt x="52837" y="16856"/>
                      <a:pt x="52837" y="16856"/>
                    </a:cubicBezTo>
                    <a:cubicBezTo>
                      <a:pt x="52837" y="16927"/>
                      <a:pt x="52837" y="16927"/>
                      <a:pt x="52837" y="16927"/>
                    </a:cubicBezTo>
                    <a:lnTo>
                      <a:pt x="52837" y="16999"/>
                    </a:lnTo>
                    <a:cubicBezTo>
                      <a:pt x="52837" y="17141"/>
                      <a:pt x="52837" y="17141"/>
                      <a:pt x="52837" y="17141"/>
                    </a:cubicBezTo>
                    <a:cubicBezTo>
                      <a:pt x="52837" y="17213"/>
                      <a:pt x="52837" y="17213"/>
                      <a:pt x="52837" y="17213"/>
                    </a:cubicBezTo>
                    <a:lnTo>
                      <a:pt x="52909" y="17213"/>
                    </a:lnTo>
                    <a:cubicBezTo>
                      <a:pt x="53052" y="16999"/>
                      <a:pt x="53052" y="16999"/>
                      <a:pt x="53052" y="16999"/>
                    </a:cubicBezTo>
                    <a:cubicBezTo>
                      <a:pt x="53052" y="16927"/>
                      <a:pt x="53052" y="16927"/>
                      <a:pt x="53052" y="16927"/>
                    </a:cubicBezTo>
                    <a:cubicBezTo>
                      <a:pt x="52980" y="16856"/>
                      <a:pt x="52980" y="16856"/>
                      <a:pt x="52980" y="16856"/>
                    </a:cubicBezTo>
                    <a:cubicBezTo>
                      <a:pt x="52909" y="16784"/>
                      <a:pt x="52909" y="16784"/>
                      <a:pt x="52909" y="16784"/>
                    </a:cubicBezTo>
                    <a:close/>
                    <a:moveTo>
                      <a:pt x="40985" y="16927"/>
                    </a:moveTo>
                    <a:cubicBezTo>
                      <a:pt x="40913" y="16999"/>
                      <a:pt x="40913" y="16999"/>
                      <a:pt x="40913" y="16999"/>
                    </a:cubicBezTo>
                    <a:cubicBezTo>
                      <a:pt x="40913" y="17070"/>
                      <a:pt x="40913" y="17070"/>
                      <a:pt x="40913" y="17070"/>
                    </a:cubicBezTo>
                    <a:cubicBezTo>
                      <a:pt x="40985" y="17213"/>
                      <a:pt x="40985" y="17213"/>
                      <a:pt x="40985" y="17213"/>
                    </a:cubicBezTo>
                    <a:cubicBezTo>
                      <a:pt x="41056" y="17284"/>
                      <a:pt x="41056" y="17284"/>
                      <a:pt x="41056" y="17284"/>
                    </a:cubicBezTo>
                    <a:lnTo>
                      <a:pt x="41270" y="17284"/>
                    </a:lnTo>
                    <a:cubicBezTo>
                      <a:pt x="41270" y="17213"/>
                      <a:pt x="41270" y="17213"/>
                      <a:pt x="41270" y="17213"/>
                    </a:cubicBezTo>
                    <a:cubicBezTo>
                      <a:pt x="41342" y="17141"/>
                      <a:pt x="41342" y="17141"/>
                      <a:pt x="41342" y="17141"/>
                    </a:cubicBezTo>
                    <a:cubicBezTo>
                      <a:pt x="41342" y="17070"/>
                      <a:pt x="41342" y="17070"/>
                      <a:pt x="41342" y="17070"/>
                    </a:cubicBezTo>
                    <a:cubicBezTo>
                      <a:pt x="41199" y="17141"/>
                      <a:pt x="41199" y="17141"/>
                      <a:pt x="41199" y="17141"/>
                    </a:cubicBezTo>
                    <a:lnTo>
                      <a:pt x="41127" y="17070"/>
                    </a:lnTo>
                    <a:cubicBezTo>
                      <a:pt x="40985" y="16927"/>
                      <a:pt x="40985" y="16927"/>
                      <a:pt x="40985" y="16927"/>
                    </a:cubicBezTo>
                    <a:close/>
                    <a:moveTo>
                      <a:pt x="53194" y="17213"/>
                    </a:moveTo>
                    <a:cubicBezTo>
                      <a:pt x="53194" y="17284"/>
                      <a:pt x="53194" y="17284"/>
                      <a:pt x="53194" y="17284"/>
                    </a:cubicBezTo>
                    <a:lnTo>
                      <a:pt x="53123" y="17284"/>
                    </a:lnTo>
                    <a:cubicBezTo>
                      <a:pt x="53052" y="17427"/>
                      <a:pt x="53052" y="17427"/>
                      <a:pt x="53052" y="17427"/>
                    </a:cubicBezTo>
                    <a:cubicBezTo>
                      <a:pt x="52980" y="17498"/>
                      <a:pt x="52980" y="17498"/>
                      <a:pt x="52980" y="17498"/>
                    </a:cubicBezTo>
                    <a:cubicBezTo>
                      <a:pt x="52909" y="17570"/>
                      <a:pt x="52909" y="17570"/>
                      <a:pt x="52909" y="17570"/>
                    </a:cubicBezTo>
                    <a:lnTo>
                      <a:pt x="52837" y="17570"/>
                    </a:lnTo>
                    <a:cubicBezTo>
                      <a:pt x="52837" y="17641"/>
                      <a:pt x="52837" y="17641"/>
                      <a:pt x="52837" y="17641"/>
                    </a:cubicBezTo>
                    <a:lnTo>
                      <a:pt x="52909" y="17713"/>
                    </a:lnTo>
                    <a:lnTo>
                      <a:pt x="52980" y="17713"/>
                    </a:lnTo>
                    <a:cubicBezTo>
                      <a:pt x="52980" y="17784"/>
                      <a:pt x="52980" y="17784"/>
                      <a:pt x="52980" y="17784"/>
                    </a:cubicBezTo>
                    <a:cubicBezTo>
                      <a:pt x="53052" y="17713"/>
                      <a:pt x="53052" y="17713"/>
                      <a:pt x="53052" y="17713"/>
                    </a:cubicBezTo>
                    <a:cubicBezTo>
                      <a:pt x="53123" y="17641"/>
                      <a:pt x="53123" y="17641"/>
                      <a:pt x="53123" y="17641"/>
                    </a:cubicBezTo>
                    <a:cubicBezTo>
                      <a:pt x="53409" y="17427"/>
                      <a:pt x="53409" y="17427"/>
                      <a:pt x="53409" y="17427"/>
                    </a:cubicBezTo>
                    <a:cubicBezTo>
                      <a:pt x="53409" y="17356"/>
                      <a:pt x="53409" y="17356"/>
                      <a:pt x="53409" y="17356"/>
                    </a:cubicBezTo>
                    <a:cubicBezTo>
                      <a:pt x="53409" y="17284"/>
                      <a:pt x="53409" y="17284"/>
                      <a:pt x="53409" y="17284"/>
                    </a:cubicBezTo>
                    <a:cubicBezTo>
                      <a:pt x="53266" y="17213"/>
                      <a:pt x="53266" y="17213"/>
                      <a:pt x="53266" y="17213"/>
                    </a:cubicBezTo>
                    <a:close/>
                    <a:moveTo>
                      <a:pt x="43841" y="16999"/>
                    </a:moveTo>
                    <a:cubicBezTo>
                      <a:pt x="43627" y="17141"/>
                      <a:pt x="43555" y="17498"/>
                      <a:pt x="43627" y="17713"/>
                    </a:cubicBezTo>
                    <a:cubicBezTo>
                      <a:pt x="43627" y="17784"/>
                      <a:pt x="43698" y="17927"/>
                      <a:pt x="43698" y="17998"/>
                    </a:cubicBezTo>
                    <a:cubicBezTo>
                      <a:pt x="43769" y="17998"/>
                      <a:pt x="43841" y="17998"/>
                      <a:pt x="43841" y="17927"/>
                    </a:cubicBezTo>
                    <a:cubicBezTo>
                      <a:pt x="43841" y="17927"/>
                      <a:pt x="43841" y="17855"/>
                      <a:pt x="43841" y="17855"/>
                    </a:cubicBezTo>
                    <a:cubicBezTo>
                      <a:pt x="43841" y="17913"/>
                      <a:pt x="43934" y="18018"/>
                      <a:pt x="43970" y="18018"/>
                    </a:cubicBezTo>
                    <a:cubicBezTo>
                      <a:pt x="43978" y="18018"/>
                      <a:pt x="43984" y="18012"/>
                      <a:pt x="43984" y="17998"/>
                    </a:cubicBezTo>
                    <a:cubicBezTo>
                      <a:pt x="44055" y="17927"/>
                      <a:pt x="43984" y="17784"/>
                      <a:pt x="43984" y="17784"/>
                    </a:cubicBezTo>
                    <a:lnTo>
                      <a:pt x="43912" y="17713"/>
                    </a:lnTo>
                    <a:cubicBezTo>
                      <a:pt x="43912" y="17570"/>
                      <a:pt x="43984" y="17427"/>
                      <a:pt x="43984" y="17284"/>
                    </a:cubicBezTo>
                    <a:cubicBezTo>
                      <a:pt x="44034" y="17234"/>
                      <a:pt x="44049" y="17183"/>
                      <a:pt x="44003" y="17183"/>
                    </a:cubicBezTo>
                    <a:cubicBezTo>
                      <a:pt x="43984" y="17183"/>
                      <a:pt x="43954" y="17192"/>
                      <a:pt x="43912" y="17213"/>
                    </a:cubicBezTo>
                    <a:lnTo>
                      <a:pt x="43841" y="17213"/>
                    </a:lnTo>
                    <a:cubicBezTo>
                      <a:pt x="43912" y="17141"/>
                      <a:pt x="43912" y="16999"/>
                      <a:pt x="43841" y="16999"/>
                    </a:cubicBezTo>
                    <a:close/>
                    <a:moveTo>
                      <a:pt x="56193" y="18284"/>
                    </a:moveTo>
                    <a:cubicBezTo>
                      <a:pt x="56193" y="18355"/>
                      <a:pt x="56193" y="18355"/>
                      <a:pt x="56193" y="18355"/>
                    </a:cubicBezTo>
                    <a:cubicBezTo>
                      <a:pt x="56122" y="18427"/>
                      <a:pt x="56122" y="18427"/>
                      <a:pt x="56122" y="18427"/>
                    </a:cubicBezTo>
                    <a:cubicBezTo>
                      <a:pt x="56193" y="18498"/>
                      <a:pt x="56193" y="18498"/>
                      <a:pt x="56193" y="18498"/>
                    </a:cubicBezTo>
                    <a:lnTo>
                      <a:pt x="56265" y="18498"/>
                    </a:lnTo>
                    <a:cubicBezTo>
                      <a:pt x="56265" y="18427"/>
                      <a:pt x="56265" y="18427"/>
                      <a:pt x="56265" y="18427"/>
                    </a:cubicBezTo>
                    <a:lnTo>
                      <a:pt x="56336" y="18427"/>
                    </a:lnTo>
                    <a:cubicBezTo>
                      <a:pt x="56336" y="18355"/>
                      <a:pt x="56336" y="18355"/>
                      <a:pt x="56336" y="18355"/>
                    </a:cubicBezTo>
                    <a:lnTo>
                      <a:pt x="56265" y="18355"/>
                    </a:lnTo>
                    <a:cubicBezTo>
                      <a:pt x="56193" y="18284"/>
                      <a:pt x="56193" y="18284"/>
                      <a:pt x="56193" y="18284"/>
                    </a:cubicBezTo>
                    <a:close/>
                    <a:moveTo>
                      <a:pt x="40056" y="18212"/>
                    </a:moveTo>
                    <a:cubicBezTo>
                      <a:pt x="40056" y="18284"/>
                      <a:pt x="40056" y="18284"/>
                      <a:pt x="40056" y="18284"/>
                    </a:cubicBezTo>
                    <a:lnTo>
                      <a:pt x="39985" y="18284"/>
                    </a:lnTo>
                    <a:cubicBezTo>
                      <a:pt x="39985" y="18427"/>
                      <a:pt x="39985" y="18427"/>
                      <a:pt x="39985" y="18427"/>
                    </a:cubicBezTo>
                    <a:cubicBezTo>
                      <a:pt x="39985" y="18498"/>
                      <a:pt x="39985" y="18498"/>
                      <a:pt x="39985" y="18498"/>
                    </a:cubicBezTo>
                    <a:lnTo>
                      <a:pt x="40056" y="18498"/>
                    </a:lnTo>
                    <a:cubicBezTo>
                      <a:pt x="40056" y="18569"/>
                      <a:pt x="40056" y="18569"/>
                      <a:pt x="40056" y="18569"/>
                    </a:cubicBezTo>
                    <a:cubicBezTo>
                      <a:pt x="40128" y="18498"/>
                      <a:pt x="40128" y="18498"/>
                      <a:pt x="40128" y="18498"/>
                    </a:cubicBezTo>
                    <a:cubicBezTo>
                      <a:pt x="40199" y="18427"/>
                      <a:pt x="40199" y="18427"/>
                      <a:pt x="40199" y="18427"/>
                    </a:cubicBezTo>
                    <a:cubicBezTo>
                      <a:pt x="40199" y="18355"/>
                      <a:pt x="40199" y="18355"/>
                      <a:pt x="40199" y="18355"/>
                    </a:cubicBezTo>
                    <a:cubicBezTo>
                      <a:pt x="40128" y="18284"/>
                      <a:pt x="40128" y="18284"/>
                      <a:pt x="40128" y="18284"/>
                    </a:cubicBezTo>
                    <a:lnTo>
                      <a:pt x="40199" y="18212"/>
                    </a:lnTo>
                    <a:close/>
                    <a:moveTo>
                      <a:pt x="52552" y="18427"/>
                    </a:moveTo>
                    <a:cubicBezTo>
                      <a:pt x="52409" y="18498"/>
                      <a:pt x="52409" y="18641"/>
                      <a:pt x="52480" y="18784"/>
                    </a:cubicBezTo>
                    <a:cubicBezTo>
                      <a:pt x="52480" y="18872"/>
                      <a:pt x="52562" y="18933"/>
                      <a:pt x="52642" y="18933"/>
                    </a:cubicBezTo>
                    <a:cubicBezTo>
                      <a:pt x="52691" y="18933"/>
                      <a:pt x="52739" y="18910"/>
                      <a:pt x="52766" y="18855"/>
                    </a:cubicBezTo>
                    <a:cubicBezTo>
                      <a:pt x="52837" y="18712"/>
                      <a:pt x="52837" y="18641"/>
                      <a:pt x="52837" y="18569"/>
                    </a:cubicBezTo>
                    <a:cubicBezTo>
                      <a:pt x="52837" y="18569"/>
                      <a:pt x="52766" y="18427"/>
                      <a:pt x="52695" y="18427"/>
                    </a:cubicBezTo>
                    <a:close/>
                    <a:moveTo>
                      <a:pt x="43291" y="17478"/>
                    </a:moveTo>
                    <a:cubicBezTo>
                      <a:pt x="43215" y="17478"/>
                      <a:pt x="43112" y="17570"/>
                      <a:pt x="43055" y="17570"/>
                    </a:cubicBezTo>
                    <a:cubicBezTo>
                      <a:pt x="42984" y="17570"/>
                      <a:pt x="42841" y="17498"/>
                      <a:pt x="42841" y="17498"/>
                    </a:cubicBezTo>
                    <a:lnTo>
                      <a:pt x="42841" y="17498"/>
                    </a:lnTo>
                    <a:cubicBezTo>
                      <a:pt x="42841" y="17570"/>
                      <a:pt x="42912" y="17641"/>
                      <a:pt x="42912" y="17784"/>
                    </a:cubicBezTo>
                    <a:cubicBezTo>
                      <a:pt x="42984" y="17855"/>
                      <a:pt x="42984" y="17927"/>
                      <a:pt x="43055" y="17998"/>
                    </a:cubicBezTo>
                    <a:cubicBezTo>
                      <a:pt x="43055" y="17998"/>
                      <a:pt x="43055" y="18070"/>
                      <a:pt x="43127" y="18141"/>
                    </a:cubicBezTo>
                    <a:cubicBezTo>
                      <a:pt x="43198" y="18212"/>
                      <a:pt x="43198" y="18284"/>
                      <a:pt x="43198" y="18355"/>
                    </a:cubicBezTo>
                    <a:cubicBezTo>
                      <a:pt x="43127" y="18569"/>
                      <a:pt x="43127" y="18641"/>
                      <a:pt x="43127" y="18926"/>
                    </a:cubicBezTo>
                    <a:cubicBezTo>
                      <a:pt x="43055" y="19069"/>
                      <a:pt x="43127" y="19283"/>
                      <a:pt x="43127" y="19426"/>
                    </a:cubicBezTo>
                    <a:cubicBezTo>
                      <a:pt x="43205" y="19505"/>
                      <a:pt x="43262" y="19561"/>
                      <a:pt x="43309" y="19561"/>
                    </a:cubicBezTo>
                    <a:cubicBezTo>
                      <a:pt x="43348" y="19561"/>
                      <a:pt x="43380" y="19523"/>
                      <a:pt x="43412" y="19426"/>
                    </a:cubicBezTo>
                    <a:cubicBezTo>
                      <a:pt x="43484" y="19426"/>
                      <a:pt x="43484" y="19640"/>
                      <a:pt x="43627" y="19640"/>
                    </a:cubicBezTo>
                    <a:cubicBezTo>
                      <a:pt x="43637" y="19643"/>
                      <a:pt x="43648" y="19644"/>
                      <a:pt x="43658" y="19644"/>
                    </a:cubicBezTo>
                    <a:cubicBezTo>
                      <a:pt x="43933" y="19644"/>
                      <a:pt x="44190" y="18778"/>
                      <a:pt x="43984" y="18641"/>
                    </a:cubicBezTo>
                    <a:cubicBezTo>
                      <a:pt x="43841" y="18569"/>
                      <a:pt x="43841" y="18355"/>
                      <a:pt x="43769" y="18284"/>
                    </a:cubicBezTo>
                    <a:cubicBezTo>
                      <a:pt x="43769" y="18212"/>
                      <a:pt x="43698" y="18212"/>
                      <a:pt x="43698" y="18141"/>
                    </a:cubicBezTo>
                    <a:cubicBezTo>
                      <a:pt x="43627" y="17998"/>
                      <a:pt x="43627" y="17855"/>
                      <a:pt x="43484" y="17784"/>
                    </a:cubicBezTo>
                    <a:cubicBezTo>
                      <a:pt x="43412" y="17784"/>
                      <a:pt x="43270" y="17784"/>
                      <a:pt x="43341" y="17713"/>
                    </a:cubicBezTo>
                    <a:cubicBezTo>
                      <a:pt x="43341" y="17641"/>
                      <a:pt x="43341" y="17498"/>
                      <a:pt x="43341" y="17498"/>
                    </a:cubicBezTo>
                    <a:cubicBezTo>
                      <a:pt x="43327" y="17484"/>
                      <a:pt x="43309" y="17478"/>
                      <a:pt x="43291" y="17478"/>
                    </a:cubicBezTo>
                    <a:close/>
                    <a:moveTo>
                      <a:pt x="46075" y="15541"/>
                    </a:moveTo>
                    <a:cubicBezTo>
                      <a:pt x="46037" y="15541"/>
                      <a:pt x="46004" y="15550"/>
                      <a:pt x="45983" y="15571"/>
                    </a:cubicBezTo>
                    <a:cubicBezTo>
                      <a:pt x="45840" y="15713"/>
                      <a:pt x="45840" y="15928"/>
                      <a:pt x="45769" y="16070"/>
                    </a:cubicBezTo>
                    <a:cubicBezTo>
                      <a:pt x="45483" y="16570"/>
                      <a:pt x="45340" y="17141"/>
                      <a:pt x="45269" y="17641"/>
                    </a:cubicBezTo>
                    <a:cubicBezTo>
                      <a:pt x="45197" y="17713"/>
                      <a:pt x="45055" y="17784"/>
                      <a:pt x="44983" y="17784"/>
                    </a:cubicBezTo>
                    <a:cubicBezTo>
                      <a:pt x="44698" y="17927"/>
                      <a:pt x="44769" y="18355"/>
                      <a:pt x="44698" y="18569"/>
                    </a:cubicBezTo>
                    <a:cubicBezTo>
                      <a:pt x="44483" y="18926"/>
                      <a:pt x="44412" y="19283"/>
                      <a:pt x="44269" y="19712"/>
                    </a:cubicBezTo>
                    <a:cubicBezTo>
                      <a:pt x="44198" y="19783"/>
                      <a:pt x="44198" y="19855"/>
                      <a:pt x="44198" y="19926"/>
                    </a:cubicBezTo>
                    <a:cubicBezTo>
                      <a:pt x="44207" y="19931"/>
                      <a:pt x="44217" y="19933"/>
                      <a:pt x="44228" y="19933"/>
                    </a:cubicBezTo>
                    <a:cubicBezTo>
                      <a:pt x="44377" y="19933"/>
                      <a:pt x="44636" y="19484"/>
                      <a:pt x="44769" y="19283"/>
                    </a:cubicBezTo>
                    <a:cubicBezTo>
                      <a:pt x="44840" y="19283"/>
                      <a:pt x="44840" y="19212"/>
                      <a:pt x="44912" y="19141"/>
                    </a:cubicBezTo>
                    <a:cubicBezTo>
                      <a:pt x="44912" y="18926"/>
                      <a:pt x="44840" y="18712"/>
                      <a:pt x="44912" y="18498"/>
                    </a:cubicBezTo>
                    <a:cubicBezTo>
                      <a:pt x="45055" y="18284"/>
                      <a:pt x="45269" y="17998"/>
                      <a:pt x="45412" y="17855"/>
                    </a:cubicBezTo>
                    <a:cubicBezTo>
                      <a:pt x="45554" y="17713"/>
                      <a:pt x="45769" y="17641"/>
                      <a:pt x="45840" y="17498"/>
                    </a:cubicBezTo>
                    <a:cubicBezTo>
                      <a:pt x="46197" y="16999"/>
                      <a:pt x="46054" y="16356"/>
                      <a:pt x="46340" y="15928"/>
                    </a:cubicBezTo>
                    <a:cubicBezTo>
                      <a:pt x="46411" y="15856"/>
                      <a:pt x="46340" y="15713"/>
                      <a:pt x="46340" y="15642"/>
                    </a:cubicBezTo>
                    <a:cubicBezTo>
                      <a:pt x="46289" y="15591"/>
                      <a:pt x="46167" y="15541"/>
                      <a:pt x="46075" y="15541"/>
                    </a:cubicBezTo>
                    <a:close/>
                    <a:moveTo>
                      <a:pt x="26561" y="21854"/>
                    </a:moveTo>
                    <a:cubicBezTo>
                      <a:pt x="26561" y="21925"/>
                      <a:pt x="26561" y="21925"/>
                      <a:pt x="26561" y="21925"/>
                    </a:cubicBezTo>
                    <a:cubicBezTo>
                      <a:pt x="26561" y="21997"/>
                      <a:pt x="26561" y="21997"/>
                      <a:pt x="26561" y="21997"/>
                    </a:cubicBezTo>
                    <a:lnTo>
                      <a:pt x="26704" y="21997"/>
                    </a:lnTo>
                    <a:cubicBezTo>
                      <a:pt x="26704" y="21925"/>
                      <a:pt x="26704" y="21925"/>
                      <a:pt x="26704" y="21925"/>
                    </a:cubicBezTo>
                    <a:cubicBezTo>
                      <a:pt x="26561" y="21854"/>
                      <a:pt x="26561" y="21854"/>
                      <a:pt x="26561" y="21854"/>
                    </a:cubicBezTo>
                    <a:close/>
                    <a:moveTo>
                      <a:pt x="55051" y="16356"/>
                    </a:moveTo>
                    <a:cubicBezTo>
                      <a:pt x="54908" y="16356"/>
                      <a:pt x="54694" y="16356"/>
                      <a:pt x="54551" y="16427"/>
                    </a:cubicBezTo>
                    <a:cubicBezTo>
                      <a:pt x="54408" y="16570"/>
                      <a:pt x="54551" y="16999"/>
                      <a:pt x="54408" y="17070"/>
                    </a:cubicBezTo>
                    <a:cubicBezTo>
                      <a:pt x="54337" y="17141"/>
                      <a:pt x="54194" y="17070"/>
                      <a:pt x="54123" y="17213"/>
                    </a:cubicBezTo>
                    <a:cubicBezTo>
                      <a:pt x="53980" y="17427"/>
                      <a:pt x="53837" y="17784"/>
                      <a:pt x="53623" y="17998"/>
                    </a:cubicBezTo>
                    <a:cubicBezTo>
                      <a:pt x="53539" y="18082"/>
                      <a:pt x="53431" y="18116"/>
                      <a:pt x="53327" y="18116"/>
                    </a:cubicBezTo>
                    <a:cubicBezTo>
                      <a:pt x="53254" y="18116"/>
                      <a:pt x="53182" y="18099"/>
                      <a:pt x="53123" y="18070"/>
                    </a:cubicBezTo>
                    <a:cubicBezTo>
                      <a:pt x="53064" y="18040"/>
                      <a:pt x="52992" y="18023"/>
                      <a:pt x="52924" y="18023"/>
                    </a:cubicBezTo>
                    <a:cubicBezTo>
                      <a:pt x="52827" y="18023"/>
                      <a:pt x="52736" y="18057"/>
                      <a:pt x="52695" y="18141"/>
                    </a:cubicBezTo>
                    <a:cubicBezTo>
                      <a:pt x="52623" y="18355"/>
                      <a:pt x="52909" y="18427"/>
                      <a:pt x="53123" y="18498"/>
                    </a:cubicBezTo>
                    <a:cubicBezTo>
                      <a:pt x="53194" y="18569"/>
                      <a:pt x="53266" y="18641"/>
                      <a:pt x="53409" y="18641"/>
                    </a:cubicBezTo>
                    <a:cubicBezTo>
                      <a:pt x="53623" y="18712"/>
                      <a:pt x="53623" y="18784"/>
                      <a:pt x="53551" y="18998"/>
                    </a:cubicBezTo>
                    <a:cubicBezTo>
                      <a:pt x="53409" y="19141"/>
                      <a:pt x="53194" y="19355"/>
                      <a:pt x="53194" y="19569"/>
                    </a:cubicBezTo>
                    <a:cubicBezTo>
                      <a:pt x="53194" y="19640"/>
                      <a:pt x="53266" y="19712"/>
                      <a:pt x="53266" y="19855"/>
                    </a:cubicBezTo>
                    <a:cubicBezTo>
                      <a:pt x="53266" y="19926"/>
                      <a:pt x="53266" y="19997"/>
                      <a:pt x="53266" y="20069"/>
                    </a:cubicBezTo>
                    <a:cubicBezTo>
                      <a:pt x="53266" y="20140"/>
                      <a:pt x="53480" y="20140"/>
                      <a:pt x="53480" y="20212"/>
                    </a:cubicBezTo>
                    <a:cubicBezTo>
                      <a:pt x="53480" y="20212"/>
                      <a:pt x="53409" y="20283"/>
                      <a:pt x="53409" y="20283"/>
                    </a:cubicBezTo>
                    <a:cubicBezTo>
                      <a:pt x="52942" y="20400"/>
                      <a:pt x="53047" y="20803"/>
                      <a:pt x="53218" y="21102"/>
                    </a:cubicBezTo>
                    <a:lnTo>
                      <a:pt x="53218" y="21102"/>
                    </a:lnTo>
                    <a:cubicBezTo>
                      <a:pt x="53118" y="21035"/>
                      <a:pt x="53023" y="20984"/>
                      <a:pt x="52980" y="20854"/>
                    </a:cubicBezTo>
                    <a:cubicBezTo>
                      <a:pt x="52766" y="20711"/>
                      <a:pt x="52980" y="20569"/>
                      <a:pt x="53052" y="20354"/>
                    </a:cubicBezTo>
                    <a:lnTo>
                      <a:pt x="52909" y="20354"/>
                    </a:lnTo>
                    <a:cubicBezTo>
                      <a:pt x="52837" y="20283"/>
                      <a:pt x="52837" y="20212"/>
                      <a:pt x="52766" y="20140"/>
                    </a:cubicBezTo>
                    <a:cubicBezTo>
                      <a:pt x="52750" y="20093"/>
                      <a:pt x="52724" y="20077"/>
                      <a:pt x="52692" y="20077"/>
                    </a:cubicBezTo>
                    <a:cubicBezTo>
                      <a:pt x="52625" y="20077"/>
                      <a:pt x="52534" y="20146"/>
                      <a:pt x="52458" y="20146"/>
                    </a:cubicBezTo>
                    <a:cubicBezTo>
                      <a:pt x="52405" y="20146"/>
                      <a:pt x="52360" y="20112"/>
                      <a:pt x="52338" y="19997"/>
                    </a:cubicBezTo>
                    <a:cubicBezTo>
                      <a:pt x="52052" y="20069"/>
                      <a:pt x="52052" y="20711"/>
                      <a:pt x="52266" y="20926"/>
                    </a:cubicBezTo>
                    <a:cubicBezTo>
                      <a:pt x="52266" y="20926"/>
                      <a:pt x="52409" y="20854"/>
                      <a:pt x="52480" y="20854"/>
                    </a:cubicBezTo>
                    <a:cubicBezTo>
                      <a:pt x="52552" y="20854"/>
                      <a:pt x="52552" y="20926"/>
                      <a:pt x="52480" y="20997"/>
                    </a:cubicBezTo>
                    <a:cubicBezTo>
                      <a:pt x="52385" y="21187"/>
                      <a:pt x="52417" y="21219"/>
                      <a:pt x="52491" y="21219"/>
                    </a:cubicBezTo>
                    <a:cubicBezTo>
                      <a:pt x="52528" y="21219"/>
                      <a:pt x="52576" y="21211"/>
                      <a:pt x="52623" y="21211"/>
                    </a:cubicBezTo>
                    <a:cubicBezTo>
                      <a:pt x="52837" y="21283"/>
                      <a:pt x="52980" y="21640"/>
                      <a:pt x="53194" y="21711"/>
                    </a:cubicBezTo>
                    <a:cubicBezTo>
                      <a:pt x="53266" y="21782"/>
                      <a:pt x="53337" y="21782"/>
                      <a:pt x="53409" y="21854"/>
                    </a:cubicBezTo>
                    <a:cubicBezTo>
                      <a:pt x="53480" y="21925"/>
                      <a:pt x="53480" y="22068"/>
                      <a:pt x="53551" y="22068"/>
                    </a:cubicBezTo>
                    <a:cubicBezTo>
                      <a:pt x="53694" y="21997"/>
                      <a:pt x="53766" y="21854"/>
                      <a:pt x="53908" y="21782"/>
                    </a:cubicBezTo>
                    <a:cubicBezTo>
                      <a:pt x="53980" y="21782"/>
                      <a:pt x="54051" y="21711"/>
                      <a:pt x="53980" y="21711"/>
                    </a:cubicBezTo>
                    <a:cubicBezTo>
                      <a:pt x="53980" y="21640"/>
                      <a:pt x="53837" y="21640"/>
                      <a:pt x="53766" y="21568"/>
                    </a:cubicBezTo>
                    <a:cubicBezTo>
                      <a:pt x="53588" y="21509"/>
                      <a:pt x="53508" y="21450"/>
                      <a:pt x="53446" y="21350"/>
                    </a:cubicBezTo>
                    <a:lnTo>
                      <a:pt x="53446" y="21350"/>
                    </a:lnTo>
                    <a:cubicBezTo>
                      <a:pt x="53869" y="21593"/>
                      <a:pt x="54443" y="21746"/>
                      <a:pt x="54837" y="22139"/>
                    </a:cubicBezTo>
                    <a:cubicBezTo>
                      <a:pt x="54942" y="22205"/>
                      <a:pt x="55053" y="22235"/>
                      <a:pt x="55163" y="22235"/>
                    </a:cubicBezTo>
                    <a:cubicBezTo>
                      <a:pt x="55647" y="22235"/>
                      <a:pt x="56122" y="21664"/>
                      <a:pt x="56122" y="21140"/>
                    </a:cubicBezTo>
                    <a:cubicBezTo>
                      <a:pt x="56122" y="21068"/>
                      <a:pt x="55908" y="21068"/>
                      <a:pt x="55908" y="21068"/>
                    </a:cubicBezTo>
                    <a:cubicBezTo>
                      <a:pt x="55908" y="20997"/>
                      <a:pt x="56050" y="20926"/>
                      <a:pt x="56122" y="20854"/>
                    </a:cubicBezTo>
                    <a:cubicBezTo>
                      <a:pt x="56479" y="20497"/>
                      <a:pt x="55836" y="20069"/>
                      <a:pt x="55622" y="19855"/>
                    </a:cubicBezTo>
                    <a:cubicBezTo>
                      <a:pt x="55551" y="19783"/>
                      <a:pt x="55408" y="19712"/>
                      <a:pt x="55336" y="19640"/>
                    </a:cubicBezTo>
                    <a:cubicBezTo>
                      <a:pt x="55366" y="19611"/>
                      <a:pt x="55404" y="19600"/>
                      <a:pt x="55447" y="19600"/>
                    </a:cubicBezTo>
                    <a:cubicBezTo>
                      <a:pt x="55590" y="19600"/>
                      <a:pt x="55784" y="19723"/>
                      <a:pt x="55873" y="19723"/>
                    </a:cubicBezTo>
                    <a:cubicBezTo>
                      <a:pt x="55888" y="19723"/>
                      <a:pt x="55899" y="19720"/>
                      <a:pt x="55908" y="19712"/>
                    </a:cubicBezTo>
                    <a:cubicBezTo>
                      <a:pt x="55979" y="19640"/>
                      <a:pt x="55836" y="19426"/>
                      <a:pt x="55979" y="19426"/>
                    </a:cubicBezTo>
                    <a:cubicBezTo>
                      <a:pt x="56265" y="19283"/>
                      <a:pt x="56122" y="19141"/>
                      <a:pt x="55979" y="18926"/>
                    </a:cubicBezTo>
                    <a:cubicBezTo>
                      <a:pt x="55979" y="18855"/>
                      <a:pt x="55979" y="18784"/>
                      <a:pt x="55979" y="18712"/>
                    </a:cubicBezTo>
                    <a:cubicBezTo>
                      <a:pt x="56050" y="18569"/>
                      <a:pt x="55979" y="18427"/>
                      <a:pt x="55979" y="18355"/>
                    </a:cubicBezTo>
                    <a:cubicBezTo>
                      <a:pt x="55979" y="18141"/>
                      <a:pt x="56122" y="17927"/>
                      <a:pt x="56050" y="17713"/>
                    </a:cubicBezTo>
                    <a:cubicBezTo>
                      <a:pt x="55979" y="17498"/>
                      <a:pt x="55765" y="17427"/>
                      <a:pt x="55622" y="17356"/>
                    </a:cubicBezTo>
                    <a:cubicBezTo>
                      <a:pt x="55551" y="17284"/>
                      <a:pt x="55622" y="17213"/>
                      <a:pt x="55622" y="17141"/>
                    </a:cubicBezTo>
                    <a:cubicBezTo>
                      <a:pt x="55693" y="17141"/>
                      <a:pt x="55693" y="17070"/>
                      <a:pt x="55693" y="16999"/>
                    </a:cubicBezTo>
                    <a:cubicBezTo>
                      <a:pt x="55551" y="16713"/>
                      <a:pt x="55336" y="16427"/>
                      <a:pt x="55051" y="16356"/>
                    </a:cubicBezTo>
                    <a:close/>
                    <a:moveTo>
                      <a:pt x="55836" y="22282"/>
                    </a:moveTo>
                    <a:cubicBezTo>
                      <a:pt x="55836" y="22354"/>
                      <a:pt x="55836" y="22354"/>
                      <a:pt x="55836" y="22354"/>
                    </a:cubicBezTo>
                    <a:cubicBezTo>
                      <a:pt x="55836" y="22568"/>
                      <a:pt x="55836" y="22568"/>
                      <a:pt x="55836" y="22568"/>
                    </a:cubicBezTo>
                    <a:cubicBezTo>
                      <a:pt x="55836" y="22639"/>
                      <a:pt x="55836" y="22639"/>
                      <a:pt x="55836" y="22639"/>
                    </a:cubicBezTo>
                    <a:lnTo>
                      <a:pt x="55908" y="22639"/>
                    </a:lnTo>
                    <a:lnTo>
                      <a:pt x="55979" y="22568"/>
                    </a:lnTo>
                    <a:cubicBezTo>
                      <a:pt x="55979" y="22282"/>
                      <a:pt x="55979" y="22282"/>
                      <a:pt x="55979" y="22282"/>
                    </a:cubicBezTo>
                    <a:close/>
                    <a:moveTo>
                      <a:pt x="56729" y="21729"/>
                    </a:moveTo>
                    <a:cubicBezTo>
                      <a:pt x="56693" y="21729"/>
                      <a:pt x="56657" y="21747"/>
                      <a:pt x="56622" y="21782"/>
                    </a:cubicBezTo>
                    <a:cubicBezTo>
                      <a:pt x="56550" y="21854"/>
                      <a:pt x="56550" y="21925"/>
                      <a:pt x="56550" y="22068"/>
                    </a:cubicBezTo>
                    <a:cubicBezTo>
                      <a:pt x="56586" y="22104"/>
                      <a:pt x="56568" y="22104"/>
                      <a:pt x="56541" y="22104"/>
                    </a:cubicBezTo>
                    <a:cubicBezTo>
                      <a:pt x="56515" y="22104"/>
                      <a:pt x="56479" y="22104"/>
                      <a:pt x="56479" y="22139"/>
                    </a:cubicBezTo>
                    <a:cubicBezTo>
                      <a:pt x="56407" y="22211"/>
                      <a:pt x="56336" y="22354"/>
                      <a:pt x="56336" y="22425"/>
                    </a:cubicBezTo>
                    <a:cubicBezTo>
                      <a:pt x="56336" y="22496"/>
                      <a:pt x="56407" y="22568"/>
                      <a:pt x="56407" y="22568"/>
                    </a:cubicBezTo>
                    <a:cubicBezTo>
                      <a:pt x="56407" y="22639"/>
                      <a:pt x="56336" y="22711"/>
                      <a:pt x="56336" y="22711"/>
                    </a:cubicBezTo>
                    <a:cubicBezTo>
                      <a:pt x="56407" y="22853"/>
                      <a:pt x="56479" y="22853"/>
                      <a:pt x="56550" y="22925"/>
                    </a:cubicBezTo>
                    <a:cubicBezTo>
                      <a:pt x="56550" y="22925"/>
                      <a:pt x="56622" y="22853"/>
                      <a:pt x="56622" y="22782"/>
                    </a:cubicBezTo>
                    <a:cubicBezTo>
                      <a:pt x="56622" y="22711"/>
                      <a:pt x="56693" y="22496"/>
                      <a:pt x="56764" y="22354"/>
                    </a:cubicBezTo>
                    <a:cubicBezTo>
                      <a:pt x="56836" y="22211"/>
                      <a:pt x="56979" y="21997"/>
                      <a:pt x="56907" y="21854"/>
                    </a:cubicBezTo>
                    <a:lnTo>
                      <a:pt x="56907" y="21782"/>
                    </a:lnTo>
                    <a:cubicBezTo>
                      <a:pt x="56860" y="21782"/>
                      <a:pt x="56844" y="21751"/>
                      <a:pt x="56838" y="21751"/>
                    </a:cubicBezTo>
                    <a:cubicBezTo>
                      <a:pt x="56836" y="21751"/>
                      <a:pt x="56836" y="21759"/>
                      <a:pt x="56836" y="21782"/>
                    </a:cubicBezTo>
                    <a:cubicBezTo>
                      <a:pt x="56800" y="21747"/>
                      <a:pt x="56764" y="21729"/>
                      <a:pt x="56729" y="21729"/>
                    </a:cubicBezTo>
                    <a:close/>
                    <a:moveTo>
                      <a:pt x="54117" y="21735"/>
                    </a:moveTo>
                    <a:cubicBezTo>
                      <a:pt x="53955" y="21735"/>
                      <a:pt x="53804" y="21887"/>
                      <a:pt x="53694" y="21997"/>
                    </a:cubicBezTo>
                    <a:cubicBezTo>
                      <a:pt x="53623" y="22068"/>
                      <a:pt x="53551" y="22139"/>
                      <a:pt x="53551" y="22211"/>
                    </a:cubicBezTo>
                    <a:cubicBezTo>
                      <a:pt x="53551" y="22354"/>
                      <a:pt x="53694" y="22354"/>
                      <a:pt x="53837" y="22425"/>
                    </a:cubicBezTo>
                    <a:cubicBezTo>
                      <a:pt x="54051" y="22496"/>
                      <a:pt x="53980" y="22639"/>
                      <a:pt x="54194" y="22639"/>
                    </a:cubicBezTo>
                    <a:cubicBezTo>
                      <a:pt x="54210" y="22634"/>
                      <a:pt x="54226" y="22631"/>
                      <a:pt x="54241" y="22631"/>
                    </a:cubicBezTo>
                    <a:cubicBezTo>
                      <a:pt x="54419" y="22631"/>
                      <a:pt x="54485" y="23002"/>
                      <a:pt x="54551" y="23068"/>
                    </a:cubicBezTo>
                    <a:cubicBezTo>
                      <a:pt x="54551" y="23210"/>
                      <a:pt x="54694" y="23210"/>
                      <a:pt x="54765" y="23282"/>
                    </a:cubicBezTo>
                    <a:cubicBezTo>
                      <a:pt x="54837" y="23282"/>
                      <a:pt x="54908" y="23210"/>
                      <a:pt x="54908" y="23068"/>
                    </a:cubicBezTo>
                    <a:cubicBezTo>
                      <a:pt x="54908" y="22996"/>
                      <a:pt x="54908" y="22925"/>
                      <a:pt x="54908" y="22925"/>
                    </a:cubicBezTo>
                    <a:cubicBezTo>
                      <a:pt x="54908" y="22853"/>
                      <a:pt x="54979" y="22853"/>
                      <a:pt x="55051" y="22782"/>
                    </a:cubicBezTo>
                    <a:lnTo>
                      <a:pt x="55122" y="22782"/>
                    </a:lnTo>
                    <a:cubicBezTo>
                      <a:pt x="55265" y="22639"/>
                      <a:pt x="55194" y="22425"/>
                      <a:pt x="54979" y="22282"/>
                    </a:cubicBezTo>
                    <a:cubicBezTo>
                      <a:pt x="54908" y="22282"/>
                      <a:pt x="54837" y="22211"/>
                      <a:pt x="54765" y="22211"/>
                    </a:cubicBezTo>
                    <a:cubicBezTo>
                      <a:pt x="54622" y="22068"/>
                      <a:pt x="54480" y="21854"/>
                      <a:pt x="54265" y="21782"/>
                    </a:cubicBezTo>
                    <a:cubicBezTo>
                      <a:pt x="54216" y="21749"/>
                      <a:pt x="54166" y="21735"/>
                      <a:pt x="54117" y="21735"/>
                    </a:cubicBezTo>
                    <a:close/>
                    <a:moveTo>
                      <a:pt x="55591" y="22787"/>
                    </a:moveTo>
                    <a:cubicBezTo>
                      <a:pt x="55532" y="22787"/>
                      <a:pt x="55470" y="22807"/>
                      <a:pt x="55408" y="22853"/>
                    </a:cubicBezTo>
                    <a:cubicBezTo>
                      <a:pt x="55336" y="22853"/>
                      <a:pt x="55265" y="22925"/>
                      <a:pt x="55265" y="22996"/>
                    </a:cubicBezTo>
                    <a:cubicBezTo>
                      <a:pt x="55265" y="22996"/>
                      <a:pt x="55265" y="22996"/>
                      <a:pt x="55265" y="23068"/>
                    </a:cubicBezTo>
                    <a:lnTo>
                      <a:pt x="55336" y="23068"/>
                    </a:lnTo>
                    <a:cubicBezTo>
                      <a:pt x="55456" y="23187"/>
                      <a:pt x="55375" y="23458"/>
                      <a:pt x="55556" y="23458"/>
                    </a:cubicBezTo>
                    <a:cubicBezTo>
                      <a:pt x="55591" y="23458"/>
                      <a:pt x="55636" y="23448"/>
                      <a:pt x="55693" y="23425"/>
                    </a:cubicBezTo>
                    <a:cubicBezTo>
                      <a:pt x="55729" y="23389"/>
                      <a:pt x="55765" y="23389"/>
                      <a:pt x="55801" y="23389"/>
                    </a:cubicBezTo>
                    <a:cubicBezTo>
                      <a:pt x="55836" y="23389"/>
                      <a:pt x="55872" y="23389"/>
                      <a:pt x="55908" y="23353"/>
                    </a:cubicBezTo>
                    <a:cubicBezTo>
                      <a:pt x="55979" y="23353"/>
                      <a:pt x="55979" y="23282"/>
                      <a:pt x="55979" y="23210"/>
                    </a:cubicBezTo>
                    <a:cubicBezTo>
                      <a:pt x="55979" y="23043"/>
                      <a:pt x="55804" y="22787"/>
                      <a:pt x="55591" y="22787"/>
                    </a:cubicBezTo>
                    <a:close/>
                    <a:moveTo>
                      <a:pt x="56336" y="22996"/>
                    </a:moveTo>
                    <a:cubicBezTo>
                      <a:pt x="56193" y="23139"/>
                      <a:pt x="56193" y="23139"/>
                      <a:pt x="56193" y="23139"/>
                    </a:cubicBezTo>
                    <a:cubicBezTo>
                      <a:pt x="56122" y="23210"/>
                      <a:pt x="56122" y="23210"/>
                      <a:pt x="56122" y="23210"/>
                    </a:cubicBezTo>
                    <a:lnTo>
                      <a:pt x="56050" y="23210"/>
                    </a:lnTo>
                    <a:cubicBezTo>
                      <a:pt x="56050" y="23282"/>
                      <a:pt x="56050" y="23282"/>
                      <a:pt x="56050" y="23282"/>
                    </a:cubicBezTo>
                    <a:cubicBezTo>
                      <a:pt x="56122" y="23353"/>
                      <a:pt x="56122" y="23353"/>
                      <a:pt x="56122" y="23353"/>
                    </a:cubicBezTo>
                    <a:cubicBezTo>
                      <a:pt x="56122" y="23425"/>
                      <a:pt x="56122" y="23425"/>
                      <a:pt x="56122" y="23425"/>
                    </a:cubicBezTo>
                    <a:lnTo>
                      <a:pt x="56265" y="23425"/>
                    </a:lnTo>
                    <a:cubicBezTo>
                      <a:pt x="56336" y="23496"/>
                      <a:pt x="56336" y="23496"/>
                      <a:pt x="56336" y="23496"/>
                    </a:cubicBezTo>
                    <a:cubicBezTo>
                      <a:pt x="56407" y="23210"/>
                      <a:pt x="56407" y="23210"/>
                      <a:pt x="56407" y="23210"/>
                    </a:cubicBezTo>
                    <a:cubicBezTo>
                      <a:pt x="56550" y="23068"/>
                      <a:pt x="56550" y="23068"/>
                      <a:pt x="56550" y="23068"/>
                    </a:cubicBezTo>
                    <a:cubicBezTo>
                      <a:pt x="56479" y="22996"/>
                      <a:pt x="56479" y="22996"/>
                      <a:pt x="56479" y="22996"/>
                    </a:cubicBezTo>
                    <a:close/>
                    <a:moveTo>
                      <a:pt x="23420" y="24424"/>
                    </a:moveTo>
                    <a:cubicBezTo>
                      <a:pt x="23348" y="24496"/>
                      <a:pt x="23348" y="24496"/>
                      <a:pt x="23348" y="24496"/>
                    </a:cubicBezTo>
                    <a:cubicBezTo>
                      <a:pt x="23348" y="24567"/>
                      <a:pt x="23348" y="24567"/>
                      <a:pt x="23348" y="24567"/>
                    </a:cubicBezTo>
                    <a:cubicBezTo>
                      <a:pt x="23348" y="24639"/>
                      <a:pt x="23348" y="24639"/>
                      <a:pt x="23348" y="24639"/>
                    </a:cubicBezTo>
                    <a:cubicBezTo>
                      <a:pt x="23348" y="24710"/>
                      <a:pt x="23348" y="24710"/>
                      <a:pt x="23348" y="24710"/>
                    </a:cubicBezTo>
                    <a:lnTo>
                      <a:pt x="23420" y="24710"/>
                    </a:lnTo>
                    <a:cubicBezTo>
                      <a:pt x="23491" y="24781"/>
                      <a:pt x="23491" y="24781"/>
                      <a:pt x="23491" y="24781"/>
                    </a:cubicBezTo>
                    <a:cubicBezTo>
                      <a:pt x="23491" y="24710"/>
                      <a:pt x="23491" y="24710"/>
                      <a:pt x="23491" y="24710"/>
                    </a:cubicBezTo>
                    <a:lnTo>
                      <a:pt x="23563" y="24710"/>
                    </a:lnTo>
                    <a:cubicBezTo>
                      <a:pt x="23634" y="24567"/>
                      <a:pt x="23634" y="24567"/>
                      <a:pt x="23634" y="24567"/>
                    </a:cubicBezTo>
                    <a:cubicBezTo>
                      <a:pt x="23634" y="24496"/>
                      <a:pt x="23634" y="24496"/>
                      <a:pt x="23634" y="24496"/>
                    </a:cubicBezTo>
                    <a:cubicBezTo>
                      <a:pt x="23634" y="24424"/>
                      <a:pt x="23634" y="24424"/>
                      <a:pt x="23634" y="24424"/>
                    </a:cubicBezTo>
                    <a:close/>
                    <a:moveTo>
                      <a:pt x="55765" y="23603"/>
                    </a:moveTo>
                    <a:cubicBezTo>
                      <a:pt x="55711" y="23603"/>
                      <a:pt x="55658" y="23639"/>
                      <a:pt x="55622" y="23710"/>
                    </a:cubicBezTo>
                    <a:cubicBezTo>
                      <a:pt x="55622" y="23782"/>
                      <a:pt x="55551" y="23924"/>
                      <a:pt x="55551" y="23996"/>
                    </a:cubicBezTo>
                    <a:cubicBezTo>
                      <a:pt x="55479" y="24067"/>
                      <a:pt x="55336" y="24281"/>
                      <a:pt x="55336" y="24353"/>
                    </a:cubicBezTo>
                    <a:cubicBezTo>
                      <a:pt x="55265" y="24353"/>
                      <a:pt x="55336" y="24424"/>
                      <a:pt x="55336" y="24496"/>
                    </a:cubicBezTo>
                    <a:cubicBezTo>
                      <a:pt x="55336" y="24567"/>
                      <a:pt x="55265" y="24567"/>
                      <a:pt x="55265" y="24567"/>
                    </a:cubicBezTo>
                    <a:cubicBezTo>
                      <a:pt x="55265" y="24639"/>
                      <a:pt x="55479" y="24710"/>
                      <a:pt x="55479" y="24710"/>
                    </a:cubicBezTo>
                    <a:cubicBezTo>
                      <a:pt x="55479" y="24710"/>
                      <a:pt x="55479" y="24781"/>
                      <a:pt x="55551" y="24781"/>
                    </a:cubicBezTo>
                    <a:cubicBezTo>
                      <a:pt x="55622" y="24710"/>
                      <a:pt x="55622" y="24639"/>
                      <a:pt x="55622" y="24567"/>
                    </a:cubicBezTo>
                    <a:cubicBezTo>
                      <a:pt x="55693" y="24496"/>
                      <a:pt x="55836" y="24281"/>
                      <a:pt x="55908" y="24139"/>
                    </a:cubicBezTo>
                    <a:cubicBezTo>
                      <a:pt x="55979" y="24067"/>
                      <a:pt x="56050" y="23853"/>
                      <a:pt x="55979" y="23710"/>
                    </a:cubicBezTo>
                    <a:lnTo>
                      <a:pt x="55908" y="23710"/>
                    </a:lnTo>
                    <a:cubicBezTo>
                      <a:pt x="55872" y="23639"/>
                      <a:pt x="55818" y="23603"/>
                      <a:pt x="55765" y="23603"/>
                    </a:cubicBezTo>
                    <a:close/>
                    <a:moveTo>
                      <a:pt x="54480" y="24139"/>
                    </a:moveTo>
                    <a:cubicBezTo>
                      <a:pt x="54408" y="24139"/>
                      <a:pt x="54408" y="24281"/>
                      <a:pt x="54408" y="24353"/>
                    </a:cubicBezTo>
                    <a:cubicBezTo>
                      <a:pt x="54337" y="24424"/>
                      <a:pt x="54480" y="24424"/>
                      <a:pt x="54408" y="24424"/>
                    </a:cubicBezTo>
                    <a:cubicBezTo>
                      <a:pt x="54337" y="24496"/>
                      <a:pt x="54194" y="24710"/>
                      <a:pt x="54337" y="24710"/>
                    </a:cubicBezTo>
                    <a:lnTo>
                      <a:pt x="54551" y="24710"/>
                    </a:lnTo>
                    <a:cubicBezTo>
                      <a:pt x="54551" y="24710"/>
                      <a:pt x="54480" y="24781"/>
                      <a:pt x="54480" y="24781"/>
                    </a:cubicBezTo>
                    <a:cubicBezTo>
                      <a:pt x="54480" y="24853"/>
                      <a:pt x="54551" y="24853"/>
                      <a:pt x="54551" y="24853"/>
                    </a:cubicBezTo>
                    <a:cubicBezTo>
                      <a:pt x="54622" y="24853"/>
                      <a:pt x="54622" y="24781"/>
                      <a:pt x="54694" y="24710"/>
                    </a:cubicBezTo>
                    <a:cubicBezTo>
                      <a:pt x="54694" y="24639"/>
                      <a:pt x="54622" y="24639"/>
                      <a:pt x="54622" y="24639"/>
                    </a:cubicBezTo>
                    <a:cubicBezTo>
                      <a:pt x="54622" y="24639"/>
                      <a:pt x="54551" y="24496"/>
                      <a:pt x="54480" y="24496"/>
                    </a:cubicBezTo>
                    <a:cubicBezTo>
                      <a:pt x="54480" y="24424"/>
                      <a:pt x="54480" y="24424"/>
                      <a:pt x="54480" y="24424"/>
                    </a:cubicBezTo>
                    <a:cubicBezTo>
                      <a:pt x="54480" y="24353"/>
                      <a:pt x="54551" y="24353"/>
                      <a:pt x="54551" y="24281"/>
                    </a:cubicBezTo>
                    <a:cubicBezTo>
                      <a:pt x="54551" y="24210"/>
                      <a:pt x="54551" y="24139"/>
                      <a:pt x="54480" y="24139"/>
                    </a:cubicBezTo>
                    <a:close/>
                    <a:moveTo>
                      <a:pt x="36562" y="24196"/>
                    </a:moveTo>
                    <a:cubicBezTo>
                      <a:pt x="36541" y="24196"/>
                      <a:pt x="36516" y="24200"/>
                      <a:pt x="36486" y="24210"/>
                    </a:cubicBezTo>
                    <a:cubicBezTo>
                      <a:pt x="36344" y="24210"/>
                      <a:pt x="36272" y="24281"/>
                      <a:pt x="36201" y="24424"/>
                    </a:cubicBezTo>
                    <a:cubicBezTo>
                      <a:pt x="36129" y="24496"/>
                      <a:pt x="36129" y="24496"/>
                      <a:pt x="36058" y="24567"/>
                    </a:cubicBezTo>
                    <a:cubicBezTo>
                      <a:pt x="36058" y="24639"/>
                      <a:pt x="36058" y="24781"/>
                      <a:pt x="36058" y="24781"/>
                    </a:cubicBezTo>
                    <a:cubicBezTo>
                      <a:pt x="36116" y="24839"/>
                      <a:pt x="36173" y="24944"/>
                      <a:pt x="36231" y="24944"/>
                    </a:cubicBezTo>
                    <a:cubicBezTo>
                      <a:pt x="36245" y="24944"/>
                      <a:pt x="36258" y="24938"/>
                      <a:pt x="36272" y="24924"/>
                    </a:cubicBezTo>
                    <a:cubicBezTo>
                      <a:pt x="36344" y="24853"/>
                      <a:pt x="36415" y="24781"/>
                      <a:pt x="36415" y="24710"/>
                    </a:cubicBezTo>
                    <a:cubicBezTo>
                      <a:pt x="36415" y="24710"/>
                      <a:pt x="36344" y="24710"/>
                      <a:pt x="36344" y="24639"/>
                    </a:cubicBezTo>
                    <a:cubicBezTo>
                      <a:pt x="36272" y="24567"/>
                      <a:pt x="36344" y="24496"/>
                      <a:pt x="36415" y="24424"/>
                    </a:cubicBezTo>
                    <a:cubicBezTo>
                      <a:pt x="36415" y="24424"/>
                      <a:pt x="36486" y="24496"/>
                      <a:pt x="36558" y="24496"/>
                    </a:cubicBezTo>
                    <a:cubicBezTo>
                      <a:pt x="36681" y="24372"/>
                      <a:pt x="36698" y="24196"/>
                      <a:pt x="36562" y="24196"/>
                    </a:cubicBezTo>
                    <a:close/>
                    <a:moveTo>
                      <a:pt x="55408" y="25210"/>
                    </a:moveTo>
                    <a:cubicBezTo>
                      <a:pt x="55336" y="25281"/>
                      <a:pt x="55336" y="25281"/>
                      <a:pt x="55336" y="25281"/>
                    </a:cubicBezTo>
                    <a:lnTo>
                      <a:pt x="55194" y="25281"/>
                    </a:lnTo>
                    <a:cubicBezTo>
                      <a:pt x="55194" y="25353"/>
                      <a:pt x="55194" y="25353"/>
                      <a:pt x="55194" y="25353"/>
                    </a:cubicBezTo>
                    <a:cubicBezTo>
                      <a:pt x="55122" y="25424"/>
                      <a:pt x="55122" y="25424"/>
                      <a:pt x="55122" y="25424"/>
                    </a:cubicBezTo>
                    <a:lnTo>
                      <a:pt x="54979" y="25424"/>
                    </a:lnTo>
                    <a:cubicBezTo>
                      <a:pt x="54979" y="25495"/>
                      <a:pt x="54979" y="25495"/>
                      <a:pt x="54979" y="25495"/>
                    </a:cubicBezTo>
                    <a:cubicBezTo>
                      <a:pt x="54979" y="25567"/>
                      <a:pt x="54979" y="25567"/>
                      <a:pt x="54979" y="25567"/>
                    </a:cubicBezTo>
                    <a:lnTo>
                      <a:pt x="55051" y="25567"/>
                    </a:lnTo>
                    <a:cubicBezTo>
                      <a:pt x="55265" y="25353"/>
                      <a:pt x="55265" y="25353"/>
                      <a:pt x="55265" y="25353"/>
                    </a:cubicBezTo>
                    <a:cubicBezTo>
                      <a:pt x="55479" y="25281"/>
                      <a:pt x="55479" y="25281"/>
                      <a:pt x="55479" y="25281"/>
                    </a:cubicBezTo>
                    <a:cubicBezTo>
                      <a:pt x="55479" y="25210"/>
                      <a:pt x="55479" y="25210"/>
                      <a:pt x="55479" y="25210"/>
                    </a:cubicBezTo>
                    <a:close/>
                    <a:moveTo>
                      <a:pt x="35844" y="25281"/>
                    </a:moveTo>
                    <a:cubicBezTo>
                      <a:pt x="35701" y="25353"/>
                      <a:pt x="35701" y="25353"/>
                      <a:pt x="35701" y="25353"/>
                    </a:cubicBezTo>
                    <a:cubicBezTo>
                      <a:pt x="35701" y="25495"/>
                      <a:pt x="35701" y="25495"/>
                      <a:pt x="35701" y="25495"/>
                    </a:cubicBezTo>
                    <a:cubicBezTo>
                      <a:pt x="35630" y="25567"/>
                      <a:pt x="35630" y="25567"/>
                      <a:pt x="35630" y="25567"/>
                    </a:cubicBezTo>
                    <a:cubicBezTo>
                      <a:pt x="35630" y="25638"/>
                      <a:pt x="35630" y="25638"/>
                      <a:pt x="35630" y="25638"/>
                    </a:cubicBezTo>
                    <a:lnTo>
                      <a:pt x="35701" y="25638"/>
                    </a:lnTo>
                    <a:cubicBezTo>
                      <a:pt x="35844" y="25567"/>
                      <a:pt x="35844" y="25567"/>
                      <a:pt x="35844" y="25567"/>
                    </a:cubicBezTo>
                    <a:cubicBezTo>
                      <a:pt x="35915" y="25424"/>
                      <a:pt x="35915" y="25424"/>
                      <a:pt x="35915" y="25424"/>
                    </a:cubicBezTo>
                    <a:cubicBezTo>
                      <a:pt x="35915" y="25353"/>
                      <a:pt x="35915" y="25353"/>
                      <a:pt x="35915" y="25353"/>
                    </a:cubicBezTo>
                    <a:lnTo>
                      <a:pt x="35844" y="25353"/>
                    </a:lnTo>
                    <a:cubicBezTo>
                      <a:pt x="35844" y="25281"/>
                      <a:pt x="35844" y="25281"/>
                      <a:pt x="35844" y="25281"/>
                    </a:cubicBezTo>
                    <a:close/>
                    <a:moveTo>
                      <a:pt x="52145" y="21020"/>
                    </a:moveTo>
                    <a:cubicBezTo>
                      <a:pt x="52116" y="21020"/>
                      <a:pt x="52086" y="21034"/>
                      <a:pt x="52052" y="21068"/>
                    </a:cubicBezTo>
                    <a:cubicBezTo>
                      <a:pt x="51909" y="21283"/>
                      <a:pt x="52123" y="21568"/>
                      <a:pt x="52123" y="21782"/>
                    </a:cubicBezTo>
                    <a:cubicBezTo>
                      <a:pt x="52195" y="22139"/>
                      <a:pt x="51981" y="22639"/>
                      <a:pt x="52480" y="22782"/>
                    </a:cubicBezTo>
                    <a:cubicBezTo>
                      <a:pt x="52552" y="22782"/>
                      <a:pt x="52623" y="22853"/>
                      <a:pt x="52623" y="22925"/>
                    </a:cubicBezTo>
                    <a:cubicBezTo>
                      <a:pt x="52623" y="22985"/>
                      <a:pt x="52585" y="23007"/>
                      <a:pt x="52535" y="23007"/>
                    </a:cubicBezTo>
                    <a:cubicBezTo>
                      <a:pt x="52468" y="23007"/>
                      <a:pt x="52379" y="22966"/>
                      <a:pt x="52338" y="22925"/>
                    </a:cubicBezTo>
                    <a:cubicBezTo>
                      <a:pt x="52280" y="22925"/>
                      <a:pt x="52178" y="22833"/>
                      <a:pt x="52102" y="22833"/>
                    </a:cubicBezTo>
                    <a:cubicBezTo>
                      <a:pt x="52083" y="22833"/>
                      <a:pt x="52066" y="22839"/>
                      <a:pt x="52052" y="22853"/>
                    </a:cubicBezTo>
                    <a:cubicBezTo>
                      <a:pt x="51909" y="23353"/>
                      <a:pt x="51981" y="23924"/>
                      <a:pt x="51766" y="24496"/>
                    </a:cubicBezTo>
                    <a:cubicBezTo>
                      <a:pt x="51695" y="24781"/>
                      <a:pt x="51695" y="24996"/>
                      <a:pt x="51981" y="25210"/>
                    </a:cubicBezTo>
                    <a:cubicBezTo>
                      <a:pt x="52052" y="25281"/>
                      <a:pt x="52195" y="25281"/>
                      <a:pt x="52266" y="25353"/>
                    </a:cubicBezTo>
                    <a:cubicBezTo>
                      <a:pt x="52409" y="25495"/>
                      <a:pt x="52480" y="25638"/>
                      <a:pt x="52552" y="25638"/>
                    </a:cubicBezTo>
                    <a:cubicBezTo>
                      <a:pt x="52623" y="25638"/>
                      <a:pt x="52695" y="25638"/>
                      <a:pt x="52837" y="25567"/>
                    </a:cubicBezTo>
                    <a:cubicBezTo>
                      <a:pt x="53052" y="25495"/>
                      <a:pt x="53337" y="25353"/>
                      <a:pt x="53551" y="25138"/>
                    </a:cubicBezTo>
                    <a:cubicBezTo>
                      <a:pt x="53623" y="25067"/>
                      <a:pt x="53623" y="24924"/>
                      <a:pt x="53766" y="24781"/>
                    </a:cubicBezTo>
                    <a:cubicBezTo>
                      <a:pt x="53837" y="24567"/>
                      <a:pt x="53980" y="24424"/>
                      <a:pt x="54051" y="24281"/>
                    </a:cubicBezTo>
                    <a:cubicBezTo>
                      <a:pt x="54051" y="24139"/>
                      <a:pt x="54051" y="24067"/>
                      <a:pt x="54194" y="24067"/>
                    </a:cubicBezTo>
                    <a:lnTo>
                      <a:pt x="54408" y="24067"/>
                    </a:lnTo>
                    <a:cubicBezTo>
                      <a:pt x="54551" y="23996"/>
                      <a:pt x="54765" y="23710"/>
                      <a:pt x="54551" y="23567"/>
                    </a:cubicBezTo>
                    <a:cubicBezTo>
                      <a:pt x="54551" y="23496"/>
                      <a:pt x="54551" y="23496"/>
                      <a:pt x="54551" y="23425"/>
                    </a:cubicBezTo>
                    <a:cubicBezTo>
                      <a:pt x="54408" y="23210"/>
                      <a:pt x="54480" y="22996"/>
                      <a:pt x="54265" y="22782"/>
                    </a:cubicBezTo>
                    <a:cubicBezTo>
                      <a:pt x="54051" y="22568"/>
                      <a:pt x="53694" y="22496"/>
                      <a:pt x="53409" y="22282"/>
                    </a:cubicBezTo>
                    <a:cubicBezTo>
                      <a:pt x="53266" y="22211"/>
                      <a:pt x="53266" y="21997"/>
                      <a:pt x="53194" y="21782"/>
                    </a:cubicBezTo>
                    <a:cubicBezTo>
                      <a:pt x="52980" y="21568"/>
                      <a:pt x="52695" y="21354"/>
                      <a:pt x="52409" y="21211"/>
                    </a:cubicBezTo>
                    <a:cubicBezTo>
                      <a:pt x="52300" y="21157"/>
                      <a:pt x="52233" y="21020"/>
                      <a:pt x="52145" y="21020"/>
                    </a:cubicBezTo>
                    <a:close/>
                    <a:moveTo>
                      <a:pt x="54337" y="25710"/>
                    </a:moveTo>
                    <a:cubicBezTo>
                      <a:pt x="54337" y="25781"/>
                      <a:pt x="54337" y="25781"/>
                      <a:pt x="54337" y="25781"/>
                    </a:cubicBezTo>
                    <a:cubicBezTo>
                      <a:pt x="54337" y="25852"/>
                      <a:pt x="54337" y="25852"/>
                      <a:pt x="54337" y="25852"/>
                    </a:cubicBezTo>
                    <a:lnTo>
                      <a:pt x="54551" y="25852"/>
                    </a:lnTo>
                    <a:cubicBezTo>
                      <a:pt x="54480" y="25781"/>
                      <a:pt x="54480" y="25781"/>
                      <a:pt x="54480" y="25781"/>
                    </a:cubicBezTo>
                    <a:cubicBezTo>
                      <a:pt x="54408" y="25710"/>
                      <a:pt x="54408" y="25710"/>
                      <a:pt x="54408" y="25710"/>
                    </a:cubicBezTo>
                    <a:cubicBezTo>
                      <a:pt x="54408" y="25781"/>
                      <a:pt x="54408" y="25781"/>
                      <a:pt x="54408" y="25781"/>
                    </a:cubicBezTo>
                    <a:cubicBezTo>
                      <a:pt x="54337" y="25710"/>
                      <a:pt x="54337" y="25710"/>
                      <a:pt x="54337" y="25710"/>
                    </a:cubicBezTo>
                    <a:close/>
                    <a:moveTo>
                      <a:pt x="21206" y="25924"/>
                    </a:moveTo>
                    <a:cubicBezTo>
                      <a:pt x="21135" y="25995"/>
                      <a:pt x="21135" y="25995"/>
                      <a:pt x="21135" y="25995"/>
                    </a:cubicBezTo>
                    <a:lnTo>
                      <a:pt x="21064" y="25995"/>
                    </a:lnTo>
                    <a:cubicBezTo>
                      <a:pt x="21064" y="26067"/>
                      <a:pt x="21064" y="26067"/>
                      <a:pt x="21064" y="26067"/>
                    </a:cubicBezTo>
                    <a:cubicBezTo>
                      <a:pt x="21135" y="26138"/>
                      <a:pt x="21135" y="26138"/>
                      <a:pt x="21135" y="26138"/>
                    </a:cubicBezTo>
                    <a:lnTo>
                      <a:pt x="21278" y="26138"/>
                    </a:lnTo>
                    <a:cubicBezTo>
                      <a:pt x="21278" y="25995"/>
                      <a:pt x="21278" y="25995"/>
                      <a:pt x="21278" y="25995"/>
                    </a:cubicBezTo>
                    <a:cubicBezTo>
                      <a:pt x="21278" y="25924"/>
                      <a:pt x="21278" y="25924"/>
                      <a:pt x="21278" y="25924"/>
                    </a:cubicBezTo>
                    <a:close/>
                    <a:moveTo>
                      <a:pt x="38985" y="26067"/>
                    </a:moveTo>
                    <a:lnTo>
                      <a:pt x="38914" y="26138"/>
                    </a:lnTo>
                    <a:cubicBezTo>
                      <a:pt x="38557" y="26424"/>
                      <a:pt x="38557" y="26424"/>
                      <a:pt x="38557" y="26424"/>
                    </a:cubicBezTo>
                    <a:cubicBezTo>
                      <a:pt x="38486" y="26495"/>
                      <a:pt x="38486" y="26495"/>
                      <a:pt x="38486" y="26495"/>
                    </a:cubicBezTo>
                    <a:cubicBezTo>
                      <a:pt x="38414" y="26566"/>
                      <a:pt x="38414" y="26566"/>
                      <a:pt x="38414" y="26566"/>
                    </a:cubicBezTo>
                    <a:cubicBezTo>
                      <a:pt x="38486" y="26638"/>
                      <a:pt x="38486" y="26638"/>
                      <a:pt x="38486" y="26638"/>
                    </a:cubicBezTo>
                    <a:lnTo>
                      <a:pt x="38628" y="26638"/>
                    </a:lnTo>
                    <a:cubicBezTo>
                      <a:pt x="38700" y="26566"/>
                      <a:pt x="38700" y="26566"/>
                      <a:pt x="38700" y="26566"/>
                    </a:cubicBezTo>
                    <a:cubicBezTo>
                      <a:pt x="38914" y="26209"/>
                      <a:pt x="38914" y="26209"/>
                      <a:pt x="38914" y="26209"/>
                    </a:cubicBezTo>
                    <a:cubicBezTo>
                      <a:pt x="39057" y="26138"/>
                      <a:pt x="39057" y="26138"/>
                      <a:pt x="39057" y="26138"/>
                    </a:cubicBezTo>
                    <a:cubicBezTo>
                      <a:pt x="39057" y="26067"/>
                      <a:pt x="39057" y="26067"/>
                      <a:pt x="39057" y="26067"/>
                    </a:cubicBezTo>
                    <a:close/>
                    <a:moveTo>
                      <a:pt x="54265" y="26566"/>
                    </a:moveTo>
                    <a:cubicBezTo>
                      <a:pt x="54265" y="26638"/>
                      <a:pt x="54265" y="26638"/>
                      <a:pt x="54265" y="26638"/>
                    </a:cubicBezTo>
                    <a:cubicBezTo>
                      <a:pt x="54265" y="26709"/>
                      <a:pt x="54265" y="26709"/>
                      <a:pt x="54265" y="26709"/>
                    </a:cubicBezTo>
                    <a:lnTo>
                      <a:pt x="54408" y="26709"/>
                    </a:lnTo>
                    <a:cubicBezTo>
                      <a:pt x="54480" y="26781"/>
                      <a:pt x="54480" y="26781"/>
                      <a:pt x="54480" y="26781"/>
                    </a:cubicBezTo>
                    <a:lnTo>
                      <a:pt x="54551" y="26781"/>
                    </a:lnTo>
                    <a:cubicBezTo>
                      <a:pt x="54622" y="26638"/>
                      <a:pt x="54622" y="26638"/>
                      <a:pt x="54622" y="26638"/>
                    </a:cubicBezTo>
                    <a:cubicBezTo>
                      <a:pt x="54551" y="26566"/>
                      <a:pt x="54551" y="26566"/>
                      <a:pt x="54551" y="26566"/>
                    </a:cubicBezTo>
                    <a:close/>
                    <a:moveTo>
                      <a:pt x="17975" y="26591"/>
                    </a:moveTo>
                    <a:cubicBezTo>
                      <a:pt x="17944" y="26591"/>
                      <a:pt x="17910" y="26608"/>
                      <a:pt x="17850" y="26638"/>
                    </a:cubicBezTo>
                    <a:cubicBezTo>
                      <a:pt x="17636" y="26709"/>
                      <a:pt x="17208" y="26995"/>
                      <a:pt x="17565" y="27209"/>
                    </a:cubicBezTo>
                    <a:cubicBezTo>
                      <a:pt x="17636" y="27280"/>
                      <a:pt x="17708" y="27280"/>
                      <a:pt x="17850" y="27352"/>
                    </a:cubicBezTo>
                    <a:cubicBezTo>
                      <a:pt x="17922" y="27423"/>
                      <a:pt x="17993" y="27495"/>
                      <a:pt x="18065" y="27566"/>
                    </a:cubicBezTo>
                    <a:cubicBezTo>
                      <a:pt x="18136" y="27566"/>
                      <a:pt x="18279" y="27352"/>
                      <a:pt x="18350" y="27280"/>
                    </a:cubicBezTo>
                    <a:cubicBezTo>
                      <a:pt x="18422" y="27209"/>
                      <a:pt x="18207" y="27138"/>
                      <a:pt x="18279" y="27066"/>
                    </a:cubicBezTo>
                    <a:cubicBezTo>
                      <a:pt x="18350" y="26995"/>
                      <a:pt x="18493" y="26995"/>
                      <a:pt x="18493" y="26923"/>
                    </a:cubicBezTo>
                    <a:cubicBezTo>
                      <a:pt x="18493" y="26852"/>
                      <a:pt x="18422" y="26781"/>
                      <a:pt x="18422" y="26781"/>
                    </a:cubicBezTo>
                    <a:cubicBezTo>
                      <a:pt x="18350" y="26781"/>
                      <a:pt x="18207" y="26709"/>
                      <a:pt x="18136" y="26709"/>
                    </a:cubicBezTo>
                    <a:cubicBezTo>
                      <a:pt x="18052" y="26625"/>
                      <a:pt x="18018" y="26591"/>
                      <a:pt x="17975" y="26591"/>
                    </a:cubicBezTo>
                    <a:close/>
                    <a:moveTo>
                      <a:pt x="38216" y="26820"/>
                    </a:moveTo>
                    <a:cubicBezTo>
                      <a:pt x="37962" y="26820"/>
                      <a:pt x="37676" y="26852"/>
                      <a:pt x="37486" y="26852"/>
                    </a:cubicBezTo>
                    <a:cubicBezTo>
                      <a:pt x="37486" y="26852"/>
                      <a:pt x="37415" y="26852"/>
                      <a:pt x="37415" y="26923"/>
                    </a:cubicBezTo>
                    <a:cubicBezTo>
                      <a:pt x="37200" y="27066"/>
                      <a:pt x="37343" y="27209"/>
                      <a:pt x="37557" y="27209"/>
                    </a:cubicBezTo>
                    <a:cubicBezTo>
                      <a:pt x="37664" y="27209"/>
                      <a:pt x="37807" y="27191"/>
                      <a:pt x="37950" y="27191"/>
                    </a:cubicBezTo>
                    <a:cubicBezTo>
                      <a:pt x="38093" y="27191"/>
                      <a:pt x="38236" y="27209"/>
                      <a:pt x="38343" y="27280"/>
                    </a:cubicBezTo>
                    <a:cubicBezTo>
                      <a:pt x="38414" y="27352"/>
                      <a:pt x="38414" y="27495"/>
                      <a:pt x="38486" y="27566"/>
                    </a:cubicBezTo>
                    <a:cubicBezTo>
                      <a:pt x="38625" y="27682"/>
                      <a:pt x="38726" y="27730"/>
                      <a:pt x="38795" y="27730"/>
                    </a:cubicBezTo>
                    <a:cubicBezTo>
                      <a:pt x="38938" y="27730"/>
                      <a:pt x="38939" y="27521"/>
                      <a:pt x="38843" y="27280"/>
                    </a:cubicBezTo>
                    <a:cubicBezTo>
                      <a:pt x="38771" y="27209"/>
                      <a:pt x="38700" y="27138"/>
                      <a:pt x="38700" y="27066"/>
                    </a:cubicBezTo>
                    <a:cubicBezTo>
                      <a:pt x="38628" y="26995"/>
                      <a:pt x="38628" y="26852"/>
                      <a:pt x="38557" y="26852"/>
                    </a:cubicBezTo>
                    <a:cubicBezTo>
                      <a:pt x="38462" y="26828"/>
                      <a:pt x="38343" y="26820"/>
                      <a:pt x="38216" y="26820"/>
                    </a:cubicBezTo>
                    <a:close/>
                    <a:moveTo>
                      <a:pt x="34416" y="27994"/>
                    </a:moveTo>
                    <a:cubicBezTo>
                      <a:pt x="34344" y="28066"/>
                      <a:pt x="34344" y="28066"/>
                      <a:pt x="34344" y="28066"/>
                    </a:cubicBezTo>
                    <a:cubicBezTo>
                      <a:pt x="34273" y="28209"/>
                      <a:pt x="34273" y="28209"/>
                      <a:pt x="34273" y="28209"/>
                    </a:cubicBezTo>
                    <a:lnTo>
                      <a:pt x="34201" y="28280"/>
                    </a:lnTo>
                    <a:cubicBezTo>
                      <a:pt x="34130" y="28351"/>
                      <a:pt x="34130" y="28351"/>
                      <a:pt x="34130" y="28351"/>
                    </a:cubicBezTo>
                    <a:cubicBezTo>
                      <a:pt x="34130" y="28423"/>
                      <a:pt x="34130" y="28423"/>
                      <a:pt x="34130" y="28423"/>
                    </a:cubicBezTo>
                    <a:lnTo>
                      <a:pt x="34201" y="28423"/>
                    </a:lnTo>
                    <a:cubicBezTo>
                      <a:pt x="34487" y="28494"/>
                      <a:pt x="34487" y="28494"/>
                      <a:pt x="34487" y="28494"/>
                    </a:cubicBezTo>
                    <a:cubicBezTo>
                      <a:pt x="34487" y="28423"/>
                      <a:pt x="34487" y="28423"/>
                      <a:pt x="34487" y="28423"/>
                    </a:cubicBezTo>
                    <a:cubicBezTo>
                      <a:pt x="34558" y="28280"/>
                      <a:pt x="34558" y="28280"/>
                      <a:pt x="34558" y="28280"/>
                    </a:cubicBezTo>
                    <a:lnTo>
                      <a:pt x="34630" y="28280"/>
                    </a:lnTo>
                    <a:cubicBezTo>
                      <a:pt x="34630" y="28209"/>
                      <a:pt x="34630" y="28209"/>
                      <a:pt x="34630" y="28209"/>
                    </a:cubicBezTo>
                    <a:cubicBezTo>
                      <a:pt x="34630" y="28137"/>
                      <a:pt x="34630" y="28137"/>
                      <a:pt x="34630" y="28137"/>
                    </a:cubicBezTo>
                    <a:lnTo>
                      <a:pt x="34558" y="28137"/>
                    </a:lnTo>
                    <a:cubicBezTo>
                      <a:pt x="34558" y="28209"/>
                      <a:pt x="34558" y="28209"/>
                      <a:pt x="34558" y="28209"/>
                    </a:cubicBezTo>
                    <a:cubicBezTo>
                      <a:pt x="34416" y="28066"/>
                      <a:pt x="34416" y="28066"/>
                      <a:pt x="34416" y="28066"/>
                    </a:cubicBezTo>
                    <a:cubicBezTo>
                      <a:pt x="34416" y="27994"/>
                      <a:pt x="34416" y="27994"/>
                      <a:pt x="34416" y="27994"/>
                    </a:cubicBezTo>
                    <a:close/>
                    <a:moveTo>
                      <a:pt x="33842" y="28677"/>
                    </a:moveTo>
                    <a:cubicBezTo>
                      <a:pt x="33789" y="28677"/>
                      <a:pt x="33725" y="28708"/>
                      <a:pt x="33630" y="28708"/>
                    </a:cubicBezTo>
                    <a:cubicBezTo>
                      <a:pt x="33487" y="28708"/>
                      <a:pt x="33416" y="28708"/>
                      <a:pt x="33273" y="28780"/>
                    </a:cubicBezTo>
                    <a:lnTo>
                      <a:pt x="32916" y="28780"/>
                    </a:lnTo>
                    <a:cubicBezTo>
                      <a:pt x="32702" y="28780"/>
                      <a:pt x="32559" y="29065"/>
                      <a:pt x="32773" y="29208"/>
                    </a:cubicBezTo>
                    <a:cubicBezTo>
                      <a:pt x="32916" y="29208"/>
                      <a:pt x="33059" y="29137"/>
                      <a:pt x="33130" y="29137"/>
                    </a:cubicBezTo>
                    <a:cubicBezTo>
                      <a:pt x="33202" y="29137"/>
                      <a:pt x="33202" y="29208"/>
                      <a:pt x="33130" y="29280"/>
                    </a:cubicBezTo>
                    <a:cubicBezTo>
                      <a:pt x="33095" y="29315"/>
                      <a:pt x="33130" y="29333"/>
                      <a:pt x="33184" y="29333"/>
                    </a:cubicBezTo>
                    <a:cubicBezTo>
                      <a:pt x="33238" y="29333"/>
                      <a:pt x="33309" y="29315"/>
                      <a:pt x="33345" y="29280"/>
                    </a:cubicBezTo>
                    <a:cubicBezTo>
                      <a:pt x="33416" y="29065"/>
                      <a:pt x="33487" y="29137"/>
                      <a:pt x="33630" y="28994"/>
                    </a:cubicBezTo>
                    <a:cubicBezTo>
                      <a:pt x="33702" y="28923"/>
                      <a:pt x="33773" y="28851"/>
                      <a:pt x="33844" y="28780"/>
                    </a:cubicBezTo>
                    <a:cubicBezTo>
                      <a:pt x="33844" y="28780"/>
                      <a:pt x="33916" y="28780"/>
                      <a:pt x="33916" y="28708"/>
                    </a:cubicBezTo>
                    <a:cubicBezTo>
                      <a:pt x="33892" y="28685"/>
                      <a:pt x="33868" y="28677"/>
                      <a:pt x="33842" y="28677"/>
                    </a:cubicBezTo>
                    <a:close/>
                    <a:moveTo>
                      <a:pt x="31917" y="29208"/>
                    </a:moveTo>
                    <a:lnTo>
                      <a:pt x="31917" y="29208"/>
                    </a:lnTo>
                    <a:cubicBezTo>
                      <a:pt x="31702" y="29494"/>
                      <a:pt x="31774" y="29565"/>
                      <a:pt x="32059" y="29637"/>
                    </a:cubicBezTo>
                    <a:lnTo>
                      <a:pt x="32345" y="29637"/>
                    </a:lnTo>
                    <a:cubicBezTo>
                      <a:pt x="32416" y="29637"/>
                      <a:pt x="32488" y="29565"/>
                      <a:pt x="32559" y="29565"/>
                    </a:cubicBezTo>
                    <a:cubicBezTo>
                      <a:pt x="32559" y="29565"/>
                      <a:pt x="32631" y="29637"/>
                      <a:pt x="32702" y="29637"/>
                    </a:cubicBezTo>
                    <a:cubicBezTo>
                      <a:pt x="32702" y="29565"/>
                      <a:pt x="32631" y="29494"/>
                      <a:pt x="32631" y="29494"/>
                    </a:cubicBezTo>
                    <a:cubicBezTo>
                      <a:pt x="32559" y="29494"/>
                      <a:pt x="32702" y="29422"/>
                      <a:pt x="32631" y="29422"/>
                    </a:cubicBezTo>
                    <a:cubicBezTo>
                      <a:pt x="32631" y="29399"/>
                      <a:pt x="32623" y="29391"/>
                      <a:pt x="32609" y="29391"/>
                    </a:cubicBezTo>
                    <a:cubicBezTo>
                      <a:pt x="32583" y="29391"/>
                      <a:pt x="32535" y="29422"/>
                      <a:pt x="32488" y="29422"/>
                    </a:cubicBezTo>
                    <a:cubicBezTo>
                      <a:pt x="32345" y="29422"/>
                      <a:pt x="32274" y="29351"/>
                      <a:pt x="32202" y="29351"/>
                    </a:cubicBezTo>
                    <a:lnTo>
                      <a:pt x="32059" y="29351"/>
                    </a:lnTo>
                    <a:cubicBezTo>
                      <a:pt x="31988" y="29280"/>
                      <a:pt x="31917" y="29208"/>
                      <a:pt x="31917" y="29208"/>
                    </a:cubicBezTo>
                    <a:close/>
                    <a:moveTo>
                      <a:pt x="24419" y="29494"/>
                    </a:moveTo>
                    <a:cubicBezTo>
                      <a:pt x="24419" y="29565"/>
                      <a:pt x="24419" y="29565"/>
                      <a:pt x="24419" y="29565"/>
                    </a:cubicBezTo>
                    <a:cubicBezTo>
                      <a:pt x="24419" y="29637"/>
                      <a:pt x="24419" y="29637"/>
                      <a:pt x="24419" y="29637"/>
                    </a:cubicBezTo>
                    <a:cubicBezTo>
                      <a:pt x="24562" y="29708"/>
                      <a:pt x="24562" y="29708"/>
                      <a:pt x="24562" y="29708"/>
                    </a:cubicBezTo>
                    <a:lnTo>
                      <a:pt x="24562" y="29779"/>
                    </a:lnTo>
                    <a:lnTo>
                      <a:pt x="24634" y="29779"/>
                    </a:lnTo>
                    <a:cubicBezTo>
                      <a:pt x="24776" y="29708"/>
                      <a:pt x="24776" y="29708"/>
                      <a:pt x="24776" y="29708"/>
                    </a:cubicBezTo>
                    <a:cubicBezTo>
                      <a:pt x="24776" y="29637"/>
                      <a:pt x="24776" y="29637"/>
                      <a:pt x="24776" y="29637"/>
                    </a:cubicBezTo>
                    <a:lnTo>
                      <a:pt x="24562" y="29637"/>
                    </a:lnTo>
                    <a:cubicBezTo>
                      <a:pt x="24491" y="29494"/>
                      <a:pt x="24491" y="29494"/>
                      <a:pt x="24491" y="29494"/>
                    </a:cubicBezTo>
                    <a:close/>
                    <a:moveTo>
                      <a:pt x="10315" y="29308"/>
                    </a:moveTo>
                    <a:cubicBezTo>
                      <a:pt x="10239" y="29308"/>
                      <a:pt x="10210" y="29358"/>
                      <a:pt x="10210" y="29494"/>
                    </a:cubicBezTo>
                    <a:cubicBezTo>
                      <a:pt x="10210" y="29565"/>
                      <a:pt x="10282" y="29708"/>
                      <a:pt x="10282" y="29779"/>
                    </a:cubicBezTo>
                    <a:cubicBezTo>
                      <a:pt x="10282" y="29851"/>
                      <a:pt x="10210" y="29922"/>
                      <a:pt x="10139" y="29922"/>
                    </a:cubicBezTo>
                    <a:cubicBezTo>
                      <a:pt x="10068" y="29994"/>
                      <a:pt x="10068" y="30065"/>
                      <a:pt x="10068" y="30136"/>
                    </a:cubicBezTo>
                    <a:cubicBezTo>
                      <a:pt x="10109" y="30220"/>
                      <a:pt x="10151" y="30255"/>
                      <a:pt x="10208" y="30255"/>
                    </a:cubicBezTo>
                    <a:cubicBezTo>
                      <a:pt x="10247" y="30255"/>
                      <a:pt x="10294" y="30237"/>
                      <a:pt x="10353" y="30208"/>
                    </a:cubicBezTo>
                    <a:cubicBezTo>
                      <a:pt x="10425" y="30208"/>
                      <a:pt x="10425" y="30136"/>
                      <a:pt x="10496" y="30065"/>
                    </a:cubicBezTo>
                    <a:cubicBezTo>
                      <a:pt x="10496" y="29994"/>
                      <a:pt x="10567" y="29994"/>
                      <a:pt x="10567" y="29994"/>
                    </a:cubicBezTo>
                    <a:cubicBezTo>
                      <a:pt x="10710" y="29922"/>
                      <a:pt x="10853" y="29922"/>
                      <a:pt x="10924" y="29779"/>
                    </a:cubicBezTo>
                    <a:cubicBezTo>
                      <a:pt x="10996" y="29779"/>
                      <a:pt x="10996" y="29637"/>
                      <a:pt x="10996" y="29565"/>
                    </a:cubicBezTo>
                    <a:cubicBezTo>
                      <a:pt x="10996" y="29494"/>
                      <a:pt x="10924" y="29494"/>
                      <a:pt x="10853" y="29494"/>
                    </a:cubicBezTo>
                    <a:lnTo>
                      <a:pt x="10853" y="29422"/>
                    </a:lnTo>
                    <a:cubicBezTo>
                      <a:pt x="10825" y="29437"/>
                      <a:pt x="10796" y="29442"/>
                      <a:pt x="10768" y="29442"/>
                    </a:cubicBezTo>
                    <a:cubicBezTo>
                      <a:pt x="10656" y="29442"/>
                      <a:pt x="10553" y="29351"/>
                      <a:pt x="10496" y="29351"/>
                    </a:cubicBezTo>
                    <a:cubicBezTo>
                      <a:pt x="10418" y="29325"/>
                      <a:pt x="10358" y="29308"/>
                      <a:pt x="10315" y="29308"/>
                    </a:cubicBezTo>
                    <a:close/>
                    <a:moveTo>
                      <a:pt x="33573" y="30037"/>
                    </a:moveTo>
                    <a:cubicBezTo>
                      <a:pt x="33554" y="30037"/>
                      <a:pt x="33526" y="30046"/>
                      <a:pt x="33487" y="30065"/>
                    </a:cubicBezTo>
                    <a:cubicBezTo>
                      <a:pt x="33416" y="30065"/>
                      <a:pt x="33345" y="30136"/>
                      <a:pt x="33273" y="30136"/>
                    </a:cubicBezTo>
                    <a:cubicBezTo>
                      <a:pt x="33273" y="30113"/>
                      <a:pt x="33265" y="30105"/>
                      <a:pt x="33252" y="30105"/>
                    </a:cubicBezTo>
                    <a:cubicBezTo>
                      <a:pt x="33226" y="30105"/>
                      <a:pt x="33178" y="30136"/>
                      <a:pt x="33130" y="30136"/>
                    </a:cubicBezTo>
                    <a:cubicBezTo>
                      <a:pt x="32988" y="30279"/>
                      <a:pt x="32773" y="30208"/>
                      <a:pt x="32702" y="30351"/>
                    </a:cubicBezTo>
                    <a:cubicBezTo>
                      <a:pt x="32631" y="30351"/>
                      <a:pt x="32631" y="30422"/>
                      <a:pt x="32631" y="30493"/>
                    </a:cubicBezTo>
                    <a:cubicBezTo>
                      <a:pt x="32559" y="30565"/>
                      <a:pt x="32631" y="30565"/>
                      <a:pt x="32631" y="30565"/>
                    </a:cubicBezTo>
                    <a:cubicBezTo>
                      <a:pt x="32702" y="30636"/>
                      <a:pt x="32702" y="30636"/>
                      <a:pt x="32845" y="30636"/>
                    </a:cubicBezTo>
                    <a:lnTo>
                      <a:pt x="32988" y="30636"/>
                    </a:lnTo>
                    <a:cubicBezTo>
                      <a:pt x="33059" y="30636"/>
                      <a:pt x="33059" y="30565"/>
                      <a:pt x="32988" y="30493"/>
                    </a:cubicBezTo>
                    <a:cubicBezTo>
                      <a:pt x="32988" y="30446"/>
                      <a:pt x="33019" y="30430"/>
                      <a:pt x="33064" y="30430"/>
                    </a:cubicBezTo>
                    <a:cubicBezTo>
                      <a:pt x="33154" y="30430"/>
                      <a:pt x="33297" y="30493"/>
                      <a:pt x="33345" y="30493"/>
                    </a:cubicBezTo>
                    <a:cubicBezTo>
                      <a:pt x="33487" y="30422"/>
                      <a:pt x="33487" y="30351"/>
                      <a:pt x="33559" y="30208"/>
                    </a:cubicBezTo>
                    <a:cubicBezTo>
                      <a:pt x="33611" y="30103"/>
                      <a:pt x="33625" y="30037"/>
                      <a:pt x="33573" y="30037"/>
                    </a:cubicBezTo>
                    <a:close/>
                    <a:moveTo>
                      <a:pt x="26419" y="30565"/>
                    </a:moveTo>
                    <a:cubicBezTo>
                      <a:pt x="26419" y="30636"/>
                      <a:pt x="26419" y="30636"/>
                      <a:pt x="26419" y="30636"/>
                    </a:cubicBezTo>
                    <a:cubicBezTo>
                      <a:pt x="26419" y="30708"/>
                      <a:pt x="26419" y="30708"/>
                      <a:pt x="26419" y="30708"/>
                    </a:cubicBezTo>
                    <a:cubicBezTo>
                      <a:pt x="26490" y="30779"/>
                      <a:pt x="26490" y="30779"/>
                      <a:pt x="26490" y="30779"/>
                    </a:cubicBezTo>
                    <a:cubicBezTo>
                      <a:pt x="26561" y="30850"/>
                      <a:pt x="26561" y="30850"/>
                      <a:pt x="26561" y="30850"/>
                    </a:cubicBezTo>
                    <a:lnTo>
                      <a:pt x="26633" y="30850"/>
                    </a:lnTo>
                    <a:cubicBezTo>
                      <a:pt x="26633" y="30779"/>
                      <a:pt x="26633" y="30779"/>
                      <a:pt x="26633" y="30779"/>
                    </a:cubicBezTo>
                    <a:cubicBezTo>
                      <a:pt x="26633" y="30708"/>
                      <a:pt x="26633" y="30708"/>
                      <a:pt x="26633" y="30708"/>
                    </a:cubicBezTo>
                    <a:lnTo>
                      <a:pt x="26561" y="30636"/>
                    </a:lnTo>
                    <a:cubicBezTo>
                      <a:pt x="26561" y="30565"/>
                      <a:pt x="26561" y="30565"/>
                      <a:pt x="26561" y="30565"/>
                    </a:cubicBezTo>
                    <a:close/>
                    <a:moveTo>
                      <a:pt x="26704" y="30922"/>
                    </a:moveTo>
                    <a:cubicBezTo>
                      <a:pt x="26704" y="30993"/>
                      <a:pt x="26704" y="30993"/>
                      <a:pt x="26704" y="30993"/>
                    </a:cubicBezTo>
                    <a:lnTo>
                      <a:pt x="26918" y="30993"/>
                    </a:lnTo>
                    <a:cubicBezTo>
                      <a:pt x="26990" y="31065"/>
                      <a:pt x="26990" y="31065"/>
                      <a:pt x="26990" y="31065"/>
                    </a:cubicBezTo>
                    <a:lnTo>
                      <a:pt x="27061" y="31065"/>
                    </a:lnTo>
                    <a:cubicBezTo>
                      <a:pt x="27061" y="30993"/>
                      <a:pt x="27061" y="30993"/>
                      <a:pt x="27061" y="30993"/>
                    </a:cubicBezTo>
                    <a:cubicBezTo>
                      <a:pt x="27061" y="30922"/>
                      <a:pt x="27061" y="30922"/>
                      <a:pt x="27061" y="30922"/>
                    </a:cubicBezTo>
                    <a:close/>
                    <a:moveTo>
                      <a:pt x="23491" y="31493"/>
                    </a:moveTo>
                    <a:cubicBezTo>
                      <a:pt x="23491" y="31564"/>
                      <a:pt x="23491" y="31564"/>
                      <a:pt x="23491" y="31564"/>
                    </a:cubicBezTo>
                    <a:lnTo>
                      <a:pt x="23563" y="31564"/>
                    </a:lnTo>
                    <a:cubicBezTo>
                      <a:pt x="23563" y="31636"/>
                      <a:pt x="23563" y="31636"/>
                      <a:pt x="23563" y="31636"/>
                    </a:cubicBezTo>
                    <a:cubicBezTo>
                      <a:pt x="23563" y="31707"/>
                      <a:pt x="23563" y="31707"/>
                      <a:pt x="23563" y="31707"/>
                    </a:cubicBezTo>
                    <a:cubicBezTo>
                      <a:pt x="23563" y="32064"/>
                      <a:pt x="23563" y="32064"/>
                      <a:pt x="23563" y="32064"/>
                    </a:cubicBezTo>
                    <a:lnTo>
                      <a:pt x="23634" y="32064"/>
                    </a:lnTo>
                    <a:cubicBezTo>
                      <a:pt x="23705" y="32136"/>
                      <a:pt x="23705" y="32136"/>
                      <a:pt x="23705" y="32136"/>
                    </a:cubicBezTo>
                    <a:cubicBezTo>
                      <a:pt x="23777" y="31921"/>
                      <a:pt x="23777" y="31921"/>
                      <a:pt x="23777" y="31921"/>
                    </a:cubicBezTo>
                    <a:lnTo>
                      <a:pt x="23848" y="31921"/>
                    </a:lnTo>
                    <a:cubicBezTo>
                      <a:pt x="23848" y="31850"/>
                      <a:pt x="23848" y="31850"/>
                      <a:pt x="23848" y="31850"/>
                    </a:cubicBezTo>
                    <a:lnTo>
                      <a:pt x="23705" y="31707"/>
                    </a:lnTo>
                    <a:cubicBezTo>
                      <a:pt x="23705" y="31636"/>
                      <a:pt x="23705" y="31636"/>
                      <a:pt x="23705" y="31636"/>
                    </a:cubicBezTo>
                    <a:cubicBezTo>
                      <a:pt x="23563" y="31493"/>
                      <a:pt x="23563" y="31493"/>
                      <a:pt x="23563" y="31493"/>
                    </a:cubicBezTo>
                    <a:close/>
                    <a:moveTo>
                      <a:pt x="5569" y="29637"/>
                    </a:moveTo>
                    <a:cubicBezTo>
                      <a:pt x="4927" y="29637"/>
                      <a:pt x="4356" y="30065"/>
                      <a:pt x="3784" y="30422"/>
                    </a:cubicBezTo>
                    <a:cubicBezTo>
                      <a:pt x="3713" y="30458"/>
                      <a:pt x="3624" y="30458"/>
                      <a:pt x="3534" y="30458"/>
                    </a:cubicBezTo>
                    <a:cubicBezTo>
                      <a:pt x="3445" y="30458"/>
                      <a:pt x="3356" y="30458"/>
                      <a:pt x="3284" y="30493"/>
                    </a:cubicBezTo>
                    <a:cubicBezTo>
                      <a:pt x="3070" y="30493"/>
                      <a:pt x="2927" y="30565"/>
                      <a:pt x="2785" y="30565"/>
                    </a:cubicBezTo>
                    <a:cubicBezTo>
                      <a:pt x="2356" y="30493"/>
                      <a:pt x="2071" y="30493"/>
                      <a:pt x="1714" y="30279"/>
                    </a:cubicBezTo>
                    <a:cubicBezTo>
                      <a:pt x="1683" y="30272"/>
                      <a:pt x="1654" y="30268"/>
                      <a:pt x="1627" y="30268"/>
                    </a:cubicBezTo>
                    <a:cubicBezTo>
                      <a:pt x="1398" y="30268"/>
                      <a:pt x="1270" y="30516"/>
                      <a:pt x="1142" y="30708"/>
                    </a:cubicBezTo>
                    <a:cubicBezTo>
                      <a:pt x="1000" y="30850"/>
                      <a:pt x="928" y="30993"/>
                      <a:pt x="857" y="31207"/>
                    </a:cubicBezTo>
                    <a:cubicBezTo>
                      <a:pt x="714" y="31350"/>
                      <a:pt x="500" y="31422"/>
                      <a:pt x="500" y="31636"/>
                    </a:cubicBezTo>
                    <a:cubicBezTo>
                      <a:pt x="500" y="31921"/>
                      <a:pt x="428" y="32207"/>
                      <a:pt x="357" y="32350"/>
                    </a:cubicBezTo>
                    <a:cubicBezTo>
                      <a:pt x="341" y="32448"/>
                      <a:pt x="365" y="32486"/>
                      <a:pt x="415" y="32486"/>
                    </a:cubicBezTo>
                    <a:cubicBezTo>
                      <a:pt x="582" y="32486"/>
                      <a:pt x="1032" y="32048"/>
                      <a:pt x="1142" y="31993"/>
                    </a:cubicBezTo>
                    <a:cubicBezTo>
                      <a:pt x="1375" y="31853"/>
                      <a:pt x="1759" y="31744"/>
                      <a:pt x="2117" y="31744"/>
                    </a:cubicBezTo>
                    <a:cubicBezTo>
                      <a:pt x="2308" y="31744"/>
                      <a:pt x="2493" y="31775"/>
                      <a:pt x="2642" y="31850"/>
                    </a:cubicBezTo>
                    <a:cubicBezTo>
                      <a:pt x="2713" y="31850"/>
                      <a:pt x="2785" y="31921"/>
                      <a:pt x="2856" y="31921"/>
                    </a:cubicBezTo>
                    <a:cubicBezTo>
                      <a:pt x="3427" y="31921"/>
                      <a:pt x="3999" y="31921"/>
                      <a:pt x="4498" y="32136"/>
                    </a:cubicBezTo>
                    <a:cubicBezTo>
                      <a:pt x="4855" y="32136"/>
                      <a:pt x="4855" y="31707"/>
                      <a:pt x="4998" y="31564"/>
                    </a:cubicBezTo>
                    <a:cubicBezTo>
                      <a:pt x="5355" y="31136"/>
                      <a:pt x="5784" y="30850"/>
                      <a:pt x="6283" y="30850"/>
                    </a:cubicBezTo>
                    <a:cubicBezTo>
                      <a:pt x="6398" y="30850"/>
                      <a:pt x="6546" y="30873"/>
                      <a:pt x="6674" y="30873"/>
                    </a:cubicBezTo>
                    <a:cubicBezTo>
                      <a:pt x="6866" y="30873"/>
                      <a:pt x="7012" y="30822"/>
                      <a:pt x="6926" y="30565"/>
                    </a:cubicBezTo>
                    <a:lnTo>
                      <a:pt x="6926" y="30493"/>
                    </a:lnTo>
                    <a:cubicBezTo>
                      <a:pt x="6855" y="30279"/>
                      <a:pt x="6498" y="30279"/>
                      <a:pt x="6355" y="30279"/>
                    </a:cubicBezTo>
                    <a:cubicBezTo>
                      <a:pt x="6069" y="30136"/>
                      <a:pt x="5855" y="29994"/>
                      <a:pt x="5641" y="29779"/>
                    </a:cubicBezTo>
                    <a:cubicBezTo>
                      <a:pt x="5641" y="29708"/>
                      <a:pt x="5569" y="29708"/>
                      <a:pt x="5569" y="29637"/>
                    </a:cubicBezTo>
                    <a:close/>
                    <a:moveTo>
                      <a:pt x="36664" y="26805"/>
                    </a:moveTo>
                    <a:cubicBezTo>
                      <a:pt x="36605" y="26805"/>
                      <a:pt x="36545" y="26822"/>
                      <a:pt x="36486" y="26852"/>
                    </a:cubicBezTo>
                    <a:cubicBezTo>
                      <a:pt x="36415" y="26852"/>
                      <a:pt x="36272" y="26923"/>
                      <a:pt x="36201" y="27066"/>
                    </a:cubicBezTo>
                    <a:cubicBezTo>
                      <a:pt x="36129" y="27209"/>
                      <a:pt x="36129" y="27352"/>
                      <a:pt x="36058" y="27423"/>
                    </a:cubicBezTo>
                    <a:cubicBezTo>
                      <a:pt x="35844" y="27566"/>
                      <a:pt x="35701" y="27780"/>
                      <a:pt x="35630" y="27994"/>
                    </a:cubicBezTo>
                    <a:cubicBezTo>
                      <a:pt x="35487" y="28209"/>
                      <a:pt x="35273" y="28280"/>
                      <a:pt x="35201" y="28423"/>
                    </a:cubicBezTo>
                    <a:cubicBezTo>
                      <a:pt x="35130" y="28566"/>
                      <a:pt x="35058" y="28637"/>
                      <a:pt x="34987" y="28708"/>
                    </a:cubicBezTo>
                    <a:cubicBezTo>
                      <a:pt x="34844" y="28851"/>
                      <a:pt x="34630" y="28851"/>
                      <a:pt x="34487" y="28994"/>
                    </a:cubicBezTo>
                    <a:cubicBezTo>
                      <a:pt x="34130" y="29280"/>
                      <a:pt x="33987" y="29708"/>
                      <a:pt x="33916" y="30065"/>
                    </a:cubicBezTo>
                    <a:cubicBezTo>
                      <a:pt x="33844" y="30279"/>
                      <a:pt x="33987" y="30422"/>
                      <a:pt x="34059" y="30493"/>
                    </a:cubicBezTo>
                    <a:cubicBezTo>
                      <a:pt x="34094" y="30565"/>
                      <a:pt x="34059" y="30583"/>
                      <a:pt x="33996" y="30583"/>
                    </a:cubicBezTo>
                    <a:cubicBezTo>
                      <a:pt x="33934" y="30583"/>
                      <a:pt x="33844" y="30565"/>
                      <a:pt x="33773" y="30565"/>
                    </a:cubicBezTo>
                    <a:cubicBezTo>
                      <a:pt x="33737" y="30547"/>
                      <a:pt x="33697" y="30538"/>
                      <a:pt x="33658" y="30538"/>
                    </a:cubicBezTo>
                    <a:cubicBezTo>
                      <a:pt x="33541" y="30538"/>
                      <a:pt x="33434" y="30618"/>
                      <a:pt x="33487" y="30779"/>
                    </a:cubicBezTo>
                    <a:cubicBezTo>
                      <a:pt x="33630" y="30922"/>
                      <a:pt x="33702" y="31136"/>
                      <a:pt x="33559" y="31279"/>
                    </a:cubicBezTo>
                    <a:cubicBezTo>
                      <a:pt x="33487" y="31350"/>
                      <a:pt x="33345" y="31422"/>
                      <a:pt x="33345" y="31493"/>
                    </a:cubicBezTo>
                    <a:cubicBezTo>
                      <a:pt x="33273" y="31564"/>
                      <a:pt x="33273" y="31707"/>
                      <a:pt x="33345" y="31779"/>
                    </a:cubicBezTo>
                    <a:cubicBezTo>
                      <a:pt x="33416" y="31921"/>
                      <a:pt x="33416" y="32136"/>
                      <a:pt x="33416" y="32278"/>
                    </a:cubicBezTo>
                    <a:cubicBezTo>
                      <a:pt x="33487" y="32457"/>
                      <a:pt x="33666" y="32528"/>
                      <a:pt x="33853" y="32528"/>
                    </a:cubicBezTo>
                    <a:cubicBezTo>
                      <a:pt x="34041" y="32528"/>
                      <a:pt x="34237" y="32457"/>
                      <a:pt x="34344" y="32350"/>
                    </a:cubicBezTo>
                    <a:cubicBezTo>
                      <a:pt x="34416" y="32278"/>
                      <a:pt x="34469" y="32225"/>
                      <a:pt x="34514" y="32225"/>
                    </a:cubicBezTo>
                    <a:cubicBezTo>
                      <a:pt x="34558" y="32225"/>
                      <a:pt x="34594" y="32278"/>
                      <a:pt x="34630" y="32421"/>
                    </a:cubicBezTo>
                    <a:cubicBezTo>
                      <a:pt x="34630" y="32486"/>
                      <a:pt x="34650" y="32512"/>
                      <a:pt x="34679" y="32512"/>
                    </a:cubicBezTo>
                    <a:cubicBezTo>
                      <a:pt x="34747" y="32512"/>
                      <a:pt x="34866" y="32378"/>
                      <a:pt x="34915" y="32278"/>
                    </a:cubicBezTo>
                    <a:cubicBezTo>
                      <a:pt x="34915" y="32136"/>
                      <a:pt x="34915" y="31993"/>
                      <a:pt x="35058" y="31850"/>
                    </a:cubicBezTo>
                    <a:cubicBezTo>
                      <a:pt x="35273" y="31422"/>
                      <a:pt x="35701" y="31136"/>
                      <a:pt x="35987" y="30779"/>
                    </a:cubicBezTo>
                    <a:cubicBezTo>
                      <a:pt x="36415" y="30422"/>
                      <a:pt x="36843" y="29994"/>
                      <a:pt x="36986" y="29422"/>
                    </a:cubicBezTo>
                    <a:cubicBezTo>
                      <a:pt x="36986" y="29208"/>
                      <a:pt x="37129" y="28994"/>
                      <a:pt x="37129" y="28780"/>
                    </a:cubicBezTo>
                    <a:cubicBezTo>
                      <a:pt x="37200" y="28708"/>
                      <a:pt x="37058" y="28637"/>
                      <a:pt x="37058" y="28494"/>
                    </a:cubicBezTo>
                    <a:cubicBezTo>
                      <a:pt x="36986" y="28423"/>
                      <a:pt x="36986" y="28280"/>
                      <a:pt x="36915" y="28209"/>
                    </a:cubicBezTo>
                    <a:cubicBezTo>
                      <a:pt x="36843" y="27923"/>
                      <a:pt x="36843" y="27566"/>
                      <a:pt x="37200" y="27495"/>
                    </a:cubicBezTo>
                    <a:cubicBezTo>
                      <a:pt x="37415" y="27423"/>
                      <a:pt x="37415" y="27209"/>
                      <a:pt x="37272" y="27066"/>
                    </a:cubicBezTo>
                    <a:cubicBezTo>
                      <a:pt x="37236" y="27030"/>
                      <a:pt x="37200" y="27030"/>
                      <a:pt x="37165" y="27030"/>
                    </a:cubicBezTo>
                    <a:cubicBezTo>
                      <a:pt x="37129" y="27030"/>
                      <a:pt x="37093" y="27030"/>
                      <a:pt x="37058" y="26995"/>
                    </a:cubicBezTo>
                    <a:cubicBezTo>
                      <a:pt x="36986" y="26995"/>
                      <a:pt x="36915" y="26995"/>
                      <a:pt x="36915" y="26923"/>
                    </a:cubicBezTo>
                    <a:cubicBezTo>
                      <a:pt x="36831" y="26840"/>
                      <a:pt x="36747" y="26805"/>
                      <a:pt x="36664" y="26805"/>
                    </a:cubicBezTo>
                    <a:close/>
                    <a:moveTo>
                      <a:pt x="24519" y="31108"/>
                    </a:moveTo>
                    <a:cubicBezTo>
                      <a:pt x="24435" y="31108"/>
                      <a:pt x="24353" y="31117"/>
                      <a:pt x="24277" y="31136"/>
                    </a:cubicBezTo>
                    <a:cubicBezTo>
                      <a:pt x="23991" y="31136"/>
                      <a:pt x="23991" y="31422"/>
                      <a:pt x="23991" y="31707"/>
                    </a:cubicBezTo>
                    <a:cubicBezTo>
                      <a:pt x="23991" y="31993"/>
                      <a:pt x="24277" y="32136"/>
                      <a:pt x="24419" y="32350"/>
                    </a:cubicBezTo>
                    <a:cubicBezTo>
                      <a:pt x="24491" y="32421"/>
                      <a:pt x="24562" y="32564"/>
                      <a:pt x="24634" y="32564"/>
                    </a:cubicBezTo>
                    <a:cubicBezTo>
                      <a:pt x="24724" y="32654"/>
                      <a:pt x="24929" y="32745"/>
                      <a:pt x="25067" y="32745"/>
                    </a:cubicBezTo>
                    <a:cubicBezTo>
                      <a:pt x="25147" y="32745"/>
                      <a:pt x="25205" y="32714"/>
                      <a:pt x="25205" y="32635"/>
                    </a:cubicBezTo>
                    <a:cubicBezTo>
                      <a:pt x="25276" y="32493"/>
                      <a:pt x="25348" y="32421"/>
                      <a:pt x="25419" y="32278"/>
                    </a:cubicBezTo>
                    <a:cubicBezTo>
                      <a:pt x="25490" y="32207"/>
                      <a:pt x="25633" y="32064"/>
                      <a:pt x="25633" y="32064"/>
                    </a:cubicBezTo>
                    <a:cubicBezTo>
                      <a:pt x="25705" y="31921"/>
                      <a:pt x="25705" y="31707"/>
                      <a:pt x="25633" y="31636"/>
                    </a:cubicBezTo>
                    <a:cubicBezTo>
                      <a:pt x="25562" y="31564"/>
                      <a:pt x="25633" y="31422"/>
                      <a:pt x="25562" y="31350"/>
                    </a:cubicBezTo>
                    <a:cubicBezTo>
                      <a:pt x="25526" y="31279"/>
                      <a:pt x="25455" y="31261"/>
                      <a:pt x="25383" y="31261"/>
                    </a:cubicBezTo>
                    <a:cubicBezTo>
                      <a:pt x="25312" y="31261"/>
                      <a:pt x="25241" y="31279"/>
                      <a:pt x="25205" y="31279"/>
                    </a:cubicBezTo>
                    <a:cubicBezTo>
                      <a:pt x="24996" y="31174"/>
                      <a:pt x="24748" y="31108"/>
                      <a:pt x="24519" y="31108"/>
                    </a:cubicBezTo>
                    <a:close/>
                    <a:moveTo>
                      <a:pt x="0" y="32207"/>
                    </a:moveTo>
                    <a:cubicBezTo>
                      <a:pt x="0" y="32278"/>
                      <a:pt x="0" y="32278"/>
                      <a:pt x="0" y="32278"/>
                    </a:cubicBezTo>
                    <a:cubicBezTo>
                      <a:pt x="0" y="32350"/>
                      <a:pt x="0" y="32350"/>
                      <a:pt x="0" y="32350"/>
                    </a:cubicBezTo>
                    <a:cubicBezTo>
                      <a:pt x="0" y="32421"/>
                      <a:pt x="0" y="32421"/>
                      <a:pt x="0" y="32421"/>
                    </a:cubicBezTo>
                    <a:cubicBezTo>
                      <a:pt x="0" y="32493"/>
                      <a:pt x="0" y="32493"/>
                      <a:pt x="0" y="32493"/>
                    </a:cubicBezTo>
                    <a:cubicBezTo>
                      <a:pt x="0" y="32564"/>
                      <a:pt x="0" y="32564"/>
                      <a:pt x="0" y="32564"/>
                    </a:cubicBezTo>
                    <a:cubicBezTo>
                      <a:pt x="71" y="32707"/>
                      <a:pt x="71" y="32707"/>
                      <a:pt x="71" y="32707"/>
                    </a:cubicBezTo>
                    <a:cubicBezTo>
                      <a:pt x="71" y="32778"/>
                      <a:pt x="71" y="32778"/>
                      <a:pt x="71" y="32778"/>
                    </a:cubicBezTo>
                    <a:cubicBezTo>
                      <a:pt x="214" y="32493"/>
                      <a:pt x="214" y="32493"/>
                      <a:pt x="214" y="32493"/>
                    </a:cubicBezTo>
                    <a:cubicBezTo>
                      <a:pt x="214" y="32421"/>
                      <a:pt x="214" y="32421"/>
                      <a:pt x="214" y="32421"/>
                    </a:cubicBezTo>
                    <a:lnTo>
                      <a:pt x="143" y="32350"/>
                    </a:lnTo>
                    <a:cubicBezTo>
                      <a:pt x="71" y="32278"/>
                      <a:pt x="71" y="32278"/>
                      <a:pt x="71" y="32278"/>
                    </a:cubicBezTo>
                    <a:cubicBezTo>
                      <a:pt x="71" y="32207"/>
                      <a:pt x="71" y="32207"/>
                      <a:pt x="71" y="32207"/>
                    </a:cubicBezTo>
                    <a:close/>
                    <a:moveTo>
                      <a:pt x="9068" y="32493"/>
                    </a:moveTo>
                    <a:cubicBezTo>
                      <a:pt x="8997" y="32564"/>
                      <a:pt x="8997" y="32564"/>
                      <a:pt x="8997" y="32564"/>
                    </a:cubicBezTo>
                    <a:cubicBezTo>
                      <a:pt x="8925" y="32635"/>
                      <a:pt x="8925" y="32635"/>
                      <a:pt x="8925" y="32635"/>
                    </a:cubicBezTo>
                    <a:cubicBezTo>
                      <a:pt x="8925" y="32707"/>
                      <a:pt x="8925" y="32707"/>
                      <a:pt x="8925" y="32707"/>
                    </a:cubicBezTo>
                    <a:cubicBezTo>
                      <a:pt x="8925" y="32921"/>
                      <a:pt x="8925" y="32921"/>
                      <a:pt x="8925" y="32921"/>
                    </a:cubicBezTo>
                    <a:lnTo>
                      <a:pt x="8854" y="32921"/>
                    </a:lnTo>
                    <a:cubicBezTo>
                      <a:pt x="8854" y="32992"/>
                      <a:pt x="8854" y="32992"/>
                      <a:pt x="8854" y="32992"/>
                    </a:cubicBezTo>
                    <a:cubicBezTo>
                      <a:pt x="9211" y="33064"/>
                      <a:pt x="9211" y="33064"/>
                      <a:pt x="9211" y="33064"/>
                    </a:cubicBezTo>
                    <a:lnTo>
                      <a:pt x="9354" y="33064"/>
                    </a:lnTo>
                    <a:cubicBezTo>
                      <a:pt x="9354" y="32921"/>
                      <a:pt x="9354" y="32921"/>
                      <a:pt x="9354" y="32921"/>
                    </a:cubicBezTo>
                    <a:cubicBezTo>
                      <a:pt x="9354" y="32850"/>
                      <a:pt x="9354" y="32850"/>
                      <a:pt x="9354" y="32850"/>
                    </a:cubicBezTo>
                    <a:lnTo>
                      <a:pt x="9354" y="32707"/>
                    </a:lnTo>
                    <a:cubicBezTo>
                      <a:pt x="9354" y="32635"/>
                      <a:pt x="9354" y="32635"/>
                      <a:pt x="9354" y="32635"/>
                    </a:cubicBezTo>
                    <a:cubicBezTo>
                      <a:pt x="9282" y="32564"/>
                      <a:pt x="9282" y="32564"/>
                      <a:pt x="9282" y="32564"/>
                    </a:cubicBezTo>
                    <a:cubicBezTo>
                      <a:pt x="9211" y="32493"/>
                      <a:pt x="9211" y="32493"/>
                      <a:pt x="9211" y="32493"/>
                    </a:cubicBezTo>
                    <a:close/>
                    <a:moveTo>
                      <a:pt x="25990" y="32992"/>
                    </a:moveTo>
                    <a:cubicBezTo>
                      <a:pt x="25847" y="33135"/>
                      <a:pt x="25633" y="33207"/>
                      <a:pt x="25562" y="33349"/>
                    </a:cubicBezTo>
                    <a:cubicBezTo>
                      <a:pt x="25490" y="33421"/>
                      <a:pt x="25419" y="33564"/>
                      <a:pt x="25348" y="33635"/>
                    </a:cubicBezTo>
                    <a:cubicBezTo>
                      <a:pt x="25348" y="33706"/>
                      <a:pt x="25348" y="33706"/>
                      <a:pt x="25348" y="33778"/>
                    </a:cubicBezTo>
                    <a:cubicBezTo>
                      <a:pt x="25562" y="33778"/>
                      <a:pt x="25633" y="33492"/>
                      <a:pt x="25776" y="33349"/>
                    </a:cubicBezTo>
                    <a:cubicBezTo>
                      <a:pt x="25776" y="33278"/>
                      <a:pt x="25919" y="33278"/>
                      <a:pt x="25990" y="33207"/>
                    </a:cubicBezTo>
                    <a:cubicBezTo>
                      <a:pt x="26062" y="33135"/>
                      <a:pt x="26062" y="33064"/>
                      <a:pt x="26062" y="32992"/>
                    </a:cubicBezTo>
                    <a:close/>
                    <a:moveTo>
                      <a:pt x="12368" y="33321"/>
                    </a:moveTo>
                    <a:cubicBezTo>
                      <a:pt x="12243" y="33321"/>
                      <a:pt x="12100" y="33388"/>
                      <a:pt x="11996" y="33492"/>
                    </a:cubicBezTo>
                    <a:cubicBezTo>
                      <a:pt x="11853" y="33564"/>
                      <a:pt x="11710" y="33635"/>
                      <a:pt x="11710" y="33706"/>
                    </a:cubicBezTo>
                    <a:lnTo>
                      <a:pt x="11781" y="33706"/>
                    </a:lnTo>
                    <a:cubicBezTo>
                      <a:pt x="11781" y="33778"/>
                      <a:pt x="11924" y="33849"/>
                      <a:pt x="11924" y="33849"/>
                    </a:cubicBezTo>
                    <a:cubicBezTo>
                      <a:pt x="11966" y="33870"/>
                      <a:pt x="12014" y="33879"/>
                      <a:pt x="12064" y="33879"/>
                    </a:cubicBezTo>
                    <a:cubicBezTo>
                      <a:pt x="12186" y="33879"/>
                      <a:pt x="12323" y="33828"/>
                      <a:pt x="12424" y="33778"/>
                    </a:cubicBezTo>
                    <a:cubicBezTo>
                      <a:pt x="12495" y="33778"/>
                      <a:pt x="12638" y="33778"/>
                      <a:pt x="12710" y="33706"/>
                    </a:cubicBezTo>
                    <a:cubicBezTo>
                      <a:pt x="12781" y="33635"/>
                      <a:pt x="12638" y="33421"/>
                      <a:pt x="12567" y="33421"/>
                    </a:cubicBezTo>
                    <a:lnTo>
                      <a:pt x="12495" y="33349"/>
                    </a:lnTo>
                    <a:cubicBezTo>
                      <a:pt x="12457" y="33330"/>
                      <a:pt x="12414" y="33321"/>
                      <a:pt x="12368" y="33321"/>
                    </a:cubicBezTo>
                    <a:close/>
                    <a:moveTo>
                      <a:pt x="12987" y="32983"/>
                    </a:moveTo>
                    <a:cubicBezTo>
                      <a:pt x="12943" y="32983"/>
                      <a:pt x="12898" y="32986"/>
                      <a:pt x="12852" y="32992"/>
                    </a:cubicBezTo>
                    <a:cubicBezTo>
                      <a:pt x="12781" y="33064"/>
                      <a:pt x="12710" y="33064"/>
                      <a:pt x="12638" y="33064"/>
                    </a:cubicBezTo>
                    <a:cubicBezTo>
                      <a:pt x="12638" y="33135"/>
                      <a:pt x="12781" y="33207"/>
                      <a:pt x="12781" y="33278"/>
                    </a:cubicBezTo>
                    <a:cubicBezTo>
                      <a:pt x="12852" y="33492"/>
                      <a:pt x="13067" y="33706"/>
                      <a:pt x="13352" y="33706"/>
                    </a:cubicBezTo>
                    <a:cubicBezTo>
                      <a:pt x="13495" y="33706"/>
                      <a:pt x="13638" y="33706"/>
                      <a:pt x="13781" y="33778"/>
                    </a:cubicBezTo>
                    <a:cubicBezTo>
                      <a:pt x="13923" y="33849"/>
                      <a:pt x="13995" y="33921"/>
                      <a:pt x="14138" y="33992"/>
                    </a:cubicBezTo>
                    <a:cubicBezTo>
                      <a:pt x="14176" y="34011"/>
                      <a:pt x="14214" y="34020"/>
                      <a:pt x="14251" y="34020"/>
                    </a:cubicBezTo>
                    <a:cubicBezTo>
                      <a:pt x="14352" y="34020"/>
                      <a:pt x="14442" y="33954"/>
                      <a:pt x="14495" y="33849"/>
                    </a:cubicBezTo>
                    <a:cubicBezTo>
                      <a:pt x="14637" y="33706"/>
                      <a:pt x="14923" y="33564"/>
                      <a:pt x="14923" y="33421"/>
                    </a:cubicBezTo>
                    <a:lnTo>
                      <a:pt x="14923" y="33349"/>
                    </a:lnTo>
                    <a:cubicBezTo>
                      <a:pt x="14923" y="33349"/>
                      <a:pt x="14780" y="33207"/>
                      <a:pt x="14709" y="33207"/>
                    </a:cubicBezTo>
                    <a:cubicBezTo>
                      <a:pt x="14566" y="33278"/>
                      <a:pt x="14423" y="33278"/>
                      <a:pt x="14209" y="33278"/>
                    </a:cubicBezTo>
                    <a:cubicBezTo>
                      <a:pt x="13820" y="33278"/>
                      <a:pt x="13430" y="32983"/>
                      <a:pt x="12987" y="32983"/>
                    </a:cubicBezTo>
                    <a:close/>
                    <a:moveTo>
                      <a:pt x="19636" y="33492"/>
                    </a:moveTo>
                    <a:cubicBezTo>
                      <a:pt x="19493" y="33564"/>
                      <a:pt x="19350" y="33564"/>
                      <a:pt x="19350" y="33635"/>
                    </a:cubicBezTo>
                    <a:cubicBezTo>
                      <a:pt x="19350" y="33635"/>
                      <a:pt x="19421" y="33778"/>
                      <a:pt x="19421" y="33778"/>
                    </a:cubicBezTo>
                    <a:cubicBezTo>
                      <a:pt x="19493" y="33849"/>
                      <a:pt x="19707" y="33992"/>
                      <a:pt x="19850" y="33992"/>
                    </a:cubicBezTo>
                    <a:cubicBezTo>
                      <a:pt x="19921" y="33992"/>
                      <a:pt x="19993" y="33921"/>
                      <a:pt x="20064" y="33849"/>
                    </a:cubicBezTo>
                    <a:cubicBezTo>
                      <a:pt x="20172" y="33904"/>
                      <a:pt x="20281" y="34040"/>
                      <a:pt x="20389" y="34040"/>
                    </a:cubicBezTo>
                    <a:cubicBezTo>
                      <a:pt x="20424" y="34040"/>
                      <a:pt x="20458" y="34026"/>
                      <a:pt x="20492" y="33992"/>
                    </a:cubicBezTo>
                    <a:cubicBezTo>
                      <a:pt x="20564" y="33849"/>
                      <a:pt x="20564" y="33778"/>
                      <a:pt x="20564" y="33706"/>
                    </a:cubicBezTo>
                    <a:cubicBezTo>
                      <a:pt x="20492" y="33635"/>
                      <a:pt x="20278" y="33564"/>
                      <a:pt x="20278" y="33564"/>
                    </a:cubicBezTo>
                    <a:cubicBezTo>
                      <a:pt x="20207" y="33564"/>
                      <a:pt x="19707" y="33492"/>
                      <a:pt x="19636" y="33492"/>
                    </a:cubicBezTo>
                    <a:close/>
                    <a:moveTo>
                      <a:pt x="15435" y="33643"/>
                    </a:moveTo>
                    <a:cubicBezTo>
                      <a:pt x="15364" y="33643"/>
                      <a:pt x="15265" y="33675"/>
                      <a:pt x="15137" y="33706"/>
                    </a:cubicBezTo>
                    <a:cubicBezTo>
                      <a:pt x="15090" y="33706"/>
                      <a:pt x="15042" y="33738"/>
                      <a:pt x="14994" y="33738"/>
                    </a:cubicBezTo>
                    <a:cubicBezTo>
                      <a:pt x="14971" y="33738"/>
                      <a:pt x="14947" y="33730"/>
                      <a:pt x="14923" y="33706"/>
                    </a:cubicBezTo>
                    <a:cubicBezTo>
                      <a:pt x="14904" y="33687"/>
                      <a:pt x="14880" y="33678"/>
                      <a:pt x="14854" y="33678"/>
                    </a:cubicBezTo>
                    <a:cubicBezTo>
                      <a:pt x="14785" y="33678"/>
                      <a:pt x="14709" y="33745"/>
                      <a:pt x="14709" y="33849"/>
                    </a:cubicBezTo>
                    <a:cubicBezTo>
                      <a:pt x="14495" y="34135"/>
                      <a:pt x="15066" y="34206"/>
                      <a:pt x="15280" y="34206"/>
                    </a:cubicBezTo>
                    <a:cubicBezTo>
                      <a:pt x="15351" y="34135"/>
                      <a:pt x="15494" y="34135"/>
                      <a:pt x="15637" y="34063"/>
                    </a:cubicBezTo>
                    <a:cubicBezTo>
                      <a:pt x="15637" y="34063"/>
                      <a:pt x="15566" y="33921"/>
                      <a:pt x="15566" y="33921"/>
                    </a:cubicBezTo>
                    <a:lnTo>
                      <a:pt x="15566" y="33849"/>
                    </a:lnTo>
                    <a:cubicBezTo>
                      <a:pt x="15566" y="33691"/>
                      <a:pt x="15522" y="33643"/>
                      <a:pt x="15435" y="33643"/>
                    </a:cubicBezTo>
                    <a:close/>
                    <a:moveTo>
                      <a:pt x="33019" y="32942"/>
                    </a:moveTo>
                    <a:cubicBezTo>
                      <a:pt x="32892" y="32942"/>
                      <a:pt x="32778" y="33108"/>
                      <a:pt x="32631" y="33207"/>
                    </a:cubicBezTo>
                    <a:cubicBezTo>
                      <a:pt x="32604" y="33259"/>
                      <a:pt x="32568" y="33273"/>
                      <a:pt x="32526" y="33273"/>
                    </a:cubicBezTo>
                    <a:cubicBezTo>
                      <a:pt x="32480" y="33273"/>
                      <a:pt x="32426" y="33257"/>
                      <a:pt x="32370" y="33257"/>
                    </a:cubicBezTo>
                    <a:cubicBezTo>
                      <a:pt x="32338" y="33257"/>
                      <a:pt x="32306" y="33262"/>
                      <a:pt x="32274" y="33278"/>
                    </a:cubicBezTo>
                    <a:cubicBezTo>
                      <a:pt x="32202" y="33349"/>
                      <a:pt x="32274" y="33564"/>
                      <a:pt x="32202" y="33706"/>
                    </a:cubicBezTo>
                    <a:cubicBezTo>
                      <a:pt x="32131" y="33849"/>
                      <a:pt x="31988" y="33849"/>
                      <a:pt x="31917" y="33921"/>
                    </a:cubicBezTo>
                    <a:cubicBezTo>
                      <a:pt x="31702" y="34063"/>
                      <a:pt x="31488" y="34278"/>
                      <a:pt x="31345" y="34492"/>
                    </a:cubicBezTo>
                    <a:cubicBezTo>
                      <a:pt x="31274" y="34563"/>
                      <a:pt x="31274" y="34563"/>
                      <a:pt x="31274" y="34563"/>
                    </a:cubicBezTo>
                    <a:cubicBezTo>
                      <a:pt x="31316" y="34605"/>
                      <a:pt x="31370" y="34622"/>
                      <a:pt x="31429" y="34622"/>
                    </a:cubicBezTo>
                    <a:cubicBezTo>
                      <a:pt x="31572" y="34622"/>
                      <a:pt x="31744" y="34521"/>
                      <a:pt x="31845" y="34420"/>
                    </a:cubicBezTo>
                    <a:cubicBezTo>
                      <a:pt x="32059" y="34349"/>
                      <a:pt x="32131" y="34278"/>
                      <a:pt x="32131" y="34063"/>
                    </a:cubicBezTo>
                    <a:cubicBezTo>
                      <a:pt x="32274" y="33778"/>
                      <a:pt x="32559" y="33921"/>
                      <a:pt x="32845" y="33849"/>
                    </a:cubicBezTo>
                    <a:cubicBezTo>
                      <a:pt x="33202" y="33706"/>
                      <a:pt x="33487" y="33492"/>
                      <a:pt x="33844" y="33349"/>
                    </a:cubicBezTo>
                    <a:cubicBezTo>
                      <a:pt x="33987" y="33135"/>
                      <a:pt x="33844" y="33135"/>
                      <a:pt x="33702" y="33135"/>
                    </a:cubicBezTo>
                    <a:lnTo>
                      <a:pt x="33630" y="33135"/>
                    </a:lnTo>
                    <a:cubicBezTo>
                      <a:pt x="33559" y="33135"/>
                      <a:pt x="33416" y="33278"/>
                      <a:pt x="33345" y="33278"/>
                    </a:cubicBezTo>
                    <a:cubicBezTo>
                      <a:pt x="33273" y="33278"/>
                      <a:pt x="33273" y="33207"/>
                      <a:pt x="33273" y="33135"/>
                    </a:cubicBezTo>
                    <a:cubicBezTo>
                      <a:pt x="33273" y="33135"/>
                      <a:pt x="33273" y="33064"/>
                      <a:pt x="33202" y="33064"/>
                    </a:cubicBezTo>
                    <a:cubicBezTo>
                      <a:pt x="33135" y="32975"/>
                      <a:pt x="33076" y="32942"/>
                      <a:pt x="33019" y="3294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59"/>
              <p:cNvSpPr/>
              <p:nvPr/>
            </p:nvSpPr>
            <p:spPr>
              <a:xfrm>
                <a:off x="5009550" y="2893075"/>
                <a:ext cx="1423175" cy="865575"/>
              </a:xfrm>
              <a:custGeom>
                <a:rect b="b" l="l" r="r" t="t"/>
                <a:pathLst>
                  <a:path extrusionOk="0" fill="none" h="34623" w="56927">
                    <a:moveTo>
                      <a:pt x="12924" y="16285"/>
                    </a:moveTo>
                    <a:cubicBezTo>
                      <a:pt x="12852" y="16213"/>
                      <a:pt x="12852" y="16213"/>
                      <a:pt x="12852" y="16213"/>
                    </a:cubicBezTo>
                    <a:cubicBezTo>
                      <a:pt x="12852" y="16285"/>
                      <a:pt x="12852" y="16285"/>
                      <a:pt x="12852" y="16285"/>
                    </a:cubicBezTo>
                    <a:close/>
                    <a:moveTo>
                      <a:pt x="9354" y="32707"/>
                    </a:moveTo>
                    <a:cubicBezTo>
                      <a:pt x="9354" y="32635"/>
                      <a:pt x="9354" y="32635"/>
                      <a:pt x="9354" y="32635"/>
                    </a:cubicBezTo>
                    <a:cubicBezTo>
                      <a:pt x="9282" y="32564"/>
                      <a:pt x="9282" y="32564"/>
                      <a:pt x="9282" y="32564"/>
                    </a:cubicBezTo>
                    <a:cubicBezTo>
                      <a:pt x="9211" y="32493"/>
                      <a:pt x="9211" y="32493"/>
                      <a:pt x="9211" y="32493"/>
                    </a:cubicBezTo>
                    <a:cubicBezTo>
                      <a:pt x="9068" y="32493"/>
                      <a:pt x="9068" y="32493"/>
                      <a:pt x="9068" y="32493"/>
                    </a:cubicBezTo>
                    <a:cubicBezTo>
                      <a:pt x="8997" y="32564"/>
                      <a:pt x="8997" y="32564"/>
                      <a:pt x="8997" y="32564"/>
                    </a:cubicBezTo>
                    <a:cubicBezTo>
                      <a:pt x="8925" y="32635"/>
                      <a:pt x="8925" y="32635"/>
                      <a:pt x="8925" y="32635"/>
                    </a:cubicBezTo>
                    <a:cubicBezTo>
                      <a:pt x="8925" y="32707"/>
                      <a:pt x="8925" y="32707"/>
                      <a:pt x="8925" y="32707"/>
                    </a:cubicBezTo>
                    <a:cubicBezTo>
                      <a:pt x="8925" y="32921"/>
                      <a:pt x="8925" y="32921"/>
                      <a:pt x="8925" y="32921"/>
                    </a:cubicBezTo>
                    <a:cubicBezTo>
                      <a:pt x="8854" y="32921"/>
                      <a:pt x="8854" y="32921"/>
                      <a:pt x="8854" y="32921"/>
                    </a:cubicBezTo>
                    <a:cubicBezTo>
                      <a:pt x="8854" y="32992"/>
                      <a:pt x="8854" y="32992"/>
                      <a:pt x="8854" y="32992"/>
                    </a:cubicBezTo>
                    <a:cubicBezTo>
                      <a:pt x="9211" y="33064"/>
                      <a:pt x="9211" y="33064"/>
                      <a:pt x="9211" y="33064"/>
                    </a:cubicBezTo>
                    <a:cubicBezTo>
                      <a:pt x="9354" y="33064"/>
                      <a:pt x="9354" y="33064"/>
                      <a:pt x="9354" y="33064"/>
                    </a:cubicBezTo>
                    <a:cubicBezTo>
                      <a:pt x="9354" y="32921"/>
                      <a:pt x="9354" y="32921"/>
                      <a:pt x="9354" y="32921"/>
                    </a:cubicBezTo>
                    <a:cubicBezTo>
                      <a:pt x="9354" y="32850"/>
                      <a:pt x="9354" y="32850"/>
                      <a:pt x="9354" y="32850"/>
                    </a:cubicBezTo>
                    <a:close/>
                    <a:moveTo>
                      <a:pt x="9425" y="3647"/>
                    </a:moveTo>
                    <a:cubicBezTo>
                      <a:pt x="9211" y="3575"/>
                      <a:pt x="8997" y="3504"/>
                      <a:pt x="8782" y="3575"/>
                    </a:cubicBezTo>
                    <a:cubicBezTo>
                      <a:pt x="8640" y="3575"/>
                      <a:pt x="8497" y="3575"/>
                      <a:pt x="8425" y="3432"/>
                    </a:cubicBezTo>
                    <a:cubicBezTo>
                      <a:pt x="8283" y="3361"/>
                      <a:pt x="8211" y="3147"/>
                      <a:pt x="8354" y="3075"/>
                    </a:cubicBezTo>
                    <a:cubicBezTo>
                      <a:pt x="8568" y="3004"/>
                      <a:pt x="8640" y="2932"/>
                      <a:pt x="8568" y="2718"/>
                    </a:cubicBezTo>
                    <a:cubicBezTo>
                      <a:pt x="8425" y="2433"/>
                      <a:pt x="7854" y="2290"/>
                      <a:pt x="7497" y="2147"/>
                    </a:cubicBezTo>
                    <a:cubicBezTo>
                      <a:pt x="7283" y="2076"/>
                      <a:pt x="7069" y="1861"/>
                      <a:pt x="6783" y="1790"/>
                    </a:cubicBezTo>
                    <a:cubicBezTo>
                      <a:pt x="5998" y="1647"/>
                      <a:pt x="5070" y="1790"/>
                      <a:pt x="4284" y="1790"/>
                    </a:cubicBezTo>
                    <a:cubicBezTo>
                      <a:pt x="3927" y="1861"/>
                      <a:pt x="3570" y="1933"/>
                      <a:pt x="3284" y="2218"/>
                    </a:cubicBezTo>
                    <a:cubicBezTo>
                      <a:pt x="3070" y="2433"/>
                      <a:pt x="2713" y="2504"/>
                      <a:pt x="2499" y="2290"/>
                    </a:cubicBezTo>
                    <a:cubicBezTo>
                      <a:pt x="2356" y="2147"/>
                      <a:pt x="2213" y="2147"/>
                      <a:pt x="2071" y="2218"/>
                    </a:cubicBezTo>
                    <a:cubicBezTo>
                      <a:pt x="1214" y="2718"/>
                      <a:pt x="1714" y="4075"/>
                      <a:pt x="2428" y="4503"/>
                    </a:cubicBezTo>
                    <a:cubicBezTo>
                      <a:pt x="2642" y="4718"/>
                      <a:pt x="2713" y="5003"/>
                      <a:pt x="2927" y="5217"/>
                    </a:cubicBezTo>
                    <a:cubicBezTo>
                      <a:pt x="3213" y="5432"/>
                      <a:pt x="3642" y="5646"/>
                      <a:pt x="3999" y="5789"/>
                    </a:cubicBezTo>
                    <a:cubicBezTo>
                      <a:pt x="4641" y="6217"/>
                      <a:pt x="5427" y="6574"/>
                      <a:pt x="6212" y="6717"/>
                    </a:cubicBezTo>
                    <a:cubicBezTo>
                      <a:pt x="6426" y="6645"/>
                      <a:pt x="6640" y="6503"/>
                      <a:pt x="6926" y="6431"/>
                    </a:cubicBezTo>
                    <a:cubicBezTo>
                      <a:pt x="7140" y="6360"/>
                      <a:pt x="7354" y="6288"/>
                      <a:pt x="7569" y="6146"/>
                    </a:cubicBezTo>
                    <a:cubicBezTo>
                      <a:pt x="7997" y="5789"/>
                      <a:pt x="8568" y="5432"/>
                      <a:pt x="9211" y="5432"/>
                    </a:cubicBezTo>
                    <a:cubicBezTo>
                      <a:pt x="9568" y="5289"/>
                      <a:pt x="9425" y="4718"/>
                      <a:pt x="9496" y="4361"/>
                    </a:cubicBezTo>
                    <a:cubicBezTo>
                      <a:pt x="9496" y="4146"/>
                      <a:pt x="9639" y="3789"/>
                      <a:pt x="9425" y="3647"/>
                    </a:cubicBezTo>
                    <a:close/>
                    <a:moveTo>
                      <a:pt x="10853" y="29422"/>
                    </a:moveTo>
                    <a:cubicBezTo>
                      <a:pt x="10710" y="29494"/>
                      <a:pt x="10567" y="29351"/>
                      <a:pt x="10496" y="29351"/>
                    </a:cubicBezTo>
                    <a:cubicBezTo>
                      <a:pt x="10282" y="29280"/>
                      <a:pt x="10210" y="29280"/>
                      <a:pt x="10210" y="29494"/>
                    </a:cubicBezTo>
                    <a:cubicBezTo>
                      <a:pt x="10210" y="29565"/>
                      <a:pt x="10282" y="29708"/>
                      <a:pt x="10282" y="29779"/>
                    </a:cubicBezTo>
                    <a:cubicBezTo>
                      <a:pt x="10282" y="29851"/>
                      <a:pt x="10210" y="29922"/>
                      <a:pt x="10139" y="29922"/>
                    </a:cubicBezTo>
                    <a:cubicBezTo>
                      <a:pt x="10068" y="29994"/>
                      <a:pt x="10068" y="30065"/>
                      <a:pt x="10068" y="30136"/>
                    </a:cubicBezTo>
                    <a:cubicBezTo>
                      <a:pt x="10139" y="30279"/>
                      <a:pt x="10210" y="30279"/>
                      <a:pt x="10353" y="30208"/>
                    </a:cubicBezTo>
                    <a:cubicBezTo>
                      <a:pt x="10425" y="30208"/>
                      <a:pt x="10425" y="30136"/>
                      <a:pt x="10496" y="30065"/>
                    </a:cubicBezTo>
                    <a:cubicBezTo>
                      <a:pt x="10496" y="29994"/>
                      <a:pt x="10567" y="29994"/>
                      <a:pt x="10567" y="29994"/>
                    </a:cubicBezTo>
                    <a:cubicBezTo>
                      <a:pt x="10710" y="29922"/>
                      <a:pt x="10853" y="29922"/>
                      <a:pt x="10924" y="29779"/>
                    </a:cubicBezTo>
                    <a:cubicBezTo>
                      <a:pt x="10996" y="29779"/>
                      <a:pt x="10996" y="29637"/>
                      <a:pt x="10996" y="29565"/>
                    </a:cubicBezTo>
                    <a:cubicBezTo>
                      <a:pt x="10996" y="29494"/>
                      <a:pt x="10924" y="29494"/>
                      <a:pt x="10853" y="29494"/>
                    </a:cubicBezTo>
                    <a:close/>
                    <a:moveTo>
                      <a:pt x="12138" y="2932"/>
                    </a:moveTo>
                    <a:cubicBezTo>
                      <a:pt x="12210" y="2932"/>
                      <a:pt x="12495" y="2932"/>
                      <a:pt x="12567" y="2932"/>
                    </a:cubicBezTo>
                    <a:cubicBezTo>
                      <a:pt x="12781" y="2932"/>
                      <a:pt x="12852" y="2861"/>
                      <a:pt x="12852" y="2718"/>
                    </a:cubicBezTo>
                    <a:cubicBezTo>
                      <a:pt x="12852" y="2647"/>
                      <a:pt x="12852" y="2504"/>
                      <a:pt x="12781" y="2433"/>
                    </a:cubicBezTo>
                    <a:cubicBezTo>
                      <a:pt x="12781" y="2361"/>
                      <a:pt x="12710" y="2361"/>
                      <a:pt x="12638" y="2361"/>
                    </a:cubicBezTo>
                    <a:cubicBezTo>
                      <a:pt x="12638" y="2290"/>
                      <a:pt x="12638" y="2290"/>
                      <a:pt x="12638" y="2290"/>
                    </a:cubicBezTo>
                    <a:cubicBezTo>
                      <a:pt x="12567" y="2361"/>
                      <a:pt x="12353" y="2361"/>
                      <a:pt x="12281" y="2361"/>
                    </a:cubicBezTo>
                    <a:cubicBezTo>
                      <a:pt x="12281" y="2361"/>
                      <a:pt x="12210" y="2433"/>
                      <a:pt x="12210" y="2504"/>
                    </a:cubicBezTo>
                    <a:cubicBezTo>
                      <a:pt x="12138" y="2575"/>
                      <a:pt x="11996" y="2647"/>
                      <a:pt x="11924" y="2718"/>
                    </a:cubicBezTo>
                    <a:cubicBezTo>
                      <a:pt x="11924" y="2718"/>
                      <a:pt x="11924" y="2790"/>
                      <a:pt x="11924" y="2790"/>
                    </a:cubicBezTo>
                    <a:cubicBezTo>
                      <a:pt x="11924" y="2861"/>
                      <a:pt x="12067" y="2932"/>
                      <a:pt x="12138" y="2932"/>
                    </a:cubicBezTo>
                    <a:close/>
                    <a:moveTo>
                      <a:pt x="6926" y="30493"/>
                    </a:moveTo>
                    <a:cubicBezTo>
                      <a:pt x="6855" y="30279"/>
                      <a:pt x="6498" y="30279"/>
                      <a:pt x="6355" y="30279"/>
                    </a:cubicBezTo>
                    <a:cubicBezTo>
                      <a:pt x="6069" y="30136"/>
                      <a:pt x="5855" y="29994"/>
                      <a:pt x="5641" y="29779"/>
                    </a:cubicBezTo>
                    <a:cubicBezTo>
                      <a:pt x="5641" y="29708"/>
                      <a:pt x="5569" y="29708"/>
                      <a:pt x="5569" y="29637"/>
                    </a:cubicBezTo>
                    <a:cubicBezTo>
                      <a:pt x="4927" y="29637"/>
                      <a:pt x="4356" y="30065"/>
                      <a:pt x="3784" y="30422"/>
                    </a:cubicBezTo>
                    <a:cubicBezTo>
                      <a:pt x="3642" y="30493"/>
                      <a:pt x="3427" y="30422"/>
                      <a:pt x="3284" y="30493"/>
                    </a:cubicBezTo>
                    <a:cubicBezTo>
                      <a:pt x="3070" y="30493"/>
                      <a:pt x="2927" y="30565"/>
                      <a:pt x="2785" y="30565"/>
                    </a:cubicBezTo>
                    <a:cubicBezTo>
                      <a:pt x="2356" y="30493"/>
                      <a:pt x="2071" y="30493"/>
                      <a:pt x="1714" y="30279"/>
                    </a:cubicBezTo>
                    <a:cubicBezTo>
                      <a:pt x="1428" y="30208"/>
                      <a:pt x="1285" y="30493"/>
                      <a:pt x="1142" y="30708"/>
                    </a:cubicBezTo>
                    <a:cubicBezTo>
                      <a:pt x="1000" y="30850"/>
                      <a:pt x="928" y="30993"/>
                      <a:pt x="857" y="31207"/>
                    </a:cubicBezTo>
                    <a:cubicBezTo>
                      <a:pt x="714" y="31350"/>
                      <a:pt x="500" y="31422"/>
                      <a:pt x="500" y="31636"/>
                    </a:cubicBezTo>
                    <a:cubicBezTo>
                      <a:pt x="500" y="31921"/>
                      <a:pt x="428" y="32207"/>
                      <a:pt x="357" y="32350"/>
                    </a:cubicBezTo>
                    <a:cubicBezTo>
                      <a:pt x="286" y="32778"/>
                      <a:pt x="1000" y="32064"/>
                      <a:pt x="1142" y="31993"/>
                    </a:cubicBezTo>
                    <a:cubicBezTo>
                      <a:pt x="1499" y="31779"/>
                      <a:pt x="2213" y="31636"/>
                      <a:pt x="2642" y="31850"/>
                    </a:cubicBezTo>
                    <a:cubicBezTo>
                      <a:pt x="2713" y="31850"/>
                      <a:pt x="2785" y="31921"/>
                      <a:pt x="2856" y="31921"/>
                    </a:cubicBezTo>
                    <a:cubicBezTo>
                      <a:pt x="3427" y="31921"/>
                      <a:pt x="3999" y="31921"/>
                      <a:pt x="4498" y="32136"/>
                    </a:cubicBezTo>
                    <a:cubicBezTo>
                      <a:pt x="4855" y="32136"/>
                      <a:pt x="4855" y="31707"/>
                      <a:pt x="4998" y="31564"/>
                    </a:cubicBezTo>
                    <a:cubicBezTo>
                      <a:pt x="5355" y="31136"/>
                      <a:pt x="5784" y="30850"/>
                      <a:pt x="6283" y="30850"/>
                    </a:cubicBezTo>
                    <a:cubicBezTo>
                      <a:pt x="6569" y="30850"/>
                      <a:pt x="7069" y="30993"/>
                      <a:pt x="6926" y="30565"/>
                    </a:cubicBezTo>
                    <a:close/>
                    <a:moveTo>
                      <a:pt x="12781" y="15928"/>
                    </a:moveTo>
                    <a:cubicBezTo>
                      <a:pt x="12781" y="15856"/>
                      <a:pt x="12781" y="15856"/>
                      <a:pt x="12781" y="15856"/>
                    </a:cubicBezTo>
                    <a:cubicBezTo>
                      <a:pt x="12781" y="15928"/>
                      <a:pt x="12781" y="15928"/>
                      <a:pt x="12781" y="15928"/>
                    </a:cubicBezTo>
                    <a:close/>
                    <a:moveTo>
                      <a:pt x="143" y="32350"/>
                    </a:moveTo>
                    <a:cubicBezTo>
                      <a:pt x="71" y="32278"/>
                      <a:pt x="71" y="32278"/>
                      <a:pt x="71" y="32278"/>
                    </a:cubicBezTo>
                    <a:cubicBezTo>
                      <a:pt x="71" y="32207"/>
                      <a:pt x="71" y="32207"/>
                      <a:pt x="71" y="32207"/>
                    </a:cubicBezTo>
                    <a:cubicBezTo>
                      <a:pt x="0" y="32207"/>
                      <a:pt x="0" y="32207"/>
                      <a:pt x="0" y="32207"/>
                    </a:cubicBezTo>
                    <a:cubicBezTo>
                      <a:pt x="0" y="32278"/>
                      <a:pt x="0" y="32278"/>
                      <a:pt x="0" y="32278"/>
                    </a:cubicBezTo>
                    <a:cubicBezTo>
                      <a:pt x="0" y="32350"/>
                      <a:pt x="0" y="32350"/>
                      <a:pt x="0" y="32350"/>
                    </a:cubicBezTo>
                    <a:cubicBezTo>
                      <a:pt x="0" y="32421"/>
                      <a:pt x="0" y="32421"/>
                      <a:pt x="0" y="32421"/>
                    </a:cubicBezTo>
                    <a:cubicBezTo>
                      <a:pt x="0" y="32493"/>
                      <a:pt x="0" y="32493"/>
                      <a:pt x="0" y="32493"/>
                    </a:cubicBezTo>
                    <a:cubicBezTo>
                      <a:pt x="0" y="32564"/>
                      <a:pt x="0" y="32564"/>
                      <a:pt x="0" y="32564"/>
                    </a:cubicBezTo>
                    <a:cubicBezTo>
                      <a:pt x="71" y="32707"/>
                      <a:pt x="71" y="32707"/>
                      <a:pt x="71" y="32707"/>
                    </a:cubicBezTo>
                    <a:cubicBezTo>
                      <a:pt x="71" y="32778"/>
                      <a:pt x="71" y="32778"/>
                      <a:pt x="71" y="32778"/>
                    </a:cubicBezTo>
                    <a:cubicBezTo>
                      <a:pt x="214" y="32493"/>
                      <a:pt x="214" y="32493"/>
                      <a:pt x="214" y="32493"/>
                    </a:cubicBezTo>
                    <a:cubicBezTo>
                      <a:pt x="214" y="32421"/>
                      <a:pt x="214" y="32421"/>
                      <a:pt x="214" y="32421"/>
                    </a:cubicBezTo>
                    <a:close/>
                    <a:moveTo>
                      <a:pt x="9425" y="6574"/>
                    </a:moveTo>
                    <a:cubicBezTo>
                      <a:pt x="9425" y="6431"/>
                      <a:pt x="9139" y="6360"/>
                      <a:pt x="9068" y="6360"/>
                    </a:cubicBezTo>
                    <a:cubicBezTo>
                      <a:pt x="8925" y="6431"/>
                      <a:pt x="8782" y="6574"/>
                      <a:pt x="8782" y="6645"/>
                    </a:cubicBezTo>
                    <a:cubicBezTo>
                      <a:pt x="8711" y="6860"/>
                      <a:pt x="8854" y="6931"/>
                      <a:pt x="8997" y="7002"/>
                    </a:cubicBezTo>
                    <a:cubicBezTo>
                      <a:pt x="9139" y="7002"/>
                      <a:pt x="9211" y="7074"/>
                      <a:pt x="9354" y="7074"/>
                    </a:cubicBezTo>
                    <a:cubicBezTo>
                      <a:pt x="9425" y="7002"/>
                      <a:pt x="9425" y="7002"/>
                      <a:pt x="9425" y="6931"/>
                    </a:cubicBezTo>
                    <a:cubicBezTo>
                      <a:pt x="9496" y="6860"/>
                      <a:pt x="9496" y="6645"/>
                      <a:pt x="9496" y="6574"/>
                    </a:cubicBezTo>
                    <a:close/>
                    <a:moveTo>
                      <a:pt x="15566" y="33849"/>
                    </a:moveTo>
                    <a:cubicBezTo>
                      <a:pt x="15566" y="33564"/>
                      <a:pt x="15423" y="33635"/>
                      <a:pt x="15137" y="33706"/>
                    </a:cubicBezTo>
                    <a:cubicBezTo>
                      <a:pt x="15066" y="33706"/>
                      <a:pt x="14994" y="33778"/>
                      <a:pt x="14923" y="33706"/>
                    </a:cubicBezTo>
                    <a:cubicBezTo>
                      <a:pt x="14852" y="33635"/>
                      <a:pt x="14709" y="33706"/>
                      <a:pt x="14709" y="33849"/>
                    </a:cubicBezTo>
                    <a:cubicBezTo>
                      <a:pt x="14495" y="34135"/>
                      <a:pt x="15066" y="34206"/>
                      <a:pt x="15280" y="34206"/>
                    </a:cubicBezTo>
                    <a:cubicBezTo>
                      <a:pt x="15351" y="34135"/>
                      <a:pt x="15494" y="34135"/>
                      <a:pt x="15637" y="34063"/>
                    </a:cubicBezTo>
                    <a:cubicBezTo>
                      <a:pt x="15637" y="34063"/>
                      <a:pt x="15566" y="33921"/>
                      <a:pt x="15566" y="33921"/>
                    </a:cubicBezTo>
                    <a:close/>
                    <a:moveTo>
                      <a:pt x="15923" y="4503"/>
                    </a:moveTo>
                    <a:cubicBezTo>
                      <a:pt x="15566" y="4575"/>
                      <a:pt x="15351" y="4932"/>
                      <a:pt x="15066" y="5003"/>
                    </a:cubicBezTo>
                    <a:cubicBezTo>
                      <a:pt x="14637" y="5003"/>
                      <a:pt x="14352" y="4932"/>
                      <a:pt x="13995" y="5217"/>
                    </a:cubicBezTo>
                    <a:cubicBezTo>
                      <a:pt x="13852" y="5360"/>
                      <a:pt x="13638" y="5574"/>
                      <a:pt x="13566" y="5789"/>
                    </a:cubicBezTo>
                    <a:cubicBezTo>
                      <a:pt x="13566" y="5931"/>
                      <a:pt x="13638" y="6146"/>
                      <a:pt x="13852" y="6146"/>
                    </a:cubicBezTo>
                    <a:cubicBezTo>
                      <a:pt x="13995" y="6217"/>
                      <a:pt x="14138" y="6074"/>
                      <a:pt x="14280" y="5931"/>
                    </a:cubicBezTo>
                    <a:cubicBezTo>
                      <a:pt x="14566" y="5717"/>
                      <a:pt x="14994" y="5574"/>
                      <a:pt x="15351" y="5360"/>
                    </a:cubicBezTo>
                    <a:cubicBezTo>
                      <a:pt x="15494" y="5360"/>
                      <a:pt x="15423" y="5503"/>
                      <a:pt x="15351" y="5574"/>
                    </a:cubicBezTo>
                    <a:cubicBezTo>
                      <a:pt x="15209" y="5646"/>
                      <a:pt x="15066" y="5789"/>
                      <a:pt x="14994" y="5860"/>
                    </a:cubicBezTo>
                    <a:cubicBezTo>
                      <a:pt x="14994" y="5931"/>
                      <a:pt x="14852" y="6074"/>
                      <a:pt x="14852" y="6074"/>
                    </a:cubicBezTo>
                    <a:cubicBezTo>
                      <a:pt x="14780" y="6288"/>
                      <a:pt x="15066" y="6003"/>
                      <a:pt x="15137" y="6003"/>
                    </a:cubicBezTo>
                    <a:cubicBezTo>
                      <a:pt x="15280" y="5931"/>
                      <a:pt x="15494" y="5931"/>
                      <a:pt x="15637" y="5860"/>
                    </a:cubicBezTo>
                    <a:cubicBezTo>
                      <a:pt x="15851" y="5717"/>
                      <a:pt x="15923" y="5503"/>
                      <a:pt x="15780" y="5360"/>
                    </a:cubicBezTo>
                    <a:cubicBezTo>
                      <a:pt x="15708" y="5289"/>
                      <a:pt x="15708" y="5217"/>
                      <a:pt x="15780" y="5217"/>
                    </a:cubicBezTo>
                    <a:cubicBezTo>
                      <a:pt x="15851" y="5217"/>
                      <a:pt x="15923" y="5217"/>
                      <a:pt x="15994" y="5289"/>
                    </a:cubicBezTo>
                    <a:cubicBezTo>
                      <a:pt x="16137" y="5289"/>
                      <a:pt x="16280" y="5217"/>
                      <a:pt x="16208" y="5075"/>
                    </a:cubicBezTo>
                    <a:cubicBezTo>
                      <a:pt x="16137" y="4932"/>
                      <a:pt x="16351" y="4718"/>
                      <a:pt x="16280" y="4646"/>
                    </a:cubicBezTo>
                    <a:cubicBezTo>
                      <a:pt x="16208" y="4503"/>
                      <a:pt x="15994" y="4503"/>
                      <a:pt x="15923" y="4503"/>
                    </a:cubicBezTo>
                    <a:close/>
                    <a:moveTo>
                      <a:pt x="14923" y="33349"/>
                    </a:moveTo>
                    <a:cubicBezTo>
                      <a:pt x="14923" y="33349"/>
                      <a:pt x="14780" y="33207"/>
                      <a:pt x="14709" y="33207"/>
                    </a:cubicBezTo>
                    <a:cubicBezTo>
                      <a:pt x="14566" y="33278"/>
                      <a:pt x="14423" y="33278"/>
                      <a:pt x="14209" y="33278"/>
                    </a:cubicBezTo>
                    <a:cubicBezTo>
                      <a:pt x="13781" y="33278"/>
                      <a:pt x="13352" y="32921"/>
                      <a:pt x="12852" y="32992"/>
                    </a:cubicBezTo>
                    <a:cubicBezTo>
                      <a:pt x="12781" y="33064"/>
                      <a:pt x="12710" y="33064"/>
                      <a:pt x="12638" y="33064"/>
                    </a:cubicBezTo>
                    <a:cubicBezTo>
                      <a:pt x="12638" y="33135"/>
                      <a:pt x="12781" y="33207"/>
                      <a:pt x="12781" y="33278"/>
                    </a:cubicBezTo>
                    <a:cubicBezTo>
                      <a:pt x="12852" y="33492"/>
                      <a:pt x="13067" y="33706"/>
                      <a:pt x="13352" y="33706"/>
                    </a:cubicBezTo>
                    <a:cubicBezTo>
                      <a:pt x="13495" y="33706"/>
                      <a:pt x="13638" y="33706"/>
                      <a:pt x="13781" y="33778"/>
                    </a:cubicBezTo>
                    <a:cubicBezTo>
                      <a:pt x="13923" y="33849"/>
                      <a:pt x="13995" y="33921"/>
                      <a:pt x="14138" y="33992"/>
                    </a:cubicBezTo>
                    <a:cubicBezTo>
                      <a:pt x="14280" y="34063"/>
                      <a:pt x="14423" y="33992"/>
                      <a:pt x="14495" y="33849"/>
                    </a:cubicBezTo>
                    <a:cubicBezTo>
                      <a:pt x="14637" y="33706"/>
                      <a:pt x="14923" y="33564"/>
                      <a:pt x="14923" y="33421"/>
                    </a:cubicBezTo>
                    <a:close/>
                    <a:moveTo>
                      <a:pt x="17565" y="5075"/>
                    </a:moveTo>
                    <a:cubicBezTo>
                      <a:pt x="17708" y="5075"/>
                      <a:pt x="17636" y="4932"/>
                      <a:pt x="17565" y="4789"/>
                    </a:cubicBezTo>
                    <a:cubicBezTo>
                      <a:pt x="17422" y="4646"/>
                      <a:pt x="17351" y="4646"/>
                      <a:pt x="17136" y="4575"/>
                    </a:cubicBezTo>
                    <a:cubicBezTo>
                      <a:pt x="17065" y="4575"/>
                      <a:pt x="16994" y="4503"/>
                      <a:pt x="16922" y="4575"/>
                    </a:cubicBezTo>
                    <a:cubicBezTo>
                      <a:pt x="16922" y="4575"/>
                      <a:pt x="16851" y="4575"/>
                      <a:pt x="16779" y="4646"/>
                    </a:cubicBezTo>
                    <a:cubicBezTo>
                      <a:pt x="16637" y="4718"/>
                      <a:pt x="16708" y="4932"/>
                      <a:pt x="16565" y="5075"/>
                    </a:cubicBezTo>
                    <a:cubicBezTo>
                      <a:pt x="16565" y="5217"/>
                      <a:pt x="16494" y="5289"/>
                      <a:pt x="16565" y="5360"/>
                    </a:cubicBezTo>
                    <a:cubicBezTo>
                      <a:pt x="16565" y="5360"/>
                      <a:pt x="16637" y="5360"/>
                      <a:pt x="16708" y="5289"/>
                    </a:cubicBezTo>
                    <a:cubicBezTo>
                      <a:pt x="16851" y="5289"/>
                      <a:pt x="16922" y="5289"/>
                      <a:pt x="16994" y="5217"/>
                    </a:cubicBezTo>
                    <a:cubicBezTo>
                      <a:pt x="17136" y="5217"/>
                      <a:pt x="17351" y="5146"/>
                      <a:pt x="17493" y="5146"/>
                    </a:cubicBezTo>
                    <a:close/>
                    <a:moveTo>
                      <a:pt x="11924" y="3575"/>
                    </a:moveTo>
                    <a:cubicBezTo>
                      <a:pt x="11924" y="3361"/>
                      <a:pt x="11710" y="3289"/>
                      <a:pt x="11639" y="3147"/>
                    </a:cubicBezTo>
                    <a:cubicBezTo>
                      <a:pt x="11496" y="3004"/>
                      <a:pt x="11353" y="2932"/>
                      <a:pt x="11210" y="2932"/>
                    </a:cubicBezTo>
                    <a:cubicBezTo>
                      <a:pt x="11139" y="2932"/>
                      <a:pt x="11139" y="3075"/>
                      <a:pt x="11067" y="3075"/>
                    </a:cubicBezTo>
                    <a:cubicBezTo>
                      <a:pt x="11067" y="3147"/>
                      <a:pt x="10924" y="3218"/>
                      <a:pt x="10924" y="3218"/>
                    </a:cubicBezTo>
                    <a:cubicBezTo>
                      <a:pt x="10924" y="3289"/>
                      <a:pt x="11067" y="3361"/>
                      <a:pt x="11139" y="3432"/>
                    </a:cubicBezTo>
                    <a:cubicBezTo>
                      <a:pt x="11210" y="3432"/>
                      <a:pt x="11353" y="3432"/>
                      <a:pt x="11424" y="3504"/>
                    </a:cubicBezTo>
                    <a:cubicBezTo>
                      <a:pt x="11567" y="3504"/>
                      <a:pt x="11781" y="3718"/>
                      <a:pt x="11924" y="3575"/>
                    </a:cubicBezTo>
                    <a:close/>
                    <a:moveTo>
                      <a:pt x="12495" y="33349"/>
                    </a:moveTo>
                    <a:cubicBezTo>
                      <a:pt x="12353" y="33278"/>
                      <a:pt x="12138" y="33349"/>
                      <a:pt x="11996" y="33492"/>
                    </a:cubicBezTo>
                    <a:cubicBezTo>
                      <a:pt x="11853" y="33564"/>
                      <a:pt x="11710" y="33635"/>
                      <a:pt x="11710" y="33706"/>
                    </a:cubicBezTo>
                    <a:cubicBezTo>
                      <a:pt x="11639" y="33706"/>
                      <a:pt x="11710" y="33706"/>
                      <a:pt x="11781" y="33706"/>
                    </a:cubicBezTo>
                    <a:cubicBezTo>
                      <a:pt x="11781" y="33778"/>
                      <a:pt x="11924" y="33849"/>
                      <a:pt x="11924" y="33849"/>
                    </a:cubicBezTo>
                    <a:cubicBezTo>
                      <a:pt x="12067" y="33921"/>
                      <a:pt x="12281" y="33849"/>
                      <a:pt x="12424" y="33778"/>
                    </a:cubicBezTo>
                    <a:cubicBezTo>
                      <a:pt x="12495" y="33778"/>
                      <a:pt x="12638" y="33778"/>
                      <a:pt x="12710" y="33706"/>
                    </a:cubicBezTo>
                    <a:cubicBezTo>
                      <a:pt x="12781" y="33635"/>
                      <a:pt x="12638" y="33421"/>
                      <a:pt x="12567" y="33421"/>
                    </a:cubicBezTo>
                    <a:close/>
                    <a:moveTo>
                      <a:pt x="11353" y="16784"/>
                    </a:moveTo>
                    <a:cubicBezTo>
                      <a:pt x="11282" y="16856"/>
                      <a:pt x="11282" y="16856"/>
                      <a:pt x="11282" y="16856"/>
                    </a:cubicBezTo>
                    <a:cubicBezTo>
                      <a:pt x="11353" y="16856"/>
                      <a:pt x="11353" y="16856"/>
                      <a:pt x="11353" y="16856"/>
                    </a:cubicBezTo>
                    <a:close/>
                    <a:moveTo>
                      <a:pt x="11353" y="16927"/>
                    </a:moveTo>
                    <a:cubicBezTo>
                      <a:pt x="11424" y="16999"/>
                      <a:pt x="11424" y="16999"/>
                      <a:pt x="11424" y="16999"/>
                    </a:cubicBezTo>
                    <a:cubicBezTo>
                      <a:pt x="11353" y="16927"/>
                      <a:pt x="11353" y="16927"/>
                      <a:pt x="11353" y="16927"/>
                    </a:cubicBezTo>
                    <a:close/>
                    <a:moveTo>
                      <a:pt x="31917" y="29208"/>
                    </a:moveTo>
                    <a:cubicBezTo>
                      <a:pt x="31702" y="29494"/>
                      <a:pt x="31774" y="29565"/>
                      <a:pt x="32059" y="29637"/>
                    </a:cubicBezTo>
                    <a:cubicBezTo>
                      <a:pt x="32131" y="29637"/>
                      <a:pt x="32274" y="29637"/>
                      <a:pt x="32345" y="29637"/>
                    </a:cubicBezTo>
                    <a:cubicBezTo>
                      <a:pt x="32416" y="29637"/>
                      <a:pt x="32488" y="29565"/>
                      <a:pt x="32559" y="29565"/>
                    </a:cubicBezTo>
                    <a:cubicBezTo>
                      <a:pt x="32559" y="29565"/>
                      <a:pt x="32631" y="29637"/>
                      <a:pt x="32702" y="29637"/>
                    </a:cubicBezTo>
                    <a:cubicBezTo>
                      <a:pt x="32702" y="29565"/>
                      <a:pt x="32631" y="29494"/>
                      <a:pt x="32631" y="29494"/>
                    </a:cubicBezTo>
                    <a:cubicBezTo>
                      <a:pt x="32559" y="29494"/>
                      <a:pt x="32702" y="29422"/>
                      <a:pt x="32631" y="29422"/>
                    </a:cubicBezTo>
                    <a:cubicBezTo>
                      <a:pt x="32631" y="29351"/>
                      <a:pt x="32559" y="29422"/>
                      <a:pt x="32488" y="29422"/>
                    </a:cubicBezTo>
                    <a:cubicBezTo>
                      <a:pt x="32345" y="29422"/>
                      <a:pt x="32274" y="29351"/>
                      <a:pt x="32202" y="29351"/>
                    </a:cubicBezTo>
                    <a:cubicBezTo>
                      <a:pt x="32131" y="29351"/>
                      <a:pt x="32131" y="29351"/>
                      <a:pt x="32059" y="29351"/>
                    </a:cubicBezTo>
                    <a:cubicBezTo>
                      <a:pt x="31988" y="29280"/>
                      <a:pt x="31917" y="29208"/>
                      <a:pt x="31917" y="29208"/>
                    </a:cubicBezTo>
                    <a:close/>
                    <a:moveTo>
                      <a:pt x="36272" y="24924"/>
                    </a:moveTo>
                    <a:cubicBezTo>
                      <a:pt x="36344" y="24853"/>
                      <a:pt x="36415" y="24781"/>
                      <a:pt x="36415" y="24710"/>
                    </a:cubicBezTo>
                    <a:cubicBezTo>
                      <a:pt x="36415" y="24710"/>
                      <a:pt x="36344" y="24710"/>
                      <a:pt x="36344" y="24639"/>
                    </a:cubicBezTo>
                    <a:cubicBezTo>
                      <a:pt x="36272" y="24567"/>
                      <a:pt x="36344" y="24496"/>
                      <a:pt x="36415" y="24424"/>
                    </a:cubicBezTo>
                    <a:cubicBezTo>
                      <a:pt x="36415" y="24424"/>
                      <a:pt x="36486" y="24496"/>
                      <a:pt x="36558" y="24496"/>
                    </a:cubicBezTo>
                    <a:cubicBezTo>
                      <a:pt x="36701" y="24353"/>
                      <a:pt x="36701" y="24139"/>
                      <a:pt x="36486" y="24210"/>
                    </a:cubicBezTo>
                    <a:cubicBezTo>
                      <a:pt x="36344" y="24210"/>
                      <a:pt x="36272" y="24281"/>
                      <a:pt x="36201" y="24424"/>
                    </a:cubicBezTo>
                    <a:cubicBezTo>
                      <a:pt x="36129" y="24496"/>
                      <a:pt x="36129" y="24496"/>
                      <a:pt x="36058" y="24567"/>
                    </a:cubicBezTo>
                    <a:cubicBezTo>
                      <a:pt x="36058" y="24639"/>
                      <a:pt x="36058" y="24781"/>
                      <a:pt x="36058" y="24781"/>
                    </a:cubicBezTo>
                    <a:cubicBezTo>
                      <a:pt x="36129" y="24853"/>
                      <a:pt x="36201" y="24996"/>
                      <a:pt x="36272" y="24924"/>
                    </a:cubicBezTo>
                    <a:close/>
                    <a:moveTo>
                      <a:pt x="37343" y="12286"/>
                    </a:moveTo>
                    <a:cubicBezTo>
                      <a:pt x="37415" y="12286"/>
                      <a:pt x="37415" y="12286"/>
                      <a:pt x="37415" y="12286"/>
                    </a:cubicBezTo>
                    <a:cubicBezTo>
                      <a:pt x="37486" y="12143"/>
                      <a:pt x="37486" y="12143"/>
                      <a:pt x="37486" y="12143"/>
                    </a:cubicBezTo>
                    <a:cubicBezTo>
                      <a:pt x="37415" y="12000"/>
                      <a:pt x="37415" y="12000"/>
                      <a:pt x="37415" y="12000"/>
                    </a:cubicBezTo>
                    <a:cubicBezTo>
                      <a:pt x="37343" y="11858"/>
                      <a:pt x="37343" y="11858"/>
                      <a:pt x="37343" y="11858"/>
                    </a:cubicBezTo>
                    <a:cubicBezTo>
                      <a:pt x="37272" y="11929"/>
                      <a:pt x="37272" y="11929"/>
                      <a:pt x="37272" y="11929"/>
                    </a:cubicBezTo>
                    <a:cubicBezTo>
                      <a:pt x="37272" y="12072"/>
                      <a:pt x="37272" y="12072"/>
                      <a:pt x="37272" y="12072"/>
                    </a:cubicBezTo>
                    <a:cubicBezTo>
                      <a:pt x="37272" y="12215"/>
                      <a:pt x="37272" y="12215"/>
                      <a:pt x="37272" y="12215"/>
                    </a:cubicBezTo>
                    <a:close/>
                    <a:moveTo>
                      <a:pt x="52266" y="20926"/>
                    </a:moveTo>
                    <a:cubicBezTo>
                      <a:pt x="52266" y="20926"/>
                      <a:pt x="52409" y="20854"/>
                      <a:pt x="52480" y="20854"/>
                    </a:cubicBezTo>
                    <a:cubicBezTo>
                      <a:pt x="52552" y="20854"/>
                      <a:pt x="52552" y="20926"/>
                      <a:pt x="52480" y="20997"/>
                    </a:cubicBezTo>
                    <a:cubicBezTo>
                      <a:pt x="52338" y="21283"/>
                      <a:pt x="52480" y="21211"/>
                      <a:pt x="52623" y="21211"/>
                    </a:cubicBezTo>
                    <a:cubicBezTo>
                      <a:pt x="52837" y="21283"/>
                      <a:pt x="52980" y="21640"/>
                      <a:pt x="53194" y="21711"/>
                    </a:cubicBezTo>
                    <a:cubicBezTo>
                      <a:pt x="53266" y="21782"/>
                      <a:pt x="53337" y="21782"/>
                      <a:pt x="53409" y="21854"/>
                    </a:cubicBezTo>
                    <a:cubicBezTo>
                      <a:pt x="53480" y="21925"/>
                      <a:pt x="53480" y="22068"/>
                      <a:pt x="53551" y="22068"/>
                    </a:cubicBezTo>
                    <a:cubicBezTo>
                      <a:pt x="53694" y="21997"/>
                      <a:pt x="53766" y="21854"/>
                      <a:pt x="53908" y="21782"/>
                    </a:cubicBezTo>
                    <a:cubicBezTo>
                      <a:pt x="53980" y="21782"/>
                      <a:pt x="54051" y="21711"/>
                      <a:pt x="53980" y="21711"/>
                    </a:cubicBezTo>
                    <a:cubicBezTo>
                      <a:pt x="53980" y="21640"/>
                      <a:pt x="53837" y="21640"/>
                      <a:pt x="53766" y="21568"/>
                    </a:cubicBezTo>
                    <a:cubicBezTo>
                      <a:pt x="53551" y="21497"/>
                      <a:pt x="53480" y="21425"/>
                      <a:pt x="53409" y="21283"/>
                    </a:cubicBezTo>
                    <a:cubicBezTo>
                      <a:pt x="53266" y="21068"/>
                      <a:pt x="53052" y="21068"/>
                      <a:pt x="52980" y="20854"/>
                    </a:cubicBezTo>
                    <a:cubicBezTo>
                      <a:pt x="52766" y="20711"/>
                      <a:pt x="52980" y="20569"/>
                      <a:pt x="53052" y="20354"/>
                    </a:cubicBezTo>
                    <a:cubicBezTo>
                      <a:pt x="53052" y="20354"/>
                      <a:pt x="52980" y="20354"/>
                      <a:pt x="52909" y="20354"/>
                    </a:cubicBezTo>
                    <a:cubicBezTo>
                      <a:pt x="52837" y="20283"/>
                      <a:pt x="52837" y="20212"/>
                      <a:pt x="52766" y="20140"/>
                    </a:cubicBezTo>
                    <a:cubicBezTo>
                      <a:pt x="52695" y="19926"/>
                      <a:pt x="52409" y="20354"/>
                      <a:pt x="52338" y="19997"/>
                    </a:cubicBezTo>
                    <a:cubicBezTo>
                      <a:pt x="52052" y="20069"/>
                      <a:pt x="52052" y="20711"/>
                      <a:pt x="52266" y="20926"/>
                    </a:cubicBezTo>
                    <a:close/>
                    <a:moveTo>
                      <a:pt x="36843" y="10858"/>
                    </a:moveTo>
                    <a:cubicBezTo>
                      <a:pt x="36843" y="10858"/>
                      <a:pt x="36843" y="10858"/>
                      <a:pt x="36843" y="10858"/>
                    </a:cubicBezTo>
                    <a:cubicBezTo>
                      <a:pt x="36986" y="10787"/>
                      <a:pt x="36986" y="10787"/>
                      <a:pt x="36986" y="10787"/>
                    </a:cubicBezTo>
                    <a:cubicBezTo>
                      <a:pt x="36915" y="10572"/>
                      <a:pt x="36915" y="10572"/>
                      <a:pt x="36915" y="10572"/>
                    </a:cubicBezTo>
                    <a:cubicBezTo>
                      <a:pt x="36772" y="10358"/>
                      <a:pt x="36772" y="10358"/>
                      <a:pt x="36772" y="10358"/>
                    </a:cubicBezTo>
                    <a:cubicBezTo>
                      <a:pt x="36701" y="10215"/>
                      <a:pt x="36701" y="10215"/>
                      <a:pt x="36701" y="10215"/>
                    </a:cubicBezTo>
                    <a:cubicBezTo>
                      <a:pt x="36629" y="10215"/>
                      <a:pt x="36629" y="10215"/>
                      <a:pt x="36629" y="10215"/>
                    </a:cubicBezTo>
                    <a:cubicBezTo>
                      <a:pt x="36629" y="10215"/>
                      <a:pt x="36629" y="10215"/>
                      <a:pt x="36629" y="10215"/>
                    </a:cubicBezTo>
                    <a:cubicBezTo>
                      <a:pt x="36558" y="10215"/>
                      <a:pt x="36558" y="10215"/>
                      <a:pt x="36558" y="10215"/>
                    </a:cubicBezTo>
                    <a:cubicBezTo>
                      <a:pt x="36558" y="10215"/>
                      <a:pt x="36558" y="10215"/>
                      <a:pt x="36558" y="10215"/>
                    </a:cubicBezTo>
                    <a:cubicBezTo>
                      <a:pt x="36629" y="10287"/>
                      <a:pt x="36629" y="10287"/>
                      <a:pt x="36629" y="10287"/>
                    </a:cubicBezTo>
                    <a:close/>
                    <a:moveTo>
                      <a:pt x="52480" y="18784"/>
                    </a:moveTo>
                    <a:cubicBezTo>
                      <a:pt x="52480" y="18926"/>
                      <a:pt x="52695" y="18998"/>
                      <a:pt x="52766" y="18855"/>
                    </a:cubicBezTo>
                    <a:cubicBezTo>
                      <a:pt x="52837" y="18712"/>
                      <a:pt x="52837" y="18641"/>
                      <a:pt x="52837" y="18569"/>
                    </a:cubicBezTo>
                    <a:cubicBezTo>
                      <a:pt x="52837" y="18569"/>
                      <a:pt x="52766" y="18427"/>
                      <a:pt x="52695" y="18427"/>
                    </a:cubicBezTo>
                    <a:cubicBezTo>
                      <a:pt x="52695" y="18427"/>
                      <a:pt x="52623" y="18427"/>
                      <a:pt x="52695" y="18427"/>
                    </a:cubicBezTo>
                    <a:cubicBezTo>
                      <a:pt x="52552" y="18427"/>
                      <a:pt x="52480" y="18427"/>
                      <a:pt x="52552" y="18427"/>
                    </a:cubicBezTo>
                    <a:cubicBezTo>
                      <a:pt x="52409" y="18498"/>
                      <a:pt x="52409" y="18641"/>
                      <a:pt x="52480" y="18784"/>
                    </a:cubicBezTo>
                    <a:close/>
                    <a:moveTo>
                      <a:pt x="54551" y="16285"/>
                    </a:moveTo>
                    <a:cubicBezTo>
                      <a:pt x="54694" y="16285"/>
                      <a:pt x="54694" y="16285"/>
                      <a:pt x="54694" y="16285"/>
                    </a:cubicBezTo>
                    <a:cubicBezTo>
                      <a:pt x="54694" y="16213"/>
                      <a:pt x="54694" y="16213"/>
                      <a:pt x="54694" y="16213"/>
                    </a:cubicBezTo>
                    <a:cubicBezTo>
                      <a:pt x="54837" y="15999"/>
                      <a:pt x="54837" y="15999"/>
                      <a:pt x="54837" y="15999"/>
                    </a:cubicBezTo>
                    <a:cubicBezTo>
                      <a:pt x="54908" y="15999"/>
                      <a:pt x="54908" y="15999"/>
                      <a:pt x="54908" y="15999"/>
                    </a:cubicBezTo>
                    <a:cubicBezTo>
                      <a:pt x="54979" y="15999"/>
                      <a:pt x="54979" y="15999"/>
                      <a:pt x="54979" y="15999"/>
                    </a:cubicBezTo>
                    <a:cubicBezTo>
                      <a:pt x="54979" y="15928"/>
                      <a:pt x="54979" y="15928"/>
                      <a:pt x="54979" y="15928"/>
                    </a:cubicBezTo>
                    <a:cubicBezTo>
                      <a:pt x="54979" y="15856"/>
                      <a:pt x="54979" y="15856"/>
                      <a:pt x="54979" y="15856"/>
                    </a:cubicBezTo>
                    <a:cubicBezTo>
                      <a:pt x="54837" y="15856"/>
                      <a:pt x="54837" y="15856"/>
                      <a:pt x="54837" y="15856"/>
                    </a:cubicBezTo>
                    <a:cubicBezTo>
                      <a:pt x="54694" y="15856"/>
                      <a:pt x="54694" y="15856"/>
                      <a:pt x="54694" y="15856"/>
                    </a:cubicBezTo>
                    <a:cubicBezTo>
                      <a:pt x="54694" y="15928"/>
                      <a:pt x="54694" y="15928"/>
                      <a:pt x="54694" y="15928"/>
                    </a:cubicBezTo>
                    <a:cubicBezTo>
                      <a:pt x="54694" y="15928"/>
                      <a:pt x="54694" y="15928"/>
                      <a:pt x="54694" y="15928"/>
                    </a:cubicBezTo>
                    <a:cubicBezTo>
                      <a:pt x="54694" y="15928"/>
                      <a:pt x="54694" y="15928"/>
                      <a:pt x="54694" y="15928"/>
                    </a:cubicBezTo>
                    <a:cubicBezTo>
                      <a:pt x="54622" y="15928"/>
                      <a:pt x="54622" y="15928"/>
                      <a:pt x="54622" y="15928"/>
                    </a:cubicBezTo>
                    <a:cubicBezTo>
                      <a:pt x="54551" y="15999"/>
                      <a:pt x="54551" y="15999"/>
                      <a:pt x="54551" y="15999"/>
                    </a:cubicBezTo>
                    <a:cubicBezTo>
                      <a:pt x="54551" y="15999"/>
                      <a:pt x="54551" y="15999"/>
                      <a:pt x="54551" y="15999"/>
                    </a:cubicBezTo>
                    <a:cubicBezTo>
                      <a:pt x="54480" y="15999"/>
                      <a:pt x="54480" y="15999"/>
                      <a:pt x="54480" y="15999"/>
                    </a:cubicBezTo>
                    <a:cubicBezTo>
                      <a:pt x="54408" y="16070"/>
                      <a:pt x="54408" y="16070"/>
                      <a:pt x="54408" y="16070"/>
                    </a:cubicBezTo>
                    <a:cubicBezTo>
                      <a:pt x="54408" y="16142"/>
                      <a:pt x="54408" y="16142"/>
                      <a:pt x="54408" y="16142"/>
                    </a:cubicBezTo>
                    <a:cubicBezTo>
                      <a:pt x="54480" y="16213"/>
                      <a:pt x="54480" y="16213"/>
                      <a:pt x="54480" y="16213"/>
                    </a:cubicBezTo>
                    <a:close/>
                    <a:moveTo>
                      <a:pt x="52909" y="17713"/>
                    </a:moveTo>
                    <a:cubicBezTo>
                      <a:pt x="52909" y="17713"/>
                      <a:pt x="52909" y="17713"/>
                      <a:pt x="52909" y="17713"/>
                    </a:cubicBezTo>
                    <a:cubicBezTo>
                      <a:pt x="52980" y="17713"/>
                      <a:pt x="52980" y="17713"/>
                      <a:pt x="52980" y="17713"/>
                    </a:cubicBezTo>
                    <a:cubicBezTo>
                      <a:pt x="52980" y="17784"/>
                      <a:pt x="52980" y="17784"/>
                      <a:pt x="52980" y="17784"/>
                    </a:cubicBezTo>
                    <a:cubicBezTo>
                      <a:pt x="53052" y="17713"/>
                      <a:pt x="53052" y="17713"/>
                      <a:pt x="53052" y="17713"/>
                    </a:cubicBezTo>
                    <a:cubicBezTo>
                      <a:pt x="53123" y="17641"/>
                      <a:pt x="53123" y="17641"/>
                      <a:pt x="53123" y="17641"/>
                    </a:cubicBezTo>
                    <a:cubicBezTo>
                      <a:pt x="53409" y="17427"/>
                      <a:pt x="53409" y="17427"/>
                      <a:pt x="53409" y="17427"/>
                    </a:cubicBezTo>
                    <a:cubicBezTo>
                      <a:pt x="53409" y="17356"/>
                      <a:pt x="53409" y="17356"/>
                      <a:pt x="53409" y="17356"/>
                    </a:cubicBezTo>
                    <a:cubicBezTo>
                      <a:pt x="53409" y="17284"/>
                      <a:pt x="53409" y="17284"/>
                      <a:pt x="53409" y="17284"/>
                    </a:cubicBezTo>
                    <a:cubicBezTo>
                      <a:pt x="53266" y="17213"/>
                      <a:pt x="53266" y="17213"/>
                      <a:pt x="53266" y="17213"/>
                    </a:cubicBezTo>
                    <a:cubicBezTo>
                      <a:pt x="53194" y="17213"/>
                      <a:pt x="53194" y="17213"/>
                      <a:pt x="53194" y="17213"/>
                    </a:cubicBezTo>
                    <a:cubicBezTo>
                      <a:pt x="53194" y="17284"/>
                      <a:pt x="53194" y="17284"/>
                      <a:pt x="53194" y="17284"/>
                    </a:cubicBezTo>
                    <a:cubicBezTo>
                      <a:pt x="53123" y="17284"/>
                      <a:pt x="53123" y="17284"/>
                      <a:pt x="53123" y="17284"/>
                    </a:cubicBezTo>
                    <a:cubicBezTo>
                      <a:pt x="53052" y="17427"/>
                      <a:pt x="53052" y="17427"/>
                      <a:pt x="53052" y="17427"/>
                    </a:cubicBezTo>
                    <a:cubicBezTo>
                      <a:pt x="52980" y="17498"/>
                      <a:pt x="52980" y="17498"/>
                      <a:pt x="52980" y="17498"/>
                    </a:cubicBezTo>
                    <a:cubicBezTo>
                      <a:pt x="52909" y="17570"/>
                      <a:pt x="52909" y="17570"/>
                      <a:pt x="52909" y="17570"/>
                    </a:cubicBezTo>
                    <a:cubicBezTo>
                      <a:pt x="52837" y="17570"/>
                      <a:pt x="52837" y="17570"/>
                      <a:pt x="52837" y="17570"/>
                    </a:cubicBezTo>
                    <a:cubicBezTo>
                      <a:pt x="52837" y="17570"/>
                      <a:pt x="52837" y="17570"/>
                      <a:pt x="52837" y="17570"/>
                    </a:cubicBezTo>
                    <a:cubicBezTo>
                      <a:pt x="52837" y="17570"/>
                      <a:pt x="52837" y="17570"/>
                      <a:pt x="52837" y="17570"/>
                    </a:cubicBezTo>
                    <a:cubicBezTo>
                      <a:pt x="52837" y="17641"/>
                      <a:pt x="52837" y="17641"/>
                      <a:pt x="52837" y="17641"/>
                    </a:cubicBezTo>
                    <a:close/>
                    <a:moveTo>
                      <a:pt x="56265" y="18498"/>
                    </a:moveTo>
                    <a:cubicBezTo>
                      <a:pt x="56265" y="18427"/>
                      <a:pt x="56265" y="18427"/>
                      <a:pt x="56265" y="18427"/>
                    </a:cubicBezTo>
                    <a:cubicBezTo>
                      <a:pt x="56265" y="18427"/>
                      <a:pt x="56265" y="18427"/>
                      <a:pt x="56265" y="18427"/>
                    </a:cubicBezTo>
                    <a:cubicBezTo>
                      <a:pt x="56336" y="18427"/>
                      <a:pt x="56336" y="18427"/>
                      <a:pt x="56336" y="18427"/>
                    </a:cubicBezTo>
                    <a:cubicBezTo>
                      <a:pt x="56336" y="18355"/>
                      <a:pt x="56336" y="18355"/>
                      <a:pt x="56336" y="18355"/>
                    </a:cubicBezTo>
                    <a:cubicBezTo>
                      <a:pt x="56336" y="18355"/>
                      <a:pt x="56336" y="18355"/>
                      <a:pt x="56336" y="18355"/>
                    </a:cubicBezTo>
                    <a:cubicBezTo>
                      <a:pt x="56336" y="18355"/>
                      <a:pt x="56336" y="18355"/>
                      <a:pt x="56336" y="18355"/>
                    </a:cubicBezTo>
                    <a:cubicBezTo>
                      <a:pt x="56265" y="18355"/>
                      <a:pt x="56265" y="18355"/>
                      <a:pt x="56265" y="18355"/>
                    </a:cubicBezTo>
                    <a:cubicBezTo>
                      <a:pt x="56193" y="18284"/>
                      <a:pt x="56193" y="18284"/>
                      <a:pt x="56193" y="18284"/>
                    </a:cubicBezTo>
                    <a:cubicBezTo>
                      <a:pt x="56193" y="18355"/>
                      <a:pt x="56193" y="18355"/>
                      <a:pt x="56193" y="18355"/>
                    </a:cubicBezTo>
                    <a:cubicBezTo>
                      <a:pt x="56193" y="18355"/>
                      <a:pt x="56193" y="18355"/>
                      <a:pt x="56193" y="18355"/>
                    </a:cubicBezTo>
                    <a:cubicBezTo>
                      <a:pt x="56122" y="18427"/>
                      <a:pt x="56122" y="18427"/>
                      <a:pt x="56122" y="18427"/>
                    </a:cubicBezTo>
                    <a:cubicBezTo>
                      <a:pt x="56193" y="18498"/>
                      <a:pt x="56193" y="18498"/>
                      <a:pt x="56193" y="18498"/>
                    </a:cubicBezTo>
                    <a:close/>
                    <a:moveTo>
                      <a:pt x="52837" y="16999"/>
                    </a:moveTo>
                    <a:cubicBezTo>
                      <a:pt x="52837" y="17141"/>
                      <a:pt x="52837" y="17141"/>
                      <a:pt x="52837" y="17141"/>
                    </a:cubicBezTo>
                    <a:cubicBezTo>
                      <a:pt x="52837" y="17213"/>
                      <a:pt x="52837" y="17213"/>
                      <a:pt x="52837" y="17213"/>
                    </a:cubicBezTo>
                    <a:cubicBezTo>
                      <a:pt x="52909" y="17213"/>
                      <a:pt x="52909" y="17213"/>
                      <a:pt x="52909" y="17213"/>
                    </a:cubicBezTo>
                    <a:cubicBezTo>
                      <a:pt x="53052" y="16999"/>
                      <a:pt x="53052" y="16999"/>
                      <a:pt x="53052" y="16999"/>
                    </a:cubicBezTo>
                    <a:cubicBezTo>
                      <a:pt x="53052" y="16927"/>
                      <a:pt x="53052" y="16927"/>
                      <a:pt x="53052" y="16927"/>
                    </a:cubicBezTo>
                    <a:cubicBezTo>
                      <a:pt x="52980" y="16856"/>
                      <a:pt x="52980" y="16856"/>
                      <a:pt x="52980" y="16856"/>
                    </a:cubicBezTo>
                    <a:cubicBezTo>
                      <a:pt x="52909" y="16784"/>
                      <a:pt x="52909" y="16784"/>
                      <a:pt x="52909" y="16784"/>
                    </a:cubicBezTo>
                    <a:cubicBezTo>
                      <a:pt x="52837" y="16784"/>
                      <a:pt x="52837" y="16784"/>
                      <a:pt x="52837" y="16784"/>
                    </a:cubicBezTo>
                    <a:cubicBezTo>
                      <a:pt x="52837" y="16856"/>
                      <a:pt x="52837" y="16856"/>
                      <a:pt x="52837" y="16856"/>
                    </a:cubicBezTo>
                    <a:cubicBezTo>
                      <a:pt x="52837" y="16856"/>
                      <a:pt x="52837" y="16856"/>
                      <a:pt x="52837" y="16856"/>
                    </a:cubicBezTo>
                    <a:cubicBezTo>
                      <a:pt x="52837" y="16927"/>
                      <a:pt x="52837" y="16927"/>
                      <a:pt x="52837" y="16927"/>
                    </a:cubicBezTo>
                    <a:close/>
                    <a:moveTo>
                      <a:pt x="34201" y="28280"/>
                    </a:moveTo>
                    <a:cubicBezTo>
                      <a:pt x="34130" y="28351"/>
                      <a:pt x="34130" y="28351"/>
                      <a:pt x="34130" y="28351"/>
                    </a:cubicBezTo>
                    <a:cubicBezTo>
                      <a:pt x="34130" y="28423"/>
                      <a:pt x="34130" y="28423"/>
                      <a:pt x="34130" y="28423"/>
                    </a:cubicBezTo>
                    <a:cubicBezTo>
                      <a:pt x="34201" y="28423"/>
                      <a:pt x="34201" y="28423"/>
                      <a:pt x="34201" y="28423"/>
                    </a:cubicBezTo>
                    <a:cubicBezTo>
                      <a:pt x="34487" y="28494"/>
                      <a:pt x="34487" y="28494"/>
                      <a:pt x="34487" y="28494"/>
                    </a:cubicBezTo>
                    <a:cubicBezTo>
                      <a:pt x="34487" y="28423"/>
                      <a:pt x="34487" y="28423"/>
                      <a:pt x="34487" y="28423"/>
                    </a:cubicBezTo>
                    <a:cubicBezTo>
                      <a:pt x="34558" y="28280"/>
                      <a:pt x="34558" y="28280"/>
                      <a:pt x="34558" y="28280"/>
                    </a:cubicBezTo>
                    <a:cubicBezTo>
                      <a:pt x="34630" y="28280"/>
                      <a:pt x="34630" y="28280"/>
                      <a:pt x="34630" y="28280"/>
                    </a:cubicBezTo>
                    <a:cubicBezTo>
                      <a:pt x="34630" y="28209"/>
                      <a:pt x="34630" y="28209"/>
                      <a:pt x="34630" y="28209"/>
                    </a:cubicBezTo>
                    <a:cubicBezTo>
                      <a:pt x="34630" y="28137"/>
                      <a:pt x="34630" y="28137"/>
                      <a:pt x="34630" y="28137"/>
                    </a:cubicBezTo>
                    <a:cubicBezTo>
                      <a:pt x="34558" y="28137"/>
                      <a:pt x="34558" y="28137"/>
                      <a:pt x="34558" y="28137"/>
                    </a:cubicBezTo>
                    <a:cubicBezTo>
                      <a:pt x="34558" y="28209"/>
                      <a:pt x="34558" y="28209"/>
                      <a:pt x="34558" y="28209"/>
                    </a:cubicBezTo>
                    <a:cubicBezTo>
                      <a:pt x="34558" y="28209"/>
                      <a:pt x="34558" y="28209"/>
                      <a:pt x="34558" y="28209"/>
                    </a:cubicBezTo>
                    <a:cubicBezTo>
                      <a:pt x="34416" y="28066"/>
                      <a:pt x="34416" y="28066"/>
                      <a:pt x="34416" y="28066"/>
                    </a:cubicBezTo>
                    <a:cubicBezTo>
                      <a:pt x="34416" y="27994"/>
                      <a:pt x="34416" y="27994"/>
                      <a:pt x="34416" y="27994"/>
                    </a:cubicBezTo>
                    <a:cubicBezTo>
                      <a:pt x="34344" y="28066"/>
                      <a:pt x="34344" y="28066"/>
                      <a:pt x="34344" y="28066"/>
                    </a:cubicBezTo>
                    <a:cubicBezTo>
                      <a:pt x="34273" y="28209"/>
                      <a:pt x="34273" y="28209"/>
                      <a:pt x="34273" y="28209"/>
                    </a:cubicBezTo>
                    <a:close/>
                    <a:moveTo>
                      <a:pt x="32773" y="29208"/>
                    </a:moveTo>
                    <a:cubicBezTo>
                      <a:pt x="32916" y="29208"/>
                      <a:pt x="33059" y="29137"/>
                      <a:pt x="33130" y="29137"/>
                    </a:cubicBezTo>
                    <a:cubicBezTo>
                      <a:pt x="33202" y="29137"/>
                      <a:pt x="33202" y="29208"/>
                      <a:pt x="33130" y="29280"/>
                    </a:cubicBezTo>
                    <a:cubicBezTo>
                      <a:pt x="33059" y="29351"/>
                      <a:pt x="33273" y="29351"/>
                      <a:pt x="33345" y="29280"/>
                    </a:cubicBezTo>
                    <a:cubicBezTo>
                      <a:pt x="33416" y="29065"/>
                      <a:pt x="33487" y="29137"/>
                      <a:pt x="33630" y="28994"/>
                    </a:cubicBezTo>
                    <a:cubicBezTo>
                      <a:pt x="33702" y="28923"/>
                      <a:pt x="33773" y="28851"/>
                      <a:pt x="33844" y="28780"/>
                    </a:cubicBezTo>
                    <a:cubicBezTo>
                      <a:pt x="33844" y="28780"/>
                      <a:pt x="33916" y="28780"/>
                      <a:pt x="33916" y="28708"/>
                    </a:cubicBezTo>
                    <a:cubicBezTo>
                      <a:pt x="33844" y="28637"/>
                      <a:pt x="33773" y="28708"/>
                      <a:pt x="33630" y="28708"/>
                    </a:cubicBezTo>
                    <a:cubicBezTo>
                      <a:pt x="33487" y="28708"/>
                      <a:pt x="33416" y="28708"/>
                      <a:pt x="33273" y="28780"/>
                    </a:cubicBezTo>
                    <a:cubicBezTo>
                      <a:pt x="33130" y="28780"/>
                      <a:pt x="33059" y="28780"/>
                      <a:pt x="32916" y="28780"/>
                    </a:cubicBezTo>
                    <a:cubicBezTo>
                      <a:pt x="32702" y="28780"/>
                      <a:pt x="32559" y="29065"/>
                      <a:pt x="32773" y="29208"/>
                    </a:cubicBezTo>
                    <a:close/>
                    <a:moveTo>
                      <a:pt x="35701" y="25638"/>
                    </a:moveTo>
                    <a:cubicBezTo>
                      <a:pt x="35844" y="25567"/>
                      <a:pt x="35844" y="25567"/>
                      <a:pt x="35844" y="25567"/>
                    </a:cubicBezTo>
                    <a:cubicBezTo>
                      <a:pt x="35915" y="25424"/>
                      <a:pt x="35915" y="25424"/>
                      <a:pt x="35915" y="25424"/>
                    </a:cubicBezTo>
                    <a:cubicBezTo>
                      <a:pt x="35915" y="25353"/>
                      <a:pt x="35915" y="25353"/>
                      <a:pt x="35915" y="25353"/>
                    </a:cubicBezTo>
                    <a:cubicBezTo>
                      <a:pt x="35844" y="25353"/>
                      <a:pt x="35844" y="25353"/>
                      <a:pt x="35844" y="25353"/>
                    </a:cubicBezTo>
                    <a:cubicBezTo>
                      <a:pt x="35844" y="25281"/>
                      <a:pt x="35844" y="25281"/>
                      <a:pt x="35844" y="25281"/>
                    </a:cubicBezTo>
                    <a:cubicBezTo>
                      <a:pt x="35701" y="25353"/>
                      <a:pt x="35701" y="25353"/>
                      <a:pt x="35701" y="25353"/>
                    </a:cubicBezTo>
                    <a:cubicBezTo>
                      <a:pt x="35701" y="25495"/>
                      <a:pt x="35701" y="25495"/>
                      <a:pt x="35701" y="25495"/>
                    </a:cubicBezTo>
                    <a:cubicBezTo>
                      <a:pt x="35630" y="25567"/>
                      <a:pt x="35630" y="25567"/>
                      <a:pt x="35630" y="25567"/>
                    </a:cubicBezTo>
                    <a:cubicBezTo>
                      <a:pt x="35630" y="25638"/>
                      <a:pt x="35630" y="25638"/>
                      <a:pt x="35630" y="25638"/>
                    </a:cubicBezTo>
                    <a:cubicBezTo>
                      <a:pt x="35630" y="25638"/>
                      <a:pt x="35630" y="25638"/>
                      <a:pt x="35630" y="25638"/>
                    </a:cubicBezTo>
                    <a:close/>
                    <a:moveTo>
                      <a:pt x="33345" y="30493"/>
                    </a:moveTo>
                    <a:cubicBezTo>
                      <a:pt x="33487" y="30422"/>
                      <a:pt x="33487" y="30351"/>
                      <a:pt x="33559" y="30208"/>
                    </a:cubicBezTo>
                    <a:cubicBezTo>
                      <a:pt x="33630" y="30065"/>
                      <a:pt x="33630" y="29994"/>
                      <a:pt x="33487" y="30065"/>
                    </a:cubicBezTo>
                    <a:cubicBezTo>
                      <a:pt x="33416" y="30065"/>
                      <a:pt x="33345" y="30136"/>
                      <a:pt x="33273" y="30136"/>
                    </a:cubicBezTo>
                    <a:cubicBezTo>
                      <a:pt x="33273" y="30065"/>
                      <a:pt x="33202" y="30136"/>
                      <a:pt x="33130" y="30136"/>
                    </a:cubicBezTo>
                    <a:cubicBezTo>
                      <a:pt x="32988" y="30279"/>
                      <a:pt x="32773" y="30208"/>
                      <a:pt x="32702" y="30351"/>
                    </a:cubicBezTo>
                    <a:cubicBezTo>
                      <a:pt x="32631" y="30351"/>
                      <a:pt x="32631" y="30422"/>
                      <a:pt x="32631" y="30493"/>
                    </a:cubicBezTo>
                    <a:cubicBezTo>
                      <a:pt x="32559" y="30565"/>
                      <a:pt x="32631" y="30565"/>
                      <a:pt x="32631" y="30565"/>
                    </a:cubicBezTo>
                    <a:cubicBezTo>
                      <a:pt x="32702" y="30636"/>
                      <a:pt x="32702" y="30636"/>
                      <a:pt x="32845" y="30636"/>
                    </a:cubicBezTo>
                    <a:cubicBezTo>
                      <a:pt x="32916" y="30636"/>
                      <a:pt x="32988" y="30636"/>
                      <a:pt x="32988" y="30636"/>
                    </a:cubicBezTo>
                    <a:cubicBezTo>
                      <a:pt x="33059" y="30636"/>
                      <a:pt x="33059" y="30565"/>
                      <a:pt x="32988" y="30493"/>
                    </a:cubicBezTo>
                    <a:cubicBezTo>
                      <a:pt x="32988" y="30351"/>
                      <a:pt x="33273" y="30493"/>
                      <a:pt x="33345" y="30493"/>
                    </a:cubicBezTo>
                    <a:close/>
                    <a:moveTo>
                      <a:pt x="18422" y="26781"/>
                    </a:moveTo>
                    <a:cubicBezTo>
                      <a:pt x="18350" y="26781"/>
                      <a:pt x="18207" y="26709"/>
                      <a:pt x="18136" y="26709"/>
                    </a:cubicBezTo>
                    <a:cubicBezTo>
                      <a:pt x="17993" y="26566"/>
                      <a:pt x="17993" y="26566"/>
                      <a:pt x="17850" y="26638"/>
                    </a:cubicBezTo>
                    <a:cubicBezTo>
                      <a:pt x="17636" y="26709"/>
                      <a:pt x="17208" y="26995"/>
                      <a:pt x="17565" y="27209"/>
                    </a:cubicBezTo>
                    <a:cubicBezTo>
                      <a:pt x="17636" y="27280"/>
                      <a:pt x="17708" y="27280"/>
                      <a:pt x="17850" y="27352"/>
                    </a:cubicBezTo>
                    <a:cubicBezTo>
                      <a:pt x="17922" y="27423"/>
                      <a:pt x="17993" y="27495"/>
                      <a:pt x="18065" y="27566"/>
                    </a:cubicBezTo>
                    <a:cubicBezTo>
                      <a:pt x="18136" y="27566"/>
                      <a:pt x="18279" y="27352"/>
                      <a:pt x="18350" y="27280"/>
                    </a:cubicBezTo>
                    <a:cubicBezTo>
                      <a:pt x="18422" y="27209"/>
                      <a:pt x="18207" y="27138"/>
                      <a:pt x="18279" y="27066"/>
                    </a:cubicBezTo>
                    <a:cubicBezTo>
                      <a:pt x="18350" y="26995"/>
                      <a:pt x="18493" y="26995"/>
                      <a:pt x="18493" y="26923"/>
                    </a:cubicBezTo>
                    <a:cubicBezTo>
                      <a:pt x="18493" y="26852"/>
                      <a:pt x="18422" y="26781"/>
                      <a:pt x="18422" y="26781"/>
                    </a:cubicBezTo>
                    <a:close/>
                    <a:moveTo>
                      <a:pt x="34130" y="7716"/>
                    </a:moveTo>
                    <a:cubicBezTo>
                      <a:pt x="34201" y="7788"/>
                      <a:pt x="34201" y="7788"/>
                      <a:pt x="34201" y="7788"/>
                    </a:cubicBezTo>
                    <a:cubicBezTo>
                      <a:pt x="34273" y="7859"/>
                      <a:pt x="34273" y="7859"/>
                      <a:pt x="34273" y="7859"/>
                    </a:cubicBezTo>
                    <a:cubicBezTo>
                      <a:pt x="34273" y="7859"/>
                      <a:pt x="34273" y="7859"/>
                      <a:pt x="34273" y="7859"/>
                    </a:cubicBezTo>
                    <a:cubicBezTo>
                      <a:pt x="34344" y="7788"/>
                      <a:pt x="34344" y="7788"/>
                      <a:pt x="34344" y="7788"/>
                    </a:cubicBezTo>
                    <a:cubicBezTo>
                      <a:pt x="34344" y="7645"/>
                      <a:pt x="34344" y="7645"/>
                      <a:pt x="34344" y="7645"/>
                    </a:cubicBezTo>
                    <a:cubicBezTo>
                      <a:pt x="34344" y="7574"/>
                      <a:pt x="34344" y="7574"/>
                      <a:pt x="34344" y="7574"/>
                    </a:cubicBezTo>
                    <a:cubicBezTo>
                      <a:pt x="34273" y="7574"/>
                      <a:pt x="34273" y="7574"/>
                      <a:pt x="34273" y="7574"/>
                    </a:cubicBezTo>
                    <a:cubicBezTo>
                      <a:pt x="34273" y="7502"/>
                      <a:pt x="34273" y="7502"/>
                      <a:pt x="34273" y="7502"/>
                    </a:cubicBezTo>
                    <a:cubicBezTo>
                      <a:pt x="34201" y="7502"/>
                      <a:pt x="34201" y="7502"/>
                      <a:pt x="34201" y="7502"/>
                    </a:cubicBezTo>
                    <a:cubicBezTo>
                      <a:pt x="34059" y="7431"/>
                      <a:pt x="34059" y="7431"/>
                      <a:pt x="34059" y="7431"/>
                    </a:cubicBezTo>
                    <a:cubicBezTo>
                      <a:pt x="34059" y="7574"/>
                      <a:pt x="34059" y="7574"/>
                      <a:pt x="34059" y="7574"/>
                    </a:cubicBezTo>
                    <a:close/>
                    <a:moveTo>
                      <a:pt x="13138" y="1576"/>
                    </a:moveTo>
                    <a:cubicBezTo>
                      <a:pt x="13138" y="1576"/>
                      <a:pt x="13566" y="1576"/>
                      <a:pt x="13709" y="1576"/>
                    </a:cubicBezTo>
                    <a:cubicBezTo>
                      <a:pt x="13781" y="1576"/>
                      <a:pt x="13852" y="1433"/>
                      <a:pt x="13852" y="1362"/>
                    </a:cubicBezTo>
                    <a:cubicBezTo>
                      <a:pt x="13923" y="1219"/>
                      <a:pt x="13995" y="1147"/>
                      <a:pt x="14066" y="1076"/>
                    </a:cubicBezTo>
                    <a:cubicBezTo>
                      <a:pt x="14066" y="1076"/>
                      <a:pt x="14138" y="1076"/>
                      <a:pt x="14066" y="1005"/>
                    </a:cubicBezTo>
                    <a:cubicBezTo>
                      <a:pt x="14066" y="933"/>
                      <a:pt x="13852" y="862"/>
                      <a:pt x="13709" y="862"/>
                    </a:cubicBezTo>
                    <a:cubicBezTo>
                      <a:pt x="13638" y="862"/>
                      <a:pt x="13709" y="933"/>
                      <a:pt x="13709" y="1005"/>
                    </a:cubicBezTo>
                    <a:cubicBezTo>
                      <a:pt x="13709" y="1005"/>
                      <a:pt x="13709" y="1076"/>
                      <a:pt x="13638" y="1147"/>
                    </a:cubicBezTo>
                    <a:cubicBezTo>
                      <a:pt x="13566" y="1219"/>
                      <a:pt x="13495" y="1147"/>
                      <a:pt x="13424" y="1219"/>
                    </a:cubicBezTo>
                    <a:cubicBezTo>
                      <a:pt x="13352" y="1290"/>
                      <a:pt x="13209" y="1290"/>
                      <a:pt x="13138" y="1433"/>
                    </a:cubicBezTo>
                    <a:cubicBezTo>
                      <a:pt x="13067" y="1433"/>
                      <a:pt x="12995" y="1576"/>
                      <a:pt x="13138" y="1576"/>
                    </a:cubicBezTo>
                    <a:close/>
                    <a:moveTo>
                      <a:pt x="35201" y="7788"/>
                    </a:moveTo>
                    <a:cubicBezTo>
                      <a:pt x="35273" y="7859"/>
                      <a:pt x="35273" y="7859"/>
                      <a:pt x="35273" y="7859"/>
                    </a:cubicBezTo>
                    <a:cubicBezTo>
                      <a:pt x="35415" y="7931"/>
                      <a:pt x="35415" y="7931"/>
                      <a:pt x="35415" y="7931"/>
                    </a:cubicBezTo>
                    <a:cubicBezTo>
                      <a:pt x="35487" y="8002"/>
                      <a:pt x="35487" y="8002"/>
                      <a:pt x="35487" y="8002"/>
                    </a:cubicBezTo>
                    <a:cubicBezTo>
                      <a:pt x="35558" y="7931"/>
                      <a:pt x="35558" y="7931"/>
                      <a:pt x="35558" y="7931"/>
                    </a:cubicBezTo>
                    <a:cubicBezTo>
                      <a:pt x="35558" y="7788"/>
                      <a:pt x="35558" y="7788"/>
                      <a:pt x="35558" y="7788"/>
                    </a:cubicBezTo>
                    <a:cubicBezTo>
                      <a:pt x="35487" y="7645"/>
                      <a:pt x="35487" y="7645"/>
                      <a:pt x="35487" y="7645"/>
                    </a:cubicBezTo>
                    <a:cubicBezTo>
                      <a:pt x="35415" y="7502"/>
                      <a:pt x="35415" y="7502"/>
                      <a:pt x="35415" y="7502"/>
                    </a:cubicBezTo>
                    <a:cubicBezTo>
                      <a:pt x="35344" y="7288"/>
                      <a:pt x="35344" y="7288"/>
                      <a:pt x="35344" y="7288"/>
                    </a:cubicBezTo>
                    <a:cubicBezTo>
                      <a:pt x="35201" y="7288"/>
                      <a:pt x="35201" y="7288"/>
                      <a:pt x="35201" y="7288"/>
                    </a:cubicBezTo>
                    <a:cubicBezTo>
                      <a:pt x="35130" y="7288"/>
                      <a:pt x="35130" y="7288"/>
                      <a:pt x="35130" y="7288"/>
                    </a:cubicBezTo>
                    <a:cubicBezTo>
                      <a:pt x="35058" y="7359"/>
                      <a:pt x="35058" y="7359"/>
                      <a:pt x="35058" y="7359"/>
                    </a:cubicBezTo>
                    <a:cubicBezTo>
                      <a:pt x="35058" y="7359"/>
                      <a:pt x="35058" y="7359"/>
                      <a:pt x="35058" y="7359"/>
                    </a:cubicBezTo>
                    <a:cubicBezTo>
                      <a:pt x="35058" y="7502"/>
                      <a:pt x="35058" y="7502"/>
                      <a:pt x="35058" y="7502"/>
                    </a:cubicBezTo>
                    <a:close/>
                    <a:moveTo>
                      <a:pt x="34558" y="8145"/>
                    </a:moveTo>
                    <a:cubicBezTo>
                      <a:pt x="34558" y="8288"/>
                      <a:pt x="34844" y="8359"/>
                      <a:pt x="34987" y="8430"/>
                    </a:cubicBezTo>
                    <a:cubicBezTo>
                      <a:pt x="34987" y="8430"/>
                      <a:pt x="35201" y="8573"/>
                      <a:pt x="35201" y="8502"/>
                    </a:cubicBezTo>
                    <a:cubicBezTo>
                      <a:pt x="35201" y="8359"/>
                      <a:pt x="34844" y="8216"/>
                      <a:pt x="34773" y="8145"/>
                    </a:cubicBezTo>
                    <a:cubicBezTo>
                      <a:pt x="34701" y="8073"/>
                      <a:pt x="34630" y="8002"/>
                      <a:pt x="34558" y="7931"/>
                    </a:cubicBezTo>
                    <a:cubicBezTo>
                      <a:pt x="34487" y="7931"/>
                      <a:pt x="34487" y="8073"/>
                      <a:pt x="34487" y="8145"/>
                    </a:cubicBezTo>
                    <a:close/>
                    <a:moveTo>
                      <a:pt x="26704" y="21925"/>
                    </a:moveTo>
                    <a:cubicBezTo>
                      <a:pt x="26561" y="21854"/>
                      <a:pt x="26561" y="21854"/>
                      <a:pt x="26561" y="21854"/>
                    </a:cubicBezTo>
                    <a:cubicBezTo>
                      <a:pt x="26561" y="21854"/>
                      <a:pt x="26561" y="21854"/>
                      <a:pt x="26561" y="21854"/>
                    </a:cubicBezTo>
                    <a:cubicBezTo>
                      <a:pt x="26561" y="21925"/>
                      <a:pt x="26561" y="21925"/>
                      <a:pt x="26561" y="21925"/>
                    </a:cubicBezTo>
                    <a:cubicBezTo>
                      <a:pt x="26561" y="21997"/>
                      <a:pt x="26561" y="21997"/>
                      <a:pt x="26561" y="21997"/>
                    </a:cubicBezTo>
                    <a:cubicBezTo>
                      <a:pt x="26633" y="21997"/>
                      <a:pt x="26633" y="21997"/>
                      <a:pt x="26633" y="21997"/>
                    </a:cubicBezTo>
                    <a:cubicBezTo>
                      <a:pt x="26704" y="21997"/>
                      <a:pt x="26704" y="21997"/>
                      <a:pt x="26704" y="21997"/>
                    </a:cubicBezTo>
                    <a:cubicBezTo>
                      <a:pt x="26704" y="21925"/>
                      <a:pt x="26704" y="21925"/>
                      <a:pt x="26704" y="21925"/>
                    </a:cubicBezTo>
                    <a:close/>
                    <a:moveTo>
                      <a:pt x="54622" y="24639"/>
                    </a:moveTo>
                    <a:cubicBezTo>
                      <a:pt x="54622" y="24639"/>
                      <a:pt x="54551" y="24496"/>
                      <a:pt x="54480" y="24496"/>
                    </a:cubicBezTo>
                    <a:cubicBezTo>
                      <a:pt x="54480" y="24424"/>
                      <a:pt x="54480" y="24424"/>
                      <a:pt x="54480" y="24424"/>
                    </a:cubicBezTo>
                    <a:cubicBezTo>
                      <a:pt x="54480" y="24353"/>
                      <a:pt x="54551" y="24353"/>
                      <a:pt x="54551" y="24281"/>
                    </a:cubicBezTo>
                    <a:cubicBezTo>
                      <a:pt x="54551" y="24210"/>
                      <a:pt x="54551" y="24139"/>
                      <a:pt x="54480" y="24139"/>
                    </a:cubicBezTo>
                    <a:cubicBezTo>
                      <a:pt x="54408" y="24139"/>
                      <a:pt x="54408" y="24281"/>
                      <a:pt x="54408" y="24353"/>
                    </a:cubicBezTo>
                    <a:cubicBezTo>
                      <a:pt x="54337" y="24424"/>
                      <a:pt x="54480" y="24424"/>
                      <a:pt x="54408" y="24424"/>
                    </a:cubicBezTo>
                    <a:cubicBezTo>
                      <a:pt x="54337" y="24496"/>
                      <a:pt x="54194" y="24710"/>
                      <a:pt x="54337" y="24710"/>
                    </a:cubicBezTo>
                    <a:cubicBezTo>
                      <a:pt x="54337" y="24710"/>
                      <a:pt x="54480" y="24710"/>
                      <a:pt x="54551" y="24710"/>
                    </a:cubicBezTo>
                    <a:cubicBezTo>
                      <a:pt x="54551" y="24710"/>
                      <a:pt x="54480" y="24781"/>
                      <a:pt x="54480" y="24781"/>
                    </a:cubicBezTo>
                    <a:cubicBezTo>
                      <a:pt x="54480" y="24853"/>
                      <a:pt x="54551" y="24853"/>
                      <a:pt x="54551" y="24853"/>
                    </a:cubicBezTo>
                    <a:cubicBezTo>
                      <a:pt x="54622" y="24853"/>
                      <a:pt x="54622" y="24781"/>
                      <a:pt x="54694" y="24710"/>
                    </a:cubicBezTo>
                    <a:cubicBezTo>
                      <a:pt x="54694" y="24639"/>
                      <a:pt x="54622" y="24639"/>
                      <a:pt x="54622" y="24639"/>
                    </a:cubicBezTo>
                    <a:close/>
                    <a:moveTo>
                      <a:pt x="54408" y="24067"/>
                    </a:moveTo>
                    <a:cubicBezTo>
                      <a:pt x="54551" y="23996"/>
                      <a:pt x="54765" y="23710"/>
                      <a:pt x="54551" y="23567"/>
                    </a:cubicBezTo>
                    <a:cubicBezTo>
                      <a:pt x="54551" y="23496"/>
                      <a:pt x="54551" y="23496"/>
                      <a:pt x="54551" y="23425"/>
                    </a:cubicBezTo>
                    <a:cubicBezTo>
                      <a:pt x="54408" y="23210"/>
                      <a:pt x="54480" y="22996"/>
                      <a:pt x="54265" y="22782"/>
                    </a:cubicBezTo>
                    <a:cubicBezTo>
                      <a:pt x="54051" y="22568"/>
                      <a:pt x="53694" y="22496"/>
                      <a:pt x="53409" y="22282"/>
                    </a:cubicBezTo>
                    <a:cubicBezTo>
                      <a:pt x="53266" y="22211"/>
                      <a:pt x="53266" y="21997"/>
                      <a:pt x="53194" y="21782"/>
                    </a:cubicBezTo>
                    <a:cubicBezTo>
                      <a:pt x="52980" y="21568"/>
                      <a:pt x="52695" y="21354"/>
                      <a:pt x="52409" y="21211"/>
                    </a:cubicBezTo>
                    <a:cubicBezTo>
                      <a:pt x="52266" y="21140"/>
                      <a:pt x="52195" y="20926"/>
                      <a:pt x="52052" y="21068"/>
                    </a:cubicBezTo>
                    <a:cubicBezTo>
                      <a:pt x="51909" y="21283"/>
                      <a:pt x="52123" y="21568"/>
                      <a:pt x="52123" y="21782"/>
                    </a:cubicBezTo>
                    <a:cubicBezTo>
                      <a:pt x="52195" y="22139"/>
                      <a:pt x="51981" y="22639"/>
                      <a:pt x="52480" y="22782"/>
                    </a:cubicBezTo>
                    <a:cubicBezTo>
                      <a:pt x="52552" y="22782"/>
                      <a:pt x="52623" y="22853"/>
                      <a:pt x="52623" y="22925"/>
                    </a:cubicBezTo>
                    <a:cubicBezTo>
                      <a:pt x="52623" y="23068"/>
                      <a:pt x="52409" y="22996"/>
                      <a:pt x="52338" y="22925"/>
                    </a:cubicBezTo>
                    <a:cubicBezTo>
                      <a:pt x="52266" y="22925"/>
                      <a:pt x="52123" y="22782"/>
                      <a:pt x="52052" y="22853"/>
                    </a:cubicBezTo>
                    <a:cubicBezTo>
                      <a:pt x="51909" y="23353"/>
                      <a:pt x="51981" y="23924"/>
                      <a:pt x="51766" y="24496"/>
                    </a:cubicBezTo>
                    <a:cubicBezTo>
                      <a:pt x="51695" y="24781"/>
                      <a:pt x="51695" y="24996"/>
                      <a:pt x="51981" y="25210"/>
                    </a:cubicBezTo>
                    <a:cubicBezTo>
                      <a:pt x="52052" y="25281"/>
                      <a:pt x="52195" y="25281"/>
                      <a:pt x="52266" y="25353"/>
                    </a:cubicBezTo>
                    <a:cubicBezTo>
                      <a:pt x="52409" y="25495"/>
                      <a:pt x="52480" y="25638"/>
                      <a:pt x="52552" y="25638"/>
                    </a:cubicBezTo>
                    <a:cubicBezTo>
                      <a:pt x="52623" y="25638"/>
                      <a:pt x="52695" y="25638"/>
                      <a:pt x="52837" y="25567"/>
                    </a:cubicBezTo>
                    <a:cubicBezTo>
                      <a:pt x="53052" y="25495"/>
                      <a:pt x="53337" y="25353"/>
                      <a:pt x="53551" y="25138"/>
                    </a:cubicBezTo>
                    <a:cubicBezTo>
                      <a:pt x="53623" y="25067"/>
                      <a:pt x="53623" y="24924"/>
                      <a:pt x="53766" y="24781"/>
                    </a:cubicBezTo>
                    <a:cubicBezTo>
                      <a:pt x="53837" y="24567"/>
                      <a:pt x="53980" y="24424"/>
                      <a:pt x="54051" y="24281"/>
                    </a:cubicBezTo>
                    <a:cubicBezTo>
                      <a:pt x="54051" y="24139"/>
                      <a:pt x="54051" y="24067"/>
                      <a:pt x="54194" y="24067"/>
                    </a:cubicBezTo>
                    <a:cubicBezTo>
                      <a:pt x="54265" y="24067"/>
                      <a:pt x="54337" y="24067"/>
                      <a:pt x="54408" y="24067"/>
                    </a:cubicBezTo>
                    <a:close/>
                    <a:moveTo>
                      <a:pt x="54551" y="25852"/>
                    </a:moveTo>
                    <a:cubicBezTo>
                      <a:pt x="54551" y="25852"/>
                      <a:pt x="54551" y="25852"/>
                      <a:pt x="54551" y="25852"/>
                    </a:cubicBezTo>
                    <a:cubicBezTo>
                      <a:pt x="54551" y="25852"/>
                      <a:pt x="54551" y="25852"/>
                      <a:pt x="54551" y="25852"/>
                    </a:cubicBezTo>
                    <a:cubicBezTo>
                      <a:pt x="54480" y="25781"/>
                      <a:pt x="54480" y="25781"/>
                      <a:pt x="54480" y="25781"/>
                    </a:cubicBezTo>
                    <a:cubicBezTo>
                      <a:pt x="54408" y="25710"/>
                      <a:pt x="54408" y="25710"/>
                      <a:pt x="54408" y="25710"/>
                    </a:cubicBezTo>
                    <a:cubicBezTo>
                      <a:pt x="54408" y="25781"/>
                      <a:pt x="54408" y="25781"/>
                      <a:pt x="54408" y="25781"/>
                    </a:cubicBezTo>
                    <a:cubicBezTo>
                      <a:pt x="54337" y="25710"/>
                      <a:pt x="54337" y="25710"/>
                      <a:pt x="54337" y="25710"/>
                    </a:cubicBezTo>
                    <a:cubicBezTo>
                      <a:pt x="54337" y="25781"/>
                      <a:pt x="54337" y="25781"/>
                      <a:pt x="54337" y="25781"/>
                    </a:cubicBezTo>
                    <a:cubicBezTo>
                      <a:pt x="54337" y="25852"/>
                      <a:pt x="54337" y="25852"/>
                      <a:pt x="54337" y="25852"/>
                    </a:cubicBezTo>
                    <a:cubicBezTo>
                      <a:pt x="54480" y="25852"/>
                      <a:pt x="54480" y="25852"/>
                      <a:pt x="54480" y="25852"/>
                    </a:cubicBezTo>
                    <a:close/>
                    <a:moveTo>
                      <a:pt x="46340" y="15642"/>
                    </a:moveTo>
                    <a:cubicBezTo>
                      <a:pt x="46268" y="15571"/>
                      <a:pt x="46054" y="15499"/>
                      <a:pt x="45983" y="15571"/>
                    </a:cubicBezTo>
                    <a:cubicBezTo>
                      <a:pt x="45840" y="15713"/>
                      <a:pt x="45840" y="15928"/>
                      <a:pt x="45769" y="16070"/>
                    </a:cubicBezTo>
                    <a:cubicBezTo>
                      <a:pt x="45483" y="16570"/>
                      <a:pt x="45340" y="17141"/>
                      <a:pt x="45269" y="17641"/>
                    </a:cubicBezTo>
                    <a:cubicBezTo>
                      <a:pt x="45197" y="17713"/>
                      <a:pt x="45055" y="17784"/>
                      <a:pt x="44983" y="17784"/>
                    </a:cubicBezTo>
                    <a:cubicBezTo>
                      <a:pt x="44698" y="17927"/>
                      <a:pt x="44769" y="18355"/>
                      <a:pt x="44698" y="18569"/>
                    </a:cubicBezTo>
                    <a:cubicBezTo>
                      <a:pt x="44483" y="18926"/>
                      <a:pt x="44412" y="19283"/>
                      <a:pt x="44269" y="19712"/>
                    </a:cubicBezTo>
                    <a:cubicBezTo>
                      <a:pt x="44198" y="19783"/>
                      <a:pt x="44198" y="19855"/>
                      <a:pt x="44198" y="19926"/>
                    </a:cubicBezTo>
                    <a:cubicBezTo>
                      <a:pt x="44341" y="19997"/>
                      <a:pt x="44626" y="19498"/>
                      <a:pt x="44769" y="19283"/>
                    </a:cubicBezTo>
                    <a:cubicBezTo>
                      <a:pt x="44840" y="19283"/>
                      <a:pt x="44840" y="19212"/>
                      <a:pt x="44912" y="19141"/>
                    </a:cubicBezTo>
                    <a:cubicBezTo>
                      <a:pt x="44912" y="18926"/>
                      <a:pt x="44840" y="18712"/>
                      <a:pt x="44912" y="18498"/>
                    </a:cubicBezTo>
                    <a:cubicBezTo>
                      <a:pt x="45055" y="18284"/>
                      <a:pt x="45269" y="17998"/>
                      <a:pt x="45412" y="17855"/>
                    </a:cubicBezTo>
                    <a:cubicBezTo>
                      <a:pt x="45554" y="17713"/>
                      <a:pt x="45769" y="17641"/>
                      <a:pt x="45840" y="17498"/>
                    </a:cubicBezTo>
                    <a:cubicBezTo>
                      <a:pt x="46197" y="16999"/>
                      <a:pt x="46054" y="16356"/>
                      <a:pt x="46340" y="15928"/>
                    </a:cubicBezTo>
                    <a:cubicBezTo>
                      <a:pt x="46411" y="15856"/>
                      <a:pt x="46340" y="15713"/>
                      <a:pt x="46340" y="15642"/>
                    </a:cubicBezTo>
                    <a:close/>
                    <a:moveTo>
                      <a:pt x="54551" y="26566"/>
                    </a:moveTo>
                    <a:cubicBezTo>
                      <a:pt x="54480" y="26566"/>
                      <a:pt x="54480" y="26566"/>
                      <a:pt x="54480" y="26566"/>
                    </a:cubicBezTo>
                    <a:cubicBezTo>
                      <a:pt x="54408" y="26566"/>
                      <a:pt x="54408" y="26566"/>
                      <a:pt x="54408" y="26566"/>
                    </a:cubicBezTo>
                    <a:cubicBezTo>
                      <a:pt x="54408" y="26566"/>
                      <a:pt x="54408" y="26566"/>
                      <a:pt x="54408" y="26566"/>
                    </a:cubicBezTo>
                    <a:cubicBezTo>
                      <a:pt x="54337" y="26566"/>
                      <a:pt x="54337" y="26566"/>
                      <a:pt x="54337" y="26566"/>
                    </a:cubicBezTo>
                    <a:cubicBezTo>
                      <a:pt x="54337" y="26566"/>
                      <a:pt x="54337" y="26566"/>
                      <a:pt x="54337" y="26566"/>
                    </a:cubicBezTo>
                    <a:cubicBezTo>
                      <a:pt x="54265" y="26566"/>
                      <a:pt x="54265" y="26566"/>
                      <a:pt x="54265" y="26566"/>
                    </a:cubicBezTo>
                    <a:cubicBezTo>
                      <a:pt x="54265" y="26638"/>
                      <a:pt x="54265" y="26638"/>
                      <a:pt x="54265" y="26638"/>
                    </a:cubicBezTo>
                    <a:cubicBezTo>
                      <a:pt x="54265" y="26709"/>
                      <a:pt x="54265" y="26709"/>
                      <a:pt x="54265" y="26709"/>
                    </a:cubicBezTo>
                    <a:cubicBezTo>
                      <a:pt x="54265" y="26709"/>
                      <a:pt x="54265" y="26709"/>
                      <a:pt x="54265" y="26709"/>
                    </a:cubicBezTo>
                    <a:cubicBezTo>
                      <a:pt x="54337" y="26709"/>
                      <a:pt x="54337" y="26709"/>
                      <a:pt x="54337" y="26709"/>
                    </a:cubicBezTo>
                    <a:cubicBezTo>
                      <a:pt x="54337" y="26709"/>
                      <a:pt x="54337" y="26709"/>
                      <a:pt x="54337" y="26709"/>
                    </a:cubicBezTo>
                    <a:cubicBezTo>
                      <a:pt x="54408" y="26709"/>
                      <a:pt x="54408" y="26709"/>
                      <a:pt x="54408" y="26709"/>
                    </a:cubicBezTo>
                    <a:cubicBezTo>
                      <a:pt x="54480" y="26781"/>
                      <a:pt x="54480" y="26781"/>
                      <a:pt x="54480" y="26781"/>
                    </a:cubicBezTo>
                    <a:cubicBezTo>
                      <a:pt x="54551" y="26781"/>
                      <a:pt x="54551" y="26781"/>
                      <a:pt x="54551" y="26781"/>
                    </a:cubicBezTo>
                    <a:cubicBezTo>
                      <a:pt x="54551" y="26781"/>
                      <a:pt x="54551" y="26781"/>
                      <a:pt x="54551" y="26781"/>
                    </a:cubicBezTo>
                    <a:cubicBezTo>
                      <a:pt x="54622" y="26638"/>
                      <a:pt x="54622" y="26638"/>
                      <a:pt x="54622" y="26638"/>
                    </a:cubicBezTo>
                    <a:cubicBezTo>
                      <a:pt x="54551" y="26566"/>
                      <a:pt x="54551" y="26566"/>
                      <a:pt x="54551" y="26566"/>
                    </a:cubicBezTo>
                    <a:close/>
                    <a:moveTo>
                      <a:pt x="40199" y="18212"/>
                    </a:moveTo>
                    <a:cubicBezTo>
                      <a:pt x="40128" y="18212"/>
                      <a:pt x="40128" y="18212"/>
                      <a:pt x="40128" y="18212"/>
                    </a:cubicBezTo>
                    <a:cubicBezTo>
                      <a:pt x="40128" y="18212"/>
                      <a:pt x="40128" y="18212"/>
                      <a:pt x="40128" y="18212"/>
                    </a:cubicBezTo>
                    <a:cubicBezTo>
                      <a:pt x="40056" y="18212"/>
                      <a:pt x="40056" y="18212"/>
                      <a:pt x="40056" y="18212"/>
                    </a:cubicBezTo>
                    <a:cubicBezTo>
                      <a:pt x="40056" y="18284"/>
                      <a:pt x="40056" y="18284"/>
                      <a:pt x="40056" y="18284"/>
                    </a:cubicBezTo>
                    <a:cubicBezTo>
                      <a:pt x="39985" y="18284"/>
                      <a:pt x="39985" y="18284"/>
                      <a:pt x="39985" y="18284"/>
                    </a:cubicBezTo>
                    <a:cubicBezTo>
                      <a:pt x="39985" y="18427"/>
                      <a:pt x="39985" y="18427"/>
                      <a:pt x="39985" y="18427"/>
                    </a:cubicBezTo>
                    <a:cubicBezTo>
                      <a:pt x="39985" y="18498"/>
                      <a:pt x="39985" y="18498"/>
                      <a:pt x="39985" y="18498"/>
                    </a:cubicBezTo>
                    <a:cubicBezTo>
                      <a:pt x="40056" y="18498"/>
                      <a:pt x="40056" y="18498"/>
                      <a:pt x="40056" y="18498"/>
                    </a:cubicBezTo>
                    <a:cubicBezTo>
                      <a:pt x="40056" y="18498"/>
                      <a:pt x="40056" y="18498"/>
                      <a:pt x="40056" y="18498"/>
                    </a:cubicBezTo>
                    <a:cubicBezTo>
                      <a:pt x="40056" y="18569"/>
                      <a:pt x="40056" y="18569"/>
                      <a:pt x="40056" y="18569"/>
                    </a:cubicBezTo>
                    <a:cubicBezTo>
                      <a:pt x="40128" y="18498"/>
                      <a:pt x="40128" y="18498"/>
                      <a:pt x="40128" y="18498"/>
                    </a:cubicBezTo>
                    <a:cubicBezTo>
                      <a:pt x="40199" y="18427"/>
                      <a:pt x="40199" y="18427"/>
                      <a:pt x="40199" y="18427"/>
                    </a:cubicBezTo>
                    <a:cubicBezTo>
                      <a:pt x="40199" y="18355"/>
                      <a:pt x="40199" y="18355"/>
                      <a:pt x="40199" y="18355"/>
                    </a:cubicBezTo>
                    <a:cubicBezTo>
                      <a:pt x="40128" y="18284"/>
                      <a:pt x="40128" y="18284"/>
                      <a:pt x="40128" y="18284"/>
                    </a:cubicBezTo>
                    <a:close/>
                    <a:moveTo>
                      <a:pt x="43912" y="17713"/>
                    </a:moveTo>
                    <a:cubicBezTo>
                      <a:pt x="43912" y="17570"/>
                      <a:pt x="43984" y="17427"/>
                      <a:pt x="43984" y="17284"/>
                    </a:cubicBezTo>
                    <a:cubicBezTo>
                      <a:pt x="44055" y="17213"/>
                      <a:pt x="44055" y="17141"/>
                      <a:pt x="43912" y="17213"/>
                    </a:cubicBezTo>
                    <a:cubicBezTo>
                      <a:pt x="43912" y="17213"/>
                      <a:pt x="43841" y="17213"/>
                      <a:pt x="43841" y="17213"/>
                    </a:cubicBezTo>
                    <a:cubicBezTo>
                      <a:pt x="43912" y="17141"/>
                      <a:pt x="43912" y="16999"/>
                      <a:pt x="43841" y="16999"/>
                    </a:cubicBezTo>
                    <a:cubicBezTo>
                      <a:pt x="43627" y="17141"/>
                      <a:pt x="43555" y="17498"/>
                      <a:pt x="43627" y="17713"/>
                    </a:cubicBezTo>
                    <a:cubicBezTo>
                      <a:pt x="43627" y="17784"/>
                      <a:pt x="43698" y="17927"/>
                      <a:pt x="43698" y="17998"/>
                    </a:cubicBezTo>
                    <a:cubicBezTo>
                      <a:pt x="43769" y="17998"/>
                      <a:pt x="43841" y="17998"/>
                      <a:pt x="43841" y="17927"/>
                    </a:cubicBezTo>
                    <a:cubicBezTo>
                      <a:pt x="43841" y="17927"/>
                      <a:pt x="43841" y="17855"/>
                      <a:pt x="43841" y="17855"/>
                    </a:cubicBezTo>
                    <a:cubicBezTo>
                      <a:pt x="43841" y="17927"/>
                      <a:pt x="43984" y="18070"/>
                      <a:pt x="43984" y="17998"/>
                    </a:cubicBezTo>
                    <a:cubicBezTo>
                      <a:pt x="44055" y="17927"/>
                      <a:pt x="43984" y="17784"/>
                      <a:pt x="43984" y="17784"/>
                    </a:cubicBezTo>
                    <a:close/>
                    <a:moveTo>
                      <a:pt x="41127" y="17070"/>
                    </a:moveTo>
                    <a:cubicBezTo>
                      <a:pt x="40985" y="16927"/>
                      <a:pt x="40985" y="16927"/>
                      <a:pt x="40985" y="16927"/>
                    </a:cubicBezTo>
                    <a:cubicBezTo>
                      <a:pt x="40913" y="16999"/>
                      <a:pt x="40913" y="16999"/>
                      <a:pt x="40913" y="16999"/>
                    </a:cubicBezTo>
                    <a:cubicBezTo>
                      <a:pt x="40913" y="17070"/>
                      <a:pt x="40913" y="17070"/>
                      <a:pt x="40913" y="17070"/>
                    </a:cubicBezTo>
                    <a:cubicBezTo>
                      <a:pt x="40985" y="17213"/>
                      <a:pt x="40985" y="17213"/>
                      <a:pt x="40985" y="17213"/>
                    </a:cubicBezTo>
                    <a:cubicBezTo>
                      <a:pt x="41056" y="17284"/>
                      <a:pt x="41056" y="17284"/>
                      <a:pt x="41056" y="17284"/>
                    </a:cubicBezTo>
                    <a:cubicBezTo>
                      <a:pt x="41056" y="17284"/>
                      <a:pt x="41056" y="17284"/>
                      <a:pt x="41056" y="17284"/>
                    </a:cubicBezTo>
                    <a:cubicBezTo>
                      <a:pt x="41127" y="17284"/>
                      <a:pt x="41127" y="17284"/>
                      <a:pt x="41127" y="17284"/>
                    </a:cubicBezTo>
                    <a:cubicBezTo>
                      <a:pt x="41199" y="17284"/>
                      <a:pt x="41199" y="17284"/>
                      <a:pt x="41199" y="17284"/>
                    </a:cubicBezTo>
                    <a:cubicBezTo>
                      <a:pt x="41270" y="17284"/>
                      <a:pt x="41270" y="17284"/>
                      <a:pt x="41270" y="17284"/>
                    </a:cubicBezTo>
                    <a:cubicBezTo>
                      <a:pt x="41270" y="17213"/>
                      <a:pt x="41270" y="17213"/>
                      <a:pt x="41270" y="17213"/>
                    </a:cubicBezTo>
                    <a:cubicBezTo>
                      <a:pt x="41342" y="17141"/>
                      <a:pt x="41342" y="17141"/>
                      <a:pt x="41342" y="17141"/>
                    </a:cubicBezTo>
                    <a:cubicBezTo>
                      <a:pt x="41342" y="17070"/>
                      <a:pt x="41342" y="17070"/>
                      <a:pt x="41342" y="17070"/>
                    </a:cubicBezTo>
                    <a:cubicBezTo>
                      <a:pt x="41199" y="17141"/>
                      <a:pt x="41199" y="17141"/>
                      <a:pt x="41199" y="17141"/>
                    </a:cubicBezTo>
                    <a:close/>
                    <a:moveTo>
                      <a:pt x="43984" y="18641"/>
                    </a:moveTo>
                    <a:cubicBezTo>
                      <a:pt x="43841" y="18569"/>
                      <a:pt x="43841" y="18355"/>
                      <a:pt x="43769" y="18284"/>
                    </a:cubicBezTo>
                    <a:cubicBezTo>
                      <a:pt x="43769" y="18212"/>
                      <a:pt x="43698" y="18212"/>
                      <a:pt x="43698" y="18141"/>
                    </a:cubicBezTo>
                    <a:cubicBezTo>
                      <a:pt x="43627" y="17998"/>
                      <a:pt x="43627" y="17855"/>
                      <a:pt x="43484" y="17784"/>
                    </a:cubicBezTo>
                    <a:cubicBezTo>
                      <a:pt x="43412" y="17784"/>
                      <a:pt x="43270" y="17784"/>
                      <a:pt x="43341" y="17713"/>
                    </a:cubicBezTo>
                    <a:cubicBezTo>
                      <a:pt x="43341" y="17641"/>
                      <a:pt x="43341" y="17498"/>
                      <a:pt x="43341" y="17498"/>
                    </a:cubicBezTo>
                    <a:cubicBezTo>
                      <a:pt x="43270" y="17427"/>
                      <a:pt x="43127" y="17570"/>
                      <a:pt x="43055" y="17570"/>
                    </a:cubicBezTo>
                    <a:cubicBezTo>
                      <a:pt x="42984" y="17570"/>
                      <a:pt x="42841" y="17498"/>
                      <a:pt x="42841" y="17498"/>
                    </a:cubicBezTo>
                    <a:cubicBezTo>
                      <a:pt x="42841" y="17570"/>
                      <a:pt x="42912" y="17641"/>
                      <a:pt x="42912" y="17784"/>
                    </a:cubicBezTo>
                    <a:cubicBezTo>
                      <a:pt x="42984" y="17855"/>
                      <a:pt x="42984" y="17927"/>
                      <a:pt x="43055" y="17998"/>
                    </a:cubicBezTo>
                    <a:cubicBezTo>
                      <a:pt x="43055" y="17998"/>
                      <a:pt x="43055" y="18070"/>
                      <a:pt x="43127" y="18141"/>
                    </a:cubicBezTo>
                    <a:cubicBezTo>
                      <a:pt x="43198" y="18212"/>
                      <a:pt x="43198" y="18284"/>
                      <a:pt x="43198" y="18355"/>
                    </a:cubicBezTo>
                    <a:cubicBezTo>
                      <a:pt x="43127" y="18569"/>
                      <a:pt x="43127" y="18641"/>
                      <a:pt x="43127" y="18926"/>
                    </a:cubicBezTo>
                    <a:cubicBezTo>
                      <a:pt x="43055" y="19069"/>
                      <a:pt x="43127" y="19283"/>
                      <a:pt x="43127" y="19426"/>
                    </a:cubicBezTo>
                    <a:cubicBezTo>
                      <a:pt x="43270" y="19569"/>
                      <a:pt x="43341" y="19640"/>
                      <a:pt x="43412" y="19426"/>
                    </a:cubicBezTo>
                    <a:cubicBezTo>
                      <a:pt x="43484" y="19426"/>
                      <a:pt x="43484" y="19640"/>
                      <a:pt x="43627" y="19640"/>
                    </a:cubicBezTo>
                    <a:cubicBezTo>
                      <a:pt x="43912" y="19712"/>
                      <a:pt x="44198" y="18784"/>
                      <a:pt x="43984" y="18641"/>
                    </a:cubicBezTo>
                    <a:close/>
                    <a:moveTo>
                      <a:pt x="55408" y="25210"/>
                    </a:moveTo>
                    <a:cubicBezTo>
                      <a:pt x="55336" y="25281"/>
                      <a:pt x="55336" y="25281"/>
                      <a:pt x="55336" y="25281"/>
                    </a:cubicBezTo>
                    <a:cubicBezTo>
                      <a:pt x="55265" y="25281"/>
                      <a:pt x="55265" y="25281"/>
                      <a:pt x="55265" y="25281"/>
                    </a:cubicBezTo>
                    <a:cubicBezTo>
                      <a:pt x="55265" y="25281"/>
                      <a:pt x="55265" y="25281"/>
                      <a:pt x="55265" y="25281"/>
                    </a:cubicBezTo>
                    <a:cubicBezTo>
                      <a:pt x="55194" y="25281"/>
                      <a:pt x="55194" y="25281"/>
                      <a:pt x="55194" y="25281"/>
                    </a:cubicBezTo>
                    <a:cubicBezTo>
                      <a:pt x="55194" y="25353"/>
                      <a:pt x="55194" y="25353"/>
                      <a:pt x="55194" y="25353"/>
                    </a:cubicBezTo>
                    <a:cubicBezTo>
                      <a:pt x="55122" y="25424"/>
                      <a:pt x="55122" y="25424"/>
                      <a:pt x="55122" y="25424"/>
                    </a:cubicBezTo>
                    <a:cubicBezTo>
                      <a:pt x="55122" y="25424"/>
                      <a:pt x="55122" y="25424"/>
                      <a:pt x="55122" y="25424"/>
                    </a:cubicBezTo>
                    <a:cubicBezTo>
                      <a:pt x="55051" y="25424"/>
                      <a:pt x="55051" y="25424"/>
                      <a:pt x="55051" y="25424"/>
                    </a:cubicBezTo>
                    <a:cubicBezTo>
                      <a:pt x="55051" y="25495"/>
                      <a:pt x="55051" y="25495"/>
                      <a:pt x="55051" y="25495"/>
                    </a:cubicBezTo>
                    <a:cubicBezTo>
                      <a:pt x="55051" y="25495"/>
                      <a:pt x="55051" y="25495"/>
                      <a:pt x="55051" y="25495"/>
                    </a:cubicBezTo>
                    <a:cubicBezTo>
                      <a:pt x="55051" y="25424"/>
                      <a:pt x="55051" y="25424"/>
                      <a:pt x="55051" y="25424"/>
                    </a:cubicBezTo>
                    <a:cubicBezTo>
                      <a:pt x="54979" y="25424"/>
                      <a:pt x="54979" y="25424"/>
                      <a:pt x="54979" y="25424"/>
                    </a:cubicBezTo>
                    <a:cubicBezTo>
                      <a:pt x="54979" y="25495"/>
                      <a:pt x="54979" y="25495"/>
                      <a:pt x="54979" y="25495"/>
                    </a:cubicBezTo>
                    <a:cubicBezTo>
                      <a:pt x="54979" y="25567"/>
                      <a:pt x="54979" y="25567"/>
                      <a:pt x="54979" y="25567"/>
                    </a:cubicBezTo>
                    <a:cubicBezTo>
                      <a:pt x="55051" y="25567"/>
                      <a:pt x="55051" y="25567"/>
                      <a:pt x="55051" y="25567"/>
                    </a:cubicBezTo>
                    <a:cubicBezTo>
                      <a:pt x="55265" y="25353"/>
                      <a:pt x="55265" y="25353"/>
                      <a:pt x="55265" y="25353"/>
                    </a:cubicBezTo>
                    <a:cubicBezTo>
                      <a:pt x="55479" y="25281"/>
                      <a:pt x="55479" y="25281"/>
                      <a:pt x="55479" y="25281"/>
                    </a:cubicBezTo>
                    <a:cubicBezTo>
                      <a:pt x="55479" y="25210"/>
                      <a:pt x="55479" y="25210"/>
                      <a:pt x="55479" y="25210"/>
                    </a:cubicBezTo>
                    <a:cubicBezTo>
                      <a:pt x="55479" y="25210"/>
                      <a:pt x="55479" y="25210"/>
                      <a:pt x="55479" y="25210"/>
                    </a:cubicBezTo>
                    <a:close/>
                    <a:moveTo>
                      <a:pt x="55979" y="22568"/>
                    </a:moveTo>
                    <a:cubicBezTo>
                      <a:pt x="55979" y="22282"/>
                      <a:pt x="55979" y="22282"/>
                      <a:pt x="55979" y="22282"/>
                    </a:cubicBezTo>
                    <a:cubicBezTo>
                      <a:pt x="55908" y="22282"/>
                      <a:pt x="55908" y="22282"/>
                      <a:pt x="55908" y="22282"/>
                    </a:cubicBezTo>
                    <a:cubicBezTo>
                      <a:pt x="55836" y="22282"/>
                      <a:pt x="55836" y="22282"/>
                      <a:pt x="55836" y="22282"/>
                    </a:cubicBezTo>
                    <a:cubicBezTo>
                      <a:pt x="55836" y="22354"/>
                      <a:pt x="55836" y="22354"/>
                      <a:pt x="55836" y="22354"/>
                    </a:cubicBezTo>
                    <a:cubicBezTo>
                      <a:pt x="55836" y="22568"/>
                      <a:pt x="55836" y="22568"/>
                      <a:pt x="55836" y="22568"/>
                    </a:cubicBezTo>
                    <a:cubicBezTo>
                      <a:pt x="55836" y="22639"/>
                      <a:pt x="55836" y="22639"/>
                      <a:pt x="55836" y="22639"/>
                    </a:cubicBezTo>
                    <a:cubicBezTo>
                      <a:pt x="55908" y="22639"/>
                      <a:pt x="55908" y="22639"/>
                      <a:pt x="55908" y="22639"/>
                    </a:cubicBezTo>
                    <a:close/>
                    <a:moveTo>
                      <a:pt x="56407" y="22996"/>
                    </a:moveTo>
                    <a:cubicBezTo>
                      <a:pt x="56336" y="22996"/>
                      <a:pt x="56336" y="22996"/>
                      <a:pt x="56336" y="22996"/>
                    </a:cubicBezTo>
                    <a:cubicBezTo>
                      <a:pt x="56193" y="23139"/>
                      <a:pt x="56193" y="23139"/>
                      <a:pt x="56193" y="23139"/>
                    </a:cubicBezTo>
                    <a:cubicBezTo>
                      <a:pt x="56122" y="23210"/>
                      <a:pt x="56122" y="23210"/>
                      <a:pt x="56122" y="23210"/>
                    </a:cubicBezTo>
                    <a:cubicBezTo>
                      <a:pt x="56050" y="23210"/>
                      <a:pt x="56050" y="23210"/>
                      <a:pt x="56050" y="23210"/>
                    </a:cubicBezTo>
                    <a:cubicBezTo>
                      <a:pt x="56050" y="23282"/>
                      <a:pt x="56050" y="23282"/>
                      <a:pt x="56050" y="23282"/>
                    </a:cubicBezTo>
                    <a:cubicBezTo>
                      <a:pt x="56122" y="23353"/>
                      <a:pt x="56122" y="23353"/>
                      <a:pt x="56122" y="23353"/>
                    </a:cubicBezTo>
                    <a:cubicBezTo>
                      <a:pt x="56122" y="23425"/>
                      <a:pt x="56122" y="23425"/>
                      <a:pt x="56122" y="23425"/>
                    </a:cubicBezTo>
                    <a:cubicBezTo>
                      <a:pt x="56193" y="23425"/>
                      <a:pt x="56193" y="23425"/>
                      <a:pt x="56193" y="23425"/>
                    </a:cubicBezTo>
                    <a:cubicBezTo>
                      <a:pt x="56265" y="23425"/>
                      <a:pt x="56265" y="23425"/>
                      <a:pt x="56265" y="23425"/>
                    </a:cubicBezTo>
                    <a:cubicBezTo>
                      <a:pt x="56265" y="23425"/>
                      <a:pt x="56265" y="23425"/>
                      <a:pt x="56265" y="23425"/>
                    </a:cubicBezTo>
                    <a:cubicBezTo>
                      <a:pt x="56265" y="23425"/>
                      <a:pt x="56265" y="23425"/>
                      <a:pt x="56265" y="23425"/>
                    </a:cubicBezTo>
                    <a:cubicBezTo>
                      <a:pt x="56336" y="23496"/>
                      <a:pt x="56336" y="23496"/>
                      <a:pt x="56336" y="23496"/>
                    </a:cubicBezTo>
                    <a:cubicBezTo>
                      <a:pt x="56407" y="23210"/>
                      <a:pt x="56407" y="23210"/>
                      <a:pt x="56407" y="23210"/>
                    </a:cubicBezTo>
                    <a:cubicBezTo>
                      <a:pt x="56550" y="23068"/>
                      <a:pt x="56550" y="23068"/>
                      <a:pt x="56550" y="23068"/>
                    </a:cubicBezTo>
                    <a:cubicBezTo>
                      <a:pt x="56550" y="23068"/>
                      <a:pt x="56550" y="23068"/>
                      <a:pt x="56550" y="23068"/>
                    </a:cubicBezTo>
                    <a:cubicBezTo>
                      <a:pt x="56479" y="22996"/>
                      <a:pt x="56479" y="22996"/>
                      <a:pt x="56479" y="22996"/>
                    </a:cubicBezTo>
                    <a:close/>
                    <a:moveTo>
                      <a:pt x="56122" y="21140"/>
                    </a:moveTo>
                    <a:cubicBezTo>
                      <a:pt x="56122" y="21068"/>
                      <a:pt x="55908" y="21068"/>
                      <a:pt x="55908" y="21068"/>
                    </a:cubicBezTo>
                    <a:cubicBezTo>
                      <a:pt x="55908" y="20997"/>
                      <a:pt x="56050" y="20926"/>
                      <a:pt x="56122" y="20854"/>
                    </a:cubicBezTo>
                    <a:cubicBezTo>
                      <a:pt x="56479" y="20497"/>
                      <a:pt x="55836" y="20069"/>
                      <a:pt x="55622" y="19855"/>
                    </a:cubicBezTo>
                    <a:cubicBezTo>
                      <a:pt x="55551" y="19783"/>
                      <a:pt x="55408" y="19712"/>
                      <a:pt x="55336" y="19640"/>
                    </a:cubicBezTo>
                    <a:cubicBezTo>
                      <a:pt x="55479" y="19498"/>
                      <a:pt x="55836" y="19783"/>
                      <a:pt x="55908" y="19712"/>
                    </a:cubicBezTo>
                    <a:cubicBezTo>
                      <a:pt x="55979" y="19640"/>
                      <a:pt x="55836" y="19426"/>
                      <a:pt x="55979" y="19426"/>
                    </a:cubicBezTo>
                    <a:cubicBezTo>
                      <a:pt x="56265" y="19283"/>
                      <a:pt x="56122" y="19141"/>
                      <a:pt x="55979" y="18926"/>
                    </a:cubicBezTo>
                    <a:cubicBezTo>
                      <a:pt x="55979" y="18855"/>
                      <a:pt x="55979" y="18784"/>
                      <a:pt x="55979" y="18712"/>
                    </a:cubicBezTo>
                    <a:cubicBezTo>
                      <a:pt x="56050" y="18569"/>
                      <a:pt x="55979" y="18427"/>
                      <a:pt x="55979" y="18355"/>
                    </a:cubicBezTo>
                    <a:cubicBezTo>
                      <a:pt x="55979" y="18141"/>
                      <a:pt x="56122" y="17927"/>
                      <a:pt x="56050" y="17713"/>
                    </a:cubicBezTo>
                    <a:cubicBezTo>
                      <a:pt x="55979" y="17498"/>
                      <a:pt x="55765" y="17427"/>
                      <a:pt x="55622" y="17356"/>
                    </a:cubicBezTo>
                    <a:cubicBezTo>
                      <a:pt x="55551" y="17284"/>
                      <a:pt x="55622" y="17213"/>
                      <a:pt x="55622" y="17141"/>
                    </a:cubicBezTo>
                    <a:cubicBezTo>
                      <a:pt x="55693" y="17141"/>
                      <a:pt x="55693" y="17070"/>
                      <a:pt x="55693" y="16999"/>
                    </a:cubicBezTo>
                    <a:cubicBezTo>
                      <a:pt x="55551" y="16713"/>
                      <a:pt x="55336" y="16427"/>
                      <a:pt x="55051" y="16356"/>
                    </a:cubicBezTo>
                    <a:cubicBezTo>
                      <a:pt x="54908" y="16356"/>
                      <a:pt x="54694" y="16356"/>
                      <a:pt x="54551" y="16427"/>
                    </a:cubicBezTo>
                    <a:cubicBezTo>
                      <a:pt x="54408" y="16570"/>
                      <a:pt x="54551" y="16999"/>
                      <a:pt x="54408" y="17070"/>
                    </a:cubicBezTo>
                    <a:cubicBezTo>
                      <a:pt x="54337" y="17141"/>
                      <a:pt x="54194" y="17070"/>
                      <a:pt x="54123" y="17213"/>
                    </a:cubicBezTo>
                    <a:cubicBezTo>
                      <a:pt x="53980" y="17427"/>
                      <a:pt x="53837" y="17784"/>
                      <a:pt x="53623" y="17998"/>
                    </a:cubicBezTo>
                    <a:cubicBezTo>
                      <a:pt x="53480" y="18141"/>
                      <a:pt x="53266" y="18141"/>
                      <a:pt x="53123" y="18070"/>
                    </a:cubicBezTo>
                    <a:cubicBezTo>
                      <a:pt x="52980" y="17998"/>
                      <a:pt x="52766" y="17998"/>
                      <a:pt x="52695" y="18141"/>
                    </a:cubicBezTo>
                    <a:cubicBezTo>
                      <a:pt x="52623" y="18355"/>
                      <a:pt x="52909" y="18427"/>
                      <a:pt x="53123" y="18498"/>
                    </a:cubicBezTo>
                    <a:cubicBezTo>
                      <a:pt x="53194" y="18569"/>
                      <a:pt x="53266" y="18641"/>
                      <a:pt x="53409" y="18641"/>
                    </a:cubicBezTo>
                    <a:cubicBezTo>
                      <a:pt x="53623" y="18712"/>
                      <a:pt x="53623" y="18784"/>
                      <a:pt x="53551" y="18998"/>
                    </a:cubicBezTo>
                    <a:cubicBezTo>
                      <a:pt x="53409" y="19141"/>
                      <a:pt x="53194" y="19355"/>
                      <a:pt x="53194" y="19569"/>
                    </a:cubicBezTo>
                    <a:cubicBezTo>
                      <a:pt x="53194" y="19640"/>
                      <a:pt x="53266" y="19712"/>
                      <a:pt x="53266" y="19855"/>
                    </a:cubicBezTo>
                    <a:cubicBezTo>
                      <a:pt x="53266" y="19926"/>
                      <a:pt x="53266" y="19997"/>
                      <a:pt x="53266" y="20069"/>
                    </a:cubicBezTo>
                    <a:cubicBezTo>
                      <a:pt x="53266" y="20140"/>
                      <a:pt x="53480" y="20140"/>
                      <a:pt x="53480" y="20212"/>
                    </a:cubicBezTo>
                    <a:cubicBezTo>
                      <a:pt x="53480" y="20212"/>
                      <a:pt x="53409" y="20283"/>
                      <a:pt x="53409" y="20283"/>
                    </a:cubicBezTo>
                    <a:cubicBezTo>
                      <a:pt x="52837" y="20426"/>
                      <a:pt x="53123" y="20997"/>
                      <a:pt x="53337" y="21283"/>
                    </a:cubicBezTo>
                    <a:cubicBezTo>
                      <a:pt x="53766" y="21568"/>
                      <a:pt x="54408" y="21711"/>
                      <a:pt x="54837" y="22139"/>
                    </a:cubicBezTo>
                    <a:cubicBezTo>
                      <a:pt x="55408" y="22496"/>
                      <a:pt x="56122" y="21782"/>
                      <a:pt x="56122" y="21140"/>
                    </a:cubicBezTo>
                    <a:close/>
                    <a:moveTo>
                      <a:pt x="56907" y="21782"/>
                    </a:moveTo>
                    <a:cubicBezTo>
                      <a:pt x="56836" y="21782"/>
                      <a:pt x="56836" y="21711"/>
                      <a:pt x="56836" y="21782"/>
                    </a:cubicBezTo>
                    <a:cubicBezTo>
                      <a:pt x="56764" y="21711"/>
                      <a:pt x="56693" y="21711"/>
                      <a:pt x="56622" y="21782"/>
                    </a:cubicBezTo>
                    <a:cubicBezTo>
                      <a:pt x="56550" y="21854"/>
                      <a:pt x="56550" y="21925"/>
                      <a:pt x="56550" y="22068"/>
                    </a:cubicBezTo>
                    <a:cubicBezTo>
                      <a:pt x="56622" y="22139"/>
                      <a:pt x="56479" y="22068"/>
                      <a:pt x="56479" y="22139"/>
                    </a:cubicBezTo>
                    <a:cubicBezTo>
                      <a:pt x="56407" y="22211"/>
                      <a:pt x="56336" y="22354"/>
                      <a:pt x="56336" y="22425"/>
                    </a:cubicBezTo>
                    <a:cubicBezTo>
                      <a:pt x="56336" y="22496"/>
                      <a:pt x="56407" y="22568"/>
                      <a:pt x="56407" y="22568"/>
                    </a:cubicBezTo>
                    <a:cubicBezTo>
                      <a:pt x="56407" y="22639"/>
                      <a:pt x="56336" y="22711"/>
                      <a:pt x="56336" y="22711"/>
                    </a:cubicBezTo>
                    <a:cubicBezTo>
                      <a:pt x="56407" y="22853"/>
                      <a:pt x="56479" y="22853"/>
                      <a:pt x="56550" y="22925"/>
                    </a:cubicBezTo>
                    <a:cubicBezTo>
                      <a:pt x="56550" y="22925"/>
                      <a:pt x="56622" y="22853"/>
                      <a:pt x="56622" y="22782"/>
                    </a:cubicBezTo>
                    <a:cubicBezTo>
                      <a:pt x="56622" y="22711"/>
                      <a:pt x="56693" y="22496"/>
                      <a:pt x="56764" y="22354"/>
                    </a:cubicBezTo>
                    <a:cubicBezTo>
                      <a:pt x="56836" y="22211"/>
                      <a:pt x="56979" y="21997"/>
                      <a:pt x="56907" y="21854"/>
                    </a:cubicBezTo>
                    <a:close/>
                    <a:moveTo>
                      <a:pt x="55336" y="23068"/>
                    </a:moveTo>
                    <a:cubicBezTo>
                      <a:pt x="55479" y="23210"/>
                      <a:pt x="55336" y="23567"/>
                      <a:pt x="55693" y="23425"/>
                    </a:cubicBezTo>
                    <a:cubicBezTo>
                      <a:pt x="55765" y="23353"/>
                      <a:pt x="55836" y="23425"/>
                      <a:pt x="55908" y="23353"/>
                    </a:cubicBezTo>
                    <a:cubicBezTo>
                      <a:pt x="55979" y="23353"/>
                      <a:pt x="55979" y="23282"/>
                      <a:pt x="55979" y="23210"/>
                    </a:cubicBezTo>
                    <a:cubicBezTo>
                      <a:pt x="55979" y="22996"/>
                      <a:pt x="55693" y="22639"/>
                      <a:pt x="55408" y="22853"/>
                    </a:cubicBezTo>
                    <a:cubicBezTo>
                      <a:pt x="55336" y="22853"/>
                      <a:pt x="55265" y="22925"/>
                      <a:pt x="55265" y="22996"/>
                    </a:cubicBezTo>
                    <a:cubicBezTo>
                      <a:pt x="55265" y="22996"/>
                      <a:pt x="55265" y="22996"/>
                      <a:pt x="55265" y="23068"/>
                    </a:cubicBezTo>
                    <a:close/>
                    <a:moveTo>
                      <a:pt x="38985" y="15713"/>
                    </a:moveTo>
                    <a:cubicBezTo>
                      <a:pt x="38914" y="15713"/>
                      <a:pt x="38914" y="15713"/>
                      <a:pt x="38914" y="15713"/>
                    </a:cubicBezTo>
                    <a:cubicBezTo>
                      <a:pt x="38843" y="15785"/>
                      <a:pt x="38843" y="15785"/>
                      <a:pt x="38843" y="15785"/>
                    </a:cubicBezTo>
                    <a:cubicBezTo>
                      <a:pt x="38771" y="15856"/>
                      <a:pt x="38771" y="15856"/>
                      <a:pt x="38771" y="15856"/>
                    </a:cubicBezTo>
                    <a:cubicBezTo>
                      <a:pt x="38700" y="16070"/>
                      <a:pt x="38700" y="16070"/>
                      <a:pt x="38700" y="16070"/>
                    </a:cubicBezTo>
                    <a:cubicBezTo>
                      <a:pt x="38771" y="16142"/>
                      <a:pt x="38771" y="16142"/>
                      <a:pt x="38771" y="16142"/>
                    </a:cubicBezTo>
                    <a:cubicBezTo>
                      <a:pt x="38843" y="16142"/>
                      <a:pt x="38843" y="16142"/>
                      <a:pt x="38843" y="16142"/>
                    </a:cubicBezTo>
                    <a:cubicBezTo>
                      <a:pt x="38843" y="16142"/>
                      <a:pt x="38843" y="16142"/>
                      <a:pt x="38843" y="16142"/>
                    </a:cubicBezTo>
                    <a:cubicBezTo>
                      <a:pt x="38914" y="16070"/>
                      <a:pt x="38914" y="16070"/>
                      <a:pt x="38914" y="16070"/>
                    </a:cubicBezTo>
                    <a:cubicBezTo>
                      <a:pt x="38914" y="16070"/>
                      <a:pt x="38914" y="16070"/>
                      <a:pt x="38914" y="16070"/>
                    </a:cubicBezTo>
                    <a:cubicBezTo>
                      <a:pt x="38985" y="16070"/>
                      <a:pt x="38985" y="16070"/>
                      <a:pt x="38985" y="16070"/>
                    </a:cubicBezTo>
                    <a:cubicBezTo>
                      <a:pt x="39057" y="15785"/>
                      <a:pt x="39057" y="15785"/>
                      <a:pt x="39057" y="15785"/>
                    </a:cubicBezTo>
                    <a:cubicBezTo>
                      <a:pt x="39057" y="15713"/>
                      <a:pt x="39057" y="15713"/>
                      <a:pt x="39057" y="15713"/>
                    </a:cubicBezTo>
                    <a:close/>
                    <a:moveTo>
                      <a:pt x="55908" y="23710"/>
                    </a:moveTo>
                    <a:cubicBezTo>
                      <a:pt x="55836" y="23567"/>
                      <a:pt x="55693" y="23567"/>
                      <a:pt x="55622" y="23710"/>
                    </a:cubicBezTo>
                    <a:cubicBezTo>
                      <a:pt x="55622" y="23782"/>
                      <a:pt x="55551" y="23924"/>
                      <a:pt x="55551" y="23996"/>
                    </a:cubicBezTo>
                    <a:cubicBezTo>
                      <a:pt x="55479" y="24067"/>
                      <a:pt x="55336" y="24281"/>
                      <a:pt x="55336" y="24353"/>
                    </a:cubicBezTo>
                    <a:cubicBezTo>
                      <a:pt x="55265" y="24353"/>
                      <a:pt x="55336" y="24424"/>
                      <a:pt x="55336" y="24496"/>
                    </a:cubicBezTo>
                    <a:cubicBezTo>
                      <a:pt x="55336" y="24567"/>
                      <a:pt x="55265" y="24567"/>
                      <a:pt x="55265" y="24567"/>
                    </a:cubicBezTo>
                    <a:cubicBezTo>
                      <a:pt x="55265" y="24639"/>
                      <a:pt x="55479" y="24710"/>
                      <a:pt x="55479" y="24710"/>
                    </a:cubicBezTo>
                    <a:cubicBezTo>
                      <a:pt x="55479" y="24710"/>
                      <a:pt x="55479" y="24781"/>
                      <a:pt x="55551" y="24781"/>
                    </a:cubicBezTo>
                    <a:cubicBezTo>
                      <a:pt x="55622" y="24710"/>
                      <a:pt x="55622" y="24639"/>
                      <a:pt x="55622" y="24567"/>
                    </a:cubicBezTo>
                    <a:cubicBezTo>
                      <a:pt x="55693" y="24496"/>
                      <a:pt x="55836" y="24281"/>
                      <a:pt x="55908" y="24139"/>
                    </a:cubicBezTo>
                    <a:cubicBezTo>
                      <a:pt x="55979" y="24067"/>
                      <a:pt x="56050" y="23853"/>
                      <a:pt x="55979" y="23710"/>
                    </a:cubicBezTo>
                    <a:close/>
                    <a:moveTo>
                      <a:pt x="55122" y="22782"/>
                    </a:moveTo>
                    <a:cubicBezTo>
                      <a:pt x="55265" y="22639"/>
                      <a:pt x="55194" y="22425"/>
                      <a:pt x="54979" y="22282"/>
                    </a:cubicBezTo>
                    <a:cubicBezTo>
                      <a:pt x="54908" y="22282"/>
                      <a:pt x="54837" y="22211"/>
                      <a:pt x="54765" y="22211"/>
                    </a:cubicBezTo>
                    <a:cubicBezTo>
                      <a:pt x="54622" y="22068"/>
                      <a:pt x="54480" y="21854"/>
                      <a:pt x="54265" y="21782"/>
                    </a:cubicBezTo>
                    <a:cubicBezTo>
                      <a:pt x="54051" y="21640"/>
                      <a:pt x="53837" y="21854"/>
                      <a:pt x="53694" y="21997"/>
                    </a:cubicBezTo>
                    <a:cubicBezTo>
                      <a:pt x="53623" y="22068"/>
                      <a:pt x="53551" y="22139"/>
                      <a:pt x="53551" y="22211"/>
                    </a:cubicBezTo>
                    <a:cubicBezTo>
                      <a:pt x="53551" y="22354"/>
                      <a:pt x="53694" y="22354"/>
                      <a:pt x="53837" y="22425"/>
                    </a:cubicBezTo>
                    <a:cubicBezTo>
                      <a:pt x="54051" y="22496"/>
                      <a:pt x="53980" y="22639"/>
                      <a:pt x="54194" y="22639"/>
                    </a:cubicBezTo>
                    <a:cubicBezTo>
                      <a:pt x="54408" y="22568"/>
                      <a:pt x="54480" y="22996"/>
                      <a:pt x="54551" y="23068"/>
                    </a:cubicBezTo>
                    <a:cubicBezTo>
                      <a:pt x="54551" y="23210"/>
                      <a:pt x="54694" y="23210"/>
                      <a:pt x="54765" y="23282"/>
                    </a:cubicBezTo>
                    <a:cubicBezTo>
                      <a:pt x="54837" y="23282"/>
                      <a:pt x="54908" y="23210"/>
                      <a:pt x="54908" y="23068"/>
                    </a:cubicBezTo>
                    <a:cubicBezTo>
                      <a:pt x="54908" y="22996"/>
                      <a:pt x="54908" y="22925"/>
                      <a:pt x="54908" y="22925"/>
                    </a:cubicBezTo>
                    <a:cubicBezTo>
                      <a:pt x="54908" y="22853"/>
                      <a:pt x="54979" y="22853"/>
                      <a:pt x="55051" y="22782"/>
                    </a:cubicBezTo>
                    <a:close/>
                    <a:moveTo>
                      <a:pt x="25633" y="32064"/>
                    </a:moveTo>
                    <a:cubicBezTo>
                      <a:pt x="25705" y="31921"/>
                      <a:pt x="25705" y="31707"/>
                      <a:pt x="25633" y="31636"/>
                    </a:cubicBezTo>
                    <a:cubicBezTo>
                      <a:pt x="25562" y="31564"/>
                      <a:pt x="25633" y="31422"/>
                      <a:pt x="25562" y="31350"/>
                    </a:cubicBezTo>
                    <a:cubicBezTo>
                      <a:pt x="25490" y="31207"/>
                      <a:pt x="25276" y="31279"/>
                      <a:pt x="25205" y="31279"/>
                    </a:cubicBezTo>
                    <a:cubicBezTo>
                      <a:pt x="24919" y="31136"/>
                      <a:pt x="24562" y="31065"/>
                      <a:pt x="24277" y="31136"/>
                    </a:cubicBezTo>
                    <a:cubicBezTo>
                      <a:pt x="23991" y="31136"/>
                      <a:pt x="23991" y="31422"/>
                      <a:pt x="23991" y="31707"/>
                    </a:cubicBezTo>
                    <a:cubicBezTo>
                      <a:pt x="23991" y="31993"/>
                      <a:pt x="24277" y="32136"/>
                      <a:pt x="24419" y="32350"/>
                    </a:cubicBezTo>
                    <a:cubicBezTo>
                      <a:pt x="24491" y="32421"/>
                      <a:pt x="24562" y="32564"/>
                      <a:pt x="24634" y="32564"/>
                    </a:cubicBezTo>
                    <a:cubicBezTo>
                      <a:pt x="24776" y="32707"/>
                      <a:pt x="25205" y="32850"/>
                      <a:pt x="25205" y="32635"/>
                    </a:cubicBezTo>
                    <a:cubicBezTo>
                      <a:pt x="25276" y="32493"/>
                      <a:pt x="25348" y="32421"/>
                      <a:pt x="25419" y="32278"/>
                    </a:cubicBezTo>
                    <a:cubicBezTo>
                      <a:pt x="25490" y="32207"/>
                      <a:pt x="25633" y="32064"/>
                      <a:pt x="25633" y="32064"/>
                    </a:cubicBezTo>
                    <a:close/>
                    <a:moveTo>
                      <a:pt x="38914" y="26138"/>
                    </a:moveTo>
                    <a:cubicBezTo>
                      <a:pt x="38557" y="26424"/>
                      <a:pt x="38557" y="26424"/>
                      <a:pt x="38557" y="26424"/>
                    </a:cubicBezTo>
                    <a:cubicBezTo>
                      <a:pt x="38557" y="26424"/>
                      <a:pt x="38557" y="26424"/>
                      <a:pt x="38557" y="26424"/>
                    </a:cubicBezTo>
                    <a:cubicBezTo>
                      <a:pt x="38486" y="26495"/>
                      <a:pt x="38486" y="26495"/>
                      <a:pt x="38486" y="26495"/>
                    </a:cubicBezTo>
                    <a:cubicBezTo>
                      <a:pt x="38414" y="26566"/>
                      <a:pt x="38414" y="26566"/>
                      <a:pt x="38414" y="26566"/>
                    </a:cubicBezTo>
                    <a:cubicBezTo>
                      <a:pt x="38486" y="26638"/>
                      <a:pt x="38486" y="26638"/>
                      <a:pt x="38486" y="26638"/>
                    </a:cubicBezTo>
                    <a:cubicBezTo>
                      <a:pt x="38628" y="26638"/>
                      <a:pt x="38628" y="26638"/>
                      <a:pt x="38628" y="26638"/>
                    </a:cubicBezTo>
                    <a:cubicBezTo>
                      <a:pt x="38700" y="26566"/>
                      <a:pt x="38700" y="26566"/>
                      <a:pt x="38700" y="26566"/>
                    </a:cubicBezTo>
                    <a:cubicBezTo>
                      <a:pt x="38914" y="26209"/>
                      <a:pt x="38914" y="26209"/>
                      <a:pt x="38914" y="26209"/>
                    </a:cubicBezTo>
                    <a:cubicBezTo>
                      <a:pt x="39057" y="26138"/>
                      <a:pt x="39057" y="26138"/>
                      <a:pt x="39057" y="26138"/>
                    </a:cubicBezTo>
                    <a:cubicBezTo>
                      <a:pt x="39057" y="26067"/>
                      <a:pt x="39057" y="26067"/>
                      <a:pt x="39057" y="26067"/>
                    </a:cubicBezTo>
                    <a:cubicBezTo>
                      <a:pt x="38985" y="26067"/>
                      <a:pt x="38985" y="26067"/>
                      <a:pt x="38985" y="26067"/>
                    </a:cubicBezTo>
                    <a:close/>
                    <a:moveTo>
                      <a:pt x="25205" y="10787"/>
                    </a:moveTo>
                    <a:cubicBezTo>
                      <a:pt x="25062" y="10787"/>
                      <a:pt x="25062" y="10787"/>
                      <a:pt x="25062" y="10787"/>
                    </a:cubicBezTo>
                    <a:cubicBezTo>
                      <a:pt x="25062" y="10787"/>
                      <a:pt x="25062" y="10787"/>
                      <a:pt x="25062" y="10787"/>
                    </a:cubicBezTo>
                    <a:cubicBezTo>
                      <a:pt x="25133" y="10929"/>
                      <a:pt x="25133" y="10929"/>
                      <a:pt x="25133" y="10929"/>
                    </a:cubicBezTo>
                    <a:close/>
                    <a:moveTo>
                      <a:pt x="23563" y="24710"/>
                    </a:moveTo>
                    <a:cubicBezTo>
                      <a:pt x="23634" y="24567"/>
                      <a:pt x="23634" y="24567"/>
                      <a:pt x="23634" y="24567"/>
                    </a:cubicBezTo>
                    <a:cubicBezTo>
                      <a:pt x="23634" y="24496"/>
                      <a:pt x="23634" y="24496"/>
                      <a:pt x="23634" y="24496"/>
                    </a:cubicBezTo>
                    <a:cubicBezTo>
                      <a:pt x="23634" y="24424"/>
                      <a:pt x="23634" y="24424"/>
                      <a:pt x="23634" y="24424"/>
                    </a:cubicBezTo>
                    <a:cubicBezTo>
                      <a:pt x="23563" y="24424"/>
                      <a:pt x="23563" y="24424"/>
                      <a:pt x="23563" y="24424"/>
                    </a:cubicBezTo>
                    <a:cubicBezTo>
                      <a:pt x="23491" y="24424"/>
                      <a:pt x="23491" y="24424"/>
                      <a:pt x="23491" y="24424"/>
                    </a:cubicBezTo>
                    <a:cubicBezTo>
                      <a:pt x="23420" y="24424"/>
                      <a:pt x="23420" y="24424"/>
                      <a:pt x="23420" y="24424"/>
                    </a:cubicBezTo>
                    <a:cubicBezTo>
                      <a:pt x="23348" y="24496"/>
                      <a:pt x="23348" y="24496"/>
                      <a:pt x="23348" y="24496"/>
                    </a:cubicBezTo>
                    <a:cubicBezTo>
                      <a:pt x="23348" y="24567"/>
                      <a:pt x="23348" y="24567"/>
                      <a:pt x="23348" y="24567"/>
                    </a:cubicBezTo>
                    <a:cubicBezTo>
                      <a:pt x="23348" y="24639"/>
                      <a:pt x="23348" y="24639"/>
                      <a:pt x="23348" y="24639"/>
                    </a:cubicBezTo>
                    <a:cubicBezTo>
                      <a:pt x="23348" y="24710"/>
                      <a:pt x="23348" y="24710"/>
                      <a:pt x="23348" y="24710"/>
                    </a:cubicBezTo>
                    <a:cubicBezTo>
                      <a:pt x="23348" y="24639"/>
                      <a:pt x="23348" y="24639"/>
                      <a:pt x="23348" y="24639"/>
                    </a:cubicBezTo>
                    <a:cubicBezTo>
                      <a:pt x="23348" y="24639"/>
                      <a:pt x="23348" y="24639"/>
                      <a:pt x="23348" y="24639"/>
                    </a:cubicBezTo>
                    <a:cubicBezTo>
                      <a:pt x="23348" y="24710"/>
                      <a:pt x="23348" y="24710"/>
                      <a:pt x="23348" y="24710"/>
                    </a:cubicBezTo>
                    <a:cubicBezTo>
                      <a:pt x="23420" y="24710"/>
                      <a:pt x="23420" y="24710"/>
                      <a:pt x="23420" y="24710"/>
                    </a:cubicBezTo>
                    <a:cubicBezTo>
                      <a:pt x="23491" y="24781"/>
                      <a:pt x="23491" y="24781"/>
                      <a:pt x="23491" y="24781"/>
                    </a:cubicBezTo>
                    <a:cubicBezTo>
                      <a:pt x="23491" y="24710"/>
                      <a:pt x="23491" y="24710"/>
                      <a:pt x="23491" y="24710"/>
                    </a:cubicBezTo>
                    <a:close/>
                    <a:moveTo>
                      <a:pt x="24562" y="29779"/>
                    </a:moveTo>
                    <a:cubicBezTo>
                      <a:pt x="24634" y="29779"/>
                      <a:pt x="24634" y="29779"/>
                      <a:pt x="24634" y="29779"/>
                    </a:cubicBezTo>
                    <a:cubicBezTo>
                      <a:pt x="24776" y="29708"/>
                      <a:pt x="24776" y="29708"/>
                      <a:pt x="24776" y="29708"/>
                    </a:cubicBezTo>
                    <a:cubicBezTo>
                      <a:pt x="24776" y="29637"/>
                      <a:pt x="24776" y="29637"/>
                      <a:pt x="24776" y="29637"/>
                    </a:cubicBezTo>
                    <a:cubicBezTo>
                      <a:pt x="24705" y="29637"/>
                      <a:pt x="24705" y="29637"/>
                      <a:pt x="24705" y="29637"/>
                    </a:cubicBezTo>
                    <a:cubicBezTo>
                      <a:pt x="24705" y="29637"/>
                      <a:pt x="24705" y="29637"/>
                      <a:pt x="24705" y="29637"/>
                    </a:cubicBezTo>
                    <a:cubicBezTo>
                      <a:pt x="24634" y="29637"/>
                      <a:pt x="24634" y="29637"/>
                      <a:pt x="24634" y="29637"/>
                    </a:cubicBezTo>
                    <a:cubicBezTo>
                      <a:pt x="24562" y="29637"/>
                      <a:pt x="24562" y="29637"/>
                      <a:pt x="24562" y="29637"/>
                    </a:cubicBezTo>
                    <a:cubicBezTo>
                      <a:pt x="24491" y="29494"/>
                      <a:pt x="24491" y="29494"/>
                      <a:pt x="24491" y="29494"/>
                    </a:cubicBezTo>
                    <a:cubicBezTo>
                      <a:pt x="24419" y="29494"/>
                      <a:pt x="24419" y="29494"/>
                      <a:pt x="24419" y="29494"/>
                    </a:cubicBezTo>
                    <a:cubicBezTo>
                      <a:pt x="24419" y="29565"/>
                      <a:pt x="24419" y="29565"/>
                      <a:pt x="24419" y="29565"/>
                    </a:cubicBezTo>
                    <a:cubicBezTo>
                      <a:pt x="24419" y="29637"/>
                      <a:pt x="24419" y="29637"/>
                      <a:pt x="24419" y="29637"/>
                    </a:cubicBezTo>
                    <a:cubicBezTo>
                      <a:pt x="24562" y="29708"/>
                      <a:pt x="24562" y="29708"/>
                      <a:pt x="24562" y="29708"/>
                    </a:cubicBezTo>
                    <a:close/>
                    <a:moveTo>
                      <a:pt x="23705" y="31707"/>
                    </a:moveTo>
                    <a:cubicBezTo>
                      <a:pt x="23705" y="31636"/>
                      <a:pt x="23705" y="31636"/>
                      <a:pt x="23705" y="31636"/>
                    </a:cubicBezTo>
                    <a:cubicBezTo>
                      <a:pt x="23563" y="31493"/>
                      <a:pt x="23563" y="31493"/>
                      <a:pt x="23563" y="31493"/>
                    </a:cubicBezTo>
                    <a:cubicBezTo>
                      <a:pt x="23491" y="31493"/>
                      <a:pt x="23491" y="31493"/>
                      <a:pt x="23491" y="31493"/>
                    </a:cubicBezTo>
                    <a:cubicBezTo>
                      <a:pt x="23491" y="31493"/>
                      <a:pt x="23491" y="31493"/>
                      <a:pt x="23491" y="31493"/>
                    </a:cubicBezTo>
                    <a:cubicBezTo>
                      <a:pt x="23491" y="31564"/>
                      <a:pt x="23491" y="31564"/>
                      <a:pt x="23491" y="31564"/>
                    </a:cubicBezTo>
                    <a:cubicBezTo>
                      <a:pt x="23563" y="31564"/>
                      <a:pt x="23563" y="31564"/>
                      <a:pt x="23563" y="31564"/>
                    </a:cubicBezTo>
                    <a:cubicBezTo>
                      <a:pt x="23563" y="31636"/>
                      <a:pt x="23563" y="31636"/>
                      <a:pt x="23563" y="31636"/>
                    </a:cubicBezTo>
                    <a:cubicBezTo>
                      <a:pt x="23563" y="31707"/>
                      <a:pt x="23563" y="31707"/>
                      <a:pt x="23563" y="31707"/>
                    </a:cubicBezTo>
                    <a:cubicBezTo>
                      <a:pt x="23563" y="32064"/>
                      <a:pt x="23563" y="32064"/>
                      <a:pt x="23563" y="32064"/>
                    </a:cubicBezTo>
                    <a:cubicBezTo>
                      <a:pt x="23634" y="32064"/>
                      <a:pt x="23634" y="32064"/>
                      <a:pt x="23634" y="32064"/>
                    </a:cubicBezTo>
                    <a:cubicBezTo>
                      <a:pt x="23705" y="32136"/>
                      <a:pt x="23705" y="32136"/>
                      <a:pt x="23705" y="32136"/>
                    </a:cubicBezTo>
                    <a:cubicBezTo>
                      <a:pt x="23777" y="31921"/>
                      <a:pt x="23777" y="31921"/>
                      <a:pt x="23777" y="31921"/>
                    </a:cubicBezTo>
                    <a:cubicBezTo>
                      <a:pt x="23848" y="31921"/>
                      <a:pt x="23848" y="31921"/>
                      <a:pt x="23848" y="31921"/>
                    </a:cubicBezTo>
                    <a:cubicBezTo>
                      <a:pt x="23848" y="31850"/>
                      <a:pt x="23848" y="31850"/>
                      <a:pt x="23848" y="31850"/>
                    </a:cubicBezTo>
                    <a:close/>
                    <a:moveTo>
                      <a:pt x="19136" y="5503"/>
                    </a:moveTo>
                    <a:cubicBezTo>
                      <a:pt x="19064" y="5432"/>
                      <a:pt x="19064" y="5432"/>
                      <a:pt x="19064" y="5432"/>
                    </a:cubicBezTo>
                    <a:cubicBezTo>
                      <a:pt x="19064" y="5360"/>
                      <a:pt x="19064" y="5360"/>
                      <a:pt x="19064" y="5360"/>
                    </a:cubicBezTo>
                    <a:cubicBezTo>
                      <a:pt x="18993" y="5360"/>
                      <a:pt x="18993" y="5360"/>
                      <a:pt x="18993" y="5360"/>
                    </a:cubicBezTo>
                    <a:cubicBezTo>
                      <a:pt x="18850" y="5360"/>
                      <a:pt x="18850" y="5360"/>
                      <a:pt x="18850" y="5360"/>
                    </a:cubicBezTo>
                    <a:cubicBezTo>
                      <a:pt x="18779" y="5503"/>
                      <a:pt x="18779" y="5503"/>
                      <a:pt x="18779" y="5503"/>
                    </a:cubicBezTo>
                    <a:cubicBezTo>
                      <a:pt x="18779" y="5646"/>
                      <a:pt x="18779" y="5646"/>
                      <a:pt x="18779" y="5646"/>
                    </a:cubicBezTo>
                    <a:cubicBezTo>
                      <a:pt x="18850" y="5717"/>
                      <a:pt x="18850" y="5717"/>
                      <a:pt x="18850" y="5717"/>
                    </a:cubicBezTo>
                    <a:cubicBezTo>
                      <a:pt x="18993" y="5717"/>
                      <a:pt x="18993" y="5717"/>
                      <a:pt x="18993" y="5717"/>
                    </a:cubicBezTo>
                    <a:cubicBezTo>
                      <a:pt x="19064" y="5646"/>
                      <a:pt x="19064" y="5646"/>
                      <a:pt x="19064" y="5646"/>
                    </a:cubicBezTo>
                    <a:cubicBezTo>
                      <a:pt x="19136" y="5574"/>
                      <a:pt x="19136" y="5574"/>
                      <a:pt x="19136" y="5574"/>
                    </a:cubicBezTo>
                    <a:cubicBezTo>
                      <a:pt x="19136" y="5503"/>
                      <a:pt x="19136" y="5503"/>
                      <a:pt x="19136" y="5503"/>
                    </a:cubicBezTo>
                    <a:close/>
                    <a:moveTo>
                      <a:pt x="21206" y="25924"/>
                    </a:moveTo>
                    <a:cubicBezTo>
                      <a:pt x="21135" y="25995"/>
                      <a:pt x="21135" y="25995"/>
                      <a:pt x="21135" y="25995"/>
                    </a:cubicBezTo>
                    <a:cubicBezTo>
                      <a:pt x="21064" y="25995"/>
                      <a:pt x="21064" y="25995"/>
                      <a:pt x="21064" y="25995"/>
                    </a:cubicBezTo>
                    <a:cubicBezTo>
                      <a:pt x="21064" y="26067"/>
                      <a:pt x="21064" y="26067"/>
                      <a:pt x="21064" y="26067"/>
                    </a:cubicBezTo>
                    <a:cubicBezTo>
                      <a:pt x="21135" y="26138"/>
                      <a:pt x="21135" y="26138"/>
                      <a:pt x="21135" y="26138"/>
                    </a:cubicBezTo>
                    <a:cubicBezTo>
                      <a:pt x="21206" y="26138"/>
                      <a:pt x="21206" y="26138"/>
                      <a:pt x="21206" y="26138"/>
                    </a:cubicBezTo>
                    <a:cubicBezTo>
                      <a:pt x="21206" y="26138"/>
                      <a:pt x="21206" y="26138"/>
                      <a:pt x="21206" y="26138"/>
                    </a:cubicBezTo>
                    <a:cubicBezTo>
                      <a:pt x="21278" y="26138"/>
                      <a:pt x="21278" y="26138"/>
                      <a:pt x="21278" y="26138"/>
                    </a:cubicBezTo>
                    <a:cubicBezTo>
                      <a:pt x="21278" y="25995"/>
                      <a:pt x="21278" y="25995"/>
                      <a:pt x="21278" y="25995"/>
                    </a:cubicBezTo>
                    <a:cubicBezTo>
                      <a:pt x="21278" y="25924"/>
                      <a:pt x="21278" y="25924"/>
                      <a:pt x="21278" y="25924"/>
                    </a:cubicBezTo>
                    <a:close/>
                    <a:moveTo>
                      <a:pt x="20278" y="33564"/>
                    </a:moveTo>
                    <a:cubicBezTo>
                      <a:pt x="20207" y="33564"/>
                      <a:pt x="19707" y="33492"/>
                      <a:pt x="19636" y="33492"/>
                    </a:cubicBezTo>
                    <a:cubicBezTo>
                      <a:pt x="19493" y="33564"/>
                      <a:pt x="19350" y="33564"/>
                      <a:pt x="19350" y="33635"/>
                    </a:cubicBezTo>
                    <a:cubicBezTo>
                      <a:pt x="19350" y="33635"/>
                      <a:pt x="19421" y="33778"/>
                      <a:pt x="19421" y="33778"/>
                    </a:cubicBezTo>
                    <a:cubicBezTo>
                      <a:pt x="19493" y="33849"/>
                      <a:pt x="19707" y="33992"/>
                      <a:pt x="19850" y="33992"/>
                    </a:cubicBezTo>
                    <a:cubicBezTo>
                      <a:pt x="19921" y="33992"/>
                      <a:pt x="19993" y="33921"/>
                      <a:pt x="20064" y="33849"/>
                    </a:cubicBezTo>
                    <a:cubicBezTo>
                      <a:pt x="20207" y="33921"/>
                      <a:pt x="20350" y="34135"/>
                      <a:pt x="20492" y="33992"/>
                    </a:cubicBezTo>
                    <a:cubicBezTo>
                      <a:pt x="20564" y="33849"/>
                      <a:pt x="20564" y="33778"/>
                      <a:pt x="20564" y="33706"/>
                    </a:cubicBezTo>
                    <a:cubicBezTo>
                      <a:pt x="20492" y="33635"/>
                      <a:pt x="20278" y="33564"/>
                      <a:pt x="20278" y="33564"/>
                    </a:cubicBezTo>
                    <a:close/>
                    <a:moveTo>
                      <a:pt x="18636" y="4646"/>
                    </a:moveTo>
                    <a:cubicBezTo>
                      <a:pt x="18564" y="4575"/>
                      <a:pt x="18493" y="4432"/>
                      <a:pt x="18422" y="4503"/>
                    </a:cubicBezTo>
                    <a:cubicBezTo>
                      <a:pt x="18350" y="4575"/>
                      <a:pt x="18350" y="4718"/>
                      <a:pt x="18279" y="4718"/>
                    </a:cubicBezTo>
                    <a:cubicBezTo>
                      <a:pt x="18207" y="4646"/>
                      <a:pt x="18065" y="4646"/>
                      <a:pt x="17993" y="4575"/>
                    </a:cubicBezTo>
                    <a:cubicBezTo>
                      <a:pt x="17993" y="4575"/>
                      <a:pt x="17922" y="4503"/>
                      <a:pt x="17850" y="4432"/>
                    </a:cubicBezTo>
                    <a:cubicBezTo>
                      <a:pt x="17779" y="4432"/>
                      <a:pt x="17636" y="4432"/>
                      <a:pt x="17636" y="4503"/>
                    </a:cubicBezTo>
                    <a:cubicBezTo>
                      <a:pt x="17636" y="4646"/>
                      <a:pt x="17850" y="4932"/>
                      <a:pt x="17922" y="5075"/>
                    </a:cubicBezTo>
                    <a:cubicBezTo>
                      <a:pt x="17993" y="5146"/>
                      <a:pt x="18065" y="5289"/>
                      <a:pt x="18136" y="5217"/>
                    </a:cubicBezTo>
                    <a:cubicBezTo>
                      <a:pt x="18279" y="5217"/>
                      <a:pt x="18065" y="4932"/>
                      <a:pt x="18279" y="4932"/>
                    </a:cubicBezTo>
                    <a:cubicBezTo>
                      <a:pt x="18422" y="4932"/>
                      <a:pt x="18564" y="5217"/>
                      <a:pt x="18636" y="5146"/>
                    </a:cubicBezTo>
                    <a:cubicBezTo>
                      <a:pt x="18636" y="5075"/>
                      <a:pt x="18636" y="4789"/>
                      <a:pt x="18636" y="4646"/>
                    </a:cubicBezTo>
                    <a:close/>
                    <a:moveTo>
                      <a:pt x="33630" y="33135"/>
                    </a:moveTo>
                    <a:cubicBezTo>
                      <a:pt x="33559" y="33135"/>
                      <a:pt x="33416" y="33278"/>
                      <a:pt x="33345" y="33278"/>
                    </a:cubicBezTo>
                    <a:cubicBezTo>
                      <a:pt x="33273" y="33278"/>
                      <a:pt x="33273" y="33207"/>
                      <a:pt x="33273" y="33135"/>
                    </a:cubicBezTo>
                    <a:cubicBezTo>
                      <a:pt x="33273" y="33135"/>
                      <a:pt x="33273" y="33064"/>
                      <a:pt x="33202" y="33064"/>
                    </a:cubicBezTo>
                    <a:cubicBezTo>
                      <a:pt x="32988" y="32778"/>
                      <a:pt x="32845" y="33064"/>
                      <a:pt x="32631" y="33207"/>
                    </a:cubicBezTo>
                    <a:cubicBezTo>
                      <a:pt x="32559" y="33349"/>
                      <a:pt x="32416" y="33207"/>
                      <a:pt x="32274" y="33278"/>
                    </a:cubicBezTo>
                    <a:cubicBezTo>
                      <a:pt x="32202" y="33349"/>
                      <a:pt x="32274" y="33564"/>
                      <a:pt x="32202" y="33706"/>
                    </a:cubicBezTo>
                    <a:cubicBezTo>
                      <a:pt x="32131" y="33849"/>
                      <a:pt x="31988" y="33849"/>
                      <a:pt x="31917" y="33921"/>
                    </a:cubicBezTo>
                    <a:cubicBezTo>
                      <a:pt x="31702" y="34063"/>
                      <a:pt x="31488" y="34278"/>
                      <a:pt x="31345" y="34492"/>
                    </a:cubicBezTo>
                    <a:cubicBezTo>
                      <a:pt x="31274" y="34563"/>
                      <a:pt x="31274" y="34563"/>
                      <a:pt x="31274" y="34563"/>
                    </a:cubicBezTo>
                    <a:cubicBezTo>
                      <a:pt x="31417" y="34706"/>
                      <a:pt x="31702" y="34563"/>
                      <a:pt x="31845" y="34420"/>
                    </a:cubicBezTo>
                    <a:cubicBezTo>
                      <a:pt x="32059" y="34349"/>
                      <a:pt x="32131" y="34278"/>
                      <a:pt x="32131" y="34063"/>
                    </a:cubicBezTo>
                    <a:cubicBezTo>
                      <a:pt x="32274" y="33778"/>
                      <a:pt x="32559" y="33921"/>
                      <a:pt x="32845" y="33849"/>
                    </a:cubicBezTo>
                    <a:cubicBezTo>
                      <a:pt x="33202" y="33706"/>
                      <a:pt x="33487" y="33492"/>
                      <a:pt x="33844" y="33349"/>
                    </a:cubicBezTo>
                    <a:cubicBezTo>
                      <a:pt x="33987" y="33135"/>
                      <a:pt x="33844" y="33135"/>
                      <a:pt x="33702" y="33135"/>
                    </a:cubicBezTo>
                    <a:close/>
                    <a:moveTo>
                      <a:pt x="37272" y="27066"/>
                    </a:moveTo>
                    <a:cubicBezTo>
                      <a:pt x="37200" y="26995"/>
                      <a:pt x="37129" y="27066"/>
                      <a:pt x="37058" y="26995"/>
                    </a:cubicBezTo>
                    <a:cubicBezTo>
                      <a:pt x="36986" y="26995"/>
                      <a:pt x="36915" y="26995"/>
                      <a:pt x="36915" y="26923"/>
                    </a:cubicBezTo>
                    <a:cubicBezTo>
                      <a:pt x="36772" y="26781"/>
                      <a:pt x="36629" y="26781"/>
                      <a:pt x="36486" y="26852"/>
                    </a:cubicBezTo>
                    <a:cubicBezTo>
                      <a:pt x="36415" y="26852"/>
                      <a:pt x="36272" y="26923"/>
                      <a:pt x="36201" y="27066"/>
                    </a:cubicBezTo>
                    <a:cubicBezTo>
                      <a:pt x="36129" y="27209"/>
                      <a:pt x="36129" y="27352"/>
                      <a:pt x="36058" y="27423"/>
                    </a:cubicBezTo>
                    <a:cubicBezTo>
                      <a:pt x="35844" y="27566"/>
                      <a:pt x="35701" y="27780"/>
                      <a:pt x="35630" y="27994"/>
                    </a:cubicBezTo>
                    <a:cubicBezTo>
                      <a:pt x="35487" y="28209"/>
                      <a:pt x="35273" y="28280"/>
                      <a:pt x="35201" y="28423"/>
                    </a:cubicBezTo>
                    <a:cubicBezTo>
                      <a:pt x="35130" y="28566"/>
                      <a:pt x="35058" y="28637"/>
                      <a:pt x="34987" y="28708"/>
                    </a:cubicBezTo>
                    <a:cubicBezTo>
                      <a:pt x="34844" y="28851"/>
                      <a:pt x="34630" y="28851"/>
                      <a:pt x="34487" y="28994"/>
                    </a:cubicBezTo>
                    <a:cubicBezTo>
                      <a:pt x="34130" y="29280"/>
                      <a:pt x="33987" y="29708"/>
                      <a:pt x="33916" y="30065"/>
                    </a:cubicBezTo>
                    <a:cubicBezTo>
                      <a:pt x="33844" y="30279"/>
                      <a:pt x="33987" y="30422"/>
                      <a:pt x="34059" y="30493"/>
                    </a:cubicBezTo>
                    <a:cubicBezTo>
                      <a:pt x="34130" y="30636"/>
                      <a:pt x="33916" y="30565"/>
                      <a:pt x="33773" y="30565"/>
                    </a:cubicBezTo>
                    <a:cubicBezTo>
                      <a:pt x="33630" y="30493"/>
                      <a:pt x="33416" y="30565"/>
                      <a:pt x="33487" y="30779"/>
                    </a:cubicBezTo>
                    <a:cubicBezTo>
                      <a:pt x="33630" y="30922"/>
                      <a:pt x="33702" y="31136"/>
                      <a:pt x="33559" y="31279"/>
                    </a:cubicBezTo>
                    <a:cubicBezTo>
                      <a:pt x="33487" y="31350"/>
                      <a:pt x="33345" y="31422"/>
                      <a:pt x="33345" y="31493"/>
                    </a:cubicBezTo>
                    <a:cubicBezTo>
                      <a:pt x="33273" y="31564"/>
                      <a:pt x="33273" y="31707"/>
                      <a:pt x="33345" y="31779"/>
                    </a:cubicBezTo>
                    <a:cubicBezTo>
                      <a:pt x="33416" y="31921"/>
                      <a:pt x="33416" y="32136"/>
                      <a:pt x="33416" y="32278"/>
                    </a:cubicBezTo>
                    <a:cubicBezTo>
                      <a:pt x="33559" y="32635"/>
                      <a:pt x="34130" y="32564"/>
                      <a:pt x="34344" y="32350"/>
                    </a:cubicBezTo>
                    <a:cubicBezTo>
                      <a:pt x="34487" y="32207"/>
                      <a:pt x="34558" y="32136"/>
                      <a:pt x="34630" y="32421"/>
                    </a:cubicBezTo>
                    <a:cubicBezTo>
                      <a:pt x="34630" y="32635"/>
                      <a:pt x="34844" y="32421"/>
                      <a:pt x="34915" y="32278"/>
                    </a:cubicBezTo>
                    <a:cubicBezTo>
                      <a:pt x="34915" y="32136"/>
                      <a:pt x="34915" y="31993"/>
                      <a:pt x="35058" y="31850"/>
                    </a:cubicBezTo>
                    <a:cubicBezTo>
                      <a:pt x="35273" y="31422"/>
                      <a:pt x="35701" y="31136"/>
                      <a:pt x="35987" y="30779"/>
                    </a:cubicBezTo>
                    <a:cubicBezTo>
                      <a:pt x="36415" y="30422"/>
                      <a:pt x="36843" y="29994"/>
                      <a:pt x="36986" y="29422"/>
                    </a:cubicBezTo>
                    <a:cubicBezTo>
                      <a:pt x="36986" y="29208"/>
                      <a:pt x="37129" y="28994"/>
                      <a:pt x="37129" y="28780"/>
                    </a:cubicBezTo>
                    <a:cubicBezTo>
                      <a:pt x="37200" y="28708"/>
                      <a:pt x="37058" y="28637"/>
                      <a:pt x="37058" y="28494"/>
                    </a:cubicBezTo>
                    <a:cubicBezTo>
                      <a:pt x="36986" y="28423"/>
                      <a:pt x="36986" y="28280"/>
                      <a:pt x="36915" y="28209"/>
                    </a:cubicBezTo>
                    <a:cubicBezTo>
                      <a:pt x="36843" y="27923"/>
                      <a:pt x="36843" y="27566"/>
                      <a:pt x="37200" y="27495"/>
                    </a:cubicBezTo>
                    <a:cubicBezTo>
                      <a:pt x="37415" y="27423"/>
                      <a:pt x="37415" y="27209"/>
                      <a:pt x="37272" y="27066"/>
                    </a:cubicBezTo>
                    <a:close/>
                    <a:moveTo>
                      <a:pt x="31631" y="6717"/>
                    </a:moveTo>
                    <a:cubicBezTo>
                      <a:pt x="31845" y="6788"/>
                      <a:pt x="31774" y="6503"/>
                      <a:pt x="31774" y="6360"/>
                    </a:cubicBezTo>
                    <a:cubicBezTo>
                      <a:pt x="31774" y="6217"/>
                      <a:pt x="31774" y="6146"/>
                      <a:pt x="31845" y="6003"/>
                    </a:cubicBezTo>
                    <a:cubicBezTo>
                      <a:pt x="31774" y="5646"/>
                      <a:pt x="32131" y="5289"/>
                      <a:pt x="31988" y="4932"/>
                    </a:cubicBezTo>
                    <a:cubicBezTo>
                      <a:pt x="31917" y="4718"/>
                      <a:pt x="31774" y="4503"/>
                      <a:pt x="31702" y="4289"/>
                    </a:cubicBezTo>
                    <a:cubicBezTo>
                      <a:pt x="31702" y="4146"/>
                      <a:pt x="31631" y="4004"/>
                      <a:pt x="31417" y="4004"/>
                    </a:cubicBezTo>
                    <a:cubicBezTo>
                      <a:pt x="31203" y="3861"/>
                      <a:pt x="30846" y="3932"/>
                      <a:pt x="30703" y="3647"/>
                    </a:cubicBezTo>
                    <a:cubicBezTo>
                      <a:pt x="30489" y="3218"/>
                      <a:pt x="30560" y="2575"/>
                      <a:pt x="30203" y="2218"/>
                    </a:cubicBezTo>
                    <a:cubicBezTo>
                      <a:pt x="29775" y="1933"/>
                      <a:pt x="29346" y="1576"/>
                      <a:pt x="28918" y="1290"/>
                    </a:cubicBezTo>
                    <a:cubicBezTo>
                      <a:pt x="28204" y="1147"/>
                      <a:pt x="27276" y="1433"/>
                      <a:pt x="26633" y="1219"/>
                    </a:cubicBezTo>
                    <a:cubicBezTo>
                      <a:pt x="26204" y="1147"/>
                      <a:pt x="25847" y="862"/>
                      <a:pt x="25419" y="719"/>
                    </a:cubicBezTo>
                    <a:cubicBezTo>
                      <a:pt x="25205" y="648"/>
                      <a:pt x="24919" y="433"/>
                      <a:pt x="24634" y="362"/>
                    </a:cubicBezTo>
                    <a:cubicBezTo>
                      <a:pt x="23991" y="76"/>
                      <a:pt x="23206" y="-209"/>
                      <a:pt x="22706" y="219"/>
                    </a:cubicBezTo>
                    <a:cubicBezTo>
                      <a:pt x="22492" y="433"/>
                      <a:pt x="22277" y="576"/>
                      <a:pt x="21992" y="719"/>
                    </a:cubicBezTo>
                    <a:cubicBezTo>
                      <a:pt x="21706" y="862"/>
                      <a:pt x="21421" y="1147"/>
                      <a:pt x="21135" y="1005"/>
                    </a:cubicBezTo>
                    <a:cubicBezTo>
                      <a:pt x="20707" y="933"/>
                      <a:pt x="20921" y="76"/>
                      <a:pt x="20350" y="291"/>
                    </a:cubicBezTo>
                    <a:cubicBezTo>
                      <a:pt x="19921" y="362"/>
                      <a:pt x="19564" y="505"/>
                      <a:pt x="19136" y="505"/>
                    </a:cubicBezTo>
                    <a:cubicBezTo>
                      <a:pt x="18493" y="433"/>
                      <a:pt x="17922" y="433"/>
                      <a:pt x="17279" y="362"/>
                    </a:cubicBezTo>
                    <a:cubicBezTo>
                      <a:pt x="16922" y="362"/>
                      <a:pt x="16565" y="505"/>
                      <a:pt x="16280" y="505"/>
                    </a:cubicBezTo>
                    <a:cubicBezTo>
                      <a:pt x="15851" y="505"/>
                      <a:pt x="15423" y="433"/>
                      <a:pt x="15137" y="576"/>
                    </a:cubicBezTo>
                    <a:cubicBezTo>
                      <a:pt x="14994" y="719"/>
                      <a:pt x="14780" y="1005"/>
                      <a:pt x="14637" y="1147"/>
                    </a:cubicBezTo>
                    <a:cubicBezTo>
                      <a:pt x="14637" y="1290"/>
                      <a:pt x="14709" y="1576"/>
                      <a:pt x="14566" y="1719"/>
                    </a:cubicBezTo>
                    <a:cubicBezTo>
                      <a:pt x="14352" y="1861"/>
                      <a:pt x="14066" y="1861"/>
                      <a:pt x="13781" y="2004"/>
                    </a:cubicBezTo>
                    <a:cubicBezTo>
                      <a:pt x="13638" y="2218"/>
                      <a:pt x="13352" y="2290"/>
                      <a:pt x="13209" y="2504"/>
                    </a:cubicBezTo>
                    <a:cubicBezTo>
                      <a:pt x="13209" y="2718"/>
                      <a:pt x="13352" y="3004"/>
                      <a:pt x="13495" y="3218"/>
                    </a:cubicBezTo>
                    <a:cubicBezTo>
                      <a:pt x="13709" y="3575"/>
                      <a:pt x="13566" y="4004"/>
                      <a:pt x="13495" y="4432"/>
                    </a:cubicBezTo>
                    <a:cubicBezTo>
                      <a:pt x="13424" y="4503"/>
                      <a:pt x="13495" y="4789"/>
                      <a:pt x="13638" y="4646"/>
                    </a:cubicBezTo>
                    <a:cubicBezTo>
                      <a:pt x="13781" y="4289"/>
                      <a:pt x="13781" y="3932"/>
                      <a:pt x="14066" y="3718"/>
                    </a:cubicBezTo>
                    <a:cubicBezTo>
                      <a:pt x="14566" y="3361"/>
                      <a:pt x="14352" y="2647"/>
                      <a:pt x="14709" y="2147"/>
                    </a:cubicBezTo>
                    <a:cubicBezTo>
                      <a:pt x="14780" y="1933"/>
                      <a:pt x="15209" y="1719"/>
                      <a:pt x="15209" y="2076"/>
                    </a:cubicBezTo>
                    <a:cubicBezTo>
                      <a:pt x="15280" y="2218"/>
                      <a:pt x="15209" y="2433"/>
                      <a:pt x="15280" y="2504"/>
                    </a:cubicBezTo>
                    <a:cubicBezTo>
                      <a:pt x="15423" y="2718"/>
                      <a:pt x="15780" y="2718"/>
                      <a:pt x="15923" y="2932"/>
                    </a:cubicBezTo>
                    <a:cubicBezTo>
                      <a:pt x="16351" y="3504"/>
                      <a:pt x="16637" y="4432"/>
                      <a:pt x="17422" y="4146"/>
                    </a:cubicBezTo>
                    <a:cubicBezTo>
                      <a:pt x="17708" y="4075"/>
                      <a:pt x="17993" y="4146"/>
                      <a:pt x="18207" y="4004"/>
                    </a:cubicBezTo>
                    <a:cubicBezTo>
                      <a:pt x="18350" y="3932"/>
                      <a:pt x="18350" y="3647"/>
                      <a:pt x="18493" y="3504"/>
                    </a:cubicBezTo>
                    <a:cubicBezTo>
                      <a:pt x="18707" y="3218"/>
                      <a:pt x="19993" y="2147"/>
                      <a:pt x="20064" y="3075"/>
                    </a:cubicBezTo>
                    <a:cubicBezTo>
                      <a:pt x="19921" y="3718"/>
                      <a:pt x="20350" y="3504"/>
                      <a:pt x="20707" y="3504"/>
                    </a:cubicBezTo>
                    <a:cubicBezTo>
                      <a:pt x="21064" y="3575"/>
                      <a:pt x="21421" y="3789"/>
                      <a:pt x="21778" y="3861"/>
                    </a:cubicBezTo>
                    <a:cubicBezTo>
                      <a:pt x="22135" y="3932"/>
                      <a:pt x="22563" y="3932"/>
                      <a:pt x="22849" y="4075"/>
                    </a:cubicBezTo>
                    <a:cubicBezTo>
                      <a:pt x="23063" y="4146"/>
                      <a:pt x="23420" y="4361"/>
                      <a:pt x="23705" y="4146"/>
                    </a:cubicBezTo>
                    <a:cubicBezTo>
                      <a:pt x="23848" y="4004"/>
                      <a:pt x="23634" y="3718"/>
                      <a:pt x="23563" y="3575"/>
                    </a:cubicBezTo>
                    <a:cubicBezTo>
                      <a:pt x="23491" y="3218"/>
                      <a:pt x="23848" y="3218"/>
                      <a:pt x="24134" y="3289"/>
                    </a:cubicBezTo>
                    <a:cubicBezTo>
                      <a:pt x="24634" y="3361"/>
                      <a:pt x="25062" y="3361"/>
                      <a:pt x="25562" y="3432"/>
                    </a:cubicBezTo>
                    <a:cubicBezTo>
                      <a:pt x="25919" y="3432"/>
                      <a:pt x="26204" y="3575"/>
                      <a:pt x="26347" y="3932"/>
                    </a:cubicBezTo>
                    <a:cubicBezTo>
                      <a:pt x="26490" y="4289"/>
                      <a:pt x="26847" y="4432"/>
                      <a:pt x="27133" y="4575"/>
                    </a:cubicBezTo>
                    <a:cubicBezTo>
                      <a:pt x="27775" y="4860"/>
                      <a:pt x="28561" y="5075"/>
                      <a:pt x="29203" y="5432"/>
                    </a:cubicBezTo>
                    <a:cubicBezTo>
                      <a:pt x="29418" y="5503"/>
                      <a:pt x="29632" y="5717"/>
                      <a:pt x="29846" y="5860"/>
                    </a:cubicBezTo>
                    <a:cubicBezTo>
                      <a:pt x="29989" y="5860"/>
                      <a:pt x="30060" y="5931"/>
                      <a:pt x="30203" y="6074"/>
                    </a:cubicBezTo>
                    <a:cubicBezTo>
                      <a:pt x="30560" y="6431"/>
                      <a:pt x="31131" y="6503"/>
                      <a:pt x="31631" y="6717"/>
                    </a:cubicBezTo>
                    <a:close/>
                    <a:moveTo>
                      <a:pt x="38843" y="27280"/>
                    </a:moveTo>
                    <a:cubicBezTo>
                      <a:pt x="38771" y="27209"/>
                      <a:pt x="38700" y="27138"/>
                      <a:pt x="38700" y="27066"/>
                    </a:cubicBezTo>
                    <a:cubicBezTo>
                      <a:pt x="38628" y="26995"/>
                      <a:pt x="38628" y="26852"/>
                      <a:pt x="38557" y="26852"/>
                    </a:cubicBezTo>
                    <a:cubicBezTo>
                      <a:pt x="38271" y="26781"/>
                      <a:pt x="37772" y="26852"/>
                      <a:pt x="37486" y="26852"/>
                    </a:cubicBezTo>
                    <a:cubicBezTo>
                      <a:pt x="37486" y="26852"/>
                      <a:pt x="37415" y="26852"/>
                      <a:pt x="37415" y="26923"/>
                    </a:cubicBezTo>
                    <a:cubicBezTo>
                      <a:pt x="37200" y="27066"/>
                      <a:pt x="37343" y="27209"/>
                      <a:pt x="37557" y="27209"/>
                    </a:cubicBezTo>
                    <a:cubicBezTo>
                      <a:pt x="37772" y="27209"/>
                      <a:pt x="38129" y="27138"/>
                      <a:pt x="38343" y="27280"/>
                    </a:cubicBezTo>
                    <a:cubicBezTo>
                      <a:pt x="38414" y="27352"/>
                      <a:pt x="38414" y="27495"/>
                      <a:pt x="38486" y="27566"/>
                    </a:cubicBezTo>
                    <a:cubicBezTo>
                      <a:pt x="38914" y="27923"/>
                      <a:pt x="38985" y="27637"/>
                      <a:pt x="38843" y="27280"/>
                    </a:cubicBezTo>
                    <a:close/>
                    <a:moveTo>
                      <a:pt x="25990" y="32992"/>
                    </a:moveTo>
                    <a:cubicBezTo>
                      <a:pt x="25847" y="33135"/>
                      <a:pt x="25633" y="33207"/>
                      <a:pt x="25562" y="33349"/>
                    </a:cubicBezTo>
                    <a:cubicBezTo>
                      <a:pt x="25490" y="33421"/>
                      <a:pt x="25419" y="33564"/>
                      <a:pt x="25348" y="33635"/>
                    </a:cubicBezTo>
                    <a:cubicBezTo>
                      <a:pt x="25348" y="33706"/>
                      <a:pt x="25348" y="33706"/>
                      <a:pt x="25348" y="33778"/>
                    </a:cubicBezTo>
                    <a:cubicBezTo>
                      <a:pt x="25562" y="33778"/>
                      <a:pt x="25633" y="33492"/>
                      <a:pt x="25776" y="33349"/>
                    </a:cubicBezTo>
                    <a:cubicBezTo>
                      <a:pt x="25776" y="33278"/>
                      <a:pt x="25919" y="33278"/>
                      <a:pt x="25990" y="33207"/>
                    </a:cubicBezTo>
                    <a:cubicBezTo>
                      <a:pt x="26062" y="33135"/>
                      <a:pt x="26062" y="33064"/>
                      <a:pt x="26062" y="32992"/>
                    </a:cubicBezTo>
                    <a:close/>
                    <a:moveTo>
                      <a:pt x="26133" y="10787"/>
                    </a:moveTo>
                    <a:cubicBezTo>
                      <a:pt x="26133" y="10858"/>
                      <a:pt x="26133" y="10858"/>
                      <a:pt x="26133" y="10858"/>
                    </a:cubicBezTo>
                    <a:cubicBezTo>
                      <a:pt x="26062" y="10929"/>
                      <a:pt x="26062" y="10929"/>
                      <a:pt x="26062" y="10929"/>
                    </a:cubicBezTo>
                    <a:cubicBezTo>
                      <a:pt x="25776" y="10929"/>
                      <a:pt x="25776" y="10929"/>
                      <a:pt x="25776" y="10929"/>
                    </a:cubicBezTo>
                    <a:cubicBezTo>
                      <a:pt x="25705" y="11001"/>
                      <a:pt x="25705" y="11001"/>
                      <a:pt x="25705" y="11001"/>
                    </a:cubicBezTo>
                    <a:cubicBezTo>
                      <a:pt x="25776" y="11001"/>
                      <a:pt x="25776" y="11001"/>
                      <a:pt x="25776" y="11001"/>
                    </a:cubicBezTo>
                    <a:cubicBezTo>
                      <a:pt x="25847" y="11001"/>
                      <a:pt x="25847" y="11001"/>
                      <a:pt x="25847" y="11001"/>
                    </a:cubicBezTo>
                    <a:cubicBezTo>
                      <a:pt x="25919" y="11072"/>
                      <a:pt x="25919" y="11072"/>
                      <a:pt x="25919" y="11072"/>
                    </a:cubicBezTo>
                    <a:cubicBezTo>
                      <a:pt x="25919" y="11072"/>
                      <a:pt x="25919" y="11072"/>
                      <a:pt x="25919" y="11072"/>
                    </a:cubicBezTo>
                    <a:cubicBezTo>
                      <a:pt x="26062" y="11072"/>
                      <a:pt x="26062" y="11072"/>
                      <a:pt x="26062" y="11072"/>
                    </a:cubicBezTo>
                    <a:cubicBezTo>
                      <a:pt x="26133" y="11072"/>
                      <a:pt x="26133" y="11072"/>
                      <a:pt x="26133" y="11072"/>
                    </a:cubicBezTo>
                    <a:cubicBezTo>
                      <a:pt x="26204" y="11001"/>
                      <a:pt x="26204" y="11001"/>
                      <a:pt x="26204" y="11001"/>
                    </a:cubicBezTo>
                    <a:cubicBezTo>
                      <a:pt x="26204" y="10787"/>
                      <a:pt x="26204" y="10787"/>
                      <a:pt x="26204" y="10787"/>
                    </a:cubicBezTo>
                    <a:cubicBezTo>
                      <a:pt x="26204" y="10715"/>
                      <a:pt x="26204" y="10715"/>
                      <a:pt x="26204" y="10715"/>
                    </a:cubicBezTo>
                    <a:close/>
                    <a:moveTo>
                      <a:pt x="26561" y="30636"/>
                    </a:moveTo>
                    <a:cubicBezTo>
                      <a:pt x="26561" y="30565"/>
                      <a:pt x="26561" y="30565"/>
                      <a:pt x="26561" y="30565"/>
                    </a:cubicBezTo>
                    <a:cubicBezTo>
                      <a:pt x="26490" y="30565"/>
                      <a:pt x="26490" y="30565"/>
                      <a:pt x="26490" y="30565"/>
                    </a:cubicBezTo>
                    <a:cubicBezTo>
                      <a:pt x="26419" y="30565"/>
                      <a:pt x="26419" y="30565"/>
                      <a:pt x="26419" y="30565"/>
                    </a:cubicBezTo>
                    <a:cubicBezTo>
                      <a:pt x="26419" y="30636"/>
                      <a:pt x="26419" y="30636"/>
                      <a:pt x="26419" y="30636"/>
                    </a:cubicBezTo>
                    <a:cubicBezTo>
                      <a:pt x="26419" y="30636"/>
                      <a:pt x="26419" y="30636"/>
                      <a:pt x="26419" y="30636"/>
                    </a:cubicBezTo>
                    <a:cubicBezTo>
                      <a:pt x="26419" y="30708"/>
                      <a:pt x="26419" y="30708"/>
                      <a:pt x="26419" y="30708"/>
                    </a:cubicBezTo>
                    <a:cubicBezTo>
                      <a:pt x="26490" y="30779"/>
                      <a:pt x="26490" y="30779"/>
                      <a:pt x="26490" y="30779"/>
                    </a:cubicBezTo>
                    <a:cubicBezTo>
                      <a:pt x="26490" y="30779"/>
                      <a:pt x="26490" y="30779"/>
                      <a:pt x="26490" y="30779"/>
                    </a:cubicBezTo>
                    <a:cubicBezTo>
                      <a:pt x="26561" y="30850"/>
                      <a:pt x="26561" y="30850"/>
                      <a:pt x="26561" y="30850"/>
                    </a:cubicBezTo>
                    <a:cubicBezTo>
                      <a:pt x="26633" y="30850"/>
                      <a:pt x="26633" y="30850"/>
                      <a:pt x="26633" y="30850"/>
                    </a:cubicBezTo>
                    <a:cubicBezTo>
                      <a:pt x="26633" y="30779"/>
                      <a:pt x="26633" y="30779"/>
                      <a:pt x="26633" y="30779"/>
                    </a:cubicBezTo>
                    <a:cubicBezTo>
                      <a:pt x="26633" y="30708"/>
                      <a:pt x="26633" y="30708"/>
                      <a:pt x="26633" y="30708"/>
                    </a:cubicBezTo>
                    <a:close/>
                    <a:moveTo>
                      <a:pt x="26990" y="30922"/>
                    </a:moveTo>
                    <a:cubicBezTo>
                      <a:pt x="26918" y="30922"/>
                      <a:pt x="26918" y="30922"/>
                      <a:pt x="26918" y="30922"/>
                    </a:cubicBezTo>
                    <a:cubicBezTo>
                      <a:pt x="26847" y="30922"/>
                      <a:pt x="26847" y="30922"/>
                      <a:pt x="26847" y="30922"/>
                    </a:cubicBezTo>
                    <a:cubicBezTo>
                      <a:pt x="26776" y="30922"/>
                      <a:pt x="26776" y="30922"/>
                      <a:pt x="26776" y="30922"/>
                    </a:cubicBezTo>
                    <a:cubicBezTo>
                      <a:pt x="26776" y="30922"/>
                      <a:pt x="26776" y="30922"/>
                      <a:pt x="26776" y="30922"/>
                    </a:cubicBezTo>
                    <a:cubicBezTo>
                      <a:pt x="26704" y="30922"/>
                      <a:pt x="26704" y="30922"/>
                      <a:pt x="26704" y="30922"/>
                    </a:cubicBezTo>
                    <a:cubicBezTo>
                      <a:pt x="26704" y="30993"/>
                      <a:pt x="26704" y="30993"/>
                      <a:pt x="26704" y="30993"/>
                    </a:cubicBezTo>
                    <a:cubicBezTo>
                      <a:pt x="26776" y="30993"/>
                      <a:pt x="26776" y="30993"/>
                      <a:pt x="26776" y="30993"/>
                    </a:cubicBezTo>
                    <a:cubicBezTo>
                      <a:pt x="26847" y="30993"/>
                      <a:pt x="26847" y="30993"/>
                      <a:pt x="26847" y="30993"/>
                    </a:cubicBezTo>
                    <a:cubicBezTo>
                      <a:pt x="26918" y="30993"/>
                      <a:pt x="26918" y="30993"/>
                      <a:pt x="26918" y="30993"/>
                    </a:cubicBezTo>
                    <a:cubicBezTo>
                      <a:pt x="26990" y="31065"/>
                      <a:pt x="26990" y="31065"/>
                      <a:pt x="26990" y="31065"/>
                    </a:cubicBezTo>
                    <a:cubicBezTo>
                      <a:pt x="27061" y="31065"/>
                      <a:pt x="27061" y="31065"/>
                      <a:pt x="27061" y="31065"/>
                    </a:cubicBezTo>
                    <a:cubicBezTo>
                      <a:pt x="27061" y="30993"/>
                      <a:pt x="27061" y="30993"/>
                      <a:pt x="27061" y="30993"/>
                    </a:cubicBezTo>
                    <a:cubicBezTo>
                      <a:pt x="27061" y="30922"/>
                      <a:pt x="27061" y="30922"/>
                      <a:pt x="27061" y="3092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59"/>
              <p:cNvSpPr/>
              <p:nvPr/>
            </p:nvSpPr>
            <p:spPr>
              <a:xfrm>
                <a:off x="1576025" y="3044925"/>
                <a:ext cx="356775" cy="374875"/>
              </a:xfrm>
              <a:custGeom>
                <a:rect b="b" l="l" r="r" t="t"/>
                <a:pathLst>
                  <a:path extrusionOk="0" h="14995" w="14271">
                    <a:moveTo>
                      <a:pt x="9889" y="11781"/>
                    </a:moveTo>
                    <a:cubicBezTo>
                      <a:pt x="9889" y="11853"/>
                      <a:pt x="9889" y="11853"/>
                      <a:pt x="9889" y="11853"/>
                    </a:cubicBezTo>
                    <a:cubicBezTo>
                      <a:pt x="9889" y="11924"/>
                      <a:pt x="9889" y="11924"/>
                      <a:pt x="9889" y="11924"/>
                    </a:cubicBezTo>
                    <a:lnTo>
                      <a:pt x="10032" y="11924"/>
                    </a:lnTo>
                    <a:lnTo>
                      <a:pt x="10032" y="11853"/>
                    </a:lnTo>
                    <a:lnTo>
                      <a:pt x="10103" y="11853"/>
                    </a:lnTo>
                    <a:cubicBezTo>
                      <a:pt x="10032" y="11781"/>
                      <a:pt x="10032" y="11781"/>
                      <a:pt x="10032" y="11781"/>
                    </a:cubicBezTo>
                    <a:close/>
                    <a:moveTo>
                      <a:pt x="7247" y="12281"/>
                    </a:moveTo>
                    <a:cubicBezTo>
                      <a:pt x="7176" y="12353"/>
                      <a:pt x="7176" y="12353"/>
                      <a:pt x="7176" y="12353"/>
                    </a:cubicBezTo>
                    <a:cubicBezTo>
                      <a:pt x="7176" y="12424"/>
                      <a:pt x="7176" y="12424"/>
                      <a:pt x="7176" y="12424"/>
                    </a:cubicBezTo>
                    <a:cubicBezTo>
                      <a:pt x="7247" y="12495"/>
                      <a:pt x="7247" y="12495"/>
                      <a:pt x="7247" y="12495"/>
                    </a:cubicBezTo>
                    <a:cubicBezTo>
                      <a:pt x="7318" y="12567"/>
                      <a:pt x="7318" y="12567"/>
                      <a:pt x="7318" y="12567"/>
                    </a:cubicBezTo>
                    <a:cubicBezTo>
                      <a:pt x="7461" y="12710"/>
                      <a:pt x="7461" y="12710"/>
                      <a:pt x="7461" y="12710"/>
                    </a:cubicBezTo>
                    <a:cubicBezTo>
                      <a:pt x="7604" y="12781"/>
                      <a:pt x="7604" y="12781"/>
                      <a:pt x="7604" y="12781"/>
                    </a:cubicBezTo>
                    <a:cubicBezTo>
                      <a:pt x="7675" y="12710"/>
                      <a:pt x="7675" y="12710"/>
                      <a:pt x="7675" y="12710"/>
                    </a:cubicBezTo>
                    <a:cubicBezTo>
                      <a:pt x="7675" y="12567"/>
                      <a:pt x="7675" y="12567"/>
                      <a:pt x="7675" y="12567"/>
                    </a:cubicBezTo>
                    <a:cubicBezTo>
                      <a:pt x="7675" y="12495"/>
                      <a:pt x="7675" y="12495"/>
                      <a:pt x="7675" y="12495"/>
                    </a:cubicBezTo>
                    <a:lnTo>
                      <a:pt x="7533" y="12424"/>
                    </a:lnTo>
                    <a:cubicBezTo>
                      <a:pt x="7533" y="12353"/>
                      <a:pt x="7533" y="12353"/>
                      <a:pt x="7533" y="12353"/>
                    </a:cubicBezTo>
                    <a:lnTo>
                      <a:pt x="7390" y="12353"/>
                    </a:lnTo>
                    <a:cubicBezTo>
                      <a:pt x="7247" y="12281"/>
                      <a:pt x="7247" y="12281"/>
                      <a:pt x="7247" y="12281"/>
                    </a:cubicBezTo>
                    <a:close/>
                    <a:moveTo>
                      <a:pt x="10317" y="12638"/>
                    </a:moveTo>
                    <a:cubicBezTo>
                      <a:pt x="10317" y="12710"/>
                      <a:pt x="10317" y="12710"/>
                      <a:pt x="10317" y="12710"/>
                    </a:cubicBezTo>
                    <a:lnTo>
                      <a:pt x="10246" y="12710"/>
                    </a:lnTo>
                    <a:cubicBezTo>
                      <a:pt x="10174" y="12781"/>
                      <a:pt x="10174" y="12781"/>
                      <a:pt x="10174" y="12781"/>
                    </a:cubicBezTo>
                    <a:cubicBezTo>
                      <a:pt x="10103" y="12710"/>
                      <a:pt x="10103" y="12710"/>
                      <a:pt x="10103" y="12710"/>
                    </a:cubicBezTo>
                    <a:cubicBezTo>
                      <a:pt x="10032" y="12781"/>
                      <a:pt x="10032" y="12781"/>
                      <a:pt x="10032" y="12781"/>
                    </a:cubicBezTo>
                    <a:cubicBezTo>
                      <a:pt x="10032" y="12852"/>
                      <a:pt x="10032" y="12852"/>
                      <a:pt x="10032" y="12852"/>
                    </a:cubicBezTo>
                    <a:lnTo>
                      <a:pt x="10103" y="12852"/>
                    </a:lnTo>
                    <a:cubicBezTo>
                      <a:pt x="10317" y="12924"/>
                      <a:pt x="10317" y="12924"/>
                      <a:pt x="10317" y="12924"/>
                    </a:cubicBezTo>
                    <a:cubicBezTo>
                      <a:pt x="10317" y="12852"/>
                      <a:pt x="10317" y="12852"/>
                      <a:pt x="10317" y="12852"/>
                    </a:cubicBezTo>
                    <a:cubicBezTo>
                      <a:pt x="10389" y="12781"/>
                      <a:pt x="10389" y="12781"/>
                      <a:pt x="10389" y="12781"/>
                    </a:cubicBezTo>
                    <a:lnTo>
                      <a:pt x="10460" y="12781"/>
                    </a:lnTo>
                    <a:cubicBezTo>
                      <a:pt x="10460" y="12710"/>
                      <a:pt x="10460" y="12710"/>
                      <a:pt x="10460" y="12710"/>
                    </a:cubicBezTo>
                    <a:lnTo>
                      <a:pt x="10460" y="12638"/>
                    </a:lnTo>
                    <a:close/>
                    <a:moveTo>
                      <a:pt x="11888" y="12924"/>
                    </a:moveTo>
                    <a:cubicBezTo>
                      <a:pt x="11817" y="12995"/>
                      <a:pt x="11817" y="12995"/>
                      <a:pt x="11817" y="12995"/>
                    </a:cubicBezTo>
                    <a:lnTo>
                      <a:pt x="11674" y="12995"/>
                    </a:lnTo>
                    <a:cubicBezTo>
                      <a:pt x="11674" y="13067"/>
                      <a:pt x="11674" y="13067"/>
                      <a:pt x="11674" y="13067"/>
                    </a:cubicBezTo>
                    <a:lnTo>
                      <a:pt x="11745" y="13067"/>
                    </a:lnTo>
                    <a:cubicBezTo>
                      <a:pt x="11674" y="13138"/>
                      <a:pt x="11674" y="13138"/>
                      <a:pt x="11674" y="13138"/>
                    </a:cubicBezTo>
                    <a:cubicBezTo>
                      <a:pt x="11674" y="13209"/>
                      <a:pt x="11674" y="13209"/>
                      <a:pt x="11674" y="13209"/>
                    </a:cubicBezTo>
                    <a:cubicBezTo>
                      <a:pt x="11745" y="13281"/>
                      <a:pt x="11745" y="13281"/>
                      <a:pt x="11745" y="13281"/>
                    </a:cubicBezTo>
                    <a:cubicBezTo>
                      <a:pt x="11817" y="13209"/>
                      <a:pt x="11817" y="13209"/>
                      <a:pt x="11817" y="13209"/>
                    </a:cubicBezTo>
                    <a:lnTo>
                      <a:pt x="11888" y="13209"/>
                    </a:lnTo>
                    <a:cubicBezTo>
                      <a:pt x="11888" y="13138"/>
                      <a:pt x="11888" y="13138"/>
                      <a:pt x="11888" y="13138"/>
                    </a:cubicBezTo>
                    <a:cubicBezTo>
                      <a:pt x="11888" y="13067"/>
                      <a:pt x="11888" y="13067"/>
                      <a:pt x="11888" y="13067"/>
                    </a:cubicBezTo>
                    <a:lnTo>
                      <a:pt x="11888" y="12995"/>
                    </a:lnTo>
                    <a:cubicBezTo>
                      <a:pt x="11888" y="12924"/>
                      <a:pt x="11888" y="12924"/>
                      <a:pt x="11888" y="12924"/>
                    </a:cubicBezTo>
                    <a:close/>
                    <a:moveTo>
                      <a:pt x="10603" y="0"/>
                    </a:moveTo>
                    <a:cubicBezTo>
                      <a:pt x="10460" y="72"/>
                      <a:pt x="10460" y="286"/>
                      <a:pt x="10389" y="429"/>
                    </a:cubicBezTo>
                    <a:cubicBezTo>
                      <a:pt x="10317" y="643"/>
                      <a:pt x="10174" y="786"/>
                      <a:pt x="10032" y="857"/>
                    </a:cubicBezTo>
                    <a:cubicBezTo>
                      <a:pt x="9889" y="857"/>
                      <a:pt x="9675" y="928"/>
                      <a:pt x="9603" y="1071"/>
                    </a:cubicBezTo>
                    <a:cubicBezTo>
                      <a:pt x="9318" y="1285"/>
                      <a:pt x="9389" y="1714"/>
                      <a:pt x="9103" y="1928"/>
                    </a:cubicBezTo>
                    <a:cubicBezTo>
                      <a:pt x="8961" y="2142"/>
                      <a:pt x="8889" y="2285"/>
                      <a:pt x="8675" y="2428"/>
                    </a:cubicBezTo>
                    <a:cubicBezTo>
                      <a:pt x="8389" y="2642"/>
                      <a:pt x="8032" y="2713"/>
                      <a:pt x="7747" y="2785"/>
                    </a:cubicBezTo>
                    <a:cubicBezTo>
                      <a:pt x="7461" y="2856"/>
                      <a:pt x="7176" y="2999"/>
                      <a:pt x="6890" y="3142"/>
                    </a:cubicBezTo>
                    <a:cubicBezTo>
                      <a:pt x="6462" y="3356"/>
                      <a:pt x="5962" y="3356"/>
                      <a:pt x="5462" y="3499"/>
                    </a:cubicBezTo>
                    <a:cubicBezTo>
                      <a:pt x="5390" y="3570"/>
                      <a:pt x="5248" y="3642"/>
                      <a:pt x="5105" y="3713"/>
                    </a:cubicBezTo>
                    <a:cubicBezTo>
                      <a:pt x="4891" y="3927"/>
                      <a:pt x="4462" y="4070"/>
                      <a:pt x="4248" y="4356"/>
                    </a:cubicBezTo>
                    <a:cubicBezTo>
                      <a:pt x="4105" y="4641"/>
                      <a:pt x="4248" y="4998"/>
                      <a:pt x="4177" y="5355"/>
                    </a:cubicBezTo>
                    <a:cubicBezTo>
                      <a:pt x="4105" y="5569"/>
                      <a:pt x="3962" y="5784"/>
                      <a:pt x="4105" y="5998"/>
                    </a:cubicBezTo>
                    <a:cubicBezTo>
                      <a:pt x="4105" y="6141"/>
                      <a:pt x="4248" y="6283"/>
                      <a:pt x="4319" y="6426"/>
                    </a:cubicBezTo>
                    <a:cubicBezTo>
                      <a:pt x="4391" y="6640"/>
                      <a:pt x="4391" y="6855"/>
                      <a:pt x="4248" y="6926"/>
                    </a:cubicBezTo>
                    <a:cubicBezTo>
                      <a:pt x="4034" y="7069"/>
                      <a:pt x="3891" y="6997"/>
                      <a:pt x="3677" y="7069"/>
                    </a:cubicBezTo>
                    <a:cubicBezTo>
                      <a:pt x="3288" y="7242"/>
                      <a:pt x="2872" y="7336"/>
                      <a:pt x="2463" y="7336"/>
                    </a:cubicBezTo>
                    <a:cubicBezTo>
                      <a:pt x="2196" y="7336"/>
                      <a:pt x="1931" y="7296"/>
                      <a:pt x="1678" y="7212"/>
                    </a:cubicBezTo>
                    <a:cubicBezTo>
                      <a:pt x="1463" y="7140"/>
                      <a:pt x="1392" y="6926"/>
                      <a:pt x="1321" y="6783"/>
                    </a:cubicBezTo>
                    <a:cubicBezTo>
                      <a:pt x="1203" y="6665"/>
                      <a:pt x="1063" y="6612"/>
                      <a:pt x="926" y="6612"/>
                    </a:cubicBezTo>
                    <a:cubicBezTo>
                      <a:pt x="814" y="6612"/>
                      <a:pt x="703" y="6648"/>
                      <a:pt x="607" y="6712"/>
                    </a:cubicBezTo>
                    <a:cubicBezTo>
                      <a:pt x="392" y="6855"/>
                      <a:pt x="-250" y="7069"/>
                      <a:pt x="107" y="7354"/>
                    </a:cubicBezTo>
                    <a:cubicBezTo>
                      <a:pt x="178" y="7426"/>
                      <a:pt x="392" y="7426"/>
                      <a:pt x="464" y="7497"/>
                    </a:cubicBezTo>
                    <a:cubicBezTo>
                      <a:pt x="607" y="7569"/>
                      <a:pt x="607" y="7711"/>
                      <a:pt x="749" y="7783"/>
                    </a:cubicBezTo>
                    <a:cubicBezTo>
                      <a:pt x="892" y="7926"/>
                      <a:pt x="1035" y="7926"/>
                      <a:pt x="1178" y="8069"/>
                    </a:cubicBezTo>
                    <a:cubicBezTo>
                      <a:pt x="1392" y="8211"/>
                      <a:pt x="1678" y="8354"/>
                      <a:pt x="1749" y="8640"/>
                    </a:cubicBezTo>
                    <a:cubicBezTo>
                      <a:pt x="1749" y="8783"/>
                      <a:pt x="1749" y="8854"/>
                      <a:pt x="1749" y="8925"/>
                    </a:cubicBezTo>
                    <a:cubicBezTo>
                      <a:pt x="1892" y="9140"/>
                      <a:pt x="2177" y="9140"/>
                      <a:pt x="2249" y="9354"/>
                    </a:cubicBezTo>
                    <a:cubicBezTo>
                      <a:pt x="2463" y="10139"/>
                      <a:pt x="3320" y="10710"/>
                      <a:pt x="3962" y="11139"/>
                    </a:cubicBezTo>
                    <a:cubicBezTo>
                      <a:pt x="4177" y="11282"/>
                      <a:pt x="4177" y="11639"/>
                      <a:pt x="4391" y="11853"/>
                    </a:cubicBezTo>
                    <a:cubicBezTo>
                      <a:pt x="4819" y="12067"/>
                      <a:pt x="5105" y="12424"/>
                      <a:pt x="5390" y="12710"/>
                    </a:cubicBezTo>
                    <a:cubicBezTo>
                      <a:pt x="5533" y="12781"/>
                      <a:pt x="5605" y="12852"/>
                      <a:pt x="5676" y="12995"/>
                    </a:cubicBezTo>
                    <a:cubicBezTo>
                      <a:pt x="5819" y="13138"/>
                      <a:pt x="5819" y="13352"/>
                      <a:pt x="5962" y="13424"/>
                    </a:cubicBezTo>
                    <a:cubicBezTo>
                      <a:pt x="6033" y="13495"/>
                      <a:pt x="6140" y="13513"/>
                      <a:pt x="6256" y="13513"/>
                    </a:cubicBezTo>
                    <a:cubicBezTo>
                      <a:pt x="6372" y="13513"/>
                      <a:pt x="6497" y="13495"/>
                      <a:pt x="6604" y="13495"/>
                    </a:cubicBezTo>
                    <a:cubicBezTo>
                      <a:pt x="7247" y="13138"/>
                      <a:pt x="5747" y="11639"/>
                      <a:pt x="5747" y="11139"/>
                    </a:cubicBezTo>
                    <a:cubicBezTo>
                      <a:pt x="5747" y="10930"/>
                      <a:pt x="6015" y="10797"/>
                      <a:pt x="6243" y="10797"/>
                    </a:cubicBezTo>
                    <a:cubicBezTo>
                      <a:pt x="6326" y="10797"/>
                      <a:pt x="6404" y="10815"/>
                      <a:pt x="6462" y="10853"/>
                    </a:cubicBezTo>
                    <a:cubicBezTo>
                      <a:pt x="6747" y="10925"/>
                      <a:pt x="7033" y="11282"/>
                      <a:pt x="7247" y="11424"/>
                    </a:cubicBezTo>
                    <a:cubicBezTo>
                      <a:pt x="7461" y="11567"/>
                      <a:pt x="7675" y="11710"/>
                      <a:pt x="7890" y="11853"/>
                    </a:cubicBezTo>
                    <a:cubicBezTo>
                      <a:pt x="8389" y="12067"/>
                      <a:pt x="8889" y="12281"/>
                      <a:pt x="9389" y="12567"/>
                    </a:cubicBezTo>
                    <a:cubicBezTo>
                      <a:pt x="9425" y="12567"/>
                      <a:pt x="9496" y="12585"/>
                      <a:pt x="9567" y="12585"/>
                    </a:cubicBezTo>
                    <a:cubicBezTo>
                      <a:pt x="9639" y="12585"/>
                      <a:pt x="9710" y="12567"/>
                      <a:pt x="9746" y="12495"/>
                    </a:cubicBezTo>
                    <a:cubicBezTo>
                      <a:pt x="9817" y="12424"/>
                      <a:pt x="9746" y="12353"/>
                      <a:pt x="9746" y="12210"/>
                    </a:cubicBezTo>
                    <a:cubicBezTo>
                      <a:pt x="9817" y="12138"/>
                      <a:pt x="9889" y="11996"/>
                      <a:pt x="9889" y="11853"/>
                    </a:cubicBezTo>
                    <a:cubicBezTo>
                      <a:pt x="9817" y="11639"/>
                      <a:pt x="9746" y="11496"/>
                      <a:pt x="9889" y="11353"/>
                    </a:cubicBezTo>
                    <a:cubicBezTo>
                      <a:pt x="10032" y="11210"/>
                      <a:pt x="10174" y="11139"/>
                      <a:pt x="10174" y="10925"/>
                    </a:cubicBezTo>
                    <a:cubicBezTo>
                      <a:pt x="10174" y="10734"/>
                      <a:pt x="10238" y="10607"/>
                      <a:pt x="10365" y="10607"/>
                    </a:cubicBezTo>
                    <a:cubicBezTo>
                      <a:pt x="10428" y="10607"/>
                      <a:pt x="10508" y="10639"/>
                      <a:pt x="10603" y="10710"/>
                    </a:cubicBezTo>
                    <a:cubicBezTo>
                      <a:pt x="10960" y="11139"/>
                      <a:pt x="11317" y="11710"/>
                      <a:pt x="11888" y="11924"/>
                    </a:cubicBezTo>
                    <a:cubicBezTo>
                      <a:pt x="11959" y="11924"/>
                      <a:pt x="12102" y="11924"/>
                      <a:pt x="12102" y="11996"/>
                    </a:cubicBezTo>
                    <a:cubicBezTo>
                      <a:pt x="12316" y="12281"/>
                      <a:pt x="12245" y="12710"/>
                      <a:pt x="12602" y="12781"/>
                    </a:cubicBezTo>
                    <a:cubicBezTo>
                      <a:pt x="12816" y="12852"/>
                      <a:pt x="12959" y="12924"/>
                      <a:pt x="13102" y="13067"/>
                    </a:cubicBezTo>
                    <a:cubicBezTo>
                      <a:pt x="13157" y="13122"/>
                      <a:pt x="13208" y="13146"/>
                      <a:pt x="13254" y="13146"/>
                    </a:cubicBezTo>
                    <a:cubicBezTo>
                      <a:pt x="13567" y="13146"/>
                      <a:pt x="13692" y="12039"/>
                      <a:pt x="13816" y="11853"/>
                    </a:cubicBezTo>
                    <a:cubicBezTo>
                      <a:pt x="13959" y="10996"/>
                      <a:pt x="13744" y="10211"/>
                      <a:pt x="14030" y="9354"/>
                    </a:cubicBezTo>
                    <a:cubicBezTo>
                      <a:pt x="14102" y="8854"/>
                      <a:pt x="13959" y="8354"/>
                      <a:pt x="14102" y="7854"/>
                    </a:cubicBezTo>
                    <a:cubicBezTo>
                      <a:pt x="14173" y="7640"/>
                      <a:pt x="14316" y="7354"/>
                      <a:pt x="14244" y="7140"/>
                    </a:cubicBezTo>
                    <a:lnTo>
                      <a:pt x="14244" y="7069"/>
                    </a:lnTo>
                    <a:cubicBezTo>
                      <a:pt x="13887" y="6212"/>
                      <a:pt x="14387" y="5284"/>
                      <a:pt x="14244" y="4427"/>
                    </a:cubicBezTo>
                    <a:cubicBezTo>
                      <a:pt x="14173" y="3999"/>
                      <a:pt x="13887" y="3642"/>
                      <a:pt x="13816" y="3285"/>
                    </a:cubicBezTo>
                    <a:cubicBezTo>
                      <a:pt x="13744" y="2999"/>
                      <a:pt x="13816" y="2713"/>
                      <a:pt x="13744" y="2499"/>
                    </a:cubicBezTo>
                    <a:cubicBezTo>
                      <a:pt x="13602" y="2285"/>
                      <a:pt x="13316" y="2356"/>
                      <a:pt x="13102" y="2285"/>
                    </a:cubicBezTo>
                    <a:cubicBezTo>
                      <a:pt x="12816" y="2142"/>
                      <a:pt x="12459" y="1785"/>
                      <a:pt x="12388" y="1428"/>
                    </a:cubicBezTo>
                    <a:cubicBezTo>
                      <a:pt x="12316" y="1357"/>
                      <a:pt x="12316" y="1214"/>
                      <a:pt x="12245" y="1143"/>
                    </a:cubicBezTo>
                    <a:cubicBezTo>
                      <a:pt x="11888" y="571"/>
                      <a:pt x="11245" y="214"/>
                      <a:pt x="10603" y="0"/>
                    </a:cubicBezTo>
                    <a:close/>
                    <a:moveTo>
                      <a:pt x="11531" y="13424"/>
                    </a:moveTo>
                    <a:cubicBezTo>
                      <a:pt x="11460" y="13495"/>
                      <a:pt x="11460" y="13495"/>
                      <a:pt x="11460" y="13495"/>
                    </a:cubicBezTo>
                    <a:cubicBezTo>
                      <a:pt x="11460" y="13566"/>
                      <a:pt x="11460" y="13566"/>
                      <a:pt x="11460" y="13566"/>
                    </a:cubicBezTo>
                    <a:cubicBezTo>
                      <a:pt x="11460" y="13638"/>
                      <a:pt x="11460" y="13638"/>
                      <a:pt x="11460" y="13638"/>
                    </a:cubicBezTo>
                    <a:cubicBezTo>
                      <a:pt x="11531" y="13709"/>
                      <a:pt x="11531" y="13709"/>
                      <a:pt x="11531" y="13709"/>
                    </a:cubicBezTo>
                    <a:lnTo>
                      <a:pt x="11602" y="13709"/>
                    </a:lnTo>
                    <a:cubicBezTo>
                      <a:pt x="11674" y="13638"/>
                      <a:pt x="11674" y="13638"/>
                      <a:pt x="11674" y="13638"/>
                    </a:cubicBezTo>
                    <a:cubicBezTo>
                      <a:pt x="11745" y="13566"/>
                      <a:pt x="11745" y="13566"/>
                      <a:pt x="11745" y="13566"/>
                    </a:cubicBezTo>
                    <a:cubicBezTo>
                      <a:pt x="11745" y="13495"/>
                      <a:pt x="11745" y="13495"/>
                      <a:pt x="11745" y="13495"/>
                    </a:cubicBezTo>
                    <a:cubicBezTo>
                      <a:pt x="11745" y="13424"/>
                      <a:pt x="11745" y="13424"/>
                      <a:pt x="11745" y="13424"/>
                    </a:cubicBezTo>
                    <a:close/>
                    <a:moveTo>
                      <a:pt x="10960" y="14280"/>
                    </a:moveTo>
                    <a:cubicBezTo>
                      <a:pt x="10888" y="14423"/>
                      <a:pt x="10888" y="14423"/>
                      <a:pt x="10888" y="14423"/>
                    </a:cubicBezTo>
                    <a:cubicBezTo>
                      <a:pt x="10817" y="14495"/>
                      <a:pt x="10817" y="14495"/>
                      <a:pt x="10817" y="14495"/>
                    </a:cubicBezTo>
                    <a:cubicBezTo>
                      <a:pt x="10817" y="14566"/>
                      <a:pt x="10817" y="14566"/>
                      <a:pt x="10817" y="14566"/>
                    </a:cubicBezTo>
                    <a:cubicBezTo>
                      <a:pt x="10817" y="14637"/>
                      <a:pt x="10817" y="14637"/>
                      <a:pt x="10817" y="14637"/>
                    </a:cubicBezTo>
                    <a:cubicBezTo>
                      <a:pt x="10888" y="14566"/>
                      <a:pt x="10888" y="14566"/>
                      <a:pt x="10888" y="14566"/>
                    </a:cubicBezTo>
                    <a:lnTo>
                      <a:pt x="10960" y="14566"/>
                    </a:lnTo>
                    <a:cubicBezTo>
                      <a:pt x="11031" y="14423"/>
                      <a:pt x="11031" y="14423"/>
                      <a:pt x="11031" y="14423"/>
                    </a:cubicBezTo>
                    <a:lnTo>
                      <a:pt x="11103" y="14423"/>
                    </a:lnTo>
                    <a:cubicBezTo>
                      <a:pt x="11103" y="14352"/>
                      <a:pt x="11103" y="14352"/>
                      <a:pt x="11103" y="14352"/>
                    </a:cubicBezTo>
                    <a:lnTo>
                      <a:pt x="11031" y="14352"/>
                    </a:lnTo>
                    <a:cubicBezTo>
                      <a:pt x="11031" y="14280"/>
                      <a:pt x="11031" y="14280"/>
                      <a:pt x="11031" y="14280"/>
                    </a:cubicBezTo>
                    <a:close/>
                    <a:moveTo>
                      <a:pt x="11317" y="14709"/>
                    </a:moveTo>
                    <a:cubicBezTo>
                      <a:pt x="11317" y="14780"/>
                      <a:pt x="11317" y="14780"/>
                      <a:pt x="11317" y="14780"/>
                    </a:cubicBezTo>
                    <a:lnTo>
                      <a:pt x="11174" y="14780"/>
                    </a:lnTo>
                    <a:cubicBezTo>
                      <a:pt x="11174" y="14852"/>
                      <a:pt x="11174" y="14852"/>
                      <a:pt x="11174" y="14852"/>
                    </a:cubicBezTo>
                    <a:cubicBezTo>
                      <a:pt x="11245" y="14923"/>
                      <a:pt x="11245" y="14923"/>
                      <a:pt x="11245" y="14923"/>
                    </a:cubicBezTo>
                    <a:lnTo>
                      <a:pt x="11317" y="14923"/>
                    </a:lnTo>
                    <a:cubicBezTo>
                      <a:pt x="11460" y="14994"/>
                      <a:pt x="11460" y="14994"/>
                      <a:pt x="11460" y="14994"/>
                    </a:cubicBezTo>
                    <a:cubicBezTo>
                      <a:pt x="11460" y="14923"/>
                      <a:pt x="11460" y="14923"/>
                      <a:pt x="11460" y="14923"/>
                    </a:cubicBezTo>
                    <a:cubicBezTo>
                      <a:pt x="11460" y="14780"/>
                      <a:pt x="11460" y="14780"/>
                      <a:pt x="11460" y="14780"/>
                    </a:cubicBezTo>
                    <a:cubicBezTo>
                      <a:pt x="11460" y="14709"/>
                      <a:pt x="11460" y="14709"/>
                      <a:pt x="11460" y="147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59"/>
              <p:cNvSpPr/>
              <p:nvPr/>
            </p:nvSpPr>
            <p:spPr>
              <a:xfrm>
                <a:off x="1576025" y="3044925"/>
                <a:ext cx="356775" cy="374875"/>
              </a:xfrm>
              <a:custGeom>
                <a:rect b="b" l="l" r="r" t="t"/>
                <a:pathLst>
                  <a:path extrusionOk="0" fill="none" h="14995" w="14271">
                    <a:moveTo>
                      <a:pt x="14244" y="7069"/>
                    </a:moveTo>
                    <a:cubicBezTo>
                      <a:pt x="13887" y="6212"/>
                      <a:pt x="14387" y="5284"/>
                      <a:pt x="14244" y="4427"/>
                    </a:cubicBezTo>
                    <a:cubicBezTo>
                      <a:pt x="14173" y="3999"/>
                      <a:pt x="13887" y="3642"/>
                      <a:pt x="13816" y="3285"/>
                    </a:cubicBezTo>
                    <a:cubicBezTo>
                      <a:pt x="13744" y="2999"/>
                      <a:pt x="13816" y="2713"/>
                      <a:pt x="13744" y="2499"/>
                    </a:cubicBezTo>
                    <a:cubicBezTo>
                      <a:pt x="13602" y="2285"/>
                      <a:pt x="13316" y="2356"/>
                      <a:pt x="13102" y="2285"/>
                    </a:cubicBezTo>
                    <a:cubicBezTo>
                      <a:pt x="12816" y="2142"/>
                      <a:pt x="12459" y="1785"/>
                      <a:pt x="12388" y="1428"/>
                    </a:cubicBezTo>
                    <a:cubicBezTo>
                      <a:pt x="12316" y="1357"/>
                      <a:pt x="12316" y="1214"/>
                      <a:pt x="12245" y="1143"/>
                    </a:cubicBezTo>
                    <a:cubicBezTo>
                      <a:pt x="11888" y="571"/>
                      <a:pt x="11245" y="214"/>
                      <a:pt x="10603" y="0"/>
                    </a:cubicBezTo>
                    <a:cubicBezTo>
                      <a:pt x="10460" y="72"/>
                      <a:pt x="10460" y="286"/>
                      <a:pt x="10389" y="429"/>
                    </a:cubicBezTo>
                    <a:cubicBezTo>
                      <a:pt x="10317" y="643"/>
                      <a:pt x="10174" y="786"/>
                      <a:pt x="10032" y="857"/>
                    </a:cubicBezTo>
                    <a:cubicBezTo>
                      <a:pt x="9889" y="857"/>
                      <a:pt x="9675" y="928"/>
                      <a:pt x="9603" y="1071"/>
                    </a:cubicBezTo>
                    <a:cubicBezTo>
                      <a:pt x="9318" y="1285"/>
                      <a:pt x="9389" y="1714"/>
                      <a:pt x="9103" y="1928"/>
                    </a:cubicBezTo>
                    <a:cubicBezTo>
                      <a:pt x="8961" y="2142"/>
                      <a:pt x="8889" y="2285"/>
                      <a:pt x="8675" y="2428"/>
                    </a:cubicBezTo>
                    <a:cubicBezTo>
                      <a:pt x="8389" y="2642"/>
                      <a:pt x="8032" y="2713"/>
                      <a:pt x="7747" y="2785"/>
                    </a:cubicBezTo>
                    <a:cubicBezTo>
                      <a:pt x="7461" y="2856"/>
                      <a:pt x="7176" y="2999"/>
                      <a:pt x="6890" y="3142"/>
                    </a:cubicBezTo>
                    <a:cubicBezTo>
                      <a:pt x="6462" y="3356"/>
                      <a:pt x="5962" y="3356"/>
                      <a:pt x="5462" y="3499"/>
                    </a:cubicBezTo>
                    <a:cubicBezTo>
                      <a:pt x="5390" y="3570"/>
                      <a:pt x="5248" y="3642"/>
                      <a:pt x="5105" y="3713"/>
                    </a:cubicBezTo>
                    <a:cubicBezTo>
                      <a:pt x="4891" y="3927"/>
                      <a:pt x="4462" y="4070"/>
                      <a:pt x="4248" y="4356"/>
                    </a:cubicBezTo>
                    <a:cubicBezTo>
                      <a:pt x="4105" y="4641"/>
                      <a:pt x="4248" y="4998"/>
                      <a:pt x="4177" y="5355"/>
                    </a:cubicBezTo>
                    <a:cubicBezTo>
                      <a:pt x="4105" y="5569"/>
                      <a:pt x="3962" y="5784"/>
                      <a:pt x="4105" y="5998"/>
                    </a:cubicBezTo>
                    <a:cubicBezTo>
                      <a:pt x="4105" y="6141"/>
                      <a:pt x="4248" y="6283"/>
                      <a:pt x="4319" y="6426"/>
                    </a:cubicBezTo>
                    <a:cubicBezTo>
                      <a:pt x="4391" y="6640"/>
                      <a:pt x="4391" y="6855"/>
                      <a:pt x="4248" y="6926"/>
                    </a:cubicBezTo>
                    <a:cubicBezTo>
                      <a:pt x="4034" y="7069"/>
                      <a:pt x="3891" y="6997"/>
                      <a:pt x="3677" y="7069"/>
                    </a:cubicBezTo>
                    <a:cubicBezTo>
                      <a:pt x="3034" y="7354"/>
                      <a:pt x="2320" y="7426"/>
                      <a:pt x="1678" y="7212"/>
                    </a:cubicBezTo>
                    <a:cubicBezTo>
                      <a:pt x="1463" y="7140"/>
                      <a:pt x="1392" y="6926"/>
                      <a:pt x="1321" y="6783"/>
                    </a:cubicBezTo>
                    <a:cubicBezTo>
                      <a:pt x="1106" y="6569"/>
                      <a:pt x="821" y="6569"/>
                      <a:pt x="607" y="6712"/>
                    </a:cubicBezTo>
                    <a:cubicBezTo>
                      <a:pt x="392" y="6855"/>
                      <a:pt x="-250" y="7069"/>
                      <a:pt x="107" y="7354"/>
                    </a:cubicBezTo>
                    <a:cubicBezTo>
                      <a:pt x="178" y="7426"/>
                      <a:pt x="392" y="7426"/>
                      <a:pt x="464" y="7497"/>
                    </a:cubicBezTo>
                    <a:cubicBezTo>
                      <a:pt x="607" y="7569"/>
                      <a:pt x="607" y="7711"/>
                      <a:pt x="749" y="7783"/>
                    </a:cubicBezTo>
                    <a:cubicBezTo>
                      <a:pt x="892" y="7926"/>
                      <a:pt x="1035" y="7926"/>
                      <a:pt x="1178" y="8069"/>
                    </a:cubicBezTo>
                    <a:cubicBezTo>
                      <a:pt x="1392" y="8211"/>
                      <a:pt x="1678" y="8354"/>
                      <a:pt x="1749" y="8640"/>
                    </a:cubicBezTo>
                    <a:cubicBezTo>
                      <a:pt x="1749" y="8783"/>
                      <a:pt x="1749" y="8854"/>
                      <a:pt x="1749" y="8925"/>
                    </a:cubicBezTo>
                    <a:cubicBezTo>
                      <a:pt x="1892" y="9140"/>
                      <a:pt x="2177" y="9140"/>
                      <a:pt x="2249" y="9354"/>
                    </a:cubicBezTo>
                    <a:cubicBezTo>
                      <a:pt x="2463" y="10139"/>
                      <a:pt x="3320" y="10710"/>
                      <a:pt x="3962" y="11139"/>
                    </a:cubicBezTo>
                    <a:cubicBezTo>
                      <a:pt x="4177" y="11282"/>
                      <a:pt x="4177" y="11639"/>
                      <a:pt x="4391" y="11853"/>
                    </a:cubicBezTo>
                    <a:cubicBezTo>
                      <a:pt x="4819" y="12067"/>
                      <a:pt x="5105" y="12424"/>
                      <a:pt x="5390" y="12710"/>
                    </a:cubicBezTo>
                    <a:cubicBezTo>
                      <a:pt x="5533" y="12781"/>
                      <a:pt x="5605" y="12852"/>
                      <a:pt x="5676" y="12995"/>
                    </a:cubicBezTo>
                    <a:cubicBezTo>
                      <a:pt x="5819" y="13138"/>
                      <a:pt x="5819" y="13352"/>
                      <a:pt x="5962" y="13424"/>
                    </a:cubicBezTo>
                    <a:cubicBezTo>
                      <a:pt x="6105" y="13566"/>
                      <a:pt x="6390" y="13495"/>
                      <a:pt x="6604" y="13495"/>
                    </a:cubicBezTo>
                    <a:cubicBezTo>
                      <a:pt x="7247" y="13138"/>
                      <a:pt x="5747" y="11639"/>
                      <a:pt x="5747" y="11139"/>
                    </a:cubicBezTo>
                    <a:cubicBezTo>
                      <a:pt x="5747" y="10853"/>
                      <a:pt x="6247" y="10710"/>
                      <a:pt x="6462" y="10853"/>
                    </a:cubicBezTo>
                    <a:cubicBezTo>
                      <a:pt x="6747" y="10925"/>
                      <a:pt x="7033" y="11282"/>
                      <a:pt x="7247" y="11424"/>
                    </a:cubicBezTo>
                    <a:cubicBezTo>
                      <a:pt x="7461" y="11567"/>
                      <a:pt x="7675" y="11710"/>
                      <a:pt x="7890" y="11853"/>
                    </a:cubicBezTo>
                    <a:cubicBezTo>
                      <a:pt x="8389" y="12067"/>
                      <a:pt x="8889" y="12281"/>
                      <a:pt x="9389" y="12567"/>
                    </a:cubicBezTo>
                    <a:cubicBezTo>
                      <a:pt x="9460" y="12567"/>
                      <a:pt x="9675" y="12638"/>
                      <a:pt x="9746" y="12495"/>
                    </a:cubicBezTo>
                    <a:cubicBezTo>
                      <a:pt x="9817" y="12424"/>
                      <a:pt x="9746" y="12353"/>
                      <a:pt x="9746" y="12210"/>
                    </a:cubicBezTo>
                    <a:cubicBezTo>
                      <a:pt x="9817" y="12138"/>
                      <a:pt x="9889" y="11996"/>
                      <a:pt x="9889" y="11853"/>
                    </a:cubicBezTo>
                    <a:cubicBezTo>
                      <a:pt x="9817" y="11639"/>
                      <a:pt x="9746" y="11496"/>
                      <a:pt x="9889" y="11353"/>
                    </a:cubicBezTo>
                    <a:cubicBezTo>
                      <a:pt x="10032" y="11210"/>
                      <a:pt x="10174" y="11139"/>
                      <a:pt x="10174" y="10925"/>
                    </a:cubicBezTo>
                    <a:cubicBezTo>
                      <a:pt x="10174" y="10639"/>
                      <a:pt x="10317" y="10496"/>
                      <a:pt x="10603" y="10710"/>
                    </a:cubicBezTo>
                    <a:cubicBezTo>
                      <a:pt x="10960" y="11139"/>
                      <a:pt x="11317" y="11710"/>
                      <a:pt x="11888" y="11924"/>
                    </a:cubicBezTo>
                    <a:cubicBezTo>
                      <a:pt x="11959" y="11924"/>
                      <a:pt x="12102" y="11924"/>
                      <a:pt x="12102" y="11996"/>
                    </a:cubicBezTo>
                    <a:cubicBezTo>
                      <a:pt x="12316" y="12281"/>
                      <a:pt x="12245" y="12710"/>
                      <a:pt x="12602" y="12781"/>
                    </a:cubicBezTo>
                    <a:cubicBezTo>
                      <a:pt x="12816" y="12852"/>
                      <a:pt x="12959" y="12924"/>
                      <a:pt x="13102" y="13067"/>
                    </a:cubicBezTo>
                    <a:cubicBezTo>
                      <a:pt x="13530" y="13495"/>
                      <a:pt x="13673" y="12067"/>
                      <a:pt x="13816" y="11853"/>
                    </a:cubicBezTo>
                    <a:cubicBezTo>
                      <a:pt x="13959" y="10996"/>
                      <a:pt x="13744" y="10211"/>
                      <a:pt x="14030" y="9354"/>
                    </a:cubicBezTo>
                    <a:cubicBezTo>
                      <a:pt x="14102" y="8854"/>
                      <a:pt x="13959" y="8354"/>
                      <a:pt x="14102" y="7854"/>
                    </a:cubicBezTo>
                    <a:cubicBezTo>
                      <a:pt x="14173" y="7640"/>
                      <a:pt x="14316" y="7354"/>
                      <a:pt x="14244" y="7140"/>
                    </a:cubicBezTo>
                    <a:close/>
                    <a:moveTo>
                      <a:pt x="10460" y="12638"/>
                    </a:moveTo>
                    <a:cubicBezTo>
                      <a:pt x="10389" y="12638"/>
                      <a:pt x="10389" y="12638"/>
                      <a:pt x="10389" y="12638"/>
                    </a:cubicBezTo>
                    <a:cubicBezTo>
                      <a:pt x="10389" y="12638"/>
                      <a:pt x="10389" y="12638"/>
                      <a:pt x="10389" y="12638"/>
                    </a:cubicBezTo>
                    <a:cubicBezTo>
                      <a:pt x="10317" y="12638"/>
                      <a:pt x="10317" y="12638"/>
                      <a:pt x="10317" y="12638"/>
                    </a:cubicBezTo>
                    <a:cubicBezTo>
                      <a:pt x="10317" y="12710"/>
                      <a:pt x="10317" y="12710"/>
                      <a:pt x="10317" y="12710"/>
                    </a:cubicBezTo>
                    <a:cubicBezTo>
                      <a:pt x="10246" y="12710"/>
                      <a:pt x="10246" y="12710"/>
                      <a:pt x="10246" y="12710"/>
                    </a:cubicBezTo>
                    <a:cubicBezTo>
                      <a:pt x="10174" y="12781"/>
                      <a:pt x="10174" y="12781"/>
                      <a:pt x="10174" y="12781"/>
                    </a:cubicBezTo>
                    <a:cubicBezTo>
                      <a:pt x="10174" y="12781"/>
                      <a:pt x="10174" y="12781"/>
                      <a:pt x="10174" y="12781"/>
                    </a:cubicBezTo>
                    <a:cubicBezTo>
                      <a:pt x="10103" y="12710"/>
                      <a:pt x="10103" y="12710"/>
                      <a:pt x="10103" y="12710"/>
                    </a:cubicBezTo>
                    <a:cubicBezTo>
                      <a:pt x="10032" y="12781"/>
                      <a:pt x="10032" y="12781"/>
                      <a:pt x="10032" y="12781"/>
                    </a:cubicBezTo>
                    <a:cubicBezTo>
                      <a:pt x="10032" y="12852"/>
                      <a:pt x="10032" y="12852"/>
                      <a:pt x="10032" y="12852"/>
                    </a:cubicBezTo>
                    <a:cubicBezTo>
                      <a:pt x="10032" y="12852"/>
                      <a:pt x="10032" y="12852"/>
                      <a:pt x="10032" y="12852"/>
                    </a:cubicBezTo>
                    <a:cubicBezTo>
                      <a:pt x="10032" y="12852"/>
                      <a:pt x="10032" y="12852"/>
                      <a:pt x="10032" y="12852"/>
                    </a:cubicBezTo>
                    <a:cubicBezTo>
                      <a:pt x="10103" y="12852"/>
                      <a:pt x="10103" y="12852"/>
                      <a:pt x="10103" y="12852"/>
                    </a:cubicBezTo>
                    <a:cubicBezTo>
                      <a:pt x="10317" y="12924"/>
                      <a:pt x="10317" y="12924"/>
                      <a:pt x="10317" y="12924"/>
                    </a:cubicBezTo>
                    <a:cubicBezTo>
                      <a:pt x="10317" y="12852"/>
                      <a:pt x="10317" y="12852"/>
                      <a:pt x="10317" y="12852"/>
                    </a:cubicBezTo>
                    <a:cubicBezTo>
                      <a:pt x="10389" y="12781"/>
                      <a:pt x="10389" y="12781"/>
                      <a:pt x="10389" y="12781"/>
                    </a:cubicBezTo>
                    <a:cubicBezTo>
                      <a:pt x="10460" y="12781"/>
                      <a:pt x="10460" y="12781"/>
                      <a:pt x="10460" y="12781"/>
                    </a:cubicBezTo>
                    <a:cubicBezTo>
                      <a:pt x="10460" y="12781"/>
                      <a:pt x="10460" y="12781"/>
                      <a:pt x="10460" y="12781"/>
                    </a:cubicBezTo>
                    <a:cubicBezTo>
                      <a:pt x="10460" y="12710"/>
                      <a:pt x="10460" y="12710"/>
                      <a:pt x="10460" y="12710"/>
                    </a:cubicBezTo>
                    <a:close/>
                    <a:moveTo>
                      <a:pt x="11031" y="14352"/>
                    </a:moveTo>
                    <a:cubicBezTo>
                      <a:pt x="11031" y="14280"/>
                      <a:pt x="11031" y="14280"/>
                      <a:pt x="11031" y="14280"/>
                    </a:cubicBezTo>
                    <a:cubicBezTo>
                      <a:pt x="11031" y="14280"/>
                      <a:pt x="11031" y="14280"/>
                      <a:pt x="11031" y="14280"/>
                    </a:cubicBezTo>
                    <a:cubicBezTo>
                      <a:pt x="10960" y="14280"/>
                      <a:pt x="10960" y="14280"/>
                      <a:pt x="10960" y="14280"/>
                    </a:cubicBezTo>
                    <a:cubicBezTo>
                      <a:pt x="10888" y="14423"/>
                      <a:pt x="10888" y="14423"/>
                      <a:pt x="10888" y="14423"/>
                    </a:cubicBezTo>
                    <a:cubicBezTo>
                      <a:pt x="10817" y="14495"/>
                      <a:pt x="10817" y="14495"/>
                      <a:pt x="10817" y="14495"/>
                    </a:cubicBezTo>
                    <a:cubicBezTo>
                      <a:pt x="10817" y="14566"/>
                      <a:pt x="10817" y="14566"/>
                      <a:pt x="10817" y="14566"/>
                    </a:cubicBezTo>
                    <a:cubicBezTo>
                      <a:pt x="10817" y="14637"/>
                      <a:pt x="10817" y="14637"/>
                      <a:pt x="10817" y="14637"/>
                    </a:cubicBezTo>
                    <a:cubicBezTo>
                      <a:pt x="10888" y="14566"/>
                      <a:pt x="10888" y="14566"/>
                      <a:pt x="10888" y="14566"/>
                    </a:cubicBezTo>
                    <a:cubicBezTo>
                      <a:pt x="10960" y="14566"/>
                      <a:pt x="10960" y="14566"/>
                      <a:pt x="10960" y="14566"/>
                    </a:cubicBezTo>
                    <a:cubicBezTo>
                      <a:pt x="11031" y="14423"/>
                      <a:pt x="11031" y="14423"/>
                      <a:pt x="11031" y="14423"/>
                    </a:cubicBezTo>
                    <a:cubicBezTo>
                      <a:pt x="11103" y="14423"/>
                      <a:pt x="11103" y="14423"/>
                      <a:pt x="11103" y="14423"/>
                    </a:cubicBezTo>
                    <a:cubicBezTo>
                      <a:pt x="11103" y="14352"/>
                      <a:pt x="11103" y="14352"/>
                      <a:pt x="11103" y="14352"/>
                    </a:cubicBezTo>
                    <a:cubicBezTo>
                      <a:pt x="11031" y="14352"/>
                      <a:pt x="11031" y="14352"/>
                      <a:pt x="11031" y="14352"/>
                    </a:cubicBezTo>
                    <a:close/>
                    <a:moveTo>
                      <a:pt x="7533" y="12424"/>
                    </a:moveTo>
                    <a:cubicBezTo>
                      <a:pt x="7533" y="12353"/>
                      <a:pt x="7533" y="12353"/>
                      <a:pt x="7533" y="12353"/>
                    </a:cubicBezTo>
                    <a:cubicBezTo>
                      <a:pt x="7390" y="12353"/>
                      <a:pt x="7390" y="12353"/>
                      <a:pt x="7390" y="12353"/>
                    </a:cubicBezTo>
                    <a:cubicBezTo>
                      <a:pt x="7247" y="12281"/>
                      <a:pt x="7247" y="12281"/>
                      <a:pt x="7247" y="12281"/>
                    </a:cubicBezTo>
                    <a:cubicBezTo>
                      <a:pt x="7247" y="12281"/>
                      <a:pt x="7247" y="12281"/>
                      <a:pt x="7247" y="12281"/>
                    </a:cubicBezTo>
                    <a:cubicBezTo>
                      <a:pt x="7176" y="12353"/>
                      <a:pt x="7176" y="12353"/>
                      <a:pt x="7176" y="12353"/>
                    </a:cubicBezTo>
                    <a:cubicBezTo>
                      <a:pt x="7176" y="12424"/>
                      <a:pt x="7176" y="12424"/>
                      <a:pt x="7176" y="12424"/>
                    </a:cubicBezTo>
                    <a:cubicBezTo>
                      <a:pt x="7247" y="12495"/>
                      <a:pt x="7247" y="12495"/>
                      <a:pt x="7247" y="12495"/>
                    </a:cubicBezTo>
                    <a:cubicBezTo>
                      <a:pt x="7318" y="12567"/>
                      <a:pt x="7318" y="12567"/>
                      <a:pt x="7318" y="12567"/>
                    </a:cubicBezTo>
                    <a:cubicBezTo>
                      <a:pt x="7461" y="12710"/>
                      <a:pt x="7461" y="12710"/>
                      <a:pt x="7461" y="12710"/>
                    </a:cubicBezTo>
                    <a:cubicBezTo>
                      <a:pt x="7604" y="12781"/>
                      <a:pt x="7604" y="12781"/>
                      <a:pt x="7604" y="12781"/>
                    </a:cubicBezTo>
                    <a:cubicBezTo>
                      <a:pt x="7675" y="12710"/>
                      <a:pt x="7675" y="12710"/>
                      <a:pt x="7675" y="12710"/>
                    </a:cubicBezTo>
                    <a:cubicBezTo>
                      <a:pt x="7675" y="12567"/>
                      <a:pt x="7675" y="12567"/>
                      <a:pt x="7675" y="12567"/>
                    </a:cubicBezTo>
                    <a:cubicBezTo>
                      <a:pt x="7675" y="12495"/>
                      <a:pt x="7675" y="12495"/>
                      <a:pt x="7675" y="12495"/>
                    </a:cubicBezTo>
                    <a:close/>
                    <a:moveTo>
                      <a:pt x="10032" y="11853"/>
                    </a:moveTo>
                    <a:cubicBezTo>
                      <a:pt x="10103" y="11853"/>
                      <a:pt x="10103" y="11853"/>
                      <a:pt x="10103" y="11853"/>
                    </a:cubicBezTo>
                    <a:cubicBezTo>
                      <a:pt x="10103" y="11853"/>
                      <a:pt x="10103" y="11853"/>
                      <a:pt x="10103" y="11853"/>
                    </a:cubicBezTo>
                    <a:cubicBezTo>
                      <a:pt x="10032" y="11781"/>
                      <a:pt x="10032" y="11781"/>
                      <a:pt x="10032" y="11781"/>
                    </a:cubicBezTo>
                    <a:cubicBezTo>
                      <a:pt x="10032" y="11781"/>
                      <a:pt x="10032" y="11781"/>
                      <a:pt x="10032" y="11781"/>
                    </a:cubicBezTo>
                    <a:cubicBezTo>
                      <a:pt x="9960" y="11781"/>
                      <a:pt x="9960" y="11781"/>
                      <a:pt x="9960" y="11781"/>
                    </a:cubicBezTo>
                    <a:cubicBezTo>
                      <a:pt x="9960" y="11781"/>
                      <a:pt x="9960" y="11781"/>
                      <a:pt x="9960" y="11781"/>
                    </a:cubicBezTo>
                    <a:cubicBezTo>
                      <a:pt x="9889" y="11781"/>
                      <a:pt x="9889" y="11781"/>
                      <a:pt x="9889" y="11781"/>
                    </a:cubicBezTo>
                    <a:cubicBezTo>
                      <a:pt x="9889" y="11853"/>
                      <a:pt x="9889" y="11853"/>
                      <a:pt x="9889" y="11853"/>
                    </a:cubicBezTo>
                    <a:cubicBezTo>
                      <a:pt x="9889" y="11924"/>
                      <a:pt x="9889" y="11924"/>
                      <a:pt x="9889" y="11924"/>
                    </a:cubicBezTo>
                    <a:cubicBezTo>
                      <a:pt x="9889" y="11924"/>
                      <a:pt x="9889" y="11924"/>
                      <a:pt x="9889" y="11924"/>
                    </a:cubicBezTo>
                    <a:cubicBezTo>
                      <a:pt x="9889" y="11924"/>
                      <a:pt x="9889" y="11924"/>
                      <a:pt x="9889" y="11924"/>
                    </a:cubicBezTo>
                    <a:cubicBezTo>
                      <a:pt x="9960" y="11924"/>
                      <a:pt x="9960" y="11924"/>
                      <a:pt x="9960" y="11924"/>
                    </a:cubicBezTo>
                    <a:cubicBezTo>
                      <a:pt x="10032" y="11924"/>
                      <a:pt x="10032" y="11924"/>
                      <a:pt x="10032" y="11924"/>
                    </a:cubicBezTo>
                    <a:cubicBezTo>
                      <a:pt x="10032" y="11924"/>
                      <a:pt x="10032" y="11924"/>
                      <a:pt x="10032" y="11924"/>
                    </a:cubicBezTo>
                    <a:close/>
                    <a:moveTo>
                      <a:pt x="11888" y="12995"/>
                    </a:moveTo>
                    <a:cubicBezTo>
                      <a:pt x="11888" y="12995"/>
                      <a:pt x="11888" y="12995"/>
                      <a:pt x="11888" y="12995"/>
                    </a:cubicBezTo>
                    <a:cubicBezTo>
                      <a:pt x="11888" y="12924"/>
                      <a:pt x="11888" y="12924"/>
                      <a:pt x="11888" y="12924"/>
                    </a:cubicBezTo>
                    <a:cubicBezTo>
                      <a:pt x="11817" y="12995"/>
                      <a:pt x="11817" y="12995"/>
                      <a:pt x="11817" y="12995"/>
                    </a:cubicBezTo>
                    <a:cubicBezTo>
                      <a:pt x="11817" y="12995"/>
                      <a:pt x="11817" y="12995"/>
                      <a:pt x="11817" y="12995"/>
                    </a:cubicBezTo>
                    <a:cubicBezTo>
                      <a:pt x="11745" y="12995"/>
                      <a:pt x="11745" y="12995"/>
                      <a:pt x="11745" y="12995"/>
                    </a:cubicBezTo>
                    <a:cubicBezTo>
                      <a:pt x="11674" y="12995"/>
                      <a:pt x="11674" y="12995"/>
                      <a:pt x="11674" y="12995"/>
                    </a:cubicBezTo>
                    <a:cubicBezTo>
                      <a:pt x="11674" y="13067"/>
                      <a:pt x="11674" y="13067"/>
                      <a:pt x="11674" y="13067"/>
                    </a:cubicBezTo>
                    <a:cubicBezTo>
                      <a:pt x="11745" y="13067"/>
                      <a:pt x="11745" y="13067"/>
                      <a:pt x="11745" y="13067"/>
                    </a:cubicBezTo>
                    <a:cubicBezTo>
                      <a:pt x="11674" y="13138"/>
                      <a:pt x="11674" y="13138"/>
                      <a:pt x="11674" y="13138"/>
                    </a:cubicBezTo>
                    <a:cubicBezTo>
                      <a:pt x="11674" y="13209"/>
                      <a:pt x="11674" y="13209"/>
                      <a:pt x="11674" y="13209"/>
                    </a:cubicBezTo>
                    <a:cubicBezTo>
                      <a:pt x="11745" y="13281"/>
                      <a:pt x="11745" y="13281"/>
                      <a:pt x="11745" y="13281"/>
                    </a:cubicBezTo>
                    <a:cubicBezTo>
                      <a:pt x="11817" y="13209"/>
                      <a:pt x="11817" y="13209"/>
                      <a:pt x="11817" y="13209"/>
                    </a:cubicBezTo>
                    <a:cubicBezTo>
                      <a:pt x="11888" y="13209"/>
                      <a:pt x="11888" y="13209"/>
                      <a:pt x="11888" y="13209"/>
                    </a:cubicBezTo>
                    <a:cubicBezTo>
                      <a:pt x="11888" y="13209"/>
                      <a:pt x="11888" y="13209"/>
                      <a:pt x="11888" y="13209"/>
                    </a:cubicBezTo>
                    <a:cubicBezTo>
                      <a:pt x="11888" y="13138"/>
                      <a:pt x="11888" y="13138"/>
                      <a:pt x="11888" y="13138"/>
                    </a:cubicBezTo>
                    <a:cubicBezTo>
                      <a:pt x="11888" y="13138"/>
                      <a:pt x="11888" y="13138"/>
                      <a:pt x="11888" y="13138"/>
                    </a:cubicBezTo>
                    <a:cubicBezTo>
                      <a:pt x="11888" y="13067"/>
                      <a:pt x="11888" y="13067"/>
                      <a:pt x="11888" y="13067"/>
                    </a:cubicBezTo>
                    <a:cubicBezTo>
                      <a:pt x="11959" y="13067"/>
                      <a:pt x="11959" y="13067"/>
                      <a:pt x="11959" y="13067"/>
                    </a:cubicBezTo>
                    <a:cubicBezTo>
                      <a:pt x="11888" y="13067"/>
                      <a:pt x="11888" y="13067"/>
                      <a:pt x="11888" y="13067"/>
                    </a:cubicBezTo>
                    <a:close/>
                    <a:moveTo>
                      <a:pt x="11388" y="14709"/>
                    </a:moveTo>
                    <a:cubicBezTo>
                      <a:pt x="11388" y="14709"/>
                      <a:pt x="11388" y="14709"/>
                      <a:pt x="11388" y="14709"/>
                    </a:cubicBezTo>
                    <a:cubicBezTo>
                      <a:pt x="11317" y="14709"/>
                      <a:pt x="11317" y="14709"/>
                      <a:pt x="11317" y="14709"/>
                    </a:cubicBezTo>
                    <a:cubicBezTo>
                      <a:pt x="11317" y="14780"/>
                      <a:pt x="11317" y="14780"/>
                      <a:pt x="11317" y="14780"/>
                    </a:cubicBezTo>
                    <a:cubicBezTo>
                      <a:pt x="11245" y="14780"/>
                      <a:pt x="11245" y="14780"/>
                      <a:pt x="11245" y="14780"/>
                    </a:cubicBezTo>
                    <a:cubicBezTo>
                      <a:pt x="11174" y="14780"/>
                      <a:pt x="11174" y="14780"/>
                      <a:pt x="11174" y="14780"/>
                    </a:cubicBezTo>
                    <a:cubicBezTo>
                      <a:pt x="11174" y="14780"/>
                      <a:pt x="11174" y="14780"/>
                      <a:pt x="11174" y="14780"/>
                    </a:cubicBezTo>
                    <a:cubicBezTo>
                      <a:pt x="11174" y="14852"/>
                      <a:pt x="11174" y="14852"/>
                      <a:pt x="11174" y="14852"/>
                    </a:cubicBezTo>
                    <a:cubicBezTo>
                      <a:pt x="11245" y="14923"/>
                      <a:pt x="11245" y="14923"/>
                      <a:pt x="11245" y="14923"/>
                    </a:cubicBezTo>
                    <a:cubicBezTo>
                      <a:pt x="11317" y="14923"/>
                      <a:pt x="11317" y="14923"/>
                      <a:pt x="11317" y="14923"/>
                    </a:cubicBezTo>
                    <a:cubicBezTo>
                      <a:pt x="11460" y="14994"/>
                      <a:pt x="11460" y="14994"/>
                      <a:pt x="11460" y="14994"/>
                    </a:cubicBezTo>
                    <a:cubicBezTo>
                      <a:pt x="11460" y="14923"/>
                      <a:pt x="11460" y="14923"/>
                      <a:pt x="11460" y="14923"/>
                    </a:cubicBezTo>
                    <a:cubicBezTo>
                      <a:pt x="11460" y="14780"/>
                      <a:pt x="11460" y="14780"/>
                      <a:pt x="11460" y="14780"/>
                    </a:cubicBezTo>
                    <a:cubicBezTo>
                      <a:pt x="11460" y="14709"/>
                      <a:pt x="11460" y="14709"/>
                      <a:pt x="11460" y="14709"/>
                    </a:cubicBezTo>
                    <a:close/>
                    <a:moveTo>
                      <a:pt x="11745" y="13495"/>
                    </a:moveTo>
                    <a:cubicBezTo>
                      <a:pt x="11745" y="13424"/>
                      <a:pt x="11745" y="13424"/>
                      <a:pt x="11745" y="13424"/>
                    </a:cubicBezTo>
                    <a:cubicBezTo>
                      <a:pt x="11674" y="13424"/>
                      <a:pt x="11674" y="13424"/>
                      <a:pt x="11674" y="13424"/>
                    </a:cubicBezTo>
                    <a:cubicBezTo>
                      <a:pt x="11602" y="13424"/>
                      <a:pt x="11602" y="13424"/>
                      <a:pt x="11602" y="13424"/>
                    </a:cubicBezTo>
                    <a:cubicBezTo>
                      <a:pt x="11531" y="13424"/>
                      <a:pt x="11531" y="13424"/>
                      <a:pt x="11531" y="13424"/>
                    </a:cubicBezTo>
                    <a:cubicBezTo>
                      <a:pt x="11460" y="13495"/>
                      <a:pt x="11460" y="13495"/>
                      <a:pt x="11460" y="13495"/>
                    </a:cubicBezTo>
                    <a:cubicBezTo>
                      <a:pt x="11460" y="13495"/>
                      <a:pt x="11460" y="13495"/>
                      <a:pt x="11460" y="13495"/>
                    </a:cubicBezTo>
                    <a:cubicBezTo>
                      <a:pt x="11460" y="13566"/>
                      <a:pt x="11460" y="13566"/>
                      <a:pt x="11460" y="13566"/>
                    </a:cubicBezTo>
                    <a:cubicBezTo>
                      <a:pt x="11460" y="13638"/>
                      <a:pt x="11460" y="13638"/>
                      <a:pt x="11460" y="13638"/>
                    </a:cubicBezTo>
                    <a:cubicBezTo>
                      <a:pt x="11460" y="13638"/>
                      <a:pt x="11460" y="13638"/>
                      <a:pt x="11460" y="13638"/>
                    </a:cubicBezTo>
                    <a:cubicBezTo>
                      <a:pt x="11531" y="13709"/>
                      <a:pt x="11531" y="13709"/>
                      <a:pt x="11531" y="13709"/>
                    </a:cubicBezTo>
                    <a:cubicBezTo>
                      <a:pt x="11602" y="13709"/>
                      <a:pt x="11602" y="13709"/>
                      <a:pt x="11602" y="13709"/>
                    </a:cubicBezTo>
                    <a:cubicBezTo>
                      <a:pt x="11674" y="13638"/>
                      <a:pt x="11674" y="13638"/>
                      <a:pt x="11674" y="13638"/>
                    </a:cubicBezTo>
                    <a:cubicBezTo>
                      <a:pt x="11745" y="13566"/>
                      <a:pt x="11745" y="13566"/>
                      <a:pt x="11745" y="13566"/>
                    </a:cubicBezTo>
                    <a:cubicBezTo>
                      <a:pt x="11745" y="13566"/>
                      <a:pt x="11745" y="13566"/>
                      <a:pt x="11745" y="13566"/>
                    </a:cubicBezTo>
                    <a:cubicBezTo>
                      <a:pt x="11745" y="13495"/>
                      <a:pt x="11745" y="13495"/>
                      <a:pt x="11745" y="134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9"/>
              <p:cNvSpPr/>
              <p:nvPr/>
            </p:nvSpPr>
            <p:spPr>
              <a:xfrm>
                <a:off x="1187750" y="2579025"/>
                <a:ext cx="530200" cy="314200"/>
              </a:xfrm>
              <a:custGeom>
                <a:rect b="b" l="l" r="r" t="t"/>
                <a:pathLst>
                  <a:path extrusionOk="0" h="12568" w="21208">
                    <a:moveTo>
                      <a:pt x="21207" y="6070"/>
                    </a:moveTo>
                    <a:cubicBezTo>
                      <a:pt x="21207" y="5713"/>
                      <a:pt x="20921" y="5427"/>
                      <a:pt x="20850" y="5070"/>
                    </a:cubicBezTo>
                    <a:cubicBezTo>
                      <a:pt x="20779" y="4713"/>
                      <a:pt x="20850" y="4213"/>
                      <a:pt x="20779" y="3785"/>
                    </a:cubicBezTo>
                    <a:cubicBezTo>
                      <a:pt x="20707" y="3499"/>
                      <a:pt x="20564" y="3285"/>
                      <a:pt x="20493" y="2999"/>
                    </a:cubicBezTo>
                    <a:cubicBezTo>
                      <a:pt x="20422" y="2285"/>
                      <a:pt x="20564" y="1500"/>
                      <a:pt x="19565" y="1928"/>
                    </a:cubicBezTo>
                    <a:cubicBezTo>
                      <a:pt x="19065" y="2071"/>
                      <a:pt x="18637" y="1714"/>
                      <a:pt x="18208" y="1643"/>
                    </a:cubicBezTo>
                    <a:cubicBezTo>
                      <a:pt x="17923" y="1571"/>
                      <a:pt x="17708" y="1428"/>
                      <a:pt x="17494" y="1500"/>
                    </a:cubicBezTo>
                    <a:cubicBezTo>
                      <a:pt x="17280" y="1500"/>
                      <a:pt x="17137" y="1643"/>
                      <a:pt x="16994" y="1785"/>
                    </a:cubicBezTo>
                    <a:cubicBezTo>
                      <a:pt x="16852" y="1857"/>
                      <a:pt x="16780" y="1785"/>
                      <a:pt x="16637" y="1643"/>
                    </a:cubicBezTo>
                    <a:cubicBezTo>
                      <a:pt x="16352" y="1428"/>
                      <a:pt x="15923" y="1286"/>
                      <a:pt x="15566" y="1000"/>
                    </a:cubicBezTo>
                    <a:cubicBezTo>
                      <a:pt x="15281" y="786"/>
                      <a:pt x="14995" y="429"/>
                      <a:pt x="14638" y="357"/>
                    </a:cubicBezTo>
                    <a:cubicBezTo>
                      <a:pt x="14567" y="215"/>
                      <a:pt x="14495" y="0"/>
                      <a:pt x="14353" y="0"/>
                    </a:cubicBezTo>
                    <a:cubicBezTo>
                      <a:pt x="13924" y="0"/>
                      <a:pt x="12996" y="72"/>
                      <a:pt x="12567" y="143"/>
                    </a:cubicBezTo>
                    <a:cubicBezTo>
                      <a:pt x="11711" y="143"/>
                      <a:pt x="10782" y="-71"/>
                      <a:pt x="10211" y="572"/>
                    </a:cubicBezTo>
                    <a:cubicBezTo>
                      <a:pt x="9854" y="857"/>
                      <a:pt x="9569" y="1214"/>
                      <a:pt x="9283" y="1571"/>
                    </a:cubicBezTo>
                    <a:cubicBezTo>
                      <a:pt x="9212" y="1714"/>
                      <a:pt x="9069" y="1928"/>
                      <a:pt x="8855" y="2000"/>
                    </a:cubicBezTo>
                    <a:cubicBezTo>
                      <a:pt x="8355" y="2142"/>
                      <a:pt x="7855" y="1714"/>
                      <a:pt x="7569" y="1428"/>
                    </a:cubicBezTo>
                    <a:cubicBezTo>
                      <a:pt x="7284" y="1143"/>
                      <a:pt x="6998" y="643"/>
                      <a:pt x="6570" y="714"/>
                    </a:cubicBezTo>
                    <a:cubicBezTo>
                      <a:pt x="6427" y="714"/>
                      <a:pt x="6213" y="786"/>
                      <a:pt x="6070" y="786"/>
                    </a:cubicBezTo>
                    <a:cubicBezTo>
                      <a:pt x="5784" y="857"/>
                      <a:pt x="5499" y="786"/>
                      <a:pt x="5284" y="929"/>
                    </a:cubicBezTo>
                    <a:cubicBezTo>
                      <a:pt x="5070" y="1071"/>
                      <a:pt x="4927" y="1357"/>
                      <a:pt x="4785" y="1500"/>
                    </a:cubicBezTo>
                    <a:cubicBezTo>
                      <a:pt x="4570" y="1643"/>
                      <a:pt x="4213" y="1714"/>
                      <a:pt x="4142" y="1928"/>
                    </a:cubicBezTo>
                    <a:cubicBezTo>
                      <a:pt x="4071" y="2071"/>
                      <a:pt x="4142" y="2285"/>
                      <a:pt x="4213" y="2357"/>
                    </a:cubicBezTo>
                    <a:cubicBezTo>
                      <a:pt x="4356" y="2499"/>
                      <a:pt x="4428" y="2571"/>
                      <a:pt x="4356" y="2785"/>
                    </a:cubicBezTo>
                    <a:cubicBezTo>
                      <a:pt x="3999" y="3499"/>
                      <a:pt x="3285" y="2999"/>
                      <a:pt x="3499" y="4142"/>
                    </a:cubicBezTo>
                    <a:cubicBezTo>
                      <a:pt x="3642" y="4927"/>
                      <a:pt x="2714" y="5213"/>
                      <a:pt x="2357" y="5713"/>
                    </a:cubicBezTo>
                    <a:cubicBezTo>
                      <a:pt x="2143" y="5998"/>
                      <a:pt x="1857" y="5998"/>
                      <a:pt x="1572" y="5998"/>
                    </a:cubicBezTo>
                    <a:cubicBezTo>
                      <a:pt x="1286" y="5998"/>
                      <a:pt x="858" y="6070"/>
                      <a:pt x="572" y="6070"/>
                    </a:cubicBezTo>
                    <a:cubicBezTo>
                      <a:pt x="358" y="6070"/>
                      <a:pt x="286" y="5998"/>
                      <a:pt x="72" y="6070"/>
                    </a:cubicBezTo>
                    <a:cubicBezTo>
                      <a:pt x="1" y="6070"/>
                      <a:pt x="1" y="6141"/>
                      <a:pt x="1" y="6284"/>
                    </a:cubicBezTo>
                    <a:cubicBezTo>
                      <a:pt x="1" y="6712"/>
                      <a:pt x="72" y="7141"/>
                      <a:pt x="286" y="7498"/>
                    </a:cubicBezTo>
                    <a:cubicBezTo>
                      <a:pt x="429" y="7926"/>
                      <a:pt x="786" y="8140"/>
                      <a:pt x="929" y="8569"/>
                    </a:cubicBezTo>
                    <a:cubicBezTo>
                      <a:pt x="1072" y="8783"/>
                      <a:pt x="1072" y="8997"/>
                      <a:pt x="1215" y="9211"/>
                    </a:cubicBezTo>
                    <a:cubicBezTo>
                      <a:pt x="1357" y="9782"/>
                      <a:pt x="1572" y="9354"/>
                      <a:pt x="1929" y="9354"/>
                    </a:cubicBezTo>
                    <a:cubicBezTo>
                      <a:pt x="2571" y="9497"/>
                      <a:pt x="2571" y="10282"/>
                      <a:pt x="2857" y="10639"/>
                    </a:cubicBezTo>
                    <a:cubicBezTo>
                      <a:pt x="3499" y="11425"/>
                      <a:pt x="4285" y="12353"/>
                      <a:pt x="5284" y="12424"/>
                    </a:cubicBezTo>
                    <a:cubicBezTo>
                      <a:pt x="5499" y="12496"/>
                      <a:pt x="5713" y="12567"/>
                      <a:pt x="5856" y="12567"/>
                    </a:cubicBezTo>
                    <a:cubicBezTo>
                      <a:pt x="5999" y="12567"/>
                      <a:pt x="6213" y="12424"/>
                      <a:pt x="6356" y="12353"/>
                    </a:cubicBezTo>
                    <a:cubicBezTo>
                      <a:pt x="6641" y="12281"/>
                      <a:pt x="6927" y="11924"/>
                      <a:pt x="7141" y="11924"/>
                    </a:cubicBezTo>
                    <a:cubicBezTo>
                      <a:pt x="7427" y="11924"/>
                      <a:pt x="7641" y="12067"/>
                      <a:pt x="7855" y="12139"/>
                    </a:cubicBezTo>
                    <a:cubicBezTo>
                      <a:pt x="8355" y="12424"/>
                      <a:pt x="8997" y="12353"/>
                      <a:pt x="9354" y="11996"/>
                    </a:cubicBezTo>
                    <a:cubicBezTo>
                      <a:pt x="9640" y="11710"/>
                      <a:pt x="10140" y="11567"/>
                      <a:pt x="10354" y="11353"/>
                    </a:cubicBezTo>
                    <a:cubicBezTo>
                      <a:pt x="10568" y="11139"/>
                      <a:pt x="10854" y="10782"/>
                      <a:pt x="10782" y="10568"/>
                    </a:cubicBezTo>
                    <a:cubicBezTo>
                      <a:pt x="10782" y="10354"/>
                      <a:pt x="10711" y="10211"/>
                      <a:pt x="10854" y="10068"/>
                    </a:cubicBezTo>
                    <a:cubicBezTo>
                      <a:pt x="11068" y="9997"/>
                      <a:pt x="11568" y="10139"/>
                      <a:pt x="11853" y="10139"/>
                    </a:cubicBezTo>
                    <a:cubicBezTo>
                      <a:pt x="12210" y="10211"/>
                      <a:pt x="12639" y="10354"/>
                      <a:pt x="12853" y="10068"/>
                    </a:cubicBezTo>
                    <a:cubicBezTo>
                      <a:pt x="12996" y="9854"/>
                      <a:pt x="12782" y="9568"/>
                      <a:pt x="12853" y="9354"/>
                    </a:cubicBezTo>
                    <a:cubicBezTo>
                      <a:pt x="13067" y="8854"/>
                      <a:pt x="13424" y="9068"/>
                      <a:pt x="13567" y="9425"/>
                    </a:cubicBezTo>
                    <a:cubicBezTo>
                      <a:pt x="13781" y="9782"/>
                      <a:pt x="14710" y="10853"/>
                      <a:pt x="14567" y="9711"/>
                    </a:cubicBezTo>
                    <a:cubicBezTo>
                      <a:pt x="14567" y="9568"/>
                      <a:pt x="14567" y="9425"/>
                      <a:pt x="14638" y="9354"/>
                    </a:cubicBezTo>
                    <a:cubicBezTo>
                      <a:pt x="14781" y="9211"/>
                      <a:pt x="15138" y="9140"/>
                      <a:pt x="15067" y="8854"/>
                    </a:cubicBezTo>
                    <a:cubicBezTo>
                      <a:pt x="14924" y="8569"/>
                      <a:pt x="14995" y="8140"/>
                      <a:pt x="14995" y="7783"/>
                    </a:cubicBezTo>
                    <a:cubicBezTo>
                      <a:pt x="15067" y="7712"/>
                      <a:pt x="15067" y="7569"/>
                      <a:pt x="15209" y="7569"/>
                    </a:cubicBezTo>
                    <a:cubicBezTo>
                      <a:pt x="15566" y="7283"/>
                      <a:pt x="16280" y="6998"/>
                      <a:pt x="16709" y="6784"/>
                    </a:cubicBezTo>
                    <a:cubicBezTo>
                      <a:pt x="16994" y="6641"/>
                      <a:pt x="17209" y="6498"/>
                      <a:pt x="17566" y="6498"/>
                    </a:cubicBezTo>
                    <a:cubicBezTo>
                      <a:pt x="18422" y="6569"/>
                      <a:pt x="19636" y="7141"/>
                      <a:pt x="20207" y="6212"/>
                    </a:cubicBezTo>
                    <a:cubicBezTo>
                      <a:pt x="20279" y="6141"/>
                      <a:pt x="20350" y="5998"/>
                      <a:pt x="20493" y="5927"/>
                    </a:cubicBezTo>
                    <a:cubicBezTo>
                      <a:pt x="20707" y="5855"/>
                      <a:pt x="20993" y="6212"/>
                      <a:pt x="21207" y="60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9"/>
              <p:cNvSpPr/>
              <p:nvPr/>
            </p:nvSpPr>
            <p:spPr>
              <a:xfrm>
                <a:off x="1187750" y="2579025"/>
                <a:ext cx="530200" cy="314200"/>
              </a:xfrm>
              <a:custGeom>
                <a:rect b="b" l="l" r="r" t="t"/>
                <a:pathLst>
                  <a:path extrusionOk="0" fill="none" h="12568" w="21208">
                    <a:moveTo>
                      <a:pt x="21207" y="6070"/>
                    </a:moveTo>
                    <a:cubicBezTo>
                      <a:pt x="21207" y="5713"/>
                      <a:pt x="20921" y="5427"/>
                      <a:pt x="20850" y="5070"/>
                    </a:cubicBezTo>
                    <a:cubicBezTo>
                      <a:pt x="20779" y="4713"/>
                      <a:pt x="20850" y="4213"/>
                      <a:pt x="20779" y="3785"/>
                    </a:cubicBezTo>
                    <a:cubicBezTo>
                      <a:pt x="20707" y="3499"/>
                      <a:pt x="20564" y="3285"/>
                      <a:pt x="20493" y="2999"/>
                    </a:cubicBezTo>
                    <a:cubicBezTo>
                      <a:pt x="20422" y="2285"/>
                      <a:pt x="20564" y="1500"/>
                      <a:pt x="19565" y="1928"/>
                    </a:cubicBezTo>
                    <a:cubicBezTo>
                      <a:pt x="19065" y="2071"/>
                      <a:pt x="18637" y="1714"/>
                      <a:pt x="18208" y="1643"/>
                    </a:cubicBezTo>
                    <a:cubicBezTo>
                      <a:pt x="17923" y="1571"/>
                      <a:pt x="17708" y="1428"/>
                      <a:pt x="17494" y="1500"/>
                    </a:cubicBezTo>
                    <a:cubicBezTo>
                      <a:pt x="17280" y="1500"/>
                      <a:pt x="17137" y="1643"/>
                      <a:pt x="16994" y="1785"/>
                    </a:cubicBezTo>
                    <a:cubicBezTo>
                      <a:pt x="16852" y="1857"/>
                      <a:pt x="16780" y="1785"/>
                      <a:pt x="16637" y="1643"/>
                    </a:cubicBezTo>
                    <a:cubicBezTo>
                      <a:pt x="16352" y="1428"/>
                      <a:pt x="15923" y="1286"/>
                      <a:pt x="15566" y="1000"/>
                    </a:cubicBezTo>
                    <a:cubicBezTo>
                      <a:pt x="15281" y="786"/>
                      <a:pt x="14995" y="429"/>
                      <a:pt x="14638" y="357"/>
                    </a:cubicBezTo>
                    <a:cubicBezTo>
                      <a:pt x="14567" y="215"/>
                      <a:pt x="14495" y="0"/>
                      <a:pt x="14353" y="0"/>
                    </a:cubicBezTo>
                    <a:cubicBezTo>
                      <a:pt x="13924" y="0"/>
                      <a:pt x="12996" y="72"/>
                      <a:pt x="12567" y="143"/>
                    </a:cubicBezTo>
                    <a:cubicBezTo>
                      <a:pt x="11711" y="143"/>
                      <a:pt x="10782" y="-71"/>
                      <a:pt x="10211" y="572"/>
                    </a:cubicBezTo>
                    <a:cubicBezTo>
                      <a:pt x="9854" y="857"/>
                      <a:pt x="9569" y="1214"/>
                      <a:pt x="9283" y="1571"/>
                    </a:cubicBezTo>
                    <a:cubicBezTo>
                      <a:pt x="9212" y="1714"/>
                      <a:pt x="9069" y="1928"/>
                      <a:pt x="8855" y="2000"/>
                    </a:cubicBezTo>
                    <a:cubicBezTo>
                      <a:pt x="8355" y="2142"/>
                      <a:pt x="7855" y="1714"/>
                      <a:pt x="7569" y="1428"/>
                    </a:cubicBezTo>
                    <a:cubicBezTo>
                      <a:pt x="7284" y="1143"/>
                      <a:pt x="6998" y="643"/>
                      <a:pt x="6570" y="714"/>
                    </a:cubicBezTo>
                    <a:cubicBezTo>
                      <a:pt x="6427" y="714"/>
                      <a:pt x="6213" y="786"/>
                      <a:pt x="6070" y="786"/>
                    </a:cubicBezTo>
                    <a:cubicBezTo>
                      <a:pt x="5784" y="857"/>
                      <a:pt x="5499" y="786"/>
                      <a:pt x="5284" y="929"/>
                    </a:cubicBezTo>
                    <a:cubicBezTo>
                      <a:pt x="5070" y="1071"/>
                      <a:pt x="4927" y="1357"/>
                      <a:pt x="4785" y="1500"/>
                    </a:cubicBezTo>
                    <a:cubicBezTo>
                      <a:pt x="4570" y="1643"/>
                      <a:pt x="4213" y="1714"/>
                      <a:pt x="4142" y="1928"/>
                    </a:cubicBezTo>
                    <a:cubicBezTo>
                      <a:pt x="4071" y="2071"/>
                      <a:pt x="4142" y="2285"/>
                      <a:pt x="4213" y="2357"/>
                    </a:cubicBezTo>
                    <a:cubicBezTo>
                      <a:pt x="4356" y="2499"/>
                      <a:pt x="4428" y="2571"/>
                      <a:pt x="4356" y="2785"/>
                    </a:cubicBezTo>
                    <a:cubicBezTo>
                      <a:pt x="3999" y="3499"/>
                      <a:pt x="3285" y="2999"/>
                      <a:pt x="3499" y="4142"/>
                    </a:cubicBezTo>
                    <a:cubicBezTo>
                      <a:pt x="3642" y="4927"/>
                      <a:pt x="2714" y="5213"/>
                      <a:pt x="2357" y="5713"/>
                    </a:cubicBezTo>
                    <a:cubicBezTo>
                      <a:pt x="2143" y="5998"/>
                      <a:pt x="1857" y="5998"/>
                      <a:pt x="1572" y="5998"/>
                    </a:cubicBezTo>
                    <a:cubicBezTo>
                      <a:pt x="1286" y="5998"/>
                      <a:pt x="858" y="6070"/>
                      <a:pt x="572" y="6070"/>
                    </a:cubicBezTo>
                    <a:cubicBezTo>
                      <a:pt x="358" y="6070"/>
                      <a:pt x="286" y="5998"/>
                      <a:pt x="72" y="6070"/>
                    </a:cubicBezTo>
                    <a:cubicBezTo>
                      <a:pt x="1" y="6070"/>
                      <a:pt x="1" y="6141"/>
                      <a:pt x="1" y="6284"/>
                    </a:cubicBezTo>
                    <a:cubicBezTo>
                      <a:pt x="1" y="6712"/>
                      <a:pt x="72" y="7141"/>
                      <a:pt x="286" y="7498"/>
                    </a:cubicBezTo>
                    <a:cubicBezTo>
                      <a:pt x="429" y="7926"/>
                      <a:pt x="786" y="8140"/>
                      <a:pt x="929" y="8569"/>
                    </a:cubicBezTo>
                    <a:cubicBezTo>
                      <a:pt x="1072" y="8783"/>
                      <a:pt x="1072" y="8997"/>
                      <a:pt x="1215" y="9211"/>
                    </a:cubicBezTo>
                    <a:cubicBezTo>
                      <a:pt x="1357" y="9782"/>
                      <a:pt x="1572" y="9354"/>
                      <a:pt x="1929" y="9354"/>
                    </a:cubicBezTo>
                    <a:cubicBezTo>
                      <a:pt x="2571" y="9497"/>
                      <a:pt x="2571" y="10282"/>
                      <a:pt x="2857" y="10639"/>
                    </a:cubicBezTo>
                    <a:cubicBezTo>
                      <a:pt x="3499" y="11425"/>
                      <a:pt x="4285" y="12353"/>
                      <a:pt x="5284" y="12424"/>
                    </a:cubicBezTo>
                    <a:cubicBezTo>
                      <a:pt x="5499" y="12496"/>
                      <a:pt x="5713" y="12567"/>
                      <a:pt x="5856" y="12567"/>
                    </a:cubicBezTo>
                    <a:cubicBezTo>
                      <a:pt x="5999" y="12567"/>
                      <a:pt x="6213" y="12424"/>
                      <a:pt x="6356" y="12353"/>
                    </a:cubicBezTo>
                    <a:cubicBezTo>
                      <a:pt x="6641" y="12281"/>
                      <a:pt x="6927" y="11924"/>
                      <a:pt x="7141" y="11924"/>
                    </a:cubicBezTo>
                    <a:cubicBezTo>
                      <a:pt x="7427" y="11924"/>
                      <a:pt x="7641" y="12067"/>
                      <a:pt x="7855" y="12139"/>
                    </a:cubicBezTo>
                    <a:cubicBezTo>
                      <a:pt x="8355" y="12424"/>
                      <a:pt x="8997" y="12353"/>
                      <a:pt x="9354" y="11996"/>
                    </a:cubicBezTo>
                    <a:cubicBezTo>
                      <a:pt x="9640" y="11710"/>
                      <a:pt x="10140" y="11567"/>
                      <a:pt x="10354" y="11353"/>
                    </a:cubicBezTo>
                    <a:cubicBezTo>
                      <a:pt x="10568" y="11139"/>
                      <a:pt x="10854" y="10782"/>
                      <a:pt x="10782" y="10568"/>
                    </a:cubicBezTo>
                    <a:cubicBezTo>
                      <a:pt x="10782" y="10354"/>
                      <a:pt x="10711" y="10211"/>
                      <a:pt x="10854" y="10068"/>
                    </a:cubicBezTo>
                    <a:cubicBezTo>
                      <a:pt x="11068" y="9997"/>
                      <a:pt x="11568" y="10139"/>
                      <a:pt x="11853" y="10139"/>
                    </a:cubicBezTo>
                    <a:cubicBezTo>
                      <a:pt x="12210" y="10211"/>
                      <a:pt x="12639" y="10354"/>
                      <a:pt x="12853" y="10068"/>
                    </a:cubicBezTo>
                    <a:cubicBezTo>
                      <a:pt x="12996" y="9854"/>
                      <a:pt x="12782" y="9568"/>
                      <a:pt x="12853" y="9354"/>
                    </a:cubicBezTo>
                    <a:cubicBezTo>
                      <a:pt x="13067" y="8854"/>
                      <a:pt x="13424" y="9068"/>
                      <a:pt x="13567" y="9425"/>
                    </a:cubicBezTo>
                    <a:cubicBezTo>
                      <a:pt x="13781" y="9782"/>
                      <a:pt x="14710" y="10853"/>
                      <a:pt x="14567" y="9711"/>
                    </a:cubicBezTo>
                    <a:cubicBezTo>
                      <a:pt x="14567" y="9568"/>
                      <a:pt x="14567" y="9425"/>
                      <a:pt x="14638" y="9354"/>
                    </a:cubicBezTo>
                    <a:cubicBezTo>
                      <a:pt x="14781" y="9211"/>
                      <a:pt x="15138" y="9140"/>
                      <a:pt x="15067" y="8854"/>
                    </a:cubicBezTo>
                    <a:cubicBezTo>
                      <a:pt x="14924" y="8569"/>
                      <a:pt x="14995" y="8140"/>
                      <a:pt x="14995" y="7783"/>
                    </a:cubicBezTo>
                    <a:cubicBezTo>
                      <a:pt x="15067" y="7712"/>
                      <a:pt x="15067" y="7569"/>
                      <a:pt x="15209" y="7569"/>
                    </a:cubicBezTo>
                    <a:cubicBezTo>
                      <a:pt x="15566" y="7283"/>
                      <a:pt x="16280" y="6998"/>
                      <a:pt x="16709" y="6784"/>
                    </a:cubicBezTo>
                    <a:cubicBezTo>
                      <a:pt x="16994" y="6641"/>
                      <a:pt x="17209" y="6498"/>
                      <a:pt x="17566" y="6498"/>
                    </a:cubicBezTo>
                    <a:cubicBezTo>
                      <a:pt x="18422" y="6569"/>
                      <a:pt x="19636" y="7141"/>
                      <a:pt x="20207" y="6212"/>
                    </a:cubicBezTo>
                    <a:cubicBezTo>
                      <a:pt x="20279" y="6141"/>
                      <a:pt x="20350" y="5998"/>
                      <a:pt x="20493" y="5927"/>
                    </a:cubicBezTo>
                    <a:cubicBezTo>
                      <a:pt x="20707" y="5855"/>
                      <a:pt x="20993" y="6212"/>
                      <a:pt x="21207" y="60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59"/>
              <p:cNvSpPr/>
              <p:nvPr/>
            </p:nvSpPr>
            <p:spPr>
              <a:xfrm>
                <a:off x="2052700" y="3401925"/>
                <a:ext cx="47250" cy="50000"/>
              </a:xfrm>
              <a:custGeom>
                <a:rect b="b" l="l" r="r" t="t"/>
                <a:pathLst>
                  <a:path extrusionOk="0" h="2000" w="1890">
                    <a:moveTo>
                      <a:pt x="1889" y="72"/>
                    </a:moveTo>
                    <a:cubicBezTo>
                      <a:pt x="1389" y="72"/>
                      <a:pt x="675" y="500"/>
                      <a:pt x="318" y="0"/>
                    </a:cubicBezTo>
                    <a:cubicBezTo>
                      <a:pt x="175" y="0"/>
                      <a:pt x="104" y="72"/>
                      <a:pt x="33" y="143"/>
                    </a:cubicBezTo>
                    <a:cubicBezTo>
                      <a:pt x="-39" y="286"/>
                      <a:pt x="33" y="500"/>
                      <a:pt x="33" y="714"/>
                    </a:cubicBezTo>
                    <a:cubicBezTo>
                      <a:pt x="104" y="857"/>
                      <a:pt x="175" y="1000"/>
                      <a:pt x="318" y="1214"/>
                    </a:cubicBezTo>
                    <a:cubicBezTo>
                      <a:pt x="318" y="1357"/>
                      <a:pt x="390" y="1428"/>
                      <a:pt x="532" y="1571"/>
                    </a:cubicBezTo>
                    <a:cubicBezTo>
                      <a:pt x="604" y="1643"/>
                      <a:pt x="747" y="1785"/>
                      <a:pt x="818" y="1785"/>
                    </a:cubicBezTo>
                    <a:cubicBezTo>
                      <a:pt x="961" y="1857"/>
                      <a:pt x="1032" y="1714"/>
                      <a:pt x="1175" y="1785"/>
                    </a:cubicBezTo>
                    <a:cubicBezTo>
                      <a:pt x="1246" y="1857"/>
                      <a:pt x="1389" y="2000"/>
                      <a:pt x="1532" y="2000"/>
                    </a:cubicBezTo>
                    <a:cubicBezTo>
                      <a:pt x="1675" y="1928"/>
                      <a:pt x="1675" y="1785"/>
                      <a:pt x="1746" y="1643"/>
                    </a:cubicBezTo>
                    <a:cubicBezTo>
                      <a:pt x="1889" y="1143"/>
                      <a:pt x="1889" y="572"/>
                      <a:pt x="1889" y="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59"/>
              <p:cNvSpPr/>
              <p:nvPr/>
            </p:nvSpPr>
            <p:spPr>
              <a:xfrm>
                <a:off x="2052700" y="3401925"/>
                <a:ext cx="47250" cy="50000"/>
              </a:xfrm>
              <a:custGeom>
                <a:rect b="b" l="l" r="r" t="t"/>
                <a:pathLst>
                  <a:path extrusionOk="0" fill="none" h="2000" w="1890">
                    <a:moveTo>
                      <a:pt x="1889" y="72"/>
                    </a:moveTo>
                    <a:cubicBezTo>
                      <a:pt x="1389" y="72"/>
                      <a:pt x="675" y="500"/>
                      <a:pt x="318" y="0"/>
                    </a:cubicBezTo>
                    <a:cubicBezTo>
                      <a:pt x="175" y="0"/>
                      <a:pt x="104" y="72"/>
                      <a:pt x="33" y="143"/>
                    </a:cubicBezTo>
                    <a:cubicBezTo>
                      <a:pt x="-39" y="286"/>
                      <a:pt x="33" y="500"/>
                      <a:pt x="33" y="714"/>
                    </a:cubicBezTo>
                    <a:cubicBezTo>
                      <a:pt x="104" y="857"/>
                      <a:pt x="175" y="1000"/>
                      <a:pt x="318" y="1214"/>
                    </a:cubicBezTo>
                    <a:cubicBezTo>
                      <a:pt x="318" y="1357"/>
                      <a:pt x="390" y="1428"/>
                      <a:pt x="532" y="1571"/>
                    </a:cubicBezTo>
                    <a:cubicBezTo>
                      <a:pt x="604" y="1643"/>
                      <a:pt x="747" y="1785"/>
                      <a:pt x="818" y="1785"/>
                    </a:cubicBezTo>
                    <a:cubicBezTo>
                      <a:pt x="961" y="1857"/>
                      <a:pt x="1032" y="1714"/>
                      <a:pt x="1175" y="1785"/>
                    </a:cubicBezTo>
                    <a:cubicBezTo>
                      <a:pt x="1246" y="1857"/>
                      <a:pt x="1389" y="2000"/>
                      <a:pt x="1532" y="2000"/>
                    </a:cubicBezTo>
                    <a:cubicBezTo>
                      <a:pt x="1675" y="1928"/>
                      <a:pt x="1675" y="1785"/>
                      <a:pt x="1746" y="1643"/>
                    </a:cubicBezTo>
                    <a:cubicBezTo>
                      <a:pt x="1889" y="1143"/>
                      <a:pt x="1889" y="572"/>
                      <a:pt x="1889" y="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9"/>
              <p:cNvSpPr/>
              <p:nvPr/>
            </p:nvSpPr>
            <p:spPr>
              <a:xfrm>
                <a:off x="4301950" y="2307350"/>
                <a:ext cx="363675" cy="111975"/>
              </a:xfrm>
              <a:custGeom>
                <a:rect b="b" l="l" r="r" t="t"/>
                <a:pathLst>
                  <a:path extrusionOk="0" h="4479" w="14547">
                    <a:moveTo>
                      <a:pt x="14523" y="3227"/>
                    </a:moveTo>
                    <a:cubicBezTo>
                      <a:pt x="14452" y="2442"/>
                      <a:pt x="13452" y="2371"/>
                      <a:pt x="13024" y="1799"/>
                    </a:cubicBezTo>
                    <a:cubicBezTo>
                      <a:pt x="12881" y="1585"/>
                      <a:pt x="12881" y="1371"/>
                      <a:pt x="12738" y="1157"/>
                    </a:cubicBezTo>
                    <a:cubicBezTo>
                      <a:pt x="12524" y="1014"/>
                      <a:pt x="12239" y="800"/>
                      <a:pt x="12024" y="657"/>
                    </a:cubicBezTo>
                    <a:cubicBezTo>
                      <a:pt x="11882" y="443"/>
                      <a:pt x="11596" y="300"/>
                      <a:pt x="11310" y="443"/>
                    </a:cubicBezTo>
                    <a:cubicBezTo>
                      <a:pt x="11168" y="443"/>
                      <a:pt x="11096" y="586"/>
                      <a:pt x="11025" y="728"/>
                    </a:cubicBezTo>
                    <a:cubicBezTo>
                      <a:pt x="10882" y="943"/>
                      <a:pt x="10668" y="1228"/>
                      <a:pt x="10382" y="1157"/>
                    </a:cubicBezTo>
                    <a:cubicBezTo>
                      <a:pt x="9882" y="943"/>
                      <a:pt x="9525" y="586"/>
                      <a:pt x="9097" y="371"/>
                    </a:cubicBezTo>
                    <a:cubicBezTo>
                      <a:pt x="8883" y="300"/>
                      <a:pt x="8669" y="300"/>
                      <a:pt x="8526" y="229"/>
                    </a:cubicBezTo>
                    <a:cubicBezTo>
                      <a:pt x="8240" y="157"/>
                      <a:pt x="8026" y="-57"/>
                      <a:pt x="7740" y="14"/>
                    </a:cubicBezTo>
                    <a:cubicBezTo>
                      <a:pt x="7312" y="14"/>
                      <a:pt x="6812" y="14"/>
                      <a:pt x="6384" y="14"/>
                    </a:cubicBezTo>
                    <a:cubicBezTo>
                      <a:pt x="6027" y="86"/>
                      <a:pt x="5670" y="371"/>
                      <a:pt x="5313" y="443"/>
                    </a:cubicBezTo>
                    <a:cubicBezTo>
                      <a:pt x="5027" y="514"/>
                      <a:pt x="4599" y="300"/>
                      <a:pt x="4313" y="300"/>
                    </a:cubicBezTo>
                    <a:cubicBezTo>
                      <a:pt x="3599" y="371"/>
                      <a:pt x="2885" y="871"/>
                      <a:pt x="2100" y="1014"/>
                    </a:cubicBezTo>
                    <a:cubicBezTo>
                      <a:pt x="1814" y="1085"/>
                      <a:pt x="1600" y="1014"/>
                      <a:pt x="1314" y="1014"/>
                    </a:cubicBezTo>
                    <a:cubicBezTo>
                      <a:pt x="957" y="1014"/>
                      <a:pt x="600" y="1228"/>
                      <a:pt x="457" y="1585"/>
                    </a:cubicBezTo>
                    <a:cubicBezTo>
                      <a:pt x="386" y="1799"/>
                      <a:pt x="172" y="1871"/>
                      <a:pt x="29" y="2014"/>
                    </a:cubicBezTo>
                    <a:cubicBezTo>
                      <a:pt x="-114" y="2299"/>
                      <a:pt x="315" y="2585"/>
                      <a:pt x="529" y="2656"/>
                    </a:cubicBezTo>
                    <a:cubicBezTo>
                      <a:pt x="600" y="2728"/>
                      <a:pt x="743" y="2728"/>
                      <a:pt x="814" y="2799"/>
                    </a:cubicBezTo>
                    <a:cubicBezTo>
                      <a:pt x="957" y="2799"/>
                      <a:pt x="957" y="3013"/>
                      <a:pt x="1029" y="3156"/>
                    </a:cubicBezTo>
                    <a:cubicBezTo>
                      <a:pt x="1029" y="3227"/>
                      <a:pt x="957" y="3370"/>
                      <a:pt x="1100" y="3370"/>
                    </a:cubicBezTo>
                    <a:cubicBezTo>
                      <a:pt x="1314" y="3442"/>
                      <a:pt x="1671" y="3370"/>
                      <a:pt x="1885" y="3299"/>
                    </a:cubicBezTo>
                    <a:cubicBezTo>
                      <a:pt x="1957" y="3299"/>
                      <a:pt x="2100" y="3227"/>
                      <a:pt x="2171" y="3156"/>
                    </a:cubicBezTo>
                    <a:cubicBezTo>
                      <a:pt x="2385" y="2942"/>
                      <a:pt x="2599" y="3013"/>
                      <a:pt x="2814" y="3085"/>
                    </a:cubicBezTo>
                    <a:cubicBezTo>
                      <a:pt x="3099" y="3085"/>
                      <a:pt x="3385" y="3156"/>
                      <a:pt x="3599" y="3442"/>
                    </a:cubicBezTo>
                    <a:cubicBezTo>
                      <a:pt x="3670" y="3513"/>
                      <a:pt x="3742" y="3584"/>
                      <a:pt x="3813" y="3584"/>
                    </a:cubicBezTo>
                    <a:cubicBezTo>
                      <a:pt x="4242" y="3799"/>
                      <a:pt x="4884" y="3584"/>
                      <a:pt x="5384" y="3370"/>
                    </a:cubicBezTo>
                    <a:cubicBezTo>
                      <a:pt x="5598" y="3299"/>
                      <a:pt x="5884" y="3370"/>
                      <a:pt x="6169" y="3370"/>
                    </a:cubicBezTo>
                    <a:cubicBezTo>
                      <a:pt x="7098" y="3299"/>
                      <a:pt x="8097" y="3156"/>
                      <a:pt x="9026" y="3299"/>
                    </a:cubicBezTo>
                    <a:cubicBezTo>
                      <a:pt x="9097" y="3299"/>
                      <a:pt x="9240" y="3227"/>
                      <a:pt x="9383" y="3227"/>
                    </a:cubicBezTo>
                    <a:cubicBezTo>
                      <a:pt x="9882" y="3442"/>
                      <a:pt x="10382" y="3227"/>
                      <a:pt x="10882" y="3299"/>
                    </a:cubicBezTo>
                    <a:cubicBezTo>
                      <a:pt x="11882" y="3370"/>
                      <a:pt x="11739" y="2870"/>
                      <a:pt x="12453" y="3870"/>
                    </a:cubicBezTo>
                    <a:cubicBezTo>
                      <a:pt x="12881" y="4298"/>
                      <a:pt x="13310" y="4584"/>
                      <a:pt x="14024" y="4441"/>
                    </a:cubicBezTo>
                    <a:cubicBezTo>
                      <a:pt x="14523" y="4441"/>
                      <a:pt x="14595" y="3727"/>
                      <a:pt x="14523" y="329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9"/>
              <p:cNvSpPr/>
              <p:nvPr/>
            </p:nvSpPr>
            <p:spPr>
              <a:xfrm>
                <a:off x="4301950" y="2307350"/>
                <a:ext cx="363675" cy="111975"/>
              </a:xfrm>
              <a:custGeom>
                <a:rect b="b" l="l" r="r" t="t"/>
                <a:pathLst>
                  <a:path extrusionOk="0" fill="none" h="4479" w="14547">
                    <a:moveTo>
                      <a:pt x="14523" y="3227"/>
                    </a:moveTo>
                    <a:cubicBezTo>
                      <a:pt x="14452" y="2442"/>
                      <a:pt x="13452" y="2371"/>
                      <a:pt x="13024" y="1799"/>
                    </a:cubicBezTo>
                    <a:cubicBezTo>
                      <a:pt x="12881" y="1585"/>
                      <a:pt x="12881" y="1371"/>
                      <a:pt x="12738" y="1157"/>
                    </a:cubicBezTo>
                    <a:cubicBezTo>
                      <a:pt x="12524" y="1014"/>
                      <a:pt x="12239" y="800"/>
                      <a:pt x="12024" y="657"/>
                    </a:cubicBezTo>
                    <a:cubicBezTo>
                      <a:pt x="11882" y="443"/>
                      <a:pt x="11596" y="300"/>
                      <a:pt x="11310" y="443"/>
                    </a:cubicBezTo>
                    <a:cubicBezTo>
                      <a:pt x="11168" y="443"/>
                      <a:pt x="11096" y="586"/>
                      <a:pt x="11025" y="728"/>
                    </a:cubicBezTo>
                    <a:cubicBezTo>
                      <a:pt x="10882" y="943"/>
                      <a:pt x="10668" y="1228"/>
                      <a:pt x="10382" y="1157"/>
                    </a:cubicBezTo>
                    <a:cubicBezTo>
                      <a:pt x="9882" y="943"/>
                      <a:pt x="9525" y="586"/>
                      <a:pt x="9097" y="371"/>
                    </a:cubicBezTo>
                    <a:cubicBezTo>
                      <a:pt x="8883" y="300"/>
                      <a:pt x="8669" y="300"/>
                      <a:pt x="8526" y="229"/>
                    </a:cubicBezTo>
                    <a:cubicBezTo>
                      <a:pt x="8240" y="157"/>
                      <a:pt x="8026" y="-57"/>
                      <a:pt x="7740" y="14"/>
                    </a:cubicBezTo>
                    <a:cubicBezTo>
                      <a:pt x="7312" y="14"/>
                      <a:pt x="6812" y="14"/>
                      <a:pt x="6384" y="14"/>
                    </a:cubicBezTo>
                    <a:cubicBezTo>
                      <a:pt x="6027" y="86"/>
                      <a:pt x="5670" y="371"/>
                      <a:pt x="5313" y="443"/>
                    </a:cubicBezTo>
                    <a:cubicBezTo>
                      <a:pt x="5027" y="514"/>
                      <a:pt x="4599" y="300"/>
                      <a:pt x="4313" y="300"/>
                    </a:cubicBezTo>
                    <a:cubicBezTo>
                      <a:pt x="3599" y="371"/>
                      <a:pt x="2885" y="871"/>
                      <a:pt x="2100" y="1014"/>
                    </a:cubicBezTo>
                    <a:cubicBezTo>
                      <a:pt x="1814" y="1085"/>
                      <a:pt x="1600" y="1014"/>
                      <a:pt x="1314" y="1014"/>
                    </a:cubicBezTo>
                    <a:cubicBezTo>
                      <a:pt x="957" y="1014"/>
                      <a:pt x="600" y="1228"/>
                      <a:pt x="457" y="1585"/>
                    </a:cubicBezTo>
                    <a:cubicBezTo>
                      <a:pt x="386" y="1799"/>
                      <a:pt x="172" y="1871"/>
                      <a:pt x="29" y="2014"/>
                    </a:cubicBezTo>
                    <a:cubicBezTo>
                      <a:pt x="-114" y="2299"/>
                      <a:pt x="315" y="2585"/>
                      <a:pt x="529" y="2656"/>
                    </a:cubicBezTo>
                    <a:cubicBezTo>
                      <a:pt x="600" y="2728"/>
                      <a:pt x="743" y="2728"/>
                      <a:pt x="814" y="2799"/>
                    </a:cubicBezTo>
                    <a:cubicBezTo>
                      <a:pt x="957" y="2799"/>
                      <a:pt x="957" y="3013"/>
                      <a:pt x="1029" y="3156"/>
                    </a:cubicBezTo>
                    <a:cubicBezTo>
                      <a:pt x="1029" y="3227"/>
                      <a:pt x="957" y="3370"/>
                      <a:pt x="1100" y="3370"/>
                    </a:cubicBezTo>
                    <a:cubicBezTo>
                      <a:pt x="1314" y="3442"/>
                      <a:pt x="1671" y="3370"/>
                      <a:pt x="1885" y="3299"/>
                    </a:cubicBezTo>
                    <a:cubicBezTo>
                      <a:pt x="1957" y="3299"/>
                      <a:pt x="2100" y="3227"/>
                      <a:pt x="2171" y="3156"/>
                    </a:cubicBezTo>
                    <a:cubicBezTo>
                      <a:pt x="2385" y="2942"/>
                      <a:pt x="2599" y="3013"/>
                      <a:pt x="2814" y="3085"/>
                    </a:cubicBezTo>
                    <a:cubicBezTo>
                      <a:pt x="3099" y="3085"/>
                      <a:pt x="3385" y="3156"/>
                      <a:pt x="3599" y="3442"/>
                    </a:cubicBezTo>
                    <a:cubicBezTo>
                      <a:pt x="3670" y="3513"/>
                      <a:pt x="3742" y="3584"/>
                      <a:pt x="3813" y="3584"/>
                    </a:cubicBezTo>
                    <a:cubicBezTo>
                      <a:pt x="4242" y="3799"/>
                      <a:pt x="4884" y="3584"/>
                      <a:pt x="5384" y="3370"/>
                    </a:cubicBezTo>
                    <a:cubicBezTo>
                      <a:pt x="5598" y="3299"/>
                      <a:pt x="5884" y="3370"/>
                      <a:pt x="6169" y="3370"/>
                    </a:cubicBezTo>
                    <a:cubicBezTo>
                      <a:pt x="7098" y="3299"/>
                      <a:pt x="8097" y="3156"/>
                      <a:pt x="9026" y="3299"/>
                    </a:cubicBezTo>
                    <a:cubicBezTo>
                      <a:pt x="9097" y="3299"/>
                      <a:pt x="9240" y="3227"/>
                      <a:pt x="9383" y="3227"/>
                    </a:cubicBezTo>
                    <a:cubicBezTo>
                      <a:pt x="9882" y="3442"/>
                      <a:pt x="10382" y="3227"/>
                      <a:pt x="10882" y="3299"/>
                    </a:cubicBezTo>
                    <a:cubicBezTo>
                      <a:pt x="11882" y="3370"/>
                      <a:pt x="11739" y="2870"/>
                      <a:pt x="12453" y="3870"/>
                    </a:cubicBezTo>
                    <a:cubicBezTo>
                      <a:pt x="12881" y="4298"/>
                      <a:pt x="13310" y="4584"/>
                      <a:pt x="14024" y="4441"/>
                    </a:cubicBezTo>
                    <a:cubicBezTo>
                      <a:pt x="14523" y="4441"/>
                      <a:pt x="14595" y="3727"/>
                      <a:pt x="14523" y="329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9"/>
              <p:cNvSpPr/>
              <p:nvPr/>
            </p:nvSpPr>
            <p:spPr>
              <a:xfrm>
                <a:off x="3955950" y="3714300"/>
                <a:ext cx="966300" cy="458775"/>
              </a:xfrm>
              <a:custGeom>
                <a:rect b="b" l="l" r="r" t="t"/>
                <a:pathLst>
                  <a:path extrusionOk="0" h="18351" w="38652">
                    <a:moveTo>
                      <a:pt x="17153" y="1357"/>
                    </a:moveTo>
                    <a:cubicBezTo>
                      <a:pt x="17082" y="1429"/>
                      <a:pt x="17082" y="1429"/>
                      <a:pt x="17082" y="1429"/>
                    </a:cubicBezTo>
                    <a:cubicBezTo>
                      <a:pt x="17011" y="1500"/>
                      <a:pt x="17011" y="1500"/>
                      <a:pt x="17011" y="1500"/>
                    </a:cubicBezTo>
                    <a:cubicBezTo>
                      <a:pt x="17082" y="1714"/>
                      <a:pt x="17082" y="1714"/>
                      <a:pt x="17082" y="1714"/>
                    </a:cubicBezTo>
                    <a:lnTo>
                      <a:pt x="17225" y="1786"/>
                    </a:lnTo>
                    <a:cubicBezTo>
                      <a:pt x="17368" y="1714"/>
                      <a:pt x="17368" y="1714"/>
                      <a:pt x="17368" y="1714"/>
                    </a:cubicBezTo>
                    <a:cubicBezTo>
                      <a:pt x="17439" y="1643"/>
                      <a:pt x="17439" y="1643"/>
                      <a:pt x="17439" y="1643"/>
                    </a:cubicBezTo>
                    <a:cubicBezTo>
                      <a:pt x="17439" y="1500"/>
                      <a:pt x="17439" y="1500"/>
                      <a:pt x="17439" y="1500"/>
                    </a:cubicBezTo>
                    <a:cubicBezTo>
                      <a:pt x="17368" y="1357"/>
                      <a:pt x="17368" y="1357"/>
                      <a:pt x="17368" y="1357"/>
                    </a:cubicBezTo>
                    <a:close/>
                    <a:moveTo>
                      <a:pt x="5801" y="1857"/>
                    </a:moveTo>
                    <a:cubicBezTo>
                      <a:pt x="5729" y="1928"/>
                      <a:pt x="5729" y="1928"/>
                      <a:pt x="5729" y="1928"/>
                    </a:cubicBezTo>
                    <a:lnTo>
                      <a:pt x="5801" y="1928"/>
                    </a:lnTo>
                    <a:cubicBezTo>
                      <a:pt x="5801" y="1857"/>
                      <a:pt x="5801" y="1857"/>
                      <a:pt x="5801" y="1857"/>
                    </a:cubicBezTo>
                    <a:close/>
                    <a:moveTo>
                      <a:pt x="5586" y="1857"/>
                    </a:moveTo>
                    <a:cubicBezTo>
                      <a:pt x="5586" y="1928"/>
                      <a:pt x="5586" y="1928"/>
                      <a:pt x="5586" y="1928"/>
                    </a:cubicBezTo>
                    <a:lnTo>
                      <a:pt x="5586" y="2000"/>
                    </a:lnTo>
                    <a:lnTo>
                      <a:pt x="5729" y="2000"/>
                    </a:lnTo>
                    <a:cubicBezTo>
                      <a:pt x="5729" y="1928"/>
                      <a:pt x="5729" y="1928"/>
                      <a:pt x="5729" y="1928"/>
                    </a:cubicBezTo>
                    <a:cubicBezTo>
                      <a:pt x="5658" y="1857"/>
                      <a:pt x="5658" y="1857"/>
                      <a:pt x="5658" y="1857"/>
                    </a:cubicBezTo>
                    <a:close/>
                    <a:moveTo>
                      <a:pt x="26633" y="1019"/>
                    </a:moveTo>
                    <a:cubicBezTo>
                      <a:pt x="26341" y="1019"/>
                      <a:pt x="26037" y="1113"/>
                      <a:pt x="25864" y="1286"/>
                    </a:cubicBezTo>
                    <a:cubicBezTo>
                      <a:pt x="25650" y="1500"/>
                      <a:pt x="25293" y="1643"/>
                      <a:pt x="25365" y="2000"/>
                    </a:cubicBezTo>
                    <a:cubicBezTo>
                      <a:pt x="25365" y="2071"/>
                      <a:pt x="25436" y="2143"/>
                      <a:pt x="25579" y="2143"/>
                    </a:cubicBezTo>
                    <a:cubicBezTo>
                      <a:pt x="25864" y="2143"/>
                      <a:pt x="26079" y="2000"/>
                      <a:pt x="26293" y="2000"/>
                    </a:cubicBezTo>
                    <a:cubicBezTo>
                      <a:pt x="26485" y="2027"/>
                      <a:pt x="26676" y="2065"/>
                      <a:pt x="26840" y="2065"/>
                    </a:cubicBezTo>
                    <a:cubicBezTo>
                      <a:pt x="27103" y="2065"/>
                      <a:pt x="27292" y="1967"/>
                      <a:pt x="27292" y="1571"/>
                    </a:cubicBezTo>
                    <a:cubicBezTo>
                      <a:pt x="27292" y="1500"/>
                      <a:pt x="27292" y="1357"/>
                      <a:pt x="27364" y="1286"/>
                    </a:cubicBezTo>
                    <a:cubicBezTo>
                      <a:pt x="27435" y="1214"/>
                      <a:pt x="27364" y="1143"/>
                      <a:pt x="27221" y="1143"/>
                    </a:cubicBezTo>
                    <a:lnTo>
                      <a:pt x="27150" y="1143"/>
                    </a:lnTo>
                    <a:cubicBezTo>
                      <a:pt x="27009" y="1059"/>
                      <a:pt x="26824" y="1019"/>
                      <a:pt x="26633" y="1019"/>
                    </a:cubicBezTo>
                    <a:close/>
                    <a:moveTo>
                      <a:pt x="34433" y="358"/>
                    </a:moveTo>
                    <a:cubicBezTo>
                      <a:pt x="34218" y="429"/>
                      <a:pt x="33790" y="929"/>
                      <a:pt x="33933" y="1143"/>
                    </a:cubicBezTo>
                    <a:cubicBezTo>
                      <a:pt x="33957" y="1167"/>
                      <a:pt x="33989" y="1177"/>
                      <a:pt x="34028" y="1177"/>
                    </a:cubicBezTo>
                    <a:cubicBezTo>
                      <a:pt x="34194" y="1177"/>
                      <a:pt x="34469" y="991"/>
                      <a:pt x="34654" y="991"/>
                    </a:cubicBezTo>
                    <a:cubicBezTo>
                      <a:pt x="34677" y="991"/>
                      <a:pt x="34698" y="994"/>
                      <a:pt x="34718" y="1000"/>
                    </a:cubicBezTo>
                    <a:cubicBezTo>
                      <a:pt x="34504" y="1286"/>
                      <a:pt x="34076" y="1286"/>
                      <a:pt x="33933" y="1571"/>
                    </a:cubicBezTo>
                    <a:cubicBezTo>
                      <a:pt x="33790" y="1786"/>
                      <a:pt x="33433" y="2071"/>
                      <a:pt x="33576" y="2286"/>
                    </a:cubicBezTo>
                    <a:lnTo>
                      <a:pt x="33576" y="2357"/>
                    </a:lnTo>
                    <a:cubicBezTo>
                      <a:pt x="33647" y="2428"/>
                      <a:pt x="33861" y="2428"/>
                      <a:pt x="34076" y="2428"/>
                    </a:cubicBezTo>
                    <a:cubicBezTo>
                      <a:pt x="34218" y="2428"/>
                      <a:pt x="34361" y="2286"/>
                      <a:pt x="34504" y="2286"/>
                    </a:cubicBezTo>
                    <a:cubicBezTo>
                      <a:pt x="34599" y="2286"/>
                      <a:pt x="34694" y="2317"/>
                      <a:pt x="34790" y="2317"/>
                    </a:cubicBezTo>
                    <a:cubicBezTo>
                      <a:pt x="34837" y="2317"/>
                      <a:pt x="34885" y="2309"/>
                      <a:pt x="34932" y="2286"/>
                    </a:cubicBezTo>
                    <a:cubicBezTo>
                      <a:pt x="35218" y="2286"/>
                      <a:pt x="35361" y="2143"/>
                      <a:pt x="35646" y="2143"/>
                    </a:cubicBezTo>
                    <a:cubicBezTo>
                      <a:pt x="35861" y="2143"/>
                      <a:pt x="36146" y="2143"/>
                      <a:pt x="36360" y="2071"/>
                    </a:cubicBezTo>
                    <a:cubicBezTo>
                      <a:pt x="37003" y="1928"/>
                      <a:pt x="37789" y="2000"/>
                      <a:pt x="38431" y="1714"/>
                    </a:cubicBezTo>
                    <a:cubicBezTo>
                      <a:pt x="38697" y="1316"/>
                      <a:pt x="38530" y="486"/>
                      <a:pt x="37989" y="486"/>
                    </a:cubicBezTo>
                    <a:cubicBezTo>
                      <a:pt x="37948" y="486"/>
                      <a:pt x="37905" y="490"/>
                      <a:pt x="37860" y="500"/>
                    </a:cubicBezTo>
                    <a:cubicBezTo>
                      <a:pt x="37503" y="500"/>
                      <a:pt x="37217" y="500"/>
                      <a:pt x="36860" y="572"/>
                    </a:cubicBezTo>
                    <a:cubicBezTo>
                      <a:pt x="36575" y="572"/>
                      <a:pt x="36360" y="500"/>
                      <a:pt x="36075" y="500"/>
                    </a:cubicBezTo>
                    <a:cubicBezTo>
                      <a:pt x="35789" y="500"/>
                      <a:pt x="35575" y="572"/>
                      <a:pt x="35361" y="715"/>
                    </a:cubicBezTo>
                    <a:lnTo>
                      <a:pt x="35218" y="715"/>
                    </a:lnTo>
                    <a:cubicBezTo>
                      <a:pt x="35075" y="643"/>
                      <a:pt x="35004" y="429"/>
                      <a:pt x="34861" y="358"/>
                    </a:cubicBezTo>
                    <a:close/>
                    <a:moveTo>
                      <a:pt x="2088" y="2000"/>
                    </a:moveTo>
                    <a:cubicBezTo>
                      <a:pt x="2016" y="2000"/>
                      <a:pt x="2088" y="2143"/>
                      <a:pt x="2088" y="2143"/>
                    </a:cubicBezTo>
                    <a:cubicBezTo>
                      <a:pt x="2030" y="2200"/>
                      <a:pt x="2065" y="2488"/>
                      <a:pt x="2155" y="2488"/>
                    </a:cubicBezTo>
                    <a:cubicBezTo>
                      <a:pt x="2177" y="2488"/>
                      <a:pt x="2202" y="2470"/>
                      <a:pt x="2230" y="2428"/>
                    </a:cubicBezTo>
                    <a:cubicBezTo>
                      <a:pt x="2230" y="2357"/>
                      <a:pt x="2230" y="2286"/>
                      <a:pt x="2302" y="2286"/>
                    </a:cubicBezTo>
                    <a:cubicBezTo>
                      <a:pt x="2302" y="2275"/>
                      <a:pt x="2303" y="2271"/>
                      <a:pt x="2306" y="2271"/>
                    </a:cubicBezTo>
                    <a:cubicBezTo>
                      <a:pt x="2319" y="2271"/>
                      <a:pt x="2356" y="2372"/>
                      <a:pt x="2369" y="2372"/>
                    </a:cubicBezTo>
                    <a:cubicBezTo>
                      <a:pt x="2372" y="2372"/>
                      <a:pt x="2373" y="2367"/>
                      <a:pt x="2373" y="2357"/>
                    </a:cubicBezTo>
                    <a:cubicBezTo>
                      <a:pt x="2445" y="2286"/>
                      <a:pt x="2516" y="2143"/>
                      <a:pt x="2373" y="2071"/>
                    </a:cubicBezTo>
                    <a:cubicBezTo>
                      <a:pt x="2302" y="2071"/>
                      <a:pt x="2230" y="2143"/>
                      <a:pt x="2159" y="2143"/>
                    </a:cubicBezTo>
                    <a:cubicBezTo>
                      <a:pt x="2159" y="2143"/>
                      <a:pt x="2088" y="2000"/>
                      <a:pt x="2088" y="2000"/>
                    </a:cubicBezTo>
                    <a:close/>
                    <a:moveTo>
                      <a:pt x="21223" y="2214"/>
                    </a:moveTo>
                    <a:cubicBezTo>
                      <a:pt x="21152" y="2357"/>
                      <a:pt x="21152" y="2357"/>
                      <a:pt x="21152" y="2357"/>
                    </a:cubicBezTo>
                    <a:cubicBezTo>
                      <a:pt x="21223" y="2571"/>
                      <a:pt x="21223" y="2571"/>
                      <a:pt x="21223" y="2571"/>
                    </a:cubicBezTo>
                    <a:lnTo>
                      <a:pt x="21366" y="2643"/>
                    </a:lnTo>
                    <a:cubicBezTo>
                      <a:pt x="21580" y="2571"/>
                      <a:pt x="21580" y="2571"/>
                      <a:pt x="21580" y="2571"/>
                    </a:cubicBezTo>
                    <a:cubicBezTo>
                      <a:pt x="21652" y="2428"/>
                      <a:pt x="21652" y="2428"/>
                      <a:pt x="21652" y="2428"/>
                    </a:cubicBezTo>
                    <a:cubicBezTo>
                      <a:pt x="21580" y="2286"/>
                      <a:pt x="21580" y="2286"/>
                      <a:pt x="21580" y="2286"/>
                    </a:cubicBezTo>
                    <a:lnTo>
                      <a:pt x="21437" y="2286"/>
                    </a:lnTo>
                    <a:cubicBezTo>
                      <a:pt x="21223" y="2214"/>
                      <a:pt x="21223" y="2214"/>
                      <a:pt x="21223" y="2214"/>
                    </a:cubicBezTo>
                    <a:close/>
                    <a:moveTo>
                      <a:pt x="4872" y="2571"/>
                    </a:moveTo>
                    <a:cubicBezTo>
                      <a:pt x="4801" y="2643"/>
                      <a:pt x="4801" y="2643"/>
                      <a:pt x="4801" y="2643"/>
                    </a:cubicBezTo>
                    <a:cubicBezTo>
                      <a:pt x="4801" y="2714"/>
                      <a:pt x="4801" y="2714"/>
                      <a:pt x="4801" y="2714"/>
                    </a:cubicBezTo>
                    <a:lnTo>
                      <a:pt x="4872" y="2714"/>
                    </a:lnTo>
                    <a:cubicBezTo>
                      <a:pt x="4944" y="2643"/>
                      <a:pt x="4944" y="2643"/>
                      <a:pt x="4944" y="2643"/>
                    </a:cubicBezTo>
                    <a:cubicBezTo>
                      <a:pt x="4872" y="2571"/>
                      <a:pt x="4872" y="2571"/>
                      <a:pt x="4872" y="2571"/>
                    </a:cubicBezTo>
                    <a:close/>
                    <a:moveTo>
                      <a:pt x="33152" y="668"/>
                    </a:moveTo>
                    <a:cubicBezTo>
                      <a:pt x="33013" y="668"/>
                      <a:pt x="32917" y="819"/>
                      <a:pt x="32862" y="929"/>
                    </a:cubicBezTo>
                    <a:cubicBezTo>
                      <a:pt x="32648" y="1143"/>
                      <a:pt x="32505" y="1357"/>
                      <a:pt x="32362" y="1571"/>
                    </a:cubicBezTo>
                    <a:cubicBezTo>
                      <a:pt x="32201" y="1733"/>
                      <a:pt x="32130" y="1871"/>
                      <a:pt x="32061" y="1871"/>
                    </a:cubicBezTo>
                    <a:cubicBezTo>
                      <a:pt x="32008" y="1871"/>
                      <a:pt x="31955" y="1789"/>
                      <a:pt x="31862" y="1571"/>
                    </a:cubicBezTo>
                    <a:cubicBezTo>
                      <a:pt x="31810" y="1493"/>
                      <a:pt x="31748" y="1462"/>
                      <a:pt x="31683" y="1462"/>
                    </a:cubicBezTo>
                    <a:cubicBezTo>
                      <a:pt x="31572" y="1462"/>
                      <a:pt x="31453" y="1553"/>
                      <a:pt x="31362" y="1643"/>
                    </a:cubicBezTo>
                    <a:cubicBezTo>
                      <a:pt x="31148" y="1714"/>
                      <a:pt x="31005" y="2143"/>
                      <a:pt x="30934" y="2286"/>
                    </a:cubicBezTo>
                    <a:lnTo>
                      <a:pt x="30863" y="2286"/>
                    </a:lnTo>
                    <a:cubicBezTo>
                      <a:pt x="30821" y="2369"/>
                      <a:pt x="30877" y="2404"/>
                      <a:pt x="30945" y="2404"/>
                    </a:cubicBezTo>
                    <a:cubicBezTo>
                      <a:pt x="30993" y="2404"/>
                      <a:pt x="31047" y="2386"/>
                      <a:pt x="31077" y="2357"/>
                    </a:cubicBezTo>
                    <a:cubicBezTo>
                      <a:pt x="31195" y="2298"/>
                      <a:pt x="31289" y="2263"/>
                      <a:pt x="31368" y="2263"/>
                    </a:cubicBezTo>
                    <a:cubicBezTo>
                      <a:pt x="31481" y="2263"/>
                      <a:pt x="31564" y="2332"/>
                      <a:pt x="31648" y="2500"/>
                    </a:cubicBezTo>
                    <a:cubicBezTo>
                      <a:pt x="31791" y="2643"/>
                      <a:pt x="31719" y="2857"/>
                      <a:pt x="31791" y="2928"/>
                    </a:cubicBezTo>
                    <a:cubicBezTo>
                      <a:pt x="31862" y="3000"/>
                      <a:pt x="31951" y="3017"/>
                      <a:pt x="32032" y="3017"/>
                    </a:cubicBezTo>
                    <a:cubicBezTo>
                      <a:pt x="32112" y="3017"/>
                      <a:pt x="32183" y="3000"/>
                      <a:pt x="32219" y="3000"/>
                    </a:cubicBezTo>
                    <a:cubicBezTo>
                      <a:pt x="32648" y="2857"/>
                      <a:pt x="32648" y="2357"/>
                      <a:pt x="32862" y="2071"/>
                    </a:cubicBezTo>
                    <a:cubicBezTo>
                      <a:pt x="32933" y="1857"/>
                      <a:pt x="33147" y="1714"/>
                      <a:pt x="33290" y="1571"/>
                    </a:cubicBezTo>
                    <a:cubicBezTo>
                      <a:pt x="33362" y="1429"/>
                      <a:pt x="33290" y="1286"/>
                      <a:pt x="33290" y="1143"/>
                    </a:cubicBezTo>
                    <a:cubicBezTo>
                      <a:pt x="33362" y="1000"/>
                      <a:pt x="33433" y="857"/>
                      <a:pt x="33290" y="715"/>
                    </a:cubicBezTo>
                    <a:cubicBezTo>
                      <a:pt x="33240" y="681"/>
                      <a:pt x="33194" y="668"/>
                      <a:pt x="33152" y="668"/>
                    </a:cubicBezTo>
                    <a:close/>
                    <a:moveTo>
                      <a:pt x="30266" y="655"/>
                    </a:moveTo>
                    <a:cubicBezTo>
                      <a:pt x="30036" y="655"/>
                      <a:pt x="29807" y="943"/>
                      <a:pt x="29577" y="1000"/>
                    </a:cubicBezTo>
                    <a:cubicBezTo>
                      <a:pt x="29562" y="1015"/>
                      <a:pt x="29544" y="1021"/>
                      <a:pt x="29523" y="1021"/>
                    </a:cubicBezTo>
                    <a:cubicBezTo>
                      <a:pt x="29466" y="1021"/>
                      <a:pt x="29391" y="980"/>
                      <a:pt x="29310" y="980"/>
                    </a:cubicBezTo>
                    <a:cubicBezTo>
                      <a:pt x="29281" y="980"/>
                      <a:pt x="29250" y="985"/>
                      <a:pt x="29220" y="1000"/>
                    </a:cubicBezTo>
                    <a:cubicBezTo>
                      <a:pt x="29149" y="1000"/>
                      <a:pt x="29220" y="1143"/>
                      <a:pt x="29149" y="1286"/>
                    </a:cubicBezTo>
                    <a:cubicBezTo>
                      <a:pt x="29149" y="1357"/>
                      <a:pt x="29006" y="1429"/>
                      <a:pt x="28935" y="1500"/>
                    </a:cubicBezTo>
                    <a:cubicBezTo>
                      <a:pt x="28935" y="1500"/>
                      <a:pt x="28935" y="1643"/>
                      <a:pt x="28935" y="1714"/>
                    </a:cubicBezTo>
                    <a:cubicBezTo>
                      <a:pt x="28935" y="1786"/>
                      <a:pt x="28863" y="1857"/>
                      <a:pt x="28792" y="1857"/>
                    </a:cubicBezTo>
                    <a:cubicBezTo>
                      <a:pt x="28578" y="1857"/>
                      <a:pt x="28435" y="1714"/>
                      <a:pt x="28506" y="1500"/>
                    </a:cubicBezTo>
                    <a:cubicBezTo>
                      <a:pt x="28578" y="1357"/>
                      <a:pt x="28792" y="1143"/>
                      <a:pt x="28506" y="1072"/>
                    </a:cubicBezTo>
                    <a:cubicBezTo>
                      <a:pt x="28479" y="1058"/>
                      <a:pt x="28452" y="1052"/>
                      <a:pt x="28424" y="1052"/>
                    </a:cubicBezTo>
                    <a:cubicBezTo>
                      <a:pt x="28309" y="1052"/>
                      <a:pt x="28193" y="1157"/>
                      <a:pt x="28078" y="1214"/>
                    </a:cubicBezTo>
                    <a:cubicBezTo>
                      <a:pt x="27935" y="1214"/>
                      <a:pt x="27578" y="1214"/>
                      <a:pt x="27578" y="1429"/>
                    </a:cubicBezTo>
                    <a:cubicBezTo>
                      <a:pt x="27649" y="1500"/>
                      <a:pt x="27792" y="1500"/>
                      <a:pt x="27935" y="1500"/>
                    </a:cubicBezTo>
                    <a:cubicBezTo>
                      <a:pt x="28078" y="1571"/>
                      <a:pt x="28221" y="1714"/>
                      <a:pt x="28078" y="1786"/>
                    </a:cubicBezTo>
                    <a:lnTo>
                      <a:pt x="28078" y="1857"/>
                    </a:lnTo>
                    <a:cubicBezTo>
                      <a:pt x="27864" y="2000"/>
                      <a:pt x="27507" y="2071"/>
                      <a:pt x="27292" y="2214"/>
                    </a:cubicBezTo>
                    <a:cubicBezTo>
                      <a:pt x="27078" y="2428"/>
                      <a:pt x="26578" y="2643"/>
                      <a:pt x="26650" y="2928"/>
                    </a:cubicBezTo>
                    <a:cubicBezTo>
                      <a:pt x="26692" y="3012"/>
                      <a:pt x="26782" y="3046"/>
                      <a:pt x="26879" y="3046"/>
                    </a:cubicBezTo>
                    <a:cubicBezTo>
                      <a:pt x="26948" y="3046"/>
                      <a:pt x="27019" y="3029"/>
                      <a:pt x="27078" y="3000"/>
                    </a:cubicBezTo>
                    <a:cubicBezTo>
                      <a:pt x="27110" y="2992"/>
                      <a:pt x="27141" y="2988"/>
                      <a:pt x="27171" y="2988"/>
                    </a:cubicBezTo>
                    <a:cubicBezTo>
                      <a:pt x="27411" y="2988"/>
                      <a:pt x="27602" y="3214"/>
                      <a:pt x="27792" y="3214"/>
                    </a:cubicBezTo>
                    <a:cubicBezTo>
                      <a:pt x="27935" y="3214"/>
                      <a:pt x="28078" y="3071"/>
                      <a:pt x="28149" y="3000"/>
                    </a:cubicBezTo>
                    <a:cubicBezTo>
                      <a:pt x="28203" y="2964"/>
                      <a:pt x="28252" y="2950"/>
                      <a:pt x="28298" y="2950"/>
                    </a:cubicBezTo>
                    <a:cubicBezTo>
                      <a:pt x="28435" y="2950"/>
                      <a:pt x="28542" y="3071"/>
                      <a:pt x="28649" y="3071"/>
                    </a:cubicBezTo>
                    <a:cubicBezTo>
                      <a:pt x="28668" y="3090"/>
                      <a:pt x="28692" y="3099"/>
                      <a:pt x="28719" y="3099"/>
                    </a:cubicBezTo>
                    <a:cubicBezTo>
                      <a:pt x="28792" y="3099"/>
                      <a:pt x="28882" y="3033"/>
                      <a:pt x="28935" y="2928"/>
                    </a:cubicBezTo>
                    <a:cubicBezTo>
                      <a:pt x="28935" y="2857"/>
                      <a:pt x="28863" y="2785"/>
                      <a:pt x="28863" y="2714"/>
                    </a:cubicBezTo>
                    <a:cubicBezTo>
                      <a:pt x="28792" y="2571"/>
                      <a:pt x="28863" y="2500"/>
                      <a:pt x="28935" y="2357"/>
                    </a:cubicBezTo>
                    <a:cubicBezTo>
                      <a:pt x="29077" y="2286"/>
                      <a:pt x="29149" y="2214"/>
                      <a:pt x="29220" y="2214"/>
                    </a:cubicBezTo>
                    <a:cubicBezTo>
                      <a:pt x="29253" y="2198"/>
                      <a:pt x="29285" y="2193"/>
                      <a:pt x="29317" y="2193"/>
                    </a:cubicBezTo>
                    <a:cubicBezTo>
                      <a:pt x="29375" y="2193"/>
                      <a:pt x="29433" y="2209"/>
                      <a:pt x="29490" y="2209"/>
                    </a:cubicBezTo>
                    <a:cubicBezTo>
                      <a:pt x="29543" y="2209"/>
                      <a:pt x="29596" y="2195"/>
                      <a:pt x="29649" y="2143"/>
                    </a:cubicBezTo>
                    <a:cubicBezTo>
                      <a:pt x="29934" y="1857"/>
                      <a:pt x="30006" y="1286"/>
                      <a:pt x="30506" y="1286"/>
                    </a:cubicBezTo>
                    <a:cubicBezTo>
                      <a:pt x="30720" y="1286"/>
                      <a:pt x="31005" y="1286"/>
                      <a:pt x="31077" y="1072"/>
                    </a:cubicBezTo>
                    <a:cubicBezTo>
                      <a:pt x="31077" y="1072"/>
                      <a:pt x="31077" y="1000"/>
                      <a:pt x="31005" y="1000"/>
                    </a:cubicBezTo>
                    <a:cubicBezTo>
                      <a:pt x="30863" y="857"/>
                      <a:pt x="30577" y="857"/>
                      <a:pt x="30434" y="715"/>
                    </a:cubicBezTo>
                    <a:cubicBezTo>
                      <a:pt x="30378" y="673"/>
                      <a:pt x="30322" y="655"/>
                      <a:pt x="30266" y="655"/>
                    </a:cubicBezTo>
                    <a:close/>
                    <a:moveTo>
                      <a:pt x="26079" y="2214"/>
                    </a:moveTo>
                    <a:cubicBezTo>
                      <a:pt x="26007" y="2286"/>
                      <a:pt x="25864" y="2286"/>
                      <a:pt x="25793" y="2286"/>
                    </a:cubicBezTo>
                    <a:cubicBezTo>
                      <a:pt x="25722" y="2286"/>
                      <a:pt x="25579" y="2357"/>
                      <a:pt x="25436" y="2357"/>
                    </a:cubicBezTo>
                    <a:cubicBezTo>
                      <a:pt x="25365" y="2357"/>
                      <a:pt x="25311" y="2339"/>
                      <a:pt x="25266" y="2339"/>
                    </a:cubicBezTo>
                    <a:cubicBezTo>
                      <a:pt x="25222" y="2339"/>
                      <a:pt x="25186" y="2357"/>
                      <a:pt x="25150" y="2428"/>
                    </a:cubicBezTo>
                    <a:cubicBezTo>
                      <a:pt x="25008" y="2500"/>
                      <a:pt x="24651" y="2714"/>
                      <a:pt x="24651" y="2857"/>
                    </a:cubicBezTo>
                    <a:cubicBezTo>
                      <a:pt x="24579" y="2928"/>
                      <a:pt x="24508" y="3142"/>
                      <a:pt x="24508" y="3142"/>
                    </a:cubicBezTo>
                    <a:cubicBezTo>
                      <a:pt x="24508" y="3214"/>
                      <a:pt x="24579" y="3285"/>
                      <a:pt x="24579" y="3357"/>
                    </a:cubicBezTo>
                    <a:cubicBezTo>
                      <a:pt x="24599" y="3366"/>
                      <a:pt x="24620" y="3371"/>
                      <a:pt x="24643" y="3371"/>
                    </a:cubicBezTo>
                    <a:cubicBezTo>
                      <a:pt x="24779" y="3371"/>
                      <a:pt x="24946" y="3204"/>
                      <a:pt x="25008" y="3142"/>
                    </a:cubicBezTo>
                    <a:cubicBezTo>
                      <a:pt x="25079" y="3000"/>
                      <a:pt x="25150" y="2785"/>
                      <a:pt x="25293" y="2714"/>
                    </a:cubicBezTo>
                    <a:cubicBezTo>
                      <a:pt x="25436" y="2643"/>
                      <a:pt x="25507" y="2643"/>
                      <a:pt x="25650" y="2571"/>
                    </a:cubicBezTo>
                    <a:cubicBezTo>
                      <a:pt x="25722" y="2571"/>
                      <a:pt x="25817" y="2579"/>
                      <a:pt x="25915" y="2579"/>
                    </a:cubicBezTo>
                    <a:cubicBezTo>
                      <a:pt x="26110" y="2579"/>
                      <a:pt x="26317" y="2547"/>
                      <a:pt x="26364" y="2357"/>
                    </a:cubicBezTo>
                    <a:cubicBezTo>
                      <a:pt x="26364" y="2214"/>
                      <a:pt x="26221" y="2214"/>
                      <a:pt x="26150" y="2214"/>
                    </a:cubicBezTo>
                    <a:close/>
                    <a:moveTo>
                      <a:pt x="4015" y="3499"/>
                    </a:moveTo>
                    <a:lnTo>
                      <a:pt x="3944" y="3571"/>
                    </a:lnTo>
                    <a:cubicBezTo>
                      <a:pt x="3801" y="3642"/>
                      <a:pt x="3801" y="3642"/>
                      <a:pt x="3801" y="3642"/>
                    </a:cubicBezTo>
                    <a:lnTo>
                      <a:pt x="3730" y="3642"/>
                    </a:lnTo>
                    <a:cubicBezTo>
                      <a:pt x="3730" y="3714"/>
                      <a:pt x="3730" y="3714"/>
                      <a:pt x="3730" y="3714"/>
                    </a:cubicBezTo>
                    <a:lnTo>
                      <a:pt x="3801" y="3714"/>
                    </a:lnTo>
                    <a:cubicBezTo>
                      <a:pt x="3801" y="3785"/>
                      <a:pt x="3801" y="3785"/>
                      <a:pt x="3801" y="3785"/>
                    </a:cubicBezTo>
                    <a:cubicBezTo>
                      <a:pt x="3873" y="3856"/>
                      <a:pt x="3873" y="3856"/>
                      <a:pt x="3873" y="3856"/>
                    </a:cubicBezTo>
                    <a:cubicBezTo>
                      <a:pt x="3873" y="3714"/>
                      <a:pt x="3873" y="3714"/>
                      <a:pt x="3873" y="3714"/>
                    </a:cubicBezTo>
                    <a:cubicBezTo>
                      <a:pt x="3944" y="3642"/>
                      <a:pt x="3944" y="3642"/>
                      <a:pt x="3944" y="3642"/>
                    </a:cubicBezTo>
                    <a:lnTo>
                      <a:pt x="4087" y="3642"/>
                    </a:lnTo>
                    <a:cubicBezTo>
                      <a:pt x="4158" y="3571"/>
                      <a:pt x="4158" y="3571"/>
                      <a:pt x="4158" y="3571"/>
                    </a:cubicBezTo>
                    <a:cubicBezTo>
                      <a:pt x="4158" y="3499"/>
                      <a:pt x="4158" y="3499"/>
                      <a:pt x="4158" y="3499"/>
                    </a:cubicBezTo>
                    <a:close/>
                    <a:moveTo>
                      <a:pt x="3118" y="2185"/>
                    </a:moveTo>
                    <a:cubicBezTo>
                      <a:pt x="3090" y="2185"/>
                      <a:pt x="3057" y="2194"/>
                      <a:pt x="3016" y="2214"/>
                    </a:cubicBezTo>
                    <a:cubicBezTo>
                      <a:pt x="2944" y="2286"/>
                      <a:pt x="2944" y="2357"/>
                      <a:pt x="2944" y="2500"/>
                    </a:cubicBezTo>
                    <a:cubicBezTo>
                      <a:pt x="2944" y="2643"/>
                      <a:pt x="3016" y="2785"/>
                      <a:pt x="2944" y="2928"/>
                    </a:cubicBezTo>
                    <a:cubicBezTo>
                      <a:pt x="2873" y="3000"/>
                      <a:pt x="2730" y="3000"/>
                      <a:pt x="2730" y="3142"/>
                    </a:cubicBezTo>
                    <a:cubicBezTo>
                      <a:pt x="2659" y="3428"/>
                      <a:pt x="2802" y="3499"/>
                      <a:pt x="2802" y="3714"/>
                    </a:cubicBezTo>
                    <a:cubicBezTo>
                      <a:pt x="2802" y="3856"/>
                      <a:pt x="2587" y="4071"/>
                      <a:pt x="2730" y="4213"/>
                    </a:cubicBezTo>
                    <a:lnTo>
                      <a:pt x="2730" y="4142"/>
                    </a:lnTo>
                    <a:cubicBezTo>
                      <a:pt x="2802" y="4142"/>
                      <a:pt x="3087" y="4213"/>
                      <a:pt x="3159" y="4213"/>
                    </a:cubicBezTo>
                    <a:cubicBezTo>
                      <a:pt x="3230" y="4142"/>
                      <a:pt x="3087" y="3928"/>
                      <a:pt x="3159" y="3856"/>
                    </a:cubicBezTo>
                    <a:cubicBezTo>
                      <a:pt x="3087" y="3642"/>
                      <a:pt x="3301" y="3642"/>
                      <a:pt x="3373" y="3428"/>
                    </a:cubicBezTo>
                    <a:cubicBezTo>
                      <a:pt x="3444" y="3357"/>
                      <a:pt x="3301" y="3357"/>
                      <a:pt x="3301" y="3285"/>
                    </a:cubicBezTo>
                    <a:cubicBezTo>
                      <a:pt x="3301" y="3285"/>
                      <a:pt x="3373" y="3214"/>
                      <a:pt x="3444" y="3142"/>
                    </a:cubicBezTo>
                    <a:cubicBezTo>
                      <a:pt x="3465" y="3132"/>
                      <a:pt x="3486" y="3128"/>
                      <a:pt x="3507" y="3128"/>
                    </a:cubicBezTo>
                    <a:cubicBezTo>
                      <a:pt x="3608" y="3128"/>
                      <a:pt x="3709" y="3229"/>
                      <a:pt x="3810" y="3229"/>
                    </a:cubicBezTo>
                    <a:cubicBezTo>
                      <a:pt x="3831" y="3229"/>
                      <a:pt x="3852" y="3224"/>
                      <a:pt x="3873" y="3214"/>
                    </a:cubicBezTo>
                    <a:cubicBezTo>
                      <a:pt x="4087" y="3142"/>
                      <a:pt x="4015" y="3000"/>
                      <a:pt x="3944" y="2857"/>
                    </a:cubicBezTo>
                    <a:cubicBezTo>
                      <a:pt x="3944" y="2785"/>
                      <a:pt x="3944" y="2643"/>
                      <a:pt x="3944" y="2571"/>
                    </a:cubicBezTo>
                    <a:cubicBezTo>
                      <a:pt x="3873" y="2535"/>
                      <a:pt x="3766" y="2535"/>
                      <a:pt x="3658" y="2535"/>
                    </a:cubicBezTo>
                    <a:cubicBezTo>
                      <a:pt x="3551" y="2535"/>
                      <a:pt x="3444" y="2535"/>
                      <a:pt x="3373" y="2500"/>
                    </a:cubicBezTo>
                    <a:cubicBezTo>
                      <a:pt x="3250" y="2500"/>
                      <a:pt x="3285" y="2185"/>
                      <a:pt x="3118" y="2185"/>
                    </a:cubicBezTo>
                    <a:close/>
                    <a:moveTo>
                      <a:pt x="4304" y="3274"/>
                    </a:moveTo>
                    <a:cubicBezTo>
                      <a:pt x="4279" y="3274"/>
                      <a:pt x="4271" y="3296"/>
                      <a:pt x="4301" y="3357"/>
                    </a:cubicBezTo>
                    <a:cubicBezTo>
                      <a:pt x="4301" y="3499"/>
                      <a:pt x="4372" y="3571"/>
                      <a:pt x="4372" y="3714"/>
                    </a:cubicBezTo>
                    <a:cubicBezTo>
                      <a:pt x="4372" y="3785"/>
                      <a:pt x="4444" y="3785"/>
                      <a:pt x="4444" y="3856"/>
                    </a:cubicBezTo>
                    <a:cubicBezTo>
                      <a:pt x="4444" y="3928"/>
                      <a:pt x="4372" y="3928"/>
                      <a:pt x="4301" y="3999"/>
                    </a:cubicBezTo>
                    <a:cubicBezTo>
                      <a:pt x="4230" y="3999"/>
                      <a:pt x="4301" y="4071"/>
                      <a:pt x="4301" y="4071"/>
                    </a:cubicBezTo>
                    <a:cubicBezTo>
                      <a:pt x="4230" y="4142"/>
                      <a:pt x="4230" y="4142"/>
                      <a:pt x="4158" y="4213"/>
                    </a:cubicBezTo>
                    <a:cubicBezTo>
                      <a:pt x="4158" y="4285"/>
                      <a:pt x="4087" y="4356"/>
                      <a:pt x="4158" y="4428"/>
                    </a:cubicBezTo>
                    <a:cubicBezTo>
                      <a:pt x="4173" y="4442"/>
                      <a:pt x="4190" y="4448"/>
                      <a:pt x="4209" y="4448"/>
                    </a:cubicBezTo>
                    <a:cubicBezTo>
                      <a:pt x="4284" y="4448"/>
                      <a:pt x="4387" y="4356"/>
                      <a:pt x="4444" y="4356"/>
                    </a:cubicBezTo>
                    <a:cubicBezTo>
                      <a:pt x="4515" y="4356"/>
                      <a:pt x="4587" y="4499"/>
                      <a:pt x="4658" y="4570"/>
                    </a:cubicBezTo>
                    <a:cubicBezTo>
                      <a:pt x="4729" y="4570"/>
                      <a:pt x="4729" y="4570"/>
                      <a:pt x="4801" y="4499"/>
                    </a:cubicBezTo>
                    <a:cubicBezTo>
                      <a:pt x="4872" y="4356"/>
                      <a:pt x="4944" y="4213"/>
                      <a:pt x="4801" y="4142"/>
                    </a:cubicBezTo>
                    <a:cubicBezTo>
                      <a:pt x="4729" y="4071"/>
                      <a:pt x="4729" y="3999"/>
                      <a:pt x="4801" y="3928"/>
                    </a:cubicBezTo>
                    <a:cubicBezTo>
                      <a:pt x="4801" y="3785"/>
                      <a:pt x="5015" y="3856"/>
                      <a:pt x="5015" y="3785"/>
                    </a:cubicBezTo>
                    <a:cubicBezTo>
                      <a:pt x="5015" y="3642"/>
                      <a:pt x="5229" y="3642"/>
                      <a:pt x="5301" y="3499"/>
                    </a:cubicBezTo>
                    <a:cubicBezTo>
                      <a:pt x="5301" y="3357"/>
                      <a:pt x="5086" y="3357"/>
                      <a:pt x="4944" y="3357"/>
                    </a:cubicBezTo>
                    <a:cubicBezTo>
                      <a:pt x="4872" y="3428"/>
                      <a:pt x="4872" y="3571"/>
                      <a:pt x="4801" y="3642"/>
                    </a:cubicBezTo>
                    <a:cubicBezTo>
                      <a:pt x="4765" y="3678"/>
                      <a:pt x="4729" y="3696"/>
                      <a:pt x="4694" y="3696"/>
                    </a:cubicBezTo>
                    <a:cubicBezTo>
                      <a:pt x="4658" y="3696"/>
                      <a:pt x="4622" y="3678"/>
                      <a:pt x="4587" y="3642"/>
                    </a:cubicBezTo>
                    <a:cubicBezTo>
                      <a:pt x="4515" y="3571"/>
                      <a:pt x="4515" y="3428"/>
                      <a:pt x="4444" y="3357"/>
                    </a:cubicBezTo>
                    <a:cubicBezTo>
                      <a:pt x="4403" y="3315"/>
                      <a:pt x="4338" y="3274"/>
                      <a:pt x="4304" y="3274"/>
                    </a:cubicBezTo>
                    <a:close/>
                    <a:moveTo>
                      <a:pt x="5229" y="4428"/>
                    </a:moveTo>
                    <a:cubicBezTo>
                      <a:pt x="5229" y="4499"/>
                      <a:pt x="5229" y="4499"/>
                      <a:pt x="5229" y="4499"/>
                    </a:cubicBezTo>
                    <a:cubicBezTo>
                      <a:pt x="5158" y="4570"/>
                      <a:pt x="5158" y="4570"/>
                      <a:pt x="5158" y="4570"/>
                    </a:cubicBezTo>
                    <a:cubicBezTo>
                      <a:pt x="5158" y="4642"/>
                      <a:pt x="5158" y="4642"/>
                      <a:pt x="5158" y="4642"/>
                    </a:cubicBezTo>
                    <a:lnTo>
                      <a:pt x="5229" y="4642"/>
                    </a:lnTo>
                    <a:cubicBezTo>
                      <a:pt x="5301" y="4713"/>
                      <a:pt x="5301" y="4713"/>
                      <a:pt x="5301" y="4713"/>
                    </a:cubicBezTo>
                    <a:cubicBezTo>
                      <a:pt x="5372" y="4642"/>
                      <a:pt x="5372" y="4642"/>
                      <a:pt x="5372" y="4642"/>
                    </a:cubicBezTo>
                    <a:cubicBezTo>
                      <a:pt x="5372" y="4570"/>
                      <a:pt x="5372" y="4570"/>
                      <a:pt x="5372" y="4570"/>
                    </a:cubicBezTo>
                    <a:cubicBezTo>
                      <a:pt x="5301" y="4499"/>
                      <a:pt x="5301" y="4499"/>
                      <a:pt x="5301" y="4499"/>
                    </a:cubicBezTo>
                    <a:cubicBezTo>
                      <a:pt x="5229" y="4428"/>
                      <a:pt x="5229" y="4428"/>
                      <a:pt x="5229" y="4428"/>
                    </a:cubicBezTo>
                    <a:close/>
                    <a:moveTo>
                      <a:pt x="8371" y="4856"/>
                    </a:moveTo>
                    <a:cubicBezTo>
                      <a:pt x="8371" y="4927"/>
                      <a:pt x="8371" y="4927"/>
                      <a:pt x="8371" y="4927"/>
                    </a:cubicBezTo>
                    <a:cubicBezTo>
                      <a:pt x="8300" y="4999"/>
                      <a:pt x="8300" y="4999"/>
                      <a:pt x="8300" y="4999"/>
                    </a:cubicBezTo>
                    <a:lnTo>
                      <a:pt x="8228" y="4999"/>
                    </a:lnTo>
                    <a:cubicBezTo>
                      <a:pt x="8228" y="5070"/>
                      <a:pt x="8228" y="5070"/>
                      <a:pt x="8228" y="5070"/>
                    </a:cubicBezTo>
                    <a:cubicBezTo>
                      <a:pt x="8228" y="5142"/>
                      <a:pt x="8228" y="5142"/>
                      <a:pt x="8228" y="5142"/>
                    </a:cubicBezTo>
                    <a:lnTo>
                      <a:pt x="8442" y="5142"/>
                    </a:lnTo>
                    <a:cubicBezTo>
                      <a:pt x="8514" y="5070"/>
                      <a:pt x="8514" y="5070"/>
                      <a:pt x="8514" y="5070"/>
                    </a:cubicBezTo>
                    <a:cubicBezTo>
                      <a:pt x="8514" y="4927"/>
                      <a:pt x="8514" y="4927"/>
                      <a:pt x="8514" y="4927"/>
                    </a:cubicBezTo>
                    <a:lnTo>
                      <a:pt x="8442" y="4927"/>
                    </a:lnTo>
                    <a:cubicBezTo>
                      <a:pt x="8371" y="4856"/>
                      <a:pt x="8371" y="4856"/>
                      <a:pt x="8371" y="4856"/>
                    </a:cubicBezTo>
                    <a:close/>
                    <a:moveTo>
                      <a:pt x="24436" y="1"/>
                    </a:moveTo>
                    <a:cubicBezTo>
                      <a:pt x="24222" y="1"/>
                      <a:pt x="24079" y="143"/>
                      <a:pt x="23937" y="286"/>
                    </a:cubicBezTo>
                    <a:cubicBezTo>
                      <a:pt x="23865" y="500"/>
                      <a:pt x="23651" y="715"/>
                      <a:pt x="23794" y="857"/>
                    </a:cubicBezTo>
                    <a:cubicBezTo>
                      <a:pt x="23814" y="864"/>
                      <a:pt x="23835" y="867"/>
                      <a:pt x="23859" y="867"/>
                    </a:cubicBezTo>
                    <a:cubicBezTo>
                      <a:pt x="24044" y="867"/>
                      <a:pt x="24327" y="681"/>
                      <a:pt x="24566" y="681"/>
                    </a:cubicBezTo>
                    <a:cubicBezTo>
                      <a:pt x="24621" y="681"/>
                      <a:pt x="24674" y="690"/>
                      <a:pt x="24722" y="715"/>
                    </a:cubicBezTo>
                    <a:cubicBezTo>
                      <a:pt x="25008" y="857"/>
                      <a:pt x="24579" y="1143"/>
                      <a:pt x="24436" y="1286"/>
                    </a:cubicBezTo>
                    <a:cubicBezTo>
                      <a:pt x="24151" y="1429"/>
                      <a:pt x="23865" y="1643"/>
                      <a:pt x="23580" y="1786"/>
                    </a:cubicBezTo>
                    <a:cubicBezTo>
                      <a:pt x="23223" y="1928"/>
                      <a:pt x="22866" y="1928"/>
                      <a:pt x="22580" y="2214"/>
                    </a:cubicBezTo>
                    <a:cubicBezTo>
                      <a:pt x="22437" y="2357"/>
                      <a:pt x="22223" y="2428"/>
                      <a:pt x="22152" y="2571"/>
                    </a:cubicBezTo>
                    <a:cubicBezTo>
                      <a:pt x="22080" y="2643"/>
                      <a:pt x="22152" y="2857"/>
                      <a:pt x="22080" y="3071"/>
                    </a:cubicBezTo>
                    <a:cubicBezTo>
                      <a:pt x="21937" y="3428"/>
                      <a:pt x="21437" y="3357"/>
                      <a:pt x="21152" y="3428"/>
                    </a:cubicBezTo>
                    <a:cubicBezTo>
                      <a:pt x="21045" y="3464"/>
                      <a:pt x="20956" y="3481"/>
                      <a:pt x="20875" y="3481"/>
                    </a:cubicBezTo>
                    <a:cubicBezTo>
                      <a:pt x="20795" y="3481"/>
                      <a:pt x="20723" y="3464"/>
                      <a:pt x="20652" y="3428"/>
                    </a:cubicBezTo>
                    <a:cubicBezTo>
                      <a:pt x="20295" y="3357"/>
                      <a:pt x="20081" y="3071"/>
                      <a:pt x="19795" y="2928"/>
                    </a:cubicBezTo>
                    <a:cubicBezTo>
                      <a:pt x="19581" y="2785"/>
                      <a:pt x="19224" y="2785"/>
                      <a:pt x="19224" y="2428"/>
                    </a:cubicBezTo>
                    <a:cubicBezTo>
                      <a:pt x="19181" y="2300"/>
                      <a:pt x="19113" y="2255"/>
                      <a:pt x="19030" y="2255"/>
                    </a:cubicBezTo>
                    <a:cubicBezTo>
                      <a:pt x="18837" y="2255"/>
                      <a:pt x="18567" y="2500"/>
                      <a:pt x="18367" y="2500"/>
                    </a:cubicBezTo>
                    <a:cubicBezTo>
                      <a:pt x="17939" y="2571"/>
                      <a:pt x="17582" y="2643"/>
                      <a:pt x="17153" y="2643"/>
                    </a:cubicBezTo>
                    <a:cubicBezTo>
                      <a:pt x="16939" y="2643"/>
                      <a:pt x="16868" y="2571"/>
                      <a:pt x="16654" y="2571"/>
                    </a:cubicBezTo>
                    <a:cubicBezTo>
                      <a:pt x="16582" y="2714"/>
                      <a:pt x="16582" y="2785"/>
                      <a:pt x="16439" y="2928"/>
                    </a:cubicBezTo>
                    <a:cubicBezTo>
                      <a:pt x="16297" y="3071"/>
                      <a:pt x="16082" y="3214"/>
                      <a:pt x="15940" y="3214"/>
                    </a:cubicBezTo>
                    <a:cubicBezTo>
                      <a:pt x="15797" y="3142"/>
                      <a:pt x="15654" y="3142"/>
                      <a:pt x="15511" y="3142"/>
                    </a:cubicBezTo>
                    <a:cubicBezTo>
                      <a:pt x="15368" y="3142"/>
                      <a:pt x="15154" y="3071"/>
                      <a:pt x="15011" y="2928"/>
                    </a:cubicBezTo>
                    <a:cubicBezTo>
                      <a:pt x="14512" y="2357"/>
                      <a:pt x="13940" y="2286"/>
                      <a:pt x="13298" y="2071"/>
                    </a:cubicBezTo>
                    <a:cubicBezTo>
                      <a:pt x="13012" y="2000"/>
                      <a:pt x="12869" y="1786"/>
                      <a:pt x="12584" y="1643"/>
                    </a:cubicBezTo>
                    <a:cubicBezTo>
                      <a:pt x="11941" y="1571"/>
                      <a:pt x="11227" y="1714"/>
                      <a:pt x="10727" y="1286"/>
                    </a:cubicBezTo>
                    <a:cubicBezTo>
                      <a:pt x="10623" y="1181"/>
                      <a:pt x="10518" y="1115"/>
                      <a:pt x="10414" y="1115"/>
                    </a:cubicBezTo>
                    <a:cubicBezTo>
                      <a:pt x="10375" y="1115"/>
                      <a:pt x="10337" y="1124"/>
                      <a:pt x="10299" y="1143"/>
                    </a:cubicBezTo>
                    <a:cubicBezTo>
                      <a:pt x="10156" y="1214"/>
                      <a:pt x="10013" y="1214"/>
                      <a:pt x="9870" y="1214"/>
                    </a:cubicBezTo>
                    <a:cubicBezTo>
                      <a:pt x="9656" y="1214"/>
                      <a:pt x="9442" y="1072"/>
                      <a:pt x="9156" y="1072"/>
                    </a:cubicBezTo>
                    <a:cubicBezTo>
                      <a:pt x="9014" y="1072"/>
                      <a:pt x="8799" y="1214"/>
                      <a:pt x="8585" y="1214"/>
                    </a:cubicBezTo>
                    <a:cubicBezTo>
                      <a:pt x="8442" y="1214"/>
                      <a:pt x="8228" y="1214"/>
                      <a:pt x="8085" y="1286"/>
                    </a:cubicBezTo>
                    <a:cubicBezTo>
                      <a:pt x="7728" y="1429"/>
                      <a:pt x="7514" y="1786"/>
                      <a:pt x="7157" y="1928"/>
                    </a:cubicBezTo>
                    <a:cubicBezTo>
                      <a:pt x="6943" y="2000"/>
                      <a:pt x="6729" y="1928"/>
                      <a:pt x="6515" y="2214"/>
                    </a:cubicBezTo>
                    <a:cubicBezTo>
                      <a:pt x="6443" y="2286"/>
                      <a:pt x="6336" y="2303"/>
                      <a:pt x="6220" y="2303"/>
                    </a:cubicBezTo>
                    <a:cubicBezTo>
                      <a:pt x="6104" y="2303"/>
                      <a:pt x="5979" y="2286"/>
                      <a:pt x="5872" y="2286"/>
                    </a:cubicBezTo>
                    <a:cubicBezTo>
                      <a:pt x="5729" y="2357"/>
                      <a:pt x="5729" y="2571"/>
                      <a:pt x="5586" y="2714"/>
                    </a:cubicBezTo>
                    <a:cubicBezTo>
                      <a:pt x="5372" y="3071"/>
                      <a:pt x="5301" y="3499"/>
                      <a:pt x="5301" y="3928"/>
                    </a:cubicBezTo>
                    <a:cubicBezTo>
                      <a:pt x="5372" y="4142"/>
                      <a:pt x="5443" y="4356"/>
                      <a:pt x="5586" y="4499"/>
                    </a:cubicBezTo>
                    <a:cubicBezTo>
                      <a:pt x="5658" y="4570"/>
                      <a:pt x="5729" y="4570"/>
                      <a:pt x="5801" y="4642"/>
                    </a:cubicBezTo>
                    <a:cubicBezTo>
                      <a:pt x="5872" y="4713"/>
                      <a:pt x="5943" y="4927"/>
                      <a:pt x="6086" y="4927"/>
                    </a:cubicBezTo>
                    <a:cubicBezTo>
                      <a:pt x="6372" y="4642"/>
                      <a:pt x="6800" y="4570"/>
                      <a:pt x="7157" y="4499"/>
                    </a:cubicBezTo>
                    <a:cubicBezTo>
                      <a:pt x="7262" y="4457"/>
                      <a:pt x="7360" y="4440"/>
                      <a:pt x="7454" y="4440"/>
                    </a:cubicBezTo>
                    <a:cubicBezTo>
                      <a:pt x="7681" y="4440"/>
                      <a:pt x="7883" y="4541"/>
                      <a:pt x="8085" y="4642"/>
                    </a:cubicBezTo>
                    <a:cubicBezTo>
                      <a:pt x="8176" y="4702"/>
                      <a:pt x="8266" y="4724"/>
                      <a:pt x="8357" y="4724"/>
                    </a:cubicBezTo>
                    <a:cubicBezTo>
                      <a:pt x="8481" y="4724"/>
                      <a:pt x="8604" y="4683"/>
                      <a:pt x="8728" y="4642"/>
                    </a:cubicBezTo>
                    <a:cubicBezTo>
                      <a:pt x="8871" y="4570"/>
                      <a:pt x="9014" y="4552"/>
                      <a:pt x="9165" y="4552"/>
                    </a:cubicBezTo>
                    <a:cubicBezTo>
                      <a:pt x="9317" y="4552"/>
                      <a:pt x="9478" y="4570"/>
                      <a:pt x="9656" y="4570"/>
                    </a:cubicBezTo>
                    <a:cubicBezTo>
                      <a:pt x="9726" y="4544"/>
                      <a:pt x="9795" y="4533"/>
                      <a:pt x="9862" y="4533"/>
                    </a:cubicBezTo>
                    <a:cubicBezTo>
                      <a:pt x="10283" y="4533"/>
                      <a:pt x="10672" y="4965"/>
                      <a:pt x="11092" y="4965"/>
                    </a:cubicBezTo>
                    <a:cubicBezTo>
                      <a:pt x="11160" y="4965"/>
                      <a:pt x="11229" y="4953"/>
                      <a:pt x="11298" y="4927"/>
                    </a:cubicBezTo>
                    <a:cubicBezTo>
                      <a:pt x="11436" y="4824"/>
                      <a:pt x="11540" y="4783"/>
                      <a:pt x="11626" y="4783"/>
                    </a:cubicBezTo>
                    <a:cubicBezTo>
                      <a:pt x="11899" y="4783"/>
                      <a:pt x="11990" y="5193"/>
                      <a:pt x="12369" y="5356"/>
                    </a:cubicBezTo>
                    <a:cubicBezTo>
                      <a:pt x="12521" y="5421"/>
                      <a:pt x="12673" y="5446"/>
                      <a:pt x="12823" y="5446"/>
                    </a:cubicBezTo>
                    <a:cubicBezTo>
                      <a:pt x="13166" y="5446"/>
                      <a:pt x="13499" y="5312"/>
                      <a:pt x="13798" y="5213"/>
                    </a:cubicBezTo>
                    <a:cubicBezTo>
                      <a:pt x="13839" y="5207"/>
                      <a:pt x="13882" y="5205"/>
                      <a:pt x="13925" y="5205"/>
                    </a:cubicBezTo>
                    <a:cubicBezTo>
                      <a:pt x="14160" y="5205"/>
                      <a:pt x="14423" y="5276"/>
                      <a:pt x="14639" y="5276"/>
                    </a:cubicBezTo>
                    <a:cubicBezTo>
                      <a:pt x="14871" y="5276"/>
                      <a:pt x="15049" y="5194"/>
                      <a:pt x="15083" y="4856"/>
                    </a:cubicBezTo>
                    <a:cubicBezTo>
                      <a:pt x="15142" y="4650"/>
                      <a:pt x="15297" y="4590"/>
                      <a:pt x="15485" y="4590"/>
                    </a:cubicBezTo>
                    <a:cubicBezTo>
                      <a:pt x="15753" y="4590"/>
                      <a:pt x="16087" y="4713"/>
                      <a:pt x="16297" y="4713"/>
                    </a:cubicBezTo>
                    <a:cubicBezTo>
                      <a:pt x="16511" y="4713"/>
                      <a:pt x="16654" y="4999"/>
                      <a:pt x="16868" y="5070"/>
                    </a:cubicBezTo>
                    <a:cubicBezTo>
                      <a:pt x="16939" y="5070"/>
                      <a:pt x="17011" y="4999"/>
                      <a:pt x="17153" y="4999"/>
                    </a:cubicBezTo>
                    <a:cubicBezTo>
                      <a:pt x="17268" y="4999"/>
                      <a:pt x="17382" y="5090"/>
                      <a:pt x="17496" y="5090"/>
                    </a:cubicBezTo>
                    <a:cubicBezTo>
                      <a:pt x="17525" y="5090"/>
                      <a:pt x="17553" y="5084"/>
                      <a:pt x="17582" y="5070"/>
                    </a:cubicBezTo>
                    <a:cubicBezTo>
                      <a:pt x="18224" y="4856"/>
                      <a:pt x="18938" y="4642"/>
                      <a:pt x="19438" y="4356"/>
                    </a:cubicBezTo>
                    <a:cubicBezTo>
                      <a:pt x="19510" y="4285"/>
                      <a:pt x="19652" y="4213"/>
                      <a:pt x="19795" y="4213"/>
                    </a:cubicBezTo>
                    <a:cubicBezTo>
                      <a:pt x="19973" y="4174"/>
                      <a:pt x="20156" y="4162"/>
                      <a:pt x="20341" y="4162"/>
                    </a:cubicBezTo>
                    <a:cubicBezTo>
                      <a:pt x="20642" y="4162"/>
                      <a:pt x="20948" y="4194"/>
                      <a:pt x="21248" y="4194"/>
                    </a:cubicBezTo>
                    <a:cubicBezTo>
                      <a:pt x="21434" y="4194"/>
                      <a:pt x="21617" y="4181"/>
                      <a:pt x="21795" y="4142"/>
                    </a:cubicBezTo>
                    <a:cubicBezTo>
                      <a:pt x="22294" y="3999"/>
                      <a:pt x="22723" y="3642"/>
                      <a:pt x="23223" y="3571"/>
                    </a:cubicBezTo>
                    <a:cubicBezTo>
                      <a:pt x="23580" y="3428"/>
                      <a:pt x="24222" y="3499"/>
                      <a:pt x="24222" y="3000"/>
                    </a:cubicBezTo>
                    <a:lnTo>
                      <a:pt x="24222" y="2928"/>
                    </a:lnTo>
                    <a:cubicBezTo>
                      <a:pt x="24222" y="2785"/>
                      <a:pt x="24008" y="2571"/>
                      <a:pt x="24079" y="2357"/>
                    </a:cubicBezTo>
                    <a:cubicBezTo>
                      <a:pt x="24099" y="2317"/>
                      <a:pt x="24135" y="2305"/>
                      <a:pt x="24180" y="2305"/>
                    </a:cubicBezTo>
                    <a:cubicBezTo>
                      <a:pt x="24253" y="2305"/>
                      <a:pt x="24349" y="2337"/>
                      <a:pt x="24436" y="2337"/>
                    </a:cubicBezTo>
                    <a:cubicBezTo>
                      <a:pt x="24489" y="2337"/>
                      <a:pt x="24540" y="2325"/>
                      <a:pt x="24579" y="2286"/>
                    </a:cubicBezTo>
                    <a:cubicBezTo>
                      <a:pt x="24651" y="2214"/>
                      <a:pt x="24651" y="2000"/>
                      <a:pt x="24651" y="1928"/>
                    </a:cubicBezTo>
                    <a:cubicBezTo>
                      <a:pt x="24722" y="1857"/>
                      <a:pt x="24793" y="1786"/>
                      <a:pt x="24865" y="1714"/>
                    </a:cubicBezTo>
                    <a:cubicBezTo>
                      <a:pt x="25722" y="1500"/>
                      <a:pt x="25222" y="1143"/>
                      <a:pt x="25079" y="572"/>
                    </a:cubicBezTo>
                    <a:cubicBezTo>
                      <a:pt x="25008" y="286"/>
                      <a:pt x="24722" y="72"/>
                      <a:pt x="24436" y="1"/>
                    </a:cubicBezTo>
                    <a:close/>
                    <a:moveTo>
                      <a:pt x="6228" y="7597"/>
                    </a:moveTo>
                    <a:cubicBezTo>
                      <a:pt x="6183" y="7597"/>
                      <a:pt x="6136" y="7611"/>
                      <a:pt x="6086" y="7641"/>
                    </a:cubicBezTo>
                    <a:cubicBezTo>
                      <a:pt x="5872" y="7783"/>
                      <a:pt x="5658" y="7998"/>
                      <a:pt x="5372" y="8069"/>
                    </a:cubicBezTo>
                    <a:cubicBezTo>
                      <a:pt x="5301" y="8098"/>
                      <a:pt x="5226" y="8109"/>
                      <a:pt x="5150" y="8109"/>
                    </a:cubicBezTo>
                    <a:cubicBezTo>
                      <a:pt x="4847" y="8109"/>
                      <a:pt x="4515" y="7926"/>
                      <a:pt x="4230" y="7926"/>
                    </a:cubicBezTo>
                    <a:cubicBezTo>
                      <a:pt x="4001" y="7926"/>
                      <a:pt x="3773" y="8018"/>
                      <a:pt x="3544" y="8018"/>
                    </a:cubicBezTo>
                    <a:cubicBezTo>
                      <a:pt x="3487" y="8018"/>
                      <a:pt x="3430" y="8012"/>
                      <a:pt x="3373" y="7998"/>
                    </a:cubicBezTo>
                    <a:cubicBezTo>
                      <a:pt x="3087" y="7998"/>
                      <a:pt x="2730" y="8069"/>
                      <a:pt x="2445" y="8069"/>
                    </a:cubicBezTo>
                    <a:cubicBezTo>
                      <a:pt x="2398" y="8064"/>
                      <a:pt x="2345" y="8061"/>
                      <a:pt x="2287" y="8061"/>
                    </a:cubicBezTo>
                    <a:cubicBezTo>
                      <a:pt x="1526" y="8061"/>
                      <a:pt x="-182" y="8488"/>
                      <a:pt x="17" y="9283"/>
                    </a:cubicBezTo>
                    <a:cubicBezTo>
                      <a:pt x="303" y="9711"/>
                      <a:pt x="660" y="10211"/>
                      <a:pt x="1231" y="10354"/>
                    </a:cubicBezTo>
                    <a:cubicBezTo>
                      <a:pt x="1588" y="10497"/>
                      <a:pt x="2088" y="10425"/>
                      <a:pt x="2373" y="10568"/>
                    </a:cubicBezTo>
                    <a:cubicBezTo>
                      <a:pt x="2587" y="10568"/>
                      <a:pt x="2730" y="10639"/>
                      <a:pt x="2873" y="10639"/>
                    </a:cubicBezTo>
                    <a:cubicBezTo>
                      <a:pt x="3013" y="10555"/>
                      <a:pt x="3164" y="10526"/>
                      <a:pt x="3322" y="10526"/>
                    </a:cubicBezTo>
                    <a:cubicBezTo>
                      <a:pt x="3566" y="10526"/>
                      <a:pt x="3827" y="10596"/>
                      <a:pt x="4087" y="10639"/>
                    </a:cubicBezTo>
                    <a:cubicBezTo>
                      <a:pt x="4230" y="10639"/>
                      <a:pt x="4444" y="10711"/>
                      <a:pt x="4515" y="10925"/>
                    </a:cubicBezTo>
                    <a:cubicBezTo>
                      <a:pt x="5015" y="11568"/>
                      <a:pt x="5872" y="11568"/>
                      <a:pt x="6443" y="12067"/>
                    </a:cubicBezTo>
                    <a:cubicBezTo>
                      <a:pt x="6586" y="12210"/>
                      <a:pt x="6657" y="12424"/>
                      <a:pt x="6800" y="12639"/>
                    </a:cubicBezTo>
                    <a:cubicBezTo>
                      <a:pt x="7086" y="13139"/>
                      <a:pt x="7728" y="13638"/>
                      <a:pt x="8371" y="13710"/>
                    </a:cubicBezTo>
                    <a:cubicBezTo>
                      <a:pt x="8657" y="13710"/>
                      <a:pt x="9014" y="13781"/>
                      <a:pt x="9228" y="13924"/>
                    </a:cubicBezTo>
                    <a:cubicBezTo>
                      <a:pt x="9269" y="13965"/>
                      <a:pt x="9358" y="14006"/>
                      <a:pt x="9439" y="14006"/>
                    </a:cubicBezTo>
                    <a:cubicBezTo>
                      <a:pt x="9499" y="14006"/>
                      <a:pt x="9555" y="13984"/>
                      <a:pt x="9585" y="13924"/>
                    </a:cubicBezTo>
                    <a:cubicBezTo>
                      <a:pt x="9799" y="13710"/>
                      <a:pt x="10085" y="13567"/>
                      <a:pt x="10370" y="13567"/>
                    </a:cubicBezTo>
                    <a:cubicBezTo>
                      <a:pt x="10799" y="13567"/>
                      <a:pt x="11156" y="13353"/>
                      <a:pt x="11441" y="13067"/>
                    </a:cubicBezTo>
                    <a:cubicBezTo>
                      <a:pt x="11727" y="12782"/>
                      <a:pt x="11941" y="12353"/>
                      <a:pt x="11655" y="11996"/>
                    </a:cubicBezTo>
                    <a:cubicBezTo>
                      <a:pt x="11370" y="11568"/>
                      <a:pt x="10799" y="11496"/>
                      <a:pt x="10584" y="10996"/>
                    </a:cubicBezTo>
                    <a:cubicBezTo>
                      <a:pt x="10442" y="10497"/>
                      <a:pt x="9942" y="10282"/>
                      <a:pt x="9656" y="9925"/>
                    </a:cubicBezTo>
                    <a:cubicBezTo>
                      <a:pt x="9559" y="9796"/>
                      <a:pt x="9418" y="9755"/>
                      <a:pt x="9266" y="9755"/>
                    </a:cubicBezTo>
                    <a:cubicBezTo>
                      <a:pt x="9083" y="9755"/>
                      <a:pt x="8884" y="9815"/>
                      <a:pt x="8728" y="9854"/>
                    </a:cubicBezTo>
                    <a:cubicBezTo>
                      <a:pt x="8703" y="9856"/>
                      <a:pt x="8679" y="9857"/>
                      <a:pt x="8656" y="9857"/>
                    </a:cubicBezTo>
                    <a:cubicBezTo>
                      <a:pt x="7969" y="9857"/>
                      <a:pt x="8353" y="8850"/>
                      <a:pt x="7800" y="8712"/>
                    </a:cubicBezTo>
                    <a:cubicBezTo>
                      <a:pt x="7443" y="8712"/>
                      <a:pt x="7086" y="8640"/>
                      <a:pt x="6943" y="8283"/>
                    </a:cubicBezTo>
                    <a:cubicBezTo>
                      <a:pt x="6697" y="8099"/>
                      <a:pt x="6504" y="7597"/>
                      <a:pt x="6228" y="7597"/>
                    </a:cubicBezTo>
                    <a:close/>
                    <a:moveTo>
                      <a:pt x="28006" y="12924"/>
                    </a:moveTo>
                    <a:cubicBezTo>
                      <a:pt x="27792" y="12924"/>
                      <a:pt x="27649" y="13139"/>
                      <a:pt x="27578" y="13353"/>
                    </a:cubicBezTo>
                    <a:cubicBezTo>
                      <a:pt x="27507" y="13567"/>
                      <a:pt x="27150" y="13638"/>
                      <a:pt x="27150" y="13924"/>
                    </a:cubicBezTo>
                    <a:cubicBezTo>
                      <a:pt x="27150" y="13981"/>
                      <a:pt x="27196" y="14178"/>
                      <a:pt x="27288" y="14178"/>
                    </a:cubicBezTo>
                    <a:cubicBezTo>
                      <a:pt x="27311" y="14178"/>
                      <a:pt x="27336" y="14166"/>
                      <a:pt x="27364" y="14138"/>
                    </a:cubicBezTo>
                    <a:cubicBezTo>
                      <a:pt x="27435" y="14067"/>
                      <a:pt x="27435" y="13995"/>
                      <a:pt x="27507" y="13995"/>
                    </a:cubicBezTo>
                    <a:cubicBezTo>
                      <a:pt x="27568" y="13995"/>
                      <a:pt x="27629" y="14153"/>
                      <a:pt x="27735" y="14153"/>
                    </a:cubicBezTo>
                    <a:cubicBezTo>
                      <a:pt x="27753" y="14153"/>
                      <a:pt x="27772" y="14148"/>
                      <a:pt x="27792" y="14138"/>
                    </a:cubicBezTo>
                    <a:cubicBezTo>
                      <a:pt x="27792" y="13995"/>
                      <a:pt x="27864" y="13924"/>
                      <a:pt x="27792" y="13781"/>
                    </a:cubicBezTo>
                    <a:cubicBezTo>
                      <a:pt x="27792" y="13710"/>
                      <a:pt x="27721" y="13567"/>
                      <a:pt x="27721" y="13496"/>
                    </a:cubicBezTo>
                    <a:cubicBezTo>
                      <a:pt x="27721" y="13475"/>
                      <a:pt x="27727" y="13466"/>
                      <a:pt x="27737" y="13466"/>
                    </a:cubicBezTo>
                    <a:cubicBezTo>
                      <a:pt x="27763" y="13466"/>
                      <a:pt x="27813" y="13516"/>
                      <a:pt x="27864" y="13567"/>
                    </a:cubicBezTo>
                    <a:cubicBezTo>
                      <a:pt x="27935" y="13567"/>
                      <a:pt x="28006" y="13496"/>
                      <a:pt x="28006" y="13496"/>
                    </a:cubicBezTo>
                    <a:cubicBezTo>
                      <a:pt x="28078" y="13353"/>
                      <a:pt x="28292" y="13281"/>
                      <a:pt x="28363" y="13210"/>
                    </a:cubicBezTo>
                    <a:cubicBezTo>
                      <a:pt x="28363" y="13139"/>
                      <a:pt x="28221" y="13067"/>
                      <a:pt x="28149" y="13067"/>
                    </a:cubicBezTo>
                    <a:cubicBezTo>
                      <a:pt x="28149" y="12996"/>
                      <a:pt x="28078" y="12924"/>
                      <a:pt x="28006" y="12924"/>
                    </a:cubicBezTo>
                    <a:close/>
                    <a:moveTo>
                      <a:pt x="37045" y="5580"/>
                    </a:moveTo>
                    <a:cubicBezTo>
                      <a:pt x="36949" y="5580"/>
                      <a:pt x="36816" y="5664"/>
                      <a:pt x="36717" y="5713"/>
                    </a:cubicBezTo>
                    <a:cubicBezTo>
                      <a:pt x="36360" y="5856"/>
                      <a:pt x="36075" y="5998"/>
                      <a:pt x="35789" y="6213"/>
                    </a:cubicBezTo>
                    <a:cubicBezTo>
                      <a:pt x="35504" y="6498"/>
                      <a:pt x="35075" y="6784"/>
                      <a:pt x="34647" y="6855"/>
                    </a:cubicBezTo>
                    <a:cubicBezTo>
                      <a:pt x="34504" y="6855"/>
                      <a:pt x="34361" y="6855"/>
                      <a:pt x="34290" y="6927"/>
                    </a:cubicBezTo>
                    <a:cubicBezTo>
                      <a:pt x="34147" y="7141"/>
                      <a:pt x="34147" y="7426"/>
                      <a:pt x="34076" y="7641"/>
                    </a:cubicBezTo>
                    <a:cubicBezTo>
                      <a:pt x="33933" y="7926"/>
                      <a:pt x="33576" y="8069"/>
                      <a:pt x="33504" y="8426"/>
                    </a:cubicBezTo>
                    <a:cubicBezTo>
                      <a:pt x="33504" y="8497"/>
                      <a:pt x="33433" y="8569"/>
                      <a:pt x="33433" y="8712"/>
                    </a:cubicBezTo>
                    <a:cubicBezTo>
                      <a:pt x="33349" y="8796"/>
                      <a:pt x="33264" y="8836"/>
                      <a:pt x="33193" y="8836"/>
                    </a:cubicBezTo>
                    <a:cubicBezTo>
                      <a:pt x="33083" y="8836"/>
                      <a:pt x="33005" y="8742"/>
                      <a:pt x="33005" y="8569"/>
                    </a:cubicBezTo>
                    <a:cubicBezTo>
                      <a:pt x="32953" y="8364"/>
                      <a:pt x="32792" y="8196"/>
                      <a:pt x="32600" y="8196"/>
                    </a:cubicBezTo>
                    <a:cubicBezTo>
                      <a:pt x="32524" y="8196"/>
                      <a:pt x="32443" y="8222"/>
                      <a:pt x="32362" y="8283"/>
                    </a:cubicBezTo>
                    <a:cubicBezTo>
                      <a:pt x="32291" y="8319"/>
                      <a:pt x="32219" y="8337"/>
                      <a:pt x="32148" y="8337"/>
                    </a:cubicBezTo>
                    <a:cubicBezTo>
                      <a:pt x="32076" y="8337"/>
                      <a:pt x="32005" y="8319"/>
                      <a:pt x="31934" y="8283"/>
                    </a:cubicBezTo>
                    <a:cubicBezTo>
                      <a:pt x="31749" y="8160"/>
                      <a:pt x="31670" y="7983"/>
                      <a:pt x="31468" y="7983"/>
                    </a:cubicBezTo>
                    <a:cubicBezTo>
                      <a:pt x="31436" y="7983"/>
                      <a:pt x="31401" y="7988"/>
                      <a:pt x="31362" y="7998"/>
                    </a:cubicBezTo>
                    <a:cubicBezTo>
                      <a:pt x="30934" y="8212"/>
                      <a:pt x="30648" y="8783"/>
                      <a:pt x="30149" y="8997"/>
                    </a:cubicBezTo>
                    <a:cubicBezTo>
                      <a:pt x="29934" y="9211"/>
                      <a:pt x="29720" y="9426"/>
                      <a:pt x="29506" y="9640"/>
                    </a:cubicBezTo>
                    <a:cubicBezTo>
                      <a:pt x="29292" y="9925"/>
                      <a:pt x="29363" y="10211"/>
                      <a:pt x="29292" y="10497"/>
                    </a:cubicBezTo>
                    <a:cubicBezTo>
                      <a:pt x="29220" y="10639"/>
                      <a:pt x="29220" y="10854"/>
                      <a:pt x="29292" y="11068"/>
                    </a:cubicBezTo>
                    <a:cubicBezTo>
                      <a:pt x="29292" y="11425"/>
                      <a:pt x="28935" y="11568"/>
                      <a:pt x="28792" y="11853"/>
                    </a:cubicBezTo>
                    <a:cubicBezTo>
                      <a:pt x="28792" y="11996"/>
                      <a:pt x="28792" y="12139"/>
                      <a:pt x="28792" y="12282"/>
                    </a:cubicBezTo>
                    <a:cubicBezTo>
                      <a:pt x="28829" y="12319"/>
                      <a:pt x="28881" y="12332"/>
                      <a:pt x="28943" y="12332"/>
                    </a:cubicBezTo>
                    <a:cubicBezTo>
                      <a:pt x="29081" y="12332"/>
                      <a:pt x="29268" y="12267"/>
                      <a:pt x="29444" y="12267"/>
                    </a:cubicBezTo>
                    <a:cubicBezTo>
                      <a:pt x="29490" y="12267"/>
                      <a:pt x="29534" y="12271"/>
                      <a:pt x="29577" y="12282"/>
                    </a:cubicBezTo>
                    <a:cubicBezTo>
                      <a:pt x="29792" y="12353"/>
                      <a:pt x="29934" y="12567"/>
                      <a:pt x="29720" y="12782"/>
                    </a:cubicBezTo>
                    <a:cubicBezTo>
                      <a:pt x="29292" y="13139"/>
                      <a:pt x="28363" y="13139"/>
                      <a:pt x="28221" y="13781"/>
                    </a:cubicBezTo>
                    <a:cubicBezTo>
                      <a:pt x="28221" y="13924"/>
                      <a:pt x="28149" y="14138"/>
                      <a:pt x="28149" y="14281"/>
                    </a:cubicBezTo>
                    <a:cubicBezTo>
                      <a:pt x="28173" y="14329"/>
                      <a:pt x="28213" y="14344"/>
                      <a:pt x="28260" y="14344"/>
                    </a:cubicBezTo>
                    <a:cubicBezTo>
                      <a:pt x="28356" y="14344"/>
                      <a:pt x="28482" y="14281"/>
                      <a:pt x="28578" y="14281"/>
                    </a:cubicBezTo>
                    <a:cubicBezTo>
                      <a:pt x="28975" y="14321"/>
                      <a:pt x="29417" y="14427"/>
                      <a:pt x="29842" y="14427"/>
                    </a:cubicBezTo>
                    <a:cubicBezTo>
                      <a:pt x="30180" y="14427"/>
                      <a:pt x="30506" y="14360"/>
                      <a:pt x="30791" y="14138"/>
                    </a:cubicBezTo>
                    <a:cubicBezTo>
                      <a:pt x="31077" y="13924"/>
                      <a:pt x="31577" y="13924"/>
                      <a:pt x="31862" y="13638"/>
                    </a:cubicBezTo>
                    <a:cubicBezTo>
                      <a:pt x="31934" y="13496"/>
                      <a:pt x="32076" y="13353"/>
                      <a:pt x="32219" y="13281"/>
                    </a:cubicBezTo>
                    <a:cubicBezTo>
                      <a:pt x="32933" y="13067"/>
                      <a:pt x="33933" y="13424"/>
                      <a:pt x="34504" y="12782"/>
                    </a:cubicBezTo>
                    <a:cubicBezTo>
                      <a:pt x="34575" y="12710"/>
                      <a:pt x="34647" y="12567"/>
                      <a:pt x="34718" y="12496"/>
                    </a:cubicBezTo>
                    <a:cubicBezTo>
                      <a:pt x="35004" y="11996"/>
                      <a:pt x="35575" y="11782"/>
                      <a:pt x="36003" y="11425"/>
                    </a:cubicBezTo>
                    <a:cubicBezTo>
                      <a:pt x="36360" y="10996"/>
                      <a:pt x="36646" y="10497"/>
                      <a:pt x="37146" y="10140"/>
                    </a:cubicBezTo>
                    <a:cubicBezTo>
                      <a:pt x="37289" y="10068"/>
                      <a:pt x="37360" y="9997"/>
                      <a:pt x="37431" y="9854"/>
                    </a:cubicBezTo>
                    <a:cubicBezTo>
                      <a:pt x="37646" y="9640"/>
                      <a:pt x="37574" y="9354"/>
                      <a:pt x="37789" y="9140"/>
                    </a:cubicBezTo>
                    <a:cubicBezTo>
                      <a:pt x="37860" y="8997"/>
                      <a:pt x="37931" y="8926"/>
                      <a:pt x="38003" y="8783"/>
                    </a:cubicBezTo>
                    <a:cubicBezTo>
                      <a:pt x="38146" y="8426"/>
                      <a:pt x="37860" y="7998"/>
                      <a:pt x="37646" y="7712"/>
                    </a:cubicBezTo>
                    <a:cubicBezTo>
                      <a:pt x="37503" y="7569"/>
                      <a:pt x="37431" y="7426"/>
                      <a:pt x="37431" y="7212"/>
                    </a:cubicBezTo>
                    <a:cubicBezTo>
                      <a:pt x="37467" y="6998"/>
                      <a:pt x="37610" y="6962"/>
                      <a:pt x="37789" y="6962"/>
                    </a:cubicBezTo>
                    <a:cubicBezTo>
                      <a:pt x="37878" y="6962"/>
                      <a:pt x="37976" y="6971"/>
                      <a:pt x="38074" y="6971"/>
                    </a:cubicBezTo>
                    <a:cubicBezTo>
                      <a:pt x="38172" y="6971"/>
                      <a:pt x="38270" y="6962"/>
                      <a:pt x="38360" y="6927"/>
                    </a:cubicBezTo>
                    <a:cubicBezTo>
                      <a:pt x="38717" y="6855"/>
                      <a:pt x="38645" y="6498"/>
                      <a:pt x="38645" y="6070"/>
                    </a:cubicBezTo>
                    <a:cubicBezTo>
                      <a:pt x="38574" y="5927"/>
                      <a:pt x="38360" y="5713"/>
                      <a:pt x="38217" y="5713"/>
                    </a:cubicBezTo>
                    <a:cubicBezTo>
                      <a:pt x="38146" y="5713"/>
                      <a:pt x="38074" y="5856"/>
                      <a:pt x="38003" y="5927"/>
                    </a:cubicBezTo>
                    <a:cubicBezTo>
                      <a:pt x="37843" y="6007"/>
                      <a:pt x="37617" y="6109"/>
                      <a:pt x="37436" y="6109"/>
                    </a:cubicBezTo>
                    <a:cubicBezTo>
                      <a:pt x="37293" y="6109"/>
                      <a:pt x="37177" y="6045"/>
                      <a:pt x="37146" y="5856"/>
                    </a:cubicBezTo>
                    <a:cubicBezTo>
                      <a:pt x="37146" y="5713"/>
                      <a:pt x="37146" y="5713"/>
                      <a:pt x="37146" y="5641"/>
                    </a:cubicBezTo>
                    <a:cubicBezTo>
                      <a:pt x="37124" y="5597"/>
                      <a:pt x="37088" y="5580"/>
                      <a:pt x="37045" y="5580"/>
                    </a:cubicBezTo>
                    <a:close/>
                    <a:moveTo>
                      <a:pt x="18420" y="14669"/>
                    </a:moveTo>
                    <a:cubicBezTo>
                      <a:pt x="18381" y="14669"/>
                      <a:pt x="18340" y="14680"/>
                      <a:pt x="18296" y="14709"/>
                    </a:cubicBezTo>
                    <a:cubicBezTo>
                      <a:pt x="18153" y="14781"/>
                      <a:pt x="18082" y="14995"/>
                      <a:pt x="17939" y="15138"/>
                    </a:cubicBezTo>
                    <a:cubicBezTo>
                      <a:pt x="17867" y="15209"/>
                      <a:pt x="17796" y="15209"/>
                      <a:pt x="17653" y="15281"/>
                    </a:cubicBezTo>
                    <a:cubicBezTo>
                      <a:pt x="17510" y="15352"/>
                      <a:pt x="17296" y="15423"/>
                      <a:pt x="17225" y="15495"/>
                    </a:cubicBezTo>
                    <a:cubicBezTo>
                      <a:pt x="17153" y="15495"/>
                      <a:pt x="17082" y="15566"/>
                      <a:pt x="17082" y="15638"/>
                    </a:cubicBezTo>
                    <a:cubicBezTo>
                      <a:pt x="17211" y="15766"/>
                      <a:pt x="17365" y="15792"/>
                      <a:pt x="17529" y="15792"/>
                    </a:cubicBezTo>
                    <a:cubicBezTo>
                      <a:pt x="17639" y="15792"/>
                      <a:pt x="17753" y="15780"/>
                      <a:pt x="17867" y="15780"/>
                    </a:cubicBezTo>
                    <a:cubicBezTo>
                      <a:pt x="17915" y="15780"/>
                      <a:pt x="18026" y="15812"/>
                      <a:pt x="18137" y="15812"/>
                    </a:cubicBezTo>
                    <a:cubicBezTo>
                      <a:pt x="18193" y="15812"/>
                      <a:pt x="18248" y="15804"/>
                      <a:pt x="18296" y="15780"/>
                    </a:cubicBezTo>
                    <a:cubicBezTo>
                      <a:pt x="18296" y="15780"/>
                      <a:pt x="18296" y="15709"/>
                      <a:pt x="18367" y="15709"/>
                    </a:cubicBezTo>
                    <a:cubicBezTo>
                      <a:pt x="18581" y="15638"/>
                      <a:pt x="18796" y="15495"/>
                      <a:pt x="18938" y="15352"/>
                    </a:cubicBezTo>
                    <a:cubicBezTo>
                      <a:pt x="19081" y="15209"/>
                      <a:pt x="19153" y="14852"/>
                      <a:pt x="18938" y="14781"/>
                    </a:cubicBezTo>
                    <a:lnTo>
                      <a:pt x="18867" y="14781"/>
                    </a:lnTo>
                    <a:cubicBezTo>
                      <a:pt x="18843" y="14789"/>
                      <a:pt x="18819" y="14792"/>
                      <a:pt x="18796" y="14792"/>
                    </a:cubicBezTo>
                    <a:cubicBezTo>
                      <a:pt x="18660" y="14792"/>
                      <a:pt x="18550" y="14669"/>
                      <a:pt x="18420" y="14669"/>
                    </a:cubicBezTo>
                    <a:close/>
                    <a:moveTo>
                      <a:pt x="16297" y="15852"/>
                    </a:moveTo>
                    <a:cubicBezTo>
                      <a:pt x="16154" y="15923"/>
                      <a:pt x="16154" y="15923"/>
                      <a:pt x="16154" y="15923"/>
                    </a:cubicBezTo>
                    <a:cubicBezTo>
                      <a:pt x="16082" y="15995"/>
                      <a:pt x="16082" y="15995"/>
                      <a:pt x="16082" y="15995"/>
                    </a:cubicBezTo>
                    <a:cubicBezTo>
                      <a:pt x="16082" y="16066"/>
                      <a:pt x="16082" y="16066"/>
                      <a:pt x="16082" y="16066"/>
                    </a:cubicBezTo>
                    <a:lnTo>
                      <a:pt x="16368" y="16066"/>
                    </a:lnTo>
                    <a:cubicBezTo>
                      <a:pt x="16511" y="15995"/>
                      <a:pt x="16511" y="15995"/>
                      <a:pt x="16511" y="15995"/>
                    </a:cubicBezTo>
                    <a:lnTo>
                      <a:pt x="16582" y="15995"/>
                    </a:lnTo>
                    <a:cubicBezTo>
                      <a:pt x="16725" y="15923"/>
                      <a:pt x="16725" y="15923"/>
                      <a:pt x="16725" y="15923"/>
                    </a:cubicBezTo>
                    <a:cubicBezTo>
                      <a:pt x="16725" y="15852"/>
                      <a:pt x="16725" y="15852"/>
                      <a:pt x="16725" y="15852"/>
                    </a:cubicBezTo>
                    <a:close/>
                    <a:moveTo>
                      <a:pt x="23008" y="17066"/>
                    </a:moveTo>
                    <a:cubicBezTo>
                      <a:pt x="23008" y="17137"/>
                      <a:pt x="23008" y="17137"/>
                      <a:pt x="23008" y="17137"/>
                    </a:cubicBezTo>
                    <a:cubicBezTo>
                      <a:pt x="23151" y="17208"/>
                      <a:pt x="23151" y="17208"/>
                      <a:pt x="23151" y="17208"/>
                    </a:cubicBezTo>
                    <a:cubicBezTo>
                      <a:pt x="23223" y="17280"/>
                      <a:pt x="23223" y="17280"/>
                      <a:pt x="23223" y="17280"/>
                    </a:cubicBezTo>
                    <a:cubicBezTo>
                      <a:pt x="23223" y="17208"/>
                      <a:pt x="23223" y="17208"/>
                      <a:pt x="23223" y="17208"/>
                    </a:cubicBezTo>
                    <a:lnTo>
                      <a:pt x="23294" y="17208"/>
                    </a:lnTo>
                    <a:lnTo>
                      <a:pt x="23223" y="17137"/>
                    </a:lnTo>
                    <a:lnTo>
                      <a:pt x="23151" y="17137"/>
                    </a:lnTo>
                    <a:cubicBezTo>
                      <a:pt x="23151" y="17066"/>
                      <a:pt x="23151" y="17066"/>
                      <a:pt x="23151" y="17066"/>
                    </a:cubicBezTo>
                    <a:close/>
                    <a:moveTo>
                      <a:pt x="27592" y="14838"/>
                    </a:moveTo>
                    <a:cubicBezTo>
                      <a:pt x="27485" y="14838"/>
                      <a:pt x="27415" y="14995"/>
                      <a:pt x="27292" y="14995"/>
                    </a:cubicBezTo>
                    <a:cubicBezTo>
                      <a:pt x="26864" y="15209"/>
                      <a:pt x="26507" y="15423"/>
                      <a:pt x="26293" y="15852"/>
                    </a:cubicBezTo>
                    <a:cubicBezTo>
                      <a:pt x="26221" y="16066"/>
                      <a:pt x="26007" y="16066"/>
                      <a:pt x="25793" y="16209"/>
                    </a:cubicBezTo>
                    <a:cubicBezTo>
                      <a:pt x="25650" y="16352"/>
                      <a:pt x="25579" y="16494"/>
                      <a:pt x="25436" y="16566"/>
                    </a:cubicBezTo>
                    <a:cubicBezTo>
                      <a:pt x="25150" y="16637"/>
                      <a:pt x="24793" y="16637"/>
                      <a:pt x="24436" y="16780"/>
                    </a:cubicBezTo>
                    <a:cubicBezTo>
                      <a:pt x="24008" y="16851"/>
                      <a:pt x="24008" y="17208"/>
                      <a:pt x="24079" y="17637"/>
                    </a:cubicBezTo>
                    <a:cubicBezTo>
                      <a:pt x="24164" y="17848"/>
                      <a:pt x="24323" y="17909"/>
                      <a:pt x="24484" y="17909"/>
                    </a:cubicBezTo>
                    <a:cubicBezTo>
                      <a:pt x="24595" y="17909"/>
                      <a:pt x="24706" y="17880"/>
                      <a:pt x="24793" y="17851"/>
                    </a:cubicBezTo>
                    <a:cubicBezTo>
                      <a:pt x="24936" y="17780"/>
                      <a:pt x="25008" y="17637"/>
                      <a:pt x="25079" y="17565"/>
                    </a:cubicBezTo>
                    <a:cubicBezTo>
                      <a:pt x="25507" y="17351"/>
                      <a:pt x="26079" y="17351"/>
                      <a:pt x="26507" y="17137"/>
                    </a:cubicBezTo>
                    <a:cubicBezTo>
                      <a:pt x="26650" y="17066"/>
                      <a:pt x="26721" y="16851"/>
                      <a:pt x="26793" y="16709"/>
                    </a:cubicBezTo>
                    <a:cubicBezTo>
                      <a:pt x="27007" y="16566"/>
                      <a:pt x="27292" y="16280"/>
                      <a:pt x="27578" y="16280"/>
                    </a:cubicBezTo>
                    <a:cubicBezTo>
                      <a:pt x="27864" y="16280"/>
                      <a:pt x="27864" y="15852"/>
                      <a:pt x="27649" y="15780"/>
                    </a:cubicBezTo>
                    <a:lnTo>
                      <a:pt x="27649" y="15709"/>
                    </a:lnTo>
                    <a:cubicBezTo>
                      <a:pt x="27435" y="15638"/>
                      <a:pt x="27578" y="15495"/>
                      <a:pt x="27649" y="15352"/>
                    </a:cubicBezTo>
                    <a:cubicBezTo>
                      <a:pt x="27649" y="15209"/>
                      <a:pt x="27721" y="14924"/>
                      <a:pt x="27649" y="14852"/>
                    </a:cubicBezTo>
                    <a:cubicBezTo>
                      <a:pt x="27629" y="14842"/>
                      <a:pt x="27610" y="14838"/>
                      <a:pt x="27592" y="14838"/>
                    </a:cubicBezTo>
                    <a:close/>
                    <a:moveTo>
                      <a:pt x="24222" y="18065"/>
                    </a:moveTo>
                    <a:cubicBezTo>
                      <a:pt x="24222" y="18137"/>
                      <a:pt x="24222" y="18137"/>
                      <a:pt x="24222" y="18137"/>
                    </a:cubicBezTo>
                    <a:cubicBezTo>
                      <a:pt x="24294" y="18208"/>
                      <a:pt x="24294" y="18208"/>
                      <a:pt x="24294" y="18208"/>
                    </a:cubicBezTo>
                    <a:cubicBezTo>
                      <a:pt x="24294" y="18279"/>
                      <a:pt x="24294" y="18279"/>
                      <a:pt x="24294" y="18279"/>
                    </a:cubicBezTo>
                    <a:cubicBezTo>
                      <a:pt x="24436" y="18351"/>
                      <a:pt x="24436" y="18351"/>
                      <a:pt x="24436" y="18351"/>
                    </a:cubicBezTo>
                    <a:cubicBezTo>
                      <a:pt x="24508" y="18279"/>
                      <a:pt x="24508" y="18279"/>
                      <a:pt x="24508" y="18279"/>
                    </a:cubicBezTo>
                    <a:cubicBezTo>
                      <a:pt x="24508" y="18208"/>
                      <a:pt x="24508" y="18208"/>
                      <a:pt x="24508" y="18208"/>
                    </a:cubicBezTo>
                    <a:cubicBezTo>
                      <a:pt x="24436" y="18137"/>
                      <a:pt x="24436" y="18137"/>
                      <a:pt x="24436" y="18137"/>
                    </a:cubicBezTo>
                    <a:cubicBezTo>
                      <a:pt x="24436" y="18065"/>
                      <a:pt x="24436" y="18065"/>
                      <a:pt x="24436" y="180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59"/>
              <p:cNvSpPr/>
              <p:nvPr/>
            </p:nvSpPr>
            <p:spPr>
              <a:xfrm>
                <a:off x="3955950" y="3714300"/>
                <a:ext cx="966300" cy="458775"/>
              </a:xfrm>
              <a:custGeom>
                <a:rect b="b" l="l" r="r" t="t"/>
                <a:pathLst>
                  <a:path extrusionOk="0" fill="none" h="18351" w="38652">
                    <a:moveTo>
                      <a:pt x="5586" y="2000"/>
                    </a:moveTo>
                    <a:cubicBezTo>
                      <a:pt x="5658" y="2000"/>
                      <a:pt x="5658" y="2000"/>
                      <a:pt x="5658" y="2000"/>
                    </a:cubicBezTo>
                    <a:cubicBezTo>
                      <a:pt x="5729" y="2000"/>
                      <a:pt x="5729" y="2000"/>
                      <a:pt x="5729" y="2000"/>
                    </a:cubicBezTo>
                    <a:cubicBezTo>
                      <a:pt x="5729" y="1928"/>
                      <a:pt x="5729" y="1928"/>
                      <a:pt x="5729" y="1928"/>
                    </a:cubicBezTo>
                    <a:cubicBezTo>
                      <a:pt x="5801" y="1928"/>
                      <a:pt x="5801" y="1928"/>
                      <a:pt x="5801" y="1928"/>
                    </a:cubicBezTo>
                    <a:cubicBezTo>
                      <a:pt x="5801" y="1857"/>
                      <a:pt x="5801" y="1857"/>
                      <a:pt x="5801" y="1857"/>
                    </a:cubicBezTo>
                    <a:cubicBezTo>
                      <a:pt x="5729" y="1928"/>
                      <a:pt x="5729" y="1928"/>
                      <a:pt x="5729" y="1928"/>
                    </a:cubicBezTo>
                    <a:cubicBezTo>
                      <a:pt x="5658" y="1857"/>
                      <a:pt x="5658" y="1857"/>
                      <a:pt x="5658" y="1857"/>
                    </a:cubicBezTo>
                    <a:cubicBezTo>
                      <a:pt x="5658" y="1857"/>
                      <a:pt x="5658" y="1857"/>
                      <a:pt x="5658" y="1857"/>
                    </a:cubicBezTo>
                    <a:cubicBezTo>
                      <a:pt x="5586" y="1857"/>
                      <a:pt x="5586" y="1857"/>
                      <a:pt x="5586" y="1857"/>
                    </a:cubicBezTo>
                    <a:cubicBezTo>
                      <a:pt x="5586" y="1857"/>
                      <a:pt x="5586" y="1857"/>
                      <a:pt x="5586" y="1857"/>
                    </a:cubicBezTo>
                    <a:cubicBezTo>
                      <a:pt x="5586" y="1857"/>
                      <a:pt x="5586" y="1857"/>
                      <a:pt x="5586" y="1857"/>
                    </a:cubicBezTo>
                    <a:cubicBezTo>
                      <a:pt x="5586" y="1857"/>
                      <a:pt x="5586" y="1857"/>
                      <a:pt x="5586" y="1857"/>
                    </a:cubicBezTo>
                    <a:cubicBezTo>
                      <a:pt x="5586" y="1928"/>
                      <a:pt x="5586" y="1928"/>
                      <a:pt x="5586" y="1928"/>
                    </a:cubicBezTo>
                    <a:close/>
                    <a:moveTo>
                      <a:pt x="3944" y="3571"/>
                    </a:moveTo>
                    <a:cubicBezTo>
                      <a:pt x="3944" y="3571"/>
                      <a:pt x="3944" y="3571"/>
                      <a:pt x="3944" y="3571"/>
                    </a:cubicBezTo>
                    <a:cubicBezTo>
                      <a:pt x="3801" y="3642"/>
                      <a:pt x="3801" y="3642"/>
                      <a:pt x="3801" y="3642"/>
                    </a:cubicBezTo>
                    <a:cubicBezTo>
                      <a:pt x="3730" y="3642"/>
                      <a:pt x="3730" y="3642"/>
                      <a:pt x="3730" y="3642"/>
                    </a:cubicBezTo>
                    <a:cubicBezTo>
                      <a:pt x="3730" y="3714"/>
                      <a:pt x="3730" y="3714"/>
                      <a:pt x="3730" y="3714"/>
                    </a:cubicBezTo>
                    <a:cubicBezTo>
                      <a:pt x="3730" y="3714"/>
                      <a:pt x="3730" y="3714"/>
                      <a:pt x="3730" y="3714"/>
                    </a:cubicBezTo>
                    <a:cubicBezTo>
                      <a:pt x="3730" y="3714"/>
                      <a:pt x="3730" y="3714"/>
                      <a:pt x="3730" y="3714"/>
                    </a:cubicBezTo>
                    <a:cubicBezTo>
                      <a:pt x="3801" y="3714"/>
                      <a:pt x="3801" y="3714"/>
                      <a:pt x="3801" y="3714"/>
                    </a:cubicBezTo>
                    <a:cubicBezTo>
                      <a:pt x="3801" y="3714"/>
                      <a:pt x="3801" y="3714"/>
                      <a:pt x="3801" y="3714"/>
                    </a:cubicBezTo>
                    <a:cubicBezTo>
                      <a:pt x="3801" y="3785"/>
                      <a:pt x="3801" y="3785"/>
                      <a:pt x="3801" y="3785"/>
                    </a:cubicBezTo>
                    <a:cubicBezTo>
                      <a:pt x="3873" y="3856"/>
                      <a:pt x="3873" y="3856"/>
                      <a:pt x="3873" y="3856"/>
                    </a:cubicBezTo>
                    <a:cubicBezTo>
                      <a:pt x="3873" y="3856"/>
                      <a:pt x="3873" y="3856"/>
                      <a:pt x="3873" y="3856"/>
                    </a:cubicBezTo>
                    <a:cubicBezTo>
                      <a:pt x="3873" y="3714"/>
                      <a:pt x="3873" y="3714"/>
                      <a:pt x="3873" y="3714"/>
                    </a:cubicBezTo>
                    <a:cubicBezTo>
                      <a:pt x="3873" y="3714"/>
                      <a:pt x="3873" y="3714"/>
                      <a:pt x="3873" y="3714"/>
                    </a:cubicBezTo>
                    <a:cubicBezTo>
                      <a:pt x="3944" y="3642"/>
                      <a:pt x="3944" y="3642"/>
                      <a:pt x="3944" y="3642"/>
                    </a:cubicBezTo>
                    <a:cubicBezTo>
                      <a:pt x="3944" y="3642"/>
                      <a:pt x="3944" y="3642"/>
                      <a:pt x="3944" y="3642"/>
                    </a:cubicBezTo>
                    <a:cubicBezTo>
                      <a:pt x="4015" y="3642"/>
                      <a:pt x="4015" y="3642"/>
                      <a:pt x="4015" y="3642"/>
                    </a:cubicBezTo>
                    <a:cubicBezTo>
                      <a:pt x="4087" y="3642"/>
                      <a:pt x="4087" y="3642"/>
                      <a:pt x="4087" y="3642"/>
                    </a:cubicBezTo>
                    <a:cubicBezTo>
                      <a:pt x="4087" y="3642"/>
                      <a:pt x="4087" y="3642"/>
                      <a:pt x="4087" y="3642"/>
                    </a:cubicBezTo>
                    <a:cubicBezTo>
                      <a:pt x="4158" y="3571"/>
                      <a:pt x="4158" y="3571"/>
                      <a:pt x="4158" y="3571"/>
                    </a:cubicBezTo>
                    <a:cubicBezTo>
                      <a:pt x="4158" y="3499"/>
                      <a:pt x="4158" y="3499"/>
                      <a:pt x="4158" y="3499"/>
                    </a:cubicBezTo>
                    <a:cubicBezTo>
                      <a:pt x="4087" y="3499"/>
                      <a:pt x="4087" y="3499"/>
                      <a:pt x="4087" y="3499"/>
                    </a:cubicBezTo>
                    <a:cubicBezTo>
                      <a:pt x="4015" y="3499"/>
                      <a:pt x="4015" y="3499"/>
                      <a:pt x="4015" y="3499"/>
                    </a:cubicBezTo>
                    <a:close/>
                    <a:moveTo>
                      <a:pt x="5301" y="4499"/>
                    </a:moveTo>
                    <a:cubicBezTo>
                      <a:pt x="5229" y="4428"/>
                      <a:pt x="5229" y="4428"/>
                      <a:pt x="5229" y="4428"/>
                    </a:cubicBezTo>
                    <a:cubicBezTo>
                      <a:pt x="5229" y="4499"/>
                      <a:pt x="5229" y="4499"/>
                      <a:pt x="5229" y="4499"/>
                    </a:cubicBezTo>
                    <a:cubicBezTo>
                      <a:pt x="5158" y="4570"/>
                      <a:pt x="5158" y="4570"/>
                      <a:pt x="5158" y="4570"/>
                    </a:cubicBezTo>
                    <a:cubicBezTo>
                      <a:pt x="5158" y="4642"/>
                      <a:pt x="5158" y="4642"/>
                      <a:pt x="5158" y="4642"/>
                    </a:cubicBezTo>
                    <a:cubicBezTo>
                      <a:pt x="5229" y="4642"/>
                      <a:pt x="5229" y="4642"/>
                      <a:pt x="5229" y="4642"/>
                    </a:cubicBezTo>
                    <a:cubicBezTo>
                      <a:pt x="5229" y="4642"/>
                      <a:pt x="5229" y="4642"/>
                      <a:pt x="5229" y="4642"/>
                    </a:cubicBezTo>
                    <a:cubicBezTo>
                      <a:pt x="5229" y="4642"/>
                      <a:pt x="5229" y="4642"/>
                      <a:pt x="5229" y="4642"/>
                    </a:cubicBezTo>
                    <a:cubicBezTo>
                      <a:pt x="5301" y="4713"/>
                      <a:pt x="5301" y="4713"/>
                      <a:pt x="5301" y="4713"/>
                    </a:cubicBezTo>
                    <a:cubicBezTo>
                      <a:pt x="5372" y="4642"/>
                      <a:pt x="5372" y="4642"/>
                      <a:pt x="5372" y="4642"/>
                    </a:cubicBezTo>
                    <a:cubicBezTo>
                      <a:pt x="5372" y="4570"/>
                      <a:pt x="5372" y="4570"/>
                      <a:pt x="5372" y="4570"/>
                    </a:cubicBezTo>
                    <a:cubicBezTo>
                      <a:pt x="5301" y="4499"/>
                      <a:pt x="5301" y="4499"/>
                      <a:pt x="5301" y="4499"/>
                    </a:cubicBezTo>
                    <a:cubicBezTo>
                      <a:pt x="5301" y="4499"/>
                      <a:pt x="5301" y="4499"/>
                      <a:pt x="5301" y="4499"/>
                    </a:cubicBezTo>
                    <a:cubicBezTo>
                      <a:pt x="5301" y="4499"/>
                      <a:pt x="5301" y="4499"/>
                      <a:pt x="5301" y="4499"/>
                    </a:cubicBezTo>
                    <a:close/>
                    <a:moveTo>
                      <a:pt x="4801" y="2714"/>
                    </a:moveTo>
                    <a:cubicBezTo>
                      <a:pt x="4872" y="2714"/>
                      <a:pt x="4872" y="2714"/>
                      <a:pt x="4872" y="2714"/>
                    </a:cubicBezTo>
                    <a:cubicBezTo>
                      <a:pt x="4872" y="2714"/>
                      <a:pt x="4872" y="2714"/>
                      <a:pt x="4872" y="2714"/>
                    </a:cubicBezTo>
                    <a:cubicBezTo>
                      <a:pt x="4944" y="2643"/>
                      <a:pt x="4944" y="2643"/>
                      <a:pt x="4944" y="2643"/>
                    </a:cubicBezTo>
                    <a:cubicBezTo>
                      <a:pt x="4872" y="2571"/>
                      <a:pt x="4872" y="2571"/>
                      <a:pt x="4872" y="2571"/>
                    </a:cubicBezTo>
                    <a:cubicBezTo>
                      <a:pt x="4801" y="2643"/>
                      <a:pt x="4801" y="2643"/>
                      <a:pt x="4801" y="2643"/>
                    </a:cubicBezTo>
                    <a:cubicBezTo>
                      <a:pt x="4801" y="2714"/>
                      <a:pt x="4801" y="2714"/>
                      <a:pt x="4801" y="2714"/>
                    </a:cubicBezTo>
                    <a:close/>
                    <a:moveTo>
                      <a:pt x="21366" y="2643"/>
                    </a:moveTo>
                    <a:cubicBezTo>
                      <a:pt x="21580" y="2571"/>
                      <a:pt x="21580" y="2571"/>
                      <a:pt x="21580" y="2571"/>
                    </a:cubicBezTo>
                    <a:cubicBezTo>
                      <a:pt x="21652" y="2428"/>
                      <a:pt x="21652" y="2428"/>
                      <a:pt x="21652" y="2428"/>
                    </a:cubicBezTo>
                    <a:cubicBezTo>
                      <a:pt x="21580" y="2286"/>
                      <a:pt x="21580" y="2286"/>
                      <a:pt x="21580" y="2286"/>
                    </a:cubicBezTo>
                    <a:cubicBezTo>
                      <a:pt x="21437" y="2286"/>
                      <a:pt x="21437" y="2286"/>
                      <a:pt x="21437" y="2286"/>
                    </a:cubicBezTo>
                    <a:cubicBezTo>
                      <a:pt x="21223" y="2214"/>
                      <a:pt x="21223" y="2214"/>
                      <a:pt x="21223" y="2214"/>
                    </a:cubicBezTo>
                    <a:cubicBezTo>
                      <a:pt x="21152" y="2357"/>
                      <a:pt x="21152" y="2357"/>
                      <a:pt x="21152" y="2357"/>
                    </a:cubicBezTo>
                    <a:cubicBezTo>
                      <a:pt x="21223" y="2571"/>
                      <a:pt x="21223" y="2571"/>
                      <a:pt x="21223" y="2571"/>
                    </a:cubicBezTo>
                    <a:close/>
                    <a:moveTo>
                      <a:pt x="17225" y="1786"/>
                    </a:moveTo>
                    <a:cubicBezTo>
                      <a:pt x="17368" y="1714"/>
                      <a:pt x="17368" y="1714"/>
                      <a:pt x="17368" y="1714"/>
                    </a:cubicBezTo>
                    <a:cubicBezTo>
                      <a:pt x="17439" y="1643"/>
                      <a:pt x="17439" y="1643"/>
                      <a:pt x="17439" y="1643"/>
                    </a:cubicBezTo>
                    <a:cubicBezTo>
                      <a:pt x="17439" y="1500"/>
                      <a:pt x="17439" y="1500"/>
                      <a:pt x="17439" y="1500"/>
                    </a:cubicBezTo>
                    <a:cubicBezTo>
                      <a:pt x="17368" y="1357"/>
                      <a:pt x="17368" y="1357"/>
                      <a:pt x="17368" y="1357"/>
                    </a:cubicBezTo>
                    <a:cubicBezTo>
                      <a:pt x="17225" y="1357"/>
                      <a:pt x="17225" y="1357"/>
                      <a:pt x="17225" y="1357"/>
                    </a:cubicBezTo>
                    <a:cubicBezTo>
                      <a:pt x="17153" y="1357"/>
                      <a:pt x="17153" y="1357"/>
                      <a:pt x="17153" y="1357"/>
                    </a:cubicBezTo>
                    <a:cubicBezTo>
                      <a:pt x="17082" y="1429"/>
                      <a:pt x="17082" y="1429"/>
                      <a:pt x="17082" y="1429"/>
                    </a:cubicBezTo>
                    <a:cubicBezTo>
                      <a:pt x="17082" y="1429"/>
                      <a:pt x="17082" y="1429"/>
                      <a:pt x="17082" y="1429"/>
                    </a:cubicBezTo>
                    <a:cubicBezTo>
                      <a:pt x="17011" y="1500"/>
                      <a:pt x="17011" y="1500"/>
                      <a:pt x="17011" y="1500"/>
                    </a:cubicBezTo>
                    <a:cubicBezTo>
                      <a:pt x="17082" y="1714"/>
                      <a:pt x="17082" y="1714"/>
                      <a:pt x="17082" y="1714"/>
                    </a:cubicBezTo>
                    <a:close/>
                    <a:moveTo>
                      <a:pt x="33576" y="2357"/>
                    </a:moveTo>
                    <a:cubicBezTo>
                      <a:pt x="33647" y="2428"/>
                      <a:pt x="33861" y="2428"/>
                      <a:pt x="34076" y="2428"/>
                    </a:cubicBezTo>
                    <a:cubicBezTo>
                      <a:pt x="34218" y="2428"/>
                      <a:pt x="34361" y="2286"/>
                      <a:pt x="34504" y="2286"/>
                    </a:cubicBezTo>
                    <a:cubicBezTo>
                      <a:pt x="34647" y="2286"/>
                      <a:pt x="34790" y="2357"/>
                      <a:pt x="34932" y="2286"/>
                    </a:cubicBezTo>
                    <a:cubicBezTo>
                      <a:pt x="35218" y="2286"/>
                      <a:pt x="35361" y="2143"/>
                      <a:pt x="35646" y="2143"/>
                    </a:cubicBezTo>
                    <a:cubicBezTo>
                      <a:pt x="35861" y="2143"/>
                      <a:pt x="36146" y="2143"/>
                      <a:pt x="36360" y="2071"/>
                    </a:cubicBezTo>
                    <a:cubicBezTo>
                      <a:pt x="37003" y="1928"/>
                      <a:pt x="37789" y="2000"/>
                      <a:pt x="38431" y="1714"/>
                    </a:cubicBezTo>
                    <a:cubicBezTo>
                      <a:pt x="38717" y="1286"/>
                      <a:pt x="38503" y="358"/>
                      <a:pt x="37860" y="500"/>
                    </a:cubicBezTo>
                    <a:cubicBezTo>
                      <a:pt x="37503" y="500"/>
                      <a:pt x="37217" y="500"/>
                      <a:pt x="36860" y="572"/>
                    </a:cubicBezTo>
                    <a:cubicBezTo>
                      <a:pt x="36575" y="572"/>
                      <a:pt x="36360" y="500"/>
                      <a:pt x="36075" y="500"/>
                    </a:cubicBezTo>
                    <a:cubicBezTo>
                      <a:pt x="35789" y="500"/>
                      <a:pt x="35575" y="572"/>
                      <a:pt x="35361" y="715"/>
                    </a:cubicBezTo>
                    <a:cubicBezTo>
                      <a:pt x="35289" y="715"/>
                      <a:pt x="35218" y="715"/>
                      <a:pt x="35218" y="715"/>
                    </a:cubicBezTo>
                    <a:cubicBezTo>
                      <a:pt x="35075" y="643"/>
                      <a:pt x="35004" y="429"/>
                      <a:pt x="34861" y="358"/>
                    </a:cubicBezTo>
                    <a:cubicBezTo>
                      <a:pt x="34718" y="358"/>
                      <a:pt x="34504" y="358"/>
                      <a:pt x="34433" y="358"/>
                    </a:cubicBezTo>
                    <a:cubicBezTo>
                      <a:pt x="34218" y="429"/>
                      <a:pt x="33790" y="929"/>
                      <a:pt x="33933" y="1143"/>
                    </a:cubicBezTo>
                    <a:cubicBezTo>
                      <a:pt x="34076" y="1286"/>
                      <a:pt x="34504" y="929"/>
                      <a:pt x="34718" y="1000"/>
                    </a:cubicBezTo>
                    <a:cubicBezTo>
                      <a:pt x="34718" y="1000"/>
                      <a:pt x="34718" y="1000"/>
                      <a:pt x="34718" y="1000"/>
                    </a:cubicBezTo>
                    <a:cubicBezTo>
                      <a:pt x="34504" y="1286"/>
                      <a:pt x="34076" y="1286"/>
                      <a:pt x="33933" y="1571"/>
                    </a:cubicBezTo>
                    <a:cubicBezTo>
                      <a:pt x="33790" y="1786"/>
                      <a:pt x="33433" y="2071"/>
                      <a:pt x="33576" y="2286"/>
                    </a:cubicBezTo>
                    <a:close/>
                    <a:moveTo>
                      <a:pt x="26079" y="2214"/>
                    </a:moveTo>
                    <a:cubicBezTo>
                      <a:pt x="26007" y="2286"/>
                      <a:pt x="25864" y="2286"/>
                      <a:pt x="25793" y="2286"/>
                    </a:cubicBezTo>
                    <a:cubicBezTo>
                      <a:pt x="25722" y="2286"/>
                      <a:pt x="25579" y="2357"/>
                      <a:pt x="25436" y="2357"/>
                    </a:cubicBezTo>
                    <a:cubicBezTo>
                      <a:pt x="25293" y="2357"/>
                      <a:pt x="25222" y="2286"/>
                      <a:pt x="25150" y="2428"/>
                    </a:cubicBezTo>
                    <a:cubicBezTo>
                      <a:pt x="25008" y="2500"/>
                      <a:pt x="24651" y="2714"/>
                      <a:pt x="24651" y="2857"/>
                    </a:cubicBezTo>
                    <a:cubicBezTo>
                      <a:pt x="24579" y="2928"/>
                      <a:pt x="24508" y="3142"/>
                      <a:pt x="24508" y="3142"/>
                    </a:cubicBezTo>
                    <a:cubicBezTo>
                      <a:pt x="24508" y="3214"/>
                      <a:pt x="24579" y="3285"/>
                      <a:pt x="24579" y="3357"/>
                    </a:cubicBezTo>
                    <a:cubicBezTo>
                      <a:pt x="24722" y="3428"/>
                      <a:pt x="24936" y="3214"/>
                      <a:pt x="25008" y="3142"/>
                    </a:cubicBezTo>
                    <a:cubicBezTo>
                      <a:pt x="25079" y="3000"/>
                      <a:pt x="25150" y="2785"/>
                      <a:pt x="25293" y="2714"/>
                    </a:cubicBezTo>
                    <a:cubicBezTo>
                      <a:pt x="25436" y="2643"/>
                      <a:pt x="25507" y="2643"/>
                      <a:pt x="25650" y="2571"/>
                    </a:cubicBezTo>
                    <a:cubicBezTo>
                      <a:pt x="25864" y="2571"/>
                      <a:pt x="26293" y="2643"/>
                      <a:pt x="26364" y="2357"/>
                    </a:cubicBezTo>
                    <a:cubicBezTo>
                      <a:pt x="26364" y="2214"/>
                      <a:pt x="26221" y="2214"/>
                      <a:pt x="26150" y="2214"/>
                    </a:cubicBezTo>
                    <a:close/>
                    <a:moveTo>
                      <a:pt x="30863" y="2286"/>
                    </a:moveTo>
                    <a:cubicBezTo>
                      <a:pt x="30791" y="2428"/>
                      <a:pt x="31005" y="2428"/>
                      <a:pt x="31077" y="2357"/>
                    </a:cubicBezTo>
                    <a:cubicBezTo>
                      <a:pt x="31362" y="2214"/>
                      <a:pt x="31505" y="2214"/>
                      <a:pt x="31648" y="2500"/>
                    </a:cubicBezTo>
                    <a:cubicBezTo>
                      <a:pt x="31791" y="2643"/>
                      <a:pt x="31719" y="2857"/>
                      <a:pt x="31791" y="2928"/>
                    </a:cubicBezTo>
                    <a:cubicBezTo>
                      <a:pt x="31934" y="3071"/>
                      <a:pt x="32148" y="3000"/>
                      <a:pt x="32219" y="3000"/>
                    </a:cubicBezTo>
                    <a:cubicBezTo>
                      <a:pt x="32648" y="2857"/>
                      <a:pt x="32648" y="2357"/>
                      <a:pt x="32862" y="2071"/>
                    </a:cubicBezTo>
                    <a:cubicBezTo>
                      <a:pt x="32933" y="1857"/>
                      <a:pt x="33147" y="1714"/>
                      <a:pt x="33290" y="1571"/>
                    </a:cubicBezTo>
                    <a:cubicBezTo>
                      <a:pt x="33362" y="1429"/>
                      <a:pt x="33290" y="1286"/>
                      <a:pt x="33290" y="1143"/>
                    </a:cubicBezTo>
                    <a:cubicBezTo>
                      <a:pt x="33362" y="1000"/>
                      <a:pt x="33433" y="857"/>
                      <a:pt x="33290" y="715"/>
                    </a:cubicBezTo>
                    <a:cubicBezTo>
                      <a:pt x="33076" y="572"/>
                      <a:pt x="32933" y="786"/>
                      <a:pt x="32862" y="929"/>
                    </a:cubicBezTo>
                    <a:cubicBezTo>
                      <a:pt x="32648" y="1143"/>
                      <a:pt x="32505" y="1357"/>
                      <a:pt x="32362" y="1571"/>
                    </a:cubicBezTo>
                    <a:cubicBezTo>
                      <a:pt x="32076" y="1857"/>
                      <a:pt x="32076" y="2071"/>
                      <a:pt x="31862" y="1571"/>
                    </a:cubicBezTo>
                    <a:cubicBezTo>
                      <a:pt x="31719" y="1357"/>
                      <a:pt x="31505" y="1500"/>
                      <a:pt x="31362" y="1643"/>
                    </a:cubicBezTo>
                    <a:cubicBezTo>
                      <a:pt x="31148" y="1714"/>
                      <a:pt x="31005" y="2143"/>
                      <a:pt x="30934" y="2286"/>
                    </a:cubicBezTo>
                    <a:close/>
                    <a:moveTo>
                      <a:pt x="25365" y="2000"/>
                    </a:moveTo>
                    <a:cubicBezTo>
                      <a:pt x="25365" y="2071"/>
                      <a:pt x="25436" y="2143"/>
                      <a:pt x="25579" y="2143"/>
                    </a:cubicBezTo>
                    <a:cubicBezTo>
                      <a:pt x="25864" y="2143"/>
                      <a:pt x="26079" y="2000"/>
                      <a:pt x="26293" y="2000"/>
                    </a:cubicBezTo>
                    <a:cubicBezTo>
                      <a:pt x="26793" y="2071"/>
                      <a:pt x="27292" y="2214"/>
                      <a:pt x="27292" y="1571"/>
                    </a:cubicBezTo>
                    <a:cubicBezTo>
                      <a:pt x="27292" y="1500"/>
                      <a:pt x="27292" y="1357"/>
                      <a:pt x="27364" y="1286"/>
                    </a:cubicBezTo>
                    <a:cubicBezTo>
                      <a:pt x="27435" y="1214"/>
                      <a:pt x="27364" y="1143"/>
                      <a:pt x="27221" y="1143"/>
                    </a:cubicBezTo>
                    <a:cubicBezTo>
                      <a:pt x="27221" y="1143"/>
                      <a:pt x="27221" y="1143"/>
                      <a:pt x="27150" y="1143"/>
                    </a:cubicBezTo>
                    <a:cubicBezTo>
                      <a:pt x="26793" y="929"/>
                      <a:pt x="26150" y="1000"/>
                      <a:pt x="25864" y="1286"/>
                    </a:cubicBezTo>
                    <a:cubicBezTo>
                      <a:pt x="25650" y="1500"/>
                      <a:pt x="25293" y="1643"/>
                      <a:pt x="25365" y="2000"/>
                    </a:cubicBezTo>
                    <a:close/>
                    <a:moveTo>
                      <a:pt x="28078" y="1857"/>
                    </a:moveTo>
                    <a:cubicBezTo>
                      <a:pt x="27864" y="2000"/>
                      <a:pt x="27507" y="2071"/>
                      <a:pt x="27292" y="2214"/>
                    </a:cubicBezTo>
                    <a:cubicBezTo>
                      <a:pt x="27078" y="2428"/>
                      <a:pt x="26578" y="2643"/>
                      <a:pt x="26650" y="2928"/>
                    </a:cubicBezTo>
                    <a:cubicBezTo>
                      <a:pt x="26721" y="3071"/>
                      <a:pt x="26935" y="3071"/>
                      <a:pt x="27078" y="3000"/>
                    </a:cubicBezTo>
                    <a:cubicBezTo>
                      <a:pt x="27364" y="2928"/>
                      <a:pt x="27578" y="3214"/>
                      <a:pt x="27792" y="3214"/>
                    </a:cubicBezTo>
                    <a:cubicBezTo>
                      <a:pt x="27935" y="3214"/>
                      <a:pt x="28078" y="3071"/>
                      <a:pt x="28149" y="3000"/>
                    </a:cubicBezTo>
                    <a:cubicBezTo>
                      <a:pt x="28363" y="2857"/>
                      <a:pt x="28506" y="3071"/>
                      <a:pt x="28649" y="3071"/>
                    </a:cubicBezTo>
                    <a:cubicBezTo>
                      <a:pt x="28720" y="3142"/>
                      <a:pt x="28863" y="3071"/>
                      <a:pt x="28935" y="2928"/>
                    </a:cubicBezTo>
                    <a:cubicBezTo>
                      <a:pt x="28935" y="2857"/>
                      <a:pt x="28863" y="2785"/>
                      <a:pt x="28863" y="2714"/>
                    </a:cubicBezTo>
                    <a:cubicBezTo>
                      <a:pt x="28792" y="2571"/>
                      <a:pt x="28863" y="2500"/>
                      <a:pt x="28935" y="2357"/>
                    </a:cubicBezTo>
                    <a:cubicBezTo>
                      <a:pt x="29077" y="2286"/>
                      <a:pt x="29149" y="2214"/>
                      <a:pt x="29220" y="2214"/>
                    </a:cubicBezTo>
                    <a:cubicBezTo>
                      <a:pt x="29363" y="2143"/>
                      <a:pt x="29506" y="2286"/>
                      <a:pt x="29649" y="2143"/>
                    </a:cubicBezTo>
                    <a:cubicBezTo>
                      <a:pt x="29934" y="1857"/>
                      <a:pt x="30006" y="1286"/>
                      <a:pt x="30506" y="1286"/>
                    </a:cubicBezTo>
                    <a:cubicBezTo>
                      <a:pt x="30720" y="1286"/>
                      <a:pt x="31005" y="1286"/>
                      <a:pt x="31077" y="1072"/>
                    </a:cubicBezTo>
                    <a:cubicBezTo>
                      <a:pt x="31077" y="1072"/>
                      <a:pt x="31077" y="1000"/>
                      <a:pt x="31005" y="1000"/>
                    </a:cubicBezTo>
                    <a:cubicBezTo>
                      <a:pt x="30863" y="857"/>
                      <a:pt x="30577" y="857"/>
                      <a:pt x="30434" y="715"/>
                    </a:cubicBezTo>
                    <a:cubicBezTo>
                      <a:pt x="30149" y="500"/>
                      <a:pt x="29863" y="929"/>
                      <a:pt x="29577" y="1000"/>
                    </a:cubicBezTo>
                    <a:cubicBezTo>
                      <a:pt x="29506" y="1072"/>
                      <a:pt x="29363" y="929"/>
                      <a:pt x="29220" y="1000"/>
                    </a:cubicBezTo>
                    <a:cubicBezTo>
                      <a:pt x="29149" y="1000"/>
                      <a:pt x="29220" y="1143"/>
                      <a:pt x="29149" y="1286"/>
                    </a:cubicBezTo>
                    <a:cubicBezTo>
                      <a:pt x="29149" y="1357"/>
                      <a:pt x="29006" y="1429"/>
                      <a:pt x="28935" y="1500"/>
                    </a:cubicBezTo>
                    <a:cubicBezTo>
                      <a:pt x="28935" y="1500"/>
                      <a:pt x="28935" y="1643"/>
                      <a:pt x="28935" y="1714"/>
                    </a:cubicBezTo>
                    <a:cubicBezTo>
                      <a:pt x="28935" y="1786"/>
                      <a:pt x="28863" y="1857"/>
                      <a:pt x="28792" y="1857"/>
                    </a:cubicBezTo>
                    <a:cubicBezTo>
                      <a:pt x="28578" y="1857"/>
                      <a:pt x="28435" y="1714"/>
                      <a:pt x="28506" y="1500"/>
                    </a:cubicBezTo>
                    <a:cubicBezTo>
                      <a:pt x="28578" y="1357"/>
                      <a:pt x="28792" y="1143"/>
                      <a:pt x="28506" y="1072"/>
                    </a:cubicBezTo>
                    <a:cubicBezTo>
                      <a:pt x="28363" y="1000"/>
                      <a:pt x="28221" y="1143"/>
                      <a:pt x="28078" y="1214"/>
                    </a:cubicBezTo>
                    <a:cubicBezTo>
                      <a:pt x="27935" y="1214"/>
                      <a:pt x="27578" y="1214"/>
                      <a:pt x="27578" y="1429"/>
                    </a:cubicBezTo>
                    <a:cubicBezTo>
                      <a:pt x="27649" y="1500"/>
                      <a:pt x="27792" y="1500"/>
                      <a:pt x="27935" y="1500"/>
                    </a:cubicBezTo>
                    <a:cubicBezTo>
                      <a:pt x="28078" y="1571"/>
                      <a:pt x="28221" y="1714"/>
                      <a:pt x="28078" y="1786"/>
                    </a:cubicBezTo>
                    <a:close/>
                    <a:moveTo>
                      <a:pt x="4158" y="4428"/>
                    </a:moveTo>
                    <a:cubicBezTo>
                      <a:pt x="4230" y="4499"/>
                      <a:pt x="4372" y="4356"/>
                      <a:pt x="4444" y="4356"/>
                    </a:cubicBezTo>
                    <a:cubicBezTo>
                      <a:pt x="4515" y="4356"/>
                      <a:pt x="4587" y="4499"/>
                      <a:pt x="4658" y="4570"/>
                    </a:cubicBezTo>
                    <a:cubicBezTo>
                      <a:pt x="4729" y="4570"/>
                      <a:pt x="4729" y="4570"/>
                      <a:pt x="4801" y="4499"/>
                    </a:cubicBezTo>
                    <a:cubicBezTo>
                      <a:pt x="4872" y="4356"/>
                      <a:pt x="4944" y="4213"/>
                      <a:pt x="4801" y="4142"/>
                    </a:cubicBezTo>
                    <a:cubicBezTo>
                      <a:pt x="4729" y="4071"/>
                      <a:pt x="4729" y="3999"/>
                      <a:pt x="4801" y="3928"/>
                    </a:cubicBezTo>
                    <a:cubicBezTo>
                      <a:pt x="4801" y="3785"/>
                      <a:pt x="5015" y="3856"/>
                      <a:pt x="5015" y="3785"/>
                    </a:cubicBezTo>
                    <a:cubicBezTo>
                      <a:pt x="5015" y="3642"/>
                      <a:pt x="5229" y="3642"/>
                      <a:pt x="5301" y="3499"/>
                    </a:cubicBezTo>
                    <a:cubicBezTo>
                      <a:pt x="5301" y="3357"/>
                      <a:pt x="5086" y="3357"/>
                      <a:pt x="4944" y="3357"/>
                    </a:cubicBezTo>
                    <a:cubicBezTo>
                      <a:pt x="4872" y="3428"/>
                      <a:pt x="4872" y="3571"/>
                      <a:pt x="4801" y="3642"/>
                    </a:cubicBezTo>
                    <a:cubicBezTo>
                      <a:pt x="4729" y="3714"/>
                      <a:pt x="4658" y="3714"/>
                      <a:pt x="4587" y="3642"/>
                    </a:cubicBezTo>
                    <a:cubicBezTo>
                      <a:pt x="4515" y="3571"/>
                      <a:pt x="4515" y="3428"/>
                      <a:pt x="4444" y="3357"/>
                    </a:cubicBezTo>
                    <a:cubicBezTo>
                      <a:pt x="4372" y="3285"/>
                      <a:pt x="4230" y="3214"/>
                      <a:pt x="4301" y="3357"/>
                    </a:cubicBezTo>
                    <a:cubicBezTo>
                      <a:pt x="4301" y="3499"/>
                      <a:pt x="4372" y="3571"/>
                      <a:pt x="4372" y="3714"/>
                    </a:cubicBezTo>
                    <a:cubicBezTo>
                      <a:pt x="4372" y="3785"/>
                      <a:pt x="4444" y="3785"/>
                      <a:pt x="4444" y="3856"/>
                    </a:cubicBezTo>
                    <a:cubicBezTo>
                      <a:pt x="4444" y="3928"/>
                      <a:pt x="4372" y="3928"/>
                      <a:pt x="4301" y="3999"/>
                    </a:cubicBezTo>
                    <a:cubicBezTo>
                      <a:pt x="4230" y="3999"/>
                      <a:pt x="4301" y="4071"/>
                      <a:pt x="4301" y="4071"/>
                    </a:cubicBezTo>
                    <a:cubicBezTo>
                      <a:pt x="4230" y="4142"/>
                      <a:pt x="4230" y="4142"/>
                      <a:pt x="4158" y="4213"/>
                    </a:cubicBezTo>
                    <a:cubicBezTo>
                      <a:pt x="4158" y="4285"/>
                      <a:pt x="4087" y="4356"/>
                      <a:pt x="4158" y="4428"/>
                    </a:cubicBezTo>
                    <a:close/>
                    <a:moveTo>
                      <a:pt x="24508" y="18208"/>
                    </a:moveTo>
                    <a:cubicBezTo>
                      <a:pt x="24436" y="18137"/>
                      <a:pt x="24436" y="18137"/>
                      <a:pt x="24436" y="18137"/>
                    </a:cubicBezTo>
                    <a:cubicBezTo>
                      <a:pt x="24436" y="18065"/>
                      <a:pt x="24436" y="18065"/>
                      <a:pt x="24436" y="18065"/>
                    </a:cubicBezTo>
                    <a:cubicBezTo>
                      <a:pt x="24365" y="18065"/>
                      <a:pt x="24365" y="18065"/>
                      <a:pt x="24365" y="18065"/>
                    </a:cubicBezTo>
                    <a:cubicBezTo>
                      <a:pt x="24294" y="18065"/>
                      <a:pt x="24294" y="18065"/>
                      <a:pt x="24294" y="18065"/>
                    </a:cubicBezTo>
                    <a:cubicBezTo>
                      <a:pt x="24222" y="18065"/>
                      <a:pt x="24222" y="18065"/>
                      <a:pt x="24222" y="18065"/>
                    </a:cubicBezTo>
                    <a:cubicBezTo>
                      <a:pt x="24222" y="18137"/>
                      <a:pt x="24222" y="18137"/>
                      <a:pt x="24222" y="18137"/>
                    </a:cubicBezTo>
                    <a:cubicBezTo>
                      <a:pt x="24222" y="18137"/>
                      <a:pt x="24222" y="18137"/>
                      <a:pt x="24222" y="18137"/>
                    </a:cubicBezTo>
                    <a:cubicBezTo>
                      <a:pt x="24294" y="18208"/>
                      <a:pt x="24294" y="18208"/>
                      <a:pt x="24294" y="18208"/>
                    </a:cubicBezTo>
                    <a:cubicBezTo>
                      <a:pt x="24294" y="18279"/>
                      <a:pt x="24294" y="18279"/>
                      <a:pt x="24294" y="18279"/>
                    </a:cubicBezTo>
                    <a:cubicBezTo>
                      <a:pt x="24436" y="18351"/>
                      <a:pt x="24436" y="18351"/>
                      <a:pt x="24436" y="18351"/>
                    </a:cubicBezTo>
                    <a:cubicBezTo>
                      <a:pt x="24508" y="18279"/>
                      <a:pt x="24508" y="18279"/>
                      <a:pt x="24508" y="18279"/>
                    </a:cubicBezTo>
                    <a:cubicBezTo>
                      <a:pt x="24508" y="18208"/>
                      <a:pt x="24508" y="18208"/>
                      <a:pt x="24508" y="18208"/>
                    </a:cubicBezTo>
                    <a:cubicBezTo>
                      <a:pt x="24508" y="18208"/>
                      <a:pt x="24508" y="18208"/>
                      <a:pt x="24508" y="18208"/>
                    </a:cubicBezTo>
                    <a:close/>
                    <a:moveTo>
                      <a:pt x="24222" y="2928"/>
                    </a:moveTo>
                    <a:cubicBezTo>
                      <a:pt x="24222" y="2785"/>
                      <a:pt x="24008" y="2571"/>
                      <a:pt x="24079" y="2357"/>
                    </a:cubicBezTo>
                    <a:cubicBezTo>
                      <a:pt x="24151" y="2214"/>
                      <a:pt x="24436" y="2428"/>
                      <a:pt x="24579" y="2286"/>
                    </a:cubicBezTo>
                    <a:cubicBezTo>
                      <a:pt x="24651" y="2214"/>
                      <a:pt x="24651" y="2000"/>
                      <a:pt x="24651" y="1928"/>
                    </a:cubicBezTo>
                    <a:cubicBezTo>
                      <a:pt x="24722" y="1857"/>
                      <a:pt x="24793" y="1786"/>
                      <a:pt x="24865" y="1714"/>
                    </a:cubicBezTo>
                    <a:cubicBezTo>
                      <a:pt x="25722" y="1500"/>
                      <a:pt x="25222" y="1143"/>
                      <a:pt x="25079" y="572"/>
                    </a:cubicBezTo>
                    <a:cubicBezTo>
                      <a:pt x="25008" y="286"/>
                      <a:pt x="24722" y="72"/>
                      <a:pt x="24436" y="1"/>
                    </a:cubicBezTo>
                    <a:cubicBezTo>
                      <a:pt x="24222" y="1"/>
                      <a:pt x="24079" y="143"/>
                      <a:pt x="23937" y="286"/>
                    </a:cubicBezTo>
                    <a:cubicBezTo>
                      <a:pt x="23865" y="500"/>
                      <a:pt x="23651" y="715"/>
                      <a:pt x="23794" y="857"/>
                    </a:cubicBezTo>
                    <a:cubicBezTo>
                      <a:pt x="24008" y="929"/>
                      <a:pt x="24436" y="572"/>
                      <a:pt x="24722" y="715"/>
                    </a:cubicBezTo>
                    <a:cubicBezTo>
                      <a:pt x="25008" y="857"/>
                      <a:pt x="24579" y="1143"/>
                      <a:pt x="24436" y="1286"/>
                    </a:cubicBezTo>
                    <a:cubicBezTo>
                      <a:pt x="24151" y="1429"/>
                      <a:pt x="23865" y="1643"/>
                      <a:pt x="23580" y="1786"/>
                    </a:cubicBezTo>
                    <a:cubicBezTo>
                      <a:pt x="23223" y="1928"/>
                      <a:pt x="22866" y="1928"/>
                      <a:pt x="22580" y="2214"/>
                    </a:cubicBezTo>
                    <a:cubicBezTo>
                      <a:pt x="22437" y="2357"/>
                      <a:pt x="22223" y="2428"/>
                      <a:pt x="22152" y="2571"/>
                    </a:cubicBezTo>
                    <a:cubicBezTo>
                      <a:pt x="22080" y="2643"/>
                      <a:pt x="22152" y="2857"/>
                      <a:pt x="22080" y="3071"/>
                    </a:cubicBezTo>
                    <a:cubicBezTo>
                      <a:pt x="21937" y="3428"/>
                      <a:pt x="21437" y="3357"/>
                      <a:pt x="21152" y="3428"/>
                    </a:cubicBezTo>
                    <a:cubicBezTo>
                      <a:pt x="20938" y="3499"/>
                      <a:pt x="20795" y="3499"/>
                      <a:pt x="20652" y="3428"/>
                    </a:cubicBezTo>
                    <a:cubicBezTo>
                      <a:pt x="20295" y="3357"/>
                      <a:pt x="20081" y="3071"/>
                      <a:pt x="19795" y="2928"/>
                    </a:cubicBezTo>
                    <a:cubicBezTo>
                      <a:pt x="19581" y="2785"/>
                      <a:pt x="19224" y="2785"/>
                      <a:pt x="19224" y="2428"/>
                    </a:cubicBezTo>
                    <a:cubicBezTo>
                      <a:pt x="19081" y="2000"/>
                      <a:pt x="18653" y="2500"/>
                      <a:pt x="18367" y="2500"/>
                    </a:cubicBezTo>
                    <a:cubicBezTo>
                      <a:pt x="17939" y="2571"/>
                      <a:pt x="17582" y="2643"/>
                      <a:pt x="17153" y="2643"/>
                    </a:cubicBezTo>
                    <a:cubicBezTo>
                      <a:pt x="16939" y="2643"/>
                      <a:pt x="16868" y="2571"/>
                      <a:pt x="16654" y="2571"/>
                    </a:cubicBezTo>
                    <a:cubicBezTo>
                      <a:pt x="16582" y="2714"/>
                      <a:pt x="16582" y="2785"/>
                      <a:pt x="16439" y="2928"/>
                    </a:cubicBezTo>
                    <a:cubicBezTo>
                      <a:pt x="16297" y="3071"/>
                      <a:pt x="16082" y="3214"/>
                      <a:pt x="15940" y="3214"/>
                    </a:cubicBezTo>
                    <a:cubicBezTo>
                      <a:pt x="15797" y="3142"/>
                      <a:pt x="15654" y="3142"/>
                      <a:pt x="15511" y="3142"/>
                    </a:cubicBezTo>
                    <a:cubicBezTo>
                      <a:pt x="15368" y="3142"/>
                      <a:pt x="15154" y="3071"/>
                      <a:pt x="15011" y="2928"/>
                    </a:cubicBezTo>
                    <a:cubicBezTo>
                      <a:pt x="14512" y="2357"/>
                      <a:pt x="13940" y="2286"/>
                      <a:pt x="13298" y="2071"/>
                    </a:cubicBezTo>
                    <a:cubicBezTo>
                      <a:pt x="13012" y="2000"/>
                      <a:pt x="12869" y="1786"/>
                      <a:pt x="12584" y="1643"/>
                    </a:cubicBezTo>
                    <a:cubicBezTo>
                      <a:pt x="11941" y="1571"/>
                      <a:pt x="11227" y="1714"/>
                      <a:pt x="10727" y="1286"/>
                    </a:cubicBezTo>
                    <a:cubicBezTo>
                      <a:pt x="10584" y="1143"/>
                      <a:pt x="10442" y="1072"/>
                      <a:pt x="10299" y="1143"/>
                    </a:cubicBezTo>
                    <a:cubicBezTo>
                      <a:pt x="10156" y="1214"/>
                      <a:pt x="10013" y="1214"/>
                      <a:pt x="9870" y="1214"/>
                    </a:cubicBezTo>
                    <a:cubicBezTo>
                      <a:pt x="9656" y="1214"/>
                      <a:pt x="9442" y="1072"/>
                      <a:pt x="9156" y="1072"/>
                    </a:cubicBezTo>
                    <a:cubicBezTo>
                      <a:pt x="9014" y="1072"/>
                      <a:pt x="8799" y="1214"/>
                      <a:pt x="8585" y="1214"/>
                    </a:cubicBezTo>
                    <a:cubicBezTo>
                      <a:pt x="8442" y="1214"/>
                      <a:pt x="8228" y="1214"/>
                      <a:pt x="8085" y="1286"/>
                    </a:cubicBezTo>
                    <a:cubicBezTo>
                      <a:pt x="7728" y="1429"/>
                      <a:pt x="7514" y="1786"/>
                      <a:pt x="7157" y="1928"/>
                    </a:cubicBezTo>
                    <a:cubicBezTo>
                      <a:pt x="6943" y="2000"/>
                      <a:pt x="6729" y="1928"/>
                      <a:pt x="6515" y="2214"/>
                    </a:cubicBezTo>
                    <a:cubicBezTo>
                      <a:pt x="6372" y="2357"/>
                      <a:pt x="6086" y="2286"/>
                      <a:pt x="5872" y="2286"/>
                    </a:cubicBezTo>
                    <a:cubicBezTo>
                      <a:pt x="5729" y="2357"/>
                      <a:pt x="5729" y="2571"/>
                      <a:pt x="5586" y="2714"/>
                    </a:cubicBezTo>
                    <a:cubicBezTo>
                      <a:pt x="5372" y="3071"/>
                      <a:pt x="5301" y="3499"/>
                      <a:pt x="5301" y="3928"/>
                    </a:cubicBezTo>
                    <a:cubicBezTo>
                      <a:pt x="5372" y="4142"/>
                      <a:pt x="5443" y="4356"/>
                      <a:pt x="5586" y="4499"/>
                    </a:cubicBezTo>
                    <a:cubicBezTo>
                      <a:pt x="5658" y="4570"/>
                      <a:pt x="5729" y="4570"/>
                      <a:pt x="5801" y="4642"/>
                    </a:cubicBezTo>
                    <a:cubicBezTo>
                      <a:pt x="5872" y="4713"/>
                      <a:pt x="5943" y="4927"/>
                      <a:pt x="6086" y="4927"/>
                    </a:cubicBezTo>
                    <a:cubicBezTo>
                      <a:pt x="6372" y="4642"/>
                      <a:pt x="6800" y="4570"/>
                      <a:pt x="7157" y="4499"/>
                    </a:cubicBezTo>
                    <a:cubicBezTo>
                      <a:pt x="7514" y="4356"/>
                      <a:pt x="7800" y="4499"/>
                      <a:pt x="8085" y="4642"/>
                    </a:cubicBezTo>
                    <a:cubicBezTo>
                      <a:pt x="8300" y="4785"/>
                      <a:pt x="8514" y="4713"/>
                      <a:pt x="8728" y="4642"/>
                    </a:cubicBezTo>
                    <a:cubicBezTo>
                      <a:pt x="9014" y="4499"/>
                      <a:pt x="9299" y="4570"/>
                      <a:pt x="9656" y="4570"/>
                    </a:cubicBezTo>
                    <a:cubicBezTo>
                      <a:pt x="10227" y="4356"/>
                      <a:pt x="10727" y="5142"/>
                      <a:pt x="11298" y="4927"/>
                    </a:cubicBezTo>
                    <a:cubicBezTo>
                      <a:pt x="11870" y="4499"/>
                      <a:pt x="11870" y="5142"/>
                      <a:pt x="12369" y="5356"/>
                    </a:cubicBezTo>
                    <a:cubicBezTo>
                      <a:pt x="12869" y="5570"/>
                      <a:pt x="13369" y="5356"/>
                      <a:pt x="13798" y="5213"/>
                    </a:cubicBezTo>
                    <a:cubicBezTo>
                      <a:pt x="14297" y="5142"/>
                      <a:pt x="15011" y="5570"/>
                      <a:pt x="15083" y="4856"/>
                    </a:cubicBezTo>
                    <a:cubicBezTo>
                      <a:pt x="15226" y="4356"/>
                      <a:pt x="15940" y="4713"/>
                      <a:pt x="16297" y="4713"/>
                    </a:cubicBezTo>
                    <a:cubicBezTo>
                      <a:pt x="16511" y="4713"/>
                      <a:pt x="16654" y="4999"/>
                      <a:pt x="16868" y="5070"/>
                    </a:cubicBezTo>
                    <a:cubicBezTo>
                      <a:pt x="16939" y="5070"/>
                      <a:pt x="17011" y="4999"/>
                      <a:pt x="17153" y="4999"/>
                    </a:cubicBezTo>
                    <a:cubicBezTo>
                      <a:pt x="17296" y="4999"/>
                      <a:pt x="17439" y="5142"/>
                      <a:pt x="17582" y="5070"/>
                    </a:cubicBezTo>
                    <a:cubicBezTo>
                      <a:pt x="18224" y="4856"/>
                      <a:pt x="18938" y="4642"/>
                      <a:pt x="19438" y="4356"/>
                    </a:cubicBezTo>
                    <a:cubicBezTo>
                      <a:pt x="19510" y="4285"/>
                      <a:pt x="19652" y="4213"/>
                      <a:pt x="19795" y="4213"/>
                    </a:cubicBezTo>
                    <a:cubicBezTo>
                      <a:pt x="20438" y="4071"/>
                      <a:pt x="21152" y="4285"/>
                      <a:pt x="21795" y="4142"/>
                    </a:cubicBezTo>
                    <a:cubicBezTo>
                      <a:pt x="22294" y="3999"/>
                      <a:pt x="22723" y="3642"/>
                      <a:pt x="23223" y="3571"/>
                    </a:cubicBezTo>
                    <a:cubicBezTo>
                      <a:pt x="23580" y="3428"/>
                      <a:pt x="24222" y="3499"/>
                      <a:pt x="24222" y="3000"/>
                    </a:cubicBezTo>
                    <a:close/>
                    <a:moveTo>
                      <a:pt x="27649" y="15709"/>
                    </a:moveTo>
                    <a:cubicBezTo>
                      <a:pt x="27435" y="15638"/>
                      <a:pt x="27578" y="15495"/>
                      <a:pt x="27649" y="15352"/>
                    </a:cubicBezTo>
                    <a:cubicBezTo>
                      <a:pt x="27649" y="15209"/>
                      <a:pt x="27721" y="14924"/>
                      <a:pt x="27649" y="14852"/>
                    </a:cubicBezTo>
                    <a:cubicBezTo>
                      <a:pt x="27507" y="14781"/>
                      <a:pt x="27435" y="14995"/>
                      <a:pt x="27292" y="14995"/>
                    </a:cubicBezTo>
                    <a:cubicBezTo>
                      <a:pt x="26864" y="15209"/>
                      <a:pt x="26507" y="15423"/>
                      <a:pt x="26293" y="15852"/>
                    </a:cubicBezTo>
                    <a:cubicBezTo>
                      <a:pt x="26221" y="16066"/>
                      <a:pt x="26007" y="16066"/>
                      <a:pt x="25793" y="16209"/>
                    </a:cubicBezTo>
                    <a:cubicBezTo>
                      <a:pt x="25650" y="16352"/>
                      <a:pt x="25579" y="16494"/>
                      <a:pt x="25436" y="16566"/>
                    </a:cubicBezTo>
                    <a:cubicBezTo>
                      <a:pt x="25150" y="16637"/>
                      <a:pt x="24793" y="16637"/>
                      <a:pt x="24436" y="16780"/>
                    </a:cubicBezTo>
                    <a:cubicBezTo>
                      <a:pt x="24008" y="16851"/>
                      <a:pt x="24008" y="17208"/>
                      <a:pt x="24079" y="17637"/>
                    </a:cubicBezTo>
                    <a:cubicBezTo>
                      <a:pt x="24222" y="17994"/>
                      <a:pt x="24579" y="17922"/>
                      <a:pt x="24793" y="17851"/>
                    </a:cubicBezTo>
                    <a:cubicBezTo>
                      <a:pt x="24936" y="17780"/>
                      <a:pt x="25008" y="17637"/>
                      <a:pt x="25079" y="17565"/>
                    </a:cubicBezTo>
                    <a:cubicBezTo>
                      <a:pt x="25507" y="17351"/>
                      <a:pt x="26079" y="17351"/>
                      <a:pt x="26507" y="17137"/>
                    </a:cubicBezTo>
                    <a:cubicBezTo>
                      <a:pt x="26650" y="17066"/>
                      <a:pt x="26721" y="16851"/>
                      <a:pt x="26793" y="16709"/>
                    </a:cubicBezTo>
                    <a:cubicBezTo>
                      <a:pt x="27007" y="16566"/>
                      <a:pt x="27292" y="16280"/>
                      <a:pt x="27578" y="16280"/>
                    </a:cubicBezTo>
                    <a:cubicBezTo>
                      <a:pt x="27864" y="16280"/>
                      <a:pt x="27864" y="15852"/>
                      <a:pt x="27649" y="15780"/>
                    </a:cubicBezTo>
                    <a:close/>
                    <a:moveTo>
                      <a:pt x="23223" y="17137"/>
                    </a:moveTo>
                    <a:cubicBezTo>
                      <a:pt x="23151" y="17137"/>
                      <a:pt x="23151" y="17137"/>
                      <a:pt x="23151" y="17137"/>
                    </a:cubicBezTo>
                    <a:cubicBezTo>
                      <a:pt x="23151" y="17066"/>
                      <a:pt x="23151" y="17066"/>
                      <a:pt x="23151" y="17066"/>
                    </a:cubicBezTo>
                    <a:cubicBezTo>
                      <a:pt x="23080" y="17066"/>
                      <a:pt x="23080" y="17066"/>
                      <a:pt x="23080" y="17066"/>
                    </a:cubicBezTo>
                    <a:cubicBezTo>
                      <a:pt x="23008" y="17066"/>
                      <a:pt x="23008" y="17066"/>
                      <a:pt x="23008" y="17066"/>
                    </a:cubicBezTo>
                    <a:cubicBezTo>
                      <a:pt x="23008" y="17137"/>
                      <a:pt x="23008" y="17137"/>
                      <a:pt x="23008" y="17137"/>
                    </a:cubicBezTo>
                    <a:cubicBezTo>
                      <a:pt x="23151" y="17208"/>
                      <a:pt x="23151" y="17208"/>
                      <a:pt x="23151" y="17208"/>
                    </a:cubicBezTo>
                    <a:cubicBezTo>
                      <a:pt x="23223" y="17280"/>
                      <a:pt x="23223" y="17280"/>
                      <a:pt x="23223" y="17280"/>
                    </a:cubicBezTo>
                    <a:cubicBezTo>
                      <a:pt x="23223" y="17208"/>
                      <a:pt x="23223" y="17208"/>
                      <a:pt x="23223" y="17208"/>
                    </a:cubicBezTo>
                    <a:cubicBezTo>
                      <a:pt x="23223" y="17208"/>
                      <a:pt x="23223" y="17208"/>
                      <a:pt x="23223" y="17208"/>
                    </a:cubicBezTo>
                    <a:cubicBezTo>
                      <a:pt x="23294" y="17208"/>
                      <a:pt x="23294" y="17208"/>
                      <a:pt x="23294" y="17208"/>
                    </a:cubicBezTo>
                    <a:cubicBezTo>
                      <a:pt x="23294" y="17208"/>
                      <a:pt x="23294" y="17208"/>
                      <a:pt x="23294" y="17208"/>
                    </a:cubicBezTo>
                    <a:close/>
                    <a:moveTo>
                      <a:pt x="38645" y="6070"/>
                    </a:moveTo>
                    <a:cubicBezTo>
                      <a:pt x="38574" y="5927"/>
                      <a:pt x="38360" y="5713"/>
                      <a:pt x="38217" y="5713"/>
                    </a:cubicBezTo>
                    <a:cubicBezTo>
                      <a:pt x="38146" y="5713"/>
                      <a:pt x="38074" y="5856"/>
                      <a:pt x="38003" y="5927"/>
                    </a:cubicBezTo>
                    <a:cubicBezTo>
                      <a:pt x="37717" y="6070"/>
                      <a:pt x="37217" y="6284"/>
                      <a:pt x="37146" y="5856"/>
                    </a:cubicBezTo>
                    <a:cubicBezTo>
                      <a:pt x="37146" y="5713"/>
                      <a:pt x="37146" y="5713"/>
                      <a:pt x="37146" y="5641"/>
                    </a:cubicBezTo>
                    <a:cubicBezTo>
                      <a:pt x="37074" y="5499"/>
                      <a:pt x="36860" y="5641"/>
                      <a:pt x="36717" y="5713"/>
                    </a:cubicBezTo>
                    <a:cubicBezTo>
                      <a:pt x="36360" y="5856"/>
                      <a:pt x="36075" y="5998"/>
                      <a:pt x="35789" y="6213"/>
                    </a:cubicBezTo>
                    <a:cubicBezTo>
                      <a:pt x="35504" y="6498"/>
                      <a:pt x="35075" y="6784"/>
                      <a:pt x="34647" y="6855"/>
                    </a:cubicBezTo>
                    <a:cubicBezTo>
                      <a:pt x="34504" y="6855"/>
                      <a:pt x="34361" y="6855"/>
                      <a:pt x="34290" y="6927"/>
                    </a:cubicBezTo>
                    <a:cubicBezTo>
                      <a:pt x="34147" y="7141"/>
                      <a:pt x="34147" y="7426"/>
                      <a:pt x="34076" y="7641"/>
                    </a:cubicBezTo>
                    <a:cubicBezTo>
                      <a:pt x="33933" y="7926"/>
                      <a:pt x="33576" y="8069"/>
                      <a:pt x="33504" y="8426"/>
                    </a:cubicBezTo>
                    <a:cubicBezTo>
                      <a:pt x="33504" y="8497"/>
                      <a:pt x="33433" y="8569"/>
                      <a:pt x="33433" y="8712"/>
                    </a:cubicBezTo>
                    <a:cubicBezTo>
                      <a:pt x="33219" y="8926"/>
                      <a:pt x="33005" y="8854"/>
                      <a:pt x="33005" y="8569"/>
                    </a:cubicBezTo>
                    <a:cubicBezTo>
                      <a:pt x="32933" y="8283"/>
                      <a:pt x="32648" y="8069"/>
                      <a:pt x="32362" y="8283"/>
                    </a:cubicBezTo>
                    <a:cubicBezTo>
                      <a:pt x="32219" y="8355"/>
                      <a:pt x="32076" y="8355"/>
                      <a:pt x="31934" y="8283"/>
                    </a:cubicBezTo>
                    <a:cubicBezTo>
                      <a:pt x="31719" y="8140"/>
                      <a:pt x="31648" y="7926"/>
                      <a:pt x="31362" y="7998"/>
                    </a:cubicBezTo>
                    <a:cubicBezTo>
                      <a:pt x="30934" y="8212"/>
                      <a:pt x="30648" y="8783"/>
                      <a:pt x="30149" y="8997"/>
                    </a:cubicBezTo>
                    <a:cubicBezTo>
                      <a:pt x="29934" y="9211"/>
                      <a:pt x="29720" y="9426"/>
                      <a:pt x="29506" y="9640"/>
                    </a:cubicBezTo>
                    <a:cubicBezTo>
                      <a:pt x="29292" y="9925"/>
                      <a:pt x="29363" y="10211"/>
                      <a:pt x="29292" y="10497"/>
                    </a:cubicBezTo>
                    <a:cubicBezTo>
                      <a:pt x="29220" y="10639"/>
                      <a:pt x="29220" y="10854"/>
                      <a:pt x="29292" y="11068"/>
                    </a:cubicBezTo>
                    <a:cubicBezTo>
                      <a:pt x="29292" y="11425"/>
                      <a:pt x="28935" y="11568"/>
                      <a:pt x="28792" y="11853"/>
                    </a:cubicBezTo>
                    <a:cubicBezTo>
                      <a:pt x="28792" y="11996"/>
                      <a:pt x="28792" y="12139"/>
                      <a:pt x="28792" y="12282"/>
                    </a:cubicBezTo>
                    <a:cubicBezTo>
                      <a:pt x="28935" y="12424"/>
                      <a:pt x="29292" y="12210"/>
                      <a:pt x="29577" y="12282"/>
                    </a:cubicBezTo>
                    <a:cubicBezTo>
                      <a:pt x="29792" y="12353"/>
                      <a:pt x="29934" y="12567"/>
                      <a:pt x="29720" y="12782"/>
                    </a:cubicBezTo>
                    <a:cubicBezTo>
                      <a:pt x="29292" y="13139"/>
                      <a:pt x="28363" y="13139"/>
                      <a:pt x="28221" y="13781"/>
                    </a:cubicBezTo>
                    <a:cubicBezTo>
                      <a:pt x="28221" y="13924"/>
                      <a:pt x="28149" y="14138"/>
                      <a:pt x="28149" y="14281"/>
                    </a:cubicBezTo>
                    <a:cubicBezTo>
                      <a:pt x="28221" y="14424"/>
                      <a:pt x="28435" y="14281"/>
                      <a:pt x="28578" y="14281"/>
                    </a:cubicBezTo>
                    <a:cubicBezTo>
                      <a:pt x="29292" y="14352"/>
                      <a:pt x="30149" y="14638"/>
                      <a:pt x="30791" y="14138"/>
                    </a:cubicBezTo>
                    <a:cubicBezTo>
                      <a:pt x="31077" y="13924"/>
                      <a:pt x="31577" y="13924"/>
                      <a:pt x="31862" y="13638"/>
                    </a:cubicBezTo>
                    <a:cubicBezTo>
                      <a:pt x="31934" y="13496"/>
                      <a:pt x="32076" y="13353"/>
                      <a:pt x="32219" y="13281"/>
                    </a:cubicBezTo>
                    <a:cubicBezTo>
                      <a:pt x="32933" y="13067"/>
                      <a:pt x="33933" y="13424"/>
                      <a:pt x="34504" y="12782"/>
                    </a:cubicBezTo>
                    <a:cubicBezTo>
                      <a:pt x="34575" y="12710"/>
                      <a:pt x="34647" y="12567"/>
                      <a:pt x="34718" y="12496"/>
                    </a:cubicBezTo>
                    <a:cubicBezTo>
                      <a:pt x="35004" y="11996"/>
                      <a:pt x="35575" y="11782"/>
                      <a:pt x="36003" y="11425"/>
                    </a:cubicBezTo>
                    <a:cubicBezTo>
                      <a:pt x="36360" y="10996"/>
                      <a:pt x="36646" y="10497"/>
                      <a:pt x="37146" y="10140"/>
                    </a:cubicBezTo>
                    <a:cubicBezTo>
                      <a:pt x="37289" y="10068"/>
                      <a:pt x="37360" y="9997"/>
                      <a:pt x="37431" y="9854"/>
                    </a:cubicBezTo>
                    <a:cubicBezTo>
                      <a:pt x="37646" y="9640"/>
                      <a:pt x="37574" y="9354"/>
                      <a:pt x="37789" y="9140"/>
                    </a:cubicBezTo>
                    <a:cubicBezTo>
                      <a:pt x="37860" y="8997"/>
                      <a:pt x="37931" y="8926"/>
                      <a:pt x="38003" y="8783"/>
                    </a:cubicBezTo>
                    <a:cubicBezTo>
                      <a:pt x="38146" y="8426"/>
                      <a:pt x="37860" y="7998"/>
                      <a:pt x="37646" y="7712"/>
                    </a:cubicBezTo>
                    <a:cubicBezTo>
                      <a:pt x="37503" y="7569"/>
                      <a:pt x="37431" y="7426"/>
                      <a:pt x="37431" y="7212"/>
                    </a:cubicBezTo>
                    <a:cubicBezTo>
                      <a:pt x="37503" y="6784"/>
                      <a:pt x="38003" y="7069"/>
                      <a:pt x="38360" y="6927"/>
                    </a:cubicBezTo>
                    <a:cubicBezTo>
                      <a:pt x="38717" y="6855"/>
                      <a:pt x="38645" y="6498"/>
                      <a:pt x="38645" y="6070"/>
                    </a:cubicBezTo>
                    <a:close/>
                    <a:moveTo>
                      <a:pt x="28363" y="13210"/>
                    </a:moveTo>
                    <a:cubicBezTo>
                      <a:pt x="28363" y="13139"/>
                      <a:pt x="28221" y="13067"/>
                      <a:pt x="28149" y="13067"/>
                    </a:cubicBezTo>
                    <a:cubicBezTo>
                      <a:pt x="28149" y="12996"/>
                      <a:pt x="28078" y="12924"/>
                      <a:pt x="28006" y="12924"/>
                    </a:cubicBezTo>
                    <a:cubicBezTo>
                      <a:pt x="27792" y="12924"/>
                      <a:pt x="27649" y="13139"/>
                      <a:pt x="27578" y="13353"/>
                    </a:cubicBezTo>
                    <a:cubicBezTo>
                      <a:pt x="27507" y="13567"/>
                      <a:pt x="27150" y="13638"/>
                      <a:pt x="27150" y="13924"/>
                    </a:cubicBezTo>
                    <a:cubicBezTo>
                      <a:pt x="27150" y="13995"/>
                      <a:pt x="27221" y="14281"/>
                      <a:pt x="27364" y="14138"/>
                    </a:cubicBezTo>
                    <a:cubicBezTo>
                      <a:pt x="27435" y="14067"/>
                      <a:pt x="27435" y="13995"/>
                      <a:pt x="27507" y="13995"/>
                    </a:cubicBezTo>
                    <a:cubicBezTo>
                      <a:pt x="27578" y="13995"/>
                      <a:pt x="27649" y="14210"/>
                      <a:pt x="27792" y="14138"/>
                    </a:cubicBezTo>
                    <a:cubicBezTo>
                      <a:pt x="27792" y="13995"/>
                      <a:pt x="27864" y="13924"/>
                      <a:pt x="27792" y="13781"/>
                    </a:cubicBezTo>
                    <a:cubicBezTo>
                      <a:pt x="27792" y="13710"/>
                      <a:pt x="27721" y="13567"/>
                      <a:pt x="27721" y="13496"/>
                    </a:cubicBezTo>
                    <a:cubicBezTo>
                      <a:pt x="27721" y="13424"/>
                      <a:pt x="27792" y="13496"/>
                      <a:pt x="27864" y="13567"/>
                    </a:cubicBezTo>
                    <a:cubicBezTo>
                      <a:pt x="27935" y="13567"/>
                      <a:pt x="28006" y="13496"/>
                      <a:pt x="28006" y="13496"/>
                    </a:cubicBezTo>
                    <a:cubicBezTo>
                      <a:pt x="28078" y="13353"/>
                      <a:pt x="28292" y="13281"/>
                      <a:pt x="28363" y="13210"/>
                    </a:cubicBezTo>
                    <a:close/>
                    <a:moveTo>
                      <a:pt x="2730" y="4142"/>
                    </a:moveTo>
                    <a:cubicBezTo>
                      <a:pt x="2802" y="4142"/>
                      <a:pt x="3087" y="4213"/>
                      <a:pt x="3159" y="4213"/>
                    </a:cubicBezTo>
                    <a:cubicBezTo>
                      <a:pt x="3230" y="4142"/>
                      <a:pt x="3087" y="3928"/>
                      <a:pt x="3159" y="3856"/>
                    </a:cubicBezTo>
                    <a:cubicBezTo>
                      <a:pt x="3087" y="3642"/>
                      <a:pt x="3301" y="3642"/>
                      <a:pt x="3373" y="3428"/>
                    </a:cubicBezTo>
                    <a:cubicBezTo>
                      <a:pt x="3444" y="3357"/>
                      <a:pt x="3301" y="3357"/>
                      <a:pt x="3301" y="3285"/>
                    </a:cubicBezTo>
                    <a:cubicBezTo>
                      <a:pt x="3301" y="3285"/>
                      <a:pt x="3373" y="3214"/>
                      <a:pt x="3444" y="3142"/>
                    </a:cubicBezTo>
                    <a:cubicBezTo>
                      <a:pt x="3587" y="3071"/>
                      <a:pt x="3730" y="3285"/>
                      <a:pt x="3873" y="3214"/>
                    </a:cubicBezTo>
                    <a:cubicBezTo>
                      <a:pt x="4087" y="3142"/>
                      <a:pt x="4015" y="3000"/>
                      <a:pt x="3944" y="2857"/>
                    </a:cubicBezTo>
                    <a:cubicBezTo>
                      <a:pt x="3944" y="2785"/>
                      <a:pt x="3944" y="2643"/>
                      <a:pt x="3944" y="2571"/>
                    </a:cubicBezTo>
                    <a:cubicBezTo>
                      <a:pt x="3801" y="2500"/>
                      <a:pt x="3516" y="2571"/>
                      <a:pt x="3373" y="2500"/>
                    </a:cubicBezTo>
                    <a:cubicBezTo>
                      <a:pt x="3230" y="2500"/>
                      <a:pt x="3301" y="2071"/>
                      <a:pt x="3016" y="2214"/>
                    </a:cubicBezTo>
                    <a:cubicBezTo>
                      <a:pt x="2944" y="2286"/>
                      <a:pt x="2944" y="2357"/>
                      <a:pt x="2944" y="2500"/>
                    </a:cubicBezTo>
                    <a:cubicBezTo>
                      <a:pt x="2944" y="2643"/>
                      <a:pt x="3016" y="2785"/>
                      <a:pt x="2944" y="2928"/>
                    </a:cubicBezTo>
                    <a:cubicBezTo>
                      <a:pt x="2873" y="3000"/>
                      <a:pt x="2730" y="3000"/>
                      <a:pt x="2730" y="3142"/>
                    </a:cubicBezTo>
                    <a:cubicBezTo>
                      <a:pt x="2659" y="3428"/>
                      <a:pt x="2802" y="3499"/>
                      <a:pt x="2802" y="3714"/>
                    </a:cubicBezTo>
                    <a:cubicBezTo>
                      <a:pt x="2802" y="3856"/>
                      <a:pt x="2587" y="4071"/>
                      <a:pt x="2730" y="4213"/>
                    </a:cubicBezTo>
                    <a:close/>
                    <a:moveTo>
                      <a:pt x="2088" y="2143"/>
                    </a:moveTo>
                    <a:cubicBezTo>
                      <a:pt x="2016" y="2214"/>
                      <a:pt x="2088" y="2643"/>
                      <a:pt x="2230" y="2428"/>
                    </a:cubicBezTo>
                    <a:cubicBezTo>
                      <a:pt x="2230" y="2357"/>
                      <a:pt x="2230" y="2286"/>
                      <a:pt x="2302" y="2286"/>
                    </a:cubicBezTo>
                    <a:cubicBezTo>
                      <a:pt x="2302" y="2214"/>
                      <a:pt x="2373" y="2428"/>
                      <a:pt x="2373" y="2357"/>
                    </a:cubicBezTo>
                    <a:cubicBezTo>
                      <a:pt x="2445" y="2286"/>
                      <a:pt x="2516" y="2143"/>
                      <a:pt x="2373" y="2071"/>
                    </a:cubicBezTo>
                    <a:cubicBezTo>
                      <a:pt x="2302" y="2071"/>
                      <a:pt x="2230" y="2143"/>
                      <a:pt x="2159" y="2143"/>
                    </a:cubicBezTo>
                    <a:cubicBezTo>
                      <a:pt x="2159" y="2143"/>
                      <a:pt x="2088" y="2000"/>
                      <a:pt x="2088" y="2000"/>
                    </a:cubicBezTo>
                    <a:cubicBezTo>
                      <a:pt x="2016" y="2000"/>
                      <a:pt x="2088" y="2143"/>
                      <a:pt x="2088" y="2143"/>
                    </a:cubicBezTo>
                    <a:close/>
                    <a:moveTo>
                      <a:pt x="11655" y="11996"/>
                    </a:moveTo>
                    <a:cubicBezTo>
                      <a:pt x="11370" y="11568"/>
                      <a:pt x="10799" y="11496"/>
                      <a:pt x="10584" y="10996"/>
                    </a:cubicBezTo>
                    <a:cubicBezTo>
                      <a:pt x="10442" y="10497"/>
                      <a:pt x="9942" y="10282"/>
                      <a:pt x="9656" y="9925"/>
                    </a:cubicBezTo>
                    <a:cubicBezTo>
                      <a:pt x="9442" y="9640"/>
                      <a:pt x="9014" y="9783"/>
                      <a:pt x="8728" y="9854"/>
                    </a:cubicBezTo>
                    <a:cubicBezTo>
                      <a:pt x="7943" y="9925"/>
                      <a:pt x="8371" y="8854"/>
                      <a:pt x="7800" y="8712"/>
                    </a:cubicBezTo>
                    <a:cubicBezTo>
                      <a:pt x="7443" y="8712"/>
                      <a:pt x="7086" y="8640"/>
                      <a:pt x="6943" y="8283"/>
                    </a:cubicBezTo>
                    <a:cubicBezTo>
                      <a:pt x="6657" y="8069"/>
                      <a:pt x="6443" y="7426"/>
                      <a:pt x="6086" y="7641"/>
                    </a:cubicBezTo>
                    <a:cubicBezTo>
                      <a:pt x="5872" y="7783"/>
                      <a:pt x="5658" y="7998"/>
                      <a:pt x="5372" y="8069"/>
                    </a:cubicBezTo>
                    <a:cubicBezTo>
                      <a:pt x="5015" y="8212"/>
                      <a:pt x="4587" y="7926"/>
                      <a:pt x="4230" y="7926"/>
                    </a:cubicBezTo>
                    <a:cubicBezTo>
                      <a:pt x="3944" y="7926"/>
                      <a:pt x="3658" y="8069"/>
                      <a:pt x="3373" y="7998"/>
                    </a:cubicBezTo>
                    <a:cubicBezTo>
                      <a:pt x="3087" y="7998"/>
                      <a:pt x="2730" y="8069"/>
                      <a:pt x="2445" y="8069"/>
                    </a:cubicBezTo>
                    <a:cubicBezTo>
                      <a:pt x="1802" y="7998"/>
                      <a:pt x="-197" y="8426"/>
                      <a:pt x="17" y="9283"/>
                    </a:cubicBezTo>
                    <a:cubicBezTo>
                      <a:pt x="303" y="9711"/>
                      <a:pt x="660" y="10211"/>
                      <a:pt x="1231" y="10354"/>
                    </a:cubicBezTo>
                    <a:cubicBezTo>
                      <a:pt x="1588" y="10497"/>
                      <a:pt x="2088" y="10425"/>
                      <a:pt x="2373" y="10568"/>
                    </a:cubicBezTo>
                    <a:cubicBezTo>
                      <a:pt x="2587" y="10568"/>
                      <a:pt x="2730" y="10639"/>
                      <a:pt x="2873" y="10639"/>
                    </a:cubicBezTo>
                    <a:cubicBezTo>
                      <a:pt x="3230" y="10425"/>
                      <a:pt x="3658" y="10568"/>
                      <a:pt x="4087" y="10639"/>
                    </a:cubicBezTo>
                    <a:cubicBezTo>
                      <a:pt x="4230" y="10639"/>
                      <a:pt x="4444" y="10711"/>
                      <a:pt x="4515" y="10925"/>
                    </a:cubicBezTo>
                    <a:cubicBezTo>
                      <a:pt x="5015" y="11568"/>
                      <a:pt x="5872" y="11568"/>
                      <a:pt x="6443" y="12067"/>
                    </a:cubicBezTo>
                    <a:cubicBezTo>
                      <a:pt x="6586" y="12210"/>
                      <a:pt x="6657" y="12424"/>
                      <a:pt x="6800" y="12639"/>
                    </a:cubicBezTo>
                    <a:cubicBezTo>
                      <a:pt x="7086" y="13139"/>
                      <a:pt x="7728" y="13638"/>
                      <a:pt x="8371" y="13710"/>
                    </a:cubicBezTo>
                    <a:cubicBezTo>
                      <a:pt x="8657" y="13710"/>
                      <a:pt x="9014" y="13781"/>
                      <a:pt x="9228" y="13924"/>
                    </a:cubicBezTo>
                    <a:cubicBezTo>
                      <a:pt x="9299" y="13995"/>
                      <a:pt x="9513" y="14067"/>
                      <a:pt x="9585" y="13924"/>
                    </a:cubicBezTo>
                    <a:cubicBezTo>
                      <a:pt x="9799" y="13710"/>
                      <a:pt x="10085" y="13567"/>
                      <a:pt x="10370" y="13567"/>
                    </a:cubicBezTo>
                    <a:cubicBezTo>
                      <a:pt x="10799" y="13567"/>
                      <a:pt x="11156" y="13353"/>
                      <a:pt x="11441" y="13067"/>
                    </a:cubicBezTo>
                    <a:cubicBezTo>
                      <a:pt x="11727" y="12782"/>
                      <a:pt x="11941" y="12353"/>
                      <a:pt x="11655" y="11996"/>
                    </a:cubicBezTo>
                    <a:close/>
                    <a:moveTo>
                      <a:pt x="8300" y="5142"/>
                    </a:moveTo>
                    <a:cubicBezTo>
                      <a:pt x="8300" y="5142"/>
                      <a:pt x="8300" y="5142"/>
                      <a:pt x="8300" y="5142"/>
                    </a:cubicBezTo>
                    <a:cubicBezTo>
                      <a:pt x="8371" y="5142"/>
                      <a:pt x="8371" y="5142"/>
                      <a:pt x="8371" y="5142"/>
                    </a:cubicBezTo>
                    <a:cubicBezTo>
                      <a:pt x="8442" y="5142"/>
                      <a:pt x="8442" y="5142"/>
                      <a:pt x="8442" y="5142"/>
                    </a:cubicBezTo>
                    <a:cubicBezTo>
                      <a:pt x="8514" y="5070"/>
                      <a:pt x="8514" y="5070"/>
                      <a:pt x="8514" y="5070"/>
                    </a:cubicBezTo>
                    <a:cubicBezTo>
                      <a:pt x="8514" y="4927"/>
                      <a:pt x="8514" y="4927"/>
                      <a:pt x="8514" y="4927"/>
                    </a:cubicBezTo>
                    <a:cubicBezTo>
                      <a:pt x="8442" y="4927"/>
                      <a:pt x="8442" y="4927"/>
                      <a:pt x="8442" y="4927"/>
                    </a:cubicBezTo>
                    <a:cubicBezTo>
                      <a:pt x="8371" y="4856"/>
                      <a:pt x="8371" y="4856"/>
                      <a:pt x="8371" y="4856"/>
                    </a:cubicBezTo>
                    <a:cubicBezTo>
                      <a:pt x="8371" y="4927"/>
                      <a:pt x="8371" y="4927"/>
                      <a:pt x="8371" y="4927"/>
                    </a:cubicBezTo>
                    <a:cubicBezTo>
                      <a:pt x="8300" y="4999"/>
                      <a:pt x="8300" y="4999"/>
                      <a:pt x="8300" y="4999"/>
                    </a:cubicBezTo>
                    <a:cubicBezTo>
                      <a:pt x="8228" y="4999"/>
                      <a:pt x="8228" y="4999"/>
                      <a:pt x="8228" y="4999"/>
                    </a:cubicBezTo>
                    <a:cubicBezTo>
                      <a:pt x="8228" y="5070"/>
                      <a:pt x="8228" y="5070"/>
                      <a:pt x="8228" y="5070"/>
                    </a:cubicBezTo>
                    <a:cubicBezTo>
                      <a:pt x="8228" y="5070"/>
                      <a:pt x="8228" y="5070"/>
                      <a:pt x="8228" y="5070"/>
                    </a:cubicBezTo>
                    <a:cubicBezTo>
                      <a:pt x="8228" y="5070"/>
                      <a:pt x="8228" y="5070"/>
                      <a:pt x="8228" y="5070"/>
                    </a:cubicBezTo>
                    <a:cubicBezTo>
                      <a:pt x="8228" y="5142"/>
                      <a:pt x="8228" y="5142"/>
                      <a:pt x="8228" y="5142"/>
                    </a:cubicBezTo>
                    <a:close/>
                    <a:moveTo>
                      <a:pt x="18867" y="14781"/>
                    </a:moveTo>
                    <a:cubicBezTo>
                      <a:pt x="18653" y="14852"/>
                      <a:pt x="18510" y="14567"/>
                      <a:pt x="18296" y="14709"/>
                    </a:cubicBezTo>
                    <a:cubicBezTo>
                      <a:pt x="18153" y="14781"/>
                      <a:pt x="18082" y="14995"/>
                      <a:pt x="17939" y="15138"/>
                    </a:cubicBezTo>
                    <a:cubicBezTo>
                      <a:pt x="17867" y="15209"/>
                      <a:pt x="17796" y="15209"/>
                      <a:pt x="17653" y="15281"/>
                    </a:cubicBezTo>
                    <a:cubicBezTo>
                      <a:pt x="17510" y="15352"/>
                      <a:pt x="17296" y="15423"/>
                      <a:pt x="17225" y="15495"/>
                    </a:cubicBezTo>
                    <a:cubicBezTo>
                      <a:pt x="17153" y="15495"/>
                      <a:pt x="17082" y="15566"/>
                      <a:pt x="17082" y="15638"/>
                    </a:cubicBezTo>
                    <a:cubicBezTo>
                      <a:pt x="17296" y="15852"/>
                      <a:pt x="17582" y="15780"/>
                      <a:pt x="17867" y="15780"/>
                    </a:cubicBezTo>
                    <a:cubicBezTo>
                      <a:pt x="17939" y="15780"/>
                      <a:pt x="18153" y="15852"/>
                      <a:pt x="18296" y="15780"/>
                    </a:cubicBezTo>
                    <a:cubicBezTo>
                      <a:pt x="18296" y="15780"/>
                      <a:pt x="18296" y="15709"/>
                      <a:pt x="18367" y="15709"/>
                    </a:cubicBezTo>
                    <a:cubicBezTo>
                      <a:pt x="18581" y="15638"/>
                      <a:pt x="18796" y="15495"/>
                      <a:pt x="18938" y="15352"/>
                    </a:cubicBezTo>
                    <a:cubicBezTo>
                      <a:pt x="19081" y="15209"/>
                      <a:pt x="19153" y="14852"/>
                      <a:pt x="18938" y="14781"/>
                    </a:cubicBezTo>
                    <a:close/>
                    <a:moveTo>
                      <a:pt x="16582" y="15852"/>
                    </a:moveTo>
                    <a:cubicBezTo>
                      <a:pt x="16511" y="15852"/>
                      <a:pt x="16511" y="15852"/>
                      <a:pt x="16511" y="15852"/>
                    </a:cubicBezTo>
                    <a:cubicBezTo>
                      <a:pt x="16297" y="15852"/>
                      <a:pt x="16297" y="15852"/>
                      <a:pt x="16297" y="15852"/>
                    </a:cubicBezTo>
                    <a:cubicBezTo>
                      <a:pt x="16154" y="15923"/>
                      <a:pt x="16154" y="15923"/>
                      <a:pt x="16154" y="15923"/>
                    </a:cubicBezTo>
                    <a:cubicBezTo>
                      <a:pt x="16082" y="15995"/>
                      <a:pt x="16082" y="15995"/>
                      <a:pt x="16082" y="15995"/>
                    </a:cubicBezTo>
                    <a:cubicBezTo>
                      <a:pt x="16082" y="16066"/>
                      <a:pt x="16082" y="16066"/>
                      <a:pt x="16082" y="16066"/>
                    </a:cubicBezTo>
                    <a:cubicBezTo>
                      <a:pt x="16225" y="16066"/>
                      <a:pt x="16225" y="16066"/>
                      <a:pt x="16225" y="16066"/>
                    </a:cubicBezTo>
                    <a:cubicBezTo>
                      <a:pt x="16368" y="16066"/>
                      <a:pt x="16368" y="16066"/>
                      <a:pt x="16368" y="16066"/>
                    </a:cubicBezTo>
                    <a:cubicBezTo>
                      <a:pt x="16511" y="15995"/>
                      <a:pt x="16511" y="15995"/>
                      <a:pt x="16511" y="15995"/>
                    </a:cubicBezTo>
                    <a:cubicBezTo>
                      <a:pt x="16582" y="15995"/>
                      <a:pt x="16582" y="15995"/>
                      <a:pt x="16582" y="15995"/>
                    </a:cubicBezTo>
                    <a:cubicBezTo>
                      <a:pt x="16725" y="15923"/>
                      <a:pt x="16725" y="15923"/>
                      <a:pt x="16725" y="15923"/>
                    </a:cubicBezTo>
                    <a:cubicBezTo>
                      <a:pt x="16725" y="15852"/>
                      <a:pt x="16725" y="15852"/>
                      <a:pt x="16725" y="15852"/>
                    </a:cubicBezTo>
                    <a:cubicBezTo>
                      <a:pt x="16654" y="15852"/>
                      <a:pt x="16654" y="15852"/>
                      <a:pt x="16654" y="1585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9"/>
              <p:cNvSpPr/>
              <p:nvPr/>
            </p:nvSpPr>
            <p:spPr>
              <a:xfrm>
                <a:off x="3155700" y="2064375"/>
                <a:ext cx="811400" cy="764850"/>
              </a:xfrm>
              <a:custGeom>
                <a:rect b="b" l="l" r="r" t="t"/>
                <a:pathLst>
                  <a:path extrusionOk="0" h="30594" w="32456">
                    <a:moveTo>
                      <a:pt x="29684" y="1725"/>
                    </a:moveTo>
                    <a:cubicBezTo>
                      <a:pt x="29557" y="1725"/>
                      <a:pt x="29671" y="1966"/>
                      <a:pt x="29671" y="2093"/>
                    </a:cubicBezTo>
                    <a:cubicBezTo>
                      <a:pt x="29798" y="2285"/>
                      <a:pt x="29983" y="2533"/>
                      <a:pt x="30173" y="2533"/>
                    </a:cubicBezTo>
                    <a:cubicBezTo>
                      <a:pt x="30196" y="2533"/>
                      <a:pt x="30219" y="2529"/>
                      <a:pt x="30242" y="2522"/>
                    </a:cubicBezTo>
                    <a:cubicBezTo>
                      <a:pt x="30242" y="2522"/>
                      <a:pt x="30099" y="2450"/>
                      <a:pt x="30028" y="2379"/>
                    </a:cubicBezTo>
                    <a:cubicBezTo>
                      <a:pt x="30028" y="2308"/>
                      <a:pt x="29885" y="2165"/>
                      <a:pt x="29885" y="2093"/>
                    </a:cubicBezTo>
                    <a:cubicBezTo>
                      <a:pt x="29813" y="2022"/>
                      <a:pt x="29813" y="1951"/>
                      <a:pt x="29813" y="1951"/>
                    </a:cubicBezTo>
                    <a:cubicBezTo>
                      <a:pt x="29778" y="1880"/>
                      <a:pt x="29760" y="1862"/>
                      <a:pt x="29760" y="1861"/>
                    </a:cubicBezTo>
                    <a:lnTo>
                      <a:pt x="29760" y="1861"/>
                    </a:lnTo>
                    <a:cubicBezTo>
                      <a:pt x="29760" y="1862"/>
                      <a:pt x="29778" y="1879"/>
                      <a:pt x="29813" y="1879"/>
                    </a:cubicBezTo>
                    <a:cubicBezTo>
                      <a:pt x="29871" y="1937"/>
                      <a:pt x="30022" y="2041"/>
                      <a:pt x="30078" y="2041"/>
                    </a:cubicBezTo>
                    <a:cubicBezTo>
                      <a:pt x="30091" y="2041"/>
                      <a:pt x="30099" y="2036"/>
                      <a:pt x="30099" y="2022"/>
                    </a:cubicBezTo>
                    <a:cubicBezTo>
                      <a:pt x="30099" y="1951"/>
                      <a:pt x="30028" y="1879"/>
                      <a:pt x="29956" y="1879"/>
                    </a:cubicBezTo>
                    <a:cubicBezTo>
                      <a:pt x="29885" y="1808"/>
                      <a:pt x="29813" y="1736"/>
                      <a:pt x="29742" y="1736"/>
                    </a:cubicBezTo>
                    <a:cubicBezTo>
                      <a:pt x="29719" y="1729"/>
                      <a:pt x="29700" y="1725"/>
                      <a:pt x="29684" y="1725"/>
                    </a:cubicBezTo>
                    <a:close/>
                    <a:moveTo>
                      <a:pt x="20854" y="0"/>
                    </a:moveTo>
                    <a:cubicBezTo>
                      <a:pt x="20395" y="0"/>
                      <a:pt x="20120" y="475"/>
                      <a:pt x="19674" y="665"/>
                    </a:cubicBezTo>
                    <a:cubicBezTo>
                      <a:pt x="19389" y="737"/>
                      <a:pt x="19246" y="951"/>
                      <a:pt x="19032" y="1165"/>
                    </a:cubicBezTo>
                    <a:cubicBezTo>
                      <a:pt x="18960" y="1213"/>
                      <a:pt x="18889" y="1237"/>
                      <a:pt x="18820" y="1237"/>
                    </a:cubicBezTo>
                    <a:cubicBezTo>
                      <a:pt x="18683" y="1237"/>
                      <a:pt x="18556" y="1141"/>
                      <a:pt x="18461" y="951"/>
                    </a:cubicBezTo>
                    <a:cubicBezTo>
                      <a:pt x="18387" y="729"/>
                      <a:pt x="18304" y="652"/>
                      <a:pt x="18213" y="652"/>
                    </a:cubicBezTo>
                    <a:cubicBezTo>
                      <a:pt x="18041" y="652"/>
                      <a:pt x="17837" y="929"/>
                      <a:pt x="17604" y="1022"/>
                    </a:cubicBezTo>
                    <a:cubicBezTo>
                      <a:pt x="17556" y="1046"/>
                      <a:pt x="17517" y="1054"/>
                      <a:pt x="17479" y="1054"/>
                    </a:cubicBezTo>
                    <a:cubicBezTo>
                      <a:pt x="17405" y="1054"/>
                      <a:pt x="17342" y="1022"/>
                      <a:pt x="17247" y="1022"/>
                    </a:cubicBezTo>
                    <a:cubicBezTo>
                      <a:pt x="17215" y="1016"/>
                      <a:pt x="17186" y="1013"/>
                      <a:pt x="17159" y="1013"/>
                    </a:cubicBezTo>
                    <a:cubicBezTo>
                      <a:pt x="16877" y="1013"/>
                      <a:pt x="16812" y="1333"/>
                      <a:pt x="16747" y="1594"/>
                    </a:cubicBezTo>
                    <a:cubicBezTo>
                      <a:pt x="16676" y="2093"/>
                      <a:pt x="15819" y="1808"/>
                      <a:pt x="15676" y="2379"/>
                    </a:cubicBezTo>
                    <a:cubicBezTo>
                      <a:pt x="15676" y="2522"/>
                      <a:pt x="15819" y="2736"/>
                      <a:pt x="15747" y="2879"/>
                    </a:cubicBezTo>
                    <a:cubicBezTo>
                      <a:pt x="15605" y="3093"/>
                      <a:pt x="15176" y="3093"/>
                      <a:pt x="15105" y="3307"/>
                    </a:cubicBezTo>
                    <a:cubicBezTo>
                      <a:pt x="15105" y="3664"/>
                      <a:pt x="14962" y="4021"/>
                      <a:pt x="14819" y="4307"/>
                    </a:cubicBezTo>
                    <a:cubicBezTo>
                      <a:pt x="14748" y="4735"/>
                      <a:pt x="14748" y="5235"/>
                      <a:pt x="14534" y="5664"/>
                    </a:cubicBezTo>
                    <a:cubicBezTo>
                      <a:pt x="14462" y="5949"/>
                      <a:pt x="14105" y="6021"/>
                      <a:pt x="13962" y="6378"/>
                    </a:cubicBezTo>
                    <a:cubicBezTo>
                      <a:pt x="13891" y="6592"/>
                      <a:pt x="13677" y="6806"/>
                      <a:pt x="13391" y="6949"/>
                    </a:cubicBezTo>
                    <a:cubicBezTo>
                      <a:pt x="12748" y="7306"/>
                      <a:pt x="12391" y="8020"/>
                      <a:pt x="11677" y="8305"/>
                    </a:cubicBezTo>
                    <a:cubicBezTo>
                      <a:pt x="11249" y="8377"/>
                      <a:pt x="10749" y="8377"/>
                      <a:pt x="10392" y="8591"/>
                    </a:cubicBezTo>
                    <a:cubicBezTo>
                      <a:pt x="10035" y="8805"/>
                      <a:pt x="10107" y="9305"/>
                      <a:pt x="9821" y="9519"/>
                    </a:cubicBezTo>
                    <a:cubicBezTo>
                      <a:pt x="9607" y="9680"/>
                      <a:pt x="9312" y="9760"/>
                      <a:pt x="9028" y="9760"/>
                    </a:cubicBezTo>
                    <a:cubicBezTo>
                      <a:pt x="8933" y="9760"/>
                      <a:pt x="8839" y="9751"/>
                      <a:pt x="8750" y="9733"/>
                    </a:cubicBezTo>
                    <a:cubicBezTo>
                      <a:pt x="8679" y="9733"/>
                      <a:pt x="8607" y="9662"/>
                      <a:pt x="8536" y="9591"/>
                    </a:cubicBezTo>
                    <a:cubicBezTo>
                      <a:pt x="8322" y="9305"/>
                      <a:pt x="7822" y="9376"/>
                      <a:pt x="7536" y="9234"/>
                    </a:cubicBezTo>
                    <a:cubicBezTo>
                      <a:pt x="7322" y="9162"/>
                      <a:pt x="7179" y="8805"/>
                      <a:pt x="6894" y="8805"/>
                    </a:cubicBezTo>
                    <a:cubicBezTo>
                      <a:pt x="6715" y="8841"/>
                      <a:pt x="6554" y="8877"/>
                      <a:pt x="6403" y="8877"/>
                    </a:cubicBezTo>
                    <a:cubicBezTo>
                      <a:pt x="6251" y="8877"/>
                      <a:pt x="6108" y="8841"/>
                      <a:pt x="5965" y="8734"/>
                    </a:cubicBezTo>
                    <a:cubicBezTo>
                      <a:pt x="5608" y="8448"/>
                      <a:pt x="5608" y="8020"/>
                      <a:pt x="5180" y="7806"/>
                    </a:cubicBezTo>
                    <a:cubicBezTo>
                      <a:pt x="5108" y="7806"/>
                      <a:pt x="5037" y="7734"/>
                      <a:pt x="4966" y="7663"/>
                    </a:cubicBezTo>
                    <a:cubicBezTo>
                      <a:pt x="4823" y="7520"/>
                      <a:pt x="4823" y="7234"/>
                      <a:pt x="4609" y="7163"/>
                    </a:cubicBezTo>
                    <a:cubicBezTo>
                      <a:pt x="4255" y="7104"/>
                      <a:pt x="3901" y="6753"/>
                      <a:pt x="3547" y="6753"/>
                    </a:cubicBezTo>
                    <a:cubicBezTo>
                      <a:pt x="3473" y="6753"/>
                      <a:pt x="3398" y="6769"/>
                      <a:pt x="3323" y="6806"/>
                    </a:cubicBezTo>
                    <a:cubicBezTo>
                      <a:pt x="3038" y="6877"/>
                      <a:pt x="2609" y="7020"/>
                      <a:pt x="2538" y="7377"/>
                    </a:cubicBezTo>
                    <a:cubicBezTo>
                      <a:pt x="2395" y="7663"/>
                      <a:pt x="2609" y="8091"/>
                      <a:pt x="2467" y="8377"/>
                    </a:cubicBezTo>
                    <a:cubicBezTo>
                      <a:pt x="1967" y="8948"/>
                      <a:pt x="1181" y="9376"/>
                      <a:pt x="610" y="9805"/>
                    </a:cubicBezTo>
                    <a:cubicBezTo>
                      <a:pt x="467" y="9948"/>
                      <a:pt x="253" y="10233"/>
                      <a:pt x="539" y="10376"/>
                    </a:cubicBezTo>
                    <a:cubicBezTo>
                      <a:pt x="610" y="10447"/>
                      <a:pt x="753" y="10447"/>
                      <a:pt x="824" y="10590"/>
                    </a:cubicBezTo>
                    <a:cubicBezTo>
                      <a:pt x="967" y="11090"/>
                      <a:pt x="610" y="11733"/>
                      <a:pt x="182" y="12090"/>
                    </a:cubicBezTo>
                    <a:cubicBezTo>
                      <a:pt x="54" y="12217"/>
                      <a:pt x="-130" y="12458"/>
                      <a:pt x="136" y="12458"/>
                    </a:cubicBezTo>
                    <a:cubicBezTo>
                      <a:pt x="168" y="12458"/>
                      <a:pt x="207" y="12454"/>
                      <a:pt x="253" y="12447"/>
                    </a:cubicBezTo>
                    <a:cubicBezTo>
                      <a:pt x="753" y="12375"/>
                      <a:pt x="1253" y="12090"/>
                      <a:pt x="1753" y="12018"/>
                    </a:cubicBezTo>
                    <a:cubicBezTo>
                      <a:pt x="1846" y="11995"/>
                      <a:pt x="1938" y="11985"/>
                      <a:pt x="2028" y="11985"/>
                    </a:cubicBezTo>
                    <a:cubicBezTo>
                      <a:pt x="2490" y="11985"/>
                      <a:pt x="2917" y="12244"/>
                      <a:pt x="3395" y="12304"/>
                    </a:cubicBezTo>
                    <a:cubicBezTo>
                      <a:pt x="3504" y="12317"/>
                      <a:pt x="3621" y="12323"/>
                      <a:pt x="3743" y="12323"/>
                    </a:cubicBezTo>
                    <a:cubicBezTo>
                      <a:pt x="4258" y="12323"/>
                      <a:pt x="4861" y="12219"/>
                      <a:pt x="5323" y="12161"/>
                    </a:cubicBezTo>
                    <a:cubicBezTo>
                      <a:pt x="5751" y="11947"/>
                      <a:pt x="6322" y="11661"/>
                      <a:pt x="6822" y="11518"/>
                    </a:cubicBezTo>
                    <a:cubicBezTo>
                      <a:pt x="6902" y="11492"/>
                      <a:pt x="6979" y="11479"/>
                      <a:pt x="7053" y="11479"/>
                    </a:cubicBezTo>
                    <a:cubicBezTo>
                      <a:pt x="7565" y="11479"/>
                      <a:pt x="7893" y="12081"/>
                      <a:pt x="7893" y="12518"/>
                    </a:cubicBezTo>
                    <a:cubicBezTo>
                      <a:pt x="7893" y="12661"/>
                      <a:pt x="7893" y="12732"/>
                      <a:pt x="7822" y="12804"/>
                    </a:cubicBezTo>
                    <a:cubicBezTo>
                      <a:pt x="7608" y="13161"/>
                      <a:pt x="7322" y="13660"/>
                      <a:pt x="7251" y="14017"/>
                    </a:cubicBezTo>
                    <a:cubicBezTo>
                      <a:pt x="7179" y="14517"/>
                      <a:pt x="7465" y="15017"/>
                      <a:pt x="7536" y="15517"/>
                    </a:cubicBezTo>
                    <a:cubicBezTo>
                      <a:pt x="7608" y="15945"/>
                      <a:pt x="7108" y="16517"/>
                      <a:pt x="7393" y="16945"/>
                    </a:cubicBezTo>
                    <a:cubicBezTo>
                      <a:pt x="7439" y="16972"/>
                      <a:pt x="7486" y="16984"/>
                      <a:pt x="7536" y="16984"/>
                    </a:cubicBezTo>
                    <a:cubicBezTo>
                      <a:pt x="7873" y="16984"/>
                      <a:pt x="8277" y="16409"/>
                      <a:pt x="8464" y="16160"/>
                    </a:cubicBezTo>
                    <a:cubicBezTo>
                      <a:pt x="8655" y="15969"/>
                      <a:pt x="8877" y="15874"/>
                      <a:pt x="9110" y="15874"/>
                    </a:cubicBezTo>
                    <a:cubicBezTo>
                      <a:pt x="9226" y="15874"/>
                      <a:pt x="9345" y="15898"/>
                      <a:pt x="9464" y="15945"/>
                    </a:cubicBezTo>
                    <a:cubicBezTo>
                      <a:pt x="9607" y="16017"/>
                      <a:pt x="9607" y="16160"/>
                      <a:pt x="9607" y="16302"/>
                    </a:cubicBezTo>
                    <a:cubicBezTo>
                      <a:pt x="9535" y="16802"/>
                      <a:pt x="9178" y="17231"/>
                      <a:pt x="9178" y="17730"/>
                    </a:cubicBezTo>
                    <a:cubicBezTo>
                      <a:pt x="9250" y="18516"/>
                      <a:pt x="9464" y="19087"/>
                      <a:pt x="9821" y="19730"/>
                    </a:cubicBezTo>
                    <a:cubicBezTo>
                      <a:pt x="10035" y="20372"/>
                      <a:pt x="10107" y="21015"/>
                      <a:pt x="10464" y="21586"/>
                    </a:cubicBezTo>
                    <a:cubicBezTo>
                      <a:pt x="10749" y="22014"/>
                      <a:pt x="11392" y="21943"/>
                      <a:pt x="11677" y="22371"/>
                    </a:cubicBezTo>
                    <a:cubicBezTo>
                      <a:pt x="11820" y="22586"/>
                      <a:pt x="12034" y="22800"/>
                      <a:pt x="12320" y="22871"/>
                    </a:cubicBezTo>
                    <a:cubicBezTo>
                      <a:pt x="12820" y="23157"/>
                      <a:pt x="12463" y="24228"/>
                      <a:pt x="12177" y="24585"/>
                    </a:cubicBezTo>
                    <a:cubicBezTo>
                      <a:pt x="11963" y="24870"/>
                      <a:pt x="11606" y="24870"/>
                      <a:pt x="11392" y="25085"/>
                    </a:cubicBezTo>
                    <a:cubicBezTo>
                      <a:pt x="11249" y="25156"/>
                      <a:pt x="11178" y="25299"/>
                      <a:pt x="11320" y="25442"/>
                    </a:cubicBezTo>
                    <a:cubicBezTo>
                      <a:pt x="11535" y="25656"/>
                      <a:pt x="11677" y="25941"/>
                      <a:pt x="11749" y="26227"/>
                    </a:cubicBezTo>
                    <a:cubicBezTo>
                      <a:pt x="11963" y="26727"/>
                      <a:pt x="12177" y="27155"/>
                      <a:pt x="12106" y="27655"/>
                    </a:cubicBezTo>
                    <a:cubicBezTo>
                      <a:pt x="12106" y="27941"/>
                      <a:pt x="12106" y="28155"/>
                      <a:pt x="12249" y="28369"/>
                    </a:cubicBezTo>
                    <a:cubicBezTo>
                      <a:pt x="12320" y="28512"/>
                      <a:pt x="12534" y="28655"/>
                      <a:pt x="12534" y="28798"/>
                    </a:cubicBezTo>
                    <a:cubicBezTo>
                      <a:pt x="12606" y="29297"/>
                      <a:pt x="12606" y="29797"/>
                      <a:pt x="12820" y="30297"/>
                    </a:cubicBezTo>
                    <a:cubicBezTo>
                      <a:pt x="12820" y="30297"/>
                      <a:pt x="12891" y="30440"/>
                      <a:pt x="12963" y="30440"/>
                    </a:cubicBezTo>
                    <a:cubicBezTo>
                      <a:pt x="12983" y="30460"/>
                      <a:pt x="13006" y="30469"/>
                      <a:pt x="13032" y="30469"/>
                    </a:cubicBezTo>
                    <a:cubicBezTo>
                      <a:pt x="13187" y="30469"/>
                      <a:pt x="13432" y="30154"/>
                      <a:pt x="13677" y="30154"/>
                    </a:cubicBezTo>
                    <a:cubicBezTo>
                      <a:pt x="14676" y="30297"/>
                      <a:pt x="15890" y="30297"/>
                      <a:pt x="16818" y="30511"/>
                    </a:cubicBezTo>
                    <a:cubicBezTo>
                      <a:pt x="16942" y="30552"/>
                      <a:pt x="17042" y="30594"/>
                      <a:pt x="17132" y="30594"/>
                    </a:cubicBezTo>
                    <a:cubicBezTo>
                      <a:pt x="17197" y="30594"/>
                      <a:pt x="17258" y="30572"/>
                      <a:pt x="17318" y="30511"/>
                    </a:cubicBezTo>
                    <a:cubicBezTo>
                      <a:pt x="17390" y="30368"/>
                      <a:pt x="17461" y="30083"/>
                      <a:pt x="17461" y="29869"/>
                    </a:cubicBezTo>
                    <a:cubicBezTo>
                      <a:pt x="17461" y="29654"/>
                      <a:pt x="17390" y="29654"/>
                      <a:pt x="17247" y="29654"/>
                    </a:cubicBezTo>
                    <a:cubicBezTo>
                      <a:pt x="17145" y="29578"/>
                      <a:pt x="17035" y="29556"/>
                      <a:pt x="16922" y="29556"/>
                    </a:cubicBezTo>
                    <a:cubicBezTo>
                      <a:pt x="16766" y="29556"/>
                      <a:pt x="16605" y="29598"/>
                      <a:pt x="16456" y="29598"/>
                    </a:cubicBezTo>
                    <a:cubicBezTo>
                      <a:pt x="16409" y="29598"/>
                      <a:pt x="16363" y="29594"/>
                      <a:pt x="16319" y="29583"/>
                    </a:cubicBezTo>
                    <a:cubicBezTo>
                      <a:pt x="16104" y="29512"/>
                      <a:pt x="15962" y="29369"/>
                      <a:pt x="15747" y="29369"/>
                    </a:cubicBezTo>
                    <a:cubicBezTo>
                      <a:pt x="15462" y="29297"/>
                      <a:pt x="16104" y="28940"/>
                      <a:pt x="16247" y="28940"/>
                    </a:cubicBezTo>
                    <a:cubicBezTo>
                      <a:pt x="16818" y="28655"/>
                      <a:pt x="16604" y="27941"/>
                      <a:pt x="16461" y="27512"/>
                    </a:cubicBezTo>
                    <a:cubicBezTo>
                      <a:pt x="16461" y="27191"/>
                      <a:pt x="16381" y="27030"/>
                      <a:pt x="16160" y="27030"/>
                    </a:cubicBezTo>
                    <a:cubicBezTo>
                      <a:pt x="16087" y="27030"/>
                      <a:pt x="15997" y="27048"/>
                      <a:pt x="15890" y="27084"/>
                    </a:cubicBezTo>
                    <a:cubicBezTo>
                      <a:pt x="15791" y="27117"/>
                      <a:pt x="15600" y="27165"/>
                      <a:pt x="15466" y="27165"/>
                    </a:cubicBezTo>
                    <a:cubicBezTo>
                      <a:pt x="15311" y="27165"/>
                      <a:pt x="15231" y="27100"/>
                      <a:pt x="15462" y="26870"/>
                    </a:cubicBezTo>
                    <a:cubicBezTo>
                      <a:pt x="15890" y="26441"/>
                      <a:pt x="16533" y="26370"/>
                      <a:pt x="17033" y="26084"/>
                    </a:cubicBezTo>
                    <a:cubicBezTo>
                      <a:pt x="17033" y="26013"/>
                      <a:pt x="17104" y="25941"/>
                      <a:pt x="17175" y="25941"/>
                    </a:cubicBezTo>
                    <a:cubicBezTo>
                      <a:pt x="17247" y="25656"/>
                      <a:pt x="17033" y="25299"/>
                      <a:pt x="17247" y="25085"/>
                    </a:cubicBezTo>
                    <a:cubicBezTo>
                      <a:pt x="17747" y="24585"/>
                      <a:pt x="18603" y="24799"/>
                      <a:pt x="18603" y="23799"/>
                    </a:cubicBezTo>
                    <a:cubicBezTo>
                      <a:pt x="18461" y="23442"/>
                      <a:pt x="18175" y="23085"/>
                      <a:pt x="18246" y="22657"/>
                    </a:cubicBezTo>
                    <a:cubicBezTo>
                      <a:pt x="18275" y="22586"/>
                      <a:pt x="18300" y="22558"/>
                      <a:pt x="18323" y="22558"/>
                    </a:cubicBezTo>
                    <a:cubicBezTo>
                      <a:pt x="18417" y="22558"/>
                      <a:pt x="18475" y="23028"/>
                      <a:pt x="18532" y="23085"/>
                    </a:cubicBezTo>
                    <a:cubicBezTo>
                      <a:pt x="18603" y="23228"/>
                      <a:pt x="18675" y="23371"/>
                      <a:pt x="18818" y="23514"/>
                    </a:cubicBezTo>
                    <a:cubicBezTo>
                      <a:pt x="18889" y="23585"/>
                      <a:pt x="18889" y="23728"/>
                      <a:pt x="19032" y="23799"/>
                    </a:cubicBezTo>
                    <a:cubicBezTo>
                      <a:pt x="19083" y="23807"/>
                      <a:pt x="19135" y="23810"/>
                      <a:pt x="19187" y="23810"/>
                    </a:cubicBezTo>
                    <a:cubicBezTo>
                      <a:pt x="19645" y="23810"/>
                      <a:pt x="20125" y="23534"/>
                      <a:pt x="20317" y="23085"/>
                    </a:cubicBezTo>
                    <a:cubicBezTo>
                      <a:pt x="20674" y="22586"/>
                      <a:pt x="21031" y="22157"/>
                      <a:pt x="21459" y="21729"/>
                    </a:cubicBezTo>
                    <a:cubicBezTo>
                      <a:pt x="21602" y="21515"/>
                      <a:pt x="21602" y="21229"/>
                      <a:pt x="21816" y="21158"/>
                    </a:cubicBezTo>
                    <a:cubicBezTo>
                      <a:pt x="21959" y="21158"/>
                      <a:pt x="22031" y="21443"/>
                      <a:pt x="22174" y="21443"/>
                    </a:cubicBezTo>
                    <a:cubicBezTo>
                      <a:pt x="22245" y="21443"/>
                      <a:pt x="22316" y="21372"/>
                      <a:pt x="22459" y="21372"/>
                    </a:cubicBezTo>
                    <a:cubicBezTo>
                      <a:pt x="22602" y="21372"/>
                      <a:pt x="22745" y="21372"/>
                      <a:pt x="22816" y="21300"/>
                    </a:cubicBezTo>
                    <a:cubicBezTo>
                      <a:pt x="23030" y="20943"/>
                      <a:pt x="23530" y="21086"/>
                      <a:pt x="23744" y="20801"/>
                    </a:cubicBezTo>
                    <a:cubicBezTo>
                      <a:pt x="23959" y="20515"/>
                      <a:pt x="23245" y="20515"/>
                      <a:pt x="23173" y="20372"/>
                    </a:cubicBezTo>
                    <a:cubicBezTo>
                      <a:pt x="23173" y="20372"/>
                      <a:pt x="23245" y="20301"/>
                      <a:pt x="23316" y="20229"/>
                    </a:cubicBezTo>
                    <a:cubicBezTo>
                      <a:pt x="23530" y="20087"/>
                      <a:pt x="23387" y="19872"/>
                      <a:pt x="23530" y="19730"/>
                    </a:cubicBezTo>
                    <a:cubicBezTo>
                      <a:pt x="23530" y="19658"/>
                      <a:pt x="23602" y="19587"/>
                      <a:pt x="23602" y="19515"/>
                    </a:cubicBezTo>
                    <a:cubicBezTo>
                      <a:pt x="23673" y="19373"/>
                      <a:pt x="23602" y="19158"/>
                      <a:pt x="23602" y="19087"/>
                    </a:cubicBezTo>
                    <a:cubicBezTo>
                      <a:pt x="23673" y="18944"/>
                      <a:pt x="23816" y="18873"/>
                      <a:pt x="23816" y="18730"/>
                    </a:cubicBezTo>
                    <a:cubicBezTo>
                      <a:pt x="23804" y="18707"/>
                      <a:pt x="23783" y="18697"/>
                      <a:pt x="23756" y="18697"/>
                    </a:cubicBezTo>
                    <a:cubicBezTo>
                      <a:pt x="23612" y="18697"/>
                      <a:pt x="23281" y="18967"/>
                      <a:pt x="23102" y="19087"/>
                    </a:cubicBezTo>
                    <a:cubicBezTo>
                      <a:pt x="23011" y="19144"/>
                      <a:pt x="22948" y="19168"/>
                      <a:pt x="22905" y="19168"/>
                    </a:cubicBezTo>
                    <a:cubicBezTo>
                      <a:pt x="22676" y="19168"/>
                      <a:pt x="23030" y="18482"/>
                      <a:pt x="23030" y="18302"/>
                    </a:cubicBezTo>
                    <a:cubicBezTo>
                      <a:pt x="23030" y="18016"/>
                      <a:pt x="22745" y="17873"/>
                      <a:pt x="22745" y="17659"/>
                    </a:cubicBezTo>
                    <a:cubicBezTo>
                      <a:pt x="22745" y="17159"/>
                      <a:pt x="23030" y="16659"/>
                      <a:pt x="23245" y="16231"/>
                    </a:cubicBezTo>
                    <a:cubicBezTo>
                      <a:pt x="23245" y="15945"/>
                      <a:pt x="23030" y="15731"/>
                      <a:pt x="22959" y="15517"/>
                    </a:cubicBezTo>
                    <a:cubicBezTo>
                      <a:pt x="22959" y="15374"/>
                      <a:pt x="23030" y="15303"/>
                      <a:pt x="23030" y="15160"/>
                    </a:cubicBezTo>
                    <a:cubicBezTo>
                      <a:pt x="23102" y="15088"/>
                      <a:pt x="23030" y="15017"/>
                      <a:pt x="23102" y="14874"/>
                    </a:cubicBezTo>
                    <a:cubicBezTo>
                      <a:pt x="23173" y="14589"/>
                      <a:pt x="23245" y="14232"/>
                      <a:pt x="23387" y="13946"/>
                    </a:cubicBezTo>
                    <a:cubicBezTo>
                      <a:pt x="23530" y="13660"/>
                      <a:pt x="23816" y="13446"/>
                      <a:pt x="23887" y="13089"/>
                    </a:cubicBezTo>
                    <a:cubicBezTo>
                      <a:pt x="23887" y="13018"/>
                      <a:pt x="23959" y="12875"/>
                      <a:pt x="23959" y="12804"/>
                    </a:cubicBezTo>
                    <a:cubicBezTo>
                      <a:pt x="24244" y="12375"/>
                      <a:pt x="24458" y="12018"/>
                      <a:pt x="24601" y="11518"/>
                    </a:cubicBezTo>
                    <a:cubicBezTo>
                      <a:pt x="24806" y="11159"/>
                      <a:pt x="25232" y="10874"/>
                      <a:pt x="25615" y="10874"/>
                    </a:cubicBezTo>
                    <a:cubicBezTo>
                      <a:pt x="25765" y="10874"/>
                      <a:pt x="25908" y="10918"/>
                      <a:pt x="26029" y="11019"/>
                    </a:cubicBezTo>
                    <a:cubicBezTo>
                      <a:pt x="26101" y="11054"/>
                      <a:pt x="26154" y="11072"/>
                      <a:pt x="26199" y="11072"/>
                    </a:cubicBezTo>
                    <a:cubicBezTo>
                      <a:pt x="26243" y="11072"/>
                      <a:pt x="26279" y="11054"/>
                      <a:pt x="26315" y="11019"/>
                    </a:cubicBezTo>
                    <a:cubicBezTo>
                      <a:pt x="26529" y="10662"/>
                      <a:pt x="26172" y="10376"/>
                      <a:pt x="26101" y="10090"/>
                    </a:cubicBezTo>
                    <a:cubicBezTo>
                      <a:pt x="26029" y="9876"/>
                      <a:pt x="25815" y="9662"/>
                      <a:pt x="25672" y="9448"/>
                    </a:cubicBezTo>
                    <a:cubicBezTo>
                      <a:pt x="25672" y="9376"/>
                      <a:pt x="25601" y="9234"/>
                      <a:pt x="25672" y="9162"/>
                    </a:cubicBezTo>
                    <a:cubicBezTo>
                      <a:pt x="25693" y="9158"/>
                      <a:pt x="25713" y="9156"/>
                      <a:pt x="25734" y="9156"/>
                    </a:cubicBezTo>
                    <a:cubicBezTo>
                      <a:pt x="26062" y="9156"/>
                      <a:pt x="26323" y="9679"/>
                      <a:pt x="26458" y="9948"/>
                    </a:cubicBezTo>
                    <a:cubicBezTo>
                      <a:pt x="26815" y="10733"/>
                      <a:pt x="27886" y="10519"/>
                      <a:pt x="28528" y="10947"/>
                    </a:cubicBezTo>
                    <a:cubicBezTo>
                      <a:pt x="28600" y="10947"/>
                      <a:pt x="28742" y="10947"/>
                      <a:pt x="28814" y="10876"/>
                    </a:cubicBezTo>
                    <a:cubicBezTo>
                      <a:pt x="28871" y="10862"/>
                      <a:pt x="28931" y="10856"/>
                      <a:pt x="28993" y="10856"/>
                    </a:cubicBezTo>
                    <a:cubicBezTo>
                      <a:pt x="29239" y="10856"/>
                      <a:pt x="29514" y="10947"/>
                      <a:pt x="29742" y="10947"/>
                    </a:cubicBezTo>
                    <a:cubicBezTo>
                      <a:pt x="29913" y="10947"/>
                      <a:pt x="30131" y="10856"/>
                      <a:pt x="30357" y="10856"/>
                    </a:cubicBezTo>
                    <a:cubicBezTo>
                      <a:pt x="30413" y="10856"/>
                      <a:pt x="30470" y="10862"/>
                      <a:pt x="30528" y="10876"/>
                    </a:cubicBezTo>
                    <a:cubicBezTo>
                      <a:pt x="30688" y="10876"/>
                      <a:pt x="30889" y="10996"/>
                      <a:pt x="31100" y="10996"/>
                    </a:cubicBezTo>
                    <a:cubicBezTo>
                      <a:pt x="31170" y="10996"/>
                      <a:pt x="31242" y="10983"/>
                      <a:pt x="31313" y="10947"/>
                    </a:cubicBezTo>
                    <a:cubicBezTo>
                      <a:pt x="31670" y="10662"/>
                      <a:pt x="32313" y="10376"/>
                      <a:pt x="32455" y="9876"/>
                    </a:cubicBezTo>
                    <a:cubicBezTo>
                      <a:pt x="32455" y="9376"/>
                      <a:pt x="32027" y="9448"/>
                      <a:pt x="31670" y="9376"/>
                    </a:cubicBezTo>
                    <a:cubicBezTo>
                      <a:pt x="31313" y="9162"/>
                      <a:pt x="31170" y="8734"/>
                      <a:pt x="30885" y="8448"/>
                    </a:cubicBezTo>
                    <a:cubicBezTo>
                      <a:pt x="30742" y="8234"/>
                      <a:pt x="30456" y="8091"/>
                      <a:pt x="30242" y="7877"/>
                    </a:cubicBezTo>
                    <a:cubicBezTo>
                      <a:pt x="29956" y="7520"/>
                      <a:pt x="29456" y="7520"/>
                      <a:pt x="29028" y="7234"/>
                    </a:cubicBezTo>
                    <a:cubicBezTo>
                      <a:pt x="28885" y="7163"/>
                      <a:pt x="28814" y="6877"/>
                      <a:pt x="28671" y="6735"/>
                    </a:cubicBezTo>
                    <a:cubicBezTo>
                      <a:pt x="27957" y="6235"/>
                      <a:pt x="27029" y="5949"/>
                      <a:pt x="26529" y="5164"/>
                    </a:cubicBezTo>
                    <a:cubicBezTo>
                      <a:pt x="26386" y="4878"/>
                      <a:pt x="26029" y="4878"/>
                      <a:pt x="25815" y="4735"/>
                    </a:cubicBezTo>
                    <a:cubicBezTo>
                      <a:pt x="25672" y="4592"/>
                      <a:pt x="25601" y="4521"/>
                      <a:pt x="25458" y="4378"/>
                    </a:cubicBezTo>
                    <a:cubicBezTo>
                      <a:pt x="25315" y="4235"/>
                      <a:pt x="25458" y="3878"/>
                      <a:pt x="25315" y="3736"/>
                    </a:cubicBezTo>
                    <a:cubicBezTo>
                      <a:pt x="25244" y="3593"/>
                      <a:pt x="24887" y="3521"/>
                      <a:pt x="24815" y="3450"/>
                    </a:cubicBezTo>
                    <a:cubicBezTo>
                      <a:pt x="24744" y="3379"/>
                      <a:pt x="25244" y="3450"/>
                      <a:pt x="25387" y="3307"/>
                    </a:cubicBezTo>
                    <a:cubicBezTo>
                      <a:pt x="25458" y="3236"/>
                      <a:pt x="25315" y="3093"/>
                      <a:pt x="25387" y="3093"/>
                    </a:cubicBezTo>
                    <a:cubicBezTo>
                      <a:pt x="25387" y="3022"/>
                      <a:pt x="25601" y="3022"/>
                      <a:pt x="25672" y="2950"/>
                    </a:cubicBezTo>
                    <a:cubicBezTo>
                      <a:pt x="25744" y="2879"/>
                      <a:pt x="25815" y="2807"/>
                      <a:pt x="25886" y="2665"/>
                    </a:cubicBezTo>
                    <a:cubicBezTo>
                      <a:pt x="26029" y="2450"/>
                      <a:pt x="26386" y="2379"/>
                      <a:pt x="26600" y="2165"/>
                    </a:cubicBezTo>
                    <a:cubicBezTo>
                      <a:pt x="26886" y="1879"/>
                      <a:pt x="26743" y="1451"/>
                      <a:pt x="26458" y="1237"/>
                    </a:cubicBezTo>
                    <a:cubicBezTo>
                      <a:pt x="26342" y="1179"/>
                      <a:pt x="26273" y="1074"/>
                      <a:pt x="26176" y="1074"/>
                    </a:cubicBezTo>
                    <a:cubicBezTo>
                      <a:pt x="26153" y="1074"/>
                      <a:pt x="26128" y="1080"/>
                      <a:pt x="26101" y="1094"/>
                    </a:cubicBezTo>
                    <a:cubicBezTo>
                      <a:pt x="25815" y="1165"/>
                      <a:pt x="25458" y="1308"/>
                      <a:pt x="25244" y="1522"/>
                    </a:cubicBezTo>
                    <a:cubicBezTo>
                      <a:pt x="25092" y="1573"/>
                      <a:pt x="24977" y="1623"/>
                      <a:pt x="24871" y="1623"/>
                    </a:cubicBezTo>
                    <a:cubicBezTo>
                      <a:pt x="24828" y="1623"/>
                      <a:pt x="24786" y="1615"/>
                      <a:pt x="24744" y="1594"/>
                    </a:cubicBezTo>
                    <a:cubicBezTo>
                      <a:pt x="24530" y="1522"/>
                      <a:pt x="24387" y="1308"/>
                      <a:pt x="24316" y="1165"/>
                    </a:cubicBezTo>
                    <a:cubicBezTo>
                      <a:pt x="24173" y="880"/>
                      <a:pt x="23887" y="594"/>
                      <a:pt x="23602" y="594"/>
                    </a:cubicBezTo>
                    <a:cubicBezTo>
                      <a:pt x="23102" y="523"/>
                      <a:pt x="22816" y="237"/>
                      <a:pt x="22388" y="94"/>
                    </a:cubicBezTo>
                    <a:cubicBezTo>
                      <a:pt x="22291" y="78"/>
                      <a:pt x="22194" y="73"/>
                      <a:pt x="22096" y="73"/>
                    </a:cubicBezTo>
                    <a:cubicBezTo>
                      <a:pt x="21921" y="73"/>
                      <a:pt x="21744" y="89"/>
                      <a:pt x="21559" y="89"/>
                    </a:cubicBezTo>
                    <a:cubicBezTo>
                      <a:pt x="21391" y="89"/>
                      <a:pt x="21216" y="76"/>
                      <a:pt x="21031" y="23"/>
                    </a:cubicBezTo>
                    <a:cubicBezTo>
                      <a:pt x="20969" y="7"/>
                      <a:pt x="20910" y="0"/>
                      <a:pt x="208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9"/>
              <p:cNvSpPr/>
              <p:nvPr/>
            </p:nvSpPr>
            <p:spPr>
              <a:xfrm>
                <a:off x="3155700" y="2064375"/>
                <a:ext cx="811400" cy="764850"/>
              </a:xfrm>
              <a:custGeom>
                <a:rect b="b" l="l" r="r" t="t"/>
                <a:pathLst>
                  <a:path extrusionOk="0" fill="none" h="30594" w="32456">
                    <a:moveTo>
                      <a:pt x="29671" y="2093"/>
                    </a:moveTo>
                    <a:cubicBezTo>
                      <a:pt x="29813" y="2308"/>
                      <a:pt x="30028" y="2593"/>
                      <a:pt x="30242" y="2522"/>
                    </a:cubicBezTo>
                    <a:cubicBezTo>
                      <a:pt x="30242" y="2522"/>
                      <a:pt x="30099" y="2450"/>
                      <a:pt x="30028" y="2379"/>
                    </a:cubicBezTo>
                    <a:cubicBezTo>
                      <a:pt x="30028" y="2308"/>
                      <a:pt x="29885" y="2165"/>
                      <a:pt x="29885" y="2093"/>
                    </a:cubicBezTo>
                    <a:cubicBezTo>
                      <a:pt x="29813" y="2022"/>
                      <a:pt x="29813" y="1951"/>
                      <a:pt x="29813" y="1951"/>
                    </a:cubicBezTo>
                    <a:cubicBezTo>
                      <a:pt x="29742" y="1808"/>
                      <a:pt x="29742" y="1879"/>
                      <a:pt x="29813" y="1879"/>
                    </a:cubicBezTo>
                    <a:cubicBezTo>
                      <a:pt x="29885" y="1951"/>
                      <a:pt x="30099" y="2093"/>
                      <a:pt x="30099" y="2022"/>
                    </a:cubicBezTo>
                    <a:cubicBezTo>
                      <a:pt x="30099" y="1951"/>
                      <a:pt x="30028" y="1879"/>
                      <a:pt x="29956" y="1879"/>
                    </a:cubicBezTo>
                    <a:cubicBezTo>
                      <a:pt x="29885" y="1808"/>
                      <a:pt x="29813" y="1736"/>
                      <a:pt x="29742" y="1736"/>
                    </a:cubicBezTo>
                    <a:cubicBezTo>
                      <a:pt x="29528" y="1665"/>
                      <a:pt x="29671" y="1951"/>
                      <a:pt x="29671" y="2093"/>
                    </a:cubicBezTo>
                    <a:close/>
                    <a:moveTo>
                      <a:pt x="32455" y="9876"/>
                    </a:moveTo>
                    <a:cubicBezTo>
                      <a:pt x="32455" y="9376"/>
                      <a:pt x="32027" y="9448"/>
                      <a:pt x="31670" y="9376"/>
                    </a:cubicBezTo>
                    <a:cubicBezTo>
                      <a:pt x="31313" y="9162"/>
                      <a:pt x="31170" y="8734"/>
                      <a:pt x="30885" y="8448"/>
                    </a:cubicBezTo>
                    <a:cubicBezTo>
                      <a:pt x="30742" y="8234"/>
                      <a:pt x="30456" y="8091"/>
                      <a:pt x="30242" y="7877"/>
                    </a:cubicBezTo>
                    <a:cubicBezTo>
                      <a:pt x="29956" y="7520"/>
                      <a:pt x="29456" y="7520"/>
                      <a:pt x="29028" y="7234"/>
                    </a:cubicBezTo>
                    <a:cubicBezTo>
                      <a:pt x="28885" y="7163"/>
                      <a:pt x="28814" y="6877"/>
                      <a:pt x="28671" y="6735"/>
                    </a:cubicBezTo>
                    <a:cubicBezTo>
                      <a:pt x="27957" y="6235"/>
                      <a:pt x="27029" y="5949"/>
                      <a:pt x="26529" y="5164"/>
                    </a:cubicBezTo>
                    <a:cubicBezTo>
                      <a:pt x="26386" y="4878"/>
                      <a:pt x="26029" y="4878"/>
                      <a:pt x="25815" y="4735"/>
                    </a:cubicBezTo>
                    <a:cubicBezTo>
                      <a:pt x="25672" y="4592"/>
                      <a:pt x="25601" y="4521"/>
                      <a:pt x="25458" y="4378"/>
                    </a:cubicBezTo>
                    <a:cubicBezTo>
                      <a:pt x="25315" y="4235"/>
                      <a:pt x="25458" y="3878"/>
                      <a:pt x="25315" y="3736"/>
                    </a:cubicBezTo>
                    <a:cubicBezTo>
                      <a:pt x="25244" y="3593"/>
                      <a:pt x="24887" y="3521"/>
                      <a:pt x="24815" y="3450"/>
                    </a:cubicBezTo>
                    <a:cubicBezTo>
                      <a:pt x="24744" y="3379"/>
                      <a:pt x="25244" y="3450"/>
                      <a:pt x="25387" y="3307"/>
                    </a:cubicBezTo>
                    <a:cubicBezTo>
                      <a:pt x="25458" y="3236"/>
                      <a:pt x="25315" y="3093"/>
                      <a:pt x="25387" y="3093"/>
                    </a:cubicBezTo>
                    <a:cubicBezTo>
                      <a:pt x="25387" y="3022"/>
                      <a:pt x="25601" y="3022"/>
                      <a:pt x="25672" y="2950"/>
                    </a:cubicBezTo>
                    <a:cubicBezTo>
                      <a:pt x="25744" y="2879"/>
                      <a:pt x="25815" y="2807"/>
                      <a:pt x="25886" y="2665"/>
                    </a:cubicBezTo>
                    <a:cubicBezTo>
                      <a:pt x="26029" y="2450"/>
                      <a:pt x="26386" y="2379"/>
                      <a:pt x="26600" y="2165"/>
                    </a:cubicBezTo>
                    <a:cubicBezTo>
                      <a:pt x="26886" y="1879"/>
                      <a:pt x="26743" y="1451"/>
                      <a:pt x="26458" y="1237"/>
                    </a:cubicBezTo>
                    <a:cubicBezTo>
                      <a:pt x="26315" y="1165"/>
                      <a:pt x="26243" y="1022"/>
                      <a:pt x="26101" y="1094"/>
                    </a:cubicBezTo>
                    <a:cubicBezTo>
                      <a:pt x="25815" y="1165"/>
                      <a:pt x="25458" y="1308"/>
                      <a:pt x="25244" y="1522"/>
                    </a:cubicBezTo>
                    <a:cubicBezTo>
                      <a:pt x="25030" y="1594"/>
                      <a:pt x="24887" y="1665"/>
                      <a:pt x="24744" y="1594"/>
                    </a:cubicBezTo>
                    <a:cubicBezTo>
                      <a:pt x="24530" y="1522"/>
                      <a:pt x="24387" y="1308"/>
                      <a:pt x="24316" y="1165"/>
                    </a:cubicBezTo>
                    <a:cubicBezTo>
                      <a:pt x="24173" y="880"/>
                      <a:pt x="23887" y="594"/>
                      <a:pt x="23602" y="594"/>
                    </a:cubicBezTo>
                    <a:cubicBezTo>
                      <a:pt x="23102" y="523"/>
                      <a:pt x="22816" y="237"/>
                      <a:pt x="22388" y="94"/>
                    </a:cubicBezTo>
                    <a:cubicBezTo>
                      <a:pt x="21959" y="23"/>
                      <a:pt x="21531" y="166"/>
                      <a:pt x="21031" y="23"/>
                    </a:cubicBezTo>
                    <a:cubicBezTo>
                      <a:pt x="20460" y="-120"/>
                      <a:pt x="20174" y="451"/>
                      <a:pt x="19674" y="665"/>
                    </a:cubicBezTo>
                    <a:cubicBezTo>
                      <a:pt x="19389" y="737"/>
                      <a:pt x="19246" y="951"/>
                      <a:pt x="19032" y="1165"/>
                    </a:cubicBezTo>
                    <a:cubicBezTo>
                      <a:pt x="18818" y="1308"/>
                      <a:pt x="18603" y="1237"/>
                      <a:pt x="18461" y="951"/>
                    </a:cubicBezTo>
                    <a:cubicBezTo>
                      <a:pt x="18246" y="308"/>
                      <a:pt x="17961" y="880"/>
                      <a:pt x="17604" y="1022"/>
                    </a:cubicBezTo>
                    <a:cubicBezTo>
                      <a:pt x="17461" y="1094"/>
                      <a:pt x="17390" y="1022"/>
                      <a:pt x="17247" y="1022"/>
                    </a:cubicBezTo>
                    <a:cubicBezTo>
                      <a:pt x="16890" y="951"/>
                      <a:pt x="16818" y="1308"/>
                      <a:pt x="16747" y="1594"/>
                    </a:cubicBezTo>
                    <a:cubicBezTo>
                      <a:pt x="16676" y="2093"/>
                      <a:pt x="15819" y="1808"/>
                      <a:pt x="15676" y="2379"/>
                    </a:cubicBezTo>
                    <a:cubicBezTo>
                      <a:pt x="15676" y="2522"/>
                      <a:pt x="15819" y="2736"/>
                      <a:pt x="15747" y="2879"/>
                    </a:cubicBezTo>
                    <a:cubicBezTo>
                      <a:pt x="15605" y="3093"/>
                      <a:pt x="15176" y="3093"/>
                      <a:pt x="15105" y="3307"/>
                    </a:cubicBezTo>
                    <a:cubicBezTo>
                      <a:pt x="15105" y="3664"/>
                      <a:pt x="14962" y="4021"/>
                      <a:pt x="14819" y="4307"/>
                    </a:cubicBezTo>
                    <a:cubicBezTo>
                      <a:pt x="14748" y="4735"/>
                      <a:pt x="14748" y="5235"/>
                      <a:pt x="14534" y="5664"/>
                    </a:cubicBezTo>
                    <a:cubicBezTo>
                      <a:pt x="14462" y="5949"/>
                      <a:pt x="14105" y="6021"/>
                      <a:pt x="13962" y="6378"/>
                    </a:cubicBezTo>
                    <a:cubicBezTo>
                      <a:pt x="13891" y="6592"/>
                      <a:pt x="13677" y="6806"/>
                      <a:pt x="13391" y="6949"/>
                    </a:cubicBezTo>
                    <a:cubicBezTo>
                      <a:pt x="12748" y="7306"/>
                      <a:pt x="12391" y="8020"/>
                      <a:pt x="11677" y="8305"/>
                    </a:cubicBezTo>
                    <a:cubicBezTo>
                      <a:pt x="11249" y="8377"/>
                      <a:pt x="10749" y="8377"/>
                      <a:pt x="10392" y="8591"/>
                    </a:cubicBezTo>
                    <a:cubicBezTo>
                      <a:pt x="10035" y="8805"/>
                      <a:pt x="10107" y="9305"/>
                      <a:pt x="9821" y="9519"/>
                    </a:cubicBezTo>
                    <a:cubicBezTo>
                      <a:pt x="9535" y="9733"/>
                      <a:pt x="9107" y="9805"/>
                      <a:pt x="8750" y="9733"/>
                    </a:cubicBezTo>
                    <a:cubicBezTo>
                      <a:pt x="8679" y="9733"/>
                      <a:pt x="8607" y="9662"/>
                      <a:pt x="8536" y="9591"/>
                    </a:cubicBezTo>
                    <a:cubicBezTo>
                      <a:pt x="8322" y="9305"/>
                      <a:pt x="7822" y="9376"/>
                      <a:pt x="7536" y="9234"/>
                    </a:cubicBezTo>
                    <a:cubicBezTo>
                      <a:pt x="7322" y="9162"/>
                      <a:pt x="7179" y="8805"/>
                      <a:pt x="6894" y="8805"/>
                    </a:cubicBezTo>
                    <a:cubicBezTo>
                      <a:pt x="6537" y="8877"/>
                      <a:pt x="6251" y="8948"/>
                      <a:pt x="5965" y="8734"/>
                    </a:cubicBezTo>
                    <a:cubicBezTo>
                      <a:pt x="5608" y="8448"/>
                      <a:pt x="5608" y="8020"/>
                      <a:pt x="5180" y="7806"/>
                    </a:cubicBezTo>
                    <a:cubicBezTo>
                      <a:pt x="5108" y="7806"/>
                      <a:pt x="5037" y="7734"/>
                      <a:pt x="4966" y="7663"/>
                    </a:cubicBezTo>
                    <a:cubicBezTo>
                      <a:pt x="4823" y="7520"/>
                      <a:pt x="4823" y="7234"/>
                      <a:pt x="4609" y="7163"/>
                    </a:cubicBezTo>
                    <a:cubicBezTo>
                      <a:pt x="4180" y="7092"/>
                      <a:pt x="3752" y="6592"/>
                      <a:pt x="3323" y="6806"/>
                    </a:cubicBezTo>
                    <a:cubicBezTo>
                      <a:pt x="3038" y="6877"/>
                      <a:pt x="2609" y="7020"/>
                      <a:pt x="2538" y="7377"/>
                    </a:cubicBezTo>
                    <a:cubicBezTo>
                      <a:pt x="2395" y="7663"/>
                      <a:pt x="2609" y="8091"/>
                      <a:pt x="2467" y="8377"/>
                    </a:cubicBezTo>
                    <a:cubicBezTo>
                      <a:pt x="1967" y="8948"/>
                      <a:pt x="1181" y="9376"/>
                      <a:pt x="610" y="9805"/>
                    </a:cubicBezTo>
                    <a:cubicBezTo>
                      <a:pt x="467" y="9948"/>
                      <a:pt x="253" y="10233"/>
                      <a:pt x="539" y="10376"/>
                    </a:cubicBezTo>
                    <a:cubicBezTo>
                      <a:pt x="610" y="10447"/>
                      <a:pt x="753" y="10447"/>
                      <a:pt x="824" y="10590"/>
                    </a:cubicBezTo>
                    <a:cubicBezTo>
                      <a:pt x="967" y="11090"/>
                      <a:pt x="610" y="11733"/>
                      <a:pt x="182" y="12090"/>
                    </a:cubicBezTo>
                    <a:cubicBezTo>
                      <a:pt x="39" y="12232"/>
                      <a:pt x="-175" y="12518"/>
                      <a:pt x="253" y="12447"/>
                    </a:cubicBezTo>
                    <a:cubicBezTo>
                      <a:pt x="753" y="12375"/>
                      <a:pt x="1253" y="12090"/>
                      <a:pt x="1753" y="12018"/>
                    </a:cubicBezTo>
                    <a:cubicBezTo>
                      <a:pt x="2324" y="11875"/>
                      <a:pt x="2824" y="12232"/>
                      <a:pt x="3395" y="12304"/>
                    </a:cubicBezTo>
                    <a:cubicBezTo>
                      <a:pt x="3966" y="12375"/>
                      <a:pt x="4751" y="12232"/>
                      <a:pt x="5323" y="12161"/>
                    </a:cubicBezTo>
                    <a:cubicBezTo>
                      <a:pt x="5751" y="11947"/>
                      <a:pt x="6322" y="11661"/>
                      <a:pt x="6822" y="11518"/>
                    </a:cubicBezTo>
                    <a:cubicBezTo>
                      <a:pt x="7465" y="11304"/>
                      <a:pt x="7893" y="12018"/>
                      <a:pt x="7893" y="12518"/>
                    </a:cubicBezTo>
                    <a:cubicBezTo>
                      <a:pt x="7893" y="12661"/>
                      <a:pt x="7893" y="12732"/>
                      <a:pt x="7822" y="12804"/>
                    </a:cubicBezTo>
                    <a:cubicBezTo>
                      <a:pt x="7608" y="13161"/>
                      <a:pt x="7322" y="13660"/>
                      <a:pt x="7251" y="14017"/>
                    </a:cubicBezTo>
                    <a:cubicBezTo>
                      <a:pt x="7179" y="14517"/>
                      <a:pt x="7465" y="15017"/>
                      <a:pt x="7536" y="15517"/>
                    </a:cubicBezTo>
                    <a:cubicBezTo>
                      <a:pt x="7608" y="15945"/>
                      <a:pt x="7108" y="16517"/>
                      <a:pt x="7393" y="16945"/>
                    </a:cubicBezTo>
                    <a:cubicBezTo>
                      <a:pt x="7750" y="17159"/>
                      <a:pt x="8250" y="16445"/>
                      <a:pt x="8464" y="16160"/>
                    </a:cubicBezTo>
                    <a:cubicBezTo>
                      <a:pt x="8750" y="15874"/>
                      <a:pt x="9107" y="15803"/>
                      <a:pt x="9464" y="15945"/>
                    </a:cubicBezTo>
                    <a:cubicBezTo>
                      <a:pt x="9607" y="16017"/>
                      <a:pt x="9607" y="16160"/>
                      <a:pt x="9607" y="16302"/>
                    </a:cubicBezTo>
                    <a:cubicBezTo>
                      <a:pt x="9535" y="16802"/>
                      <a:pt x="9178" y="17231"/>
                      <a:pt x="9178" y="17730"/>
                    </a:cubicBezTo>
                    <a:cubicBezTo>
                      <a:pt x="9250" y="18516"/>
                      <a:pt x="9464" y="19087"/>
                      <a:pt x="9821" y="19730"/>
                    </a:cubicBezTo>
                    <a:cubicBezTo>
                      <a:pt x="10035" y="20372"/>
                      <a:pt x="10107" y="21015"/>
                      <a:pt x="10464" y="21586"/>
                    </a:cubicBezTo>
                    <a:cubicBezTo>
                      <a:pt x="10749" y="22014"/>
                      <a:pt x="11392" y="21943"/>
                      <a:pt x="11677" y="22371"/>
                    </a:cubicBezTo>
                    <a:cubicBezTo>
                      <a:pt x="11820" y="22586"/>
                      <a:pt x="12034" y="22800"/>
                      <a:pt x="12320" y="22871"/>
                    </a:cubicBezTo>
                    <a:cubicBezTo>
                      <a:pt x="12820" y="23157"/>
                      <a:pt x="12463" y="24228"/>
                      <a:pt x="12177" y="24585"/>
                    </a:cubicBezTo>
                    <a:cubicBezTo>
                      <a:pt x="11963" y="24870"/>
                      <a:pt x="11606" y="24870"/>
                      <a:pt x="11392" y="25085"/>
                    </a:cubicBezTo>
                    <a:cubicBezTo>
                      <a:pt x="11249" y="25156"/>
                      <a:pt x="11178" y="25299"/>
                      <a:pt x="11320" y="25442"/>
                    </a:cubicBezTo>
                    <a:cubicBezTo>
                      <a:pt x="11535" y="25656"/>
                      <a:pt x="11677" y="25941"/>
                      <a:pt x="11749" y="26227"/>
                    </a:cubicBezTo>
                    <a:cubicBezTo>
                      <a:pt x="11963" y="26727"/>
                      <a:pt x="12177" y="27155"/>
                      <a:pt x="12106" y="27655"/>
                    </a:cubicBezTo>
                    <a:cubicBezTo>
                      <a:pt x="12106" y="27941"/>
                      <a:pt x="12106" y="28155"/>
                      <a:pt x="12249" y="28369"/>
                    </a:cubicBezTo>
                    <a:cubicBezTo>
                      <a:pt x="12320" y="28512"/>
                      <a:pt x="12534" y="28655"/>
                      <a:pt x="12534" y="28798"/>
                    </a:cubicBezTo>
                    <a:cubicBezTo>
                      <a:pt x="12606" y="29297"/>
                      <a:pt x="12606" y="29797"/>
                      <a:pt x="12820" y="30297"/>
                    </a:cubicBezTo>
                    <a:cubicBezTo>
                      <a:pt x="12820" y="30297"/>
                      <a:pt x="12891" y="30440"/>
                      <a:pt x="12963" y="30440"/>
                    </a:cubicBezTo>
                    <a:cubicBezTo>
                      <a:pt x="13105" y="30583"/>
                      <a:pt x="13391" y="30154"/>
                      <a:pt x="13677" y="30154"/>
                    </a:cubicBezTo>
                    <a:cubicBezTo>
                      <a:pt x="14676" y="30297"/>
                      <a:pt x="15890" y="30297"/>
                      <a:pt x="16818" y="30511"/>
                    </a:cubicBezTo>
                    <a:cubicBezTo>
                      <a:pt x="17033" y="30583"/>
                      <a:pt x="17175" y="30654"/>
                      <a:pt x="17318" y="30511"/>
                    </a:cubicBezTo>
                    <a:cubicBezTo>
                      <a:pt x="17390" y="30368"/>
                      <a:pt x="17461" y="30083"/>
                      <a:pt x="17461" y="29869"/>
                    </a:cubicBezTo>
                    <a:cubicBezTo>
                      <a:pt x="17461" y="29654"/>
                      <a:pt x="17390" y="29654"/>
                      <a:pt x="17247" y="29654"/>
                    </a:cubicBezTo>
                    <a:cubicBezTo>
                      <a:pt x="16961" y="29440"/>
                      <a:pt x="16604" y="29654"/>
                      <a:pt x="16319" y="29583"/>
                    </a:cubicBezTo>
                    <a:cubicBezTo>
                      <a:pt x="16104" y="29512"/>
                      <a:pt x="15962" y="29369"/>
                      <a:pt x="15747" y="29369"/>
                    </a:cubicBezTo>
                    <a:cubicBezTo>
                      <a:pt x="15462" y="29297"/>
                      <a:pt x="16104" y="28940"/>
                      <a:pt x="16247" y="28940"/>
                    </a:cubicBezTo>
                    <a:cubicBezTo>
                      <a:pt x="16818" y="28655"/>
                      <a:pt x="16604" y="27941"/>
                      <a:pt x="16461" y="27512"/>
                    </a:cubicBezTo>
                    <a:cubicBezTo>
                      <a:pt x="16461" y="27084"/>
                      <a:pt x="16319" y="26941"/>
                      <a:pt x="15890" y="27084"/>
                    </a:cubicBezTo>
                    <a:cubicBezTo>
                      <a:pt x="15676" y="27155"/>
                      <a:pt x="15033" y="27298"/>
                      <a:pt x="15462" y="26870"/>
                    </a:cubicBezTo>
                    <a:cubicBezTo>
                      <a:pt x="15890" y="26441"/>
                      <a:pt x="16533" y="26370"/>
                      <a:pt x="17033" y="26084"/>
                    </a:cubicBezTo>
                    <a:cubicBezTo>
                      <a:pt x="17033" y="26013"/>
                      <a:pt x="17104" y="25941"/>
                      <a:pt x="17175" y="25941"/>
                    </a:cubicBezTo>
                    <a:cubicBezTo>
                      <a:pt x="17247" y="25656"/>
                      <a:pt x="17033" y="25299"/>
                      <a:pt x="17247" y="25085"/>
                    </a:cubicBezTo>
                    <a:cubicBezTo>
                      <a:pt x="17747" y="24585"/>
                      <a:pt x="18603" y="24799"/>
                      <a:pt x="18603" y="23799"/>
                    </a:cubicBezTo>
                    <a:cubicBezTo>
                      <a:pt x="18461" y="23442"/>
                      <a:pt x="18175" y="23085"/>
                      <a:pt x="18246" y="22657"/>
                    </a:cubicBezTo>
                    <a:cubicBezTo>
                      <a:pt x="18389" y="22300"/>
                      <a:pt x="18461" y="23014"/>
                      <a:pt x="18532" y="23085"/>
                    </a:cubicBezTo>
                    <a:cubicBezTo>
                      <a:pt x="18603" y="23228"/>
                      <a:pt x="18675" y="23371"/>
                      <a:pt x="18818" y="23514"/>
                    </a:cubicBezTo>
                    <a:cubicBezTo>
                      <a:pt x="18889" y="23585"/>
                      <a:pt x="18889" y="23728"/>
                      <a:pt x="19032" y="23799"/>
                    </a:cubicBezTo>
                    <a:cubicBezTo>
                      <a:pt x="19532" y="23871"/>
                      <a:pt x="20103" y="23585"/>
                      <a:pt x="20317" y="23085"/>
                    </a:cubicBezTo>
                    <a:cubicBezTo>
                      <a:pt x="20674" y="22586"/>
                      <a:pt x="21031" y="22157"/>
                      <a:pt x="21459" y="21729"/>
                    </a:cubicBezTo>
                    <a:cubicBezTo>
                      <a:pt x="21602" y="21515"/>
                      <a:pt x="21602" y="21229"/>
                      <a:pt x="21816" y="21158"/>
                    </a:cubicBezTo>
                    <a:cubicBezTo>
                      <a:pt x="21959" y="21158"/>
                      <a:pt x="22031" y="21443"/>
                      <a:pt x="22174" y="21443"/>
                    </a:cubicBezTo>
                    <a:cubicBezTo>
                      <a:pt x="22245" y="21443"/>
                      <a:pt x="22316" y="21372"/>
                      <a:pt x="22459" y="21372"/>
                    </a:cubicBezTo>
                    <a:cubicBezTo>
                      <a:pt x="22602" y="21372"/>
                      <a:pt x="22745" y="21372"/>
                      <a:pt x="22816" y="21300"/>
                    </a:cubicBezTo>
                    <a:cubicBezTo>
                      <a:pt x="23030" y="20943"/>
                      <a:pt x="23530" y="21086"/>
                      <a:pt x="23744" y="20801"/>
                    </a:cubicBezTo>
                    <a:cubicBezTo>
                      <a:pt x="23959" y="20515"/>
                      <a:pt x="23245" y="20515"/>
                      <a:pt x="23173" y="20372"/>
                    </a:cubicBezTo>
                    <a:cubicBezTo>
                      <a:pt x="23173" y="20372"/>
                      <a:pt x="23245" y="20301"/>
                      <a:pt x="23316" y="20229"/>
                    </a:cubicBezTo>
                    <a:cubicBezTo>
                      <a:pt x="23530" y="20087"/>
                      <a:pt x="23387" y="19872"/>
                      <a:pt x="23530" y="19730"/>
                    </a:cubicBezTo>
                    <a:cubicBezTo>
                      <a:pt x="23530" y="19658"/>
                      <a:pt x="23602" y="19587"/>
                      <a:pt x="23602" y="19515"/>
                    </a:cubicBezTo>
                    <a:cubicBezTo>
                      <a:pt x="23673" y="19373"/>
                      <a:pt x="23602" y="19158"/>
                      <a:pt x="23602" y="19087"/>
                    </a:cubicBezTo>
                    <a:cubicBezTo>
                      <a:pt x="23673" y="18944"/>
                      <a:pt x="23816" y="18873"/>
                      <a:pt x="23816" y="18730"/>
                    </a:cubicBezTo>
                    <a:cubicBezTo>
                      <a:pt x="23744" y="18587"/>
                      <a:pt x="23316" y="18944"/>
                      <a:pt x="23102" y="19087"/>
                    </a:cubicBezTo>
                    <a:cubicBezTo>
                      <a:pt x="22531" y="19444"/>
                      <a:pt x="23030" y="18516"/>
                      <a:pt x="23030" y="18302"/>
                    </a:cubicBezTo>
                    <a:cubicBezTo>
                      <a:pt x="23030" y="18016"/>
                      <a:pt x="22745" y="17873"/>
                      <a:pt x="22745" y="17659"/>
                    </a:cubicBezTo>
                    <a:cubicBezTo>
                      <a:pt x="22745" y="17159"/>
                      <a:pt x="23030" y="16659"/>
                      <a:pt x="23245" y="16231"/>
                    </a:cubicBezTo>
                    <a:cubicBezTo>
                      <a:pt x="23245" y="15945"/>
                      <a:pt x="23030" y="15731"/>
                      <a:pt x="22959" y="15517"/>
                    </a:cubicBezTo>
                    <a:cubicBezTo>
                      <a:pt x="22959" y="15374"/>
                      <a:pt x="23030" y="15303"/>
                      <a:pt x="23030" y="15160"/>
                    </a:cubicBezTo>
                    <a:cubicBezTo>
                      <a:pt x="23102" y="15088"/>
                      <a:pt x="23030" y="15017"/>
                      <a:pt x="23102" y="14874"/>
                    </a:cubicBezTo>
                    <a:cubicBezTo>
                      <a:pt x="23173" y="14589"/>
                      <a:pt x="23245" y="14232"/>
                      <a:pt x="23387" y="13946"/>
                    </a:cubicBezTo>
                    <a:cubicBezTo>
                      <a:pt x="23530" y="13660"/>
                      <a:pt x="23816" y="13446"/>
                      <a:pt x="23887" y="13089"/>
                    </a:cubicBezTo>
                    <a:cubicBezTo>
                      <a:pt x="23887" y="13018"/>
                      <a:pt x="23959" y="12875"/>
                      <a:pt x="23959" y="12804"/>
                    </a:cubicBezTo>
                    <a:cubicBezTo>
                      <a:pt x="24244" y="12375"/>
                      <a:pt x="24458" y="12018"/>
                      <a:pt x="24601" y="11518"/>
                    </a:cubicBezTo>
                    <a:cubicBezTo>
                      <a:pt x="24887" y="11019"/>
                      <a:pt x="25601" y="10662"/>
                      <a:pt x="26029" y="11019"/>
                    </a:cubicBezTo>
                    <a:cubicBezTo>
                      <a:pt x="26172" y="11090"/>
                      <a:pt x="26243" y="11090"/>
                      <a:pt x="26315" y="11019"/>
                    </a:cubicBezTo>
                    <a:cubicBezTo>
                      <a:pt x="26529" y="10662"/>
                      <a:pt x="26172" y="10376"/>
                      <a:pt x="26101" y="10090"/>
                    </a:cubicBezTo>
                    <a:cubicBezTo>
                      <a:pt x="26029" y="9876"/>
                      <a:pt x="25815" y="9662"/>
                      <a:pt x="25672" y="9448"/>
                    </a:cubicBezTo>
                    <a:cubicBezTo>
                      <a:pt x="25672" y="9376"/>
                      <a:pt x="25601" y="9234"/>
                      <a:pt x="25672" y="9162"/>
                    </a:cubicBezTo>
                    <a:cubicBezTo>
                      <a:pt x="26029" y="9091"/>
                      <a:pt x="26315" y="9662"/>
                      <a:pt x="26458" y="9948"/>
                    </a:cubicBezTo>
                    <a:cubicBezTo>
                      <a:pt x="26815" y="10733"/>
                      <a:pt x="27886" y="10519"/>
                      <a:pt x="28528" y="10947"/>
                    </a:cubicBezTo>
                    <a:cubicBezTo>
                      <a:pt x="28600" y="10947"/>
                      <a:pt x="28742" y="10947"/>
                      <a:pt x="28814" y="10876"/>
                    </a:cubicBezTo>
                    <a:cubicBezTo>
                      <a:pt x="29099" y="10804"/>
                      <a:pt x="29456" y="10947"/>
                      <a:pt x="29742" y="10947"/>
                    </a:cubicBezTo>
                    <a:cubicBezTo>
                      <a:pt x="29956" y="10947"/>
                      <a:pt x="30242" y="10804"/>
                      <a:pt x="30528" y="10876"/>
                    </a:cubicBezTo>
                    <a:cubicBezTo>
                      <a:pt x="30742" y="10876"/>
                      <a:pt x="31027" y="11090"/>
                      <a:pt x="31313" y="10947"/>
                    </a:cubicBezTo>
                    <a:cubicBezTo>
                      <a:pt x="31670" y="10662"/>
                      <a:pt x="32313" y="10376"/>
                      <a:pt x="32455" y="9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9"/>
              <p:cNvSpPr/>
              <p:nvPr/>
            </p:nvSpPr>
            <p:spPr>
              <a:xfrm>
                <a:off x="2713975" y="3349450"/>
                <a:ext cx="824700" cy="475550"/>
              </a:xfrm>
              <a:custGeom>
                <a:rect b="b" l="l" r="r" t="t"/>
                <a:pathLst>
                  <a:path extrusionOk="0" h="19022" w="32988">
                    <a:moveTo>
                      <a:pt x="10848" y="0"/>
                    </a:moveTo>
                    <a:cubicBezTo>
                      <a:pt x="10805" y="0"/>
                      <a:pt x="10759" y="9"/>
                      <a:pt x="10711" y="29"/>
                    </a:cubicBezTo>
                    <a:cubicBezTo>
                      <a:pt x="10675" y="64"/>
                      <a:pt x="10639" y="64"/>
                      <a:pt x="10612" y="64"/>
                    </a:cubicBezTo>
                    <a:cubicBezTo>
                      <a:pt x="10586" y="64"/>
                      <a:pt x="10568" y="64"/>
                      <a:pt x="10568" y="100"/>
                    </a:cubicBezTo>
                    <a:cubicBezTo>
                      <a:pt x="10496" y="100"/>
                      <a:pt x="10425" y="172"/>
                      <a:pt x="10425" y="172"/>
                    </a:cubicBezTo>
                    <a:cubicBezTo>
                      <a:pt x="10354" y="314"/>
                      <a:pt x="10139" y="386"/>
                      <a:pt x="10211" y="529"/>
                    </a:cubicBezTo>
                    <a:cubicBezTo>
                      <a:pt x="10282" y="600"/>
                      <a:pt x="10282" y="671"/>
                      <a:pt x="10282" y="671"/>
                    </a:cubicBezTo>
                    <a:cubicBezTo>
                      <a:pt x="10282" y="722"/>
                      <a:pt x="10318" y="772"/>
                      <a:pt x="10364" y="772"/>
                    </a:cubicBezTo>
                    <a:cubicBezTo>
                      <a:pt x="10383" y="772"/>
                      <a:pt x="10404" y="764"/>
                      <a:pt x="10425" y="743"/>
                    </a:cubicBezTo>
                    <a:cubicBezTo>
                      <a:pt x="10440" y="758"/>
                      <a:pt x="10455" y="763"/>
                      <a:pt x="10470" y="763"/>
                    </a:cubicBezTo>
                    <a:cubicBezTo>
                      <a:pt x="10511" y="763"/>
                      <a:pt x="10553" y="722"/>
                      <a:pt x="10594" y="722"/>
                    </a:cubicBezTo>
                    <a:cubicBezTo>
                      <a:pt x="10609" y="722"/>
                      <a:pt x="10624" y="728"/>
                      <a:pt x="10639" y="743"/>
                    </a:cubicBezTo>
                    <a:cubicBezTo>
                      <a:pt x="10691" y="769"/>
                      <a:pt x="10763" y="786"/>
                      <a:pt x="10836" y="786"/>
                    </a:cubicBezTo>
                    <a:cubicBezTo>
                      <a:pt x="10962" y="786"/>
                      <a:pt x="11094" y="736"/>
                      <a:pt x="11139" y="600"/>
                    </a:cubicBezTo>
                    <a:cubicBezTo>
                      <a:pt x="11262" y="353"/>
                      <a:pt x="11119" y="0"/>
                      <a:pt x="10848" y="0"/>
                    </a:cubicBezTo>
                    <a:close/>
                    <a:moveTo>
                      <a:pt x="32917" y="7526"/>
                    </a:moveTo>
                    <a:cubicBezTo>
                      <a:pt x="32845" y="7597"/>
                      <a:pt x="32845" y="7597"/>
                      <a:pt x="32845" y="7597"/>
                    </a:cubicBezTo>
                    <a:lnTo>
                      <a:pt x="32988" y="7597"/>
                    </a:lnTo>
                    <a:lnTo>
                      <a:pt x="32988" y="7526"/>
                    </a:lnTo>
                    <a:close/>
                    <a:moveTo>
                      <a:pt x="30774" y="7597"/>
                    </a:moveTo>
                    <a:lnTo>
                      <a:pt x="30774" y="7669"/>
                    </a:lnTo>
                    <a:lnTo>
                      <a:pt x="30917" y="7669"/>
                    </a:lnTo>
                    <a:cubicBezTo>
                      <a:pt x="30774" y="7597"/>
                      <a:pt x="30774" y="7597"/>
                      <a:pt x="30774" y="7597"/>
                    </a:cubicBezTo>
                    <a:close/>
                    <a:moveTo>
                      <a:pt x="20064" y="7669"/>
                    </a:moveTo>
                    <a:cubicBezTo>
                      <a:pt x="19993" y="7883"/>
                      <a:pt x="19993" y="7883"/>
                      <a:pt x="19993" y="7883"/>
                    </a:cubicBezTo>
                    <a:cubicBezTo>
                      <a:pt x="19993" y="7954"/>
                      <a:pt x="19993" y="7954"/>
                      <a:pt x="19993" y="7954"/>
                    </a:cubicBezTo>
                    <a:lnTo>
                      <a:pt x="20136" y="7954"/>
                    </a:lnTo>
                    <a:cubicBezTo>
                      <a:pt x="20136" y="7812"/>
                      <a:pt x="20136" y="7812"/>
                      <a:pt x="20136" y="7812"/>
                    </a:cubicBezTo>
                    <a:cubicBezTo>
                      <a:pt x="20136" y="7740"/>
                      <a:pt x="20136" y="7740"/>
                      <a:pt x="20136" y="7740"/>
                    </a:cubicBezTo>
                    <a:cubicBezTo>
                      <a:pt x="20064" y="7669"/>
                      <a:pt x="20064" y="7669"/>
                      <a:pt x="20064" y="7669"/>
                    </a:cubicBezTo>
                    <a:close/>
                    <a:moveTo>
                      <a:pt x="27498" y="6873"/>
                    </a:moveTo>
                    <a:cubicBezTo>
                      <a:pt x="27250" y="6873"/>
                      <a:pt x="27000" y="6905"/>
                      <a:pt x="26776" y="6955"/>
                    </a:cubicBezTo>
                    <a:cubicBezTo>
                      <a:pt x="26705" y="6955"/>
                      <a:pt x="26776" y="7026"/>
                      <a:pt x="26705" y="7098"/>
                    </a:cubicBezTo>
                    <a:cubicBezTo>
                      <a:pt x="26705" y="7240"/>
                      <a:pt x="26490" y="7312"/>
                      <a:pt x="26562" y="7526"/>
                    </a:cubicBezTo>
                    <a:cubicBezTo>
                      <a:pt x="26597" y="7562"/>
                      <a:pt x="26669" y="7562"/>
                      <a:pt x="26731" y="7562"/>
                    </a:cubicBezTo>
                    <a:cubicBezTo>
                      <a:pt x="26794" y="7562"/>
                      <a:pt x="26847" y="7562"/>
                      <a:pt x="26847" y="7597"/>
                    </a:cubicBezTo>
                    <a:cubicBezTo>
                      <a:pt x="26919" y="7597"/>
                      <a:pt x="26847" y="7740"/>
                      <a:pt x="26847" y="7812"/>
                    </a:cubicBezTo>
                    <a:cubicBezTo>
                      <a:pt x="26919" y="7883"/>
                      <a:pt x="26990" y="7954"/>
                      <a:pt x="27062" y="7954"/>
                    </a:cubicBezTo>
                    <a:cubicBezTo>
                      <a:pt x="27133" y="7954"/>
                      <a:pt x="27062" y="7812"/>
                      <a:pt x="27062" y="7740"/>
                    </a:cubicBezTo>
                    <a:cubicBezTo>
                      <a:pt x="27062" y="7669"/>
                      <a:pt x="27133" y="7669"/>
                      <a:pt x="27204" y="7669"/>
                    </a:cubicBezTo>
                    <a:cubicBezTo>
                      <a:pt x="27276" y="7740"/>
                      <a:pt x="27347" y="7740"/>
                      <a:pt x="27419" y="7812"/>
                    </a:cubicBezTo>
                    <a:cubicBezTo>
                      <a:pt x="27449" y="7822"/>
                      <a:pt x="27476" y="7826"/>
                      <a:pt x="27500" y="7826"/>
                    </a:cubicBezTo>
                    <a:cubicBezTo>
                      <a:pt x="27647" y="7826"/>
                      <a:pt x="27674" y="7659"/>
                      <a:pt x="27490" y="7597"/>
                    </a:cubicBezTo>
                    <a:cubicBezTo>
                      <a:pt x="27419" y="7597"/>
                      <a:pt x="27347" y="7526"/>
                      <a:pt x="27419" y="7455"/>
                    </a:cubicBezTo>
                    <a:cubicBezTo>
                      <a:pt x="27471" y="7402"/>
                      <a:pt x="27534" y="7388"/>
                      <a:pt x="27599" y="7388"/>
                    </a:cubicBezTo>
                    <a:cubicBezTo>
                      <a:pt x="27670" y="7388"/>
                      <a:pt x="27744" y="7404"/>
                      <a:pt x="27812" y="7404"/>
                    </a:cubicBezTo>
                    <a:cubicBezTo>
                      <a:pt x="27850" y="7404"/>
                      <a:pt x="27886" y="7399"/>
                      <a:pt x="27918" y="7383"/>
                    </a:cubicBezTo>
                    <a:cubicBezTo>
                      <a:pt x="28061" y="7383"/>
                      <a:pt x="28275" y="7526"/>
                      <a:pt x="28490" y="7526"/>
                    </a:cubicBezTo>
                    <a:cubicBezTo>
                      <a:pt x="28525" y="7544"/>
                      <a:pt x="28561" y="7553"/>
                      <a:pt x="28594" y="7553"/>
                    </a:cubicBezTo>
                    <a:cubicBezTo>
                      <a:pt x="28695" y="7553"/>
                      <a:pt x="28775" y="7472"/>
                      <a:pt x="28775" y="7312"/>
                    </a:cubicBezTo>
                    <a:lnTo>
                      <a:pt x="28704" y="7312"/>
                    </a:lnTo>
                    <a:cubicBezTo>
                      <a:pt x="28425" y="6986"/>
                      <a:pt x="27964" y="6873"/>
                      <a:pt x="27498" y="6873"/>
                    </a:cubicBezTo>
                    <a:close/>
                    <a:moveTo>
                      <a:pt x="27990" y="7740"/>
                    </a:moveTo>
                    <a:cubicBezTo>
                      <a:pt x="27918" y="7812"/>
                      <a:pt x="27918" y="7812"/>
                      <a:pt x="27918" y="7812"/>
                    </a:cubicBezTo>
                    <a:lnTo>
                      <a:pt x="27847" y="7812"/>
                    </a:lnTo>
                    <a:cubicBezTo>
                      <a:pt x="27990" y="7954"/>
                      <a:pt x="27990" y="7954"/>
                      <a:pt x="27990" y="7954"/>
                    </a:cubicBezTo>
                    <a:lnTo>
                      <a:pt x="28133" y="7954"/>
                    </a:lnTo>
                    <a:lnTo>
                      <a:pt x="28133" y="7883"/>
                    </a:lnTo>
                    <a:cubicBezTo>
                      <a:pt x="28133" y="7812"/>
                      <a:pt x="28133" y="7812"/>
                      <a:pt x="28133" y="7812"/>
                    </a:cubicBezTo>
                    <a:cubicBezTo>
                      <a:pt x="28133" y="7740"/>
                      <a:pt x="28133" y="7740"/>
                      <a:pt x="28133" y="7740"/>
                    </a:cubicBezTo>
                    <a:lnTo>
                      <a:pt x="28061" y="7740"/>
                    </a:lnTo>
                    <a:cubicBezTo>
                      <a:pt x="28061" y="7812"/>
                      <a:pt x="28061" y="7812"/>
                      <a:pt x="28061" y="7812"/>
                    </a:cubicBezTo>
                    <a:cubicBezTo>
                      <a:pt x="27990" y="7740"/>
                      <a:pt x="27990" y="7740"/>
                      <a:pt x="27990" y="7740"/>
                    </a:cubicBezTo>
                    <a:close/>
                    <a:moveTo>
                      <a:pt x="28748" y="7544"/>
                    </a:moveTo>
                    <a:cubicBezTo>
                      <a:pt x="28722" y="7544"/>
                      <a:pt x="28704" y="7562"/>
                      <a:pt x="28704" y="7597"/>
                    </a:cubicBezTo>
                    <a:cubicBezTo>
                      <a:pt x="28704" y="7597"/>
                      <a:pt x="28704" y="7669"/>
                      <a:pt x="28704" y="7669"/>
                    </a:cubicBezTo>
                    <a:cubicBezTo>
                      <a:pt x="28632" y="7669"/>
                      <a:pt x="28704" y="7740"/>
                      <a:pt x="28775" y="7812"/>
                    </a:cubicBezTo>
                    <a:cubicBezTo>
                      <a:pt x="28847" y="7812"/>
                      <a:pt x="28775" y="7883"/>
                      <a:pt x="28847" y="7883"/>
                    </a:cubicBezTo>
                    <a:cubicBezTo>
                      <a:pt x="28918" y="7883"/>
                      <a:pt x="28989" y="7954"/>
                      <a:pt x="29061" y="7954"/>
                    </a:cubicBezTo>
                    <a:cubicBezTo>
                      <a:pt x="29132" y="7954"/>
                      <a:pt x="29132" y="7883"/>
                      <a:pt x="29204" y="7883"/>
                    </a:cubicBezTo>
                    <a:cubicBezTo>
                      <a:pt x="29251" y="7883"/>
                      <a:pt x="29362" y="7946"/>
                      <a:pt x="29389" y="7946"/>
                    </a:cubicBezTo>
                    <a:cubicBezTo>
                      <a:pt x="29402" y="7946"/>
                      <a:pt x="29394" y="7931"/>
                      <a:pt x="29346" y="7883"/>
                    </a:cubicBezTo>
                    <a:cubicBezTo>
                      <a:pt x="29275" y="7812"/>
                      <a:pt x="28847" y="7597"/>
                      <a:pt x="28847" y="7597"/>
                    </a:cubicBezTo>
                    <a:cubicBezTo>
                      <a:pt x="28811" y="7562"/>
                      <a:pt x="28775" y="7544"/>
                      <a:pt x="28748" y="7544"/>
                    </a:cubicBezTo>
                    <a:close/>
                    <a:moveTo>
                      <a:pt x="28490" y="7812"/>
                    </a:moveTo>
                    <a:cubicBezTo>
                      <a:pt x="28418" y="7883"/>
                      <a:pt x="28418" y="7883"/>
                      <a:pt x="28418" y="7883"/>
                    </a:cubicBezTo>
                    <a:cubicBezTo>
                      <a:pt x="28347" y="7954"/>
                      <a:pt x="28347" y="7954"/>
                      <a:pt x="28347" y="7954"/>
                    </a:cubicBezTo>
                    <a:cubicBezTo>
                      <a:pt x="28347" y="8026"/>
                      <a:pt x="28347" y="8026"/>
                      <a:pt x="28347" y="8026"/>
                    </a:cubicBezTo>
                    <a:cubicBezTo>
                      <a:pt x="28490" y="8097"/>
                      <a:pt x="28490" y="8097"/>
                      <a:pt x="28490" y="8097"/>
                    </a:cubicBezTo>
                    <a:lnTo>
                      <a:pt x="28561" y="8097"/>
                    </a:lnTo>
                    <a:cubicBezTo>
                      <a:pt x="28561" y="8026"/>
                      <a:pt x="28561" y="8026"/>
                      <a:pt x="28561" y="8026"/>
                    </a:cubicBezTo>
                    <a:cubicBezTo>
                      <a:pt x="28561" y="7954"/>
                      <a:pt x="28561" y="7954"/>
                      <a:pt x="28561" y="7954"/>
                    </a:cubicBezTo>
                    <a:lnTo>
                      <a:pt x="28490" y="7883"/>
                    </a:lnTo>
                    <a:lnTo>
                      <a:pt x="28561" y="7883"/>
                    </a:lnTo>
                    <a:cubicBezTo>
                      <a:pt x="28561" y="7812"/>
                      <a:pt x="28561" y="7812"/>
                      <a:pt x="28561" y="7812"/>
                    </a:cubicBezTo>
                    <a:close/>
                    <a:moveTo>
                      <a:pt x="29061" y="8097"/>
                    </a:moveTo>
                    <a:lnTo>
                      <a:pt x="28989" y="8169"/>
                    </a:lnTo>
                    <a:lnTo>
                      <a:pt x="28847" y="8169"/>
                    </a:lnTo>
                    <a:cubicBezTo>
                      <a:pt x="28918" y="8240"/>
                      <a:pt x="28918" y="8240"/>
                      <a:pt x="28918" y="8240"/>
                    </a:cubicBezTo>
                    <a:lnTo>
                      <a:pt x="28989" y="8240"/>
                    </a:lnTo>
                    <a:cubicBezTo>
                      <a:pt x="28989" y="8311"/>
                      <a:pt x="28989" y="8311"/>
                      <a:pt x="28989" y="8311"/>
                    </a:cubicBezTo>
                    <a:lnTo>
                      <a:pt x="29061" y="8311"/>
                    </a:lnTo>
                    <a:cubicBezTo>
                      <a:pt x="29132" y="8240"/>
                      <a:pt x="29132" y="8240"/>
                      <a:pt x="29132" y="8240"/>
                    </a:cubicBezTo>
                    <a:cubicBezTo>
                      <a:pt x="29061" y="8097"/>
                      <a:pt x="29061" y="8097"/>
                      <a:pt x="29061" y="8097"/>
                    </a:cubicBezTo>
                    <a:close/>
                    <a:moveTo>
                      <a:pt x="18636" y="8311"/>
                    </a:moveTo>
                    <a:cubicBezTo>
                      <a:pt x="18565" y="8383"/>
                      <a:pt x="18565" y="8383"/>
                      <a:pt x="18565" y="8383"/>
                    </a:cubicBezTo>
                    <a:cubicBezTo>
                      <a:pt x="18636" y="8454"/>
                      <a:pt x="18636" y="8454"/>
                      <a:pt x="18636" y="8454"/>
                    </a:cubicBezTo>
                    <a:cubicBezTo>
                      <a:pt x="18708" y="8526"/>
                      <a:pt x="18708" y="8526"/>
                      <a:pt x="18708" y="8526"/>
                    </a:cubicBezTo>
                    <a:cubicBezTo>
                      <a:pt x="18922" y="8597"/>
                      <a:pt x="18922" y="8597"/>
                      <a:pt x="18922" y="8597"/>
                    </a:cubicBezTo>
                    <a:lnTo>
                      <a:pt x="19350" y="8597"/>
                    </a:lnTo>
                    <a:cubicBezTo>
                      <a:pt x="19350" y="8526"/>
                      <a:pt x="19350" y="8526"/>
                      <a:pt x="19350" y="8526"/>
                    </a:cubicBezTo>
                    <a:cubicBezTo>
                      <a:pt x="19279" y="8454"/>
                      <a:pt x="19279" y="8454"/>
                      <a:pt x="19279" y="8454"/>
                    </a:cubicBezTo>
                    <a:cubicBezTo>
                      <a:pt x="19207" y="8383"/>
                      <a:pt x="19207" y="8383"/>
                      <a:pt x="19207" y="8383"/>
                    </a:cubicBezTo>
                    <a:cubicBezTo>
                      <a:pt x="18779" y="8311"/>
                      <a:pt x="18779" y="8311"/>
                      <a:pt x="18779" y="8311"/>
                    </a:cubicBezTo>
                    <a:close/>
                    <a:moveTo>
                      <a:pt x="23777" y="8668"/>
                    </a:moveTo>
                    <a:lnTo>
                      <a:pt x="23706" y="8740"/>
                    </a:lnTo>
                    <a:cubicBezTo>
                      <a:pt x="23777" y="8811"/>
                      <a:pt x="23777" y="8811"/>
                      <a:pt x="23777" y="8811"/>
                    </a:cubicBezTo>
                    <a:cubicBezTo>
                      <a:pt x="23849" y="8740"/>
                      <a:pt x="23849" y="8740"/>
                      <a:pt x="23849" y="8740"/>
                    </a:cubicBezTo>
                    <a:cubicBezTo>
                      <a:pt x="23849" y="8668"/>
                      <a:pt x="23849" y="8668"/>
                      <a:pt x="23849" y="8668"/>
                    </a:cubicBezTo>
                    <a:close/>
                    <a:moveTo>
                      <a:pt x="22370" y="8648"/>
                    </a:moveTo>
                    <a:cubicBezTo>
                      <a:pt x="22295" y="8648"/>
                      <a:pt x="22192" y="8740"/>
                      <a:pt x="22135" y="8740"/>
                    </a:cubicBezTo>
                    <a:cubicBezTo>
                      <a:pt x="22077" y="8798"/>
                      <a:pt x="22066" y="8902"/>
                      <a:pt x="22102" y="8902"/>
                    </a:cubicBezTo>
                    <a:cubicBezTo>
                      <a:pt x="22110" y="8902"/>
                      <a:pt x="22121" y="8896"/>
                      <a:pt x="22135" y="8883"/>
                    </a:cubicBezTo>
                    <a:lnTo>
                      <a:pt x="22206" y="8883"/>
                    </a:lnTo>
                    <a:cubicBezTo>
                      <a:pt x="22349" y="8883"/>
                      <a:pt x="22777" y="8954"/>
                      <a:pt x="22849" y="8954"/>
                    </a:cubicBezTo>
                    <a:cubicBezTo>
                      <a:pt x="22849" y="8883"/>
                      <a:pt x="22920" y="8811"/>
                      <a:pt x="22849" y="8740"/>
                    </a:cubicBezTo>
                    <a:lnTo>
                      <a:pt x="22635" y="8740"/>
                    </a:lnTo>
                    <a:cubicBezTo>
                      <a:pt x="22563" y="8740"/>
                      <a:pt x="22492" y="8668"/>
                      <a:pt x="22420" y="8668"/>
                    </a:cubicBezTo>
                    <a:cubicBezTo>
                      <a:pt x="22406" y="8654"/>
                      <a:pt x="22389" y="8648"/>
                      <a:pt x="22370" y="8648"/>
                    </a:cubicBezTo>
                    <a:close/>
                    <a:moveTo>
                      <a:pt x="20850" y="8240"/>
                    </a:moveTo>
                    <a:cubicBezTo>
                      <a:pt x="20778" y="8240"/>
                      <a:pt x="20707" y="8383"/>
                      <a:pt x="20635" y="8454"/>
                    </a:cubicBezTo>
                    <a:cubicBezTo>
                      <a:pt x="20635" y="8526"/>
                      <a:pt x="20707" y="8597"/>
                      <a:pt x="20778" y="8668"/>
                    </a:cubicBezTo>
                    <a:lnTo>
                      <a:pt x="20778" y="8740"/>
                    </a:lnTo>
                    <a:cubicBezTo>
                      <a:pt x="20778" y="8740"/>
                      <a:pt x="20778" y="8811"/>
                      <a:pt x="20850" y="8811"/>
                    </a:cubicBezTo>
                    <a:cubicBezTo>
                      <a:pt x="20885" y="8847"/>
                      <a:pt x="20921" y="8847"/>
                      <a:pt x="20948" y="8847"/>
                    </a:cubicBezTo>
                    <a:cubicBezTo>
                      <a:pt x="20975" y="8847"/>
                      <a:pt x="20992" y="8847"/>
                      <a:pt x="20992" y="8883"/>
                    </a:cubicBezTo>
                    <a:cubicBezTo>
                      <a:pt x="21064" y="8883"/>
                      <a:pt x="21064" y="8883"/>
                      <a:pt x="21135" y="8954"/>
                    </a:cubicBezTo>
                    <a:cubicBezTo>
                      <a:pt x="21207" y="8954"/>
                      <a:pt x="21349" y="9025"/>
                      <a:pt x="21421" y="9025"/>
                    </a:cubicBezTo>
                    <a:cubicBezTo>
                      <a:pt x="21421" y="9025"/>
                      <a:pt x="21421" y="8954"/>
                      <a:pt x="21421" y="8883"/>
                    </a:cubicBezTo>
                    <a:cubicBezTo>
                      <a:pt x="21492" y="8811"/>
                      <a:pt x="21492" y="8740"/>
                      <a:pt x="21349" y="8597"/>
                    </a:cubicBezTo>
                    <a:cubicBezTo>
                      <a:pt x="21278" y="8454"/>
                      <a:pt x="21207" y="8240"/>
                      <a:pt x="20992" y="8240"/>
                    </a:cubicBezTo>
                    <a:close/>
                    <a:moveTo>
                      <a:pt x="30774" y="8597"/>
                    </a:moveTo>
                    <a:cubicBezTo>
                      <a:pt x="30703" y="8597"/>
                      <a:pt x="30703" y="8740"/>
                      <a:pt x="30703" y="8740"/>
                    </a:cubicBezTo>
                    <a:cubicBezTo>
                      <a:pt x="30675" y="8711"/>
                      <a:pt x="30652" y="8700"/>
                      <a:pt x="30635" y="8700"/>
                    </a:cubicBezTo>
                    <a:cubicBezTo>
                      <a:pt x="30566" y="8700"/>
                      <a:pt x="30589" y="8883"/>
                      <a:pt x="30703" y="8883"/>
                    </a:cubicBezTo>
                    <a:cubicBezTo>
                      <a:pt x="30679" y="8906"/>
                      <a:pt x="30640" y="8914"/>
                      <a:pt x="30592" y="8914"/>
                    </a:cubicBezTo>
                    <a:cubicBezTo>
                      <a:pt x="30497" y="8914"/>
                      <a:pt x="30370" y="8883"/>
                      <a:pt x="30275" y="8883"/>
                    </a:cubicBezTo>
                    <a:cubicBezTo>
                      <a:pt x="30275" y="8883"/>
                      <a:pt x="30203" y="8811"/>
                      <a:pt x="30132" y="8811"/>
                    </a:cubicBezTo>
                    <a:cubicBezTo>
                      <a:pt x="30132" y="8740"/>
                      <a:pt x="30132" y="8668"/>
                      <a:pt x="30060" y="8668"/>
                    </a:cubicBezTo>
                    <a:cubicBezTo>
                      <a:pt x="29989" y="8668"/>
                      <a:pt x="29989" y="8811"/>
                      <a:pt x="29989" y="8811"/>
                    </a:cubicBezTo>
                    <a:lnTo>
                      <a:pt x="29918" y="8811"/>
                    </a:lnTo>
                    <a:cubicBezTo>
                      <a:pt x="29846" y="8811"/>
                      <a:pt x="29846" y="8811"/>
                      <a:pt x="29846" y="8883"/>
                    </a:cubicBezTo>
                    <a:cubicBezTo>
                      <a:pt x="29846" y="8883"/>
                      <a:pt x="29846" y="8883"/>
                      <a:pt x="29846" y="8954"/>
                    </a:cubicBezTo>
                    <a:cubicBezTo>
                      <a:pt x="29918" y="8954"/>
                      <a:pt x="29918" y="8954"/>
                      <a:pt x="29989" y="9025"/>
                    </a:cubicBezTo>
                    <a:cubicBezTo>
                      <a:pt x="30060" y="9097"/>
                      <a:pt x="30132" y="9097"/>
                      <a:pt x="30275" y="9097"/>
                    </a:cubicBezTo>
                    <a:cubicBezTo>
                      <a:pt x="30310" y="9132"/>
                      <a:pt x="30346" y="9150"/>
                      <a:pt x="30382" y="9150"/>
                    </a:cubicBezTo>
                    <a:cubicBezTo>
                      <a:pt x="30417" y="9150"/>
                      <a:pt x="30453" y="9132"/>
                      <a:pt x="30489" y="9097"/>
                    </a:cubicBezTo>
                    <a:cubicBezTo>
                      <a:pt x="30632" y="9097"/>
                      <a:pt x="30632" y="9097"/>
                      <a:pt x="30774" y="8954"/>
                    </a:cubicBezTo>
                    <a:cubicBezTo>
                      <a:pt x="30774" y="8883"/>
                      <a:pt x="30774" y="8668"/>
                      <a:pt x="30774" y="8597"/>
                    </a:cubicBezTo>
                    <a:close/>
                    <a:moveTo>
                      <a:pt x="17422" y="9240"/>
                    </a:moveTo>
                    <a:cubicBezTo>
                      <a:pt x="17422" y="9311"/>
                      <a:pt x="17422" y="9311"/>
                      <a:pt x="17422" y="9311"/>
                    </a:cubicBezTo>
                    <a:cubicBezTo>
                      <a:pt x="17637" y="9382"/>
                      <a:pt x="17637" y="9382"/>
                      <a:pt x="17637" y="9382"/>
                    </a:cubicBezTo>
                    <a:lnTo>
                      <a:pt x="17708" y="9382"/>
                    </a:lnTo>
                    <a:cubicBezTo>
                      <a:pt x="17779" y="9311"/>
                      <a:pt x="17779" y="9311"/>
                      <a:pt x="17779" y="9311"/>
                    </a:cubicBezTo>
                    <a:cubicBezTo>
                      <a:pt x="17779" y="9240"/>
                      <a:pt x="17779" y="9240"/>
                      <a:pt x="17779" y="9240"/>
                    </a:cubicBezTo>
                    <a:close/>
                    <a:moveTo>
                      <a:pt x="18493" y="9025"/>
                    </a:moveTo>
                    <a:cubicBezTo>
                      <a:pt x="18351" y="9097"/>
                      <a:pt x="18351" y="9097"/>
                      <a:pt x="18351" y="9097"/>
                    </a:cubicBezTo>
                    <a:cubicBezTo>
                      <a:pt x="18279" y="9168"/>
                      <a:pt x="18279" y="9168"/>
                      <a:pt x="18279" y="9168"/>
                    </a:cubicBezTo>
                    <a:cubicBezTo>
                      <a:pt x="18279" y="9240"/>
                      <a:pt x="18279" y="9240"/>
                      <a:pt x="18279" y="9240"/>
                    </a:cubicBezTo>
                    <a:lnTo>
                      <a:pt x="18351" y="9240"/>
                    </a:lnTo>
                    <a:cubicBezTo>
                      <a:pt x="18493" y="9168"/>
                      <a:pt x="18493" y="9168"/>
                      <a:pt x="18493" y="9168"/>
                    </a:cubicBezTo>
                    <a:cubicBezTo>
                      <a:pt x="18565" y="9240"/>
                      <a:pt x="18565" y="9240"/>
                      <a:pt x="18565" y="9240"/>
                    </a:cubicBezTo>
                    <a:cubicBezTo>
                      <a:pt x="18636" y="9311"/>
                      <a:pt x="18636" y="9311"/>
                      <a:pt x="18636" y="9311"/>
                    </a:cubicBezTo>
                    <a:cubicBezTo>
                      <a:pt x="18708" y="9382"/>
                      <a:pt x="18708" y="9382"/>
                      <a:pt x="18708" y="9382"/>
                    </a:cubicBezTo>
                    <a:cubicBezTo>
                      <a:pt x="18636" y="9240"/>
                      <a:pt x="18636" y="9240"/>
                      <a:pt x="18636" y="9240"/>
                    </a:cubicBezTo>
                    <a:lnTo>
                      <a:pt x="18493" y="9025"/>
                    </a:lnTo>
                    <a:close/>
                    <a:moveTo>
                      <a:pt x="18472" y="7066"/>
                    </a:moveTo>
                    <a:cubicBezTo>
                      <a:pt x="18208" y="7066"/>
                      <a:pt x="17922" y="7098"/>
                      <a:pt x="17637" y="7098"/>
                    </a:cubicBezTo>
                    <a:cubicBezTo>
                      <a:pt x="17137" y="7098"/>
                      <a:pt x="16708" y="7169"/>
                      <a:pt x="16209" y="7240"/>
                    </a:cubicBezTo>
                    <a:cubicBezTo>
                      <a:pt x="15839" y="7188"/>
                      <a:pt x="15451" y="7174"/>
                      <a:pt x="15057" y="7174"/>
                    </a:cubicBezTo>
                    <a:cubicBezTo>
                      <a:pt x="14626" y="7174"/>
                      <a:pt x="14189" y="7190"/>
                      <a:pt x="13765" y="7190"/>
                    </a:cubicBezTo>
                    <a:cubicBezTo>
                      <a:pt x="13527" y="7190"/>
                      <a:pt x="13293" y="7185"/>
                      <a:pt x="13067" y="7169"/>
                    </a:cubicBezTo>
                    <a:cubicBezTo>
                      <a:pt x="12710" y="7169"/>
                      <a:pt x="12281" y="7169"/>
                      <a:pt x="11924" y="7240"/>
                    </a:cubicBezTo>
                    <a:cubicBezTo>
                      <a:pt x="11567" y="7455"/>
                      <a:pt x="11353" y="7954"/>
                      <a:pt x="10925" y="8169"/>
                    </a:cubicBezTo>
                    <a:cubicBezTo>
                      <a:pt x="10853" y="8240"/>
                      <a:pt x="10853" y="8383"/>
                      <a:pt x="10925" y="8454"/>
                    </a:cubicBezTo>
                    <a:cubicBezTo>
                      <a:pt x="10925" y="8597"/>
                      <a:pt x="10996" y="8740"/>
                      <a:pt x="11068" y="8883"/>
                    </a:cubicBezTo>
                    <a:cubicBezTo>
                      <a:pt x="11782" y="9025"/>
                      <a:pt x="12710" y="9240"/>
                      <a:pt x="13424" y="9382"/>
                    </a:cubicBezTo>
                    <a:cubicBezTo>
                      <a:pt x="13709" y="9382"/>
                      <a:pt x="13281" y="8954"/>
                      <a:pt x="13567" y="8954"/>
                    </a:cubicBezTo>
                    <a:cubicBezTo>
                      <a:pt x="13709" y="8954"/>
                      <a:pt x="13709" y="9240"/>
                      <a:pt x="13852" y="9240"/>
                    </a:cubicBezTo>
                    <a:cubicBezTo>
                      <a:pt x="14352" y="9311"/>
                      <a:pt x="14923" y="9311"/>
                      <a:pt x="15352" y="9382"/>
                    </a:cubicBezTo>
                    <a:cubicBezTo>
                      <a:pt x="15566" y="9382"/>
                      <a:pt x="15780" y="9382"/>
                      <a:pt x="15923" y="9454"/>
                    </a:cubicBezTo>
                    <a:cubicBezTo>
                      <a:pt x="16280" y="9454"/>
                      <a:pt x="16280" y="9097"/>
                      <a:pt x="16494" y="8883"/>
                    </a:cubicBezTo>
                    <a:cubicBezTo>
                      <a:pt x="16637" y="8740"/>
                      <a:pt x="16780" y="8740"/>
                      <a:pt x="16994" y="8668"/>
                    </a:cubicBezTo>
                    <a:cubicBezTo>
                      <a:pt x="17048" y="8647"/>
                      <a:pt x="17110" y="8638"/>
                      <a:pt x="17175" y="8638"/>
                    </a:cubicBezTo>
                    <a:cubicBezTo>
                      <a:pt x="17406" y="8638"/>
                      <a:pt x="17690" y="8743"/>
                      <a:pt x="17929" y="8743"/>
                    </a:cubicBezTo>
                    <a:cubicBezTo>
                      <a:pt x="18067" y="8743"/>
                      <a:pt x="18190" y="8708"/>
                      <a:pt x="18279" y="8597"/>
                    </a:cubicBezTo>
                    <a:cubicBezTo>
                      <a:pt x="18351" y="8454"/>
                      <a:pt x="18422" y="8311"/>
                      <a:pt x="18565" y="8240"/>
                    </a:cubicBezTo>
                    <a:cubicBezTo>
                      <a:pt x="18850" y="8097"/>
                      <a:pt x="19707" y="7954"/>
                      <a:pt x="19779" y="7669"/>
                    </a:cubicBezTo>
                    <a:cubicBezTo>
                      <a:pt x="19779" y="7597"/>
                      <a:pt x="19636" y="7526"/>
                      <a:pt x="19493" y="7383"/>
                    </a:cubicBezTo>
                    <a:cubicBezTo>
                      <a:pt x="19279" y="7312"/>
                      <a:pt x="19136" y="7169"/>
                      <a:pt x="18850" y="7098"/>
                    </a:cubicBezTo>
                    <a:cubicBezTo>
                      <a:pt x="18731" y="7074"/>
                      <a:pt x="18604" y="7066"/>
                      <a:pt x="18472" y="7066"/>
                    </a:cubicBezTo>
                    <a:close/>
                    <a:moveTo>
                      <a:pt x="14575" y="16826"/>
                    </a:moveTo>
                    <a:cubicBezTo>
                      <a:pt x="14566" y="16826"/>
                      <a:pt x="14566" y="16844"/>
                      <a:pt x="14566" y="16880"/>
                    </a:cubicBezTo>
                    <a:cubicBezTo>
                      <a:pt x="14638" y="16951"/>
                      <a:pt x="14495" y="16951"/>
                      <a:pt x="14495" y="17022"/>
                    </a:cubicBezTo>
                    <a:cubicBezTo>
                      <a:pt x="14495" y="17213"/>
                      <a:pt x="14590" y="17244"/>
                      <a:pt x="14696" y="17244"/>
                    </a:cubicBezTo>
                    <a:cubicBezTo>
                      <a:pt x="14749" y="17244"/>
                      <a:pt x="14804" y="17237"/>
                      <a:pt x="14852" y="17237"/>
                    </a:cubicBezTo>
                    <a:cubicBezTo>
                      <a:pt x="15066" y="17237"/>
                      <a:pt x="15066" y="17237"/>
                      <a:pt x="15280" y="17165"/>
                    </a:cubicBezTo>
                    <a:cubicBezTo>
                      <a:pt x="15352" y="17165"/>
                      <a:pt x="15352" y="17022"/>
                      <a:pt x="15280" y="16951"/>
                    </a:cubicBezTo>
                    <a:cubicBezTo>
                      <a:pt x="15245" y="16915"/>
                      <a:pt x="15191" y="16915"/>
                      <a:pt x="15137" y="16915"/>
                    </a:cubicBezTo>
                    <a:cubicBezTo>
                      <a:pt x="15084" y="16915"/>
                      <a:pt x="15030" y="16915"/>
                      <a:pt x="14995" y="16880"/>
                    </a:cubicBezTo>
                    <a:lnTo>
                      <a:pt x="14638" y="16880"/>
                    </a:lnTo>
                    <a:cubicBezTo>
                      <a:pt x="14602" y="16844"/>
                      <a:pt x="14584" y="16826"/>
                      <a:pt x="14575" y="16826"/>
                    </a:cubicBezTo>
                    <a:close/>
                    <a:moveTo>
                      <a:pt x="4589" y="6328"/>
                    </a:moveTo>
                    <a:cubicBezTo>
                      <a:pt x="3920" y="6328"/>
                      <a:pt x="4124" y="8302"/>
                      <a:pt x="3999" y="8740"/>
                    </a:cubicBezTo>
                    <a:cubicBezTo>
                      <a:pt x="3856" y="9097"/>
                      <a:pt x="3428" y="9311"/>
                      <a:pt x="3142" y="9597"/>
                    </a:cubicBezTo>
                    <a:cubicBezTo>
                      <a:pt x="3058" y="9680"/>
                      <a:pt x="2975" y="9715"/>
                      <a:pt x="2877" y="9715"/>
                    </a:cubicBezTo>
                    <a:cubicBezTo>
                      <a:pt x="2807" y="9715"/>
                      <a:pt x="2731" y="9698"/>
                      <a:pt x="2642" y="9668"/>
                    </a:cubicBezTo>
                    <a:cubicBezTo>
                      <a:pt x="2470" y="9625"/>
                      <a:pt x="2167" y="9478"/>
                      <a:pt x="1923" y="9478"/>
                    </a:cubicBezTo>
                    <a:cubicBezTo>
                      <a:pt x="1763" y="9478"/>
                      <a:pt x="1628" y="9541"/>
                      <a:pt x="1571" y="9739"/>
                    </a:cubicBezTo>
                    <a:cubicBezTo>
                      <a:pt x="1500" y="10096"/>
                      <a:pt x="1571" y="10382"/>
                      <a:pt x="1500" y="10739"/>
                    </a:cubicBezTo>
                    <a:cubicBezTo>
                      <a:pt x="1428" y="11025"/>
                      <a:pt x="1500" y="11310"/>
                      <a:pt x="1571" y="11596"/>
                    </a:cubicBezTo>
                    <a:cubicBezTo>
                      <a:pt x="1571" y="11810"/>
                      <a:pt x="1428" y="12024"/>
                      <a:pt x="1571" y="12238"/>
                    </a:cubicBezTo>
                    <a:cubicBezTo>
                      <a:pt x="1643" y="12381"/>
                      <a:pt x="1857" y="12381"/>
                      <a:pt x="2000" y="12524"/>
                    </a:cubicBezTo>
                    <a:cubicBezTo>
                      <a:pt x="2285" y="12810"/>
                      <a:pt x="2214" y="13167"/>
                      <a:pt x="2071" y="13524"/>
                    </a:cubicBezTo>
                    <a:cubicBezTo>
                      <a:pt x="2000" y="13809"/>
                      <a:pt x="1714" y="13809"/>
                      <a:pt x="1500" y="13881"/>
                    </a:cubicBezTo>
                    <a:cubicBezTo>
                      <a:pt x="1357" y="13952"/>
                      <a:pt x="1214" y="14023"/>
                      <a:pt x="1071" y="14095"/>
                    </a:cubicBezTo>
                    <a:cubicBezTo>
                      <a:pt x="643" y="14452"/>
                      <a:pt x="72" y="14666"/>
                      <a:pt x="0" y="15237"/>
                    </a:cubicBezTo>
                    <a:cubicBezTo>
                      <a:pt x="0" y="15451"/>
                      <a:pt x="72" y="15666"/>
                      <a:pt x="286" y="15737"/>
                    </a:cubicBezTo>
                    <a:cubicBezTo>
                      <a:pt x="327" y="15751"/>
                      <a:pt x="368" y="15757"/>
                      <a:pt x="408" y="15757"/>
                    </a:cubicBezTo>
                    <a:cubicBezTo>
                      <a:pt x="579" y="15757"/>
                      <a:pt x="742" y="15652"/>
                      <a:pt x="857" y="15594"/>
                    </a:cubicBezTo>
                    <a:cubicBezTo>
                      <a:pt x="1000" y="15594"/>
                      <a:pt x="1071" y="15666"/>
                      <a:pt x="1143" y="15737"/>
                    </a:cubicBezTo>
                    <a:cubicBezTo>
                      <a:pt x="1214" y="15808"/>
                      <a:pt x="1428" y="15880"/>
                      <a:pt x="1571" y="15880"/>
                    </a:cubicBezTo>
                    <a:cubicBezTo>
                      <a:pt x="1754" y="15811"/>
                      <a:pt x="1945" y="15779"/>
                      <a:pt x="2138" y="15779"/>
                    </a:cubicBezTo>
                    <a:cubicBezTo>
                      <a:pt x="2547" y="15779"/>
                      <a:pt x="2968" y="15923"/>
                      <a:pt x="3356" y="16165"/>
                    </a:cubicBezTo>
                    <a:cubicBezTo>
                      <a:pt x="3642" y="16237"/>
                      <a:pt x="3927" y="16165"/>
                      <a:pt x="4213" y="16308"/>
                    </a:cubicBezTo>
                    <a:cubicBezTo>
                      <a:pt x="4284" y="16308"/>
                      <a:pt x="4356" y="16380"/>
                      <a:pt x="4427" y="16380"/>
                    </a:cubicBezTo>
                    <a:cubicBezTo>
                      <a:pt x="4468" y="16407"/>
                      <a:pt x="4501" y="16419"/>
                      <a:pt x="4529" y="16419"/>
                    </a:cubicBezTo>
                    <a:cubicBezTo>
                      <a:pt x="4647" y="16419"/>
                      <a:pt x="4669" y="16210"/>
                      <a:pt x="4784" y="16094"/>
                    </a:cubicBezTo>
                    <a:cubicBezTo>
                      <a:pt x="4856" y="16094"/>
                      <a:pt x="4998" y="16094"/>
                      <a:pt x="5070" y="16023"/>
                    </a:cubicBezTo>
                    <a:cubicBezTo>
                      <a:pt x="5180" y="15885"/>
                      <a:pt x="5290" y="15843"/>
                      <a:pt x="5399" y="15843"/>
                    </a:cubicBezTo>
                    <a:cubicBezTo>
                      <a:pt x="5575" y="15843"/>
                      <a:pt x="5751" y="15951"/>
                      <a:pt x="5927" y="15951"/>
                    </a:cubicBezTo>
                    <a:cubicBezTo>
                      <a:pt x="6284" y="15951"/>
                      <a:pt x="6569" y="16023"/>
                      <a:pt x="6926" y="16094"/>
                    </a:cubicBezTo>
                    <a:cubicBezTo>
                      <a:pt x="7497" y="16165"/>
                      <a:pt x="7997" y="16308"/>
                      <a:pt x="8569" y="16308"/>
                    </a:cubicBezTo>
                    <a:cubicBezTo>
                      <a:pt x="8783" y="16308"/>
                      <a:pt x="8997" y="16522"/>
                      <a:pt x="9211" y="16594"/>
                    </a:cubicBezTo>
                    <a:cubicBezTo>
                      <a:pt x="9568" y="16665"/>
                      <a:pt x="9997" y="16665"/>
                      <a:pt x="10354" y="16808"/>
                    </a:cubicBezTo>
                    <a:cubicBezTo>
                      <a:pt x="10463" y="16863"/>
                      <a:pt x="10572" y="16886"/>
                      <a:pt x="10681" y="16886"/>
                    </a:cubicBezTo>
                    <a:cubicBezTo>
                      <a:pt x="10857" y="16886"/>
                      <a:pt x="11034" y="16825"/>
                      <a:pt x="11210" y="16737"/>
                    </a:cubicBezTo>
                    <a:cubicBezTo>
                      <a:pt x="11344" y="16656"/>
                      <a:pt x="11508" y="16646"/>
                      <a:pt x="11680" y="16646"/>
                    </a:cubicBezTo>
                    <a:cubicBezTo>
                      <a:pt x="11737" y="16646"/>
                      <a:pt x="11795" y="16647"/>
                      <a:pt x="11853" y="16647"/>
                    </a:cubicBezTo>
                    <a:cubicBezTo>
                      <a:pt x="12085" y="16647"/>
                      <a:pt x="12317" y="16630"/>
                      <a:pt x="12496" y="16451"/>
                    </a:cubicBezTo>
                    <a:cubicBezTo>
                      <a:pt x="12638" y="16308"/>
                      <a:pt x="12853" y="16094"/>
                      <a:pt x="13067" y="16094"/>
                    </a:cubicBezTo>
                    <a:cubicBezTo>
                      <a:pt x="13350" y="15991"/>
                      <a:pt x="13634" y="15934"/>
                      <a:pt x="13911" y="15934"/>
                    </a:cubicBezTo>
                    <a:cubicBezTo>
                      <a:pt x="14401" y="15934"/>
                      <a:pt x="14870" y="16112"/>
                      <a:pt x="15280" y="16522"/>
                    </a:cubicBezTo>
                    <a:cubicBezTo>
                      <a:pt x="15494" y="16594"/>
                      <a:pt x="15709" y="16594"/>
                      <a:pt x="15923" y="16737"/>
                    </a:cubicBezTo>
                    <a:cubicBezTo>
                      <a:pt x="16137" y="16880"/>
                      <a:pt x="16423" y="16880"/>
                      <a:pt x="16637" y="17022"/>
                    </a:cubicBezTo>
                    <a:cubicBezTo>
                      <a:pt x="16923" y="17165"/>
                      <a:pt x="17208" y="17451"/>
                      <a:pt x="17565" y="17451"/>
                    </a:cubicBezTo>
                    <a:cubicBezTo>
                      <a:pt x="17589" y="17427"/>
                      <a:pt x="17613" y="17419"/>
                      <a:pt x="17637" y="17419"/>
                    </a:cubicBezTo>
                    <a:cubicBezTo>
                      <a:pt x="17684" y="17419"/>
                      <a:pt x="17732" y="17451"/>
                      <a:pt x="17779" y="17451"/>
                    </a:cubicBezTo>
                    <a:cubicBezTo>
                      <a:pt x="17922" y="17522"/>
                      <a:pt x="18065" y="17665"/>
                      <a:pt x="18208" y="17665"/>
                    </a:cubicBezTo>
                    <a:cubicBezTo>
                      <a:pt x="18351" y="17736"/>
                      <a:pt x="18565" y="17736"/>
                      <a:pt x="18708" y="17808"/>
                    </a:cubicBezTo>
                    <a:cubicBezTo>
                      <a:pt x="18779" y="17808"/>
                      <a:pt x="18850" y="17879"/>
                      <a:pt x="18922" y="17951"/>
                    </a:cubicBezTo>
                    <a:cubicBezTo>
                      <a:pt x="19239" y="18086"/>
                      <a:pt x="19613" y="18136"/>
                      <a:pt x="19972" y="18136"/>
                    </a:cubicBezTo>
                    <a:cubicBezTo>
                      <a:pt x="20179" y="18136"/>
                      <a:pt x="20381" y="18119"/>
                      <a:pt x="20564" y="18093"/>
                    </a:cubicBezTo>
                    <a:cubicBezTo>
                      <a:pt x="20659" y="18093"/>
                      <a:pt x="20754" y="18062"/>
                      <a:pt x="20850" y="18062"/>
                    </a:cubicBezTo>
                    <a:cubicBezTo>
                      <a:pt x="20897" y="18062"/>
                      <a:pt x="20945" y="18070"/>
                      <a:pt x="20992" y="18093"/>
                    </a:cubicBezTo>
                    <a:cubicBezTo>
                      <a:pt x="21278" y="18165"/>
                      <a:pt x="21421" y="18379"/>
                      <a:pt x="21421" y="18665"/>
                    </a:cubicBezTo>
                    <a:cubicBezTo>
                      <a:pt x="21421" y="18736"/>
                      <a:pt x="21492" y="18736"/>
                      <a:pt x="21492" y="18807"/>
                    </a:cubicBezTo>
                    <a:cubicBezTo>
                      <a:pt x="21635" y="18879"/>
                      <a:pt x="21921" y="18879"/>
                      <a:pt x="22063" y="18950"/>
                    </a:cubicBezTo>
                    <a:cubicBezTo>
                      <a:pt x="22278" y="18950"/>
                      <a:pt x="22420" y="19022"/>
                      <a:pt x="22635" y="19022"/>
                    </a:cubicBezTo>
                    <a:cubicBezTo>
                      <a:pt x="22849" y="18950"/>
                      <a:pt x="22920" y="18665"/>
                      <a:pt x="22777" y="18522"/>
                    </a:cubicBezTo>
                    <a:lnTo>
                      <a:pt x="22777" y="18450"/>
                    </a:lnTo>
                    <a:cubicBezTo>
                      <a:pt x="22492" y="18165"/>
                      <a:pt x="21778" y="18165"/>
                      <a:pt x="21706" y="17665"/>
                    </a:cubicBezTo>
                    <a:cubicBezTo>
                      <a:pt x="21706" y="17522"/>
                      <a:pt x="21706" y="17379"/>
                      <a:pt x="21635" y="17237"/>
                    </a:cubicBezTo>
                    <a:cubicBezTo>
                      <a:pt x="21635" y="17226"/>
                      <a:pt x="21632" y="17221"/>
                      <a:pt x="21626" y="17221"/>
                    </a:cubicBezTo>
                    <a:cubicBezTo>
                      <a:pt x="21604" y="17221"/>
                      <a:pt x="21543" y="17287"/>
                      <a:pt x="21488" y="17287"/>
                    </a:cubicBezTo>
                    <a:cubicBezTo>
                      <a:pt x="21463" y="17287"/>
                      <a:pt x="21440" y="17274"/>
                      <a:pt x="21421" y="17237"/>
                    </a:cubicBezTo>
                    <a:cubicBezTo>
                      <a:pt x="21207" y="16808"/>
                      <a:pt x="21349" y="16308"/>
                      <a:pt x="21421" y="15737"/>
                    </a:cubicBezTo>
                    <a:cubicBezTo>
                      <a:pt x="21564" y="15166"/>
                      <a:pt x="21849" y="14523"/>
                      <a:pt x="21849" y="13881"/>
                    </a:cubicBezTo>
                    <a:cubicBezTo>
                      <a:pt x="21849" y="13666"/>
                      <a:pt x="21921" y="13381"/>
                      <a:pt x="21921" y="13167"/>
                    </a:cubicBezTo>
                    <a:cubicBezTo>
                      <a:pt x="21849" y="12667"/>
                      <a:pt x="21207" y="12595"/>
                      <a:pt x="20778" y="12381"/>
                    </a:cubicBezTo>
                    <a:cubicBezTo>
                      <a:pt x="20671" y="12310"/>
                      <a:pt x="20528" y="12310"/>
                      <a:pt x="20377" y="12310"/>
                    </a:cubicBezTo>
                    <a:cubicBezTo>
                      <a:pt x="20225" y="12310"/>
                      <a:pt x="20064" y="12310"/>
                      <a:pt x="19921" y="12238"/>
                    </a:cubicBezTo>
                    <a:cubicBezTo>
                      <a:pt x="19758" y="12075"/>
                      <a:pt x="19553" y="11786"/>
                      <a:pt x="19306" y="11786"/>
                    </a:cubicBezTo>
                    <a:cubicBezTo>
                      <a:pt x="19229" y="11786"/>
                      <a:pt x="19149" y="11814"/>
                      <a:pt x="19065" y="11881"/>
                    </a:cubicBezTo>
                    <a:cubicBezTo>
                      <a:pt x="18779" y="12024"/>
                      <a:pt x="18493" y="12167"/>
                      <a:pt x="18208" y="12167"/>
                    </a:cubicBezTo>
                    <a:cubicBezTo>
                      <a:pt x="18065" y="12167"/>
                      <a:pt x="17922" y="12310"/>
                      <a:pt x="17708" y="12310"/>
                    </a:cubicBezTo>
                    <a:cubicBezTo>
                      <a:pt x="17565" y="12346"/>
                      <a:pt x="17422" y="12346"/>
                      <a:pt x="17280" y="12346"/>
                    </a:cubicBezTo>
                    <a:cubicBezTo>
                      <a:pt x="17137" y="12346"/>
                      <a:pt x="16994" y="12346"/>
                      <a:pt x="16851" y="12381"/>
                    </a:cubicBezTo>
                    <a:cubicBezTo>
                      <a:pt x="16649" y="12331"/>
                      <a:pt x="16412" y="12280"/>
                      <a:pt x="16189" y="12280"/>
                    </a:cubicBezTo>
                    <a:cubicBezTo>
                      <a:pt x="16096" y="12280"/>
                      <a:pt x="16007" y="12289"/>
                      <a:pt x="15923" y="12310"/>
                    </a:cubicBezTo>
                    <a:cubicBezTo>
                      <a:pt x="15494" y="12381"/>
                      <a:pt x="15137" y="12667"/>
                      <a:pt x="14780" y="12738"/>
                    </a:cubicBezTo>
                    <a:cubicBezTo>
                      <a:pt x="14495" y="12738"/>
                      <a:pt x="14281" y="12524"/>
                      <a:pt x="13995" y="12524"/>
                    </a:cubicBezTo>
                    <a:cubicBezTo>
                      <a:pt x="13852" y="12453"/>
                      <a:pt x="13638" y="12381"/>
                      <a:pt x="13424" y="12310"/>
                    </a:cubicBezTo>
                    <a:cubicBezTo>
                      <a:pt x="12853" y="11810"/>
                      <a:pt x="11853" y="11881"/>
                      <a:pt x="11353" y="11167"/>
                    </a:cubicBezTo>
                    <a:cubicBezTo>
                      <a:pt x="11282" y="10882"/>
                      <a:pt x="11353" y="10596"/>
                      <a:pt x="11496" y="10382"/>
                    </a:cubicBezTo>
                    <a:cubicBezTo>
                      <a:pt x="11710" y="10025"/>
                      <a:pt x="11782" y="9597"/>
                      <a:pt x="11496" y="9311"/>
                    </a:cubicBezTo>
                    <a:cubicBezTo>
                      <a:pt x="11433" y="9227"/>
                      <a:pt x="11364" y="9198"/>
                      <a:pt x="11290" y="9198"/>
                    </a:cubicBezTo>
                    <a:cubicBezTo>
                      <a:pt x="11137" y="9198"/>
                      <a:pt x="10966" y="9321"/>
                      <a:pt x="10791" y="9321"/>
                    </a:cubicBezTo>
                    <a:cubicBezTo>
                      <a:pt x="10765" y="9321"/>
                      <a:pt x="10738" y="9318"/>
                      <a:pt x="10711" y="9311"/>
                    </a:cubicBezTo>
                    <a:cubicBezTo>
                      <a:pt x="10639" y="9311"/>
                      <a:pt x="10425" y="9240"/>
                      <a:pt x="10496" y="9097"/>
                    </a:cubicBezTo>
                    <a:cubicBezTo>
                      <a:pt x="10925" y="8811"/>
                      <a:pt x="10568" y="8811"/>
                      <a:pt x="10496" y="8454"/>
                    </a:cubicBezTo>
                    <a:cubicBezTo>
                      <a:pt x="10425" y="8383"/>
                      <a:pt x="10568" y="8240"/>
                      <a:pt x="10496" y="8169"/>
                    </a:cubicBezTo>
                    <a:cubicBezTo>
                      <a:pt x="10496" y="8097"/>
                      <a:pt x="10425" y="8026"/>
                      <a:pt x="10354" y="7954"/>
                    </a:cubicBezTo>
                    <a:cubicBezTo>
                      <a:pt x="10139" y="7740"/>
                      <a:pt x="10354" y="7383"/>
                      <a:pt x="10211" y="7169"/>
                    </a:cubicBezTo>
                    <a:cubicBezTo>
                      <a:pt x="10182" y="7155"/>
                      <a:pt x="10154" y="7149"/>
                      <a:pt x="10125" y="7149"/>
                    </a:cubicBezTo>
                    <a:cubicBezTo>
                      <a:pt x="10011" y="7149"/>
                      <a:pt x="9897" y="7240"/>
                      <a:pt x="9782" y="7240"/>
                    </a:cubicBezTo>
                    <a:cubicBezTo>
                      <a:pt x="9640" y="7240"/>
                      <a:pt x="9568" y="7169"/>
                      <a:pt x="9425" y="7169"/>
                    </a:cubicBezTo>
                    <a:cubicBezTo>
                      <a:pt x="9273" y="7093"/>
                      <a:pt x="9103" y="7065"/>
                      <a:pt x="8925" y="7065"/>
                    </a:cubicBezTo>
                    <a:cubicBezTo>
                      <a:pt x="8475" y="7065"/>
                      <a:pt x="7965" y="7239"/>
                      <a:pt x="7508" y="7239"/>
                    </a:cubicBezTo>
                    <a:cubicBezTo>
                      <a:pt x="7300" y="7239"/>
                      <a:pt x="7102" y="7203"/>
                      <a:pt x="6926" y="7098"/>
                    </a:cubicBezTo>
                    <a:cubicBezTo>
                      <a:pt x="6712" y="6955"/>
                      <a:pt x="6641" y="6669"/>
                      <a:pt x="6355" y="6526"/>
                    </a:cubicBezTo>
                    <a:lnTo>
                      <a:pt x="5927" y="6526"/>
                    </a:lnTo>
                    <a:cubicBezTo>
                      <a:pt x="5779" y="6556"/>
                      <a:pt x="5631" y="6573"/>
                      <a:pt x="5488" y="6573"/>
                    </a:cubicBezTo>
                    <a:cubicBezTo>
                      <a:pt x="5286" y="6573"/>
                      <a:pt x="5094" y="6539"/>
                      <a:pt x="4927" y="6455"/>
                    </a:cubicBezTo>
                    <a:cubicBezTo>
                      <a:pt x="4795" y="6367"/>
                      <a:pt x="4683" y="6328"/>
                      <a:pt x="4589" y="6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59"/>
              <p:cNvSpPr/>
              <p:nvPr/>
            </p:nvSpPr>
            <p:spPr>
              <a:xfrm>
                <a:off x="2713975" y="3349450"/>
                <a:ext cx="824700" cy="475550"/>
              </a:xfrm>
              <a:custGeom>
                <a:rect b="b" l="l" r="r" t="t"/>
                <a:pathLst>
                  <a:path extrusionOk="0" fill="none" h="19022" w="32988">
                    <a:moveTo>
                      <a:pt x="10282" y="671"/>
                    </a:moveTo>
                    <a:cubicBezTo>
                      <a:pt x="10282" y="743"/>
                      <a:pt x="10354" y="814"/>
                      <a:pt x="10425" y="743"/>
                    </a:cubicBezTo>
                    <a:cubicBezTo>
                      <a:pt x="10496" y="814"/>
                      <a:pt x="10568" y="671"/>
                      <a:pt x="10639" y="743"/>
                    </a:cubicBezTo>
                    <a:cubicBezTo>
                      <a:pt x="10782" y="814"/>
                      <a:pt x="11068" y="814"/>
                      <a:pt x="11139" y="600"/>
                    </a:cubicBezTo>
                    <a:cubicBezTo>
                      <a:pt x="11282" y="314"/>
                      <a:pt x="11068" y="-114"/>
                      <a:pt x="10711" y="29"/>
                    </a:cubicBezTo>
                    <a:cubicBezTo>
                      <a:pt x="10639" y="100"/>
                      <a:pt x="10568" y="29"/>
                      <a:pt x="10568" y="100"/>
                    </a:cubicBezTo>
                    <a:cubicBezTo>
                      <a:pt x="10496" y="100"/>
                      <a:pt x="10425" y="172"/>
                      <a:pt x="10425" y="172"/>
                    </a:cubicBezTo>
                    <a:cubicBezTo>
                      <a:pt x="10354" y="314"/>
                      <a:pt x="10139" y="386"/>
                      <a:pt x="10211" y="529"/>
                    </a:cubicBezTo>
                    <a:cubicBezTo>
                      <a:pt x="10282" y="600"/>
                      <a:pt x="10282" y="671"/>
                      <a:pt x="10282" y="671"/>
                    </a:cubicBezTo>
                    <a:close/>
                    <a:moveTo>
                      <a:pt x="17422" y="9240"/>
                    </a:moveTo>
                    <a:cubicBezTo>
                      <a:pt x="17422" y="9311"/>
                      <a:pt x="17422" y="9311"/>
                      <a:pt x="17422" y="9311"/>
                    </a:cubicBezTo>
                    <a:cubicBezTo>
                      <a:pt x="17637" y="9382"/>
                      <a:pt x="17637" y="9382"/>
                      <a:pt x="17637" y="9382"/>
                    </a:cubicBezTo>
                    <a:cubicBezTo>
                      <a:pt x="17708" y="9382"/>
                      <a:pt x="17708" y="9382"/>
                      <a:pt x="17708" y="9382"/>
                    </a:cubicBezTo>
                    <a:cubicBezTo>
                      <a:pt x="17779" y="9311"/>
                      <a:pt x="17779" y="9311"/>
                      <a:pt x="17779" y="9311"/>
                    </a:cubicBezTo>
                    <a:cubicBezTo>
                      <a:pt x="17779" y="9240"/>
                      <a:pt x="17779" y="9240"/>
                      <a:pt x="17779" y="9240"/>
                    </a:cubicBezTo>
                    <a:cubicBezTo>
                      <a:pt x="17637" y="9240"/>
                      <a:pt x="17637" y="9240"/>
                      <a:pt x="17637" y="9240"/>
                    </a:cubicBezTo>
                    <a:cubicBezTo>
                      <a:pt x="17422" y="9240"/>
                      <a:pt x="17422" y="9240"/>
                      <a:pt x="17422" y="9240"/>
                    </a:cubicBezTo>
                    <a:close/>
                    <a:moveTo>
                      <a:pt x="22777" y="18450"/>
                    </a:moveTo>
                    <a:cubicBezTo>
                      <a:pt x="22492" y="18165"/>
                      <a:pt x="21778" y="18165"/>
                      <a:pt x="21706" y="17665"/>
                    </a:cubicBezTo>
                    <a:cubicBezTo>
                      <a:pt x="21706" y="17522"/>
                      <a:pt x="21706" y="17379"/>
                      <a:pt x="21635" y="17237"/>
                    </a:cubicBezTo>
                    <a:cubicBezTo>
                      <a:pt x="21635" y="17165"/>
                      <a:pt x="21492" y="17379"/>
                      <a:pt x="21421" y="17237"/>
                    </a:cubicBezTo>
                    <a:cubicBezTo>
                      <a:pt x="21207" y="16808"/>
                      <a:pt x="21349" y="16308"/>
                      <a:pt x="21421" y="15737"/>
                    </a:cubicBezTo>
                    <a:cubicBezTo>
                      <a:pt x="21564" y="15166"/>
                      <a:pt x="21849" y="14523"/>
                      <a:pt x="21849" y="13881"/>
                    </a:cubicBezTo>
                    <a:cubicBezTo>
                      <a:pt x="21849" y="13666"/>
                      <a:pt x="21921" y="13381"/>
                      <a:pt x="21921" y="13167"/>
                    </a:cubicBezTo>
                    <a:cubicBezTo>
                      <a:pt x="21849" y="12667"/>
                      <a:pt x="21207" y="12595"/>
                      <a:pt x="20778" y="12381"/>
                    </a:cubicBezTo>
                    <a:cubicBezTo>
                      <a:pt x="20564" y="12238"/>
                      <a:pt x="20207" y="12381"/>
                      <a:pt x="19921" y="12238"/>
                    </a:cubicBezTo>
                    <a:cubicBezTo>
                      <a:pt x="19707" y="12024"/>
                      <a:pt x="19422" y="11596"/>
                      <a:pt x="19065" y="11881"/>
                    </a:cubicBezTo>
                    <a:cubicBezTo>
                      <a:pt x="18779" y="12024"/>
                      <a:pt x="18493" y="12167"/>
                      <a:pt x="18208" y="12167"/>
                    </a:cubicBezTo>
                    <a:cubicBezTo>
                      <a:pt x="18065" y="12167"/>
                      <a:pt x="17922" y="12310"/>
                      <a:pt x="17708" y="12310"/>
                    </a:cubicBezTo>
                    <a:cubicBezTo>
                      <a:pt x="17422" y="12381"/>
                      <a:pt x="17137" y="12310"/>
                      <a:pt x="16851" y="12381"/>
                    </a:cubicBezTo>
                    <a:cubicBezTo>
                      <a:pt x="16566" y="12310"/>
                      <a:pt x="16209" y="12238"/>
                      <a:pt x="15923" y="12310"/>
                    </a:cubicBezTo>
                    <a:cubicBezTo>
                      <a:pt x="15494" y="12381"/>
                      <a:pt x="15137" y="12667"/>
                      <a:pt x="14780" y="12738"/>
                    </a:cubicBezTo>
                    <a:cubicBezTo>
                      <a:pt x="14495" y="12738"/>
                      <a:pt x="14281" y="12524"/>
                      <a:pt x="13995" y="12524"/>
                    </a:cubicBezTo>
                    <a:cubicBezTo>
                      <a:pt x="13852" y="12453"/>
                      <a:pt x="13638" y="12381"/>
                      <a:pt x="13424" y="12310"/>
                    </a:cubicBezTo>
                    <a:cubicBezTo>
                      <a:pt x="12853" y="11810"/>
                      <a:pt x="11853" y="11881"/>
                      <a:pt x="11353" y="11167"/>
                    </a:cubicBezTo>
                    <a:cubicBezTo>
                      <a:pt x="11282" y="10882"/>
                      <a:pt x="11353" y="10596"/>
                      <a:pt x="11496" y="10382"/>
                    </a:cubicBezTo>
                    <a:cubicBezTo>
                      <a:pt x="11710" y="10025"/>
                      <a:pt x="11782" y="9597"/>
                      <a:pt x="11496" y="9311"/>
                    </a:cubicBezTo>
                    <a:cubicBezTo>
                      <a:pt x="11282" y="9025"/>
                      <a:pt x="10996" y="9382"/>
                      <a:pt x="10711" y="9311"/>
                    </a:cubicBezTo>
                    <a:cubicBezTo>
                      <a:pt x="10639" y="9311"/>
                      <a:pt x="10425" y="9240"/>
                      <a:pt x="10496" y="9097"/>
                    </a:cubicBezTo>
                    <a:cubicBezTo>
                      <a:pt x="10925" y="8811"/>
                      <a:pt x="10568" y="8811"/>
                      <a:pt x="10496" y="8454"/>
                    </a:cubicBezTo>
                    <a:cubicBezTo>
                      <a:pt x="10425" y="8383"/>
                      <a:pt x="10568" y="8240"/>
                      <a:pt x="10496" y="8169"/>
                    </a:cubicBezTo>
                    <a:cubicBezTo>
                      <a:pt x="10496" y="8097"/>
                      <a:pt x="10425" y="8026"/>
                      <a:pt x="10354" y="7954"/>
                    </a:cubicBezTo>
                    <a:cubicBezTo>
                      <a:pt x="10139" y="7740"/>
                      <a:pt x="10354" y="7383"/>
                      <a:pt x="10211" y="7169"/>
                    </a:cubicBezTo>
                    <a:cubicBezTo>
                      <a:pt x="10068" y="7098"/>
                      <a:pt x="9925" y="7240"/>
                      <a:pt x="9782" y="7240"/>
                    </a:cubicBezTo>
                    <a:cubicBezTo>
                      <a:pt x="9640" y="7240"/>
                      <a:pt x="9568" y="7169"/>
                      <a:pt x="9425" y="7169"/>
                    </a:cubicBezTo>
                    <a:cubicBezTo>
                      <a:pt x="8711" y="6812"/>
                      <a:pt x="7640" y="7526"/>
                      <a:pt x="6926" y="7098"/>
                    </a:cubicBezTo>
                    <a:cubicBezTo>
                      <a:pt x="6712" y="6955"/>
                      <a:pt x="6641" y="6669"/>
                      <a:pt x="6355" y="6526"/>
                    </a:cubicBezTo>
                    <a:cubicBezTo>
                      <a:pt x="6212" y="6526"/>
                      <a:pt x="6069" y="6526"/>
                      <a:pt x="5927" y="6526"/>
                    </a:cubicBezTo>
                    <a:cubicBezTo>
                      <a:pt x="5570" y="6598"/>
                      <a:pt x="5213" y="6598"/>
                      <a:pt x="4927" y="6455"/>
                    </a:cubicBezTo>
                    <a:cubicBezTo>
                      <a:pt x="3856" y="5741"/>
                      <a:pt x="4142" y="8240"/>
                      <a:pt x="3999" y="8740"/>
                    </a:cubicBezTo>
                    <a:cubicBezTo>
                      <a:pt x="3856" y="9097"/>
                      <a:pt x="3428" y="9311"/>
                      <a:pt x="3142" y="9597"/>
                    </a:cubicBezTo>
                    <a:cubicBezTo>
                      <a:pt x="2999" y="9739"/>
                      <a:pt x="2856" y="9739"/>
                      <a:pt x="2642" y="9668"/>
                    </a:cubicBezTo>
                    <a:cubicBezTo>
                      <a:pt x="2357" y="9597"/>
                      <a:pt x="1714" y="9240"/>
                      <a:pt x="1571" y="9739"/>
                    </a:cubicBezTo>
                    <a:cubicBezTo>
                      <a:pt x="1500" y="10096"/>
                      <a:pt x="1571" y="10382"/>
                      <a:pt x="1500" y="10739"/>
                    </a:cubicBezTo>
                    <a:cubicBezTo>
                      <a:pt x="1428" y="11025"/>
                      <a:pt x="1500" y="11310"/>
                      <a:pt x="1571" y="11596"/>
                    </a:cubicBezTo>
                    <a:cubicBezTo>
                      <a:pt x="1571" y="11810"/>
                      <a:pt x="1428" y="12024"/>
                      <a:pt x="1571" y="12238"/>
                    </a:cubicBezTo>
                    <a:cubicBezTo>
                      <a:pt x="1643" y="12381"/>
                      <a:pt x="1857" y="12381"/>
                      <a:pt x="2000" y="12524"/>
                    </a:cubicBezTo>
                    <a:cubicBezTo>
                      <a:pt x="2285" y="12810"/>
                      <a:pt x="2214" y="13167"/>
                      <a:pt x="2071" y="13524"/>
                    </a:cubicBezTo>
                    <a:cubicBezTo>
                      <a:pt x="2000" y="13809"/>
                      <a:pt x="1714" y="13809"/>
                      <a:pt x="1500" y="13881"/>
                    </a:cubicBezTo>
                    <a:cubicBezTo>
                      <a:pt x="1357" y="13952"/>
                      <a:pt x="1214" y="14023"/>
                      <a:pt x="1071" y="14095"/>
                    </a:cubicBezTo>
                    <a:cubicBezTo>
                      <a:pt x="643" y="14452"/>
                      <a:pt x="72" y="14666"/>
                      <a:pt x="0" y="15237"/>
                    </a:cubicBezTo>
                    <a:cubicBezTo>
                      <a:pt x="0" y="15451"/>
                      <a:pt x="72" y="15666"/>
                      <a:pt x="286" y="15737"/>
                    </a:cubicBezTo>
                    <a:cubicBezTo>
                      <a:pt x="500" y="15808"/>
                      <a:pt x="714" y="15666"/>
                      <a:pt x="857" y="15594"/>
                    </a:cubicBezTo>
                    <a:cubicBezTo>
                      <a:pt x="1000" y="15594"/>
                      <a:pt x="1071" y="15666"/>
                      <a:pt x="1143" y="15737"/>
                    </a:cubicBezTo>
                    <a:cubicBezTo>
                      <a:pt x="1214" y="15808"/>
                      <a:pt x="1428" y="15880"/>
                      <a:pt x="1571" y="15880"/>
                    </a:cubicBezTo>
                    <a:cubicBezTo>
                      <a:pt x="2142" y="15666"/>
                      <a:pt x="2785" y="15808"/>
                      <a:pt x="3356" y="16165"/>
                    </a:cubicBezTo>
                    <a:cubicBezTo>
                      <a:pt x="3642" y="16237"/>
                      <a:pt x="3927" y="16165"/>
                      <a:pt x="4213" y="16308"/>
                    </a:cubicBezTo>
                    <a:cubicBezTo>
                      <a:pt x="4284" y="16308"/>
                      <a:pt x="4356" y="16380"/>
                      <a:pt x="4427" y="16380"/>
                    </a:cubicBezTo>
                    <a:cubicBezTo>
                      <a:pt x="4641" y="16522"/>
                      <a:pt x="4641" y="16237"/>
                      <a:pt x="4784" y="16094"/>
                    </a:cubicBezTo>
                    <a:cubicBezTo>
                      <a:pt x="4856" y="16094"/>
                      <a:pt x="4998" y="16094"/>
                      <a:pt x="5070" y="16023"/>
                    </a:cubicBezTo>
                    <a:cubicBezTo>
                      <a:pt x="5355" y="15666"/>
                      <a:pt x="5641" y="15951"/>
                      <a:pt x="5927" y="15951"/>
                    </a:cubicBezTo>
                    <a:cubicBezTo>
                      <a:pt x="6284" y="15951"/>
                      <a:pt x="6569" y="16023"/>
                      <a:pt x="6926" y="16094"/>
                    </a:cubicBezTo>
                    <a:cubicBezTo>
                      <a:pt x="7497" y="16165"/>
                      <a:pt x="7997" y="16308"/>
                      <a:pt x="8569" y="16308"/>
                    </a:cubicBezTo>
                    <a:cubicBezTo>
                      <a:pt x="8783" y="16308"/>
                      <a:pt x="8997" y="16522"/>
                      <a:pt x="9211" y="16594"/>
                    </a:cubicBezTo>
                    <a:cubicBezTo>
                      <a:pt x="9568" y="16665"/>
                      <a:pt x="9997" y="16665"/>
                      <a:pt x="10354" y="16808"/>
                    </a:cubicBezTo>
                    <a:cubicBezTo>
                      <a:pt x="10639" y="16951"/>
                      <a:pt x="10925" y="16880"/>
                      <a:pt x="11210" y="16737"/>
                    </a:cubicBezTo>
                    <a:cubicBezTo>
                      <a:pt x="11567" y="16522"/>
                      <a:pt x="12139" y="16808"/>
                      <a:pt x="12496" y="16451"/>
                    </a:cubicBezTo>
                    <a:cubicBezTo>
                      <a:pt x="12638" y="16308"/>
                      <a:pt x="12853" y="16094"/>
                      <a:pt x="13067" y="16094"/>
                    </a:cubicBezTo>
                    <a:cubicBezTo>
                      <a:pt x="13852" y="15808"/>
                      <a:pt x="14638" y="15880"/>
                      <a:pt x="15280" y="16522"/>
                    </a:cubicBezTo>
                    <a:cubicBezTo>
                      <a:pt x="15494" y="16594"/>
                      <a:pt x="15709" y="16594"/>
                      <a:pt x="15923" y="16737"/>
                    </a:cubicBezTo>
                    <a:cubicBezTo>
                      <a:pt x="16137" y="16880"/>
                      <a:pt x="16423" y="16880"/>
                      <a:pt x="16637" y="17022"/>
                    </a:cubicBezTo>
                    <a:cubicBezTo>
                      <a:pt x="16923" y="17165"/>
                      <a:pt x="17208" y="17451"/>
                      <a:pt x="17565" y="17451"/>
                    </a:cubicBezTo>
                    <a:cubicBezTo>
                      <a:pt x="17637" y="17379"/>
                      <a:pt x="17708" y="17451"/>
                      <a:pt x="17779" y="17451"/>
                    </a:cubicBezTo>
                    <a:cubicBezTo>
                      <a:pt x="17922" y="17522"/>
                      <a:pt x="18065" y="17665"/>
                      <a:pt x="18208" y="17665"/>
                    </a:cubicBezTo>
                    <a:cubicBezTo>
                      <a:pt x="18351" y="17736"/>
                      <a:pt x="18565" y="17736"/>
                      <a:pt x="18708" y="17808"/>
                    </a:cubicBezTo>
                    <a:cubicBezTo>
                      <a:pt x="18779" y="17808"/>
                      <a:pt x="18850" y="17879"/>
                      <a:pt x="18922" y="17951"/>
                    </a:cubicBezTo>
                    <a:cubicBezTo>
                      <a:pt x="19422" y="18165"/>
                      <a:pt x="20064" y="18165"/>
                      <a:pt x="20564" y="18093"/>
                    </a:cubicBezTo>
                    <a:cubicBezTo>
                      <a:pt x="20707" y="18093"/>
                      <a:pt x="20850" y="18022"/>
                      <a:pt x="20992" y="18093"/>
                    </a:cubicBezTo>
                    <a:cubicBezTo>
                      <a:pt x="21278" y="18165"/>
                      <a:pt x="21421" y="18379"/>
                      <a:pt x="21421" y="18665"/>
                    </a:cubicBezTo>
                    <a:cubicBezTo>
                      <a:pt x="21421" y="18736"/>
                      <a:pt x="21492" y="18736"/>
                      <a:pt x="21492" y="18807"/>
                    </a:cubicBezTo>
                    <a:cubicBezTo>
                      <a:pt x="21635" y="18879"/>
                      <a:pt x="21921" y="18879"/>
                      <a:pt x="22063" y="18950"/>
                    </a:cubicBezTo>
                    <a:cubicBezTo>
                      <a:pt x="22278" y="18950"/>
                      <a:pt x="22420" y="19022"/>
                      <a:pt x="22635" y="19022"/>
                    </a:cubicBezTo>
                    <a:cubicBezTo>
                      <a:pt x="22849" y="18950"/>
                      <a:pt x="22920" y="18665"/>
                      <a:pt x="22777" y="18522"/>
                    </a:cubicBezTo>
                    <a:close/>
                    <a:moveTo>
                      <a:pt x="15280" y="16951"/>
                    </a:moveTo>
                    <a:cubicBezTo>
                      <a:pt x="15209" y="16880"/>
                      <a:pt x="15066" y="16951"/>
                      <a:pt x="14995" y="16880"/>
                    </a:cubicBezTo>
                    <a:cubicBezTo>
                      <a:pt x="14852" y="16880"/>
                      <a:pt x="14780" y="16880"/>
                      <a:pt x="14638" y="16880"/>
                    </a:cubicBezTo>
                    <a:cubicBezTo>
                      <a:pt x="14566" y="16808"/>
                      <a:pt x="14566" y="16808"/>
                      <a:pt x="14566" y="16880"/>
                    </a:cubicBezTo>
                    <a:cubicBezTo>
                      <a:pt x="14638" y="16951"/>
                      <a:pt x="14495" y="16951"/>
                      <a:pt x="14495" y="17022"/>
                    </a:cubicBezTo>
                    <a:cubicBezTo>
                      <a:pt x="14495" y="17308"/>
                      <a:pt x="14709" y="17237"/>
                      <a:pt x="14852" y="17237"/>
                    </a:cubicBezTo>
                    <a:cubicBezTo>
                      <a:pt x="15066" y="17237"/>
                      <a:pt x="15066" y="17237"/>
                      <a:pt x="15280" y="17165"/>
                    </a:cubicBezTo>
                    <a:cubicBezTo>
                      <a:pt x="15352" y="17165"/>
                      <a:pt x="15352" y="17022"/>
                      <a:pt x="15280" y="16951"/>
                    </a:cubicBezTo>
                    <a:close/>
                    <a:moveTo>
                      <a:pt x="18493" y="9025"/>
                    </a:moveTo>
                    <a:cubicBezTo>
                      <a:pt x="18493" y="9025"/>
                      <a:pt x="18493" y="9025"/>
                      <a:pt x="18493" y="9025"/>
                    </a:cubicBezTo>
                    <a:cubicBezTo>
                      <a:pt x="18351" y="9097"/>
                      <a:pt x="18351" y="9097"/>
                      <a:pt x="18351" y="9097"/>
                    </a:cubicBezTo>
                    <a:cubicBezTo>
                      <a:pt x="18279" y="9168"/>
                      <a:pt x="18279" y="9168"/>
                      <a:pt x="18279" y="9168"/>
                    </a:cubicBezTo>
                    <a:cubicBezTo>
                      <a:pt x="18279" y="9240"/>
                      <a:pt x="18279" y="9240"/>
                      <a:pt x="18279" y="9240"/>
                    </a:cubicBezTo>
                    <a:cubicBezTo>
                      <a:pt x="18351" y="9240"/>
                      <a:pt x="18351" y="9240"/>
                      <a:pt x="18351" y="9240"/>
                    </a:cubicBezTo>
                    <a:cubicBezTo>
                      <a:pt x="18493" y="9168"/>
                      <a:pt x="18493" y="9168"/>
                      <a:pt x="18493" y="9168"/>
                    </a:cubicBezTo>
                    <a:cubicBezTo>
                      <a:pt x="18565" y="9240"/>
                      <a:pt x="18565" y="9240"/>
                      <a:pt x="18565" y="9240"/>
                    </a:cubicBezTo>
                    <a:cubicBezTo>
                      <a:pt x="18565" y="9240"/>
                      <a:pt x="18565" y="9240"/>
                      <a:pt x="18565" y="9240"/>
                    </a:cubicBezTo>
                    <a:cubicBezTo>
                      <a:pt x="18636" y="9311"/>
                      <a:pt x="18636" y="9311"/>
                      <a:pt x="18636" y="9311"/>
                    </a:cubicBezTo>
                    <a:cubicBezTo>
                      <a:pt x="18708" y="9382"/>
                      <a:pt x="18708" y="9382"/>
                      <a:pt x="18708" y="9382"/>
                    </a:cubicBezTo>
                    <a:cubicBezTo>
                      <a:pt x="18636" y="9240"/>
                      <a:pt x="18636" y="9240"/>
                      <a:pt x="18636" y="9240"/>
                    </a:cubicBezTo>
                    <a:close/>
                    <a:moveTo>
                      <a:pt x="20064" y="7954"/>
                    </a:moveTo>
                    <a:cubicBezTo>
                      <a:pt x="20064" y="7954"/>
                      <a:pt x="20064" y="7954"/>
                      <a:pt x="20064" y="7954"/>
                    </a:cubicBezTo>
                    <a:cubicBezTo>
                      <a:pt x="20136" y="7954"/>
                      <a:pt x="20136" y="7954"/>
                      <a:pt x="20136" y="7954"/>
                    </a:cubicBezTo>
                    <a:cubicBezTo>
                      <a:pt x="20136" y="7812"/>
                      <a:pt x="20136" y="7812"/>
                      <a:pt x="20136" y="7812"/>
                    </a:cubicBezTo>
                    <a:cubicBezTo>
                      <a:pt x="20136" y="7740"/>
                      <a:pt x="20136" y="7740"/>
                      <a:pt x="20136" y="7740"/>
                    </a:cubicBezTo>
                    <a:cubicBezTo>
                      <a:pt x="20064" y="7669"/>
                      <a:pt x="20064" y="7669"/>
                      <a:pt x="20064" y="7669"/>
                    </a:cubicBezTo>
                    <a:cubicBezTo>
                      <a:pt x="19993" y="7883"/>
                      <a:pt x="19993" y="7883"/>
                      <a:pt x="19993" y="7883"/>
                    </a:cubicBezTo>
                    <a:cubicBezTo>
                      <a:pt x="19993" y="7954"/>
                      <a:pt x="19993" y="7954"/>
                      <a:pt x="19993" y="7954"/>
                    </a:cubicBezTo>
                    <a:close/>
                    <a:moveTo>
                      <a:pt x="22206" y="8883"/>
                    </a:moveTo>
                    <a:cubicBezTo>
                      <a:pt x="22349" y="8883"/>
                      <a:pt x="22777" y="8954"/>
                      <a:pt x="22849" y="8954"/>
                    </a:cubicBezTo>
                    <a:cubicBezTo>
                      <a:pt x="22849" y="8883"/>
                      <a:pt x="22920" y="8811"/>
                      <a:pt x="22849" y="8740"/>
                    </a:cubicBezTo>
                    <a:cubicBezTo>
                      <a:pt x="22777" y="8740"/>
                      <a:pt x="22706" y="8740"/>
                      <a:pt x="22635" y="8740"/>
                    </a:cubicBezTo>
                    <a:cubicBezTo>
                      <a:pt x="22563" y="8740"/>
                      <a:pt x="22492" y="8668"/>
                      <a:pt x="22420" y="8668"/>
                    </a:cubicBezTo>
                    <a:cubicBezTo>
                      <a:pt x="22349" y="8597"/>
                      <a:pt x="22206" y="8740"/>
                      <a:pt x="22135" y="8740"/>
                    </a:cubicBezTo>
                    <a:cubicBezTo>
                      <a:pt x="22063" y="8811"/>
                      <a:pt x="22063" y="8954"/>
                      <a:pt x="22135" y="8883"/>
                    </a:cubicBezTo>
                    <a:close/>
                    <a:moveTo>
                      <a:pt x="19350" y="8597"/>
                    </a:moveTo>
                    <a:cubicBezTo>
                      <a:pt x="19350" y="8526"/>
                      <a:pt x="19350" y="8526"/>
                      <a:pt x="19350" y="8526"/>
                    </a:cubicBezTo>
                    <a:cubicBezTo>
                      <a:pt x="19279" y="8454"/>
                      <a:pt x="19279" y="8454"/>
                      <a:pt x="19279" y="8454"/>
                    </a:cubicBezTo>
                    <a:cubicBezTo>
                      <a:pt x="19207" y="8383"/>
                      <a:pt x="19207" y="8383"/>
                      <a:pt x="19207" y="8383"/>
                    </a:cubicBezTo>
                    <a:cubicBezTo>
                      <a:pt x="18779" y="8311"/>
                      <a:pt x="18779" y="8311"/>
                      <a:pt x="18779" y="8311"/>
                    </a:cubicBezTo>
                    <a:cubicBezTo>
                      <a:pt x="18708" y="8311"/>
                      <a:pt x="18708" y="8311"/>
                      <a:pt x="18708" y="8311"/>
                    </a:cubicBezTo>
                    <a:cubicBezTo>
                      <a:pt x="18708" y="8311"/>
                      <a:pt x="18708" y="8311"/>
                      <a:pt x="18708" y="8311"/>
                    </a:cubicBezTo>
                    <a:cubicBezTo>
                      <a:pt x="18636" y="8311"/>
                      <a:pt x="18636" y="8311"/>
                      <a:pt x="18636" y="8311"/>
                    </a:cubicBezTo>
                    <a:cubicBezTo>
                      <a:pt x="18565" y="8383"/>
                      <a:pt x="18565" y="8383"/>
                      <a:pt x="18565" y="8383"/>
                    </a:cubicBezTo>
                    <a:cubicBezTo>
                      <a:pt x="18636" y="8454"/>
                      <a:pt x="18636" y="8454"/>
                      <a:pt x="18636" y="8454"/>
                    </a:cubicBezTo>
                    <a:cubicBezTo>
                      <a:pt x="18708" y="8526"/>
                      <a:pt x="18708" y="8526"/>
                      <a:pt x="18708" y="8526"/>
                    </a:cubicBezTo>
                    <a:cubicBezTo>
                      <a:pt x="18922" y="8597"/>
                      <a:pt x="18922" y="8597"/>
                      <a:pt x="18922" y="8597"/>
                    </a:cubicBezTo>
                    <a:close/>
                    <a:moveTo>
                      <a:pt x="10925" y="8169"/>
                    </a:moveTo>
                    <a:cubicBezTo>
                      <a:pt x="10853" y="8240"/>
                      <a:pt x="10853" y="8383"/>
                      <a:pt x="10925" y="8454"/>
                    </a:cubicBezTo>
                    <a:cubicBezTo>
                      <a:pt x="10925" y="8597"/>
                      <a:pt x="10996" y="8740"/>
                      <a:pt x="11068" y="8883"/>
                    </a:cubicBezTo>
                    <a:cubicBezTo>
                      <a:pt x="11782" y="9025"/>
                      <a:pt x="12710" y="9240"/>
                      <a:pt x="13424" y="9382"/>
                    </a:cubicBezTo>
                    <a:cubicBezTo>
                      <a:pt x="13709" y="9382"/>
                      <a:pt x="13281" y="8954"/>
                      <a:pt x="13567" y="8954"/>
                    </a:cubicBezTo>
                    <a:cubicBezTo>
                      <a:pt x="13709" y="8954"/>
                      <a:pt x="13709" y="9240"/>
                      <a:pt x="13852" y="9240"/>
                    </a:cubicBezTo>
                    <a:cubicBezTo>
                      <a:pt x="14352" y="9311"/>
                      <a:pt x="14923" y="9311"/>
                      <a:pt x="15352" y="9382"/>
                    </a:cubicBezTo>
                    <a:cubicBezTo>
                      <a:pt x="15566" y="9382"/>
                      <a:pt x="15780" y="9382"/>
                      <a:pt x="15923" y="9454"/>
                    </a:cubicBezTo>
                    <a:cubicBezTo>
                      <a:pt x="16280" y="9454"/>
                      <a:pt x="16280" y="9097"/>
                      <a:pt x="16494" y="8883"/>
                    </a:cubicBezTo>
                    <a:cubicBezTo>
                      <a:pt x="16637" y="8740"/>
                      <a:pt x="16780" y="8740"/>
                      <a:pt x="16994" y="8668"/>
                    </a:cubicBezTo>
                    <a:cubicBezTo>
                      <a:pt x="17351" y="8526"/>
                      <a:pt x="17994" y="8954"/>
                      <a:pt x="18279" y="8597"/>
                    </a:cubicBezTo>
                    <a:cubicBezTo>
                      <a:pt x="18351" y="8454"/>
                      <a:pt x="18422" y="8311"/>
                      <a:pt x="18565" y="8240"/>
                    </a:cubicBezTo>
                    <a:cubicBezTo>
                      <a:pt x="18850" y="8097"/>
                      <a:pt x="19707" y="7954"/>
                      <a:pt x="19779" y="7669"/>
                    </a:cubicBezTo>
                    <a:cubicBezTo>
                      <a:pt x="19779" y="7597"/>
                      <a:pt x="19636" y="7526"/>
                      <a:pt x="19493" y="7383"/>
                    </a:cubicBezTo>
                    <a:cubicBezTo>
                      <a:pt x="19279" y="7312"/>
                      <a:pt x="19136" y="7169"/>
                      <a:pt x="18850" y="7098"/>
                    </a:cubicBezTo>
                    <a:cubicBezTo>
                      <a:pt x="18493" y="7026"/>
                      <a:pt x="18065" y="7098"/>
                      <a:pt x="17637" y="7098"/>
                    </a:cubicBezTo>
                    <a:cubicBezTo>
                      <a:pt x="17137" y="7098"/>
                      <a:pt x="16708" y="7169"/>
                      <a:pt x="16209" y="7240"/>
                    </a:cubicBezTo>
                    <a:cubicBezTo>
                      <a:pt x="15209" y="7098"/>
                      <a:pt x="14066" y="7240"/>
                      <a:pt x="13067" y="7169"/>
                    </a:cubicBezTo>
                    <a:cubicBezTo>
                      <a:pt x="12710" y="7169"/>
                      <a:pt x="12281" y="7169"/>
                      <a:pt x="11924" y="7240"/>
                    </a:cubicBezTo>
                    <a:cubicBezTo>
                      <a:pt x="11567" y="7455"/>
                      <a:pt x="11353" y="7954"/>
                      <a:pt x="10925" y="8169"/>
                    </a:cubicBezTo>
                    <a:close/>
                    <a:moveTo>
                      <a:pt x="20778" y="8740"/>
                    </a:moveTo>
                    <a:cubicBezTo>
                      <a:pt x="20778" y="8740"/>
                      <a:pt x="20778" y="8811"/>
                      <a:pt x="20850" y="8811"/>
                    </a:cubicBezTo>
                    <a:cubicBezTo>
                      <a:pt x="20921" y="8883"/>
                      <a:pt x="20992" y="8811"/>
                      <a:pt x="20992" y="8883"/>
                    </a:cubicBezTo>
                    <a:cubicBezTo>
                      <a:pt x="21064" y="8883"/>
                      <a:pt x="21064" y="8883"/>
                      <a:pt x="21135" y="8954"/>
                    </a:cubicBezTo>
                    <a:cubicBezTo>
                      <a:pt x="21207" y="8954"/>
                      <a:pt x="21349" y="9025"/>
                      <a:pt x="21421" y="9025"/>
                    </a:cubicBezTo>
                    <a:cubicBezTo>
                      <a:pt x="21421" y="9025"/>
                      <a:pt x="21421" y="8954"/>
                      <a:pt x="21421" y="8883"/>
                    </a:cubicBezTo>
                    <a:cubicBezTo>
                      <a:pt x="21492" y="8811"/>
                      <a:pt x="21492" y="8740"/>
                      <a:pt x="21349" y="8597"/>
                    </a:cubicBezTo>
                    <a:cubicBezTo>
                      <a:pt x="21278" y="8454"/>
                      <a:pt x="21207" y="8240"/>
                      <a:pt x="20992" y="8240"/>
                    </a:cubicBezTo>
                    <a:cubicBezTo>
                      <a:pt x="20992" y="8240"/>
                      <a:pt x="20921" y="8240"/>
                      <a:pt x="20850" y="8240"/>
                    </a:cubicBezTo>
                    <a:cubicBezTo>
                      <a:pt x="20778" y="8240"/>
                      <a:pt x="20707" y="8383"/>
                      <a:pt x="20635" y="8454"/>
                    </a:cubicBezTo>
                    <a:cubicBezTo>
                      <a:pt x="20635" y="8526"/>
                      <a:pt x="20707" y="8597"/>
                      <a:pt x="20778" y="8668"/>
                    </a:cubicBezTo>
                    <a:close/>
                    <a:moveTo>
                      <a:pt x="30774" y="7669"/>
                    </a:moveTo>
                    <a:cubicBezTo>
                      <a:pt x="30917" y="7669"/>
                      <a:pt x="30917" y="7669"/>
                      <a:pt x="30917" y="7669"/>
                    </a:cubicBezTo>
                    <a:cubicBezTo>
                      <a:pt x="30774" y="7597"/>
                      <a:pt x="30774" y="7597"/>
                      <a:pt x="30774" y="7597"/>
                    </a:cubicBezTo>
                    <a:close/>
                    <a:moveTo>
                      <a:pt x="30774" y="8597"/>
                    </a:moveTo>
                    <a:cubicBezTo>
                      <a:pt x="30703" y="8597"/>
                      <a:pt x="30703" y="8740"/>
                      <a:pt x="30703" y="8740"/>
                    </a:cubicBezTo>
                    <a:cubicBezTo>
                      <a:pt x="30560" y="8597"/>
                      <a:pt x="30560" y="8883"/>
                      <a:pt x="30703" y="8883"/>
                    </a:cubicBezTo>
                    <a:cubicBezTo>
                      <a:pt x="30703" y="8883"/>
                      <a:pt x="30703" y="8883"/>
                      <a:pt x="30703" y="8883"/>
                    </a:cubicBezTo>
                    <a:cubicBezTo>
                      <a:pt x="30632" y="8954"/>
                      <a:pt x="30417" y="8883"/>
                      <a:pt x="30275" y="8883"/>
                    </a:cubicBezTo>
                    <a:cubicBezTo>
                      <a:pt x="30275" y="8883"/>
                      <a:pt x="30203" y="8811"/>
                      <a:pt x="30132" y="8811"/>
                    </a:cubicBezTo>
                    <a:cubicBezTo>
                      <a:pt x="30132" y="8740"/>
                      <a:pt x="30132" y="8668"/>
                      <a:pt x="30060" y="8668"/>
                    </a:cubicBezTo>
                    <a:cubicBezTo>
                      <a:pt x="29989" y="8668"/>
                      <a:pt x="29989" y="8811"/>
                      <a:pt x="29989" y="8811"/>
                    </a:cubicBezTo>
                    <a:cubicBezTo>
                      <a:pt x="29989" y="8811"/>
                      <a:pt x="29918" y="8811"/>
                      <a:pt x="29918" y="8811"/>
                    </a:cubicBezTo>
                    <a:cubicBezTo>
                      <a:pt x="29846" y="8811"/>
                      <a:pt x="29846" y="8811"/>
                      <a:pt x="29846" y="8883"/>
                    </a:cubicBezTo>
                    <a:cubicBezTo>
                      <a:pt x="29846" y="8883"/>
                      <a:pt x="29846" y="8883"/>
                      <a:pt x="29846" y="8954"/>
                    </a:cubicBezTo>
                    <a:cubicBezTo>
                      <a:pt x="29918" y="8954"/>
                      <a:pt x="29918" y="8954"/>
                      <a:pt x="29989" y="9025"/>
                    </a:cubicBezTo>
                    <a:cubicBezTo>
                      <a:pt x="30060" y="9097"/>
                      <a:pt x="30132" y="9097"/>
                      <a:pt x="30275" y="9097"/>
                    </a:cubicBezTo>
                    <a:cubicBezTo>
                      <a:pt x="30346" y="9168"/>
                      <a:pt x="30417" y="9168"/>
                      <a:pt x="30489" y="9097"/>
                    </a:cubicBezTo>
                    <a:cubicBezTo>
                      <a:pt x="30632" y="9097"/>
                      <a:pt x="30632" y="9097"/>
                      <a:pt x="30774" y="8954"/>
                    </a:cubicBezTo>
                    <a:cubicBezTo>
                      <a:pt x="30774" y="8883"/>
                      <a:pt x="30774" y="8668"/>
                      <a:pt x="30774" y="8597"/>
                    </a:cubicBezTo>
                    <a:close/>
                    <a:moveTo>
                      <a:pt x="32988" y="7526"/>
                    </a:moveTo>
                    <a:cubicBezTo>
                      <a:pt x="32917" y="7526"/>
                      <a:pt x="32917" y="7526"/>
                      <a:pt x="32917" y="7526"/>
                    </a:cubicBezTo>
                    <a:cubicBezTo>
                      <a:pt x="32845" y="7597"/>
                      <a:pt x="32845" y="7597"/>
                      <a:pt x="32845" y="7597"/>
                    </a:cubicBezTo>
                    <a:cubicBezTo>
                      <a:pt x="32917" y="7597"/>
                      <a:pt x="32917" y="7597"/>
                      <a:pt x="32917" y="7597"/>
                    </a:cubicBezTo>
                    <a:cubicBezTo>
                      <a:pt x="32988" y="7597"/>
                      <a:pt x="32988" y="7597"/>
                      <a:pt x="32988" y="7597"/>
                    </a:cubicBezTo>
                    <a:cubicBezTo>
                      <a:pt x="32988" y="7597"/>
                      <a:pt x="32988" y="7597"/>
                      <a:pt x="32988" y="7597"/>
                    </a:cubicBezTo>
                    <a:close/>
                    <a:moveTo>
                      <a:pt x="29346" y="7883"/>
                    </a:moveTo>
                    <a:cubicBezTo>
                      <a:pt x="29275" y="7812"/>
                      <a:pt x="28847" y="7597"/>
                      <a:pt x="28847" y="7597"/>
                    </a:cubicBezTo>
                    <a:cubicBezTo>
                      <a:pt x="28775" y="7526"/>
                      <a:pt x="28704" y="7526"/>
                      <a:pt x="28704" y="7597"/>
                    </a:cubicBezTo>
                    <a:cubicBezTo>
                      <a:pt x="28704" y="7597"/>
                      <a:pt x="28704" y="7669"/>
                      <a:pt x="28704" y="7669"/>
                    </a:cubicBezTo>
                    <a:cubicBezTo>
                      <a:pt x="28632" y="7669"/>
                      <a:pt x="28704" y="7740"/>
                      <a:pt x="28775" y="7812"/>
                    </a:cubicBezTo>
                    <a:cubicBezTo>
                      <a:pt x="28847" y="7812"/>
                      <a:pt x="28775" y="7883"/>
                      <a:pt x="28847" y="7883"/>
                    </a:cubicBezTo>
                    <a:cubicBezTo>
                      <a:pt x="28918" y="7883"/>
                      <a:pt x="28989" y="7954"/>
                      <a:pt x="29061" y="7954"/>
                    </a:cubicBezTo>
                    <a:cubicBezTo>
                      <a:pt x="29132" y="7954"/>
                      <a:pt x="29132" y="7883"/>
                      <a:pt x="29204" y="7883"/>
                    </a:cubicBezTo>
                    <a:cubicBezTo>
                      <a:pt x="29275" y="7883"/>
                      <a:pt x="29489" y="8026"/>
                      <a:pt x="29346" y="7883"/>
                    </a:cubicBezTo>
                    <a:close/>
                    <a:moveTo>
                      <a:pt x="23706" y="8740"/>
                    </a:moveTo>
                    <a:cubicBezTo>
                      <a:pt x="23706" y="8740"/>
                      <a:pt x="23706" y="8740"/>
                      <a:pt x="23706" y="8740"/>
                    </a:cubicBezTo>
                    <a:cubicBezTo>
                      <a:pt x="23706" y="8740"/>
                      <a:pt x="23706" y="8740"/>
                      <a:pt x="23706" y="8740"/>
                    </a:cubicBezTo>
                    <a:cubicBezTo>
                      <a:pt x="23777" y="8811"/>
                      <a:pt x="23777" y="8811"/>
                      <a:pt x="23777" y="8811"/>
                    </a:cubicBezTo>
                    <a:cubicBezTo>
                      <a:pt x="23777" y="8811"/>
                      <a:pt x="23777" y="8811"/>
                      <a:pt x="23777" y="8811"/>
                    </a:cubicBezTo>
                    <a:cubicBezTo>
                      <a:pt x="23849" y="8740"/>
                      <a:pt x="23849" y="8740"/>
                      <a:pt x="23849" y="8740"/>
                    </a:cubicBezTo>
                    <a:cubicBezTo>
                      <a:pt x="23849" y="8740"/>
                      <a:pt x="23849" y="8740"/>
                      <a:pt x="23849" y="8740"/>
                    </a:cubicBezTo>
                    <a:cubicBezTo>
                      <a:pt x="23849" y="8668"/>
                      <a:pt x="23849" y="8668"/>
                      <a:pt x="23849" y="8668"/>
                    </a:cubicBezTo>
                    <a:cubicBezTo>
                      <a:pt x="23777" y="8668"/>
                      <a:pt x="23777" y="8668"/>
                      <a:pt x="23777" y="8668"/>
                    </a:cubicBezTo>
                    <a:close/>
                    <a:moveTo>
                      <a:pt x="28133" y="7883"/>
                    </a:moveTo>
                    <a:cubicBezTo>
                      <a:pt x="28133" y="7812"/>
                      <a:pt x="28133" y="7812"/>
                      <a:pt x="28133" y="7812"/>
                    </a:cubicBezTo>
                    <a:cubicBezTo>
                      <a:pt x="28133" y="7740"/>
                      <a:pt x="28133" y="7740"/>
                      <a:pt x="28133" y="7740"/>
                    </a:cubicBezTo>
                    <a:cubicBezTo>
                      <a:pt x="28061" y="7740"/>
                      <a:pt x="28061" y="7740"/>
                      <a:pt x="28061" y="7740"/>
                    </a:cubicBezTo>
                    <a:cubicBezTo>
                      <a:pt x="28061" y="7812"/>
                      <a:pt x="28061" y="7812"/>
                      <a:pt x="28061" y="7812"/>
                    </a:cubicBezTo>
                    <a:cubicBezTo>
                      <a:pt x="27990" y="7740"/>
                      <a:pt x="27990" y="7740"/>
                      <a:pt x="27990" y="7740"/>
                    </a:cubicBezTo>
                    <a:cubicBezTo>
                      <a:pt x="27918" y="7812"/>
                      <a:pt x="27918" y="7812"/>
                      <a:pt x="27918" y="7812"/>
                    </a:cubicBezTo>
                    <a:cubicBezTo>
                      <a:pt x="27918" y="7812"/>
                      <a:pt x="27918" y="7812"/>
                      <a:pt x="27918" y="7812"/>
                    </a:cubicBezTo>
                    <a:cubicBezTo>
                      <a:pt x="27847" y="7812"/>
                      <a:pt x="27847" y="7812"/>
                      <a:pt x="27847" y="7812"/>
                    </a:cubicBezTo>
                    <a:cubicBezTo>
                      <a:pt x="27990" y="7954"/>
                      <a:pt x="27990" y="7954"/>
                      <a:pt x="27990" y="7954"/>
                    </a:cubicBezTo>
                    <a:cubicBezTo>
                      <a:pt x="28061" y="7954"/>
                      <a:pt x="28061" y="7954"/>
                      <a:pt x="28061" y="7954"/>
                    </a:cubicBezTo>
                    <a:cubicBezTo>
                      <a:pt x="28133" y="7954"/>
                      <a:pt x="28133" y="7954"/>
                      <a:pt x="28133" y="7954"/>
                    </a:cubicBezTo>
                    <a:cubicBezTo>
                      <a:pt x="28204" y="7954"/>
                      <a:pt x="28204" y="7954"/>
                      <a:pt x="28204" y="7954"/>
                    </a:cubicBezTo>
                    <a:cubicBezTo>
                      <a:pt x="28133" y="7954"/>
                      <a:pt x="28133" y="7954"/>
                      <a:pt x="28133" y="7954"/>
                    </a:cubicBezTo>
                    <a:close/>
                    <a:moveTo>
                      <a:pt x="28490" y="7883"/>
                    </a:moveTo>
                    <a:cubicBezTo>
                      <a:pt x="28490" y="7883"/>
                      <a:pt x="28490" y="7883"/>
                      <a:pt x="28490" y="7883"/>
                    </a:cubicBezTo>
                    <a:cubicBezTo>
                      <a:pt x="28561" y="7883"/>
                      <a:pt x="28561" y="7883"/>
                      <a:pt x="28561" y="7883"/>
                    </a:cubicBezTo>
                    <a:cubicBezTo>
                      <a:pt x="28561" y="7812"/>
                      <a:pt x="28561" y="7812"/>
                      <a:pt x="28561" y="7812"/>
                    </a:cubicBezTo>
                    <a:cubicBezTo>
                      <a:pt x="28490" y="7812"/>
                      <a:pt x="28490" y="7812"/>
                      <a:pt x="28490" y="7812"/>
                    </a:cubicBezTo>
                    <a:cubicBezTo>
                      <a:pt x="28490" y="7812"/>
                      <a:pt x="28490" y="7812"/>
                      <a:pt x="28490" y="7812"/>
                    </a:cubicBezTo>
                    <a:cubicBezTo>
                      <a:pt x="28418" y="7883"/>
                      <a:pt x="28418" y="7883"/>
                      <a:pt x="28418" y="7883"/>
                    </a:cubicBezTo>
                    <a:cubicBezTo>
                      <a:pt x="28418" y="7883"/>
                      <a:pt x="28418" y="7883"/>
                      <a:pt x="28418" y="7883"/>
                    </a:cubicBezTo>
                    <a:cubicBezTo>
                      <a:pt x="28347" y="7954"/>
                      <a:pt x="28347" y="7954"/>
                      <a:pt x="28347" y="7954"/>
                    </a:cubicBezTo>
                    <a:cubicBezTo>
                      <a:pt x="28347" y="8026"/>
                      <a:pt x="28347" y="8026"/>
                      <a:pt x="28347" y="8026"/>
                    </a:cubicBezTo>
                    <a:cubicBezTo>
                      <a:pt x="28490" y="8097"/>
                      <a:pt x="28490" y="8097"/>
                      <a:pt x="28490" y="8097"/>
                    </a:cubicBezTo>
                    <a:cubicBezTo>
                      <a:pt x="28490" y="8097"/>
                      <a:pt x="28490" y="8097"/>
                      <a:pt x="28490" y="8097"/>
                    </a:cubicBezTo>
                    <a:cubicBezTo>
                      <a:pt x="28561" y="8097"/>
                      <a:pt x="28561" y="8097"/>
                      <a:pt x="28561" y="8097"/>
                    </a:cubicBezTo>
                    <a:cubicBezTo>
                      <a:pt x="28561" y="8026"/>
                      <a:pt x="28561" y="8026"/>
                      <a:pt x="28561" y="8026"/>
                    </a:cubicBezTo>
                    <a:cubicBezTo>
                      <a:pt x="28561" y="7954"/>
                      <a:pt x="28561" y="7954"/>
                      <a:pt x="28561" y="7954"/>
                    </a:cubicBezTo>
                    <a:close/>
                    <a:moveTo>
                      <a:pt x="28989" y="8169"/>
                    </a:moveTo>
                    <a:cubicBezTo>
                      <a:pt x="28918" y="8169"/>
                      <a:pt x="28918" y="8169"/>
                      <a:pt x="28918" y="8169"/>
                    </a:cubicBezTo>
                    <a:cubicBezTo>
                      <a:pt x="28847" y="8169"/>
                      <a:pt x="28847" y="8169"/>
                      <a:pt x="28847" y="8169"/>
                    </a:cubicBezTo>
                    <a:cubicBezTo>
                      <a:pt x="28918" y="8240"/>
                      <a:pt x="28918" y="8240"/>
                      <a:pt x="28918" y="8240"/>
                    </a:cubicBezTo>
                    <a:cubicBezTo>
                      <a:pt x="28918" y="8240"/>
                      <a:pt x="28918" y="8240"/>
                      <a:pt x="28918" y="8240"/>
                    </a:cubicBezTo>
                    <a:cubicBezTo>
                      <a:pt x="28918" y="8240"/>
                      <a:pt x="28918" y="8240"/>
                      <a:pt x="28918" y="8240"/>
                    </a:cubicBezTo>
                    <a:cubicBezTo>
                      <a:pt x="28918" y="8240"/>
                      <a:pt x="28918" y="8240"/>
                      <a:pt x="28918" y="8240"/>
                    </a:cubicBezTo>
                    <a:cubicBezTo>
                      <a:pt x="28989" y="8240"/>
                      <a:pt x="28989" y="8240"/>
                      <a:pt x="28989" y="8240"/>
                    </a:cubicBezTo>
                    <a:cubicBezTo>
                      <a:pt x="28989" y="8311"/>
                      <a:pt x="28989" y="8311"/>
                      <a:pt x="28989" y="8311"/>
                    </a:cubicBezTo>
                    <a:cubicBezTo>
                      <a:pt x="29061" y="8311"/>
                      <a:pt x="29061" y="8311"/>
                      <a:pt x="29061" y="8311"/>
                    </a:cubicBezTo>
                    <a:cubicBezTo>
                      <a:pt x="29132" y="8240"/>
                      <a:pt x="29132" y="8240"/>
                      <a:pt x="29132" y="8240"/>
                    </a:cubicBezTo>
                    <a:cubicBezTo>
                      <a:pt x="29061" y="8097"/>
                      <a:pt x="29061" y="8097"/>
                      <a:pt x="29061" y="8097"/>
                    </a:cubicBezTo>
                    <a:close/>
                    <a:moveTo>
                      <a:pt x="28704" y="7312"/>
                    </a:moveTo>
                    <a:cubicBezTo>
                      <a:pt x="28275" y="6812"/>
                      <a:pt x="27419" y="6812"/>
                      <a:pt x="26776" y="6955"/>
                    </a:cubicBezTo>
                    <a:cubicBezTo>
                      <a:pt x="26705" y="6955"/>
                      <a:pt x="26776" y="7026"/>
                      <a:pt x="26705" y="7098"/>
                    </a:cubicBezTo>
                    <a:cubicBezTo>
                      <a:pt x="26705" y="7240"/>
                      <a:pt x="26490" y="7312"/>
                      <a:pt x="26562" y="7526"/>
                    </a:cubicBezTo>
                    <a:cubicBezTo>
                      <a:pt x="26633" y="7597"/>
                      <a:pt x="26847" y="7526"/>
                      <a:pt x="26847" y="7597"/>
                    </a:cubicBezTo>
                    <a:cubicBezTo>
                      <a:pt x="26919" y="7597"/>
                      <a:pt x="26847" y="7740"/>
                      <a:pt x="26847" y="7812"/>
                    </a:cubicBezTo>
                    <a:cubicBezTo>
                      <a:pt x="26919" y="7883"/>
                      <a:pt x="26990" y="7954"/>
                      <a:pt x="27062" y="7954"/>
                    </a:cubicBezTo>
                    <a:cubicBezTo>
                      <a:pt x="27133" y="7954"/>
                      <a:pt x="27062" y="7812"/>
                      <a:pt x="27062" y="7740"/>
                    </a:cubicBezTo>
                    <a:cubicBezTo>
                      <a:pt x="27062" y="7669"/>
                      <a:pt x="27133" y="7669"/>
                      <a:pt x="27204" y="7669"/>
                    </a:cubicBezTo>
                    <a:cubicBezTo>
                      <a:pt x="27276" y="7740"/>
                      <a:pt x="27347" y="7740"/>
                      <a:pt x="27419" y="7812"/>
                    </a:cubicBezTo>
                    <a:cubicBezTo>
                      <a:pt x="27633" y="7883"/>
                      <a:pt x="27704" y="7669"/>
                      <a:pt x="27490" y="7597"/>
                    </a:cubicBezTo>
                    <a:cubicBezTo>
                      <a:pt x="27419" y="7597"/>
                      <a:pt x="27347" y="7526"/>
                      <a:pt x="27419" y="7455"/>
                    </a:cubicBezTo>
                    <a:cubicBezTo>
                      <a:pt x="27561" y="7312"/>
                      <a:pt x="27776" y="7455"/>
                      <a:pt x="27918" y="7383"/>
                    </a:cubicBezTo>
                    <a:cubicBezTo>
                      <a:pt x="28061" y="7383"/>
                      <a:pt x="28275" y="7526"/>
                      <a:pt x="28490" y="7526"/>
                    </a:cubicBezTo>
                    <a:cubicBezTo>
                      <a:pt x="28632" y="7597"/>
                      <a:pt x="28775" y="7526"/>
                      <a:pt x="28775" y="731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9"/>
              <p:cNvSpPr/>
              <p:nvPr/>
            </p:nvSpPr>
            <p:spPr>
              <a:xfrm>
                <a:off x="4040325" y="2256550"/>
                <a:ext cx="706825" cy="710050"/>
              </a:xfrm>
              <a:custGeom>
                <a:rect b="b" l="l" r="r" t="t"/>
                <a:pathLst>
                  <a:path extrusionOk="0" h="28402" w="28273">
                    <a:moveTo>
                      <a:pt x="6995" y="1689"/>
                    </a:moveTo>
                    <a:cubicBezTo>
                      <a:pt x="7138" y="1761"/>
                      <a:pt x="7138" y="1761"/>
                      <a:pt x="7138" y="1761"/>
                    </a:cubicBezTo>
                    <a:lnTo>
                      <a:pt x="7352" y="1904"/>
                    </a:lnTo>
                    <a:lnTo>
                      <a:pt x="7424" y="1904"/>
                    </a:lnTo>
                    <a:cubicBezTo>
                      <a:pt x="7352" y="1761"/>
                      <a:pt x="7352" y="1761"/>
                      <a:pt x="7352" y="1761"/>
                    </a:cubicBezTo>
                    <a:lnTo>
                      <a:pt x="7281" y="1761"/>
                    </a:lnTo>
                    <a:cubicBezTo>
                      <a:pt x="7209" y="1689"/>
                      <a:pt x="7209" y="1689"/>
                      <a:pt x="7209" y="1689"/>
                    </a:cubicBezTo>
                    <a:close/>
                    <a:moveTo>
                      <a:pt x="5639" y="1618"/>
                    </a:moveTo>
                    <a:cubicBezTo>
                      <a:pt x="5567" y="1689"/>
                      <a:pt x="5567" y="1689"/>
                      <a:pt x="5567" y="1689"/>
                    </a:cubicBezTo>
                    <a:cubicBezTo>
                      <a:pt x="5496" y="1761"/>
                      <a:pt x="5496" y="1761"/>
                      <a:pt x="5496" y="1761"/>
                    </a:cubicBezTo>
                    <a:cubicBezTo>
                      <a:pt x="5496" y="1832"/>
                      <a:pt x="5496" y="1832"/>
                      <a:pt x="5496" y="1832"/>
                    </a:cubicBezTo>
                    <a:cubicBezTo>
                      <a:pt x="5496" y="1975"/>
                      <a:pt x="5496" y="1975"/>
                      <a:pt x="5496" y="1975"/>
                    </a:cubicBezTo>
                    <a:lnTo>
                      <a:pt x="5567" y="2046"/>
                    </a:lnTo>
                    <a:cubicBezTo>
                      <a:pt x="5639" y="1975"/>
                      <a:pt x="5639" y="1975"/>
                      <a:pt x="5639" y="1975"/>
                    </a:cubicBezTo>
                    <a:cubicBezTo>
                      <a:pt x="5710" y="1904"/>
                      <a:pt x="5710" y="1904"/>
                      <a:pt x="5710" y="1904"/>
                    </a:cubicBezTo>
                    <a:cubicBezTo>
                      <a:pt x="5710" y="1761"/>
                      <a:pt x="5710" y="1761"/>
                      <a:pt x="5710" y="1761"/>
                    </a:cubicBezTo>
                    <a:cubicBezTo>
                      <a:pt x="5710" y="1689"/>
                      <a:pt x="5710" y="1689"/>
                      <a:pt x="5710" y="1689"/>
                    </a:cubicBezTo>
                    <a:cubicBezTo>
                      <a:pt x="5639" y="1618"/>
                      <a:pt x="5639" y="1618"/>
                      <a:pt x="5639" y="1618"/>
                    </a:cubicBezTo>
                    <a:close/>
                    <a:moveTo>
                      <a:pt x="13136" y="9115"/>
                    </a:moveTo>
                    <a:cubicBezTo>
                      <a:pt x="12922" y="9258"/>
                      <a:pt x="12922" y="9258"/>
                      <a:pt x="12922" y="9258"/>
                    </a:cubicBezTo>
                    <a:cubicBezTo>
                      <a:pt x="12993" y="9472"/>
                      <a:pt x="12993" y="9472"/>
                      <a:pt x="12993" y="9472"/>
                    </a:cubicBezTo>
                    <a:cubicBezTo>
                      <a:pt x="13136" y="9615"/>
                      <a:pt x="13136" y="9615"/>
                      <a:pt x="13136" y="9615"/>
                    </a:cubicBezTo>
                    <a:cubicBezTo>
                      <a:pt x="13279" y="9544"/>
                      <a:pt x="13279" y="9544"/>
                      <a:pt x="13279" y="9544"/>
                    </a:cubicBezTo>
                    <a:cubicBezTo>
                      <a:pt x="13421" y="9401"/>
                      <a:pt x="13421" y="9401"/>
                      <a:pt x="13421" y="9401"/>
                    </a:cubicBezTo>
                    <a:cubicBezTo>
                      <a:pt x="13421" y="9258"/>
                      <a:pt x="13421" y="9258"/>
                      <a:pt x="13421" y="9258"/>
                    </a:cubicBezTo>
                    <a:lnTo>
                      <a:pt x="13350" y="9115"/>
                    </a:lnTo>
                    <a:close/>
                    <a:moveTo>
                      <a:pt x="16733" y="9561"/>
                    </a:moveTo>
                    <a:cubicBezTo>
                      <a:pt x="16706" y="9561"/>
                      <a:pt x="16670" y="9579"/>
                      <a:pt x="16634" y="9615"/>
                    </a:cubicBezTo>
                    <a:cubicBezTo>
                      <a:pt x="16563" y="9686"/>
                      <a:pt x="16420" y="9829"/>
                      <a:pt x="16634" y="9829"/>
                    </a:cubicBezTo>
                    <a:cubicBezTo>
                      <a:pt x="16706" y="9901"/>
                      <a:pt x="16706" y="9901"/>
                      <a:pt x="16777" y="9972"/>
                    </a:cubicBezTo>
                    <a:lnTo>
                      <a:pt x="16920" y="9972"/>
                    </a:lnTo>
                    <a:cubicBezTo>
                      <a:pt x="16991" y="9972"/>
                      <a:pt x="17063" y="10043"/>
                      <a:pt x="17063" y="10043"/>
                    </a:cubicBezTo>
                    <a:cubicBezTo>
                      <a:pt x="17206" y="9972"/>
                      <a:pt x="16991" y="9901"/>
                      <a:pt x="16991" y="9829"/>
                    </a:cubicBezTo>
                    <a:cubicBezTo>
                      <a:pt x="16991" y="9758"/>
                      <a:pt x="16849" y="9758"/>
                      <a:pt x="16777" y="9758"/>
                    </a:cubicBezTo>
                    <a:lnTo>
                      <a:pt x="16706" y="9758"/>
                    </a:lnTo>
                    <a:cubicBezTo>
                      <a:pt x="16706" y="9758"/>
                      <a:pt x="16777" y="9686"/>
                      <a:pt x="16777" y="9615"/>
                    </a:cubicBezTo>
                    <a:cubicBezTo>
                      <a:pt x="16777" y="9579"/>
                      <a:pt x="16759" y="9561"/>
                      <a:pt x="16733" y="9561"/>
                    </a:cubicBezTo>
                    <a:close/>
                    <a:moveTo>
                      <a:pt x="17072" y="9490"/>
                    </a:moveTo>
                    <a:cubicBezTo>
                      <a:pt x="17063" y="9490"/>
                      <a:pt x="17063" y="9508"/>
                      <a:pt x="17063" y="9544"/>
                    </a:cubicBezTo>
                    <a:cubicBezTo>
                      <a:pt x="16991" y="9615"/>
                      <a:pt x="17134" y="9686"/>
                      <a:pt x="17134" y="9686"/>
                    </a:cubicBezTo>
                    <a:cubicBezTo>
                      <a:pt x="17206" y="9758"/>
                      <a:pt x="17277" y="9829"/>
                      <a:pt x="17348" y="9829"/>
                    </a:cubicBezTo>
                    <a:cubicBezTo>
                      <a:pt x="17396" y="9829"/>
                      <a:pt x="17412" y="9797"/>
                      <a:pt x="17438" y="9797"/>
                    </a:cubicBezTo>
                    <a:cubicBezTo>
                      <a:pt x="17452" y="9797"/>
                      <a:pt x="17467" y="9805"/>
                      <a:pt x="17491" y="9829"/>
                    </a:cubicBezTo>
                    <a:cubicBezTo>
                      <a:pt x="17705" y="9972"/>
                      <a:pt x="17705" y="10186"/>
                      <a:pt x="17848" y="10400"/>
                    </a:cubicBezTo>
                    <a:cubicBezTo>
                      <a:pt x="17920" y="10400"/>
                      <a:pt x="17991" y="10472"/>
                      <a:pt x="17991" y="10472"/>
                    </a:cubicBezTo>
                    <a:cubicBezTo>
                      <a:pt x="18062" y="10400"/>
                      <a:pt x="17920" y="10329"/>
                      <a:pt x="17920" y="10186"/>
                    </a:cubicBezTo>
                    <a:cubicBezTo>
                      <a:pt x="17920" y="10115"/>
                      <a:pt x="17920" y="10043"/>
                      <a:pt x="17920" y="9972"/>
                    </a:cubicBezTo>
                    <a:cubicBezTo>
                      <a:pt x="17848" y="9758"/>
                      <a:pt x="17634" y="9758"/>
                      <a:pt x="17420" y="9686"/>
                    </a:cubicBezTo>
                    <a:cubicBezTo>
                      <a:pt x="17348" y="9686"/>
                      <a:pt x="17348" y="9615"/>
                      <a:pt x="17277" y="9544"/>
                    </a:cubicBezTo>
                    <a:lnTo>
                      <a:pt x="17134" y="9544"/>
                    </a:lnTo>
                    <a:cubicBezTo>
                      <a:pt x="17099" y="9508"/>
                      <a:pt x="17081" y="9490"/>
                      <a:pt x="17072" y="9490"/>
                    </a:cubicBezTo>
                    <a:close/>
                    <a:moveTo>
                      <a:pt x="16206" y="9972"/>
                    </a:moveTo>
                    <a:cubicBezTo>
                      <a:pt x="16135" y="9972"/>
                      <a:pt x="16063" y="10043"/>
                      <a:pt x="16063" y="10115"/>
                    </a:cubicBezTo>
                    <a:cubicBezTo>
                      <a:pt x="15992" y="10258"/>
                      <a:pt x="15992" y="10615"/>
                      <a:pt x="16063" y="10829"/>
                    </a:cubicBezTo>
                    <a:cubicBezTo>
                      <a:pt x="16091" y="10842"/>
                      <a:pt x="16113" y="10848"/>
                      <a:pt x="16130" y="10848"/>
                    </a:cubicBezTo>
                    <a:cubicBezTo>
                      <a:pt x="16206" y="10848"/>
                      <a:pt x="16206" y="10744"/>
                      <a:pt x="16206" y="10686"/>
                    </a:cubicBezTo>
                    <a:cubicBezTo>
                      <a:pt x="16206" y="10686"/>
                      <a:pt x="16349" y="10686"/>
                      <a:pt x="16349" y="10757"/>
                    </a:cubicBezTo>
                    <a:cubicBezTo>
                      <a:pt x="16349" y="10757"/>
                      <a:pt x="16492" y="10757"/>
                      <a:pt x="16492" y="10686"/>
                    </a:cubicBezTo>
                    <a:cubicBezTo>
                      <a:pt x="16563" y="10615"/>
                      <a:pt x="16492" y="10543"/>
                      <a:pt x="16492" y="10472"/>
                    </a:cubicBezTo>
                    <a:cubicBezTo>
                      <a:pt x="16492" y="10400"/>
                      <a:pt x="16277" y="10329"/>
                      <a:pt x="16277" y="10258"/>
                    </a:cubicBezTo>
                    <a:cubicBezTo>
                      <a:pt x="16277" y="10258"/>
                      <a:pt x="16206" y="9972"/>
                      <a:pt x="16206" y="9972"/>
                    </a:cubicBezTo>
                    <a:close/>
                    <a:moveTo>
                      <a:pt x="15206" y="10258"/>
                    </a:moveTo>
                    <a:cubicBezTo>
                      <a:pt x="15135" y="10258"/>
                      <a:pt x="15206" y="10400"/>
                      <a:pt x="15135" y="10400"/>
                    </a:cubicBezTo>
                    <a:cubicBezTo>
                      <a:pt x="15111" y="10424"/>
                      <a:pt x="15095" y="10432"/>
                      <a:pt x="15082" y="10432"/>
                    </a:cubicBezTo>
                    <a:cubicBezTo>
                      <a:pt x="15056" y="10432"/>
                      <a:pt x="15040" y="10400"/>
                      <a:pt x="14992" y="10400"/>
                    </a:cubicBezTo>
                    <a:lnTo>
                      <a:pt x="14921" y="10400"/>
                    </a:lnTo>
                    <a:cubicBezTo>
                      <a:pt x="14907" y="10387"/>
                      <a:pt x="14894" y="10381"/>
                      <a:pt x="14880" y="10381"/>
                    </a:cubicBezTo>
                    <a:cubicBezTo>
                      <a:pt x="14825" y="10381"/>
                      <a:pt x="14778" y="10485"/>
                      <a:pt x="14778" y="10543"/>
                    </a:cubicBezTo>
                    <a:cubicBezTo>
                      <a:pt x="14707" y="10615"/>
                      <a:pt x="14778" y="10686"/>
                      <a:pt x="14849" y="10757"/>
                    </a:cubicBezTo>
                    <a:cubicBezTo>
                      <a:pt x="14992" y="10900"/>
                      <a:pt x="15206" y="10900"/>
                      <a:pt x="15421" y="10900"/>
                    </a:cubicBezTo>
                    <a:cubicBezTo>
                      <a:pt x="15421" y="10900"/>
                      <a:pt x="15492" y="10829"/>
                      <a:pt x="15563" y="10829"/>
                    </a:cubicBezTo>
                    <a:cubicBezTo>
                      <a:pt x="15611" y="10829"/>
                      <a:pt x="15659" y="10860"/>
                      <a:pt x="15706" y="10860"/>
                    </a:cubicBezTo>
                    <a:cubicBezTo>
                      <a:pt x="15730" y="10860"/>
                      <a:pt x="15754" y="10853"/>
                      <a:pt x="15778" y="10829"/>
                    </a:cubicBezTo>
                    <a:cubicBezTo>
                      <a:pt x="15920" y="10757"/>
                      <a:pt x="16063" y="10543"/>
                      <a:pt x="15920" y="10400"/>
                    </a:cubicBezTo>
                    <a:cubicBezTo>
                      <a:pt x="15885" y="10365"/>
                      <a:pt x="15813" y="10365"/>
                      <a:pt x="15742" y="10365"/>
                    </a:cubicBezTo>
                    <a:cubicBezTo>
                      <a:pt x="15671" y="10365"/>
                      <a:pt x="15599" y="10365"/>
                      <a:pt x="15563" y="10329"/>
                    </a:cubicBezTo>
                    <a:cubicBezTo>
                      <a:pt x="15421" y="10258"/>
                      <a:pt x="15278" y="10258"/>
                      <a:pt x="15206" y="10258"/>
                    </a:cubicBezTo>
                    <a:close/>
                    <a:moveTo>
                      <a:pt x="19276" y="11257"/>
                    </a:moveTo>
                    <a:cubicBezTo>
                      <a:pt x="19205" y="11329"/>
                      <a:pt x="19205" y="11329"/>
                      <a:pt x="19205" y="11329"/>
                    </a:cubicBezTo>
                    <a:lnTo>
                      <a:pt x="18919" y="11329"/>
                    </a:lnTo>
                    <a:cubicBezTo>
                      <a:pt x="18848" y="11400"/>
                      <a:pt x="18848" y="11400"/>
                      <a:pt x="18848" y="11400"/>
                    </a:cubicBezTo>
                    <a:lnTo>
                      <a:pt x="18919" y="11400"/>
                    </a:lnTo>
                    <a:cubicBezTo>
                      <a:pt x="18991" y="11471"/>
                      <a:pt x="18991" y="11471"/>
                      <a:pt x="18991" y="11471"/>
                    </a:cubicBezTo>
                    <a:lnTo>
                      <a:pt x="19205" y="11471"/>
                    </a:lnTo>
                    <a:cubicBezTo>
                      <a:pt x="19205" y="11400"/>
                      <a:pt x="19205" y="11400"/>
                      <a:pt x="19205" y="11400"/>
                    </a:cubicBezTo>
                    <a:lnTo>
                      <a:pt x="19419" y="11400"/>
                    </a:lnTo>
                    <a:cubicBezTo>
                      <a:pt x="19348" y="11257"/>
                      <a:pt x="19348" y="11257"/>
                      <a:pt x="19348" y="11257"/>
                    </a:cubicBezTo>
                    <a:close/>
                    <a:moveTo>
                      <a:pt x="14135" y="10829"/>
                    </a:moveTo>
                    <a:cubicBezTo>
                      <a:pt x="14064" y="10829"/>
                      <a:pt x="14064" y="10972"/>
                      <a:pt x="13993" y="10972"/>
                    </a:cubicBezTo>
                    <a:cubicBezTo>
                      <a:pt x="13921" y="11043"/>
                      <a:pt x="13778" y="11114"/>
                      <a:pt x="13707" y="11114"/>
                    </a:cubicBezTo>
                    <a:cubicBezTo>
                      <a:pt x="13636" y="11257"/>
                      <a:pt x="13421" y="11471"/>
                      <a:pt x="13421" y="11686"/>
                    </a:cubicBezTo>
                    <a:cubicBezTo>
                      <a:pt x="13421" y="11721"/>
                      <a:pt x="13475" y="11739"/>
                      <a:pt x="13537" y="11739"/>
                    </a:cubicBezTo>
                    <a:cubicBezTo>
                      <a:pt x="13600" y="11739"/>
                      <a:pt x="13671" y="11721"/>
                      <a:pt x="13707" y="11686"/>
                    </a:cubicBezTo>
                    <a:cubicBezTo>
                      <a:pt x="13850" y="11614"/>
                      <a:pt x="13850" y="11400"/>
                      <a:pt x="13993" y="11329"/>
                    </a:cubicBezTo>
                    <a:lnTo>
                      <a:pt x="14135" y="11329"/>
                    </a:lnTo>
                    <a:cubicBezTo>
                      <a:pt x="14278" y="11329"/>
                      <a:pt x="14350" y="11329"/>
                      <a:pt x="14492" y="11471"/>
                    </a:cubicBezTo>
                    <a:lnTo>
                      <a:pt x="14635" y="11471"/>
                    </a:lnTo>
                    <a:cubicBezTo>
                      <a:pt x="14707" y="11400"/>
                      <a:pt x="14635" y="11329"/>
                      <a:pt x="14635" y="11329"/>
                    </a:cubicBezTo>
                    <a:cubicBezTo>
                      <a:pt x="14707" y="11329"/>
                      <a:pt x="14778" y="11400"/>
                      <a:pt x="14849" y="11471"/>
                    </a:cubicBezTo>
                    <a:cubicBezTo>
                      <a:pt x="14873" y="11479"/>
                      <a:pt x="14895" y="11483"/>
                      <a:pt x="14916" y="11483"/>
                    </a:cubicBezTo>
                    <a:cubicBezTo>
                      <a:pt x="15091" y="11483"/>
                      <a:pt x="15191" y="11242"/>
                      <a:pt x="15064" y="11114"/>
                    </a:cubicBezTo>
                    <a:cubicBezTo>
                      <a:pt x="15064" y="10972"/>
                      <a:pt x="14778" y="10829"/>
                      <a:pt x="14707" y="10829"/>
                    </a:cubicBezTo>
                    <a:cubicBezTo>
                      <a:pt x="14535" y="10829"/>
                      <a:pt x="14410" y="10920"/>
                      <a:pt x="14293" y="10920"/>
                    </a:cubicBezTo>
                    <a:cubicBezTo>
                      <a:pt x="14264" y="10920"/>
                      <a:pt x="14235" y="10914"/>
                      <a:pt x="14207" y="10900"/>
                    </a:cubicBezTo>
                    <a:cubicBezTo>
                      <a:pt x="14207" y="10900"/>
                      <a:pt x="14135" y="10829"/>
                      <a:pt x="14135" y="10829"/>
                    </a:cubicBezTo>
                    <a:close/>
                    <a:moveTo>
                      <a:pt x="23775" y="15613"/>
                    </a:moveTo>
                    <a:cubicBezTo>
                      <a:pt x="23632" y="15684"/>
                      <a:pt x="23632" y="15684"/>
                      <a:pt x="23632" y="15684"/>
                    </a:cubicBezTo>
                    <a:lnTo>
                      <a:pt x="23560" y="15827"/>
                    </a:lnTo>
                    <a:cubicBezTo>
                      <a:pt x="23560" y="15898"/>
                      <a:pt x="23560" y="15898"/>
                      <a:pt x="23560" y="15898"/>
                    </a:cubicBezTo>
                    <a:cubicBezTo>
                      <a:pt x="23703" y="16255"/>
                      <a:pt x="23703" y="16255"/>
                      <a:pt x="23703" y="16255"/>
                    </a:cubicBezTo>
                    <a:cubicBezTo>
                      <a:pt x="23775" y="16184"/>
                      <a:pt x="23775" y="16184"/>
                      <a:pt x="23775" y="16184"/>
                    </a:cubicBezTo>
                    <a:cubicBezTo>
                      <a:pt x="23846" y="15684"/>
                      <a:pt x="23846" y="15684"/>
                      <a:pt x="23846" y="15684"/>
                    </a:cubicBezTo>
                    <a:cubicBezTo>
                      <a:pt x="23775" y="15613"/>
                      <a:pt x="23775" y="15613"/>
                      <a:pt x="23775" y="15613"/>
                    </a:cubicBezTo>
                    <a:close/>
                    <a:moveTo>
                      <a:pt x="22939" y="15378"/>
                    </a:moveTo>
                    <a:cubicBezTo>
                      <a:pt x="22864" y="15378"/>
                      <a:pt x="22761" y="15470"/>
                      <a:pt x="22704" y="15470"/>
                    </a:cubicBezTo>
                    <a:cubicBezTo>
                      <a:pt x="22561" y="15470"/>
                      <a:pt x="22489" y="15398"/>
                      <a:pt x="22347" y="15398"/>
                    </a:cubicBezTo>
                    <a:cubicBezTo>
                      <a:pt x="22102" y="15398"/>
                      <a:pt x="21857" y="15556"/>
                      <a:pt x="21567" y="15556"/>
                    </a:cubicBezTo>
                    <a:cubicBezTo>
                      <a:pt x="21519" y="15556"/>
                      <a:pt x="21469" y="15551"/>
                      <a:pt x="21418" y="15541"/>
                    </a:cubicBezTo>
                    <a:cubicBezTo>
                      <a:pt x="20633" y="15755"/>
                      <a:pt x="20490" y="16969"/>
                      <a:pt x="20776" y="17683"/>
                    </a:cubicBezTo>
                    <a:cubicBezTo>
                      <a:pt x="20919" y="17826"/>
                      <a:pt x="20990" y="18183"/>
                      <a:pt x="21204" y="18183"/>
                    </a:cubicBezTo>
                    <a:cubicBezTo>
                      <a:pt x="21918" y="17826"/>
                      <a:pt x="22061" y="16969"/>
                      <a:pt x="22632" y="16541"/>
                    </a:cubicBezTo>
                    <a:cubicBezTo>
                      <a:pt x="22682" y="16501"/>
                      <a:pt x="22723" y="16483"/>
                      <a:pt x="22755" y="16483"/>
                    </a:cubicBezTo>
                    <a:cubicBezTo>
                      <a:pt x="22953" y="16483"/>
                      <a:pt x="22856" y="17142"/>
                      <a:pt x="22918" y="17326"/>
                    </a:cubicBezTo>
                    <a:cubicBezTo>
                      <a:pt x="22989" y="17612"/>
                      <a:pt x="22918" y="17755"/>
                      <a:pt x="22775" y="17897"/>
                    </a:cubicBezTo>
                    <a:cubicBezTo>
                      <a:pt x="22418" y="18183"/>
                      <a:pt x="22775" y="18397"/>
                      <a:pt x="23061" y="18397"/>
                    </a:cubicBezTo>
                    <a:cubicBezTo>
                      <a:pt x="23132" y="18397"/>
                      <a:pt x="23203" y="18415"/>
                      <a:pt x="23266" y="18415"/>
                    </a:cubicBezTo>
                    <a:cubicBezTo>
                      <a:pt x="23328" y="18415"/>
                      <a:pt x="23382" y="18397"/>
                      <a:pt x="23418" y="18326"/>
                    </a:cubicBezTo>
                    <a:cubicBezTo>
                      <a:pt x="23489" y="18040"/>
                      <a:pt x="23346" y="17255"/>
                      <a:pt x="23775" y="17183"/>
                    </a:cubicBezTo>
                    <a:cubicBezTo>
                      <a:pt x="23917" y="17183"/>
                      <a:pt x="23989" y="17469"/>
                      <a:pt x="24132" y="17540"/>
                    </a:cubicBezTo>
                    <a:cubicBezTo>
                      <a:pt x="24215" y="17645"/>
                      <a:pt x="24317" y="17688"/>
                      <a:pt x="24425" y="17688"/>
                    </a:cubicBezTo>
                    <a:cubicBezTo>
                      <a:pt x="24686" y="17688"/>
                      <a:pt x="24980" y="17436"/>
                      <a:pt x="25131" y="17183"/>
                    </a:cubicBezTo>
                    <a:cubicBezTo>
                      <a:pt x="25203" y="16898"/>
                      <a:pt x="25417" y="16327"/>
                      <a:pt x="25131" y="16112"/>
                    </a:cubicBezTo>
                    <a:cubicBezTo>
                      <a:pt x="24917" y="15970"/>
                      <a:pt x="24703" y="15970"/>
                      <a:pt x="24489" y="15898"/>
                    </a:cubicBezTo>
                    <a:cubicBezTo>
                      <a:pt x="24346" y="15898"/>
                      <a:pt x="24274" y="15827"/>
                      <a:pt x="24203" y="15827"/>
                    </a:cubicBezTo>
                    <a:cubicBezTo>
                      <a:pt x="23846" y="15970"/>
                      <a:pt x="23703" y="16684"/>
                      <a:pt x="23346" y="16755"/>
                    </a:cubicBezTo>
                    <a:cubicBezTo>
                      <a:pt x="23275" y="16755"/>
                      <a:pt x="23203" y="16469"/>
                      <a:pt x="23132" y="16327"/>
                    </a:cubicBezTo>
                    <a:cubicBezTo>
                      <a:pt x="23061" y="16041"/>
                      <a:pt x="23346" y="15898"/>
                      <a:pt x="23275" y="15684"/>
                    </a:cubicBezTo>
                    <a:cubicBezTo>
                      <a:pt x="23203" y="15541"/>
                      <a:pt x="23132" y="15398"/>
                      <a:pt x="22989" y="15398"/>
                    </a:cubicBezTo>
                    <a:cubicBezTo>
                      <a:pt x="22975" y="15384"/>
                      <a:pt x="22958" y="15378"/>
                      <a:pt x="22939" y="15378"/>
                    </a:cubicBezTo>
                    <a:close/>
                    <a:moveTo>
                      <a:pt x="25131" y="17469"/>
                    </a:moveTo>
                    <a:cubicBezTo>
                      <a:pt x="25131" y="17469"/>
                      <a:pt x="25131" y="17540"/>
                      <a:pt x="25060" y="17612"/>
                    </a:cubicBezTo>
                    <a:cubicBezTo>
                      <a:pt x="24988" y="17612"/>
                      <a:pt x="24917" y="17683"/>
                      <a:pt x="24846" y="17826"/>
                    </a:cubicBezTo>
                    <a:cubicBezTo>
                      <a:pt x="24774" y="17897"/>
                      <a:pt x="24774" y="18040"/>
                      <a:pt x="24846" y="18112"/>
                    </a:cubicBezTo>
                    <a:cubicBezTo>
                      <a:pt x="24917" y="18183"/>
                      <a:pt x="24846" y="18254"/>
                      <a:pt x="24846" y="18326"/>
                    </a:cubicBezTo>
                    <a:cubicBezTo>
                      <a:pt x="24774" y="18469"/>
                      <a:pt x="24774" y="18683"/>
                      <a:pt x="24917" y="18826"/>
                    </a:cubicBezTo>
                    <a:cubicBezTo>
                      <a:pt x="24917" y="18897"/>
                      <a:pt x="24988" y="18897"/>
                      <a:pt x="25060" y="18897"/>
                    </a:cubicBezTo>
                    <a:cubicBezTo>
                      <a:pt x="25142" y="18938"/>
                      <a:pt x="25225" y="18980"/>
                      <a:pt x="25321" y="18980"/>
                    </a:cubicBezTo>
                    <a:cubicBezTo>
                      <a:pt x="25391" y="18980"/>
                      <a:pt x="25469" y="18957"/>
                      <a:pt x="25560" y="18897"/>
                    </a:cubicBezTo>
                    <a:cubicBezTo>
                      <a:pt x="25631" y="18826"/>
                      <a:pt x="25631" y="18683"/>
                      <a:pt x="25631" y="18612"/>
                    </a:cubicBezTo>
                    <a:cubicBezTo>
                      <a:pt x="25702" y="18469"/>
                      <a:pt x="25702" y="18326"/>
                      <a:pt x="25560" y="18254"/>
                    </a:cubicBezTo>
                    <a:cubicBezTo>
                      <a:pt x="25524" y="18219"/>
                      <a:pt x="25488" y="18219"/>
                      <a:pt x="25453" y="18219"/>
                    </a:cubicBezTo>
                    <a:cubicBezTo>
                      <a:pt x="25417" y="18219"/>
                      <a:pt x="25381" y="18219"/>
                      <a:pt x="25345" y="18183"/>
                    </a:cubicBezTo>
                    <a:cubicBezTo>
                      <a:pt x="25345" y="18112"/>
                      <a:pt x="25274" y="18040"/>
                      <a:pt x="25345" y="17969"/>
                    </a:cubicBezTo>
                    <a:cubicBezTo>
                      <a:pt x="25345" y="17826"/>
                      <a:pt x="25274" y="17755"/>
                      <a:pt x="25274" y="17612"/>
                    </a:cubicBezTo>
                    <a:cubicBezTo>
                      <a:pt x="25203" y="17540"/>
                      <a:pt x="25203" y="17469"/>
                      <a:pt x="25131" y="17469"/>
                    </a:cubicBezTo>
                    <a:close/>
                    <a:moveTo>
                      <a:pt x="24153" y="18663"/>
                    </a:moveTo>
                    <a:cubicBezTo>
                      <a:pt x="24077" y="18663"/>
                      <a:pt x="23975" y="18754"/>
                      <a:pt x="23917" y="18754"/>
                    </a:cubicBezTo>
                    <a:cubicBezTo>
                      <a:pt x="23775" y="18897"/>
                      <a:pt x="23632" y="19040"/>
                      <a:pt x="23560" y="19183"/>
                    </a:cubicBezTo>
                    <a:cubicBezTo>
                      <a:pt x="23477" y="19307"/>
                      <a:pt x="23539" y="19383"/>
                      <a:pt x="23633" y="19383"/>
                    </a:cubicBezTo>
                    <a:cubicBezTo>
                      <a:pt x="23701" y="19383"/>
                      <a:pt x="23786" y="19344"/>
                      <a:pt x="23846" y="19254"/>
                    </a:cubicBezTo>
                    <a:cubicBezTo>
                      <a:pt x="23846" y="19254"/>
                      <a:pt x="23917" y="19040"/>
                      <a:pt x="24060" y="18969"/>
                    </a:cubicBezTo>
                    <a:cubicBezTo>
                      <a:pt x="24203" y="18969"/>
                      <a:pt x="24274" y="18826"/>
                      <a:pt x="24203" y="18683"/>
                    </a:cubicBezTo>
                    <a:cubicBezTo>
                      <a:pt x="24189" y="18669"/>
                      <a:pt x="24172" y="18663"/>
                      <a:pt x="24153" y="18663"/>
                    </a:cubicBezTo>
                    <a:close/>
                    <a:moveTo>
                      <a:pt x="27987" y="19540"/>
                    </a:moveTo>
                    <a:cubicBezTo>
                      <a:pt x="27987" y="19683"/>
                      <a:pt x="27987" y="19683"/>
                      <a:pt x="27987" y="19683"/>
                    </a:cubicBezTo>
                    <a:cubicBezTo>
                      <a:pt x="28130" y="19897"/>
                      <a:pt x="28130" y="19897"/>
                      <a:pt x="28130" y="19897"/>
                    </a:cubicBezTo>
                    <a:cubicBezTo>
                      <a:pt x="28202" y="19968"/>
                      <a:pt x="28202" y="19968"/>
                      <a:pt x="28202" y="19968"/>
                    </a:cubicBezTo>
                    <a:lnTo>
                      <a:pt x="28273" y="19968"/>
                    </a:lnTo>
                    <a:cubicBezTo>
                      <a:pt x="28273" y="19897"/>
                      <a:pt x="28273" y="19897"/>
                      <a:pt x="28273" y="19897"/>
                    </a:cubicBezTo>
                    <a:lnTo>
                      <a:pt x="28273" y="19825"/>
                    </a:lnTo>
                    <a:cubicBezTo>
                      <a:pt x="28130" y="19611"/>
                      <a:pt x="28130" y="19611"/>
                      <a:pt x="28130" y="19611"/>
                    </a:cubicBezTo>
                    <a:cubicBezTo>
                      <a:pt x="28130" y="19540"/>
                      <a:pt x="28130" y="19540"/>
                      <a:pt x="28130" y="19540"/>
                    </a:cubicBezTo>
                    <a:close/>
                    <a:moveTo>
                      <a:pt x="22489" y="19111"/>
                    </a:moveTo>
                    <a:cubicBezTo>
                      <a:pt x="22418" y="19183"/>
                      <a:pt x="22418" y="19254"/>
                      <a:pt x="22418" y="19326"/>
                    </a:cubicBezTo>
                    <a:cubicBezTo>
                      <a:pt x="22275" y="19540"/>
                      <a:pt x="22275" y="19754"/>
                      <a:pt x="22275" y="19968"/>
                    </a:cubicBezTo>
                    <a:cubicBezTo>
                      <a:pt x="22275" y="20040"/>
                      <a:pt x="22311" y="20075"/>
                      <a:pt x="22356" y="20075"/>
                    </a:cubicBezTo>
                    <a:cubicBezTo>
                      <a:pt x="22400" y="20075"/>
                      <a:pt x="22454" y="20040"/>
                      <a:pt x="22489" y="19968"/>
                    </a:cubicBezTo>
                    <a:cubicBezTo>
                      <a:pt x="22489" y="19968"/>
                      <a:pt x="22489" y="19897"/>
                      <a:pt x="22561" y="19825"/>
                    </a:cubicBezTo>
                    <a:cubicBezTo>
                      <a:pt x="22704" y="19683"/>
                      <a:pt x="22775" y="19683"/>
                      <a:pt x="22775" y="19611"/>
                    </a:cubicBezTo>
                    <a:cubicBezTo>
                      <a:pt x="22775" y="19468"/>
                      <a:pt x="22775" y="19397"/>
                      <a:pt x="22775" y="19326"/>
                    </a:cubicBezTo>
                    <a:lnTo>
                      <a:pt x="22704" y="19254"/>
                    </a:lnTo>
                    <a:cubicBezTo>
                      <a:pt x="22704" y="19183"/>
                      <a:pt x="22561" y="19111"/>
                      <a:pt x="22489" y="19111"/>
                    </a:cubicBezTo>
                    <a:close/>
                    <a:moveTo>
                      <a:pt x="26345" y="20040"/>
                    </a:moveTo>
                    <a:cubicBezTo>
                      <a:pt x="26274" y="20111"/>
                      <a:pt x="26274" y="20111"/>
                      <a:pt x="26274" y="20111"/>
                    </a:cubicBezTo>
                    <a:cubicBezTo>
                      <a:pt x="26202" y="20254"/>
                      <a:pt x="26202" y="20254"/>
                      <a:pt x="26202" y="20254"/>
                    </a:cubicBezTo>
                    <a:cubicBezTo>
                      <a:pt x="26274" y="20397"/>
                      <a:pt x="26274" y="20397"/>
                      <a:pt x="26274" y="20397"/>
                    </a:cubicBezTo>
                    <a:cubicBezTo>
                      <a:pt x="26417" y="20325"/>
                      <a:pt x="26417" y="20325"/>
                      <a:pt x="26417" y="20325"/>
                    </a:cubicBezTo>
                    <a:cubicBezTo>
                      <a:pt x="26488" y="20254"/>
                      <a:pt x="26488" y="20254"/>
                      <a:pt x="26488" y="20254"/>
                    </a:cubicBezTo>
                    <a:cubicBezTo>
                      <a:pt x="26417" y="20182"/>
                      <a:pt x="26417" y="20182"/>
                      <a:pt x="26417" y="20182"/>
                    </a:cubicBezTo>
                    <a:lnTo>
                      <a:pt x="26417" y="20111"/>
                    </a:lnTo>
                    <a:cubicBezTo>
                      <a:pt x="26345" y="20040"/>
                      <a:pt x="26345" y="20040"/>
                      <a:pt x="26345" y="20040"/>
                    </a:cubicBezTo>
                    <a:close/>
                    <a:moveTo>
                      <a:pt x="25845" y="20040"/>
                    </a:moveTo>
                    <a:cubicBezTo>
                      <a:pt x="25845" y="20254"/>
                      <a:pt x="25845" y="20254"/>
                      <a:pt x="25845" y="20254"/>
                    </a:cubicBezTo>
                    <a:cubicBezTo>
                      <a:pt x="25917" y="20397"/>
                      <a:pt x="25917" y="20397"/>
                      <a:pt x="25917" y="20397"/>
                    </a:cubicBezTo>
                    <a:cubicBezTo>
                      <a:pt x="25917" y="20468"/>
                      <a:pt x="25917" y="20468"/>
                      <a:pt x="25917" y="20468"/>
                    </a:cubicBezTo>
                    <a:lnTo>
                      <a:pt x="25988" y="20468"/>
                    </a:lnTo>
                    <a:cubicBezTo>
                      <a:pt x="25988" y="20397"/>
                      <a:pt x="25988" y="20397"/>
                      <a:pt x="25988" y="20397"/>
                    </a:cubicBezTo>
                    <a:cubicBezTo>
                      <a:pt x="25917" y="20111"/>
                      <a:pt x="25917" y="20111"/>
                      <a:pt x="25917" y="20111"/>
                    </a:cubicBezTo>
                    <a:lnTo>
                      <a:pt x="25917" y="20040"/>
                    </a:lnTo>
                    <a:close/>
                    <a:moveTo>
                      <a:pt x="26702" y="19897"/>
                    </a:moveTo>
                    <a:cubicBezTo>
                      <a:pt x="26559" y="20040"/>
                      <a:pt x="26631" y="20254"/>
                      <a:pt x="26702" y="20468"/>
                    </a:cubicBezTo>
                    <a:cubicBezTo>
                      <a:pt x="26702" y="20629"/>
                      <a:pt x="26863" y="20709"/>
                      <a:pt x="27003" y="20709"/>
                    </a:cubicBezTo>
                    <a:cubicBezTo>
                      <a:pt x="27050" y="20709"/>
                      <a:pt x="27095" y="20700"/>
                      <a:pt x="27131" y="20682"/>
                    </a:cubicBezTo>
                    <a:cubicBezTo>
                      <a:pt x="27131" y="20658"/>
                      <a:pt x="27138" y="20650"/>
                      <a:pt x="27149" y="20650"/>
                    </a:cubicBezTo>
                    <a:cubicBezTo>
                      <a:pt x="27170" y="20650"/>
                      <a:pt x="27202" y="20682"/>
                      <a:pt x="27202" y="20682"/>
                    </a:cubicBezTo>
                    <a:cubicBezTo>
                      <a:pt x="27202" y="20611"/>
                      <a:pt x="27202" y="20468"/>
                      <a:pt x="27202" y="20397"/>
                    </a:cubicBezTo>
                    <a:cubicBezTo>
                      <a:pt x="27131" y="20325"/>
                      <a:pt x="27131" y="20254"/>
                      <a:pt x="27059" y="20182"/>
                    </a:cubicBezTo>
                    <a:cubicBezTo>
                      <a:pt x="26916" y="20111"/>
                      <a:pt x="26774" y="19897"/>
                      <a:pt x="26702" y="19897"/>
                    </a:cubicBezTo>
                    <a:close/>
                    <a:moveTo>
                      <a:pt x="27202" y="20682"/>
                    </a:moveTo>
                    <a:cubicBezTo>
                      <a:pt x="27202" y="20754"/>
                      <a:pt x="27202" y="20754"/>
                      <a:pt x="27202" y="20754"/>
                    </a:cubicBezTo>
                    <a:cubicBezTo>
                      <a:pt x="27131" y="20896"/>
                      <a:pt x="27131" y="20896"/>
                      <a:pt x="27131" y="20896"/>
                    </a:cubicBezTo>
                    <a:cubicBezTo>
                      <a:pt x="27059" y="20968"/>
                      <a:pt x="27059" y="20968"/>
                      <a:pt x="27059" y="20968"/>
                    </a:cubicBezTo>
                    <a:cubicBezTo>
                      <a:pt x="27131" y="21039"/>
                      <a:pt x="27131" y="21039"/>
                      <a:pt x="27131" y="21039"/>
                    </a:cubicBezTo>
                    <a:lnTo>
                      <a:pt x="27273" y="21039"/>
                    </a:lnTo>
                    <a:cubicBezTo>
                      <a:pt x="27345" y="21111"/>
                      <a:pt x="27345" y="21111"/>
                      <a:pt x="27345" y="21111"/>
                    </a:cubicBezTo>
                    <a:cubicBezTo>
                      <a:pt x="27345" y="21039"/>
                      <a:pt x="27345" y="21039"/>
                      <a:pt x="27345" y="21039"/>
                    </a:cubicBezTo>
                    <a:cubicBezTo>
                      <a:pt x="27345" y="20968"/>
                      <a:pt x="27345" y="20968"/>
                      <a:pt x="27345" y="20968"/>
                    </a:cubicBezTo>
                    <a:lnTo>
                      <a:pt x="27273" y="20896"/>
                    </a:lnTo>
                    <a:cubicBezTo>
                      <a:pt x="27273" y="20825"/>
                      <a:pt x="27273" y="20825"/>
                      <a:pt x="27273" y="20825"/>
                    </a:cubicBezTo>
                    <a:cubicBezTo>
                      <a:pt x="27202" y="20682"/>
                      <a:pt x="27202" y="20682"/>
                      <a:pt x="27202" y="20682"/>
                    </a:cubicBezTo>
                    <a:close/>
                    <a:moveTo>
                      <a:pt x="9443" y="1"/>
                    </a:moveTo>
                    <a:cubicBezTo>
                      <a:pt x="9198" y="1"/>
                      <a:pt x="8954" y="47"/>
                      <a:pt x="8709" y="47"/>
                    </a:cubicBezTo>
                    <a:cubicBezTo>
                      <a:pt x="8280" y="47"/>
                      <a:pt x="8352" y="476"/>
                      <a:pt x="8280" y="761"/>
                    </a:cubicBezTo>
                    <a:cubicBezTo>
                      <a:pt x="8209" y="1118"/>
                      <a:pt x="8209" y="1618"/>
                      <a:pt x="8066" y="1832"/>
                    </a:cubicBezTo>
                    <a:cubicBezTo>
                      <a:pt x="7923" y="2046"/>
                      <a:pt x="7709" y="2118"/>
                      <a:pt x="7495" y="2189"/>
                    </a:cubicBezTo>
                    <a:cubicBezTo>
                      <a:pt x="7281" y="2332"/>
                      <a:pt x="7138" y="2546"/>
                      <a:pt x="7067" y="2689"/>
                    </a:cubicBezTo>
                    <a:cubicBezTo>
                      <a:pt x="6995" y="2903"/>
                      <a:pt x="6995" y="3189"/>
                      <a:pt x="6710" y="3332"/>
                    </a:cubicBezTo>
                    <a:cubicBezTo>
                      <a:pt x="6629" y="3348"/>
                      <a:pt x="6538" y="3356"/>
                      <a:pt x="6442" y="3356"/>
                    </a:cubicBezTo>
                    <a:cubicBezTo>
                      <a:pt x="6110" y="3356"/>
                      <a:pt x="5717" y="3251"/>
                      <a:pt x="5496" y="2975"/>
                    </a:cubicBezTo>
                    <a:cubicBezTo>
                      <a:pt x="5282" y="2832"/>
                      <a:pt x="5353" y="2546"/>
                      <a:pt x="5210" y="2332"/>
                    </a:cubicBezTo>
                    <a:cubicBezTo>
                      <a:pt x="5155" y="2258"/>
                      <a:pt x="5094" y="2227"/>
                      <a:pt x="5035" y="2227"/>
                    </a:cubicBezTo>
                    <a:cubicBezTo>
                      <a:pt x="4867" y="2227"/>
                      <a:pt x="4710" y="2478"/>
                      <a:pt x="4710" y="2689"/>
                    </a:cubicBezTo>
                    <a:cubicBezTo>
                      <a:pt x="4639" y="4046"/>
                      <a:pt x="3068" y="3046"/>
                      <a:pt x="3425" y="4688"/>
                    </a:cubicBezTo>
                    <a:cubicBezTo>
                      <a:pt x="3425" y="5188"/>
                      <a:pt x="2997" y="5117"/>
                      <a:pt x="2711" y="5331"/>
                    </a:cubicBezTo>
                    <a:cubicBezTo>
                      <a:pt x="2497" y="5616"/>
                      <a:pt x="2354" y="5973"/>
                      <a:pt x="2283" y="6330"/>
                    </a:cubicBezTo>
                    <a:cubicBezTo>
                      <a:pt x="2283" y="6545"/>
                      <a:pt x="2140" y="6616"/>
                      <a:pt x="2068" y="6759"/>
                    </a:cubicBezTo>
                    <a:cubicBezTo>
                      <a:pt x="1640" y="7116"/>
                      <a:pt x="2426" y="7473"/>
                      <a:pt x="2426" y="7901"/>
                    </a:cubicBezTo>
                    <a:cubicBezTo>
                      <a:pt x="2426" y="7973"/>
                      <a:pt x="2354" y="8116"/>
                      <a:pt x="2354" y="8258"/>
                    </a:cubicBezTo>
                    <a:cubicBezTo>
                      <a:pt x="2283" y="8615"/>
                      <a:pt x="2158" y="8758"/>
                      <a:pt x="1997" y="8758"/>
                    </a:cubicBezTo>
                    <a:cubicBezTo>
                      <a:pt x="1836" y="8758"/>
                      <a:pt x="1640" y="8615"/>
                      <a:pt x="1426" y="8401"/>
                    </a:cubicBezTo>
                    <a:cubicBezTo>
                      <a:pt x="1364" y="8308"/>
                      <a:pt x="1260" y="8255"/>
                      <a:pt x="1164" y="8255"/>
                    </a:cubicBezTo>
                    <a:cubicBezTo>
                      <a:pt x="1039" y="8255"/>
                      <a:pt x="926" y="8343"/>
                      <a:pt x="926" y="8544"/>
                    </a:cubicBezTo>
                    <a:cubicBezTo>
                      <a:pt x="1069" y="8972"/>
                      <a:pt x="1426" y="8972"/>
                      <a:pt x="1783" y="9044"/>
                    </a:cubicBezTo>
                    <a:cubicBezTo>
                      <a:pt x="1926" y="9115"/>
                      <a:pt x="1926" y="9258"/>
                      <a:pt x="1926" y="9401"/>
                    </a:cubicBezTo>
                    <a:cubicBezTo>
                      <a:pt x="1640" y="10400"/>
                      <a:pt x="1569" y="11400"/>
                      <a:pt x="1997" y="12328"/>
                    </a:cubicBezTo>
                    <a:cubicBezTo>
                      <a:pt x="2140" y="12542"/>
                      <a:pt x="2211" y="12757"/>
                      <a:pt x="2283" y="12971"/>
                    </a:cubicBezTo>
                    <a:cubicBezTo>
                      <a:pt x="2333" y="13174"/>
                      <a:pt x="2312" y="13557"/>
                      <a:pt x="2167" y="13557"/>
                    </a:cubicBezTo>
                    <a:cubicBezTo>
                      <a:pt x="2108" y="13557"/>
                      <a:pt x="2029" y="13493"/>
                      <a:pt x="1926" y="13328"/>
                    </a:cubicBezTo>
                    <a:cubicBezTo>
                      <a:pt x="1783" y="13114"/>
                      <a:pt x="1783" y="12899"/>
                      <a:pt x="1640" y="12685"/>
                    </a:cubicBezTo>
                    <a:cubicBezTo>
                      <a:pt x="1570" y="12474"/>
                      <a:pt x="1492" y="12394"/>
                      <a:pt x="1414" y="12394"/>
                    </a:cubicBezTo>
                    <a:cubicBezTo>
                      <a:pt x="1254" y="12394"/>
                      <a:pt x="1093" y="12731"/>
                      <a:pt x="997" y="12971"/>
                    </a:cubicBezTo>
                    <a:cubicBezTo>
                      <a:pt x="855" y="13185"/>
                      <a:pt x="640" y="13256"/>
                      <a:pt x="569" y="13471"/>
                    </a:cubicBezTo>
                    <a:cubicBezTo>
                      <a:pt x="426" y="13970"/>
                      <a:pt x="426" y="14470"/>
                      <a:pt x="569" y="14970"/>
                    </a:cubicBezTo>
                    <a:cubicBezTo>
                      <a:pt x="569" y="15113"/>
                      <a:pt x="640" y="15256"/>
                      <a:pt x="640" y="15470"/>
                    </a:cubicBezTo>
                    <a:cubicBezTo>
                      <a:pt x="569" y="15684"/>
                      <a:pt x="212" y="15827"/>
                      <a:pt x="69" y="16112"/>
                    </a:cubicBezTo>
                    <a:cubicBezTo>
                      <a:pt x="-288" y="16755"/>
                      <a:pt x="855" y="16755"/>
                      <a:pt x="1140" y="17183"/>
                    </a:cubicBezTo>
                    <a:cubicBezTo>
                      <a:pt x="1354" y="17469"/>
                      <a:pt x="1283" y="17897"/>
                      <a:pt x="1426" y="18254"/>
                    </a:cubicBezTo>
                    <a:cubicBezTo>
                      <a:pt x="1640" y="18683"/>
                      <a:pt x="2211" y="19040"/>
                      <a:pt x="2140" y="19540"/>
                    </a:cubicBezTo>
                    <a:cubicBezTo>
                      <a:pt x="2078" y="19848"/>
                      <a:pt x="2017" y="20368"/>
                      <a:pt x="2367" y="20368"/>
                    </a:cubicBezTo>
                    <a:cubicBezTo>
                      <a:pt x="2423" y="20368"/>
                      <a:pt x="2490" y="20355"/>
                      <a:pt x="2568" y="20325"/>
                    </a:cubicBezTo>
                    <a:cubicBezTo>
                      <a:pt x="2997" y="20111"/>
                      <a:pt x="3425" y="19825"/>
                      <a:pt x="3925" y="19825"/>
                    </a:cubicBezTo>
                    <a:cubicBezTo>
                      <a:pt x="4300" y="19825"/>
                      <a:pt x="4755" y="20066"/>
                      <a:pt x="5110" y="20066"/>
                    </a:cubicBezTo>
                    <a:cubicBezTo>
                      <a:pt x="5228" y="20066"/>
                      <a:pt x="5335" y="20040"/>
                      <a:pt x="5424" y="19968"/>
                    </a:cubicBezTo>
                    <a:cubicBezTo>
                      <a:pt x="5477" y="19864"/>
                      <a:pt x="5567" y="19797"/>
                      <a:pt x="5696" y="19797"/>
                    </a:cubicBezTo>
                    <a:cubicBezTo>
                      <a:pt x="5743" y="19797"/>
                      <a:pt x="5795" y="19806"/>
                      <a:pt x="5853" y="19825"/>
                    </a:cubicBezTo>
                    <a:cubicBezTo>
                      <a:pt x="6281" y="20182"/>
                      <a:pt x="6567" y="20896"/>
                      <a:pt x="6924" y="21253"/>
                    </a:cubicBezTo>
                    <a:cubicBezTo>
                      <a:pt x="7352" y="21610"/>
                      <a:pt x="7781" y="22039"/>
                      <a:pt x="8280" y="22182"/>
                    </a:cubicBezTo>
                    <a:cubicBezTo>
                      <a:pt x="9351" y="22467"/>
                      <a:pt x="10780" y="22681"/>
                      <a:pt x="11851" y="22967"/>
                    </a:cubicBezTo>
                    <a:cubicBezTo>
                      <a:pt x="12279" y="23110"/>
                      <a:pt x="12636" y="23538"/>
                      <a:pt x="12993" y="23824"/>
                    </a:cubicBezTo>
                    <a:cubicBezTo>
                      <a:pt x="13279" y="24181"/>
                      <a:pt x="13636" y="24252"/>
                      <a:pt x="13993" y="24538"/>
                    </a:cubicBezTo>
                    <a:cubicBezTo>
                      <a:pt x="14778" y="25109"/>
                      <a:pt x="14135" y="25894"/>
                      <a:pt x="13564" y="26323"/>
                    </a:cubicBezTo>
                    <a:cubicBezTo>
                      <a:pt x="13493" y="26466"/>
                      <a:pt x="13279" y="26537"/>
                      <a:pt x="13350" y="26680"/>
                    </a:cubicBezTo>
                    <a:cubicBezTo>
                      <a:pt x="13564" y="26894"/>
                      <a:pt x="14064" y="26751"/>
                      <a:pt x="14421" y="26894"/>
                    </a:cubicBezTo>
                    <a:cubicBezTo>
                      <a:pt x="14921" y="27037"/>
                      <a:pt x="15563" y="27394"/>
                      <a:pt x="16063" y="27465"/>
                    </a:cubicBezTo>
                    <a:cubicBezTo>
                      <a:pt x="16349" y="27537"/>
                      <a:pt x="16634" y="27465"/>
                      <a:pt x="16849" y="27608"/>
                    </a:cubicBezTo>
                    <a:cubicBezTo>
                      <a:pt x="17277" y="27751"/>
                      <a:pt x="17563" y="28322"/>
                      <a:pt x="18062" y="28393"/>
                    </a:cubicBezTo>
                    <a:cubicBezTo>
                      <a:pt x="18084" y="28399"/>
                      <a:pt x="18106" y="28401"/>
                      <a:pt x="18127" y="28401"/>
                    </a:cubicBezTo>
                    <a:cubicBezTo>
                      <a:pt x="18388" y="28401"/>
                      <a:pt x="18618" y="28020"/>
                      <a:pt x="18420" y="27822"/>
                    </a:cubicBezTo>
                    <a:cubicBezTo>
                      <a:pt x="18348" y="27679"/>
                      <a:pt x="18134" y="27679"/>
                      <a:pt x="17991" y="27608"/>
                    </a:cubicBezTo>
                    <a:cubicBezTo>
                      <a:pt x="17705" y="27394"/>
                      <a:pt x="17348" y="27180"/>
                      <a:pt x="17491" y="26751"/>
                    </a:cubicBezTo>
                    <a:cubicBezTo>
                      <a:pt x="17491" y="26680"/>
                      <a:pt x="17491" y="26537"/>
                      <a:pt x="17491" y="26394"/>
                    </a:cubicBezTo>
                    <a:cubicBezTo>
                      <a:pt x="17420" y="26180"/>
                      <a:pt x="17134" y="26180"/>
                      <a:pt x="16920" y="26037"/>
                    </a:cubicBezTo>
                    <a:cubicBezTo>
                      <a:pt x="16849" y="25966"/>
                      <a:pt x="16777" y="25752"/>
                      <a:pt x="16634" y="25680"/>
                    </a:cubicBezTo>
                    <a:cubicBezTo>
                      <a:pt x="16277" y="25466"/>
                      <a:pt x="15778" y="25323"/>
                      <a:pt x="15778" y="24823"/>
                    </a:cubicBezTo>
                    <a:cubicBezTo>
                      <a:pt x="15706" y="24252"/>
                      <a:pt x="15278" y="23752"/>
                      <a:pt x="14992" y="23253"/>
                    </a:cubicBezTo>
                    <a:cubicBezTo>
                      <a:pt x="14707" y="22753"/>
                      <a:pt x="14421" y="22253"/>
                      <a:pt x="13921" y="21967"/>
                    </a:cubicBezTo>
                    <a:cubicBezTo>
                      <a:pt x="13636" y="21825"/>
                      <a:pt x="13279" y="21825"/>
                      <a:pt x="13064" y="21682"/>
                    </a:cubicBezTo>
                    <a:cubicBezTo>
                      <a:pt x="12850" y="21539"/>
                      <a:pt x="12850" y="21325"/>
                      <a:pt x="12707" y="21111"/>
                    </a:cubicBezTo>
                    <a:cubicBezTo>
                      <a:pt x="12565" y="20968"/>
                      <a:pt x="12422" y="20825"/>
                      <a:pt x="12279" y="20682"/>
                    </a:cubicBezTo>
                    <a:cubicBezTo>
                      <a:pt x="12136" y="20539"/>
                      <a:pt x="12065" y="20397"/>
                      <a:pt x="11993" y="20325"/>
                    </a:cubicBezTo>
                    <a:cubicBezTo>
                      <a:pt x="11922" y="20325"/>
                      <a:pt x="11851" y="20325"/>
                      <a:pt x="11779" y="20397"/>
                    </a:cubicBezTo>
                    <a:cubicBezTo>
                      <a:pt x="11716" y="20459"/>
                      <a:pt x="11666" y="20485"/>
                      <a:pt x="11626" y="20485"/>
                    </a:cubicBezTo>
                    <a:cubicBezTo>
                      <a:pt x="11529" y="20485"/>
                      <a:pt x="11494" y="20334"/>
                      <a:pt x="11494" y="20182"/>
                    </a:cubicBezTo>
                    <a:cubicBezTo>
                      <a:pt x="11494" y="20040"/>
                      <a:pt x="11494" y="19968"/>
                      <a:pt x="11494" y="19825"/>
                    </a:cubicBezTo>
                    <a:cubicBezTo>
                      <a:pt x="11351" y="19683"/>
                      <a:pt x="11279" y="19468"/>
                      <a:pt x="11565" y="19468"/>
                    </a:cubicBezTo>
                    <a:cubicBezTo>
                      <a:pt x="12136" y="19468"/>
                      <a:pt x="12422" y="20040"/>
                      <a:pt x="12850" y="20182"/>
                    </a:cubicBezTo>
                    <a:cubicBezTo>
                      <a:pt x="12964" y="20220"/>
                      <a:pt x="13076" y="20238"/>
                      <a:pt x="13183" y="20238"/>
                    </a:cubicBezTo>
                    <a:cubicBezTo>
                      <a:pt x="13684" y="20238"/>
                      <a:pt x="14102" y="19854"/>
                      <a:pt x="14278" y="19326"/>
                    </a:cubicBezTo>
                    <a:cubicBezTo>
                      <a:pt x="14350" y="19183"/>
                      <a:pt x="14421" y="18969"/>
                      <a:pt x="14564" y="18897"/>
                    </a:cubicBezTo>
                    <a:cubicBezTo>
                      <a:pt x="14921" y="18683"/>
                      <a:pt x="15349" y="18683"/>
                      <a:pt x="15706" y="18469"/>
                    </a:cubicBezTo>
                    <a:cubicBezTo>
                      <a:pt x="15849" y="18397"/>
                      <a:pt x="15992" y="18326"/>
                      <a:pt x="16206" y="18326"/>
                    </a:cubicBezTo>
                    <a:cubicBezTo>
                      <a:pt x="16420" y="18254"/>
                      <a:pt x="16706" y="18254"/>
                      <a:pt x="16920" y="18183"/>
                    </a:cubicBezTo>
                    <a:cubicBezTo>
                      <a:pt x="17134" y="18112"/>
                      <a:pt x="17277" y="17969"/>
                      <a:pt x="17491" y="17826"/>
                    </a:cubicBezTo>
                    <a:cubicBezTo>
                      <a:pt x="18205" y="17469"/>
                      <a:pt x="18634" y="16826"/>
                      <a:pt x="19134" y="16184"/>
                    </a:cubicBezTo>
                    <a:cubicBezTo>
                      <a:pt x="19562" y="15827"/>
                      <a:pt x="19848" y="15398"/>
                      <a:pt x="20205" y="15041"/>
                    </a:cubicBezTo>
                    <a:cubicBezTo>
                      <a:pt x="20419" y="14684"/>
                      <a:pt x="20562" y="14185"/>
                      <a:pt x="20919" y="13970"/>
                    </a:cubicBezTo>
                    <a:cubicBezTo>
                      <a:pt x="21418" y="13828"/>
                      <a:pt x="21918" y="13899"/>
                      <a:pt x="22347" y="13685"/>
                    </a:cubicBezTo>
                    <a:cubicBezTo>
                      <a:pt x="22406" y="13655"/>
                      <a:pt x="22477" y="13638"/>
                      <a:pt x="22546" y="13638"/>
                    </a:cubicBezTo>
                    <a:cubicBezTo>
                      <a:pt x="22642" y="13638"/>
                      <a:pt x="22733" y="13673"/>
                      <a:pt x="22775" y="13756"/>
                    </a:cubicBezTo>
                    <a:cubicBezTo>
                      <a:pt x="22918" y="14042"/>
                      <a:pt x="23061" y="14327"/>
                      <a:pt x="23275" y="14470"/>
                    </a:cubicBezTo>
                    <a:cubicBezTo>
                      <a:pt x="23426" y="14622"/>
                      <a:pt x="23613" y="14773"/>
                      <a:pt x="23811" y="14773"/>
                    </a:cubicBezTo>
                    <a:cubicBezTo>
                      <a:pt x="23893" y="14773"/>
                      <a:pt x="23977" y="14747"/>
                      <a:pt x="24060" y="14684"/>
                    </a:cubicBezTo>
                    <a:cubicBezTo>
                      <a:pt x="24346" y="14542"/>
                      <a:pt x="24346" y="14185"/>
                      <a:pt x="24417" y="13899"/>
                    </a:cubicBezTo>
                    <a:cubicBezTo>
                      <a:pt x="25131" y="12685"/>
                      <a:pt x="24132" y="11900"/>
                      <a:pt x="22918" y="11828"/>
                    </a:cubicBezTo>
                    <a:cubicBezTo>
                      <a:pt x="22823" y="11828"/>
                      <a:pt x="22696" y="11797"/>
                      <a:pt x="22579" y="11797"/>
                    </a:cubicBezTo>
                    <a:cubicBezTo>
                      <a:pt x="22521" y="11797"/>
                      <a:pt x="22466" y="11805"/>
                      <a:pt x="22418" y="11828"/>
                    </a:cubicBezTo>
                    <a:cubicBezTo>
                      <a:pt x="22204" y="11828"/>
                      <a:pt x="22061" y="11971"/>
                      <a:pt x="21918" y="12043"/>
                    </a:cubicBezTo>
                    <a:cubicBezTo>
                      <a:pt x="21418" y="12114"/>
                      <a:pt x="20704" y="12043"/>
                      <a:pt x="20347" y="12400"/>
                    </a:cubicBezTo>
                    <a:cubicBezTo>
                      <a:pt x="20347" y="12471"/>
                      <a:pt x="20490" y="12542"/>
                      <a:pt x="20562" y="12542"/>
                    </a:cubicBezTo>
                    <a:cubicBezTo>
                      <a:pt x="20776" y="12614"/>
                      <a:pt x="21061" y="12614"/>
                      <a:pt x="21276" y="12685"/>
                    </a:cubicBezTo>
                    <a:cubicBezTo>
                      <a:pt x="21561" y="12828"/>
                      <a:pt x="21490" y="12971"/>
                      <a:pt x="21204" y="13042"/>
                    </a:cubicBezTo>
                    <a:cubicBezTo>
                      <a:pt x="20883" y="13042"/>
                      <a:pt x="20562" y="13163"/>
                      <a:pt x="20270" y="13163"/>
                    </a:cubicBezTo>
                    <a:cubicBezTo>
                      <a:pt x="20173" y="13163"/>
                      <a:pt x="20080" y="13149"/>
                      <a:pt x="19990" y="13114"/>
                    </a:cubicBezTo>
                    <a:cubicBezTo>
                      <a:pt x="19848" y="13114"/>
                      <a:pt x="19705" y="13042"/>
                      <a:pt x="19562" y="13042"/>
                    </a:cubicBezTo>
                    <a:cubicBezTo>
                      <a:pt x="19072" y="13042"/>
                      <a:pt x="18536" y="12996"/>
                      <a:pt x="18006" y="12996"/>
                    </a:cubicBezTo>
                    <a:cubicBezTo>
                      <a:pt x="17609" y="12996"/>
                      <a:pt x="17216" y="13022"/>
                      <a:pt x="16849" y="13114"/>
                    </a:cubicBezTo>
                    <a:cubicBezTo>
                      <a:pt x="16563" y="13328"/>
                      <a:pt x="16634" y="13828"/>
                      <a:pt x="16277" y="13970"/>
                    </a:cubicBezTo>
                    <a:cubicBezTo>
                      <a:pt x="16206" y="14006"/>
                      <a:pt x="16099" y="14006"/>
                      <a:pt x="15983" y="14006"/>
                    </a:cubicBezTo>
                    <a:cubicBezTo>
                      <a:pt x="15867" y="14006"/>
                      <a:pt x="15742" y="14006"/>
                      <a:pt x="15635" y="14042"/>
                    </a:cubicBezTo>
                    <a:cubicBezTo>
                      <a:pt x="15492" y="14113"/>
                      <a:pt x="15349" y="14185"/>
                      <a:pt x="15206" y="14185"/>
                    </a:cubicBezTo>
                    <a:cubicBezTo>
                      <a:pt x="14849" y="14185"/>
                      <a:pt x="14421" y="14113"/>
                      <a:pt x="13993" y="14042"/>
                    </a:cubicBezTo>
                    <a:cubicBezTo>
                      <a:pt x="13478" y="13985"/>
                      <a:pt x="13605" y="13331"/>
                      <a:pt x="13271" y="13331"/>
                    </a:cubicBezTo>
                    <a:cubicBezTo>
                      <a:pt x="13188" y="13331"/>
                      <a:pt x="13078" y="13371"/>
                      <a:pt x="12922" y="13471"/>
                    </a:cubicBezTo>
                    <a:cubicBezTo>
                      <a:pt x="12422" y="13685"/>
                      <a:pt x="12136" y="14042"/>
                      <a:pt x="11851" y="14470"/>
                    </a:cubicBezTo>
                    <a:cubicBezTo>
                      <a:pt x="11422" y="14970"/>
                      <a:pt x="10994" y="15398"/>
                      <a:pt x="10637" y="15827"/>
                    </a:cubicBezTo>
                    <a:cubicBezTo>
                      <a:pt x="10505" y="16289"/>
                      <a:pt x="10373" y="17057"/>
                      <a:pt x="9789" y="17057"/>
                    </a:cubicBezTo>
                    <a:cubicBezTo>
                      <a:pt x="9741" y="17057"/>
                      <a:pt x="9691" y="17051"/>
                      <a:pt x="9637" y="17041"/>
                    </a:cubicBezTo>
                    <a:cubicBezTo>
                      <a:pt x="9486" y="16990"/>
                      <a:pt x="9298" y="16940"/>
                      <a:pt x="9126" y="16940"/>
                    </a:cubicBezTo>
                    <a:cubicBezTo>
                      <a:pt x="9055" y="16940"/>
                      <a:pt x="8986" y="16948"/>
                      <a:pt x="8923" y="16969"/>
                    </a:cubicBezTo>
                    <a:cubicBezTo>
                      <a:pt x="8637" y="16969"/>
                      <a:pt x="8423" y="16826"/>
                      <a:pt x="8209" y="16684"/>
                    </a:cubicBezTo>
                    <a:cubicBezTo>
                      <a:pt x="7954" y="16684"/>
                      <a:pt x="7699" y="16866"/>
                      <a:pt x="7496" y="16866"/>
                    </a:cubicBezTo>
                    <a:cubicBezTo>
                      <a:pt x="7415" y="16866"/>
                      <a:pt x="7342" y="16837"/>
                      <a:pt x="7281" y="16755"/>
                    </a:cubicBezTo>
                    <a:cubicBezTo>
                      <a:pt x="7138" y="16612"/>
                      <a:pt x="7138" y="16469"/>
                      <a:pt x="6995" y="16255"/>
                    </a:cubicBezTo>
                    <a:cubicBezTo>
                      <a:pt x="6852" y="16041"/>
                      <a:pt x="6710" y="15898"/>
                      <a:pt x="6781" y="15613"/>
                    </a:cubicBezTo>
                    <a:cubicBezTo>
                      <a:pt x="6924" y="14899"/>
                      <a:pt x="6210" y="14399"/>
                      <a:pt x="5710" y="14042"/>
                    </a:cubicBezTo>
                    <a:cubicBezTo>
                      <a:pt x="5651" y="14002"/>
                      <a:pt x="5586" y="13990"/>
                      <a:pt x="5518" y="13990"/>
                    </a:cubicBezTo>
                    <a:cubicBezTo>
                      <a:pt x="5407" y="13990"/>
                      <a:pt x="5285" y="14022"/>
                      <a:pt x="5160" y="14022"/>
                    </a:cubicBezTo>
                    <a:cubicBezTo>
                      <a:pt x="5082" y="14022"/>
                      <a:pt x="5004" y="14010"/>
                      <a:pt x="4925" y="13970"/>
                    </a:cubicBezTo>
                    <a:cubicBezTo>
                      <a:pt x="4496" y="13685"/>
                      <a:pt x="4211" y="13042"/>
                      <a:pt x="3854" y="12614"/>
                    </a:cubicBezTo>
                    <a:cubicBezTo>
                      <a:pt x="3568" y="12185"/>
                      <a:pt x="3568" y="11471"/>
                      <a:pt x="3425" y="10972"/>
                    </a:cubicBezTo>
                    <a:cubicBezTo>
                      <a:pt x="3211" y="10400"/>
                      <a:pt x="3068" y="9758"/>
                      <a:pt x="3282" y="9115"/>
                    </a:cubicBezTo>
                    <a:cubicBezTo>
                      <a:pt x="3282" y="8758"/>
                      <a:pt x="3568" y="8544"/>
                      <a:pt x="3711" y="8187"/>
                    </a:cubicBezTo>
                    <a:cubicBezTo>
                      <a:pt x="3854" y="7616"/>
                      <a:pt x="3925" y="7116"/>
                      <a:pt x="4353" y="6687"/>
                    </a:cubicBezTo>
                    <a:cubicBezTo>
                      <a:pt x="4988" y="5736"/>
                      <a:pt x="5678" y="5010"/>
                      <a:pt x="6826" y="5010"/>
                    </a:cubicBezTo>
                    <a:cubicBezTo>
                      <a:pt x="6970" y="5010"/>
                      <a:pt x="7121" y="5021"/>
                      <a:pt x="7281" y="5045"/>
                    </a:cubicBezTo>
                    <a:cubicBezTo>
                      <a:pt x="7495" y="5045"/>
                      <a:pt x="7781" y="5259"/>
                      <a:pt x="7995" y="5259"/>
                    </a:cubicBezTo>
                    <a:cubicBezTo>
                      <a:pt x="8209" y="5331"/>
                      <a:pt x="8423" y="5545"/>
                      <a:pt x="8709" y="5616"/>
                    </a:cubicBezTo>
                    <a:cubicBezTo>
                      <a:pt x="8774" y="5633"/>
                      <a:pt x="8842" y="5638"/>
                      <a:pt x="8913" y="5638"/>
                    </a:cubicBezTo>
                    <a:cubicBezTo>
                      <a:pt x="9040" y="5638"/>
                      <a:pt x="9176" y="5621"/>
                      <a:pt x="9316" y="5621"/>
                    </a:cubicBezTo>
                    <a:cubicBezTo>
                      <a:pt x="9445" y="5621"/>
                      <a:pt x="9577" y="5635"/>
                      <a:pt x="9708" y="5688"/>
                    </a:cubicBezTo>
                    <a:cubicBezTo>
                      <a:pt x="9767" y="5711"/>
                      <a:pt x="9826" y="5721"/>
                      <a:pt x="9884" y="5721"/>
                    </a:cubicBezTo>
                    <a:cubicBezTo>
                      <a:pt x="10183" y="5721"/>
                      <a:pt x="10481" y="5462"/>
                      <a:pt x="10780" y="5402"/>
                    </a:cubicBezTo>
                    <a:cubicBezTo>
                      <a:pt x="10887" y="5367"/>
                      <a:pt x="10994" y="5367"/>
                      <a:pt x="11101" y="5367"/>
                    </a:cubicBezTo>
                    <a:cubicBezTo>
                      <a:pt x="11208" y="5367"/>
                      <a:pt x="11315" y="5367"/>
                      <a:pt x="11422" y="5331"/>
                    </a:cubicBezTo>
                    <a:cubicBezTo>
                      <a:pt x="11565" y="5331"/>
                      <a:pt x="11565" y="4974"/>
                      <a:pt x="11494" y="4831"/>
                    </a:cubicBezTo>
                    <a:cubicBezTo>
                      <a:pt x="11351" y="4688"/>
                      <a:pt x="11065" y="4688"/>
                      <a:pt x="10922" y="4545"/>
                    </a:cubicBezTo>
                    <a:cubicBezTo>
                      <a:pt x="10708" y="4403"/>
                      <a:pt x="10494" y="4188"/>
                      <a:pt x="10637" y="3974"/>
                    </a:cubicBezTo>
                    <a:cubicBezTo>
                      <a:pt x="10994" y="3689"/>
                      <a:pt x="11208" y="3117"/>
                      <a:pt x="11708" y="3046"/>
                    </a:cubicBezTo>
                    <a:cubicBezTo>
                      <a:pt x="11813" y="2993"/>
                      <a:pt x="11928" y="2979"/>
                      <a:pt x="12046" y="2979"/>
                    </a:cubicBezTo>
                    <a:cubicBezTo>
                      <a:pt x="12175" y="2979"/>
                      <a:pt x="12307" y="2996"/>
                      <a:pt x="12433" y="2996"/>
                    </a:cubicBezTo>
                    <a:cubicBezTo>
                      <a:pt x="12503" y="2996"/>
                      <a:pt x="12571" y="2991"/>
                      <a:pt x="12636" y="2975"/>
                    </a:cubicBezTo>
                    <a:cubicBezTo>
                      <a:pt x="13350" y="2832"/>
                      <a:pt x="13993" y="2475"/>
                      <a:pt x="14778" y="2261"/>
                    </a:cubicBezTo>
                    <a:cubicBezTo>
                      <a:pt x="15118" y="2309"/>
                      <a:pt x="15424" y="2456"/>
                      <a:pt x="15742" y="2456"/>
                    </a:cubicBezTo>
                    <a:cubicBezTo>
                      <a:pt x="15893" y="2456"/>
                      <a:pt x="16046" y="2424"/>
                      <a:pt x="16206" y="2332"/>
                    </a:cubicBezTo>
                    <a:cubicBezTo>
                      <a:pt x="16420" y="2189"/>
                      <a:pt x="16991" y="1975"/>
                      <a:pt x="16492" y="1832"/>
                    </a:cubicBezTo>
                    <a:cubicBezTo>
                      <a:pt x="16349" y="1761"/>
                      <a:pt x="16206" y="1761"/>
                      <a:pt x="16063" y="1761"/>
                    </a:cubicBezTo>
                    <a:cubicBezTo>
                      <a:pt x="15915" y="1810"/>
                      <a:pt x="15768" y="1893"/>
                      <a:pt x="15643" y="1893"/>
                    </a:cubicBezTo>
                    <a:cubicBezTo>
                      <a:pt x="15587" y="1893"/>
                      <a:pt x="15536" y="1876"/>
                      <a:pt x="15492" y="1832"/>
                    </a:cubicBezTo>
                    <a:cubicBezTo>
                      <a:pt x="15349" y="1689"/>
                      <a:pt x="15278" y="1547"/>
                      <a:pt x="15135" y="1547"/>
                    </a:cubicBezTo>
                    <a:cubicBezTo>
                      <a:pt x="15089" y="1543"/>
                      <a:pt x="15041" y="1541"/>
                      <a:pt x="14993" y="1541"/>
                    </a:cubicBezTo>
                    <a:cubicBezTo>
                      <a:pt x="14522" y="1541"/>
                      <a:pt x="13938" y="1691"/>
                      <a:pt x="13414" y="1691"/>
                    </a:cubicBezTo>
                    <a:cubicBezTo>
                      <a:pt x="12900" y="1691"/>
                      <a:pt x="12443" y="1547"/>
                      <a:pt x="12208" y="975"/>
                    </a:cubicBezTo>
                    <a:cubicBezTo>
                      <a:pt x="12136" y="833"/>
                      <a:pt x="12208" y="690"/>
                      <a:pt x="12279" y="547"/>
                    </a:cubicBezTo>
                    <a:cubicBezTo>
                      <a:pt x="12279" y="476"/>
                      <a:pt x="12279" y="404"/>
                      <a:pt x="12208" y="404"/>
                    </a:cubicBezTo>
                    <a:cubicBezTo>
                      <a:pt x="12167" y="394"/>
                      <a:pt x="12124" y="390"/>
                      <a:pt x="12081" y="390"/>
                    </a:cubicBezTo>
                    <a:cubicBezTo>
                      <a:pt x="11821" y="390"/>
                      <a:pt x="11524" y="547"/>
                      <a:pt x="11279" y="547"/>
                    </a:cubicBezTo>
                    <a:cubicBezTo>
                      <a:pt x="11217" y="565"/>
                      <a:pt x="11159" y="572"/>
                      <a:pt x="11103" y="572"/>
                    </a:cubicBezTo>
                    <a:cubicBezTo>
                      <a:pt x="10705" y="572"/>
                      <a:pt x="10432" y="181"/>
                      <a:pt x="9994" y="119"/>
                    </a:cubicBezTo>
                    <a:cubicBezTo>
                      <a:pt x="9810" y="27"/>
                      <a:pt x="9627" y="1"/>
                      <a:pt x="9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9"/>
              <p:cNvSpPr/>
              <p:nvPr/>
            </p:nvSpPr>
            <p:spPr>
              <a:xfrm>
                <a:off x="4040325" y="2256550"/>
                <a:ext cx="706825" cy="710050"/>
              </a:xfrm>
              <a:custGeom>
                <a:rect b="b" l="l" r="r" t="t"/>
                <a:pathLst>
                  <a:path extrusionOk="0" fill="none" h="28402" w="28273">
                    <a:moveTo>
                      <a:pt x="20919" y="13970"/>
                    </a:moveTo>
                    <a:cubicBezTo>
                      <a:pt x="21418" y="13828"/>
                      <a:pt x="21918" y="13899"/>
                      <a:pt x="22347" y="13685"/>
                    </a:cubicBezTo>
                    <a:cubicBezTo>
                      <a:pt x="22489" y="13613"/>
                      <a:pt x="22704" y="13613"/>
                      <a:pt x="22775" y="13756"/>
                    </a:cubicBezTo>
                    <a:cubicBezTo>
                      <a:pt x="22918" y="14042"/>
                      <a:pt x="23061" y="14327"/>
                      <a:pt x="23275" y="14470"/>
                    </a:cubicBezTo>
                    <a:cubicBezTo>
                      <a:pt x="23489" y="14684"/>
                      <a:pt x="23775" y="14899"/>
                      <a:pt x="24060" y="14684"/>
                    </a:cubicBezTo>
                    <a:cubicBezTo>
                      <a:pt x="24346" y="14542"/>
                      <a:pt x="24346" y="14185"/>
                      <a:pt x="24417" y="13899"/>
                    </a:cubicBezTo>
                    <a:cubicBezTo>
                      <a:pt x="25131" y="12685"/>
                      <a:pt x="24132" y="11900"/>
                      <a:pt x="22918" y="11828"/>
                    </a:cubicBezTo>
                    <a:cubicBezTo>
                      <a:pt x="22775" y="11828"/>
                      <a:pt x="22561" y="11757"/>
                      <a:pt x="22418" y="11828"/>
                    </a:cubicBezTo>
                    <a:cubicBezTo>
                      <a:pt x="22204" y="11828"/>
                      <a:pt x="22061" y="11971"/>
                      <a:pt x="21918" y="12043"/>
                    </a:cubicBezTo>
                    <a:cubicBezTo>
                      <a:pt x="21418" y="12114"/>
                      <a:pt x="20704" y="12043"/>
                      <a:pt x="20347" y="12400"/>
                    </a:cubicBezTo>
                    <a:cubicBezTo>
                      <a:pt x="20347" y="12471"/>
                      <a:pt x="20490" y="12542"/>
                      <a:pt x="20562" y="12542"/>
                    </a:cubicBezTo>
                    <a:cubicBezTo>
                      <a:pt x="20776" y="12614"/>
                      <a:pt x="21061" y="12614"/>
                      <a:pt x="21276" y="12685"/>
                    </a:cubicBezTo>
                    <a:cubicBezTo>
                      <a:pt x="21561" y="12828"/>
                      <a:pt x="21490" y="12971"/>
                      <a:pt x="21204" y="13042"/>
                    </a:cubicBezTo>
                    <a:cubicBezTo>
                      <a:pt x="20776" y="13042"/>
                      <a:pt x="20347" y="13256"/>
                      <a:pt x="19990" y="13114"/>
                    </a:cubicBezTo>
                    <a:cubicBezTo>
                      <a:pt x="19848" y="13114"/>
                      <a:pt x="19705" y="13042"/>
                      <a:pt x="19562" y="13042"/>
                    </a:cubicBezTo>
                    <a:cubicBezTo>
                      <a:pt x="18705" y="13042"/>
                      <a:pt x="17705" y="12899"/>
                      <a:pt x="16849" y="13114"/>
                    </a:cubicBezTo>
                    <a:cubicBezTo>
                      <a:pt x="16563" y="13328"/>
                      <a:pt x="16634" y="13828"/>
                      <a:pt x="16277" y="13970"/>
                    </a:cubicBezTo>
                    <a:cubicBezTo>
                      <a:pt x="16135" y="14042"/>
                      <a:pt x="15849" y="13970"/>
                      <a:pt x="15635" y="14042"/>
                    </a:cubicBezTo>
                    <a:cubicBezTo>
                      <a:pt x="15492" y="14113"/>
                      <a:pt x="15349" y="14185"/>
                      <a:pt x="15206" y="14185"/>
                    </a:cubicBezTo>
                    <a:cubicBezTo>
                      <a:pt x="14849" y="14185"/>
                      <a:pt x="14421" y="14113"/>
                      <a:pt x="13993" y="14042"/>
                    </a:cubicBezTo>
                    <a:cubicBezTo>
                      <a:pt x="13350" y="13970"/>
                      <a:pt x="13707" y="12971"/>
                      <a:pt x="12922" y="13471"/>
                    </a:cubicBezTo>
                    <a:cubicBezTo>
                      <a:pt x="12422" y="13685"/>
                      <a:pt x="12136" y="14042"/>
                      <a:pt x="11851" y="14470"/>
                    </a:cubicBezTo>
                    <a:cubicBezTo>
                      <a:pt x="11422" y="14970"/>
                      <a:pt x="10994" y="15398"/>
                      <a:pt x="10637" y="15827"/>
                    </a:cubicBezTo>
                    <a:cubicBezTo>
                      <a:pt x="10494" y="16327"/>
                      <a:pt x="10351" y="17183"/>
                      <a:pt x="9637" y="17041"/>
                    </a:cubicBezTo>
                    <a:cubicBezTo>
                      <a:pt x="9423" y="16969"/>
                      <a:pt x="9137" y="16898"/>
                      <a:pt x="8923" y="16969"/>
                    </a:cubicBezTo>
                    <a:cubicBezTo>
                      <a:pt x="8637" y="16969"/>
                      <a:pt x="8423" y="16826"/>
                      <a:pt x="8209" y="16684"/>
                    </a:cubicBezTo>
                    <a:cubicBezTo>
                      <a:pt x="7852" y="16684"/>
                      <a:pt x="7495" y="17041"/>
                      <a:pt x="7281" y="16755"/>
                    </a:cubicBezTo>
                    <a:cubicBezTo>
                      <a:pt x="7138" y="16612"/>
                      <a:pt x="7138" y="16469"/>
                      <a:pt x="6995" y="16255"/>
                    </a:cubicBezTo>
                    <a:cubicBezTo>
                      <a:pt x="6852" y="16041"/>
                      <a:pt x="6710" y="15898"/>
                      <a:pt x="6781" y="15613"/>
                    </a:cubicBezTo>
                    <a:cubicBezTo>
                      <a:pt x="6924" y="14899"/>
                      <a:pt x="6210" y="14399"/>
                      <a:pt x="5710" y="14042"/>
                    </a:cubicBezTo>
                    <a:cubicBezTo>
                      <a:pt x="5496" y="13899"/>
                      <a:pt x="5210" y="14113"/>
                      <a:pt x="4925" y="13970"/>
                    </a:cubicBezTo>
                    <a:cubicBezTo>
                      <a:pt x="4496" y="13685"/>
                      <a:pt x="4211" y="13042"/>
                      <a:pt x="3854" y="12614"/>
                    </a:cubicBezTo>
                    <a:cubicBezTo>
                      <a:pt x="3568" y="12185"/>
                      <a:pt x="3568" y="11471"/>
                      <a:pt x="3425" y="10972"/>
                    </a:cubicBezTo>
                    <a:cubicBezTo>
                      <a:pt x="3211" y="10400"/>
                      <a:pt x="3068" y="9758"/>
                      <a:pt x="3282" y="9115"/>
                    </a:cubicBezTo>
                    <a:cubicBezTo>
                      <a:pt x="3282" y="8758"/>
                      <a:pt x="3568" y="8544"/>
                      <a:pt x="3711" y="8187"/>
                    </a:cubicBezTo>
                    <a:cubicBezTo>
                      <a:pt x="3854" y="7616"/>
                      <a:pt x="3925" y="7116"/>
                      <a:pt x="4353" y="6687"/>
                    </a:cubicBezTo>
                    <a:cubicBezTo>
                      <a:pt x="5067" y="5616"/>
                      <a:pt x="5853" y="4831"/>
                      <a:pt x="7281" y="5045"/>
                    </a:cubicBezTo>
                    <a:cubicBezTo>
                      <a:pt x="7495" y="5045"/>
                      <a:pt x="7781" y="5259"/>
                      <a:pt x="7995" y="5259"/>
                    </a:cubicBezTo>
                    <a:cubicBezTo>
                      <a:pt x="8209" y="5331"/>
                      <a:pt x="8423" y="5545"/>
                      <a:pt x="8709" y="5616"/>
                    </a:cubicBezTo>
                    <a:cubicBezTo>
                      <a:pt x="8994" y="5688"/>
                      <a:pt x="9351" y="5545"/>
                      <a:pt x="9708" y="5688"/>
                    </a:cubicBezTo>
                    <a:cubicBezTo>
                      <a:pt x="10065" y="5831"/>
                      <a:pt x="10423" y="5474"/>
                      <a:pt x="10780" y="5402"/>
                    </a:cubicBezTo>
                    <a:cubicBezTo>
                      <a:pt x="10994" y="5331"/>
                      <a:pt x="11208" y="5402"/>
                      <a:pt x="11422" y="5331"/>
                    </a:cubicBezTo>
                    <a:cubicBezTo>
                      <a:pt x="11565" y="5331"/>
                      <a:pt x="11565" y="4974"/>
                      <a:pt x="11494" y="4831"/>
                    </a:cubicBezTo>
                    <a:cubicBezTo>
                      <a:pt x="11351" y="4688"/>
                      <a:pt x="11065" y="4688"/>
                      <a:pt x="10922" y="4545"/>
                    </a:cubicBezTo>
                    <a:cubicBezTo>
                      <a:pt x="10708" y="4403"/>
                      <a:pt x="10494" y="4188"/>
                      <a:pt x="10637" y="3974"/>
                    </a:cubicBezTo>
                    <a:cubicBezTo>
                      <a:pt x="10994" y="3689"/>
                      <a:pt x="11208" y="3117"/>
                      <a:pt x="11708" y="3046"/>
                    </a:cubicBezTo>
                    <a:cubicBezTo>
                      <a:pt x="11993" y="2903"/>
                      <a:pt x="12350" y="3046"/>
                      <a:pt x="12636" y="2975"/>
                    </a:cubicBezTo>
                    <a:cubicBezTo>
                      <a:pt x="13350" y="2832"/>
                      <a:pt x="13993" y="2475"/>
                      <a:pt x="14778" y="2261"/>
                    </a:cubicBezTo>
                    <a:cubicBezTo>
                      <a:pt x="15278" y="2332"/>
                      <a:pt x="15706" y="2618"/>
                      <a:pt x="16206" y="2332"/>
                    </a:cubicBezTo>
                    <a:cubicBezTo>
                      <a:pt x="16420" y="2189"/>
                      <a:pt x="16991" y="1975"/>
                      <a:pt x="16492" y="1832"/>
                    </a:cubicBezTo>
                    <a:cubicBezTo>
                      <a:pt x="16349" y="1761"/>
                      <a:pt x="16206" y="1761"/>
                      <a:pt x="16063" y="1761"/>
                    </a:cubicBezTo>
                    <a:cubicBezTo>
                      <a:pt x="15849" y="1832"/>
                      <a:pt x="15635" y="1975"/>
                      <a:pt x="15492" y="1832"/>
                    </a:cubicBezTo>
                    <a:cubicBezTo>
                      <a:pt x="15349" y="1689"/>
                      <a:pt x="15278" y="1547"/>
                      <a:pt x="15135" y="1547"/>
                    </a:cubicBezTo>
                    <a:cubicBezTo>
                      <a:pt x="14207" y="1475"/>
                      <a:pt x="12707" y="2189"/>
                      <a:pt x="12208" y="975"/>
                    </a:cubicBezTo>
                    <a:cubicBezTo>
                      <a:pt x="12136" y="833"/>
                      <a:pt x="12208" y="690"/>
                      <a:pt x="12279" y="547"/>
                    </a:cubicBezTo>
                    <a:cubicBezTo>
                      <a:pt x="12279" y="476"/>
                      <a:pt x="12279" y="404"/>
                      <a:pt x="12208" y="404"/>
                    </a:cubicBezTo>
                    <a:cubicBezTo>
                      <a:pt x="11922" y="333"/>
                      <a:pt x="11565" y="547"/>
                      <a:pt x="11279" y="547"/>
                    </a:cubicBezTo>
                    <a:cubicBezTo>
                      <a:pt x="10780" y="690"/>
                      <a:pt x="10494" y="190"/>
                      <a:pt x="9994" y="119"/>
                    </a:cubicBezTo>
                    <a:cubicBezTo>
                      <a:pt x="9566" y="-96"/>
                      <a:pt x="9137" y="47"/>
                      <a:pt x="8709" y="47"/>
                    </a:cubicBezTo>
                    <a:cubicBezTo>
                      <a:pt x="8280" y="47"/>
                      <a:pt x="8352" y="476"/>
                      <a:pt x="8280" y="761"/>
                    </a:cubicBezTo>
                    <a:cubicBezTo>
                      <a:pt x="8209" y="1118"/>
                      <a:pt x="8209" y="1618"/>
                      <a:pt x="8066" y="1832"/>
                    </a:cubicBezTo>
                    <a:cubicBezTo>
                      <a:pt x="7923" y="2046"/>
                      <a:pt x="7709" y="2118"/>
                      <a:pt x="7495" y="2189"/>
                    </a:cubicBezTo>
                    <a:cubicBezTo>
                      <a:pt x="7281" y="2332"/>
                      <a:pt x="7138" y="2546"/>
                      <a:pt x="7067" y="2689"/>
                    </a:cubicBezTo>
                    <a:cubicBezTo>
                      <a:pt x="6995" y="2903"/>
                      <a:pt x="6995" y="3189"/>
                      <a:pt x="6710" y="3332"/>
                    </a:cubicBezTo>
                    <a:cubicBezTo>
                      <a:pt x="6353" y="3403"/>
                      <a:pt x="5781" y="3332"/>
                      <a:pt x="5496" y="2975"/>
                    </a:cubicBezTo>
                    <a:cubicBezTo>
                      <a:pt x="5282" y="2832"/>
                      <a:pt x="5353" y="2546"/>
                      <a:pt x="5210" y="2332"/>
                    </a:cubicBezTo>
                    <a:cubicBezTo>
                      <a:pt x="4996" y="2046"/>
                      <a:pt x="4710" y="2403"/>
                      <a:pt x="4710" y="2689"/>
                    </a:cubicBezTo>
                    <a:cubicBezTo>
                      <a:pt x="4639" y="4046"/>
                      <a:pt x="3068" y="3046"/>
                      <a:pt x="3425" y="4688"/>
                    </a:cubicBezTo>
                    <a:cubicBezTo>
                      <a:pt x="3425" y="5188"/>
                      <a:pt x="2997" y="5117"/>
                      <a:pt x="2711" y="5331"/>
                    </a:cubicBezTo>
                    <a:cubicBezTo>
                      <a:pt x="2497" y="5616"/>
                      <a:pt x="2354" y="5973"/>
                      <a:pt x="2283" y="6330"/>
                    </a:cubicBezTo>
                    <a:cubicBezTo>
                      <a:pt x="2283" y="6545"/>
                      <a:pt x="2140" y="6616"/>
                      <a:pt x="2068" y="6759"/>
                    </a:cubicBezTo>
                    <a:cubicBezTo>
                      <a:pt x="1640" y="7116"/>
                      <a:pt x="2426" y="7473"/>
                      <a:pt x="2426" y="7901"/>
                    </a:cubicBezTo>
                    <a:cubicBezTo>
                      <a:pt x="2426" y="7973"/>
                      <a:pt x="2354" y="8116"/>
                      <a:pt x="2354" y="8258"/>
                    </a:cubicBezTo>
                    <a:cubicBezTo>
                      <a:pt x="2211" y="8972"/>
                      <a:pt x="1854" y="8830"/>
                      <a:pt x="1426" y="8401"/>
                    </a:cubicBezTo>
                    <a:cubicBezTo>
                      <a:pt x="1283" y="8187"/>
                      <a:pt x="926" y="8187"/>
                      <a:pt x="926" y="8544"/>
                    </a:cubicBezTo>
                    <a:cubicBezTo>
                      <a:pt x="1069" y="8972"/>
                      <a:pt x="1426" y="8972"/>
                      <a:pt x="1783" y="9044"/>
                    </a:cubicBezTo>
                    <a:cubicBezTo>
                      <a:pt x="1926" y="9115"/>
                      <a:pt x="1926" y="9258"/>
                      <a:pt x="1926" y="9401"/>
                    </a:cubicBezTo>
                    <a:cubicBezTo>
                      <a:pt x="1640" y="10400"/>
                      <a:pt x="1569" y="11400"/>
                      <a:pt x="1997" y="12328"/>
                    </a:cubicBezTo>
                    <a:cubicBezTo>
                      <a:pt x="2140" y="12542"/>
                      <a:pt x="2211" y="12757"/>
                      <a:pt x="2283" y="12971"/>
                    </a:cubicBezTo>
                    <a:cubicBezTo>
                      <a:pt x="2354" y="13256"/>
                      <a:pt x="2283" y="13899"/>
                      <a:pt x="1926" y="13328"/>
                    </a:cubicBezTo>
                    <a:cubicBezTo>
                      <a:pt x="1783" y="13114"/>
                      <a:pt x="1783" y="12899"/>
                      <a:pt x="1640" y="12685"/>
                    </a:cubicBezTo>
                    <a:cubicBezTo>
                      <a:pt x="1426" y="12043"/>
                      <a:pt x="1140" y="12614"/>
                      <a:pt x="997" y="12971"/>
                    </a:cubicBezTo>
                    <a:cubicBezTo>
                      <a:pt x="855" y="13185"/>
                      <a:pt x="640" y="13256"/>
                      <a:pt x="569" y="13471"/>
                    </a:cubicBezTo>
                    <a:cubicBezTo>
                      <a:pt x="426" y="13970"/>
                      <a:pt x="426" y="14470"/>
                      <a:pt x="569" y="14970"/>
                    </a:cubicBezTo>
                    <a:cubicBezTo>
                      <a:pt x="569" y="15113"/>
                      <a:pt x="640" y="15256"/>
                      <a:pt x="640" y="15470"/>
                    </a:cubicBezTo>
                    <a:cubicBezTo>
                      <a:pt x="569" y="15684"/>
                      <a:pt x="212" y="15827"/>
                      <a:pt x="69" y="16112"/>
                    </a:cubicBezTo>
                    <a:cubicBezTo>
                      <a:pt x="-288" y="16755"/>
                      <a:pt x="855" y="16755"/>
                      <a:pt x="1140" y="17183"/>
                    </a:cubicBezTo>
                    <a:cubicBezTo>
                      <a:pt x="1354" y="17469"/>
                      <a:pt x="1283" y="17897"/>
                      <a:pt x="1426" y="18254"/>
                    </a:cubicBezTo>
                    <a:cubicBezTo>
                      <a:pt x="1640" y="18683"/>
                      <a:pt x="2211" y="19040"/>
                      <a:pt x="2140" y="19540"/>
                    </a:cubicBezTo>
                    <a:cubicBezTo>
                      <a:pt x="2068" y="19897"/>
                      <a:pt x="1997" y="20539"/>
                      <a:pt x="2568" y="20325"/>
                    </a:cubicBezTo>
                    <a:cubicBezTo>
                      <a:pt x="2997" y="20111"/>
                      <a:pt x="3425" y="19825"/>
                      <a:pt x="3925" y="19825"/>
                    </a:cubicBezTo>
                    <a:cubicBezTo>
                      <a:pt x="4425" y="19825"/>
                      <a:pt x="5067" y="20254"/>
                      <a:pt x="5424" y="19968"/>
                    </a:cubicBezTo>
                    <a:cubicBezTo>
                      <a:pt x="5496" y="19825"/>
                      <a:pt x="5639" y="19754"/>
                      <a:pt x="5853" y="19825"/>
                    </a:cubicBezTo>
                    <a:cubicBezTo>
                      <a:pt x="6281" y="20182"/>
                      <a:pt x="6567" y="20896"/>
                      <a:pt x="6924" y="21253"/>
                    </a:cubicBezTo>
                    <a:cubicBezTo>
                      <a:pt x="7352" y="21610"/>
                      <a:pt x="7781" y="22039"/>
                      <a:pt x="8280" y="22182"/>
                    </a:cubicBezTo>
                    <a:cubicBezTo>
                      <a:pt x="9351" y="22467"/>
                      <a:pt x="10780" y="22681"/>
                      <a:pt x="11851" y="22967"/>
                    </a:cubicBezTo>
                    <a:cubicBezTo>
                      <a:pt x="12279" y="23110"/>
                      <a:pt x="12636" y="23538"/>
                      <a:pt x="12993" y="23824"/>
                    </a:cubicBezTo>
                    <a:cubicBezTo>
                      <a:pt x="13279" y="24181"/>
                      <a:pt x="13636" y="24252"/>
                      <a:pt x="13993" y="24538"/>
                    </a:cubicBezTo>
                    <a:cubicBezTo>
                      <a:pt x="14778" y="25109"/>
                      <a:pt x="14135" y="25894"/>
                      <a:pt x="13564" y="26323"/>
                    </a:cubicBezTo>
                    <a:cubicBezTo>
                      <a:pt x="13493" y="26466"/>
                      <a:pt x="13279" y="26537"/>
                      <a:pt x="13350" y="26680"/>
                    </a:cubicBezTo>
                    <a:cubicBezTo>
                      <a:pt x="13564" y="26894"/>
                      <a:pt x="14064" y="26751"/>
                      <a:pt x="14421" y="26894"/>
                    </a:cubicBezTo>
                    <a:cubicBezTo>
                      <a:pt x="14921" y="27037"/>
                      <a:pt x="15563" y="27394"/>
                      <a:pt x="16063" y="27465"/>
                    </a:cubicBezTo>
                    <a:cubicBezTo>
                      <a:pt x="16349" y="27537"/>
                      <a:pt x="16634" y="27465"/>
                      <a:pt x="16849" y="27608"/>
                    </a:cubicBezTo>
                    <a:cubicBezTo>
                      <a:pt x="17277" y="27751"/>
                      <a:pt x="17563" y="28322"/>
                      <a:pt x="18062" y="28393"/>
                    </a:cubicBezTo>
                    <a:cubicBezTo>
                      <a:pt x="18348" y="28465"/>
                      <a:pt x="18634" y="28036"/>
                      <a:pt x="18420" y="27822"/>
                    </a:cubicBezTo>
                    <a:cubicBezTo>
                      <a:pt x="18348" y="27679"/>
                      <a:pt x="18134" y="27679"/>
                      <a:pt x="17991" y="27608"/>
                    </a:cubicBezTo>
                    <a:cubicBezTo>
                      <a:pt x="17705" y="27394"/>
                      <a:pt x="17348" y="27180"/>
                      <a:pt x="17491" y="26751"/>
                    </a:cubicBezTo>
                    <a:cubicBezTo>
                      <a:pt x="17491" y="26680"/>
                      <a:pt x="17491" y="26537"/>
                      <a:pt x="17491" y="26394"/>
                    </a:cubicBezTo>
                    <a:cubicBezTo>
                      <a:pt x="17420" y="26180"/>
                      <a:pt x="17134" y="26180"/>
                      <a:pt x="16920" y="26037"/>
                    </a:cubicBezTo>
                    <a:cubicBezTo>
                      <a:pt x="16849" y="25966"/>
                      <a:pt x="16777" y="25752"/>
                      <a:pt x="16634" y="25680"/>
                    </a:cubicBezTo>
                    <a:cubicBezTo>
                      <a:pt x="16277" y="25466"/>
                      <a:pt x="15778" y="25323"/>
                      <a:pt x="15778" y="24823"/>
                    </a:cubicBezTo>
                    <a:cubicBezTo>
                      <a:pt x="15706" y="24252"/>
                      <a:pt x="15278" y="23752"/>
                      <a:pt x="14992" y="23253"/>
                    </a:cubicBezTo>
                    <a:cubicBezTo>
                      <a:pt x="14707" y="22753"/>
                      <a:pt x="14421" y="22253"/>
                      <a:pt x="13921" y="21967"/>
                    </a:cubicBezTo>
                    <a:cubicBezTo>
                      <a:pt x="13636" y="21825"/>
                      <a:pt x="13279" y="21825"/>
                      <a:pt x="13064" y="21682"/>
                    </a:cubicBezTo>
                    <a:cubicBezTo>
                      <a:pt x="12850" y="21539"/>
                      <a:pt x="12850" y="21325"/>
                      <a:pt x="12707" y="21111"/>
                    </a:cubicBezTo>
                    <a:cubicBezTo>
                      <a:pt x="12565" y="20968"/>
                      <a:pt x="12422" y="20825"/>
                      <a:pt x="12279" y="20682"/>
                    </a:cubicBezTo>
                    <a:cubicBezTo>
                      <a:pt x="12136" y="20539"/>
                      <a:pt x="12065" y="20397"/>
                      <a:pt x="11993" y="20325"/>
                    </a:cubicBezTo>
                    <a:cubicBezTo>
                      <a:pt x="11922" y="20325"/>
                      <a:pt x="11851" y="20325"/>
                      <a:pt x="11779" y="20397"/>
                    </a:cubicBezTo>
                    <a:cubicBezTo>
                      <a:pt x="11565" y="20611"/>
                      <a:pt x="11494" y="20397"/>
                      <a:pt x="11494" y="20182"/>
                    </a:cubicBezTo>
                    <a:cubicBezTo>
                      <a:pt x="11494" y="20040"/>
                      <a:pt x="11494" y="19968"/>
                      <a:pt x="11494" y="19825"/>
                    </a:cubicBezTo>
                    <a:cubicBezTo>
                      <a:pt x="11351" y="19683"/>
                      <a:pt x="11279" y="19468"/>
                      <a:pt x="11565" y="19468"/>
                    </a:cubicBezTo>
                    <a:cubicBezTo>
                      <a:pt x="12136" y="19468"/>
                      <a:pt x="12422" y="20040"/>
                      <a:pt x="12850" y="20182"/>
                    </a:cubicBezTo>
                    <a:cubicBezTo>
                      <a:pt x="13493" y="20397"/>
                      <a:pt x="14064" y="19968"/>
                      <a:pt x="14278" y="19326"/>
                    </a:cubicBezTo>
                    <a:cubicBezTo>
                      <a:pt x="14350" y="19183"/>
                      <a:pt x="14421" y="18969"/>
                      <a:pt x="14564" y="18897"/>
                    </a:cubicBezTo>
                    <a:cubicBezTo>
                      <a:pt x="14921" y="18683"/>
                      <a:pt x="15349" y="18683"/>
                      <a:pt x="15706" y="18469"/>
                    </a:cubicBezTo>
                    <a:cubicBezTo>
                      <a:pt x="15849" y="18397"/>
                      <a:pt x="15992" y="18326"/>
                      <a:pt x="16206" y="18326"/>
                    </a:cubicBezTo>
                    <a:cubicBezTo>
                      <a:pt x="16420" y="18254"/>
                      <a:pt x="16706" y="18254"/>
                      <a:pt x="16920" y="18183"/>
                    </a:cubicBezTo>
                    <a:cubicBezTo>
                      <a:pt x="17134" y="18112"/>
                      <a:pt x="17277" y="17969"/>
                      <a:pt x="17491" y="17826"/>
                    </a:cubicBezTo>
                    <a:cubicBezTo>
                      <a:pt x="18205" y="17469"/>
                      <a:pt x="18634" y="16826"/>
                      <a:pt x="19134" y="16184"/>
                    </a:cubicBezTo>
                    <a:cubicBezTo>
                      <a:pt x="19562" y="15827"/>
                      <a:pt x="19848" y="15398"/>
                      <a:pt x="20205" y="15041"/>
                    </a:cubicBezTo>
                    <a:cubicBezTo>
                      <a:pt x="20419" y="14684"/>
                      <a:pt x="20562" y="14185"/>
                      <a:pt x="20919" y="13970"/>
                    </a:cubicBezTo>
                    <a:close/>
                    <a:moveTo>
                      <a:pt x="7352" y="1904"/>
                    </a:moveTo>
                    <a:cubicBezTo>
                      <a:pt x="7424" y="1904"/>
                      <a:pt x="7424" y="1904"/>
                      <a:pt x="7424" y="1904"/>
                    </a:cubicBezTo>
                    <a:cubicBezTo>
                      <a:pt x="7352" y="1761"/>
                      <a:pt x="7352" y="1761"/>
                      <a:pt x="7352" y="1761"/>
                    </a:cubicBezTo>
                    <a:cubicBezTo>
                      <a:pt x="7281" y="1761"/>
                      <a:pt x="7281" y="1761"/>
                      <a:pt x="7281" y="1761"/>
                    </a:cubicBezTo>
                    <a:cubicBezTo>
                      <a:pt x="7209" y="1689"/>
                      <a:pt x="7209" y="1689"/>
                      <a:pt x="7209" y="1689"/>
                    </a:cubicBezTo>
                    <a:cubicBezTo>
                      <a:pt x="7209" y="1689"/>
                      <a:pt x="7209" y="1689"/>
                      <a:pt x="7209" y="1689"/>
                    </a:cubicBezTo>
                    <a:cubicBezTo>
                      <a:pt x="7138" y="1689"/>
                      <a:pt x="7138" y="1689"/>
                      <a:pt x="7138" y="1689"/>
                    </a:cubicBezTo>
                    <a:cubicBezTo>
                      <a:pt x="7067" y="1689"/>
                      <a:pt x="7067" y="1689"/>
                      <a:pt x="7067" y="1689"/>
                    </a:cubicBezTo>
                    <a:cubicBezTo>
                      <a:pt x="6995" y="1689"/>
                      <a:pt x="6995" y="1689"/>
                      <a:pt x="6995" y="1689"/>
                    </a:cubicBezTo>
                    <a:cubicBezTo>
                      <a:pt x="7138" y="1761"/>
                      <a:pt x="7138" y="1761"/>
                      <a:pt x="7138" y="1761"/>
                    </a:cubicBezTo>
                    <a:close/>
                    <a:moveTo>
                      <a:pt x="5567" y="2046"/>
                    </a:moveTo>
                    <a:cubicBezTo>
                      <a:pt x="5639" y="1975"/>
                      <a:pt x="5639" y="1975"/>
                      <a:pt x="5639" y="1975"/>
                    </a:cubicBezTo>
                    <a:cubicBezTo>
                      <a:pt x="5639" y="1975"/>
                      <a:pt x="5639" y="1975"/>
                      <a:pt x="5639" y="1975"/>
                    </a:cubicBezTo>
                    <a:cubicBezTo>
                      <a:pt x="5710" y="1904"/>
                      <a:pt x="5710" y="1904"/>
                      <a:pt x="5710" y="1904"/>
                    </a:cubicBezTo>
                    <a:cubicBezTo>
                      <a:pt x="5710" y="1904"/>
                      <a:pt x="5710" y="1904"/>
                      <a:pt x="5710" y="1904"/>
                    </a:cubicBezTo>
                    <a:cubicBezTo>
                      <a:pt x="5710" y="1761"/>
                      <a:pt x="5710" y="1761"/>
                      <a:pt x="5710" y="1761"/>
                    </a:cubicBezTo>
                    <a:cubicBezTo>
                      <a:pt x="5710" y="1689"/>
                      <a:pt x="5710" y="1689"/>
                      <a:pt x="5710" y="1689"/>
                    </a:cubicBezTo>
                    <a:cubicBezTo>
                      <a:pt x="5639" y="1618"/>
                      <a:pt x="5639" y="1618"/>
                      <a:pt x="5639" y="1618"/>
                    </a:cubicBezTo>
                    <a:cubicBezTo>
                      <a:pt x="5567" y="1689"/>
                      <a:pt x="5567" y="1689"/>
                      <a:pt x="5567" y="1689"/>
                    </a:cubicBezTo>
                    <a:cubicBezTo>
                      <a:pt x="5496" y="1761"/>
                      <a:pt x="5496" y="1761"/>
                      <a:pt x="5496" y="1761"/>
                    </a:cubicBezTo>
                    <a:cubicBezTo>
                      <a:pt x="5496" y="1832"/>
                      <a:pt x="5496" y="1832"/>
                      <a:pt x="5496" y="1832"/>
                    </a:cubicBezTo>
                    <a:cubicBezTo>
                      <a:pt x="5496" y="1975"/>
                      <a:pt x="5496" y="1975"/>
                      <a:pt x="5496" y="1975"/>
                    </a:cubicBezTo>
                    <a:close/>
                    <a:moveTo>
                      <a:pt x="14849" y="11471"/>
                    </a:moveTo>
                    <a:cubicBezTo>
                      <a:pt x="15064" y="11543"/>
                      <a:pt x="15206" y="11257"/>
                      <a:pt x="15064" y="11114"/>
                    </a:cubicBezTo>
                    <a:cubicBezTo>
                      <a:pt x="15064" y="10972"/>
                      <a:pt x="14778" y="10829"/>
                      <a:pt x="14707" y="10829"/>
                    </a:cubicBezTo>
                    <a:cubicBezTo>
                      <a:pt x="14492" y="10829"/>
                      <a:pt x="14350" y="10972"/>
                      <a:pt x="14207" y="10900"/>
                    </a:cubicBezTo>
                    <a:cubicBezTo>
                      <a:pt x="14207" y="10900"/>
                      <a:pt x="14135" y="10829"/>
                      <a:pt x="14135" y="10829"/>
                    </a:cubicBezTo>
                    <a:cubicBezTo>
                      <a:pt x="14064" y="10829"/>
                      <a:pt x="14064" y="10972"/>
                      <a:pt x="13993" y="10972"/>
                    </a:cubicBezTo>
                    <a:cubicBezTo>
                      <a:pt x="13921" y="11043"/>
                      <a:pt x="13778" y="11114"/>
                      <a:pt x="13707" y="11114"/>
                    </a:cubicBezTo>
                    <a:cubicBezTo>
                      <a:pt x="13636" y="11257"/>
                      <a:pt x="13421" y="11471"/>
                      <a:pt x="13421" y="11686"/>
                    </a:cubicBezTo>
                    <a:cubicBezTo>
                      <a:pt x="13421" y="11757"/>
                      <a:pt x="13636" y="11757"/>
                      <a:pt x="13707" y="11686"/>
                    </a:cubicBezTo>
                    <a:cubicBezTo>
                      <a:pt x="13850" y="11614"/>
                      <a:pt x="13850" y="11400"/>
                      <a:pt x="13993" y="11329"/>
                    </a:cubicBezTo>
                    <a:cubicBezTo>
                      <a:pt x="13993" y="11329"/>
                      <a:pt x="14064" y="11329"/>
                      <a:pt x="14135" y="11329"/>
                    </a:cubicBezTo>
                    <a:cubicBezTo>
                      <a:pt x="14278" y="11329"/>
                      <a:pt x="14350" y="11329"/>
                      <a:pt x="14492" y="11471"/>
                    </a:cubicBezTo>
                    <a:cubicBezTo>
                      <a:pt x="14564" y="11471"/>
                      <a:pt x="14635" y="11471"/>
                      <a:pt x="14635" y="11471"/>
                    </a:cubicBezTo>
                    <a:cubicBezTo>
                      <a:pt x="14707" y="11400"/>
                      <a:pt x="14635" y="11329"/>
                      <a:pt x="14635" y="11329"/>
                    </a:cubicBezTo>
                    <a:cubicBezTo>
                      <a:pt x="14707" y="11329"/>
                      <a:pt x="14778" y="11400"/>
                      <a:pt x="14849" y="11471"/>
                    </a:cubicBezTo>
                    <a:close/>
                    <a:moveTo>
                      <a:pt x="13350" y="9115"/>
                    </a:moveTo>
                    <a:cubicBezTo>
                      <a:pt x="13136" y="9115"/>
                      <a:pt x="13136" y="9115"/>
                      <a:pt x="13136" y="9115"/>
                    </a:cubicBezTo>
                    <a:cubicBezTo>
                      <a:pt x="12922" y="9258"/>
                      <a:pt x="12922" y="9258"/>
                      <a:pt x="12922" y="9258"/>
                    </a:cubicBezTo>
                    <a:cubicBezTo>
                      <a:pt x="12993" y="9472"/>
                      <a:pt x="12993" y="9472"/>
                      <a:pt x="12993" y="9472"/>
                    </a:cubicBezTo>
                    <a:cubicBezTo>
                      <a:pt x="13136" y="9615"/>
                      <a:pt x="13136" y="9615"/>
                      <a:pt x="13136" y="9615"/>
                    </a:cubicBezTo>
                    <a:cubicBezTo>
                      <a:pt x="13279" y="9544"/>
                      <a:pt x="13279" y="9544"/>
                      <a:pt x="13279" y="9544"/>
                    </a:cubicBezTo>
                    <a:cubicBezTo>
                      <a:pt x="13421" y="9401"/>
                      <a:pt x="13421" y="9401"/>
                      <a:pt x="13421" y="9401"/>
                    </a:cubicBezTo>
                    <a:cubicBezTo>
                      <a:pt x="13421" y="9258"/>
                      <a:pt x="13421" y="9258"/>
                      <a:pt x="13421" y="9258"/>
                    </a:cubicBezTo>
                    <a:close/>
                    <a:moveTo>
                      <a:pt x="15421" y="10900"/>
                    </a:moveTo>
                    <a:cubicBezTo>
                      <a:pt x="15421" y="10900"/>
                      <a:pt x="15492" y="10829"/>
                      <a:pt x="15563" y="10829"/>
                    </a:cubicBezTo>
                    <a:cubicBezTo>
                      <a:pt x="15635" y="10829"/>
                      <a:pt x="15706" y="10900"/>
                      <a:pt x="15778" y="10829"/>
                    </a:cubicBezTo>
                    <a:cubicBezTo>
                      <a:pt x="15920" y="10757"/>
                      <a:pt x="16063" y="10543"/>
                      <a:pt x="15920" y="10400"/>
                    </a:cubicBezTo>
                    <a:cubicBezTo>
                      <a:pt x="15849" y="10329"/>
                      <a:pt x="15635" y="10400"/>
                      <a:pt x="15563" y="10329"/>
                    </a:cubicBezTo>
                    <a:cubicBezTo>
                      <a:pt x="15421" y="10258"/>
                      <a:pt x="15278" y="10258"/>
                      <a:pt x="15206" y="10258"/>
                    </a:cubicBezTo>
                    <a:cubicBezTo>
                      <a:pt x="15135" y="10258"/>
                      <a:pt x="15206" y="10400"/>
                      <a:pt x="15135" y="10400"/>
                    </a:cubicBezTo>
                    <a:cubicBezTo>
                      <a:pt x="15064" y="10472"/>
                      <a:pt x="15064" y="10400"/>
                      <a:pt x="14992" y="10400"/>
                    </a:cubicBezTo>
                    <a:cubicBezTo>
                      <a:pt x="14992" y="10400"/>
                      <a:pt x="14921" y="10400"/>
                      <a:pt x="14921" y="10400"/>
                    </a:cubicBezTo>
                    <a:cubicBezTo>
                      <a:pt x="14849" y="10329"/>
                      <a:pt x="14778" y="10472"/>
                      <a:pt x="14778" y="10543"/>
                    </a:cubicBezTo>
                    <a:cubicBezTo>
                      <a:pt x="14707" y="10615"/>
                      <a:pt x="14778" y="10686"/>
                      <a:pt x="14849" y="10757"/>
                    </a:cubicBezTo>
                    <a:cubicBezTo>
                      <a:pt x="14992" y="10900"/>
                      <a:pt x="15206" y="10900"/>
                      <a:pt x="15421" y="10900"/>
                    </a:cubicBezTo>
                    <a:close/>
                    <a:moveTo>
                      <a:pt x="17134" y="9686"/>
                    </a:moveTo>
                    <a:cubicBezTo>
                      <a:pt x="17206" y="9758"/>
                      <a:pt x="17277" y="9829"/>
                      <a:pt x="17348" y="9829"/>
                    </a:cubicBezTo>
                    <a:cubicBezTo>
                      <a:pt x="17420" y="9829"/>
                      <a:pt x="17420" y="9758"/>
                      <a:pt x="17491" y="9829"/>
                    </a:cubicBezTo>
                    <a:cubicBezTo>
                      <a:pt x="17705" y="9972"/>
                      <a:pt x="17705" y="10186"/>
                      <a:pt x="17848" y="10400"/>
                    </a:cubicBezTo>
                    <a:cubicBezTo>
                      <a:pt x="17920" y="10400"/>
                      <a:pt x="17991" y="10472"/>
                      <a:pt x="17991" y="10472"/>
                    </a:cubicBezTo>
                    <a:cubicBezTo>
                      <a:pt x="18062" y="10400"/>
                      <a:pt x="17920" y="10329"/>
                      <a:pt x="17920" y="10186"/>
                    </a:cubicBezTo>
                    <a:cubicBezTo>
                      <a:pt x="17920" y="10115"/>
                      <a:pt x="17920" y="10043"/>
                      <a:pt x="17920" y="9972"/>
                    </a:cubicBezTo>
                    <a:cubicBezTo>
                      <a:pt x="17848" y="9758"/>
                      <a:pt x="17634" y="9758"/>
                      <a:pt x="17420" y="9686"/>
                    </a:cubicBezTo>
                    <a:cubicBezTo>
                      <a:pt x="17348" y="9686"/>
                      <a:pt x="17348" y="9615"/>
                      <a:pt x="17277" y="9544"/>
                    </a:cubicBezTo>
                    <a:cubicBezTo>
                      <a:pt x="17206" y="9544"/>
                      <a:pt x="17134" y="9544"/>
                      <a:pt x="17134" y="9544"/>
                    </a:cubicBezTo>
                    <a:cubicBezTo>
                      <a:pt x="17063" y="9472"/>
                      <a:pt x="17063" y="9472"/>
                      <a:pt x="17063" y="9544"/>
                    </a:cubicBezTo>
                    <a:cubicBezTo>
                      <a:pt x="16991" y="9615"/>
                      <a:pt x="17134" y="9686"/>
                      <a:pt x="17134" y="9686"/>
                    </a:cubicBezTo>
                    <a:close/>
                    <a:moveTo>
                      <a:pt x="18919" y="11400"/>
                    </a:moveTo>
                    <a:cubicBezTo>
                      <a:pt x="18991" y="11471"/>
                      <a:pt x="18991" y="11471"/>
                      <a:pt x="18991" y="11471"/>
                    </a:cubicBezTo>
                    <a:cubicBezTo>
                      <a:pt x="19062" y="11471"/>
                      <a:pt x="19062" y="11471"/>
                      <a:pt x="19062" y="11471"/>
                    </a:cubicBezTo>
                    <a:cubicBezTo>
                      <a:pt x="19134" y="11471"/>
                      <a:pt x="19134" y="11471"/>
                      <a:pt x="19134" y="11471"/>
                    </a:cubicBezTo>
                    <a:cubicBezTo>
                      <a:pt x="19205" y="11471"/>
                      <a:pt x="19205" y="11471"/>
                      <a:pt x="19205" y="11471"/>
                    </a:cubicBezTo>
                    <a:cubicBezTo>
                      <a:pt x="19205" y="11400"/>
                      <a:pt x="19205" y="11400"/>
                      <a:pt x="19205" y="11400"/>
                    </a:cubicBezTo>
                    <a:cubicBezTo>
                      <a:pt x="19348" y="11400"/>
                      <a:pt x="19348" y="11400"/>
                      <a:pt x="19348" y="11400"/>
                    </a:cubicBezTo>
                    <a:cubicBezTo>
                      <a:pt x="19419" y="11400"/>
                      <a:pt x="19419" y="11400"/>
                      <a:pt x="19419" y="11400"/>
                    </a:cubicBezTo>
                    <a:cubicBezTo>
                      <a:pt x="19419" y="11400"/>
                      <a:pt x="19419" y="11400"/>
                      <a:pt x="19419" y="11400"/>
                    </a:cubicBezTo>
                    <a:cubicBezTo>
                      <a:pt x="19348" y="11257"/>
                      <a:pt x="19348" y="11257"/>
                      <a:pt x="19348" y="11257"/>
                    </a:cubicBezTo>
                    <a:cubicBezTo>
                      <a:pt x="19348" y="11257"/>
                      <a:pt x="19348" y="11257"/>
                      <a:pt x="19348" y="11257"/>
                    </a:cubicBezTo>
                    <a:cubicBezTo>
                      <a:pt x="19276" y="11257"/>
                      <a:pt x="19276" y="11257"/>
                      <a:pt x="19276" y="11257"/>
                    </a:cubicBezTo>
                    <a:cubicBezTo>
                      <a:pt x="19205" y="11329"/>
                      <a:pt x="19205" y="11329"/>
                      <a:pt x="19205" y="11329"/>
                    </a:cubicBezTo>
                    <a:cubicBezTo>
                      <a:pt x="19134" y="11329"/>
                      <a:pt x="19134" y="11329"/>
                      <a:pt x="19134" y="11329"/>
                    </a:cubicBezTo>
                    <a:cubicBezTo>
                      <a:pt x="19062" y="11329"/>
                      <a:pt x="19062" y="11329"/>
                      <a:pt x="19062" y="11329"/>
                    </a:cubicBezTo>
                    <a:cubicBezTo>
                      <a:pt x="18919" y="11329"/>
                      <a:pt x="18919" y="11329"/>
                      <a:pt x="18919" y="11329"/>
                    </a:cubicBezTo>
                    <a:cubicBezTo>
                      <a:pt x="18848" y="11400"/>
                      <a:pt x="18848" y="11400"/>
                      <a:pt x="18848" y="11400"/>
                    </a:cubicBezTo>
                    <a:cubicBezTo>
                      <a:pt x="18919" y="11400"/>
                      <a:pt x="18919" y="11400"/>
                      <a:pt x="18919" y="11400"/>
                    </a:cubicBezTo>
                    <a:close/>
                    <a:moveTo>
                      <a:pt x="16492" y="10472"/>
                    </a:moveTo>
                    <a:cubicBezTo>
                      <a:pt x="16492" y="10400"/>
                      <a:pt x="16277" y="10329"/>
                      <a:pt x="16277" y="10258"/>
                    </a:cubicBezTo>
                    <a:cubicBezTo>
                      <a:pt x="16277" y="10258"/>
                      <a:pt x="16206" y="9972"/>
                      <a:pt x="16206" y="9972"/>
                    </a:cubicBezTo>
                    <a:cubicBezTo>
                      <a:pt x="16135" y="9972"/>
                      <a:pt x="16063" y="10043"/>
                      <a:pt x="16063" y="10115"/>
                    </a:cubicBezTo>
                    <a:cubicBezTo>
                      <a:pt x="15992" y="10258"/>
                      <a:pt x="15992" y="10615"/>
                      <a:pt x="16063" y="10829"/>
                    </a:cubicBezTo>
                    <a:cubicBezTo>
                      <a:pt x="16206" y="10900"/>
                      <a:pt x="16206" y="10757"/>
                      <a:pt x="16206" y="10686"/>
                    </a:cubicBezTo>
                    <a:cubicBezTo>
                      <a:pt x="16206" y="10686"/>
                      <a:pt x="16349" y="10686"/>
                      <a:pt x="16349" y="10757"/>
                    </a:cubicBezTo>
                    <a:cubicBezTo>
                      <a:pt x="16349" y="10757"/>
                      <a:pt x="16492" y="10757"/>
                      <a:pt x="16492" y="10686"/>
                    </a:cubicBezTo>
                    <a:cubicBezTo>
                      <a:pt x="16563" y="10615"/>
                      <a:pt x="16492" y="10543"/>
                      <a:pt x="16492" y="10472"/>
                    </a:cubicBezTo>
                    <a:close/>
                    <a:moveTo>
                      <a:pt x="16706" y="9758"/>
                    </a:moveTo>
                    <a:cubicBezTo>
                      <a:pt x="16706" y="9758"/>
                      <a:pt x="16777" y="9686"/>
                      <a:pt x="16777" y="9615"/>
                    </a:cubicBezTo>
                    <a:cubicBezTo>
                      <a:pt x="16777" y="9544"/>
                      <a:pt x="16706" y="9544"/>
                      <a:pt x="16634" y="9615"/>
                    </a:cubicBezTo>
                    <a:cubicBezTo>
                      <a:pt x="16563" y="9686"/>
                      <a:pt x="16420" y="9829"/>
                      <a:pt x="16634" y="9829"/>
                    </a:cubicBezTo>
                    <a:cubicBezTo>
                      <a:pt x="16706" y="9901"/>
                      <a:pt x="16706" y="9901"/>
                      <a:pt x="16777" y="9972"/>
                    </a:cubicBezTo>
                    <a:cubicBezTo>
                      <a:pt x="16849" y="9972"/>
                      <a:pt x="16920" y="9972"/>
                      <a:pt x="16920" y="9972"/>
                    </a:cubicBezTo>
                    <a:cubicBezTo>
                      <a:pt x="16991" y="9972"/>
                      <a:pt x="17063" y="10043"/>
                      <a:pt x="17063" y="10043"/>
                    </a:cubicBezTo>
                    <a:cubicBezTo>
                      <a:pt x="17206" y="9972"/>
                      <a:pt x="16991" y="9901"/>
                      <a:pt x="16991" y="9829"/>
                    </a:cubicBezTo>
                    <a:cubicBezTo>
                      <a:pt x="16991" y="9758"/>
                      <a:pt x="16849" y="9758"/>
                      <a:pt x="16777" y="9758"/>
                    </a:cubicBezTo>
                    <a:close/>
                    <a:moveTo>
                      <a:pt x="28273" y="19825"/>
                    </a:moveTo>
                    <a:cubicBezTo>
                      <a:pt x="28130" y="19611"/>
                      <a:pt x="28130" y="19611"/>
                      <a:pt x="28130" y="19611"/>
                    </a:cubicBezTo>
                    <a:cubicBezTo>
                      <a:pt x="28130" y="19611"/>
                      <a:pt x="28130" y="19611"/>
                      <a:pt x="28130" y="19611"/>
                    </a:cubicBezTo>
                    <a:cubicBezTo>
                      <a:pt x="28130" y="19540"/>
                      <a:pt x="28130" y="19540"/>
                      <a:pt x="28130" y="19540"/>
                    </a:cubicBezTo>
                    <a:cubicBezTo>
                      <a:pt x="28059" y="19540"/>
                      <a:pt x="28059" y="19540"/>
                      <a:pt x="28059" y="19540"/>
                    </a:cubicBezTo>
                    <a:cubicBezTo>
                      <a:pt x="27987" y="19540"/>
                      <a:pt x="27987" y="19540"/>
                      <a:pt x="27987" y="19540"/>
                    </a:cubicBezTo>
                    <a:cubicBezTo>
                      <a:pt x="27987" y="19683"/>
                      <a:pt x="27987" y="19683"/>
                      <a:pt x="27987" y="19683"/>
                    </a:cubicBezTo>
                    <a:cubicBezTo>
                      <a:pt x="28130" y="19897"/>
                      <a:pt x="28130" y="19897"/>
                      <a:pt x="28130" y="19897"/>
                    </a:cubicBezTo>
                    <a:cubicBezTo>
                      <a:pt x="28202" y="19968"/>
                      <a:pt x="28202" y="19968"/>
                      <a:pt x="28202" y="19968"/>
                    </a:cubicBezTo>
                    <a:cubicBezTo>
                      <a:pt x="28273" y="19968"/>
                      <a:pt x="28273" y="19968"/>
                      <a:pt x="28273" y="19968"/>
                    </a:cubicBezTo>
                    <a:cubicBezTo>
                      <a:pt x="28273" y="19897"/>
                      <a:pt x="28273" y="19897"/>
                      <a:pt x="28273" y="19897"/>
                    </a:cubicBezTo>
                    <a:close/>
                    <a:moveTo>
                      <a:pt x="25917" y="20040"/>
                    </a:moveTo>
                    <a:cubicBezTo>
                      <a:pt x="25845" y="20040"/>
                      <a:pt x="25845" y="20040"/>
                      <a:pt x="25845" y="20040"/>
                    </a:cubicBezTo>
                    <a:cubicBezTo>
                      <a:pt x="25845" y="20254"/>
                      <a:pt x="25845" y="20254"/>
                      <a:pt x="25845" y="20254"/>
                    </a:cubicBezTo>
                    <a:cubicBezTo>
                      <a:pt x="25917" y="20397"/>
                      <a:pt x="25917" y="20397"/>
                      <a:pt x="25917" y="20397"/>
                    </a:cubicBezTo>
                    <a:cubicBezTo>
                      <a:pt x="25917" y="20468"/>
                      <a:pt x="25917" y="20468"/>
                      <a:pt x="25917" y="20468"/>
                    </a:cubicBezTo>
                    <a:cubicBezTo>
                      <a:pt x="25988" y="20468"/>
                      <a:pt x="25988" y="20468"/>
                      <a:pt x="25988" y="20468"/>
                    </a:cubicBezTo>
                    <a:cubicBezTo>
                      <a:pt x="25988" y="20397"/>
                      <a:pt x="25988" y="20397"/>
                      <a:pt x="25988" y="20397"/>
                    </a:cubicBezTo>
                    <a:cubicBezTo>
                      <a:pt x="25917" y="20111"/>
                      <a:pt x="25917" y="20111"/>
                      <a:pt x="25917" y="20111"/>
                    </a:cubicBezTo>
                    <a:close/>
                    <a:moveTo>
                      <a:pt x="27131" y="20682"/>
                    </a:moveTo>
                    <a:cubicBezTo>
                      <a:pt x="27131" y="20611"/>
                      <a:pt x="27202" y="20682"/>
                      <a:pt x="27202" y="20682"/>
                    </a:cubicBezTo>
                    <a:cubicBezTo>
                      <a:pt x="27202" y="20611"/>
                      <a:pt x="27202" y="20468"/>
                      <a:pt x="27202" y="20397"/>
                    </a:cubicBezTo>
                    <a:cubicBezTo>
                      <a:pt x="27131" y="20325"/>
                      <a:pt x="27131" y="20254"/>
                      <a:pt x="27059" y="20182"/>
                    </a:cubicBezTo>
                    <a:cubicBezTo>
                      <a:pt x="26916" y="20111"/>
                      <a:pt x="26774" y="19897"/>
                      <a:pt x="26702" y="19897"/>
                    </a:cubicBezTo>
                    <a:cubicBezTo>
                      <a:pt x="26559" y="20040"/>
                      <a:pt x="26631" y="20254"/>
                      <a:pt x="26702" y="20468"/>
                    </a:cubicBezTo>
                    <a:cubicBezTo>
                      <a:pt x="26702" y="20682"/>
                      <a:pt x="26988" y="20754"/>
                      <a:pt x="27131" y="20682"/>
                    </a:cubicBezTo>
                    <a:close/>
                    <a:moveTo>
                      <a:pt x="26417" y="20111"/>
                    </a:moveTo>
                    <a:cubicBezTo>
                      <a:pt x="26345" y="20040"/>
                      <a:pt x="26345" y="20040"/>
                      <a:pt x="26345" y="20040"/>
                    </a:cubicBezTo>
                    <a:cubicBezTo>
                      <a:pt x="26274" y="20111"/>
                      <a:pt x="26274" y="20111"/>
                      <a:pt x="26274" y="20111"/>
                    </a:cubicBezTo>
                    <a:cubicBezTo>
                      <a:pt x="26202" y="20254"/>
                      <a:pt x="26202" y="20254"/>
                      <a:pt x="26202" y="20254"/>
                    </a:cubicBezTo>
                    <a:cubicBezTo>
                      <a:pt x="26274" y="20397"/>
                      <a:pt x="26274" y="20397"/>
                      <a:pt x="26274" y="20397"/>
                    </a:cubicBezTo>
                    <a:cubicBezTo>
                      <a:pt x="26417" y="20325"/>
                      <a:pt x="26417" y="20325"/>
                      <a:pt x="26417" y="20325"/>
                    </a:cubicBezTo>
                    <a:cubicBezTo>
                      <a:pt x="26488" y="20254"/>
                      <a:pt x="26488" y="20254"/>
                      <a:pt x="26488" y="20254"/>
                    </a:cubicBezTo>
                    <a:cubicBezTo>
                      <a:pt x="26488" y="20254"/>
                      <a:pt x="26488" y="20254"/>
                      <a:pt x="26488" y="20254"/>
                    </a:cubicBezTo>
                    <a:cubicBezTo>
                      <a:pt x="26417" y="20182"/>
                      <a:pt x="26417" y="20182"/>
                      <a:pt x="26417" y="20182"/>
                    </a:cubicBezTo>
                    <a:close/>
                    <a:moveTo>
                      <a:pt x="27273" y="20896"/>
                    </a:moveTo>
                    <a:cubicBezTo>
                      <a:pt x="27273" y="20825"/>
                      <a:pt x="27273" y="20825"/>
                      <a:pt x="27273" y="20825"/>
                    </a:cubicBezTo>
                    <a:cubicBezTo>
                      <a:pt x="27202" y="20682"/>
                      <a:pt x="27202" y="20682"/>
                      <a:pt x="27202" y="20682"/>
                    </a:cubicBezTo>
                    <a:cubicBezTo>
                      <a:pt x="27202" y="20754"/>
                      <a:pt x="27202" y="20754"/>
                      <a:pt x="27202" y="20754"/>
                    </a:cubicBezTo>
                    <a:cubicBezTo>
                      <a:pt x="27131" y="20896"/>
                      <a:pt x="27131" y="20896"/>
                      <a:pt x="27131" y="20896"/>
                    </a:cubicBezTo>
                    <a:cubicBezTo>
                      <a:pt x="27059" y="20968"/>
                      <a:pt x="27059" y="20968"/>
                      <a:pt x="27059" y="20968"/>
                    </a:cubicBezTo>
                    <a:cubicBezTo>
                      <a:pt x="27131" y="21039"/>
                      <a:pt x="27131" y="21039"/>
                      <a:pt x="27131" y="21039"/>
                    </a:cubicBezTo>
                    <a:cubicBezTo>
                      <a:pt x="27202" y="21039"/>
                      <a:pt x="27202" y="21039"/>
                      <a:pt x="27202" y="21039"/>
                    </a:cubicBezTo>
                    <a:cubicBezTo>
                      <a:pt x="27273" y="21039"/>
                      <a:pt x="27273" y="21039"/>
                      <a:pt x="27273" y="21039"/>
                    </a:cubicBezTo>
                    <a:cubicBezTo>
                      <a:pt x="27345" y="21111"/>
                      <a:pt x="27345" y="21111"/>
                      <a:pt x="27345" y="21111"/>
                    </a:cubicBezTo>
                    <a:cubicBezTo>
                      <a:pt x="27345" y="21111"/>
                      <a:pt x="27345" y="21111"/>
                      <a:pt x="27345" y="21111"/>
                    </a:cubicBezTo>
                    <a:cubicBezTo>
                      <a:pt x="27345" y="21039"/>
                      <a:pt x="27345" y="21039"/>
                      <a:pt x="27345" y="21039"/>
                    </a:cubicBezTo>
                    <a:cubicBezTo>
                      <a:pt x="27345" y="20968"/>
                      <a:pt x="27345" y="20968"/>
                      <a:pt x="27345" y="20968"/>
                    </a:cubicBezTo>
                    <a:close/>
                    <a:moveTo>
                      <a:pt x="22704" y="19254"/>
                    </a:moveTo>
                    <a:cubicBezTo>
                      <a:pt x="22704" y="19183"/>
                      <a:pt x="22561" y="19111"/>
                      <a:pt x="22489" y="19111"/>
                    </a:cubicBezTo>
                    <a:cubicBezTo>
                      <a:pt x="22418" y="19183"/>
                      <a:pt x="22418" y="19254"/>
                      <a:pt x="22418" y="19326"/>
                    </a:cubicBezTo>
                    <a:cubicBezTo>
                      <a:pt x="22275" y="19540"/>
                      <a:pt x="22275" y="19754"/>
                      <a:pt x="22275" y="19968"/>
                    </a:cubicBezTo>
                    <a:cubicBezTo>
                      <a:pt x="22275" y="20111"/>
                      <a:pt x="22418" y="20111"/>
                      <a:pt x="22489" y="19968"/>
                    </a:cubicBezTo>
                    <a:cubicBezTo>
                      <a:pt x="22489" y="19968"/>
                      <a:pt x="22489" y="19897"/>
                      <a:pt x="22561" y="19825"/>
                    </a:cubicBezTo>
                    <a:cubicBezTo>
                      <a:pt x="22704" y="19683"/>
                      <a:pt x="22775" y="19683"/>
                      <a:pt x="22775" y="19611"/>
                    </a:cubicBezTo>
                    <a:cubicBezTo>
                      <a:pt x="22775" y="19468"/>
                      <a:pt x="22775" y="19397"/>
                      <a:pt x="22775" y="19326"/>
                    </a:cubicBezTo>
                    <a:close/>
                    <a:moveTo>
                      <a:pt x="24203" y="18683"/>
                    </a:moveTo>
                    <a:cubicBezTo>
                      <a:pt x="24132" y="18612"/>
                      <a:pt x="23989" y="18754"/>
                      <a:pt x="23917" y="18754"/>
                    </a:cubicBezTo>
                    <a:cubicBezTo>
                      <a:pt x="23775" y="18897"/>
                      <a:pt x="23632" y="19040"/>
                      <a:pt x="23560" y="19183"/>
                    </a:cubicBezTo>
                    <a:cubicBezTo>
                      <a:pt x="23418" y="19397"/>
                      <a:pt x="23703" y="19468"/>
                      <a:pt x="23846" y="19254"/>
                    </a:cubicBezTo>
                    <a:cubicBezTo>
                      <a:pt x="23846" y="19254"/>
                      <a:pt x="23917" y="19040"/>
                      <a:pt x="24060" y="18969"/>
                    </a:cubicBezTo>
                    <a:cubicBezTo>
                      <a:pt x="24203" y="18969"/>
                      <a:pt x="24274" y="18826"/>
                      <a:pt x="24203" y="18683"/>
                    </a:cubicBezTo>
                    <a:close/>
                    <a:moveTo>
                      <a:pt x="23560" y="15827"/>
                    </a:moveTo>
                    <a:cubicBezTo>
                      <a:pt x="23560" y="15898"/>
                      <a:pt x="23560" y="15898"/>
                      <a:pt x="23560" y="15898"/>
                    </a:cubicBezTo>
                    <a:cubicBezTo>
                      <a:pt x="23703" y="16255"/>
                      <a:pt x="23703" y="16255"/>
                      <a:pt x="23703" y="16255"/>
                    </a:cubicBezTo>
                    <a:cubicBezTo>
                      <a:pt x="23703" y="16255"/>
                      <a:pt x="23703" y="16255"/>
                      <a:pt x="23703" y="16255"/>
                    </a:cubicBezTo>
                    <a:cubicBezTo>
                      <a:pt x="23775" y="16184"/>
                      <a:pt x="23775" y="16184"/>
                      <a:pt x="23775" y="16184"/>
                    </a:cubicBezTo>
                    <a:cubicBezTo>
                      <a:pt x="23846" y="15684"/>
                      <a:pt x="23846" y="15684"/>
                      <a:pt x="23846" y="15684"/>
                    </a:cubicBezTo>
                    <a:cubicBezTo>
                      <a:pt x="23775" y="15613"/>
                      <a:pt x="23775" y="15613"/>
                      <a:pt x="23775" y="15613"/>
                    </a:cubicBezTo>
                    <a:cubicBezTo>
                      <a:pt x="23632" y="15684"/>
                      <a:pt x="23632" y="15684"/>
                      <a:pt x="23632" y="15684"/>
                    </a:cubicBezTo>
                    <a:close/>
                    <a:moveTo>
                      <a:pt x="25560" y="18254"/>
                    </a:moveTo>
                    <a:cubicBezTo>
                      <a:pt x="25488" y="18183"/>
                      <a:pt x="25417" y="18254"/>
                      <a:pt x="25345" y="18183"/>
                    </a:cubicBezTo>
                    <a:cubicBezTo>
                      <a:pt x="25345" y="18112"/>
                      <a:pt x="25274" y="18040"/>
                      <a:pt x="25345" y="17969"/>
                    </a:cubicBezTo>
                    <a:cubicBezTo>
                      <a:pt x="25345" y="17826"/>
                      <a:pt x="25274" y="17755"/>
                      <a:pt x="25274" y="17612"/>
                    </a:cubicBezTo>
                    <a:cubicBezTo>
                      <a:pt x="25203" y="17540"/>
                      <a:pt x="25203" y="17469"/>
                      <a:pt x="25131" y="17469"/>
                    </a:cubicBezTo>
                    <a:cubicBezTo>
                      <a:pt x="25131" y="17469"/>
                      <a:pt x="25131" y="17540"/>
                      <a:pt x="25060" y="17612"/>
                    </a:cubicBezTo>
                    <a:cubicBezTo>
                      <a:pt x="24988" y="17612"/>
                      <a:pt x="24917" y="17683"/>
                      <a:pt x="24846" y="17826"/>
                    </a:cubicBezTo>
                    <a:cubicBezTo>
                      <a:pt x="24774" y="17897"/>
                      <a:pt x="24774" y="18040"/>
                      <a:pt x="24846" y="18112"/>
                    </a:cubicBezTo>
                    <a:cubicBezTo>
                      <a:pt x="24917" y="18183"/>
                      <a:pt x="24846" y="18254"/>
                      <a:pt x="24846" y="18326"/>
                    </a:cubicBezTo>
                    <a:cubicBezTo>
                      <a:pt x="24774" y="18469"/>
                      <a:pt x="24774" y="18683"/>
                      <a:pt x="24917" y="18826"/>
                    </a:cubicBezTo>
                    <a:cubicBezTo>
                      <a:pt x="24917" y="18897"/>
                      <a:pt x="24988" y="18897"/>
                      <a:pt x="25060" y="18897"/>
                    </a:cubicBezTo>
                    <a:cubicBezTo>
                      <a:pt x="25203" y="18969"/>
                      <a:pt x="25345" y="19040"/>
                      <a:pt x="25560" y="18897"/>
                    </a:cubicBezTo>
                    <a:cubicBezTo>
                      <a:pt x="25631" y="18826"/>
                      <a:pt x="25631" y="18683"/>
                      <a:pt x="25631" y="18612"/>
                    </a:cubicBezTo>
                    <a:cubicBezTo>
                      <a:pt x="25702" y="18469"/>
                      <a:pt x="25702" y="18326"/>
                      <a:pt x="25560" y="18254"/>
                    </a:cubicBezTo>
                    <a:close/>
                    <a:moveTo>
                      <a:pt x="25131" y="17183"/>
                    </a:moveTo>
                    <a:cubicBezTo>
                      <a:pt x="25203" y="16898"/>
                      <a:pt x="25417" y="16327"/>
                      <a:pt x="25131" y="16112"/>
                    </a:cubicBezTo>
                    <a:cubicBezTo>
                      <a:pt x="24917" y="15970"/>
                      <a:pt x="24703" y="15970"/>
                      <a:pt x="24489" y="15898"/>
                    </a:cubicBezTo>
                    <a:cubicBezTo>
                      <a:pt x="24346" y="15898"/>
                      <a:pt x="24274" y="15827"/>
                      <a:pt x="24203" y="15827"/>
                    </a:cubicBezTo>
                    <a:cubicBezTo>
                      <a:pt x="23846" y="15970"/>
                      <a:pt x="23703" y="16684"/>
                      <a:pt x="23346" y="16755"/>
                    </a:cubicBezTo>
                    <a:cubicBezTo>
                      <a:pt x="23275" y="16755"/>
                      <a:pt x="23203" y="16469"/>
                      <a:pt x="23132" y="16327"/>
                    </a:cubicBezTo>
                    <a:cubicBezTo>
                      <a:pt x="23061" y="16041"/>
                      <a:pt x="23346" y="15898"/>
                      <a:pt x="23275" y="15684"/>
                    </a:cubicBezTo>
                    <a:cubicBezTo>
                      <a:pt x="23203" y="15541"/>
                      <a:pt x="23132" y="15398"/>
                      <a:pt x="22989" y="15398"/>
                    </a:cubicBezTo>
                    <a:cubicBezTo>
                      <a:pt x="22918" y="15327"/>
                      <a:pt x="22775" y="15470"/>
                      <a:pt x="22704" y="15470"/>
                    </a:cubicBezTo>
                    <a:cubicBezTo>
                      <a:pt x="22561" y="15470"/>
                      <a:pt x="22489" y="15398"/>
                      <a:pt x="22347" y="15398"/>
                    </a:cubicBezTo>
                    <a:cubicBezTo>
                      <a:pt x="22061" y="15398"/>
                      <a:pt x="21775" y="15613"/>
                      <a:pt x="21418" y="15541"/>
                    </a:cubicBezTo>
                    <a:cubicBezTo>
                      <a:pt x="20633" y="15755"/>
                      <a:pt x="20490" y="16969"/>
                      <a:pt x="20776" y="17683"/>
                    </a:cubicBezTo>
                    <a:cubicBezTo>
                      <a:pt x="20919" y="17826"/>
                      <a:pt x="20990" y="18183"/>
                      <a:pt x="21204" y="18183"/>
                    </a:cubicBezTo>
                    <a:cubicBezTo>
                      <a:pt x="21918" y="17826"/>
                      <a:pt x="22061" y="16969"/>
                      <a:pt x="22632" y="16541"/>
                    </a:cubicBezTo>
                    <a:cubicBezTo>
                      <a:pt x="22989" y="16255"/>
                      <a:pt x="22846" y="17112"/>
                      <a:pt x="22918" y="17326"/>
                    </a:cubicBezTo>
                    <a:cubicBezTo>
                      <a:pt x="22989" y="17612"/>
                      <a:pt x="22918" y="17755"/>
                      <a:pt x="22775" y="17897"/>
                    </a:cubicBezTo>
                    <a:cubicBezTo>
                      <a:pt x="22418" y="18183"/>
                      <a:pt x="22775" y="18397"/>
                      <a:pt x="23061" y="18397"/>
                    </a:cubicBezTo>
                    <a:cubicBezTo>
                      <a:pt x="23203" y="18397"/>
                      <a:pt x="23346" y="18469"/>
                      <a:pt x="23418" y="18326"/>
                    </a:cubicBezTo>
                    <a:cubicBezTo>
                      <a:pt x="23489" y="18040"/>
                      <a:pt x="23346" y="17255"/>
                      <a:pt x="23775" y="17183"/>
                    </a:cubicBezTo>
                    <a:cubicBezTo>
                      <a:pt x="23917" y="17183"/>
                      <a:pt x="23989" y="17469"/>
                      <a:pt x="24132" y="17540"/>
                    </a:cubicBezTo>
                    <a:cubicBezTo>
                      <a:pt x="24417" y="17897"/>
                      <a:pt x="24917" y="17540"/>
                      <a:pt x="25131" y="1718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59"/>
              <p:cNvSpPr/>
              <p:nvPr/>
            </p:nvSpPr>
            <p:spPr>
              <a:xfrm>
                <a:off x="2685400" y="2350025"/>
                <a:ext cx="786875" cy="665225"/>
              </a:xfrm>
              <a:custGeom>
                <a:rect b="b" l="l" r="r" t="t"/>
                <a:pathLst>
                  <a:path extrusionOk="0" h="26609" w="31475">
                    <a:moveTo>
                      <a:pt x="31346" y="11374"/>
                    </a:moveTo>
                    <a:cubicBezTo>
                      <a:pt x="31203" y="11302"/>
                      <a:pt x="31061" y="11374"/>
                      <a:pt x="30918" y="11231"/>
                    </a:cubicBezTo>
                    <a:cubicBezTo>
                      <a:pt x="30704" y="11088"/>
                      <a:pt x="30561" y="10731"/>
                      <a:pt x="30275" y="10660"/>
                    </a:cubicBezTo>
                    <a:cubicBezTo>
                      <a:pt x="30061" y="10517"/>
                      <a:pt x="29704" y="10446"/>
                      <a:pt x="29490" y="10231"/>
                    </a:cubicBezTo>
                    <a:cubicBezTo>
                      <a:pt x="29276" y="10017"/>
                      <a:pt x="29204" y="9732"/>
                      <a:pt x="29061" y="9446"/>
                    </a:cubicBezTo>
                    <a:cubicBezTo>
                      <a:pt x="28847" y="9018"/>
                      <a:pt x="28919" y="8446"/>
                      <a:pt x="28633" y="8018"/>
                    </a:cubicBezTo>
                    <a:cubicBezTo>
                      <a:pt x="28205" y="7304"/>
                      <a:pt x="27919" y="6233"/>
                      <a:pt x="28347" y="5448"/>
                    </a:cubicBezTo>
                    <a:cubicBezTo>
                      <a:pt x="28419" y="5233"/>
                      <a:pt x="28419" y="5019"/>
                      <a:pt x="28490" y="4876"/>
                    </a:cubicBezTo>
                    <a:cubicBezTo>
                      <a:pt x="28633" y="4377"/>
                      <a:pt x="28062" y="4305"/>
                      <a:pt x="27705" y="4448"/>
                    </a:cubicBezTo>
                    <a:cubicBezTo>
                      <a:pt x="27276" y="4734"/>
                      <a:pt x="27062" y="5233"/>
                      <a:pt x="26562" y="5519"/>
                    </a:cubicBezTo>
                    <a:cubicBezTo>
                      <a:pt x="26420" y="5590"/>
                      <a:pt x="26348" y="5519"/>
                      <a:pt x="26277" y="5376"/>
                    </a:cubicBezTo>
                    <a:cubicBezTo>
                      <a:pt x="26134" y="4948"/>
                      <a:pt x="26491" y="4519"/>
                      <a:pt x="26491" y="4019"/>
                    </a:cubicBezTo>
                    <a:cubicBezTo>
                      <a:pt x="26205" y="3091"/>
                      <a:pt x="25920" y="2591"/>
                      <a:pt x="26562" y="1663"/>
                    </a:cubicBezTo>
                    <a:cubicBezTo>
                      <a:pt x="26705" y="1449"/>
                      <a:pt x="26848" y="1306"/>
                      <a:pt x="26848" y="1092"/>
                    </a:cubicBezTo>
                    <a:cubicBezTo>
                      <a:pt x="26777" y="521"/>
                      <a:pt x="26348" y="-122"/>
                      <a:pt x="25777" y="21"/>
                    </a:cubicBezTo>
                    <a:cubicBezTo>
                      <a:pt x="25349" y="235"/>
                      <a:pt x="24849" y="307"/>
                      <a:pt x="24492" y="592"/>
                    </a:cubicBezTo>
                    <a:cubicBezTo>
                      <a:pt x="24277" y="664"/>
                      <a:pt x="23992" y="735"/>
                      <a:pt x="23706" y="806"/>
                    </a:cubicBezTo>
                    <a:cubicBezTo>
                      <a:pt x="23135" y="806"/>
                      <a:pt x="22635" y="949"/>
                      <a:pt x="22064" y="806"/>
                    </a:cubicBezTo>
                    <a:cubicBezTo>
                      <a:pt x="21564" y="664"/>
                      <a:pt x="21064" y="449"/>
                      <a:pt x="20565" y="521"/>
                    </a:cubicBezTo>
                    <a:cubicBezTo>
                      <a:pt x="19993" y="735"/>
                      <a:pt x="19494" y="949"/>
                      <a:pt x="18922" y="1092"/>
                    </a:cubicBezTo>
                    <a:cubicBezTo>
                      <a:pt x="18280" y="1306"/>
                      <a:pt x="17994" y="1949"/>
                      <a:pt x="17780" y="2449"/>
                    </a:cubicBezTo>
                    <a:cubicBezTo>
                      <a:pt x="17637" y="2806"/>
                      <a:pt x="17209" y="2948"/>
                      <a:pt x="16780" y="2877"/>
                    </a:cubicBezTo>
                    <a:cubicBezTo>
                      <a:pt x="16495" y="2877"/>
                      <a:pt x="16280" y="2877"/>
                      <a:pt x="16138" y="3020"/>
                    </a:cubicBezTo>
                    <a:cubicBezTo>
                      <a:pt x="16066" y="3091"/>
                      <a:pt x="16066" y="3234"/>
                      <a:pt x="16138" y="3305"/>
                    </a:cubicBezTo>
                    <a:cubicBezTo>
                      <a:pt x="16280" y="3591"/>
                      <a:pt x="16637" y="3805"/>
                      <a:pt x="16709" y="4162"/>
                    </a:cubicBezTo>
                    <a:cubicBezTo>
                      <a:pt x="16994" y="4805"/>
                      <a:pt x="16780" y="5662"/>
                      <a:pt x="16138" y="6019"/>
                    </a:cubicBezTo>
                    <a:cubicBezTo>
                      <a:pt x="15923" y="6162"/>
                      <a:pt x="15638" y="6376"/>
                      <a:pt x="15566" y="6661"/>
                    </a:cubicBezTo>
                    <a:cubicBezTo>
                      <a:pt x="15566" y="6804"/>
                      <a:pt x="15638" y="7018"/>
                      <a:pt x="15709" y="7161"/>
                    </a:cubicBezTo>
                    <a:cubicBezTo>
                      <a:pt x="15781" y="7375"/>
                      <a:pt x="15638" y="7732"/>
                      <a:pt x="15495" y="7804"/>
                    </a:cubicBezTo>
                    <a:cubicBezTo>
                      <a:pt x="15281" y="8018"/>
                      <a:pt x="15067" y="7590"/>
                      <a:pt x="14924" y="7590"/>
                    </a:cubicBezTo>
                    <a:cubicBezTo>
                      <a:pt x="14710" y="7518"/>
                      <a:pt x="14567" y="7661"/>
                      <a:pt x="14353" y="7732"/>
                    </a:cubicBezTo>
                    <a:cubicBezTo>
                      <a:pt x="13496" y="7875"/>
                      <a:pt x="12710" y="8375"/>
                      <a:pt x="11854" y="8732"/>
                    </a:cubicBezTo>
                    <a:cubicBezTo>
                      <a:pt x="11425" y="8946"/>
                      <a:pt x="10997" y="8875"/>
                      <a:pt x="10568" y="9018"/>
                    </a:cubicBezTo>
                    <a:cubicBezTo>
                      <a:pt x="9997" y="9303"/>
                      <a:pt x="9497" y="9160"/>
                      <a:pt x="8855" y="9089"/>
                    </a:cubicBezTo>
                    <a:cubicBezTo>
                      <a:pt x="8498" y="9089"/>
                      <a:pt x="8212" y="9303"/>
                      <a:pt x="7926" y="9517"/>
                    </a:cubicBezTo>
                    <a:cubicBezTo>
                      <a:pt x="7070" y="9874"/>
                      <a:pt x="6213" y="10303"/>
                      <a:pt x="5427" y="10874"/>
                    </a:cubicBezTo>
                    <a:cubicBezTo>
                      <a:pt x="5356" y="10945"/>
                      <a:pt x="5285" y="11088"/>
                      <a:pt x="5213" y="11160"/>
                    </a:cubicBezTo>
                    <a:cubicBezTo>
                      <a:pt x="5070" y="11374"/>
                      <a:pt x="5142" y="11731"/>
                      <a:pt x="4928" y="11874"/>
                    </a:cubicBezTo>
                    <a:cubicBezTo>
                      <a:pt x="4642" y="12088"/>
                      <a:pt x="4214" y="12302"/>
                      <a:pt x="3928" y="12516"/>
                    </a:cubicBezTo>
                    <a:cubicBezTo>
                      <a:pt x="3500" y="12945"/>
                      <a:pt x="3000" y="13302"/>
                      <a:pt x="2571" y="13730"/>
                    </a:cubicBezTo>
                    <a:cubicBezTo>
                      <a:pt x="2500" y="13801"/>
                      <a:pt x="2357" y="13873"/>
                      <a:pt x="2286" y="13944"/>
                    </a:cubicBezTo>
                    <a:cubicBezTo>
                      <a:pt x="2000" y="14087"/>
                      <a:pt x="1715" y="13944"/>
                      <a:pt x="1429" y="14087"/>
                    </a:cubicBezTo>
                    <a:cubicBezTo>
                      <a:pt x="1286" y="14158"/>
                      <a:pt x="1143" y="14301"/>
                      <a:pt x="1072" y="14444"/>
                    </a:cubicBezTo>
                    <a:cubicBezTo>
                      <a:pt x="1000" y="14587"/>
                      <a:pt x="1072" y="14801"/>
                      <a:pt x="1215" y="14801"/>
                    </a:cubicBezTo>
                    <a:cubicBezTo>
                      <a:pt x="1857" y="15015"/>
                      <a:pt x="1500" y="16229"/>
                      <a:pt x="1429" y="16729"/>
                    </a:cubicBezTo>
                    <a:cubicBezTo>
                      <a:pt x="1215" y="17657"/>
                      <a:pt x="2000" y="18585"/>
                      <a:pt x="2214" y="19371"/>
                    </a:cubicBezTo>
                    <a:cubicBezTo>
                      <a:pt x="2286" y="19728"/>
                      <a:pt x="2143" y="20156"/>
                      <a:pt x="2214" y="20513"/>
                    </a:cubicBezTo>
                    <a:cubicBezTo>
                      <a:pt x="2286" y="20799"/>
                      <a:pt x="2429" y="21013"/>
                      <a:pt x="2357" y="21227"/>
                    </a:cubicBezTo>
                    <a:cubicBezTo>
                      <a:pt x="2286" y="21584"/>
                      <a:pt x="1786" y="21656"/>
                      <a:pt x="1643" y="22013"/>
                    </a:cubicBezTo>
                    <a:cubicBezTo>
                      <a:pt x="1500" y="22227"/>
                      <a:pt x="1286" y="22441"/>
                      <a:pt x="1072" y="22512"/>
                    </a:cubicBezTo>
                    <a:cubicBezTo>
                      <a:pt x="786" y="22727"/>
                      <a:pt x="144" y="22727"/>
                      <a:pt x="1" y="23226"/>
                    </a:cubicBezTo>
                    <a:cubicBezTo>
                      <a:pt x="72" y="23298"/>
                      <a:pt x="215" y="23369"/>
                      <a:pt x="358" y="23441"/>
                    </a:cubicBezTo>
                    <a:cubicBezTo>
                      <a:pt x="572" y="23512"/>
                      <a:pt x="858" y="23655"/>
                      <a:pt x="1143" y="23655"/>
                    </a:cubicBezTo>
                    <a:cubicBezTo>
                      <a:pt x="1929" y="23655"/>
                      <a:pt x="2714" y="22869"/>
                      <a:pt x="3571" y="22727"/>
                    </a:cubicBezTo>
                    <a:cubicBezTo>
                      <a:pt x="3857" y="22655"/>
                      <a:pt x="4356" y="22727"/>
                      <a:pt x="4571" y="22941"/>
                    </a:cubicBezTo>
                    <a:cubicBezTo>
                      <a:pt x="4928" y="23369"/>
                      <a:pt x="5285" y="23084"/>
                      <a:pt x="5642" y="22869"/>
                    </a:cubicBezTo>
                    <a:cubicBezTo>
                      <a:pt x="5784" y="22727"/>
                      <a:pt x="5713" y="22512"/>
                      <a:pt x="5784" y="22298"/>
                    </a:cubicBezTo>
                    <a:cubicBezTo>
                      <a:pt x="5784" y="22227"/>
                      <a:pt x="5927" y="21513"/>
                      <a:pt x="6070" y="21798"/>
                    </a:cubicBezTo>
                    <a:cubicBezTo>
                      <a:pt x="6070" y="22370"/>
                      <a:pt x="6356" y="22869"/>
                      <a:pt x="6570" y="23369"/>
                    </a:cubicBezTo>
                    <a:cubicBezTo>
                      <a:pt x="6570" y="24012"/>
                      <a:pt x="6498" y="24583"/>
                      <a:pt x="6641" y="25154"/>
                    </a:cubicBezTo>
                    <a:cubicBezTo>
                      <a:pt x="6784" y="25511"/>
                      <a:pt x="6570" y="25940"/>
                      <a:pt x="6570" y="26297"/>
                    </a:cubicBezTo>
                    <a:cubicBezTo>
                      <a:pt x="6641" y="26582"/>
                      <a:pt x="7070" y="26654"/>
                      <a:pt x="7284" y="26582"/>
                    </a:cubicBezTo>
                    <a:cubicBezTo>
                      <a:pt x="7998" y="26083"/>
                      <a:pt x="8569" y="25083"/>
                      <a:pt x="9569" y="25154"/>
                    </a:cubicBezTo>
                    <a:cubicBezTo>
                      <a:pt x="10568" y="25154"/>
                      <a:pt x="10711" y="26368"/>
                      <a:pt x="11854" y="25511"/>
                    </a:cubicBezTo>
                    <a:cubicBezTo>
                      <a:pt x="12425" y="25154"/>
                      <a:pt x="13210" y="24726"/>
                      <a:pt x="13781" y="24297"/>
                    </a:cubicBezTo>
                    <a:cubicBezTo>
                      <a:pt x="13853" y="24226"/>
                      <a:pt x="13924" y="24155"/>
                      <a:pt x="13853" y="24083"/>
                    </a:cubicBezTo>
                    <a:cubicBezTo>
                      <a:pt x="13353" y="23655"/>
                      <a:pt x="13924" y="23583"/>
                      <a:pt x="14067" y="23155"/>
                    </a:cubicBezTo>
                    <a:cubicBezTo>
                      <a:pt x="14210" y="22584"/>
                      <a:pt x="14353" y="23226"/>
                      <a:pt x="14567" y="23369"/>
                    </a:cubicBezTo>
                    <a:cubicBezTo>
                      <a:pt x="14710" y="23512"/>
                      <a:pt x="14924" y="23512"/>
                      <a:pt x="15067" y="23655"/>
                    </a:cubicBezTo>
                    <a:cubicBezTo>
                      <a:pt x="15352" y="24012"/>
                      <a:pt x="15566" y="24369"/>
                      <a:pt x="15923" y="24654"/>
                    </a:cubicBezTo>
                    <a:cubicBezTo>
                      <a:pt x="16066" y="24654"/>
                      <a:pt x="15923" y="24369"/>
                      <a:pt x="15923" y="24369"/>
                    </a:cubicBezTo>
                    <a:cubicBezTo>
                      <a:pt x="15923" y="24369"/>
                      <a:pt x="15923" y="24297"/>
                      <a:pt x="15995" y="24440"/>
                    </a:cubicBezTo>
                    <a:cubicBezTo>
                      <a:pt x="16066" y="24512"/>
                      <a:pt x="16138" y="24654"/>
                      <a:pt x="16280" y="24654"/>
                    </a:cubicBezTo>
                    <a:cubicBezTo>
                      <a:pt x="16637" y="24726"/>
                      <a:pt x="16780" y="24297"/>
                      <a:pt x="17137" y="24226"/>
                    </a:cubicBezTo>
                    <a:cubicBezTo>
                      <a:pt x="17923" y="24012"/>
                      <a:pt x="17994" y="24869"/>
                      <a:pt x="17851" y="25440"/>
                    </a:cubicBezTo>
                    <a:cubicBezTo>
                      <a:pt x="17780" y="25654"/>
                      <a:pt x="17923" y="26011"/>
                      <a:pt x="18208" y="26011"/>
                    </a:cubicBezTo>
                    <a:cubicBezTo>
                      <a:pt x="18708" y="26083"/>
                      <a:pt x="19279" y="25868"/>
                      <a:pt x="19708" y="25654"/>
                    </a:cubicBezTo>
                    <a:cubicBezTo>
                      <a:pt x="20065" y="25511"/>
                      <a:pt x="20422" y="25369"/>
                      <a:pt x="20565" y="25083"/>
                    </a:cubicBezTo>
                    <a:cubicBezTo>
                      <a:pt x="20707" y="24940"/>
                      <a:pt x="20779" y="24654"/>
                      <a:pt x="20850" y="24583"/>
                    </a:cubicBezTo>
                    <a:cubicBezTo>
                      <a:pt x="20922" y="24654"/>
                      <a:pt x="20779" y="25083"/>
                      <a:pt x="20922" y="25226"/>
                    </a:cubicBezTo>
                    <a:cubicBezTo>
                      <a:pt x="21064" y="25583"/>
                      <a:pt x="21564" y="25511"/>
                      <a:pt x="21778" y="25226"/>
                    </a:cubicBezTo>
                    <a:cubicBezTo>
                      <a:pt x="21921" y="25154"/>
                      <a:pt x="22492" y="24297"/>
                      <a:pt x="22207" y="24869"/>
                    </a:cubicBezTo>
                    <a:cubicBezTo>
                      <a:pt x="22135" y="25154"/>
                      <a:pt x="21707" y="25511"/>
                      <a:pt x="21993" y="25726"/>
                    </a:cubicBezTo>
                    <a:cubicBezTo>
                      <a:pt x="22064" y="25726"/>
                      <a:pt x="22135" y="25654"/>
                      <a:pt x="22207" y="25583"/>
                    </a:cubicBezTo>
                    <a:cubicBezTo>
                      <a:pt x="22492" y="24940"/>
                      <a:pt x="22778" y="23940"/>
                      <a:pt x="23064" y="23298"/>
                    </a:cubicBezTo>
                    <a:cubicBezTo>
                      <a:pt x="23135" y="23012"/>
                      <a:pt x="23206" y="22584"/>
                      <a:pt x="23349" y="22370"/>
                    </a:cubicBezTo>
                    <a:cubicBezTo>
                      <a:pt x="23563" y="22155"/>
                      <a:pt x="23992" y="22084"/>
                      <a:pt x="24135" y="21941"/>
                    </a:cubicBezTo>
                    <a:cubicBezTo>
                      <a:pt x="24349" y="21727"/>
                      <a:pt x="24492" y="21584"/>
                      <a:pt x="24706" y="21513"/>
                    </a:cubicBezTo>
                    <a:cubicBezTo>
                      <a:pt x="25063" y="21299"/>
                      <a:pt x="25063" y="20942"/>
                      <a:pt x="25206" y="20585"/>
                    </a:cubicBezTo>
                    <a:cubicBezTo>
                      <a:pt x="25420" y="20228"/>
                      <a:pt x="25848" y="19728"/>
                      <a:pt x="25777" y="19371"/>
                    </a:cubicBezTo>
                    <a:cubicBezTo>
                      <a:pt x="25563" y="18657"/>
                      <a:pt x="25777" y="18585"/>
                      <a:pt x="26420" y="18443"/>
                    </a:cubicBezTo>
                    <a:cubicBezTo>
                      <a:pt x="27205" y="18300"/>
                      <a:pt x="27848" y="17871"/>
                      <a:pt x="28347" y="17229"/>
                    </a:cubicBezTo>
                    <a:cubicBezTo>
                      <a:pt x="28419" y="17086"/>
                      <a:pt x="28347" y="16872"/>
                      <a:pt x="28490" y="16658"/>
                    </a:cubicBezTo>
                    <a:cubicBezTo>
                      <a:pt x="28490" y="16515"/>
                      <a:pt x="28562" y="16443"/>
                      <a:pt x="28562" y="16301"/>
                    </a:cubicBezTo>
                    <a:cubicBezTo>
                      <a:pt x="28633" y="16015"/>
                      <a:pt x="28490" y="15801"/>
                      <a:pt x="28562" y="15515"/>
                    </a:cubicBezTo>
                    <a:cubicBezTo>
                      <a:pt x="28562" y="15158"/>
                      <a:pt x="28704" y="14801"/>
                      <a:pt x="28776" y="14444"/>
                    </a:cubicBezTo>
                    <a:cubicBezTo>
                      <a:pt x="28847" y="14087"/>
                      <a:pt x="28847" y="13659"/>
                      <a:pt x="29204" y="13444"/>
                    </a:cubicBezTo>
                    <a:cubicBezTo>
                      <a:pt x="29561" y="13302"/>
                      <a:pt x="30061" y="13087"/>
                      <a:pt x="30489" y="13087"/>
                    </a:cubicBezTo>
                    <a:cubicBezTo>
                      <a:pt x="30632" y="13087"/>
                      <a:pt x="30704" y="13373"/>
                      <a:pt x="30918" y="13302"/>
                    </a:cubicBezTo>
                    <a:cubicBezTo>
                      <a:pt x="31418" y="12945"/>
                      <a:pt x="31632" y="11945"/>
                      <a:pt x="31346" y="113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59"/>
              <p:cNvSpPr/>
              <p:nvPr/>
            </p:nvSpPr>
            <p:spPr>
              <a:xfrm>
                <a:off x="2685400" y="2350025"/>
                <a:ext cx="786875" cy="665225"/>
              </a:xfrm>
              <a:custGeom>
                <a:rect b="b" l="l" r="r" t="t"/>
                <a:pathLst>
                  <a:path extrusionOk="0" fill="none" h="26609" w="31475">
                    <a:moveTo>
                      <a:pt x="31346" y="11374"/>
                    </a:moveTo>
                    <a:cubicBezTo>
                      <a:pt x="31203" y="11302"/>
                      <a:pt x="31061" y="11374"/>
                      <a:pt x="30918" y="11231"/>
                    </a:cubicBezTo>
                    <a:cubicBezTo>
                      <a:pt x="30704" y="11088"/>
                      <a:pt x="30561" y="10731"/>
                      <a:pt x="30275" y="10660"/>
                    </a:cubicBezTo>
                    <a:cubicBezTo>
                      <a:pt x="30061" y="10517"/>
                      <a:pt x="29704" y="10446"/>
                      <a:pt x="29490" y="10231"/>
                    </a:cubicBezTo>
                    <a:cubicBezTo>
                      <a:pt x="29276" y="10017"/>
                      <a:pt x="29204" y="9732"/>
                      <a:pt x="29061" y="9446"/>
                    </a:cubicBezTo>
                    <a:cubicBezTo>
                      <a:pt x="28847" y="9018"/>
                      <a:pt x="28919" y="8446"/>
                      <a:pt x="28633" y="8018"/>
                    </a:cubicBezTo>
                    <a:cubicBezTo>
                      <a:pt x="28205" y="7304"/>
                      <a:pt x="27919" y="6233"/>
                      <a:pt x="28347" y="5448"/>
                    </a:cubicBezTo>
                    <a:cubicBezTo>
                      <a:pt x="28419" y="5233"/>
                      <a:pt x="28419" y="5019"/>
                      <a:pt x="28490" y="4876"/>
                    </a:cubicBezTo>
                    <a:cubicBezTo>
                      <a:pt x="28633" y="4377"/>
                      <a:pt x="28062" y="4305"/>
                      <a:pt x="27705" y="4448"/>
                    </a:cubicBezTo>
                    <a:cubicBezTo>
                      <a:pt x="27276" y="4734"/>
                      <a:pt x="27062" y="5233"/>
                      <a:pt x="26562" y="5519"/>
                    </a:cubicBezTo>
                    <a:cubicBezTo>
                      <a:pt x="26420" y="5590"/>
                      <a:pt x="26348" y="5519"/>
                      <a:pt x="26277" y="5376"/>
                    </a:cubicBezTo>
                    <a:cubicBezTo>
                      <a:pt x="26134" y="4948"/>
                      <a:pt x="26491" y="4519"/>
                      <a:pt x="26491" y="4019"/>
                    </a:cubicBezTo>
                    <a:cubicBezTo>
                      <a:pt x="26205" y="3091"/>
                      <a:pt x="25920" y="2591"/>
                      <a:pt x="26562" y="1663"/>
                    </a:cubicBezTo>
                    <a:cubicBezTo>
                      <a:pt x="26705" y="1449"/>
                      <a:pt x="26848" y="1306"/>
                      <a:pt x="26848" y="1092"/>
                    </a:cubicBezTo>
                    <a:cubicBezTo>
                      <a:pt x="26777" y="521"/>
                      <a:pt x="26348" y="-122"/>
                      <a:pt x="25777" y="21"/>
                    </a:cubicBezTo>
                    <a:cubicBezTo>
                      <a:pt x="25349" y="235"/>
                      <a:pt x="24849" y="307"/>
                      <a:pt x="24492" y="592"/>
                    </a:cubicBezTo>
                    <a:cubicBezTo>
                      <a:pt x="24277" y="664"/>
                      <a:pt x="23992" y="735"/>
                      <a:pt x="23706" y="806"/>
                    </a:cubicBezTo>
                    <a:cubicBezTo>
                      <a:pt x="23135" y="806"/>
                      <a:pt x="22635" y="949"/>
                      <a:pt x="22064" y="806"/>
                    </a:cubicBezTo>
                    <a:cubicBezTo>
                      <a:pt x="21564" y="664"/>
                      <a:pt x="21064" y="449"/>
                      <a:pt x="20565" y="521"/>
                    </a:cubicBezTo>
                    <a:cubicBezTo>
                      <a:pt x="19993" y="735"/>
                      <a:pt x="19494" y="949"/>
                      <a:pt x="18922" y="1092"/>
                    </a:cubicBezTo>
                    <a:cubicBezTo>
                      <a:pt x="18280" y="1306"/>
                      <a:pt x="17994" y="1949"/>
                      <a:pt x="17780" y="2449"/>
                    </a:cubicBezTo>
                    <a:cubicBezTo>
                      <a:pt x="17637" y="2806"/>
                      <a:pt x="17209" y="2948"/>
                      <a:pt x="16780" y="2877"/>
                    </a:cubicBezTo>
                    <a:cubicBezTo>
                      <a:pt x="16495" y="2877"/>
                      <a:pt x="16280" y="2877"/>
                      <a:pt x="16138" y="3020"/>
                    </a:cubicBezTo>
                    <a:cubicBezTo>
                      <a:pt x="16066" y="3091"/>
                      <a:pt x="16066" y="3234"/>
                      <a:pt x="16138" y="3305"/>
                    </a:cubicBezTo>
                    <a:cubicBezTo>
                      <a:pt x="16280" y="3591"/>
                      <a:pt x="16637" y="3805"/>
                      <a:pt x="16709" y="4162"/>
                    </a:cubicBezTo>
                    <a:cubicBezTo>
                      <a:pt x="16994" y="4805"/>
                      <a:pt x="16780" y="5662"/>
                      <a:pt x="16138" y="6019"/>
                    </a:cubicBezTo>
                    <a:cubicBezTo>
                      <a:pt x="15923" y="6162"/>
                      <a:pt x="15638" y="6376"/>
                      <a:pt x="15566" y="6661"/>
                    </a:cubicBezTo>
                    <a:cubicBezTo>
                      <a:pt x="15566" y="6804"/>
                      <a:pt x="15638" y="7018"/>
                      <a:pt x="15709" y="7161"/>
                    </a:cubicBezTo>
                    <a:cubicBezTo>
                      <a:pt x="15781" y="7375"/>
                      <a:pt x="15638" y="7732"/>
                      <a:pt x="15495" y="7804"/>
                    </a:cubicBezTo>
                    <a:cubicBezTo>
                      <a:pt x="15281" y="8018"/>
                      <a:pt x="15067" y="7590"/>
                      <a:pt x="14924" y="7590"/>
                    </a:cubicBezTo>
                    <a:cubicBezTo>
                      <a:pt x="14710" y="7518"/>
                      <a:pt x="14567" y="7661"/>
                      <a:pt x="14353" y="7732"/>
                    </a:cubicBezTo>
                    <a:cubicBezTo>
                      <a:pt x="13496" y="7875"/>
                      <a:pt x="12710" y="8375"/>
                      <a:pt x="11854" y="8732"/>
                    </a:cubicBezTo>
                    <a:cubicBezTo>
                      <a:pt x="11425" y="8946"/>
                      <a:pt x="10997" y="8875"/>
                      <a:pt x="10568" y="9018"/>
                    </a:cubicBezTo>
                    <a:cubicBezTo>
                      <a:pt x="9997" y="9303"/>
                      <a:pt x="9497" y="9160"/>
                      <a:pt x="8855" y="9089"/>
                    </a:cubicBezTo>
                    <a:cubicBezTo>
                      <a:pt x="8498" y="9089"/>
                      <a:pt x="8212" y="9303"/>
                      <a:pt x="7926" y="9517"/>
                    </a:cubicBezTo>
                    <a:cubicBezTo>
                      <a:pt x="7070" y="9874"/>
                      <a:pt x="6213" y="10303"/>
                      <a:pt x="5427" y="10874"/>
                    </a:cubicBezTo>
                    <a:cubicBezTo>
                      <a:pt x="5356" y="10945"/>
                      <a:pt x="5285" y="11088"/>
                      <a:pt x="5213" y="11160"/>
                    </a:cubicBezTo>
                    <a:cubicBezTo>
                      <a:pt x="5070" y="11374"/>
                      <a:pt x="5142" y="11731"/>
                      <a:pt x="4928" y="11874"/>
                    </a:cubicBezTo>
                    <a:cubicBezTo>
                      <a:pt x="4642" y="12088"/>
                      <a:pt x="4214" y="12302"/>
                      <a:pt x="3928" y="12516"/>
                    </a:cubicBezTo>
                    <a:cubicBezTo>
                      <a:pt x="3500" y="12945"/>
                      <a:pt x="3000" y="13302"/>
                      <a:pt x="2571" y="13730"/>
                    </a:cubicBezTo>
                    <a:cubicBezTo>
                      <a:pt x="2500" y="13801"/>
                      <a:pt x="2357" y="13873"/>
                      <a:pt x="2286" y="13944"/>
                    </a:cubicBezTo>
                    <a:cubicBezTo>
                      <a:pt x="2000" y="14087"/>
                      <a:pt x="1715" y="13944"/>
                      <a:pt x="1429" y="14087"/>
                    </a:cubicBezTo>
                    <a:cubicBezTo>
                      <a:pt x="1286" y="14158"/>
                      <a:pt x="1143" y="14301"/>
                      <a:pt x="1072" y="14444"/>
                    </a:cubicBezTo>
                    <a:cubicBezTo>
                      <a:pt x="1000" y="14587"/>
                      <a:pt x="1072" y="14801"/>
                      <a:pt x="1215" y="14801"/>
                    </a:cubicBezTo>
                    <a:cubicBezTo>
                      <a:pt x="1857" y="15015"/>
                      <a:pt x="1500" y="16229"/>
                      <a:pt x="1429" y="16729"/>
                    </a:cubicBezTo>
                    <a:cubicBezTo>
                      <a:pt x="1215" y="17657"/>
                      <a:pt x="2000" y="18585"/>
                      <a:pt x="2214" y="19371"/>
                    </a:cubicBezTo>
                    <a:cubicBezTo>
                      <a:pt x="2286" y="19728"/>
                      <a:pt x="2143" y="20156"/>
                      <a:pt x="2214" y="20513"/>
                    </a:cubicBezTo>
                    <a:cubicBezTo>
                      <a:pt x="2286" y="20799"/>
                      <a:pt x="2429" y="21013"/>
                      <a:pt x="2357" y="21227"/>
                    </a:cubicBezTo>
                    <a:cubicBezTo>
                      <a:pt x="2286" y="21584"/>
                      <a:pt x="1786" y="21656"/>
                      <a:pt x="1643" y="22013"/>
                    </a:cubicBezTo>
                    <a:cubicBezTo>
                      <a:pt x="1500" y="22227"/>
                      <a:pt x="1286" y="22441"/>
                      <a:pt x="1072" y="22512"/>
                    </a:cubicBezTo>
                    <a:cubicBezTo>
                      <a:pt x="786" y="22727"/>
                      <a:pt x="144" y="22727"/>
                      <a:pt x="1" y="23226"/>
                    </a:cubicBezTo>
                    <a:cubicBezTo>
                      <a:pt x="72" y="23298"/>
                      <a:pt x="215" y="23369"/>
                      <a:pt x="358" y="23441"/>
                    </a:cubicBezTo>
                    <a:cubicBezTo>
                      <a:pt x="572" y="23512"/>
                      <a:pt x="858" y="23655"/>
                      <a:pt x="1143" y="23655"/>
                    </a:cubicBezTo>
                    <a:cubicBezTo>
                      <a:pt x="1929" y="23655"/>
                      <a:pt x="2714" y="22869"/>
                      <a:pt x="3571" y="22727"/>
                    </a:cubicBezTo>
                    <a:cubicBezTo>
                      <a:pt x="3857" y="22655"/>
                      <a:pt x="4356" y="22727"/>
                      <a:pt x="4571" y="22941"/>
                    </a:cubicBezTo>
                    <a:cubicBezTo>
                      <a:pt x="4928" y="23369"/>
                      <a:pt x="5285" y="23084"/>
                      <a:pt x="5642" y="22869"/>
                    </a:cubicBezTo>
                    <a:cubicBezTo>
                      <a:pt x="5784" y="22727"/>
                      <a:pt x="5713" y="22512"/>
                      <a:pt x="5784" y="22298"/>
                    </a:cubicBezTo>
                    <a:cubicBezTo>
                      <a:pt x="5784" y="22227"/>
                      <a:pt x="5927" y="21513"/>
                      <a:pt x="6070" y="21798"/>
                    </a:cubicBezTo>
                    <a:cubicBezTo>
                      <a:pt x="6070" y="22370"/>
                      <a:pt x="6356" y="22869"/>
                      <a:pt x="6570" y="23369"/>
                    </a:cubicBezTo>
                    <a:cubicBezTo>
                      <a:pt x="6570" y="24012"/>
                      <a:pt x="6498" y="24583"/>
                      <a:pt x="6641" y="25154"/>
                    </a:cubicBezTo>
                    <a:cubicBezTo>
                      <a:pt x="6784" y="25511"/>
                      <a:pt x="6570" y="25940"/>
                      <a:pt x="6570" y="26297"/>
                    </a:cubicBezTo>
                    <a:cubicBezTo>
                      <a:pt x="6641" y="26582"/>
                      <a:pt x="7070" y="26654"/>
                      <a:pt x="7284" y="26582"/>
                    </a:cubicBezTo>
                    <a:cubicBezTo>
                      <a:pt x="7998" y="26083"/>
                      <a:pt x="8569" y="25083"/>
                      <a:pt x="9569" y="25154"/>
                    </a:cubicBezTo>
                    <a:cubicBezTo>
                      <a:pt x="10568" y="25154"/>
                      <a:pt x="10711" y="26368"/>
                      <a:pt x="11854" y="25511"/>
                    </a:cubicBezTo>
                    <a:cubicBezTo>
                      <a:pt x="12425" y="25154"/>
                      <a:pt x="13210" y="24726"/>
                      <a:pt x="13781" y="24297"/>
                    </a:cubicBezTo>
                    <a:cubicBezTo>
                      <a:pt x="13853" y="24226"/>
                      <a:pt x="13924" y="24155"/>
                      <a:pt x="13853" y="24083"/>
                    </a:cubicBezTo>
                    <a:cubicBezTo>
                      <a:pt x="13353" y="23655"/>
                      <a:pt x="13924" y="23583"/>
                      <a:pt x="14067" y="23155"/>
                    </a:cubicBezTo>
                    <a:cubicBezTo>
                      <a:pt x="14210" y="22584"/>
                      <a:pt x="14353" y="23226"/>
                      <a:pt x="14567" y="23369"/>
                    </a:cubicBezTo>
                    <a:cubicBezTo>
                      <a:pt x="14710" y="23512"/>
                      <a:pt x="14924" y="23512"/>
                      <a:pt x="15067" y="23655"/>
                    </a:cubicBezTo>
                    <a:cubicBezTo>
                      <a:pt x="15352" y="24012"/>
                      <a:pt x="15566" y="24369"/>
                      <a:pt x="15923" y="24654"/>
                    </a:cubicBezTo>
                    <a:cubicBezTo>
                      <a:pt x="16066" y="24654"/>
                      <a:pt x="15923" y="24369"/>
                      <a:pt x="15923" y="24369"/>
                    </a:cubicBezTo>
                    <a:cubicBezTo>
                      <a:pt x="15923" y="24369"/>
                      <a:pt x="15923" y="24297"/>
                      <a:pt x="15995" y="24440"/>
                    </a:cubicBezTo>
                    <a:cubicBezTo>
                      <a:pt x="16066" y="24512"/>
                      <a:pt x="16138" y="24654"/>
                      <a:pt x="16280" y="24654"/>
                    </a:cubicBezTo>
                    <a:cubicBezTo>
                      <a:pt x="16637" y="24726"/>
                      <a:pt x="16780" y="24297"/>
                      <a:pt x="17137" y="24226"/>
                    </a:cubicBezTo>
                    <a:cubicBezTo>
                      <a:pt x="17923" y="24012"/>
                      <a:pt x="17994" y="24869"/>
                      <a:pt x="17851" y="25440"/>
                    </a:cubicBezTo>
                    <a:cubicBezTo>
                      <a:pt x="17780" y="25654"/>
                      <a:pt x="17923" y="26011"/>
                      <a:pt x="18208" y="26011"/>
                    </a:cubicBezTo>
                    <a:cubicBezTo>
                      <a:pt x="18708" y="26083"/>
                      <a:pt x="19279" y="25868"/>
                      <a:pt x="19708" y="25654"/>
                    </a:cubicBezTo>
                    <a:cubicBezTo>
                      <a:pt x="20065" y="25511"/>
                      <a:pt x="20422" y="25369"/>
                      <a:pt x="20565" y="25083"/>
                    </a:cubicBezTo>
                    <a:cubicBezTo>
                      <a:pt x="20707" y="24940"/>
                      <a:pt x="20779" y="24654"/>
                      <a:pt x="20850" y="24583"/>
                    </a:cubicBezTo>
                    <a:cubicBezTo>
                      <a:pt x="20922" y="24654"/>
                      <a:pt x="20779" y="25083"/>
                      <a:pt x="20922" y="25226"/>
                    </a:cubicBezTo>
                    <a:cubicBezTo>
                      <a:pt x="21064" y="25583"/>
                      <a:pt x="21564" y="25511"/>
                      <a:pt x="21778" y="25226"/>
                    </a:cubicBezTo>
                    <a:cubicBezTo>
                      <a:pt x="21921" y="25154"/>
                      <a:pt x="22492" y="24297"/>
                      <a:pt x="22207" y="24869"/>
                    </a:cubicBezTo>
                    <a:cubicBezTo>
                      <a:pt x="22135" y="25154"/>
                      <a:pt x="21707" y="25511"/>
                      <a:pt x="21993" y="25726"/>
                    </a:cubicBezTo>
                    <a:cubicBezTo>
                      <a:pt x="22064" y="25726"/>
                      <a:pt x="22135" y="25654"/>
                      <a:pt x="22207" y="25583"/>
                    </a:cubicBezTo>
                    <a:cubicBezTo>
                      <a:pt x="22492" y="24940"/>
                      <a:pt x="22778" y="23940"/>
                      <a:pt x="23064" y="23298"/>
                    </a:cubicBezTo>
                    <a:cubicBezTo>
                      <a:pt x="23135" y="23012"/>
                      <a:pt x="23206" y="22584"/>
                      <a:pt x="23349" y="22370"/>
                    </a:cubicBezTo>
                    <a:cubicBezTo>
                      <a:pt x="23563" y="22155"/>
                      <a:pt x="23992" y="22084"/>
                      <a:pt x="24135" y="21941"/>
                    </a:cubicBezTo>
                    <a:cubicBezTo>
                      <a:pt x="24349" y="21727"/>
                      <a:pt x="24492" y="21584"/>
                      <a:pt x="24706" y="21513"/>
                    </a:cubicBezTo>
                    <a:cubicBezTo>
                      <a:pt x="25063" y="21299"/>
                      <a:pt x="25063" y="20942"/>
                      <a:pt x="25206" y="20585"/>
                    </a:cubicBezTo>
                    <a:cubicBezTo>
                      <a:pt x="25420" y="20228"/>
                      <a:pt x="25848" y="19728"/>
                      <a:pt x="25777" y="19371"/>
                    </a:cubicBezTo>
                    <a:cubicBezTo>
                      <a:pt x="25563" y="18657"/>
                      <a:pt x="25777" y="18585"/>
                      <a:pt x="26420" y="18443"/>
                    </a:cubicBezTo>
                    <a:cubicBezTo>
                      <a:pt x="27205" y="18300"/>
                      <a:pt x="27848" y="17871"/>
                      <a:pt x="28347" y="17229"/>
                    </a:cubicBezTo>
                    <a:cubicBezTo>
                      <a:pt x="28419" y="17086"/>
                      <a:pt x="28347" y="16872"/>
                      <a:pt x="28490" y="16658"/>
                    </a:cubicBezTo>
                    <a:cubicBezTo>
                      <a:pt x="28490" y="16515"/>
                      <a:pt x="28562" y="16443"/>
                      <a:pt x="28562" y="16301"/>
                    </a:cubicBezTo>
                    <a:cubicBezTo>
                      <a:pt x="28633" y="16015"/>
                      <a:pt x="28490" y="15801"/>
                      <a:pt x="28562" y="15515"/>
                    </a:cubicBezTo>
                    <a:cubicBezTo>
                      <a:pt x="28562" y="15158"/>
                      <a:pt x="28704" y="14801"/>
                      <a:pt x="28776" y="14444"/>
                    </a:cubicBezTo>
                    <a:cubicBezTo>
                      <a:pt x="28847" y="14087"/>
                      <a:pt x="28847" y="13659"/>
                      <a:pt x="29204" y="13444"/>
                    </a:cubicBezTo>
                    <a:cubicBezTo>
                      <a:pt x="29561" y="13302"/>
                      <a:pt x="30061" y="13087"/>
                      <a:pt x="30489" y="13087"/>
                    </a:cubicBezTo>
                    <a:cubicBezTo>
                      <a:pt x="30632" y="13087"/>
                      <a:pt x="30704" y="13373"/>
                      <a:pt x="30918" y="13302"/>
                    </a:cubicBezTo>
                    <a:cubicBezTo>
                      <a:pt x="31418" y="12945"/>
                      <a:pt x="31632" y="11945"/>
                      <a:pt x="31346" y="113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9"/>
              <p:cNvSpPr/>
              <p:nvPr/>
            </p:nvSpPr>
            <p:spPr>
              <a:xfrm>
                <a:off x="2341600" y="3350150"/>
                <a:ext cx="485600" cy="387625"/>
              </a:xfrm>
              <a:custGeom>
                <a:rect b="b" l="l" r="r" t="t"/>
                <a:pathLst>
                  <a:path extrusionOk="0" h="15505" w="19424">
                    <a:moveTo>
                      <a:pt x="11539" y="72"/>
                    </a:moveTo>
                    <a:cubicBezTo>
                      <a:pt x="11539" y="144"/>
                      <a:pt x="11539" y="144"/>
                      <a:pt x="11539" y="144"/>
                    </a:cubicBezTo>
                    <a:lnTo>
                      <a:pt x="11611" y="72"/>
                    </a:lnTo>
                    <a:close/>
                    <a:moveTo>
                      <a:pt x="10540" y="1"/>
                    </a:moveTo>
                    <a:cubicBezTo>
                      <a:pt x="10540" y="72"/>
                      <a:pt x="10540" y="72"/>
                      <a:pt x="10540" y="72"/>
                    </a:cubicBezTo>
                    <a:lnTo>
                      <a:pt x="10468" y="72"/>
                    </a:lnTo>
                    <a:cubicBezTo>
                      <a:pt x="10468" y="144"/>
                      <a:pt x="10468" y="144"/>
                      <a:pt x="10468" y="144"/>
                    </a:cubicBezTo>
                    <a:lnTo>
                      <a:pt x="10540" y="144"/>
                    </a:lnTo>
                    <a:cubicBezTo>
                      <a:pt x="10540" y="215"/>
                      <a:pt x="10540" y="215"/>
                      <a:pt x="10540" y="215"/>
                    </a:cubicBezTo>
                    <a:lnTo>
                      <a:pt x="10611" y="215"/>
                    </a:lnTo>
                    <a:cubicBezTo>
                      <a:pt x="10611" y="144"/>
                      <a:pt x="10611" y="144"/>
                      <a:pt x="10611" y="144"/>
                    </a:cubicBezTo>
                    <a:cubicBezTo>
                      <a:pt x="10611" y="72"/>
                      <a:pt x="10611" y="72"/>
                      <a:pt x="10611" y="72"/>
                    </a:cubicBezTo>
                    <a:cubicBezTo>
                      <a:pt x="10611" y="1"/>
                      <a:pt x="10611" y="1"/>
                      <a:pt x="10611" y="1"/>
                    </a:cubicBezTo>
                    <a:close/>
                    <a:moveTo>
                      <a:pt x="10183" y="501"/>
                    </a:moveTo>
                    <a:cubicBezTo>
                      <a:pt x="10183" y="572"/>
                      <a:pt x="10183" y="572"/>
                      <a:pt x="10183" y="572"/>
                    </a:cubicBezTo>
                    <a:lnTo>
                      <a:pt x="10254" y="572"/>
                    </a:lnTo>
                    <a:cubicBezTo>
                      <a:pt x="10183" y="501"/>
                      <a:pt x="10183" y="501"/>
                      <a:pt x="10183" y="501"/>
                    </a:cubicBezTo>
                    <a:close/>
                    <a:moveTo>
                      <a:pt x="12039" y="286"/>
                    </a:moveTo>
                    <a:cubicBezTo>
                      <a:pt x="11968" y="358"/>
                      <a:pt x="11968" y="358"/>
                      <a:pt x="11968" y="358"/>
                    </a:cubicBezTo>
                    <a:cubicBezTo>
                      <a:pt x="11825" y="501"/>
                      <a:pt x="11825" y="501"/>
                      <a:pt x="11825" y="501"/>
                    </a:cubicBezTo>
                    <a:cubicBezTo>
                      <a:pt x="11825" y="572"/>
                      <a:pt x="11825" y="572"/>
                      <a:pt x="11825" y="572"/>
                    </a:cubicBezTo>
                    <a:cubicBezTo>
                      <a:pt x="11896" y="501"/>
                      <a:pt x="11896" y="501"/>
                      <a:pt x="11896" y="501"/>
                    </a:cubicBezTo>
                    <a:lnTo>
                      <a:pt x="11968" y="501"/>
                    </a:lnTo>
                    <a:cubicBezTo>
                      <a:pt x="12039" y="572"/>
                      <a:pt x="12039" y="572"/>
                      <a:pt x="12039" y="572"/>
                    </a:cubicBezTo>
                    <a:cubicBezTo>
                      <a:pt x="11968" y="643"/>
                      <a:pt x="11968" y="643"/>
                      <a:pt x="11968" y="643"/>
                    </a:cubicBezTo>
                    <a:lnTo>
                      <a:pt x="12039" y="643"/>
                    </a:lnTo>
                    <a:cubicBezTo>
                      <a:pt x="12111" y="572"/>
                      <a:pt x="12111" y="572"/>
                      <a:pt x="12111" y="572"/>
                    </a:cubicBezTo>
                    <a:cubicBezTo>
                      <a:pt x="12039" y="501"/>
                      <a:pt x="12039" y="501"/>
                      <a:pt x="12039" y="501"/>
                    </a:cubicBezTo>
                    <a:cubicBezTo>
                      <a:pt x="12039" y="429"/>
                      <a:pt x="12039" y="429"/>
                      <a:pt x="12039" y="429"/>
                    </a:cubicBezTo>
                    <a:cubicBezTo>
                      <a:pt x="12039" y="358"/>
                      <a:pt x="12039" y="358"/>
                      <a:pt x="12039" y="358"/>
                    </a:cubicBezTo>
                    <a:cubicBezTo>
                      <a:pt x="12039" y="286"/>
                      <a:pt x="12039" y="286"/>
                      <a:pt x="12039" y="286"/>
                    </a:cubicBezTo>
                    <a:close/>
                    <a:moveTo>
                      <a:pt x="12753" y="715"/>
                    </a:moveTo>
                    <a:cubicBezTo>
                      <a:pt x="12753" y="786"/>
                      <a:pt x="12753" y="786"/>
                      <a:pt x="12753" y="786"/>
                    </a:cubicBezTo>
                    <a:cubicBezTo>
                      <a:pt x="12753" y="858"/>
                      <a:pt x="12753" y="858"/>
                      <a:pt x="12753" y="858"/>
                    </a:cubicBezTo>
                    <a:cubicBezTo>
                      <a:pt x="12825" y="786"/>
                      <a:pt x="12825" y="786"/>
                      <a:pt x="12825" y="786"/>
                    </a:cubicBezTo>
                    <a:cubicBezTo>
                      <a:pt x="12753" y="715"/>
                      <a:pt x="12753" y="715"/>
                      <a:pt x="12753" y="715"/>
                    </a:cubicBezTo>
                    <a:close/>
                    <a:moveTo>
                      <a:pt x="11754" y="643"/>
                    </a:moveTo>
                    <a:cubicBezTo>
                      <a:pt x="11682" y="715"/>
                      <a:pt x="11682" y="715"/>
                      <a:pt x="11682" y="715"/>
                    </a:cubicBezTo>
                    <a:cubicBezTo>
                      <a:pt x="11682" y="786"/>
                      <a:pt x="11682" y="786"/>
                      <a:pt x="11682" y="786"/>
                    </a:cubicBezTo>
                    <a:cubicBezTo>
                      <a:pt x="11682" y="929"/>
                      <a:pt x="11682" y="929"/>
                      <a:pt x="11682" y="929"/>
                    </a:cubicBezTo>
                    <a:lnTo>
                      <a:pt x="11825" y="929"/>
                    </a:lnTo>
                    <a:cubicBezTo>
                      <a:pt x="11896" y="786"/>
                      <a:pt x="11896" y="786"/>
                      <a:pt x="11896" y="786"/>
                    </a:cubicBezTo>
                    <a:cubicBezTo>
                      <a:pt x="11896" y="715"/>
                      <a:pt x="11896" y="715"/>
                      <a:pt x="11896" y="715"/>
                    </a:cubicBezTo>
                    <a:cubicBezTo>
                      <a:pt x="11896" y="643"/>
                      <a:pt x="11896" y="643"/>
                      <a:pt x="11896" y="643"/>
                    </a:cubicBezTo>
                    <a:close/>
                    <a:moveTo>
                      <a:pt x="1741" y="12120"/>
                    </a:moveTo>
                    <a:cubicBezTo>
                      <a:pt x="1718" y="12120"/>
                      <a:pt x="1700" y="12125"/>
                      <a:pt x="1686" y="12139"/>
                    </a:cubicBezTo>
                    <a:cubicBezTo>
                      <a:pt x="1543" y="12210"/>
                      <a:pt x="1472" y="12496"/>
                      <a:pt x="1686" y="12496"/>
                    </a:cubicBezTo>
                    <a:cubicBezTo>
                      <a:pt x="1686" y="12496"/>
                      <a:pt x="1829" y="12425"/>
                      <a:pt x="1900" y="12425"/>
                    </a:cubicBezTo>
                    <a:cubicBezTo>
                      <a:pt x="2043" y="12425"/>
                      <a:pt x="2114" y="12567"/>
                      <a:pt x="2257" y="12567"/>
                    </a:cubicBezTo>
                    <a:cubicBezTo>
                      <a:pt x="2471" y="12567"/>
                      <a:pt x="2686" y="12639"/>
                      <a:pt x="2900" y="12710"/>
                    </a:cubicBezTo>
                    <a:cubicBezTo>
                      <a:pt x="2995" y="12710"/>
                      <a:pt x="3027" y="12742"/>
                      <a:pt x="3058" y="12742"/>
                    </a:cubicBezTo>
                    <a:cubicBezTo>
                      <a:pt x="3074" y="12742"/>
                      <a:pt x="3090" y="12734"/>
                      <a:pt x="3114" y="12710"/>
                    </a:cubicBezTo>
                    <a:cubicBezTo>
                      <a:pt x="3114" y="12639"/>
                      <a:pt x="3043" y="12639"/>
                      <a:pt x="2971" y="12639"/>
                    </a:cubicBezTo>
                    <a:cubicBezTo>
                      <a:pt x="2900" y="12496"/>
                      <a:pt x="2686" y="12425"/>
                      <a:pt x="2543" y="12353"/>
                    </a:cubicBezTo>
                    <a:cubicBezTo>
                      <a:pt x="2400" y="12282"/>
                      <a:pt x="2186" y="12282"/>
                      <a:pt x="2043" y="12282"/>
                    </a:cubicBezTo>
                    <a:cubicBezTo>
                      <a:pt x="1985" y="12224"/>
                      <a:pt x="1834" y="12120"/>
                      <a:pt x="1741" y="12120"/>
                    </a:cubicBezTo>
                    <a:close/>
                    <a:moveTo>
                      <a:pt x="14738" y="4176"/>
                    </a:moveTo>
                    <a:cubicBezTo>
                      <a:pt x="14259" y="4176"/>
                      <a:pt x="13732" y="4343"/>
                      <a:pt x="13467" y="4570"/>
                    </a:cubicBezTo>
                    <a:cubicBezTo>
                      <a:pt x="13253" y="4785"/>
                      <a:pt x="13182" y="5070"/>
                      <a:pt x="13182" y="5356"/>
                    </a:cubicBezTo>
                    <a:cubicBezTo>
                      <a:pt x="13110" y="5856"/>
                      <a:pt x="12896" y="6213"/>
                      <a:pt x="12682" y="6713"/>
                    </a:cubicBezTo>
                    <a:cubicBezTo>
                      <a:pt x="12374" y="7226"/>
                      <a:pt x="11918" y="7628"/>
                      <a:pt x="11421" y="7628"/>
                    </a:cubicBezTo>
                    <a:cubicBezTo>
                      <a:pt x="11227" y="7628"/>
                      <a:pt x="11026" y="7567"/>
                      <a:pt x="10825" y="7427"/>
                    </a:cubicBezTo>
                    <a:cubicBezTo>
                      <a:pt x="10540" y="7355"/>
                      <a:pt x="10397" y="7141"/>
                      <a:pt x="10183" y="7070"/>
                    </a:cubicBezTo>
                    <a:cubicBezTo>
                      <a:pt x="9826" y="7141"/>
                      <a:pt x="9540" y="7355"/>
                      <a:pt x="9183" y="7355"/>
                    </a:cubicBezTo>
                    <a:cubicBezTo>
                      <a:pt x="9095" y="7365"/>
                      <a:pt x="9010" y="7369"/>
                      <a:pt x="8927" y="7369"/>
                    </a:cubicBezTo>
                    <a:cubicBezTo>
                      <a:pt x="8403" y="7369"/>
                      <a:pt x="7963" y="7193"/>
                      <a:pt x="7470" y="7070"/>
                    </a:cubicBezTo>
                    <a:cubicBezTo>
                      <a:pt x="7041" y="6927"/>
                      <a:pt x="6470" y="6927"/>
                      <a:pt x="5970" y="6784"/>
                    </a:cubicBezTo>
                    <a:cubicBezTo>
                      <a:pt x="5929" y="6770"/>
                      <a:pt x="5891" y="6764"/>
                      <a:pt x="5855" y="6764"/>
                    </a:cubicBezTo>
                    <a:cubicBezTo>
                      <a:pt x="5701" y="6764"/>
                      <a:pt x="5586" y="6869"/>
                      <a:pt x="5470" y="6927"/>
                    </a:cubicBezTo>
                    <a:cubicBezTo>
                      <a:pt x="5255" y="7034"/>
                      <a:pt x="5029" y="7071"/>
                      <a:pt x="4805" y="7071"/>
                    </a:cubicBezTo>
                    <a:cubicBezTo>
                      <a:pt x="4435" y="7071"/>
                      <a:pt x="4068" y="6971"/>
                      <a:pt x="3757" y="6927"/>
                    </a:cubicBezTo>
                    <a:cubicBezTo>
                      <a:pt x="3471" y="6855"/>
                      <a:pt x="3185" y="6641"/>
                      <a:pt x="2971" y="6641"/>
                    </a:cubicBezTo>
                    <a:cubicBezTo>
                      <a:pt x="2952" y="6635"/>
                      <a:pt x="2932" y="6632"/>
                      <a:pt x="2914" y="6632"/>
                    </a:cubicBezTo>
                    <a:cubicBezTo>
                      <a:pt x="2748" y="6632"/>
                      <a:pt x="2617" y="6865"/>
                      <a:pt x="2404" y="6865"/>
                    </a:cubicBezTo>
                    <a:cubicBezTo>
                      <a:pt x="2380" y="6865"/>
                      <a:pt x="2355" y="6862"/>
                      <a:pt x="2329" y="6855"/>
                    </a:cubicBezTo>
                    <a:cubicBezTo>
                      <a:pt x="2250" y="6829"/>
                      <a:pt x="2181" y="6813"/>
                      <a:pt x="2119" y="6813"/>
                    </a:cubicBezTo>
                    <a:cubicBezTo>
                      <a:pt x="2010" y="6813"/>
                      <a:pt x="1919" y="6862"/>
                      <a:pt x="1829" y="6998"/>
                    </a:cubicBezTo>
                    <a:cubicBezTo>
                      <a:pt x="1472" y="7355"/>
                      <a:pt x="1543" y="7855"/>
                      <a:pt x="1400" y="8283"/>
                    </a:cubicBezTo>
                    <a:cubicBezTo>
                      <a:pt x="1258" y="8569"/>
                      <a:pt x="901" y="8712"/>
                      <a:pt x="615" y="8712"/>
                    </a:cubicBezTo>
                    <a:cubicBezTo>
                      <a:pt x="258" y="8712"/>
                      <a:pt x="44" y="8997"/>
                      <a:pt x="44" y="9283"/>
                    </a:cubicBezTo>
                    <a:cubicBezTo>
                      <a:pt x="-170" y="9997"/>
                      <a:pt x="472" y="9854"/>
                      <a:pt x="829" y="10283"/>
                    </a:cubicBezTo>
                    <a:cubicBezTo>
                      <a:pt x="1043" y="10640"/>
                      <a:pt x="1115" y="11139"/>
                      <a:pt x="1115" y="11496"/>
                    </a:cubicBezTo>
                    <a:cubicBezTo>
                      <a:pt x="1115" y="11711"/>
                      <a:pt x="1329" y="11925"/>
                      <a:pt x="1472" y="11925"/>
                    </a:cubicBezTo>
                    <a:cubicBezTo>
                      <a:pt x="1600" y="11925"/>
                      <a:pt x="1729" y="11848"/>
                      <a:pt x="1842" y="11848"/>
                    </a:cubicBezTo>
                    <a:cubicBezTo>
                      <a:pt x="1917" y="11848"/>
                      <a:pt x="1986" y="11882"/>
                      <a:pt x="2043" y="11996"/>
                    </a:cubicBezTo>
                    <a:cubicBezTo>
                      <a:pt x="2186" y="12210"/>
                      <a:pt x="2543" y="12353"/>
                      <a:pt x="2900" y="12353"/>
                    </a:cubicBezTo>
                    <a:cubicBezTo>
                      <a:pt x="3152" y="12269"/>
                      <a:pt x="3404" y="12240"/>
                      <a:pt x="3661" y="12240"/>
                    </a:cubicBezTo>
                    <a:cubicBezTo>
                      <a:pt x="4058" y="12240"/>
                      <a:pt x="4465" y="12310"/>
                      <a:pt x="4899" y="12353"/>
                    </a:cubicBezTo>
                    <a:cubicBezTo>
                      <a:pt x="5185" y="12353"/>
                      <a:pt x="5256" y="12639"/>
                      <a:pt x="5542" y="12710"/>
                    </a:cubicBezTo>
                    <a:cubicBezTo>
                      <a:pt x="5621" y="12706"/>
                      <a:pt x="5701" y="12703"/>
                      <a:pt x="5780" y="12703"/>
                    </a:cubicBezTo>
                    <a:cubicBezTo>
                      <a:pt x="6906" y="12703"/>
                      <a:pt x="7973" y="13153"/>
                      <a:pt x="9040" y="13353"/>
                    </a:cubicBezTo>
                    <a:cubicBezTo>
                      <a:pt x="9072" y="13359"/>
                      <a:pt x="9101" y="13362"/>
                      <a:pt x="9129" y="13362"/>
                    </a:cubicBezTo>
                    <a:cubicBezTo>
                      <a:pt x="9411" y="13362"/>
                      <a:pt x="9481" y="13048"/>
                      <a:pt x="9612" y="12853"/>
                    </a:cubicBezTo>
                    <a:cubicBezTo>
                      <a:pt x="9812" y="12586"/>
                      <a:pt x="9825" y="12132"/>
                      <a:pt x="10175" y="12132"/>
                    </a:cubicBezTo>
                    <a:cubicBezTo>
                      <a:pt x="10200" y="12132"/>
                      <a:pt x="10226" y="12134"/>
                      <a:pt x="10254" y="12139"/>
                    </a:cubicBezTo>
                    <a:cubicBezTo>
                      <a:pt x="10426" y="12139"/>
                      <a:pt x="10551" y="12230"/>
                      <a:pt x="10668" y="12230"/>
                    </a:cubicBezTo>
                    <a:cubicBezTo>
                      <a:pt x="10697" y="12230"/>
                      <a:pt x="10725" y="12225"/>
                      <a:pt x="10754" y="12210"/>
                    </a:cubicBezTo>
                    <a:cubicBezTo>
                      <a:pt x="11040" y="12068"/>
                      <a:pt x="11325" y="11711"/>
                      <a:pt x="11682" y="11568"/>
                    </a:cubicBezTo>
                    <a:cubicBezTo>
                      <a:pt x="11696" y="11563"/>
                      <a:pt x="11710" y="11561"/>
                      <a:pt x="11722" y="11561"/>
                    </a:cubicBezTo>
                    <a:cubicBezTo>
                      <a:pt x="11897" y="11561"/>
                      <a:pt x="11901" y="12006"/>
                      <a:pt x="11968" y="12139"/>
                    </a:cubicBezTo>
                    <a:cubicBezTo>
                      <a:pt x="12253" y="13781"/>
                      <a:pt x="13967" y="12353"/>
                      <a:pt x="13967" y="13781"/>
                    </a:cubicBezTo>
                    <a:cubicBezTo>
                      <a:pt x="14038" y="14210"/>
                      <a:pt x="13896" y="14709"/>
                      <a:pt x="14181" y="15066"/>
                    </a:cubicBezTo>
                    <a:cubicBezTo>
                      <a:pt x="14324" y="15281"/>
                      <a:pt x="14395" y="15495"/>
                      <a:pt x="14681" y="15495"/>
                    </a:cubicBezTo>
                    <a:cubicBezTo>
                      <a:pt x="14713" y="15501"/>
                      <a:pt x="14741" y="15504"/>
                      <a:pt x="14766" y="15504"/>
                    </a:cubicBezTo>
                    <a:cubicBezTo>
                      <a:pt x="15027" y="15504"/>
                      <a:pt x="14979" y="15190"/>
                      <a:pt x="15110" y="14995"/>
                    </a:cubicBezTo>
                    <a:cubicBezTo>
                      <a:pt x="15324" y="14638"/>
                      <a:pt x="15609" y="14424"/>
                      <a:pt x="15966" y="14210"/>
                    </a:cubicBezTo>
                    <a:cubicBezTo>
                      <a:pt x="16252" y="13995"/>
                      <a:pt x="16538" y="13853"/>
                      <a:pt x="16823" y="13853"/>
                    </a:cubicBezTo>
                    <a:cubicBezTo>
                      <a:pt x="16895" y="13781"/>
                      <a:pt x="16966" y="13781"/>
                      <a:pt x="16966" y="13710"/>
                    </a:cubicBezTo>
                    <a:cubicBezTo>
                      <a:pt x="17180" y="13496"/>
                      <a:pt x="17252" y="12996"/>
                      <a:pt x="17180" y="12782"/>
                    </a:cubicBezTo>
                    <a:cubicBezTo>
                      <a:pt x="17037" y="12425"/>
                      <a:pt x="16466" y="12425"/>
                      <a:pt x="16466" y="11996"/>
                    </a:cubicBezTo>
                    <a:cubicBezTo>
                      <a:pt x="16538" y="11925"/>
                      <a:pt x="16609" y="11639"/>
                      <a:pt x="16538" y="11496"/>
                    </a:cubicBezTo>
                    <a:cubicBezTo>
                      <a:pt x="16395" y="11068"/>
                      <a:pt x="16609" y="10568"/>
                      <a:pt x="16538" y="10140"/>
                    </a:cubicBezTo>
                    <a:cubicBezTo>
                      <a:pt x="16538" y="9997"/>
                      <a:pt x="16538" y="9854"/>
                      <a:pt x="16609" y="9711"/>
                    </a:cubicBezTo>
                    <a:cubicBezTo>
                      <a:pt x="16661" y="9556"/>
                      <a:pt x="16769" y="9504"/>
                      <a:pt x="16902" y="9504"/>
                    </a:cubicBezTo>
                    <a:cubicBezTo>
                      <a:pt x="17137" y="9504"/>
                      <a:pt x="17452" y="9666"/>
                      <a:pt x="17680" y="9711"/>
                    </a:cubicBezTo>
                    <a:cubicBezTo>
                      <a:pt x="17769" y="9741"/>
                      <a:pt x="17845" y="9758"/>
                      <a:pt x="17914" y="9758"/>
                    </a:cubicBezTo>
                    <a:cubicBezTo>
                      <a:pt x="18012" y="9758"/>
                      <a:pt x="18096" y="9724"/>
                      <a:pt x="18180" y="9640"/>
                    </a:cubicBezTo>
                    <a:cubicBezTo>
                      <a:pt x="18465" y="9354"/>
                      <a:pt x="18894" y="9140"/>
                      <a:pt x="19037" y="8783"/>
                    </a:cubicBezTo>
                    <a:cubicBezTo>
                      <a:pt x="19108" y="8069"/>
                      <a:pt x="18965" y="7141"/>
                      <a:pt x="19322" y="6427"/>
                    </a:cubicBezTo>
                    <a:cubicBezTo>
                      <a:pt x="19394" y="6356"/>
                      <a:pt x="19465" y="6213"/>
                      <a:pt x="19394" y="6141"/>
                    </a:cubicBezTo>
                    <a:cubicBezTo>
                      <a:pt x="19254" y="5861"/>
                      <a:pt x="18901" y="5612"/>
                      <a:pt x="18553" y="5612"/>
                    </a:cubicBezTo>
                    <a:cubicBezTo>
                      <a:pt x="18368" y="5612"/>
                      <a:pt x="18186" y="5682"/>
                      <a:pt x="18037" y="5856"/>
                    </a:cubicBezTo>
                    <a:cubicBezTo>
                      <a:pt x="17875" y="5985"/>
                      <a:pt x="17655" y="6027"/>
                      <a:pt x="17416" y="6027"/>
                    </a:cubicBezTo>
                    <a:cubicBezTo>
                      <a:pt x="17127" y="6027"/>
                      <a:pt x="16811" y="5966"/>
                      <a:pt x="16538" y="5927"/>
                    </a:cubicBezTo>
                    <a:cubicBezTo>
                      <a:pt x="16395" y="5927"/>
                      <a:pt x="16323" y="5927"/>
                      <a:pt x="16252" y="5856"/>
                    </a:cubicBezTo>
                    <a:cubicBezTo>
                      <a:pt x="15895" y="5641"/>
                      <a:pt x="15895" y="5070"/>
                      <a:pt x="15681" y="4642"/>
                    </a:cubicBezTo>
                    <a:cubicBezTo>
                      <a:pt x="15547" y="4307"/>
                      <a:pt x="15161" y="4176"/>
                      <a:pt x="14738" y="41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59"/>
              <p:cNvSpPr/>
              <p:nvPr/>
            </p:nvSpPr>
            <p:spPr>
              <a:xfrm>
                <a:off x="2341600" y="3350150"/>
                <a:ext cx="485600" cy="387625"/>
              </a:xfrm>
              <a:custGeom>
                <a:rect b="b" l="l" r="r" t="t"/>
                <a:pathLst>
                  <a:path extrusionOk="0" fill="none" h="15505" w="19424">
                    <a:moveTo>
                      <a:pt x="11968" y="501"/>
                    </a:moveTo>
                    <a:cubicBezTo>
                      <a:pt x="11968" y="572"/>
                      <a:pt x="11968" y="572"/>
                      <a:pt x="11968" y="572"/>
                    </a:cubicBezTo>
                    <a:cubicBezTo>
                      <a:pt x="11968" y="501"/>
                      <a:pt x="11968" y="501"/>
                      <a:pt x="11968" y="501"/>
                    </a:cubicBezTo>
                    <a:cubicBezTo>
                      <a:pt x="11968" y="501"/>
                      <a:pt x="11968" y="501"/>
                      <a:pt x="11968" y="501"/>
                    </a:cubicBezTo>
                    <a:cubicBezTo>
                      <a:pt x="11968" y="501"/>
                      <a:pt x="11968" y="501"/>
                      <a:pt x="11968" y="501"/>
                    </a:cubicBezTo>
                    <a:cubicBezTo>
                      <a:pt x="12039" y="572"/>
                      <a:pt x="12039" y="572"/>
                      <a:pt x="12039" y="572"/>
                    </a:cubicBezTo>
                    <a:cubicBezTo>
                      <a:pt x="11968" y="643"/>
                      <a:pt x="11968" y="643"/>
                      <a:pt x="11968" y="643"/>
                    </a:cubicBezTo>
                    <a:cubicBezTo>
                      <a:pt x="11968" y="643"/>
                      <a:pt x="11968" y="643"/>
                      <a:pt x="11968" y="643"/>
                    </a:cubicBezTo>
                    <a:cubicBezTo>
                      <a:pt x="12039" y="643"/>
                      <a:pt x="12039" y="643"/>
                      <a:pt x="12039" y="643"/>
                    </a:cubicBezTo>
                    <a:cubicBezTo>
                      <a:pt x="12039" y="643"/>
                      <a:pt x="12039" y="643"/>
                      <a:pt x="12039" y="643"/>
                    </a:cubicBezTo>
                    <a:cubicBezTo>
                      <a:pt x="12039" y="643"/>
                      <a:pt x="12039" y="643"/>
                      <a:pt x="12039" y="643"/>
                    </a:cubicBezTo>
                    <a:cubicBezTo>
                      <a:pt x="12111" y="572"/>
                      <a:pt x="12111" y="572"/>
                      <a:pt x="12111" y="572"/>
                    </a:cubicBezTo>
                    <a:cubicBezTo>
                      <a:pt x="12111" y="572"/>
                      <a:pt x="12111" y="572"/>
                      <a:pt x="12111" y="572"/>
                    </a:cubicBezTo>
                    <a:cubicBezTo>
                      <a:pt x="12039" y="501"/>
                      <a:pt x="12039" y="501"/>
                      <a:pt x="12039" y="501"/>
                    </a:cubicBezTo>
                    <a:cubicBezTo>
                      <a:pt x="12039" y="501"/>
                      <a:pt x="12039" y="501"/>
                      <a:pt x="12039" y="501"/>
                    </a:cubicBezTo>
                    <a:cubicBezTo>
                      <a:pt x="12039" y="429"/>
                      <a:pt x="12039" y="429"/>
                      <a:pt x="12039" y="429"/>
                    </a:cubicBezTo>
                    <a:cubicBezTo>
                      <a:pt x="12039" y="358"/>
                      <a:pt x="12039" y="358"/>
                      <a:pt x="12039" y="358"/>
                    </a:cubicBezTo>
                    <a:cubicBezTo>
                      <a:pt x="12039" y="286"/>
                      <a:pt x="12039" y="286"/>
                      <a:pt x="12039" y="286"/>
                    </a:cubicBezTo>
                    <a:cubicBezTo>
                      <a:pt x="11968" y="358"/>
                      <a:pt x="11968" y="358"/>
                      <a:pt x="11968" y="358"/>
                    </a:cubicBezTo>
                    <a:cubicBezTo>
                      <a:pt x="11825" y="501"/>
                      <a:pt x="11825" y="501"/>
                      <a:pt x="11825" y="501"/>
                    </a:cubicBezTo>
                    <a:cubicBezTo>
                      <a:pt x="11825" y="572"/>
                      <a:pt x="11825" y="572"/>
                      <a:pt x="11825" y="572"/>
                    </a:cubicBezTo>
                    <a:cubicBezTo>
                      <a:pt x="11896" y="501"/>
                      <a:pt x="11896" y="501"/>
                      <a:pt x="11896" y="501"/>
                    </a:cubicBezTo>
                    <a:close/>
                    <a:moveTo>
                      <a:pt x="11611" y="72"/>
                    </a:moveTo>
                    <a:cubicBezTo>
                      <a:pt x="11539" y="72"/>
                      <a:pt x="11539" y="72"/>
                      <a:pt x="11539" y="72"/>
                    </a:cubicBezTo>
                    <a:cubicBezTo>
                      <a:pt x="11539" y="72"/>
                      <a:pt x="11539" y="72"/>
                      <a:pt x="11539" y="72"/>
                    </a:cubicBezTo>
                    <a:cubicBezTo>
                      <a:pt x="11539" y="144"/>
                      <a:pt x="11539" y="144"/>
                      <a:pt x="11539" y="144"/>
                    </a:cubicBezTo>
                    <a:close/>
                    <a:moveTo>
                      <a:pt x="11682" y="786"/>
                    </a:moveTo>
                    <a:cubicBezTo>
                      <a:pt x="11682" y="929"/>
                      <a:pt x="11682" y="929"/>
                      <a:pt x="11682" y="929"/>
                    </a:cubicBezTo>
                    <a:cubicBezTo>
                      <a:pt x="11754" y="929"/>
                      <a:pt x="11754" y="929"/>
                      <a:pt x="11754" y="929"/>
                    </a:cubicBezTo>
                    <a:cubicBezTo>
                      <a:pt x="11825" y="929"/>
                      <a:pt x="11825" y="929"/>
                      <a:pt x="11825" y="929"/>
                    </a:cubicBezTo>
                    <a:cubicBezTo>
                      <a:pt x="11896" y="786"/>
                      <a:pt x="11896" y="786"/>
                      <a:pt x="11896" y="786"/>
                    </a:cubicBezTo>
                    <a:cubicBezTo>
                      <a:pt x="11896" y="715"/>
                      <a:pt x="11896" y="715"/>
                      <a:pt x="11896" y="715"/>
                    </a:cubicBezTo>
                    <a:cubicBezTo>
                      <a:pt x="11896" y="643"/>
                      <a:pt x="11896" y="643"/>
                      <a:pt x="11896" y="643"/>
                    </a:cubicBezTo>
                    <a:cubicBezTo>
                      <a:pt x="11754" y="643"/>
                      <a:pt x="11754" y="643"/>
                      <a:pt x="11754" y="643"/>
                    </a:cubicBezTo>
                    <a:cubicBezTo>
                      <a:pt x="11682" y="715"/>
                      <a:pt x="11682" y="715"/>
                      <a:pt x="11682" y="715"/>
                    </a:cubicBezTo>
                    <a:cubicBezTo>
                      <a:pt x="11682" y="786"/>
                      <a:pt x="11682" y="786"/>
                      <a:pt x="11682" y="786"/>
                    </a:cubicBezTo>
                    <a:close/>
                    <a:moveTo>
                      <a:pt x="12753" y="858"/>
                    </a:moveTo>
                    <a:cubicBezTo>
                      <a:pt x="12825" y="786"/>
                      <a:pt x="12825" y="786"/>
                      <a:pt x="12825" y="786"/>
                    </a:cubicBezTo>
                    <a:cubicBezTo>
                      <a:pt x="12753" y="715"/>
                      <a:pt x="12753" y="715"/>
                      <a:pt x="12753" y="715"/>
                    </a:cubicBezTo>
                    <a:cubicBezTo>
                      <a:pt x="12753" y="715"/>
                      <a:pt x="12753" y="715"/>
                      <a:pt x="12753" y="715"/>
                    </a:cubicBezTo>
                    <a:cubicBezTo>
                      <a:pt x="12753" y="786"/>
                      <a:pt x="12753" y="786"/>
                      <a:pt x="12753" y="786"/>
                    </a:cubicBezTo>
                    <a:cubicBezTo>
                      <a:pt x="12753" y="786"/>
                      <a:pt x="12753" y="786"/>
                      <a:pt x="12753" y="786"/>
                    </a:cubicBezTo>
                    <a:cubicBezTo>
                      <a:pt x="12753" y="858"/>
                      <a:pt x="12753" y="858"/>
                      <a:pt x="12753" y="858"/>
                    </a:cubicBezTo>
                    <a:close/>
                    <a:moveTo>
                      <a:pt x="19394" y="6141"/>
                    </a:moveTo>
                    <a:cubicBezTo>
                      <a:pt x="19179" y="5713"/>
                      <a:pt x="18465" y="5356"/>
                      <a:pt x="18037" y="5856"/>
                    </a:cubicBezTo>
                    <a:cubicBezTo>
                      <a:pt x="17680" y="6141"/>
                      <a:pt x="17037" y="5998"/>
                      <a:pt x="16538" y="5927"/>
                    </a:cubicBezTo>
                    <a:cubicBezTo>
                      <a:pt x="16395" y="5927"/>
                      <a:pt x="16323" y="5927"/>
                      <a:pt x="16252" y="5856"/>
                    </a:cubicBezTo>
                    <a:cubicBezTo>
                      <a:pt x="15895" y="5641"/>
                      <a:pt x="15895" y="5070"/>
                      <a:pt x="15681" y="4642"/>
                    </a:cubicBezTo>
                    <a:cubicBezTo>
                      <a:pt x="15395" y="3928"/>
                      <a:pt x="13967" y="4142"/>
                      <a:pt x="13467" y="4570"/>
                    </a:cubicBezTo>
                    <a:cubicBezTo>
                      <a:pt x="13253" y="4785"/>
                      <a:pt x="13182" y="5070"/>
                      <a:pt x="13182" y="5356"/>
                    </a:cubicBezTo>
                    <a:cubicBezTo>
                      <a:pt x="13110" y="5856"/>
                      <a:pt x="12896" y="6213"/>
                      <a:pt x="12682" y="6713"/>
                    </a:cubicBezTo>
                    <a:cubicBezTo>
                      <a:pt x="12253" y="7427"/>
                      <a:pt x="11539" y="7926"/>
                      <a:pt x="10825" y="7427"/>
                    </a:cubicBezTo>
                    <a:cubicBezTo>
                      <a:pt x="10540" y="7355"/>
                      <a:pt x="10397" y="7141"/>
                      <a:pt x="10183" y="7070"/>
                    </a:cubicBezTo>
                    <a:cubicBezTo>
                      <a:pt x="9826" y="7141"/>
                      <a:pt x="9540" y="7355"/>
                      <a:pt x="9183" y="7355"/>
                    </a:cubicBezTo>
                    <a:cubicBezTo>
                      <a:pt x="8541" y="7427"/>
                      <a:pt x="8041" y="7212"/>
                      <a:pt x="7470" y="7070"/>
                    </a:cubicBezTo>
                    <a:cubicBezTo>
                      <a:pt x="7041" y="6927"/>
                      <a:pt x="6470" y="6927"/>
                      <a:pt x="5970" y="6784"/>
                    </a:cubicBezTo>
                    <a:cubicBezTo>
                      <a:pt x="5756" y="6713"/>
                      <a:pt x="5613" y="6855"/>
                      <a:pt x="5470" y="6927"/>
                    </a:cubicBezTo>
                    <a:cubicBezTo>
                      <a:pt x="4899" y="7212"/>
                      <a:pt x="4256" y="6998"/>
                      <a:pt x="3757" y="6927"/>
                    </a:cubicBezTo>
                    <a:cubicBezTo>
                      <a:pt x="3471" y="6855"/>
                      <a:pt x="3185" y="6641"/>
                      <a:pt x="2971" y="6641"/>
                    </a:cubicBezTo>
                    <a:cubicBezTo>
                      <a:pt x="2757" y="6570"/>
                      <a:pt x="2614" y="6927"/>
                      <a:pt x="2329" y="6855"/>
                    </a:cubicBezTo>
                    <a:cubicBezTo>
                      <a:pt x="2114" y="6784"/>
                      <a:pt x="1972" y="6784"/>
                      <a:pt x="1829" y="6998"/>
                    </a:cubicBezTo>
                    <a:cubicBezTo>
                      <a:pt x="1472" y="7355"/>
                      <a:pt x="1543" y="7855"/>
                      <a:pt x="1400" y="8283"/>
                    </a:cubicBezTo>
                    <a:cubicBezTo>
                      <a:pt x="1258" y="8569"/>
                      <a:pt x="901" y="8712"/>
                      <a:pt x="615" y="8712"/>
                    </a:cubicBezTo>
                    <a:cubicBezTo>
                      <a:pt x="258" y="8712"/>
                      <a:pt x="44" y="8997"/>
                      <a:pt x="44" y="9283"/>
                    </a:cubicBezTo>
                    <a:cubicBezTo>
                      <a:pt x="-170" y="9997"/>
                      <a:pt x="472" y="9854"/>
                      <a:pt x="829" y="10283"/>
                    </a:cubicBezTo>
                    <a:cubicBezTo>
                      <a:pt x="1043" y="10640"/>
                      <a:pt x="1115" y="11139"/>
                      <a:pt x="1115" y="11496"/>
                    </a:cubicBezTo>
                    <a:cubicBezTo>
                      <a:pt x="1115" y="11711"/>
                      <a:pt x="1329" y="11925"/>
                      <a:pt x="1472" y="11925"/>
                    </a:cubicBezTo>
                    <a:cubicBezTo>
                      <a:pt x="1686" y="11925"/>
                      <a:pt x="1900" y="11711"/>
                      <a:pt x="2043" y="11996"/>
                    </a:cubicBezTo>
                    <a:cubicBezTo>
                      <a:pt x="2186" y="12210"/>
                      <a:pt x="2543" y="12353"/>
                      <a:pt x="2900" y="12353"/>
                    </a:cubicBezTo>
                    <a:cubicBezTo>
                      <a:pt x="3542" y="12139"/>
                      <a:pt x="4185" y="12282"/>
                      <a:pt x="4899" y="12353"/>
                    </a:cubicBezTo>
                    <a:cubicBezTo>
                      <a:pt x="5185" y="12353"/>
                      <a:pt x="5256" y="12639"/>
                      <a:pt x="5542" y="12710"/>
                    </a:cubicBezTo>
                    <a:cubicBezTo>
                      <a:pt x="6755" y="12639"/>
                      <a:pt x="7898" y="13139"/>
                      <a:pt x="9040" y="13353"/>
                    </a:cubicBezTo>
                    <a:cubicBezTo>
                      <a:pt x="9397" y="13424"/>
                      <a:pt x="9469" y="13067"/>
                      <a:pt x="9612" y="12853"/>
                    </a:cubicBezTo>
                    <a:cubicBezTo>
                      <a:pt x="9826" y="12567"/>
                      <a:pt x="9826" y="12068"/>
                      <a:pt x="10254" y="12139"/>
                    </a:cubicBezTo>
                    <a:cubicBezTo>
                      <a:pt x="10468" y="12139"/>
                      <a:pt x="10611" y="12282"/>
                      <a:pt x="10754" y="12210"/>
                    </a:cubicBezTo>
                    <a:cubicBezTo>
                      <a:pt x="11040" y="12068"/>
                      <a:pt x="11325" y="11711"/>
                      <a:pt x="11682" y="11568"/>
                    </a:cubicBezTo>
                    <a:cubicBezTo>
                      <a:pt x="11896" y="11496"/>
                      <a:pt x="11896" y="11996"/>
                      <a:pt x="11968" y="12139"/>
                    </a:cubicBezTo>
                    <a:cubicBezTo>
                      <a:pt x="12253" y="13781"/>
                      <a:pt x="13967" y="12353"/>
                      <a:pt x="13967" y="13781"/>
                    </a:cubicBezTo>
                    <a:cubicBezTo>
                      <a:pt x="14038" y="14210"/>
                      <a:pt x="13896" y="14709"/>
                      <a:pt x="14181" y="15066"/>
                    </a:cubicBezTo>
                    <a:cubicBezTo>
                      <a:pt x="14324" y="15281"/>
                      <a:pt x="14395" y="15495"/>
                      <a:pt x="14681" y="15495"/>
                    </a:cubicBezTo>
                    <a:cubicBezTo>
                      <a:pt x="15038" y="15566"/>
                      <a:pt x="14967" y="15209"/>
                      <a:pt x="15110" y="14995"/>
                    </a:cubicBezTo>
                    <a:cubicBezTo>
                      <a:pt x="15324" y="14638"/>
                      <a:pt x="15609" y="14424"/>
                      <a:pt x="15966" y="14210"/>
                    </a:cubicBezTo>
                    <a:cubicBezTo>
                      <a:pt x="16252" y="13995"/>
                      <a:pt x="16538" y="13853"/>
                      <a:pt x="16823" y="13853"/>
                    </a:cubicBezTo>
                    <a:cubicBezTo>
                      <a:pt x="16895" y="13781"/>
                      <a:pt x="16966" y="13781"/>
                      <a:pt x="16966" y="13710"/>
                    </a:cubicBezTo>
                    <a:cubicBezTo>
                      <a:pt x="17180" y="13496"/>
                      <a:pt x="17252" y="12996"/>
                      <a:pt x="17180" y="12782"/>
                    </a:cubicBezTo>
                    <a:cubicBezTo>
                      <a:pt x="17037" y="12425"/>
                      <a:pt x="16466" y="12425"/>
                      <a:pt x="16466" y="11996"/>
                    </a:cubicBezTo>
                    <a:cubicBezTo>
                      <a:pt x="16538" y="11925"/>
                      <a:pt x="16609" y="11639"/>
                      <a:pt x="16538" y="11496"/>
                    </a:cubicBezTo>
                    <a:cubicBezTo>
                      <a:pt x="16395" y="11068"/>
                      <a:pt x="16609" y="10568"/>
                      <a:pt x="16538" y="10140"/>
                    </a:cubicBezTo>
                    <a:cubicBezTo>
                      <a:pt x="16538" y="9997"/>
                      <a:pt x="16538" y="9854"/>
                      <a:pt x="16609" y="9711"/>
                    </a:cubicBezTo>
                    <a:cubicBezTo>
                      <a:pt x="16752" y="9283"/>
                      <a:pt x="17323" y="9640"/>
                      <a:pt x="17680" y="9711"/>
                    </a:cubicBezTo>
                    <a:cubicBezTo>
                      <a:pt x="17894" y="9783"/>
                      <a:pt x="18037" y="9783"/>
                      <a:pt x="18180" y="9640"/>
                    </a:cubicBezTo>
                    <a:cubicBezTo>
                      <a:pt x="18465" y="9354"/>
                      <a:pt x="18894" y="9140"/>
                      <a:pt x="19037" y="8783"/>
                    </a:cubicBezTo>
                    <a:cubicBezTo>
                      <a:pt x="19108" y="8069"/>
                      <a:pt x="18965" y="7141"/>
                      <a:pt x="19322" y="6427"/>
                    </a:cubicBezTo>
                    <a:cubicBezTo>
                      <a:pt x="19394" y="6356"/>
                      <a:pt x="19465" y="6213"/>
                      <a:pt x="19394" y="6141"/>
                    </a:cubicBezTo>
                    <a:close/>
                    <a:moveTo>
                      <a:pt x="10540" y="144"/>
                    </a:moveTo>
                    <a:cubicBezTo>
                      <a:pt x="10540" y="215"/>
                      <a:pt x="10540" y="215"/>
                      <a:pt x="10540" y="215"/>
                    </a:cubicBezTo>
                    <a:cubicBezTo>
                      <a:pt x="10611" y="215"/>
                      <a:pt x="10611" y="215"/>
                      <a:pt x="10611" y="215"/>
                    </a:cubicBezTo>
                    <a:cubicBezTo>
                      <a:pt x="10611" y="215"/>
                      <a:pt x="10611" y="215"/>
                      <a:pt x="10611" y="215"/>
                    </a:cubicBezTo>
                    <a:cubicBezTo>
                      <a:pt x="10611" y="144"/>
                      <a:pt x="10611" y="144"/>
                      <a:pt x="10611" y="144"/>
                    </a:cubicBezTo>
                    <a:cubicBezTo>
                      <a:pt x="10611" y="72"/>
                      <a:pt x="10611" y="72"/>
                      <a:pt x="10611" y="72"/>
                    </a:cubicBezTo>
                    <a:cubicBezTo>
                      <a:pt x="10611" y="1"/>
                      <a:pt x="10611" y="1"/>
                      <a:pt x="10611" y="1"/>
                    </a:cubicBezTo>
                    <a:cubicBezTo>
                      <a:pt x="10540" y="1"/>
                      <a:pt x="10540" y="1"/>
                      <a:pt x="10540" y="1"/>
                    </a:cubicBezTo>
                    <a:cubicBezTo>
                      <a:pt x="10540" y="72"/>
                      <a:pt x="10540" y="72"/>
                      <a:pt x="10540" y="72"/>
                    </a:cubicBezTo>
                    <a:cubicBezTo>
                      <a:pt x="10468" y="72"/>
                      <a:pt x="10468" y="72"/>
                      <a:pt x="10468" y="72"/>
                    </a:cubicBezTo>
                    <a:cubicBezTo>
                      <a:pt x="10468" y="144"/>
                      <a:pt x="10468" y="144"/>
                      <a:pt x="10468" y="144"/>
                    </a:cubicBezTo>
                    <a:close/>
                    <a:moveTo>
                      <a:pt x="2971" y="12639"/>
                    </a:moveTo>
                    <a:cubicBezTo>
                      <a:pt x="2900" y="12496"/>
                      <a:pt x="2686" y="12425"/>
                      <a:pt x="2543" y="12353"/>
                    </a:cubicBezTo>
                    <a:cubicBezTo>
                      <a:pt x="2400" y="12282"/>
                      <a:pt x="2186" y="12282"/>
                      <a:pt x="2043" y="12282"/>
                    </a:cubicBezTo>
                    <a:cubicBezTo>
                      <a:pt x="1972" y="12210"/>
                      <a:pt x="1757" y="12068"/>
                      <a:pt x="1686" y="12139"/>
                    </a:cubicBezTo>
                    <a:cubicBezTo>
                      <a:pt x="1543" y="12210"/>
                      <a:pt x="1472" y="12496"/>
                      <a:pt x="1686" y="12496"/>
                    </a:cubicBezTo>
                    <a:cubicBezTo>
                      <a:pt x="1686" y="12496"/>
                      <a:pt x="1829" y="12425"/>
                      <a:pt x="1900" y="12425"/>
                    </a:cubicBezTo>
                    <a:cubicBezTo>
                      <a:pt x="2043" y="12425"/>
                      <a:pt x="2114" y="12567"/>
                      <a:pt x="2257" y="12567"/>
                    </a:cubicBezTo>
                    <a:cubicBezTo>
                      <a:pt x="2471" y="12567"/>
                      <a:pt x="2686" y="12639"/>
                      <a:pt x="2900" y="12710"/>
                    </a:cubicBezTo>
                    <a:cubicBezTo>
                      <a:pt x="3043" y="12710"/>
                      <a:pt x="3043" y="12782"/>
                      <a:pt x="3114" y="12710"/>
                    </a:cubicBezTo>
                    <a:cubicBezTo>
                      <a:pt x="3114" y="12639"/>
                      <a:pt x="3043" y="12639"/>
                      <a:pt x="2971" y="12639"/>
                    </a:cubicBezTo>
                    <a:close/>
                    <a:moveTo>
                      <a:pt x="10254" y="572"/>
                    </a:moveTo>
                    <a:cubicBezTo>
                      <a:pt x="10183" y="501"/>
                      <a:pt x="10183" y="501"/>
                      <a:pt x="10183" y="501"/>
                    </a:cubicBezTo>
                    <a:cubicBezTo>
                      <a:pt x="10183" y="572"/>
                      <a:pt x="10183" y="572"/>
                      <a:pt x="10183" y="572"/>
                    </a:cubicBezTo>
                    <a:cubicBezTo>
                      <a:pt x="10183" y="572"/>
                      <a:pt x="10183" y="572"/>
                      <a:pt x="10183" y="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59"/>
              <p:cNvSpPr/>
              <p:nvPr/>
            </p:nvSpPr>
            <p:spPr>
              <a:xfrm>
                <a:off x="1174300" y="2811075"/>
                <a:ext cx="424775" cy="503400"/>
              </a:xfrm>
              <a:custGeom>
                <a:rect b="b" l="l" r="r" t="t"/>
                <a:pathLst>
                  <a:path extrusionOk="0" h="20136" w="16991">
                    <a:moveTo>
                      <a:pt x="2395" y="1"/>
                    </a:moveTo>
                    <a:cubicBezTo>
                      <a:pt x="1967" y="72"/>
                      <a:pt x="1538" y="429"/>
                      <a:pt x="1110" y="572"/>
                    </a:cubicBezTo>
                    <a:cubicBezTo>
                      <a:pt x="682" y="786"/>
                      <a:pt x="325" y="929"/>
                      <a:pt x="39" y="1286"/>
                    </a:cubicBezTo>
                    <a:cubicBezTo>
                      <a:pt x="-104" y="1500"/>
                      <a:pt x="182" y="1786"/>
                      <a:pt x="325" y="2000"/>
                    </a:cubicBezTo>
                    <a:cubicBezTo>
                      <a:pt x="682" y="2428"/>
                      <a:pt x="1396" y="2571"/>
                      <a:pt x="1681" y="2999"/>
                    </a:cubicBezTo>
                    <a:cubicBezTo>
                      <a:pt x="2395" y="3999"/>
                      <a:pt x="2824" y="5284"/>
                      <a:pt x="3752" y="6212"/>
                    </a:cubicBezTo>
                    <a:cubicBezTo>
                      <a:pt x="4252" y="6641"/>
                      <a:pt x="4966" y="7069"/>
                      <a:pt x="5465" y="7426"/>
                    </a:cubicBezTo>
                    <a:cubicBezTo>
                      <a:pt x="6037" y="7783"/>
                      <a:pt x="6537" y="8140"/>
                      <a:pt x="7179" y="8497"/>
                    </a:cubicBezTo>
                    <a:cubicBezTo>
                      <a:pt x="7465" y="8640"/>
                      <a:pt x="7536" y="9140"/>
                      <a:pt x="7608" y="9426"/>
                    </a:cubicBezTo>
                    <a:cubicBezTo>
                      <a:pt x="7679" y="9568"/>
                      <a:pt x="7822" y="9783"/>
                      <a:pt x="7893" y="9997"/>
                    </a:cubicBezTo>
                    <a:cubicBezTo>
                      <a:pt x="7893" y="10211"/>
                      <a:pt x="7822" y="10497"/>
                      <a:pt x="7965" y="10711"/>
                    </a:cubicBezTo>
                    <a:cubicBezTo>
                      <a:pt x="8821" y="11568"/>
                      <a:pt x="9964" y="12139"/>
                      <a:pt x="10821" y="12924"/>
                    </a:cubicBezTo>
                    <a:cubicBezTo>
                      <a:pt x="11035" y="13138"/>
                      <a:pt x="11320" y="13281"/>
                      <a:pt x="11463" y="13495"/>
                    </a:cubicBezTo>
                    <a:cubicBezTo>
                      <a:pt x="11606" y="13710"/>
                      <a:pt x="11749" y="13852"/>
                      <a:pt x="11963" y="13995"/>
                    </a:cubicBezTo>
                    <a:cubicBezTo>
                      <a:pt x="12820" y="14352"/>
                      <a:pt x="13677" y="14781"/>
                      <a:pt x="14177" y="15566"/>
                    </a:cubicBezTo>
                    <a:cubicBezTo>
                      <a:pt x="14319" y="15709"/>
                      <a:pt x="14462" y="15780"/>
                      <a:pt x="14605" y="15852"/>
                    </a:cubicBezTo>
                    <a:cubicBezTo>
                      <a:pt x="14748" y="15923"/>
                      <a:pt x="14819" y="16066"/>
                      <a:pt x="14891" y="16209"/>
                    </a:cubicBezTo>
                    <a:cubicBezTo>
                      <a:pt x="14962" y="16244"/>
                      <a:pt x="15015" y="16244"/>
                      <a:pt x="15069" y="16244"/>
                    </a:cubicBezTo>
                    <a:cubicBezTo>
                      <a:pt x="15123" y="16244"/>
                      <a:pt x="15176" y="16244"/>
                      <a:pt x="15248" y="16280"/>
                    </a:cubicBezTo>
                    <a:cubicBezTo>
                      <a:pt x="15533" y="16280"/>
                      <a:pt x="15676" y="16494"/>
                      <a:pt x="15962" y="16566"/>
                    </a:cubicBezTo>
                    <a:cubicBezTo>
                      <a:pt x="16247" y="16566"/>
                      <a:pt x="16604" y="16351"/>
                      <a:pt x="16890" y="16137"/>
                    </a:cubicBezTo>
                    <a:cubicBezTo>
                      <a:pt x="16961" y="16066"/>
                      <a:pt x="17033" y="15923"/>
                      <a:pt x="16961" y="15780"/>
                    </a:cubicBezTo>
                    <a:cubicBezTo>
                      <a:pt x="16818" y="15566"/>
                      <a:pt x="16747" y="15280"/>
                      <a:pt x="16676" y="14995"/>
                    </a:cubicBezTo>
                    <a:cubicBezTo>
                      <a:pt x="16533" y="14566"/>
                      <a:pt x="16247" y="14281"/>
                      <a:pt x="16176" y="13781"/>
                    </a:cubicBezTo>
                    <a:cubicBezTo>
                      <a:pt x="16176" y="13567"/>
                      <a:pt x="16104" y="13281"/>
                      <a:pt x="15819" y="13281"/>
                    </a:cubicBezTo>
                    <a:cubicBezTo>
                      <a:pt x="15105" y="13067"/>
                      <a:pt x="14248" y="12853"/>
                      <a:pt x="13605" y="12424"/>
                    </a:cubicBezTo>
                    <a:cubicBezTo>
                      <a:pt x="13260" y="12010"/>
                      <a:pt x="13449" y="10993"/>
                      <a:pt x="12685" y="10993"/>
                    </a:cubicBezTo>
                    <a:cubicBezTo>
                      <a:pt x="12659" y="10993"/>
                      <a:pt x="12633" y="10994"/>
                      <a:pt x="12606" y="10996"/>
                    </a:cubicBezTo>
                    <a:cubicBezTo>
                      <a:pt x="12544" y="11007"/>
                      <a:pt x="12485" y="11011"/>
                      <a:pt x="12426" y="11011"/>
                    </a:cubicBezTo>
                    <a:cubicBezTo>
                      <a:pt x="12074" y="11011"/>
                      <a:pt x="11759" y="10854"/>
                      <a:pt x="11392" y="10854"/>
                    </a:cubicBezTo>
                    <a:cubicBezTo>
                      <a:pt x="11320" y="10854"/>
                      <a:pt x="11249" y="10854"/>
                      <a:pt x="11178" y="10782"/>
                    </a:cubicBezTo>
                    <a:cubicBezTo>
                      <a:pt x="10821" y="10639"/>
                      <a:pt x="10606" y="10354"/>
                      <a:pt x="10321" y="10068"/>
                    </a:cubicBezTo>
                    <a:cubicBezTo>
                      <a:pt x="10249" y="9997"/>
                      <a:pt x="10107" y="9925"/>
                      <a:pt x="10107" y="9783"/>
                    </a:cubicBezTo>
                    <a:cubicBezTo>
                      <a:pt x="10178" y="9640"/>
                      <a:pt x="10392" y="9568"/>
                      <a:pt x="10535" y="9426"/>
                    </a:cubicBezTo>
                    <a:cubicBezTo>
                      <a:pt x="10821" y="9140"/>
                      <a:pt x="11178" y="8926"/>
                      <a:pt x="11463" y="8640"/>
                    </a:cubicBezTo>
                    <a:cubicBezTo>
                      <a:pt x="11535" y="8569"/>
                      <a:pt x="11606" y="8426"/>
                      <a:pt x="11677" y="8355"/>
                    </a:cubicBezTo>
                    <a:cubicBezTo>
                      <a:pt x="11820" y="8212"/>
                      <a:pt x="12034" y="8283"/>
                      <a:pt x="12177" y="8212"/>
                    </a:cubicBezTo>
                    <a:cubicBezTo>
                      <a:pt x="12391" y="8069"/>
                      <a:pt x="12391" y="7569"/>
                      <a:pt x="12320" y="7355"/>
                    </a:cubicBezTo>
                    <a:cubicBezTo>
                      <a:pt x="12177" y="7069"/>
                      <a:pt x="11820" y="7069"/>
                      <a:pt x="11535" y="6998"/>
                    </a:cubicBezTo>
                    <a:cubicBezTo>
                      <a:pt x="11320" y="6927"/>
                      <a:pt x="11106" y="6784"/>
                      <a:pt x="10963" y="6641"/>
                    </a:cubicBezTo>
                    <a:cubicBezTo>
                      <a:pt x="10911" y="6536"/>
                      <a:pt x="10782" y="6470"/>
                      <a:pt x="10661" y="6470"/>
                    </a:cubicBezTo>
                    <a:cubicBezTo>
                      <a:pt x="10617" y="6470"/>
                      <a:pt x="10573" y="6479"/>
                      <a:pt x="10535" y="6498"/>
                    </a:cubicBezTo>
                    <a:cubicBezTo>
                      <a:pt x="10392" y="6641"/>
                      <a:pt x="10178" y="6855"/>
                      <a:pt x="9964" y="6855"/>
                    </a:cubicBezTo>
                    <a:cubicBezTo>
                      <a:pt x="9937" y="6860"/>
                      <a:pt x="9910" y="6863"/>
                      <a:pt x="9883" y="6863"/>
                    </a:cubicBezTo>
                    <a:cubicBezTo>
                      <a:pt x="9544" y="6863"/>
                      <a:pt x="9162" y="6471"/>
                      <a:pt x="8964" y="6141"/>
                    </a:cubicBezTo>
                    <a:cubicBezTo>
                      <a:pt x="8964" y="5998"/>
                      <a:pt x="9036" y="5855"/>
                      <a:pt x="9036" y="5713"/>
                    </a:cubicBezTo>
                    <a:cubicBezTo>
                      <a:pt x="9036" y="5356"/>
                      <a:pt x="8607" y="5141"/>
                      <a:pt x="8250" y="5141"/>
                    </a:cubicBezTo>
                    <a:cubicBezTo>
                      <a:pt x="7965" y="5141"/>
                      <a:pt x="7608" y="5141"/>
                      <a:pt x="7465" y="4856"/>
                    </a:cubicBezTo>
                    <a:cubicBezTo>
                      <a:pt x="7393" y="4713"/>
                      <a:pt x="7465" y="4570"/>
                      <a:pt x="7393" y="4427"/>
                    </a:cubicBezTo>
                    <a:cubicBezTo>
                      <a:pt x="7251" y="4213"/>
                      <a:pt x="7036" y="4070"/>
                      <a:pt x="6894" y="3856"/>
                    </a:cubicBezTo>
                    <a:cubicBezTo>
                      <a:pt x="6679" y="3499"/>
                      <a:pt x="6322" y="3214"/>
                      <a:pt x="5894" y="3071"/>
                    </a:cubicBezTo>
                    <a:cubicBezTo>
                      <a:pt x="5680" y="2999"/>
                      <a:pt x="5465" y="2999"/>
                      <a:pt x="5251" y="2928"/>
                    </a:cubicBezTo>
                    <a:cubicBezTo>
                      <a:pt x="5108" y="2857"/>
                      <a:pt x="5037" y="2785"/>
                      <a:pt x="4894" y="2714"/>
                    </a:cubicBezTo>
                    <a:cubicBezTo>
                      <a:pt x="4180" y="2357"/>
                      <a:pt x="3752" y="1714"/>
                      <a:pt x="3252" y="1143"/>
                    </a:cubicBezTo>
                    <a:cubicBezTo>
                      <a:pt x="3109" y="715"/>
                      <a:pt x="2966" y="72"/>
                      <a:pt x="2395" y="1"/>
                    </a:cubicBezTo>
                    <a:close/>
                    <a:moveTo>
                      <a:pt x="7084" y="18773"/>
                    </a:moveTo>
                    <a:cubicBezTo>
                      <a:pt x="7013" y="18773"/>
                      <a:pt x="6948" y="18796"/>
                      <a:pt x="6894" y="18851"/>
                    </a:cubicBezTo>
                    <a:cubicBezTo>
                      <a:pt x="6822" y="18922"/>
                      <a:pt x="6751" y="18993"/>
                      <a:pt x="6679" y="19065"/>
                    </a:cubicBezTo>
                    <a:cubicBezTo>
                      <a:pt x="6608" y="19136"/>
                      <a:pt x="6679" y="19136"/>
                      <a:pt x="6751" y="19208"/>
                    </a:cubicBezTo>
                    <a:cubicBezTo>
                      <a:pt x="6965" y="19279"/>
                      <a:pt x="7251" y="19565"/>
                      <a:pt x="7465" y="19707"/>
                    </a:cubicBezTo>
                    <a:cubicBezTo>
                      <a:pt x="7536" y="19779"/>
                      <a:pt x="7536" y="19779"/>
                      <a:pt x="7608" y="19850"/>
                    </a:cubicBezTo>
                    <a:cubicBezTo>
                      <a:pt x="7679" y="19922"/>
                      <a:pt x="7679" y="20064"/>
                      <a:pt x="7750" y="20136"/>
                    </a:cubicBezTo>
                    <a:cubicBezTo>
                      <a:pt x="7822" y="20136"/>
                      <a:pt x="7822" y="20064"/>
                      <a:pt x="7893" y="19993"/>
                    </a:cubicBezTo>
                    <a:lnTo>
                      <a:pt x="8036" y="19993"/>
                    </a:lnTo>
                    <a:cubicBezTo>
                      <a:pt x="8107" y="19993"/>
                      <a:pt x="8393" y="20064"/>
                      <a:pt x="8464" y="20064"/>
                    </a:cubicBezTo>
                    <a:cubicBezTo>
                      <a:pt x="8464" y="19993"/>
                      <a:pt x="8393" y="19922"/>
                      <a:pt x="8322" y="19850"/>
                    </a:cubicBezTo>
                    <a:cubicBezTo>
                      <a:pt x="8322" y="19779"/>
                      <a:pt x="8464" y="19707"/>
                      <a:pt x="8464" y="19707"/>
                    </a:cubicBezTo>
                    <a:cubicBezTo>
                      <a:pt x="8679" y="19565"/>
                      <a:pt x="8464" y="19350"/>
                      <a:pt x="8322" y="19279"/>
                    </a:cubicBezTo>
                    <a:cubicBezTo>
                      <a:pt x="8250" y="19208"/>
                      <a:pt x="7893" y="19208"/>
                      <a:pt x="7822" y="19065"/>
                    </a:cubicBezTo>
                    <a:cubicBezTo>
                      <a:pt x="7750" y="18922"/>
                      <a:pt x="7608" y="18922"/>
                      <a:pt x="7465" y="18922"/>
                    </a:cubicBezTo>
                    <a:cubicBezTo>
                      <a:pt x="7332" y="18834"/>
                      <a:pt x="7200" y="18773"/>
                      <a:pt x="7084" y="187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59"/>
              <p:cNvSpPr/>
              <p:nvPr/>
            </p:nvSpPr>
            <p:spPr>
              <a:xfrm>
                <a:off x="1174300" y="2811075"/>
                <a:ext cx="424775" cy="503400"/>
              </a:xfrm>
              <a:custGeom>
                <a:rect b="b" l="l" r="r" t="t"/>
                <a:pathLst>
                  <a:path extrusionOk="0" fill="none" h="20136" w="16991">
                    <a:moveTo>
                      <a:pt x="8322" y="19279"/>
                    </a:moveTo>
                    <a:cubicBezTo>
                      <a:pt x="8250" y="19208"/>
                      <a:pt x="7893" y="19208"/>
                      <a:pt x="7822" y="19065"/>
                    </a:cubicBezTo>
                    <a:cubicBezTo>
                      <a:pt x="7750" y="18922"/>
                      <a:pt x="7608" y="18922"/>
                      <a:pt x="7465" y="18922"/>
                    </a:cubicBezTo>
                    <a:cubicBezTo>
                      <a:pt x="7251" y="18779"/>
                      <a:pt x="7036" y="18708"/>
                      <a:pt x="6894" y="18851"/>
                    </a:cubicBezTo>
                    <a:cubicBezTo>
                      <a:pt x="6822" y="18922"/>
                      <a:pt x="6751" y="18993"/>
                      <a:pt x="6679" y="19065"/>
                    </a:cubicBezTo>
                    <a:cubicBezTo>
                      <a:pt x="6608" y="19136"/>
                      <a:pt x="6679" y="19136"/>
                      <a:pt x="6751" y="19208"/>
                    </a:cubicBezTo>
                    <a:cubicBezTo>
                      <a:pt x="6965" y="19279"/>
                      <a:pt x="7251" y="19565"/>
                      <a:pt x="7465" y="19707"/>
                    </a:cubicBezTo>
                    <a:cubicBezTo>
                      <a:pt x="7536" y="19779"/>
                      <a:pt x="7536" y="19779"/>
                      <a:pt x="7608" y="19850"/>
                    </a:cubicBezTo>
                    <a:cubicBezTo>
                      <a:pt x="7679" y="19922"/>
                      <a:pt x="7679" y="20064"/>
                      <a:pt x="7750" y="20136"/>
                    </a:cubicBezTo>
                    <a:cubicBezTo>
                      <a:pt x="7822" y="20136"/>
                      <a:pt x="7822" y="20064"/>
                      <a:pt x="7893" y="19993"/>
                    </a:cubicBezTo>
                    <a:cubicBezTo>
                      <a:pt x="7965" y="19993"/>
                      <a:pt x="8036" y="19993"/>
                      <a:pt x="8036" y="19993"/>
                    </a:cubicBezTo>
                    <a:cubicBezTo>
                      <a:pt x="8107" y="19993"/>
                      <a:pt x="8393" y="20064"/>
                      <a:pt x="8464" y="20064"/>
                    </a:cubicBezTo>
                    <a:cubicBezTo>
                      <a:pt x="8464" y="19993"/>
                      <a:pt x="8393" y="19922"/>
                      <a:pt x="8322" y="19850"/>
                    </a:cubicBezTo>
                    <a:cubicBezTo>
                      <a:pt x="8322" y="19779"/>
                      <a:pt x="8464" y="19707"/>
                      <a:pt x="8464" y="19707"/>
                    </a:cubicBezTo>
                    <a:cubicBezTo>
                      <a:pt x="8679" y="19565"/>
                      <a:pt x="8464" y="19350"/>
                      <a:pt x="8322" y="19279"/>
                    </a:cubicBezTo>
                    <a:close/>
                    <a:moveTo>
                      <a:pt x="16961" y="15780"/>
                    </a:moveTo>
                    <a:cubicBezTo>
                      <a:pt x="16818" y="15566"/>
                      <a:pt x="16747" y="15280"/>
                      <a:pt x="16676" y="14995"/>
                    </a:cubicBezTo>
                    <a:cubicBezTo>
                      <a:pt x="16533" y="14566"/>
                      <a:pt x="16247" y="14281"/>
                      <a:pt x="16176" y="13781"/>
                    </a:cubicBezTo>
                    <a:cubicBezTo>
                      <a:pt x="16176" y="13567"/>
                      <a:pt x="16104" y="13281"/>
                      <a:pt x="15819" y="13281"/>
                    </a:cubicBezTo>
                    <a:cubicBezTo>
                      <a:pt x="15105" y="13067"/>
                      <a:pt x="14248" y="12853"/>
                      <a:pt x="13605" y="12424"/>
                    </a:cubicBezTo>
                    <a:cubicBezTo>
                      <a:pt x="13248" y="11996"/>
                      <a:pt x="13462" y="10925"/>
                      <a:pt x="12606" y="10996"/>
                    </a:cubicBezTo>
                    <a:cubicBezTo>
                      <a:pt x="12177" y="11068"/>
                      <a:pt x="11820" y="10854"/>
                      <a:pt x="11392" y="10854"/>
                    </a:cubicBezTo>
                    <a:cubicBezTo>
                      <a:pt x="11320" y="10854"/>
                      <a:pt x="11249" y="10854"/>
                      <a:pt x="11178" y="10782"/>
                    </a:cubicBezTo>
                    <a:cubicBezTo>
                      <a:pt x="10821" y="10639"/>
                      <a:pt x="10606" y="10354"/>
                      <a:pt x="10321" y="10068"/>
                    </a:cubicBezTo>
                    <a:cubicBezTo>
                      <a:pt x="10249" y="9997"/>
                      <a:pt x="10107" y="9925"/>
                      <a:pt x="10107" y="9783"/>
                    </a:cubicBezTo>
                    <a:cubicBezTo>
                      <a:pt x="10178" y="9640"/>
                      <a:pt x="10392" y="9568"/>
                      <a:pt x="10535" y="9426"/>
                    </a:cubicBezTo>
                    <a:cubicBezTo>
                      <a:pt x="10821" y="9140"/>
                      <a:pt x="11178" y="8926"/>
                      <a:pt x="11463" y="8640"/>
                    </a:cubicBezTo>
                    <a:cubicBezTo>
                      <a:pt x="11535" y="8569"/>
                      <a:pt x="11606" y="8426"/>
                      <a:pt x="11677" y="8355"/>
                    </a:cubicBezTo>
                    <a:cubicBezTo>
                      <a:pt x="11820" y="8212"/>
                      <a:pt x="12034" y="8283"/>
                      <a:pt x="12177" y="8212"/>
                    </a:cubicBezTo>
                    <a:cubicBezTo>
                      <a:pt x="12391" y="8069"/>
                      <a:pt x="12391" y="7569"/>
                      <a:pt x="12320" y="7355"/>
                    </a:cubicBezTo>
                    <a:cubicBezTo>
                      <a:pt x="12177" y="7069"/>
                      <a:pt x="11820" y="7069"/>
                      <a:pt x="11535" y="6998"/>
                    </a:cubicBezTo>
                    <a:cubicBezTo>
                      <a:pt x="11320" y="6927"/>
                      <a:pt x="11106" y="6784"/>
                      <a:pt x="10963" y="6641"/>
                    </a:cubicBezTo>
                    <a:cubicBezTo>
                      <a:pt x="10892" y="6498"/>
                      <a:pt x="10678" y="6427"/>
                      <a:pt x="10535" y="6498"/>
                    </a:cubicBezTo>
                    <a:cubicBezTo>
                      <a:pt x="10392" y="6641"/>
                      <a:pt x="10178" y="6855"/>
                      <a:pt x="9964" y="6855"/>
                    </a:cubicBezTo>
                    <a:cubicBezTo>
                      <a:pt x="9607" y="6927"/>
                      <a:pt x="9178" y="6498"/>
                      <a:pt x="8964" y="6141"/>
                    </a:cubicBezTo>
                    <a:cubicBezTo>
                      <a:pt x="8964" y="5998"/>
                      <a:pt x="9036" y="5855"/>
                      <a:pt x="9036" y="5713"/>
                    </a:cubicBezTo>
                    <a:cubicBezTo>
                      <a:pt x="9036" y="5356"/>
                      <a:pt x="8607" y="5141"/>
                      <a:pt x="8250" y="5141"/>
                    </a:cubicBezTo>
                    <a:cubicBezTo>
                      <a:pt x="7965" y="5141"/>
                      <a:pt x="7608" y="5141"/>
                      <a:pt x="7465" y="4856"/>
                    </a:cubicBezTo>
                    <a:cubicBezTo>
                      <a:pt x="7393" y="4713"/>
                      <a:pt x="7465" y="4570"/>
                      <a:pt x="7393" y="4427"/>
                    </a:cubicBezTo>
                    <a:cubicBezTo>
                      <a:pt x="7251" y="4213"/>
                      <a:pt x="7036" y="4070"/>
                      <a:pt x="6894" y="3856"/>
                    </a:cubicBezTo>
                    <a:cubicBezTo>
                      <a:pt x="6679" y="3499"/>
                      <a:pt x="6322" y="3214"/>
                      <a:pt x="5894" y="3071"/>
                    </a:cubicBezTo>
                    <a:cubicBezTo>
                      <a:pt x="5680" y="2999"/>
                      <a:pt x="5465" y="2999"/>
                      <a:pt x="5251" y="2928"/>
                    </a:cubicBezTo>
                    <a:cubicBezTo>
                      <a:pt x="5108" y="2857"/>
                      <a:pt x="5037" y="2785"/>
                      <a:pt x="4894" y="2714"/>
                    </a:cubicBezTo>
                    <a:cubicBezTo>
                      <a:pt x="4180" y="2357"/>
                      <a:pt x="3752" y="1714"/>
                      <a:pt x="3252" y="1143"/>
                    </a:cubicBezTo>
                    <a:cubicBezTo>
                      <a:pt x="3109" y="715"/>
                      <a:pt x="2966" y="72"/>
                      <a:pt x="2395" y="1"/>
                    </a:cubicBezTo>
                    <a:cubicBezTo>
                      <a:pt x="1967" y="72"/>
                      <a:pt x="1538" y="429"/>
                      <a:pt x="1110" y="572"/>
                    </a:cubicBezTo>
                    <a:cubicBezTo>
                      <a:pt x="682" y="786"/>
                      <a:pt x="325" y="929"/>
                      <a:pt x="39" y="1286"/>
                    </a:cubicBezTo>
                    <a:cubicBezTo>
                      <a:pt x="-104" y="1500"/>
                      <a:pt x="182" y="1786"/>
                      <a:pt x="325" y="2000"/>
                    </a:cubicBezTo>
                    <a:cubicBezTo>
                      <a:pt x="682" y="2428"/>
                      <a:pt x="1396" y="2571"/>
                      <a:pt x="1681" y="2999"/>
                    </a:cubicBezTo>
                    <a:cubicBezTo>
                      <a:pt x="2395" y="3999"/>
                      <a:pt x="2824" y="5284"/>
                      <a:pt x="3752" y="6212"/>
                    </a:cubicBezTo>
                    <a:cubicBezTo>
                      <a:pt x="4252" y="6641"/>
                      <a:pt x="4966" y="7069"/>
                      <a:pt x="5465" y="7426"/>
                    </a:cubicBezTo>
                    <a:cubicBezTo>
                      <a:pt x="6037" y="7783"/>
                      <a:pt x="6537" y="8140"/>
                      <a:pt x="7179" y="8497"/>
                    </a:cubicBezTo>
                    <a:cubicBezTo>
                      <a:pt x="7465" y="8640"/>
                      <a:pt x="7536" y="9140"/>
                      <a:pt x="7608" y="9426"/>
                    </a:cubicBezTo>
                    <a:cubicBezTo>
                      <a:pt x="7679" y="9568"/>
                      <a:pt x="7822" y="9783"/>
                      <a:pt x="7893" y="9997"/>
                    </a:cubicBezTo>
                    <a:cubicBezTo>
                      <a:pt x="7893" y="10211"/>
                      <a:pt x="7822" y="10497"/>
                      <a:pt x="7965" y="10711"/>
                    </a:cubicBezTo>
                    <a:cubicBezTo>
                      <a:pt x="8821" y="11568"/>
                      <a:pt x="9964" y="12139"/>
                      <a:pt x="10821" y="12924"/>
                    </a:cubicBezTo>
                    <a:cubicBezTo>
                      <a:pt x="11035" y="13138"/>
                      <a:pt x="11320" y="13281"/>
                      <a:pt x="11463" y="13495"/>
                    </a:cubicBezTo>
                    <a:cubicBezTo>
                      <a:pt x="11606" y="13710"/>
                      <a:pt x="11749" y="13852"/>
                      <a:pt x="11963" y="13995"/>
                    </a:cubicBezTo>
                    <a:cubicBezTo>
                      <a:pt x="12820" y="14352"/>
                      <a:pt x="13677" y="14781"/>
                      <a:pt x="14177" y="15566"/>
                    </a:cubicBezTo>
                    <a:cubicBezTo>
                      <a:pt x="14319" y="15709"/>
                      <a:pt x="14462" y="15780"/>
                      <a:pt x="14605" y="15852"/>
                    </a:cubicBezTo>
                    <a:cubicBezTo>
                      <a:pt x="14748" y="15923"/>
                      <a:pt x="14819" y="16066"/>
                      <a:pt x="14891" y="16209"/>
                    </a:cubicBezTo>
                    <a:cubicBezTo>
                      <a:pt x="15033" y="16280"/>
                      <a:pt x="15105" y="16209"/>
                      <a:pt x="15248" y="16280"/>
                    </a:cubicBezTo>
                    <a:cubicBezTo>
                      <a:pt x="15533" y="16280"/>
                      <a:pt x="15676" y="16494"/>
                      <a:pt x="15962" y="16566"/>
                    </a:cubicBezTo>
                    <a:cubicBezTo>
                      <a:pt x="16247" y="16566"/>
                      <a:pt x="16604" y="16351"/>
                      <a:pt x="16890" y="16137"/>
                    </a:cubicBezTo>
                    <a:cubicBezTo>
                      <a:pt x="16961" y="16066"/>
                      <a:pt x="17033" y="15923"/>
                      <a:pt x="16961" y="157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59"/>
              <p:cNvSpPr/>
              <p:nvPr/>
            </p:nvSpPr>
            <p:spPr>
              <a:xfrm>
                <a:off x="1808950" y="3373750"/>
                <a:ext cx="257075" cy="176350"/>
              </a:xfrm>
              <a:custGeom>
                <a:rect b="b" l="l" r="r" t="t"/>
                <a:pathLst>
                  <a:path extrusionOk="0" h="7054" w="10283">
                    <a:moveTo>
                      <a:pt x="6427" y="271"/>
                    </a:moveTo>
                    <a:cubicBezTo>
                      <a:pt x="6355" y="342"/>
                      <a:pt x="6355" y="342"/>
                      <a:pt x="6355" y="342"/>
                    </a:cubicBezTo>
                    <a:cubicBezTo>
                      <a:pt x="6427" y="413"/>
                      <a:pt x="6427" y="413"/>
                      <a:pt x="6427" y="413"/>
                    </a:cubicBezTo>
                    <a:lnTo>
                      <a:pt x="6498" y="342"/>
                    </a:lnTo>
                    <a:cubicBezTo>
                      <a:pt x="6498" y="271"/>
                      <a:pt x="6498" y="271"/>
                      <a:pt x="6498" y="271"/>
                    </a:cubicBezTo>
                    <a:close/>
                    <a:moveTo>
                      <a:pt x="4427" y="413"/>
                    </a:moveTo>
                    <a:cubicBezTo>
                      <a:pt x="4427" y="485"/>
                      <a:pt x="4427" y="485"/>
                      <a:pt x="4427" y="485"/>
                    </a:cubicBezTo>
                    <a:lnTo>
                      <a:pt x="4499" y="485"/>
                    </a:lnTo>
                    <a:cubicBezTo>
                      <a:pt x="4570" y="556"/>
                      <a:pt x="4570" y="556"/>
                      <a:pt x="4570" y="556"/>
                    </a:cubicBezTo>
                    <a:lnTo>
                      <a:pt x="4642" y="556"/>
                    </a:lnTo>
                    <a:cubicBezTo>
                      <a:pt x="4642" y="485"/>
                      <a:pt x="4642" y="485"/>
                      <a:pt x="4642" y="485"/>
                    </a:cubicBezTo>
                    <a:cubicBezTo>
                      <a:pt x="4642" y="413"/>
                      <a:pt x="4642" y="413"/>
                      <a:pt x="4642" y="413"/>
                    </a:cubicBezTo>
                    <a:close/>
                    <a:moveTo>
                      <a:pt x="929" y="3983"/>
                    </a:moveTo>
                    <a:cubicBezTo>
                      <a:pt x="857" y="3983"/>
                      <a:pt x="786" y="3983"/>
                      <a:pt x="715" y="4055"/>
                    </a:cubicBezTo>
                    <a:cubicBezTo>
                      <a:pt x="572" y="4055"/>
                      <a:pt x="572" y="4126"/>
                      <a:pt x="500" y="4126"/>
                    </a:cubicBezTo>
                    <a:cubicBezTo>
                      <a:pt x="500" y="4150"/>
                      <a:pt x="492" y="4158"/>
                      <a:pt x="482" y="4158"/>
                    </a:cubicBezTo>
                    <a:cubicBezTo>
                      <a:pt x="461" y="4158"/>
                      <a:pt x="429" y="4126"/>
                      <a:pt x="429" y="4126"/>
                    </a:cubicBezTo>
                    <a:cubicBezTo>
                      <a:pt x="358" y="4198"/>
                      <a:pt x="215" y="4340"/>
                      <a:pt x="143" y="4340"/>
                    </a:cubicBezTo>
                    <a:cubicBezTo>
                      <a:pt x="143" y="4412"/>
                      <a:pt x="72" y="4483"/>
                      <a:pt x="1" y="4555"/>
                    </a:cubicBezTo>
                    <a:cubicBezTo>
                      <a:pt x="1" y="4555"/>
                      <a:pt x="1" y="4646"/>
                      <a:pt x="37" y="4646"/>
                    </a:cubicBezTo>
                    <a:cubicBezTo>
                      <a:pt x="46" y="4646"/>
                      <a:pt x="58" y="4640"/>
                      <a:pt x="72" y="4626"/>
                    </a:cubicBezTo>
                    <a:cubicBezTo>
                      <a:pt x="143" y="4626"/>
                      <a:pt x="215" y="4483"/>
                      <a:pt x="286" y="4412"/>
                    </a:cubicBezTo>
                    <a:cubicBezTo>
                      <a:pt x="322" y="4376"/>
                      <a:pt x="340" y="4358"/>
                      <a:pt x="349" y="4358"/>
                    </a:cubicBezTo>
                    <a:cubicBezTo>
                      <a:pt x="358" y="4358"/>
                      <a:pt x="358" y="4376"/>
                      <a:pt x="358" y="4412"/>
                    </a:cubicBezTo>
                    <a:cubicBezTo>
                      <a:pt x="429" y="4555"/>
                      <a:pt x="429" y="4555"/>
                      <a:pt x="500" y="4626"/>
                    </a:cubicBezTo>
                    <a:cubicBezTo>
                      <a:pt x="500" y="4697"/>
                      <a:pt x="429" y="4769"/>
                      <a:pt x="429" y="4912"/>
                    </a:cubicBezTo>
                    <a:cubicBezTo>
                      <a:pt x="429" y="4947"/>
                      <a:pt x="447" y="4965"/>
                      <a:pt x="474" y="4965"/>
                    </a:cubicBezTo>
                    <a:cubicBezTo>
                      <a:pt x="500" y="4965"/>
                      <a:pt x="536" y="4947"/>
                      <a:pt x="572" y="4912"/>
                    </a:cubicBezTo>
                    <a:cubicBezTo>
                      <a:pt x="572" y="4840"/>
                      <a:pt x="643" y="4769"/>
                      <a:pt x="786" y="4769"/>
                    </a:cubicBezTo>
                    <a:lnTo>
                      <a:pt x="786" y="4697"/>
                    </a:lnTo>
                    <a:cubicBezTo>
                      <a:pt x="857" y="4697"/>
                      <a:pt x="929" y="4555"/>
                      <a:pt x="929" y="4483"/>
                    </a:cubicBezTo>
                    <a:cubicBezTo>
                      <a:pt x="929" y="4340"/>
                      <a:pt x="929" y="4126"/>
                      <a:pt x="929" y="3983"/>
                    </a:cubicBezTo>
                    <a:close/>
                    <a:moveTo>
                      <a:pt x="4285" y="6625"/>
                    </a:moveTo>
                    <a:lnTo>
                      <a:pt x="4213" y="6697"/>
                    </a:lnTo>
                    <a:lnTo>
                      <a:pt x="4070" y="6697"/>
                    </a:lnTo>
                    <a:cubicBezTo>
                      <a:pt x="3999" y="6768"/>
                      <a:pt x="3999" y="6768"/>
                      <a:pt x="3999" y="6768"/>
                    </a:cubicBezTo>
                    <a:lnTo>
                      <a:pt x="4213" y="6768"/>
                    </a:lnTo>
                    <a:cubicBezTo>
                      <a:pt x="4285" y="6697"/>
                      <a:pt x="4285" y="6697"/>
                      <a:pt x="4285" y="6697"/>
                    </a:cubicBezTo>
                    <a:cubicBezTo>
                      <a:pt x="4356" y="6625"/>
                      <a:pt x="4356" y="6625"/>
                      <a:pt x="4356" y="6625"/>
                    </a:cubicBezTo>
                    <a:close/>
                    <a:moveTo>
                      <a:pt x="5822" y="0"/>
                    </a:moveTo>
                    <a:cubicBezTo>
                      <a:pt x="5761" y="0"/>
                      <a:pt x="5699" y="18"/>
                      <a:pt x="5641" y="56"/>
                    </a:cubicBezTo>
                    <a:cubicBezTo>
                      <a:pt x="5499" y="199"/>
                      <a:pt x="5427" y="413"/>
                      <a:pt x="5284" y="556"/>
                    </a:cubicBezTo>
                    <a:cubicBezTo>
                      <a:pt x="4785" y="1127"/>
                      <a:pt x="4427" y="1770"/>
                      <a:pt x="4427" y="2484"/>
                    </a:cubicBezTo>
                    <a:cubicBezTo>
                      <a:pt x="4356" y="2912"/>
                      <a:pt x="4427" y="3412"/>
                      <a:pt x="4213" y="3769"/>
                    </a:cubicBezTo>
                    <a:cubicBezTo>
                      <a:pt x="4120" y="3909"/>
                      <a:pt x="3967" y="4018"/>
                      <a:pt x="3812" y="4018"/>
                    </a:cubicBezTo>
                    <a:cubicBezTo>
                      <a:pt x="3729" y="4018"/>
                      <a:pt x="3645" y="3987"/>
                      <a:pt x="3571" y="3912"/>
                    </a:cubicBezTo>
                    <a:cubicBezTo>
                      <a:pt x="3479" y="3833"/>
                      <a:pt x="3406" y="3800"/>
                      <a:pt x="3349" y="3800"/>
                    </a:cubicBezTo>
                    <a:cubicBezTo>
                      <a:pt x="3092" y="3800"/>
                      <a:pt x="3129" y="4451"/>
                      <a:pt x="3071" y="4626"/>
                    </a:cubicBezTo>
                    <a:cubicBezTo>
                      <a:pt x="2857" y="4983"/>
                      <a:pt x="2500" y="5197"/>
                      <a:pt x="2285" y="5626"/>
                    </a:cubicBezTo>
                    <a:cubicBezTo>
                      <a:pt x="2225" y="5701"/>
                      <a:pt x="2172" y="5732"/>
                      <a:pt x="2123" y="5732"/>
                    </a:cubicBezTo>
                    <a:cubicBezTo>
                      <a:pt x="1940" y="5732"/>
                      <a:pt x="1827" y="5295"/>
                      <a:pt x="1714" y="5126"/>
                    </a:cubicBezTo>
                    <a:cubicBezTo>
                      <a:pt x="1662" y="5047"/>
                      <a:pt x="1590" y="5017"/>
                      <a:pt x="1513" y="5017"/>
                    </a:cubicBezTo>
                    <a:cubicBezTo>
                      <a:pt x="1381" y="5017"/>
                      <a:pt x="1233" y="5107"/>
                      <a:pt x="1143" y="5197"/>
                    </a:cubicBezTo>
                    <a:cubicBezTo>
                      <a:pt x="1072" y="5340"/>
                      <a:pt x="929" y="5412"/>
                      <a:pt x="715" y="5554"/>
                    </a:cubicBezTo>
                    <a:cubicBezTo>
                      <a:pt x="572" y="5626"/>
                      <a:pt x="786" y="5983"/>
                      <a:pt x="929" y="5983"/>
                    </a:cubicBezTo>
                    <a:cubicBezTo>
                      <a:pt x="1072" y="5911"/>
                      <a:pt x="1214" y="5840"/>
                      <a:pt x="1357" y="5840"/>
                    </a:cubicBezTo>
                    <a:cubicBezTo>
                      <a:pt x="1571" y="5911"/>
                      <a:pt x="1714" y="5983"/>
                      <a:pt x="1928" y="6054"/>
                    </a:cubicBezTo>
                    <a:cubicBezTo>
                      <a:pt x="2093" y="6095"/>
                      <a:pt x="2258" y="6137"/>
                      <a:pt x="2423" y="6137"/>
                    </a:cubicBezTo>
                    <a:cubicBezTo>
                      <a:pt x="2544" y="6137"/>
                      <a:pt x="2665" y="6114"/>
                      <a:pt x="2785" y="6054"/>
                    </a:cubicBezTo>
                    <a:cubicBezTo>
                      <a:pt x="2996" y="6001"/>
                      <a:pt x="3207" y="5988"/>
                      <a:pt x="3418" y="5988"/>
                    </a:cubicBezTo>
                    <a:cubicBezTo>
                      <a:pt x="3649" y="5988"/>
                      <a:pt x="3880" y="6004"/>
                      <a:pt x="4111" y="6004"/>
                    </a:cubicBezTo>
                    <a:cubicBezTo>
                      <a:pt x="4240" y="6004"/>
                      <a:pt x="4369" y="5999"/>
                      <a:pt x="4499" y="5983"/>
                    </a:cubicBezTo>
                    <a:cubicBezTo>
                      <a:pt x="4785" y="5983"/>
                      <a:pt x="5070" y="5840"/>
                      <a:pt x="5356" y="5840"/>
                    </a:cubicBezTo>
                    <a:cubicBezTo>
                      <a:pt x="5713" y="5840"/>
                      <a:pt x="6070" y="6197"/>
                      <a:pt x="6427" y="6411"/>
                    </a:cubicBezTo>
                    <a:cubicBezTo>
                      <a:pt x="6570" y="6483"/>
                      <a:pt x="6784" y="6483"/>
                      <a:pt x="6927" y="6625"/>
                    </a:cubicBezTo>
                    <a:cubicBezTo>
                      <a:pt x="7132" y="6728"/>
                      <a:pt x="7448" y="6978"/>
                      <a:pt x="7715" y="6978"/>
                    </a:cubicBezTo>
                    <a:cubicBezTo>
                      <a:pt x="7820" y="6978"/>
                      <a:pt x="7917" y="6940"/>
                      <a:pt x="7998" y="6840"/>
                    </a:cubicBezTo>
                    <a:cubicBezTo>
                      <a:pt x="8069" y="6625"/>
                      <a:pt x="8069" y="6340"/>
                      <a:pt x="8212" y="6126"/>
                    </a:cubicBezTo>
                    <a:cubicBezTo>
                      <a:pt x="8355" y="5911"/>
                      <a:pt x="8712" y="5697"/>
                      <a:pt x="8569" y="5483"/>
                    </a:cubicBezTo>
                    <a:cubicBezTo>
                      <a:pt x="8426" y="5340"/>
                      <a:pt x="8355" y="5269"/>
                      <a:pt x="8283" y="5197"/>
                    </a:cubicBezTo>
                    <a:cubicBezTo>
                      <a:pt x="8069" y="4769"/>
                      <a:pt x="7998" y="4055"/>
                      <a:pt x="8140" y="3555"/>
                    </a:cubicBezTo>
                    <a:cubicBezTo>
                      <a:pt x="8212" y="3341"/>
                      <a:pt x="8140" y="3127"/>
                      <a:pt x="8283" y="2912"/>
                    </a:cubicBezTo>
                    <a:cubicBezTo>
                      <a:pt x="8355" y="2912"/>
                      <a:pt x="8497" y="2984"/>
                      <a:pt x="8640" y="2984"/>
                    </a:cubicBezTo>
                    <a:lnTo>
                      <a:pt x="8997" y="2984"/>
                    </a:lnTo>
                    <a:cubicBezTo>
                      <a:pt x="9220" y="2984"/>
                      <a:pt x="9583" y="3123"/>
                      <a:pt x="9876" y="3123"/>
                    </a:cubicBezTo>
                    <a:cubicBezTo>
                      <a:pt x="10052" y="3123"/>
                      <a:pt x="10202" y="3073"/>
                      <a:pt x="10282" y="2912"/>
                    </a:cubicBezTo>
                    <a:lnTo>
                      <a:pt x="10282" y="2841"/>
                    </a:lnTo>
                    <a:cubicBezTo>
                      <a:pt x="10282" y="2341"/>
                      <a:pt x="9711" y="1841"/>
                      <a:pt x="9925" y="1270"/>
                    </a:cubicBezTo>
                    <a:cubicBezTo>
                      <a:pt x="9925" y="1199"/>
                      <a:pt x="9997" y="1127"/>
                      <a:pt x="9997" y="1056"/>
                    </a:cubicBezTo>
                    <a:cubicBezTo>
                      <a:pt x="10068" y="842"/>
                      <a:pt x="9783" y="770"/>
                      <a:pt x="9568" y="770"/>
                    </a:cubicBezTo>
                    <a:cubicBezTo>
                      <a:pt x="9464" y="750"/>
                      <a:pt x="9365" y="741"/>
                      <a:pt x="9270" y="741"/>
                    </a:cubicBezTo>
                    <a:cubicBezTo>
                      <a:pt x="9038" y="741"/>
                      <a:pt x="8821" y="791"/>
                      <a:pt x="8569" y="842"/>
                    </a:cubicBezTo>
                    <a:cubicBezTo>
                      <a:pt x="8212" y="842"/>
                      <a:pt x="7855" y="628"/>
                      <a:pt x="7498" y="485"/>
                    </a:cubicBezTo>
                    <a:cubicBezTo>
                      <a:pt x="7426" y="413"/>
                      <a:pt x="7355" y="413"/>
                      <a:pt x="7212" y="413"/>
                    </a:cubicBezTo>
                    <a:cubicBezTo>
                      <a:pt x="6998" y="413"/>
                      <a:pt x="6784" y="699"/>
                      <a:pt x="6570" y="699"/>
                    </a:cubicBezTo>
                    <a:cubicBezTo>
                      <a:pt x="6355" y="699"/>
                      <a:pt x="6284" y="556"/>
                      <a:pt x="6141" y="342"/>
                    </a:cubicBezTo>
                    <a:cubicBezTo>
                      <a:pt x="6141" y="133"/>
                      <a:pt x="5988" y="0"/>
                      <a:pt x="5822" y="0"/>
                    </a:cubicBezTo>
                    <a:close/>
                    <a:moveTo>
                      <a:pt x="2571" y="6911"/>
                    </a:moveTo>
                    <a:cubicBezTo>
                      <a:pt x="2500" y="6982"/>
                      <a:pt x="2500" y="6982"/>
                      <a:pt x="2500" y="6982"/>
                    </a:cubicBezTo>
                    <a:cubicBezTo>
                      <a:pt x="2714" y="7054"/>
                      <a:pt x="2714" y="7054"/>
                      <a:pt x="2714" y="7054"/>
                    </a:cubicBezTo>
                    <a:lnTo>
                      <a:pt x="2785" y="7054"/>
                    </a:lnTo>
                    <a:cubicBezTo>
                      <a:pt x="2785" y="6982"/>
                      <a:pt x="2785" y="6982"/>
                      <a:pt x="2785" y="6982"/>
                    </a:cubicBezTo>
                    <a:lnTo>
                      <a:pt x="2571" y="691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59"/>
              <p:cNvSpPr/>
              <p:nvPr/>
            </p:nvSpPr>
            <p:spPr>
              <a:xfrm>
                <a:off x="1808950" y="3362650"/>
                <a:ext cx="257075" cy="187450"/>
              </a:xfrm>
              <a:custGeom>
                <a:rect b="b" l="l" r="r" t="t"/>
                <a:pathLst>
                  <a:path extrusionOk="0" fill="none" h="7498" w="10283">
                    <a:moveTo>
                      <a:pt x="4427" y="929"/>
                    </a:moveTo>
                    <a:cubicBezTo>
                      <a:pt x="4499" y="929"/>
                      <a:pt x="4499" y="929"/>
                      <a:pt x="4499" y="929"/>
                    </a:cubicBezTo>
                    <a:cubicBezTo>
                      <a:pt x="4570" y="1000"/>
                      <a:pt x="4570" y="1000"/>
                      <a:pt x="4570" y="1000"/>
                    </a:cubicBezTo>
                    <a:cubicBezTo>
                      <a:pt x="4570" y="1072"/>
                      <a:pt x="4570" y="1072"/>
                      <a:pt x="4570" y="1072"/>
                    </a:cubicBezTo>
                    <a:cubicBezTo>
                      <a:pt x="4570" y="1000"/>
                      <a:pt x="4570" y="1000"/>
                      <a:pt x="4570" y="1000"/>
                    </a:cubicBezTo>
                    <a:cubicBezTo>
                      <a:pt x="4642" y="1000"/>
                      <a:pt x="4642" y="1000"/>
                      <a:pt x="4642" y="1000"/>
                    </a:cubicBezTo>
                    <a:cubicBezTo>
                      <a:pt x="4642" y="929"/>
                      <a:pt x="4642" y="929"/>
                      <a:pt x="4642" y="929"/>
                    </a:cubicBezTo>
                    <a:cubicBezTo>
                      <a:pt x="4642" y="857"/>
                      <a:pt x="4642" y="857"/>
                      <a:pt x="4642" y="857"/>
                    </a:cubicBezTo>
                    <a:cubicBezTo>
                      <a:pt x="4499" y="857"/>
                      <a:pt x="4499" y="857"/>
                      <a:pt x="4499" y="857"/>
                    </a:cubicBezTo>
                    <a:cubicBezTo>
                      <a:pt x="4427" y="857"/>
                      <a:pt x="4427" y="857"/>
                      <a:pt x="4427" y="857"/>
                    </a:cubicBezTo>
                    <a:cubicBezTo>
                      <a:pt x="4427" y="929"/>
                      <a:pt x="4427" y="929"/>
                      <a:pt x="4427" y="929"/>
                    </a:cubicBezTo>
                    <a:close/>
                    <a:moveTo>
                      <a:pt x="6498" y="786"/>
                    </a:moveTo>
                    <a:cubicBezTo>
                      <a:pt x="6498" y="786"/>
                      <a:pt x="6498" y="786"/>
                      <a:pt x="6498" y="786"/>
                    </a:cubicBezTo>
                    <a:cubicBezTo>
                      <a:pt x="6498" y="715"/>
                      <a:pt x="6498" y="715"/>
                      <a:pt x="6498" y="715"/>
                    </a:cubicBezTo>
                    <a:cubicBezTo>
                      <a:pt x="6427" y="715"/>
                      <a:pt x="6427" y="715"/>
                      <a:pt x="6427" y="715"/>
                    </a:cubicBezTo>
                    <a:cubicBezTo>
                      <a:pt x="6355" y="786"/>
                      <a:pt x="6355" y="786"/>
                      <a:pt x="6355" y="786"/>
                    </a:cubicBezTo>
                    <a:cubicBezTo>
                      <a:pt x="6427" y="857"/>
                      <a:pt x="6427" y="857"/>
                      <a:pt x="6427" y="857"/>
                    </a:cubicBezTo>
                    <a:close/>
                    <a:moveTo>
                      <a:pt x="786" y="5141"/>
                    </a:moveTo>
                    <a:cubicBezTo>
                      <a:pt x="857" y="5141"/>
                      <a:pt x="929" y="4999"/>
                      <a:pt x="929" y="4927"/>
                    </a:cubicBezTo>
                    <a:cubicBezTo>
                      <a:pt x="929" y="4784"/>
                      <a:pt x="929" y="4570"/>
                      <a:pt x="929" y="4427"/>
                    </a:cubicBezTo>
                    <a:cubicBezTo>
                      <a:pt x="857" y="4427"/>
                      <a:pt x="786" y="4427"/>
                      <a:pt x="715" y="4499"/>
                    </a:cubicBezTo>
                    <a:cubicBezTo>
                      <a:pt x="572" y="4499"/>
                      <a:pt x="572" y="4570"/>
                      <a:pt x="500" y="4570"/>
                    </a:cubicBezTo>
                    <a:cubicBezTo>
                      <a:pt x="500" y="4642"/>
                      <a:pt x="429" y="4570"/>
                      <a:pt x="429" y="4570"/>
                    </a:cubicBezTo>
                    <a:cubicBezTo>
                      <a:pt x="358" y="4642"/>
                      <a:pt x="215" y="4784"/>
                      <a:pt x="143" y="4784"/>
                    </a:cubicBezTo>
                    <a:cubicBezTo>
                      <a:pt x="143" y="4856"/>
                      <a:pt x="72" y="4927"/>
                      <a:pt x="1" y="4999"/>
                    </a:cubicBezTo>
                    <a:cubicBezTo>
                      <a:pt x="1" y="4999"/>
                      <a:pt x="1" y="5141"/>
                      <a:pt x="72" y="5070"/>
                    </a:cubicBezTo>
                    <a:cubicBezTo>
                      <a:pt x="143" y="5070"/>
                      <a:pt x="215" y="4927"/>
                      <a:pt x="286" y="4856"/>
                    </a:cubicBezTo>
                    <a:cubicBezTo>
                      <a:pt x="358" y="4784"/>
                      <a:pt x="358" y="4784"/>
                      <a:pt x="358" y="4856"/>
                    </a:cubicBezTo>
                    <a:cubicBezTo>
                      <a:pt x="429" y="4999"/>
                      <a:pt x="429" y="4999"/>
                      <a:pt x="500" y="5070"/>
                    </a:cubicBezTo>
                    <a:cubicBezTo>
                      <a:pt x="500" y="5141"/>
                      <a:pt x="429" y="5213"/>
                      <a:pt x="429" y="5356"/>
                    </a:cubicBezTo>
                    <a:cubicBezTo>
                      <a:pt x="429" y="5427"/>
                      <a:pt x="500" y="5427"/>
                      <a:pt x="572" y="5356"/>
                    </a:cubicBezTo>
                    <a:cubicBezTo>
                      <a:pt x="572" y="5284"/>
                      <a:pt x="643" y="5213"/>
                      <a:pt x="786" y="5213"/>
                    </a:cubicBezTo>
                    <a:close/>
                    <a:moveTo>
                      <a:pt x="7212" y="1"/>
                    </a:moveTo>
                    <a:cubicBezTo>
                      <a:pt x="7284" y="1"/>
                      <a:pt x="7284" y="1"/>
                      <a:pt x="7284" y="1"/>
                    </a:cubicBezTo>
                    <a:cubicBezTo>
                      <a:pt x="7284" y="1"/>
                      <a:pt x="7284" y="1"/>
                      <a:pt x="7284" y="1"/>
                    </a:cubicBezTo>
                    <a:cubicBezTo>
                      <a:pt x="7212" y="1"/>
                      <a:pt x="7212" y="1"/>
                      <a:pt x="7212" y="1"/>
                    </a:cubicBezTo>
                    <a:cubicBezTo>
                      <a:pt x="7069" y="1"/>
                      <a:pt x="7069" y="1"/>
                      <a:pt x="7069" y="1"/>
                    </a:cubicBezTo>
                    <a:cubicBezTo>
                      <a:pt x="7141" y="1"/>
                      <a:pt x="7141" y="1"/>
                      <a:pt x="7141" y="1"/>
                    </a:cubicBezTo>
                    <a:close/>
                    <a:moveTo>
                      <a:pt x="10282" y="3285"/>
                    </a:moveTo>
                    <a:cubicBezTo>
                      <a:pt x="10282" y="2785"/>
                      <a:pt x="9711" y="2285"/>
                      <a:pt x="9925" y="1714"/>
                    </a:cubicBezTo>
                    <a:cubicBezTo>
                      <a:pt x="9925" y="1643"/>
                      <a:pt x="9997" y="1571"/>
                      <a:pt x="9997" y="1500"/>
                    </a:cubicBezTo>
                    <a:cubicBezTo>
                      <a:pt x="10068" y="1286"/>
                      <a:pt x="9783" y="1214"/>
                      <a:pt x="9568" y="1214"/>
                    </a:cubicBezTo>
                    <a:cubicBezTo>
                      <a:pt x="9211" y="1143"/>
                      <a:pt x="8926" y="1214"/>
                      <a:pt x="8569" y="1286"/>
                    </a:cubicBezTo>
                    <a:cubicBezTo>
                      <a:pt x="8212" y="1286"/>
                      <a:pt x="7855" y="1072"/>
                      <a:pt x="7498" y="929"/>
                    </a:cubicBezTo>
                    <a:cubicBezTo>
                      <a:pt x="7426" y="857"/>
                      <a:pt x="7355" y="857"/>
                      <a:pt x="7212" y="857"/>
                    </a:cubicBezTo>
                    <a:cubicBezTo>
                      <a:pt x="6998" y="857"/>
                      <a:pt x="6784" y="1143"/>
                      <a:pt x="6570" y="1143"/>
                    </a:cubicBezTo>
                    <a:cubicBezTo>
                      <a:pt x="6355" y="1143"/>
                      <a:pt x="6284" y="1000"/>
                      <a:pt x="6141" y="786"/>
                    </a:cubicBezTo>
                    <a:cubicBezTo>
                      <a:pt x="6141" y="500"/>
                      <a:pt x="5856" y="358"/>
                      <a:pt x="5641" y="500"/>
                    </a:cubicBezTo>
                    <a:cubicBezTo>
                      <a:pt x="5499" y="643"/>
                      <a:pt x="5427" y="857"/>
                      <a:pt x="5284" y="1000"/>
                    </a:cubicBezTo>
                    <a:cubicBezTo>
                      <a:pt x="4785" y="1571"/>
                      <a:pt x="4427" y="2214"/>
                      <a:pt x="4427" y="2928"/>
                    </a:cubicBezTo>
                    <a:cubicBezTo>
                      <a:pt x="4356" y="3356"/>
                      <a:pt x="4427" y="3856"/>
                      <a:pt x="4213" y="4213"/>
                    </a:cubicBezTo>
                    <a:cubicBezTo>
                      <a:pt x="4070" y="4427"/>
                      <a:pt x="3785" y="4570"/>
                      <a:pt x="3571" y="4356"/>
                    </a:cubicBezTo>
                    <a:cubicBezTo>
                      <a:pt x="3071" y="3928"/>
                      <a:pt x="3142" y="4856"/>
                      <a:pt x="3071" y="5070"/>
                    </a:cubicBezTo>
                    <a:cubicBezTo>
                      <a:pt x="2857" y="5427"/>
                      <a:pt x="2500" y="5641"/>
                      <a:pt x="2285" y="6070"/>
                    </a:cubicBezTo>
                    <a:cubicBezTo>
                      <a:pt x="2000" y="6427"/>
                      <a:pt x="1857" y="5784"/>
                      <a:pt x="1714" y="5570"/>
                    </a:cubicBezTo>
                    <a:cubicBezTo>
                      <a:pt x="1571" y="5356"/>
                      <a:pt x="1286" y="5498"/>
                      <a:pt x="1143" y="5641"/>
                    </a:cubicBezTo>
                    <a:cubicBezTo>
                      <a:pt x="1072" y="5784"/>
                      <a:pt x="929" y="5856"/>
                      <a:pt x="715" y="5998"/>
                    </a:cubicBezTo>
                    <a:cubicBezTo>
                      <a:pt x="572" y="6070"/>
                      <a:pt x="786" y="6427"/>
                      <a:pt x="929" y="6427"/>
                    </a:cubicBezTo>
                    <a:cubicBezTo>
                      <a:pt x="1072" y="6355"/>
                      <a:pt x="1214" y="6284"/>
                      <a:pt x="1357" y="6284"/>
                    </a:cubicBezTo>
                    <a:cubicBezTo>
                      <a:pt x="1571" y="6355"/>
                      <a:pt x="1714" y="6427"/>
                      <a:pt x="1928" y="6498"/>
                    </a:cubicBezTo>
                    <a:cubicBezTo>
                      <a:pt x="2214" y="6570"/>
                      <a:pt x="2500" y="6641"/>
                      <a:pt x="2785" y="6498"/>
                    </a:cubicBezTo>
                    <a:cubicBezTo>
                      <a:pt x="3356" y="6355"/>
                      <a:pt x="3928" y="6498"/>
                      <a:pt x="4499" y="6427"/>
                    </a:cubicBezTo>
                    <a:cubicBezTo>
                      <a:pt x="4785" y="6427"/>
                      <a:pt x="5070" y="6284"/>
                      <a:pt x="5356" y="6284"/>
                    </a:cubicBezTo>
                    <a:cubicBezTo>
                      <a:pt x="5713" y="6284"/>
                      <a:pt x="6070" y="6641"/>
                      <a:pt x="6427" y="6855"/>
                    </a:cubicBezTo>
                    <a:cubicBezTo>
                      <a:pt x="6570" y="6927"/>
                      <a:pt x="6784" y="6927"/>
                      <a:pt x="6927" y="7069"/>
                    </a:cubicBezTo>
                    <a:cubicBezTo>
                      <a:pt x="7212" y="7212"/>
                      <a:pt x="7712" y="7641"/>
                      <a:pt x="7998" y="7284"/>
                    </a:cubicBezTo>
                    <a:cubicBezTo>
                      <a:pt x="8069" y="7069"/>
                      <a:pt x="8069" y="6784"/>
                      <a:pt x="8212" y="6570"/>
                    </a:cubicBezTo>
                    <a:cubicBezTo>
                      <a:pt x="8355" y="6355"/>
                      <a:pt x="8712" y="6141"/>
                      <a:pt x="8569" y="5927"/>
                    </a:cubicBezTo>
                    <a:cubicBezTo>
                      <a:pt x="8426" y="5784"/>
                      <a:pt x="8355" y="5713"/>
                      <a:pt x="8283" y="5641"/>
                    </a:cubicBezTo>
                    <a:cubicBezTo>
                      <a:pt x="8069" y="5213"/>
                      <a:pt x="7998" y="4499"/>
                      <a:pt x="8140" y="3999"/>
                    </a:cubicBezTo>
                    <a:cubicBezTo>
                      <a:pt x="8212" y="3785"/>
                      <a:pt x="8140" y="3571"/>
                      <a:pt x="8283" y="3356"/>
                    </a:cubicBezTo>
                    <a:cubicBezTo>
                      <a:pt x="8355" y="3356"/>
                      <a:pt x="8497" y="3428"/>
                      <a:pt x="8640" y="3428"/>
                    </a:cubicBezTo>
                    <a:cubicBezTo>
                      <a:pt x="8712" y="3428"/>
                      <a:pt x="8854" y="3428"/>
                      <a:pt x="8997" y="3428"/>
                    </a:cubicBezTo>
                    <a:cubicBezTo>
                      <a:pt x="9354" y="3428"/>
                      <a:pt x="10068" y="3785"/>
                      <a:pt x="10282" y="3356"/>
                    </a:cubicBezTo>
                    <a:close/>
                    <a:moveTo>
                      <a:pt x="4213" y="7141"/>
                    </a:moveTo>
                    <a:cubicBezTo>
                      <a:pt x="4142" y="7141"/>
                      <a:pt x="4142" y="7141"/>
                      <a:pt x="4142" y="7141"/>
                    </a:cubicBezTo>
                    <a:cubicBezTo>
                      <a:pt x="4070" y="7141"/>
                      <a:pt x="4070" y="7141"/>
                      <a:pt x="4070" y="7141"/>
                    </a:cubicBezTo>
                    <a:cubicBezTo>
                      <a:pt x="3999" y="7212"/>
                      <a:pt x="3999" y="7212"/>
                      <a:pt x="3999" y="7212"/>
                    </a:cubicBezTo>
                    <a:cubicBezTo>
                      <a:pt x="4070" y="7212"/>
                      <a:pt x="4070" y="7212"/>
                      <a:pt x="4070" y="7212"/>
                    </a:cubicBezTo>
                    <a:cubicBezTo>
                      <a:pt x="4142" y="7212"/>
                      <a:pt x="4142" y="7212"/>
                      <a:pt x="4142" y="7212"/>
                    </a:cubicBezTo>
                    <a:cubicBezTo>
                      <a:pt x="4142" y="7212"/>
                      <a:pt x="4142" y="7212"/>
                      <a:pt x="4142" y="7212"/>
                    </a:cubicBezTo>
                    <a:cubicBezTo>
                      <a:pt x="4213" y="7212"/>
                      <a:pt x="4213" y="7212"/>
                      <a:pt x="4213" y="7212"/>
                    </a:cubicBezTo>
                    <a:cubicBezTo>
                      <a:pt x="4285" y="7141"/>
                      <a:pt x="4285" y="7141"/>
                      <a:pt x="4285" y="7141"/>
                    </a:cubicBezTo>
                    <a:cubicBezTo>
                      <a:pt x="4356" y="7069"/>
                      <a:pt x="4356" y="7069"/>
                      <a:pt x="4356" y="7069"/>
                    </a:cubicBezTo>
                    <a:cubicBezTo>
                      <a:pt x="4285" y="7069"/>
                      <a:pt x="4285" y="7069"/>
                      <a:pt x="4285" y="7069"/>
                    </a:cubicBezTo>
                    <a:close/>
                    <a:moveTo>
                      <a:pt x="2571" y="7355"/>
                    </a:moveTo>
                    <a:cubicBezTo>
                      <a:pt x="2571" y="7355"/>
                      <a:pt x="2571" y="7355"/>
                      <a:pt x="2571" y="7355"/>
                    </a:cubicBezTo>
                    <a:cubicBezTo>
                      <a:pt x="2571" y="7355"/>
                      <a:pt x="2571" y="7355"/>
                      <a:pt x="2571" y="7355"/>
                    </a:cubicBezTo>
                    <a:cubicBezTo>
                      <a:pt x="2500" y="7426"/>
                      <a:pt x="2500" y="7426"/>
                      <a:pt x="2500" y="7426"/>
                    </a:cubicBezTo>
                    <a:cubicBezTo>
                      <a:pt x="2500" y="7426"/>
                      <a:pt x="2500" y="7426"/>
                      <a:pt x="2500" y="7426"/>
                    </a:cubicBezTo>
                    <a:cubicBezTo>
                      <a:pt x="2714" y="7498"/>
                      <a:pt x="2714" y="7498"/>
                      <a:pt x="2714" y="7498"/>
                    </a:cubicBezTo>
                    <a:cubicBezTo>
                      <a:pt x="2785" y="7498"/>
                      <a:pt x="2785" y="7498"/>
                      <a:pt x="2785" y="7498"/>
                    </a:cubicBezTo>
                    <a:cubicBezTo>
                      <a:pt x="2785" y="7426"/>
                      <a:pt x="2785" y="7426"/>
                      <a:pt x="2785" y="742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59"/>
              <p:cNvSpPr/>
              <p:nvPr/>
            </p:nvSpPr>
            <p:spPr>
              <a:xfrm>
                <a:off x="1809600" y="2694675"/>
                <a:ext cx="493825" cy="271725"/>
              </a:xfrm>
              <a:custGeom>
                <a:rect b="b" l="l" r="r" t="t"/>
                <a:pathLst>
                  <a:path extrusionOk="0" h="10869" w="19753">
                    <a:moveTo>
                      <a:pt x="4116" y="5585"/>
                    </a:moveTo>
                    <a:cubicBezTo>
                      <a:pt x="4116" y="5656"/>
                      <a:pt x="4116" y="5656"/>
                      <a:pt x="4116" y="5656"/>
                    </a:cubicBezTo>
                    <a:cubicBezTo>
                      <a:pt x="4116" y="5728"/>
                      <a:pt x="4116" y="5728"/>
                      <a:pt x="4116" y="5728"/>
                    </a:cubicBezTo>
                    <a:lnTo>
                      <a:pt x="4187" y="5728"/>
                    </a:lnTo>
                    <a:cubicBezTo>
                      <a:pt x="4187" y="5656"/>
                      <a:pt x="4187" y="5656"/>
                      <a:pt x="4187" y="5656"/>
                    </a:cubicBezTo>
                    <a:lnTo>
                      <a:pt x="4116" y="5585"/>
                    </a:lnTo>
                    <a:close/>
                    <a:moveTo>
                      <a:pt x="12041" y="5656"/>
                    </a:moveTo>
                    <a:cubicBezTo>
                      <a:pt x="12113" y="5728"/>
                      <a:pt x="12113" y="5728"/>
                      <a:pt x="12113" y="5728"/>
                    </a:cubicBezTo>
                    <a:lnTo>
                      <a:pt x="12184" y="5728"/>
                    </a:lnTo>
                    <a:cubicBezTo>
                      <a:pt x="12184" y="5656"/>
                      <a:pt x="12184" y="5656"/>
                      <a:pt x="12184" y="5656"/>
                    </a:cubicBezTo>
                    <a:close/>
                    <a:moveTo>
                      <a:pt x="14184" y="8012"/>
                    </a:moveTo>
                    <a:cubicBezTo>
                      <a:pt x="14112" y="8084"/>
                      <a:pt x="14112" y="8084"/>
                      <a:pt x="14112" y="8084"/>
                    </a:cubicBezTo>
                    <a:cubicBezTo>
                      <a:pt x="14041" y="8155"/>
                      <a:pt x="14041" y="8155"/>
                      <a:pt x="14041" y="8155"/>
                    </a:cubicBezTo>
                    <a:lnTo>
                      <a:pt x="14184" y="8155"/>
                    </a:lnTo>
                    <a:cubicBezTo>
                      <a:pt x="14112" y="8227"/>
                      <a:pt x="14112" y="8227"/>
                      <a:pt x="14112" y="8227"/>
                    </a:cubicBezTo>
                    <a:lnTo>
                      <a:pt x="14041" y="8227"/>
                    </a:lnTo>
                    <a:cubicBezTo>
                      <a:pt x="14112" y="8298"/>
                      <a:pt x="14112" y="8298"/>
                      <a:pt x="14112" y="8298"/>
                    </a:cubicBezTo>
                    <a:lnTo>
                      <a:pt x="14184" y="8298"/>
                    </a:lnTo>
                    <a:cubicBezTo>
                      <a:pt x="14326" y="8227"/>
                      <a:pt x="14326" y="8227"/>
                      <a:pt x="14326" y="8227"/>
                    </a:cubicBezTo>
                    <a:cubicBezTo>
                      <a:pt x="14398" y="8155"/>
                      <a:pt x="14398" y="8155"/>
                      <a:pt x="14398" y="8155"/>
                    </a:cubicBezTo>
                    <a:lnTo>
                      <a:pt x="14326" y="8155"/>
                    </a:lnTo>
                    <a:cubicBezTo>
                      <a:pt x="14255" y="8012"/>
                      <a:pt x="14255" y="8012"/>
                      <a:pt x="14255" y="8012"/>
                    </a:cubicBezTo>
                    <a:cubicBezTo>
                      <a:pt x="14184" y="8084"/>
                      <a:pt x="14184" y="8084"/>
                      <a:pt x="14184" y="8084"/>
                    </a:cubicBezTo>
                    <a:cubicBezTo>
                      <a:pt x="14184" y="8012"/>
                      <a:pt x="14184" y="8012"/>
                      <a:pt x="14184" y="8012"/>
                    </a:cubicBezTo>
                    <a:close/>
                    <a:moveTo>
                      <a:pt x="10328" y="8298"/>
                    </a:moveTo>
                    <a:cubicBezTo>
                      <a:pt x="10328" y="8369"/>
                      <a:pt x="10328" y="8369"/>
                      <a:pt x="10328" y="8369"/>
                    </a:cubicBezTo>
                    <a:lnTo>
                      <a:pt x="10471" y="8369"/>
                    </a:lnTo>
                    <a:cubicBezTo>
                      <a:pt x="10399" y="8298"/>
                      <a:pt x="10399" y="8298"/>
                      <a:pt x="10399" y="8298"/>
                    </a:cubicBezTo>
                    <a:close/>
                    <a:moveTo>
                      <a:pt x="10685" y="8369"/>
                    </a:moveTo>
                    <a:cubicBezTo>
                      <a:pt x="10613" y="8441"/>
                      <a:pt x="10613" y="8441"/>
                      <a:pt x="10613" y="8441"/>
                    </a:cubicBezTo>
                    <a:lnTo>
                      <a:pt x="10756" y="8441"/>
                    </a:lnTo>
                    <a:cubicBezTo>
                      <a:pt x="10756" y="8369"/>
                      <a:pt x="10756" y="8369"/>
                      <a:pt x="10756" y="8369"/>
                    </a:cubicBezTo>
                    <a:close/>
                    <a:moveTo>
                      <a:pt x="10042" y="8584"/>
                    </a:moveTo>
                    <a:cubicBezTo>
                      <a:pt x="9971" y="8655"/>
                      <a:pt x="9971" y="8655"/>
                      <a:pt x="9971" y="8655"/>
                    </a:cubicBezTo>
                    <a:cubicBezTo>
                      <a:pt x="9899" y="8726"/>
                      <a:pt x="9899" y="8726"/>
                      <a:pt x="9899" y="8726"/>
                    </a:cubicBezTo>
                    <a:lnTo>
                      <a:pt x="10042" y="8726"/>
                    </a:lnTo>
                    <a:cubicBezTo>
                      <a:pt x="10114" y="8655"/>
                      <a:pt x="10114" y="8655"/>
                      <a:pt x="10114" y="8655"/>
                    </a:cubicBezTo>
                    <a:cubicBezTo>
                      <a:pt x="10114" y="8584"/>
                      <a:pt x="10114" y="8584"/>
                      <a:pt x="10114" y="8584"/>
                    </a:cubicBezTo>
                    <a:close/>
                    <a:moveTo>
                      <a:pt x="12041" y="8227"/>
                    </a:moveTo>
                    <a:cubicBezTo>
                      <a:pt x="12041" y="8298"/>
                      <a:pt x="12041" y="8298"/>
                      <a:pt x="12041" y="8298"/>
                    </a:cubicBezTo>
                    <a:cubicBezTo>
                      <a:pt x="11970" y="8369"/>
                      <a:pt x="11970" y="8369"/>
                      <a:pt x="11970" y="8369"/>
                    </a:cubicBezTo>
                    <a:cubicBezTo>
                      <a:pt x="11899" y="8441"/>
                      <a:pt x="11899" y="8441"/>
                      <a:pt x="11899" y="8441"/>
                    </a:cubicBezTo>
                    <a:cubicBezTo>
                      <a:pt x="11756" y="8584"/>
                      <a:pt x="11756" y="8584"/>
                      <a:pt x="11756" y="8584"/>
                    </a:cubicBezTo>
                    <a:cubicBezTo>
                      <a:pt x="11899" y="8655"/>
                      <a:pt x="11899" y="8655"/>
                      <a:pt x="11899" y="8655"/>
                    </a:cubicBezTo>
                    <a:cubicBezTo>
                      <a:pt x="11970" y="8726"/>
                      <a:pt x="11970" y="8726"/>
                      <a:pt x="11970" y="8726"/>
                    </a:cubicBezTo>
                    <a:lnTo>
                      <a:pt x="12113" y="8726"/>
                    </a:lnTo>
                    <a:cubicBezTo>
                      <a:pt x="12184" y="8798"/>
                      <a:pt x="12184" y="8798"/>
                      <a:pt x="12184" y="8798"/>
                    </a:cubicBezTo>
                    <a:cubicBezTo>
                      <a:pt x="12256" y="8726"/>
                      <a:pt x="12256" y="8726"/>
                      <a:pt x="12256" y="8726"/>
                    </a:cubicBezTo>
                    <a:cubicBezTo>
                      <a:pt x="12256" y="8584"/>
                      <a:pt x="12256" y="8584"/>
                      <a:pt x="12256" y="8584"/>
                    </a:cubicBezTo>
                    <a:cubicBezTo>
                      <a:pt x="12327" y="8441"/>
                      <a:pt x="12327" y="8441"/>
                      <a:pt x="12327" y="8441"/>
                    </a:cubicBezTo>
                    <a:cubicBezTo>
                      <a:pt x="12184" y="8369"/>
                      <a:pt x="12184" y="8369"/>
                      <a:pt x="12184" y="8369"/>
                    </a:cubicBezTo>
                    <a:lnTo>
                      <a:pt x="12184" y="8227"/>
                    </a:lnTo>
                    <a:close/>
                    <a:moveTo>
                      <a:pt x="14692" y="8209"/>
                    </a:moveTo>
                    <a:cubicBezTo>
                      <a:pt x="14630" y="8209"/>
                      <a:pt x="14541" y="8227"/>
                      <a:pt x="14469" y="8227"/>
                    </a:cubicBezTo>
                    <a:cubicBezTo>
                      <a:pt x="14326" y="8298"/>
                      <a:pt x="14184" y="8369"/>
                      <a:pt x="14112" y="8512"/>
                    </a:cubicBezTo>
                    <a:cubicBezTo>
                      <a:pt x="14112" y="8512"/>
                      <a:pt x="13969" y="8584"/>
                      <a:pt x="13898" y="8584"/>
                    </a:cubicBezTo>
                    <a:cubicBezTo>
                      <a:pt x="13827" y="8584"/>
                      <a:pt x="13827" y="8584"/>
                      <a:pt x="13827" y="8655"/>
                    </a:cubicBezTo>
                    <a:cubicBezTo>
                      <a:pt x="13827" y="8655"/>
                      <a:pt x="13969" y="8726"/>
                      <a:pt x="13969" y="8726"/>
                    </a:cubicBezTo>
                    <a:cubicBezTo>
                      <a:pt x="14041" y="8798"/>
                      <a:pt x="14112" y="8941"/>
                      <a:pt x="14184" y="9012"/>
                    </a:cubicBezTo>
                    <a:cubicBezTo>
                      <a:pt x="14194" y="9022"/>
                      <a:pt x="14204" y="9027"/>
                      <a:pt x="14214" y="9027"/>
                    </a:cubicBezTo>
                    <a:cubicBezTo>
                      <a:pt x="14274" y="9027"/>
                      <a:pt x="14326" y="8869"/>
                      <a:pt x="14326" y="8869"/>
                    </a:cubicBezTo>
                    <a:cubicBezTo>
                      <a:pt x="14469" y="8869"/>
                      <a:pt x="14612" y="8798"/>
                      <a:pt x="14683" y="8655"/>
                    </a:cubicBezTo>
                    <a:cubicBezTo>
                      <a:pt x="14755" y="8512"/>
                      <a:pt x="14898" y="8441"/>
                      <a:pt x="14755" y="8369"/>
                    </a:cubicBezTo>
                    <a:lnTo>
                      <a:pt x="14755" y="8298"/>
                    </a:lnTo>
                    <a:cubicBezTo>
                      <a:pt x="14790" y="8227"/>
                      <a:pt x="14755" y="8209"/>
                      <a:pt x="14692" y="8209"/>
                    </a:cubicBezTo>
                    <a:close/>
                    <a:moveTo>
                      <a:pt x="14469" y="8869"/>
                    </a:moveTo>
                    <a:cubicBezTo>
                      <a:pt x="14398" y="8941"/>
                      <a:pt x="14398" y="8941"/>
                      <a:pt x="14398" y="8941"/>
                    </a:cubicBezTo>
                    <a:cubicBezTo>
                      <a:pt x="14326" y="9012"/>
                      <a:pt x="14326" y="9012"/>
                      <a:pt x="14326" y="9012"/>
                    </a:cubicBezTo>
                    <a:cubicBezTo>
                      <a:pt x="14326" y="9083"/>
                      <a:pt x="14326" y="9083"/>
                      <a:pt x="14326" y="9083"/>
                    </a:cubicBezTo>
                    <a:lnTo>
                      <a:pt x="14398" y="9083"/>
                    </a:lnTo>
                    <a:cubicBezTo>
                      <a:pt x="14326" y="9155"/>
                      <a:pt x="14326" y="9155"/>
                      <a:pt x="14326" y="9155"/>
                    </a:cubicBezTo>
                    <a:cubicBezTo>
                      <a:pt x="14326" y="9226"/>
                      <a:pt x="14326" y="9226"/>
                      <a:pt x="14326" y="9226"/>
                    </a:cubicBezTo>
                    <a:lnTo>
                      <a:pt x="14469" y="9226"/>
                    </a:lnTo>
                    <a:cubicBezTo>
                      <a:pt x="14469" y="9155"/>
                      <a:pt x="14469" y="9155"/>
                      <a:pt x="14469" y="9155"/>
                    </a:cubicBezTo>
                    <a:lnTo>
                      <a:pt x="14541" y="9155"/>
                    </a:lnTo>
                    <a:cubicBezTo>
                      <a:pt x="14541" y="9083"/>
                      <a:pt x="14541" y="9083"/>
                      <a:pt x="14541" y="9083"/>
                    </a:cubicBezTo>
                    <a:cubicBezTo>
                      <a:pt x="14541" y="9012"/>
                      <a:pt x="14541" y="9012"/>
                      <a:pt x="14541" y="9012"/>
                    </a:cubicBezTo>
                    <a:lnTo>
                      <a:pt x="14612" y="9012"/>
                    </a:lnTo>
                    <a:cubicBezTo>
                      <a:pt x="14541" y="8869"/>
                      <a:pt x="14541" y="8869"/>
                      <a:pt x="14541" y="8869"/>
                    </a:cubicBezTo>
                    <a:close/>
                    <a:moveTo>
                      <a:pt x="14826" y="9155"/>
                    </a:moveTo>
                    <a:cubicBezTo>
                      <a:pt x="14898" y="9226"/>
                      <a:pt x="14898" y="9226"/>
                      <a:pt x="14898" y="9226"/>
                    </a:cubicBezTo>
                    <a:cubicBezTo>
                      <a:pt x="14898" y="9369"/>
                      <a:pt x="14898" y="9369"/>
                      <a:pt x="14898" y="9369"/>
                    </a:cubicBezTo>
                    <a:lnTo>
                      <a:pt x="14969" y="9298"/>
                    </a:lnTo>
                    <a:cubicBezTo>
                      <a:pt x="14969" y="9226"/>
                      <a:pt x="14969" y="9226"/>
                      <a:pt x="14969" y="9226"/>
                    </a:cubicBezTo>
                    <a:cubicBezTo>
                      <a:pt x="14969" y="9155"/>
                      <a:pt x="14969" y="9155"/>
                      <a:pt x="14969" y="9155"/>
                    </a:cubicBezTo>
                    <a:close/>
                    <a:moveTo>
                      <a:pt x="10471" y="8655"/>
                    </a:moveTo>
                    <a:cubicBezTo>
                      <a:pt x="10328" y="8655"/>
                      <a:pt x="10185" y="8798"/>
                      <a:pt x="10114" y="8869"/>
                    </a:cubicBezTo>
                    <a:cubicBezTo>
                      <a:pt x="10042" y="8941"/>
                      <a:pt x="10042" y="9012"/>
                      <a:pt x="9971" y="9012"/>
                    </a:cubicBezTo>
                    <a:cubicBezTo>
                      <a:pt x="9971" y="9083"/>
                      <a:pt x="9971" y="9083"/>
                      <a:pt x="9971" y="9083"/>
                    </a:cubicBezTo>
                    <a:cubicBezTo>
                      <a:pt x="9971" y="9155"/>
                      <a:pt x="10185" y="9155"/>
                      <a:pt x="10185" y="9226"/>
                    </a:cubicBezTo>
                    <a:cubicBezTo>
                      <a:pt x="10185" y="9226"/>
                      <a:pt x="10328" y="9369"/>
                      <a:pt x="10399" y="9369"/>
                    </a:cubicBezTo>
                    <a:cubicBezTo>
                      <a:pt x="10542" y="9440"/>
                      <a:pt x="10685" y="9440"/>
                      <a:pt x="10828" y="9512"/>
                    </a:cubicBezTo>
                    <a:cubicBezTo>
                      <a:pt x="10828" y="9512"/>
                      <a:pt x="11042" y="9440"/>
                      <a:pt x="11042" y="9440"/>
                    </a:cubicBezTo>
                    <a:cubicBezTo>
                      <a:pt x="11042" y="9369"/>
                      <a:pt x="10970" y="9298"/>
                      <a:pt x="11042" y="9298"/>
                    </a:cubicBezTo>
                    <a:cubicBezTo>
                      <a:pt x="11042" y="9226"/>
                      <a:pt x="11113" y="9083"/>
                      <a:pt x="11185" y="9083"/>
                    </a:cubicBezTo>
                    <a:cubicBezTo>
                      <a:pt x="11185" y="9012"/>
                      <a:pt x="11113" y="8941"/>
                      <a:pt x="11113" y="8869"/>
                    </a:cubicBezTo>
                    <a:cubicBezTo>
                      <a:pt x="11042" y="8798"/>
                      <a:pt x="10828" y="8798"/>
                      <a:pt x="10756" y="8798"/>
                    </a:cubicBezTo>
                    <a:cubicBezTo>
                      <a:pt x="10685" y="8798"/>
                      <a:pt x="10542" y="8655"/>
                      <a:pt x="10471" y="8655"/>
                    </a:cubicBezTo>
                    <a:close/>
                    <a:moveTo>
                      <a:pt x="4704" y="1"/>
                    </a:moveTo>
                    <a:cubicBezTo>
                      <a:pt x="4444" y="1"/>
                      <a:pt x="4146" y="158"/>
                      <a:pt x="3902" y="158"/>
                    </a:cubicBezTo>
                    <a:cubicBezTo>
                      <a:pt x="3473" y="230"/>
                      <a:pt x="3902" y="729"/>
                      <a:pt x="3902" y="1015"/>
                    </a:cubicBezTo>
                    <a:cubicBezTo>
                      <a:pt x="3902" y="1229"/>
                      <a:pt x="4044" y="1444"/>
                      <a:pt x="4116" y="1586"/>
                    </a:cubicBezTo>
                    <a:cubicBezTo>
                      <a:pt x="4116" y="1658"/>
                      <a:pt x="4116" y="1729"/>
                      <a:pt x="4044" y="1729"/>
                    </a:cubicBezTo>
                    <a:cubicBezTo>
                      <a:pt x="3830" y="1729"/>
                      <a:pt x="3402" y="1658"/>
                      <a:pt x="3402" y="1372"/>
                    </a:cubicBezTo>
                    <a:cubicBezTo>
                      <a:pt x="3402" y="1301"/>
                      <a:pt x="3402" y="1229"/>
                      <a:pt x="3402" y="1087"/>
                    </a:cubicBezTo>
                    <a:cubicBezTo>
                      <a:pt x="3473" y="1015"/>
                      <a:pt x="3402" y="872"/>
                      <a:pt x="3259" y="801"/>
                    </a:cubicBezTo>
                    <a:cubicBezTo>
                      <a:pt x="3116" y="658"/>
                      <a:pt x="3045" y="372"/>
                      <a:pt x="2831" y="230"/>
                    </a:cubicBezTo>
                    <a:cubicBezTo>
                      <a:pt x="2331" y="301"/>
                      <a:pt x="1760" y="515"/>
                      <a:pt x="1403" y="944"/>
                    </a:cubicBezTo>
                    <a:cubicBezTo>
                      <a:pt x="1260" y="1158"/>
                      <a:pt x="1403" y="1301"/>
                      <a:pt x="1545" y="1444"/>
                    </a:cubicBezTo>
                    <a:cubicBezTo>
                      <a:pt x="1831" y="2086"/>
                      <a:pt x="903" y="2300"/>
                      <a:pt x="474" y="2586"/>
                    </a:cubicBezTo>
                    <a:cubicBezTo>
                      <a:pt x="117" y="2729"/>
                      <a:pt x="-168" y="3157"/>
                      <a:pt x="117" y="3514"/>
                    </a:cubicBezTo>
                    <a:cubicBezTo>
                      <a:pt x="260" y="3586"/>
                      <a:pt x="474" y="3586"/>
                      <a:pt x="617" y="3657"/>
                    </a:cubicBezTo>
                    <a:cubicBezTo>
                      <a:pt x="831" y="3728"/>
                      <a:pt x="974" y="3871"/>
                      <a:pt x="1188" y="3871"/>
                    </a:cubicBezTo>
                    <a:cubicBezTo>
                      <a:pt x="1284" y="3895"/>
                      <a:pt x="1379" y="3903"/>
                      <a:pt x="1474" y="3903"/>
                    </a:cubicBezTo>
                    <a:cubicBezTo>
                      <a:pt x="1664" y="3903"/>
                      <a:pt x="1855" y="3871"/>
                      <a:pt x="2045" y="3871"/>
                    </a:cubicBezTo>
                    <a:cubicBezTo>
                      <a:pt x="2230" y="3810"/>
                      <a:pt x="2467" y="3643"/>
                      <a:pt x="2666" y="3643"/>
                    </a:cubicBezTo>
                    <a:cubicBezTo>
                      <a:pt x="2698" y="3643"/>
                      <a:pt x="2729" y="3647"/>
                      <a:pt x="2759" y="3657"/>
                    </a:cubicBezTo>
                    <a:cubicBezTo>
                      <a:pt x="3116" y="3871"/>
                      <a:pt x="3473" y="3871"/>
                      <a:pt x="3902" y="4014"/>
                    </a:cubicBezTo>
                    <a:cubicBezTo>
                      <a:pt x="4330" y="4228"/>
                      <a:pt x="4259" y="5014"/>
                      <a:pt x="4401" y="5442"/>
                    </a:cubicBezTo>
                    <a:cubicBezTo>
                      <a:pt x="4544" y="5799"/>
                      <a:pt x="4901" y="5870"/>
                      <a:pt x="5044" y="6156"/>
                    </a:cubicBezTo>
                    <a:cubicBezTo>
                      <a:pt x="5116" y="6513"/>
                      <a:pt x="4830" y="6941"/>
                      <a:pt x="4901" y="7298"/>
                    </a:cubicBezTo>
                    <a:cubicBezTo>
                      <a:pt x="4973" y="7655"/>
                      <a:pt x="5187" y="8084"/>
                      <a:pt x="5544" y="8298"/>
                    </a:cubicBezTo>
                    <a:cubicBezTo>
                      <a:pt x="5687" y="8369"/>
                      <a:pt x="5901" y="8369"/>
                      <a:pt x="6044" y="8441"/>
                    </a:cubicBezTo>
                    <a:cubicBezTo>
                      <a:pt x="6686" y="8584"/>
                      <a:pt x="7258" y="8869"/>
                      <a:pt x="7829" y="9155"/>
                    </a:cubicBezTo>
                    <a:cubicBezTo>
                      <a:pt x="8043" y="9226"/>
                      <a:pt x="8257" y="9298"/>
                      <a:pt x="8400" y="9440"/>
                    </a:cubicBezTo>
                    <a:cubicBezTo>
                      <a:pt x="8614" y="9583"/>
                      <a:pt x="8686" y="9869"/>
                      <a:pt x="8900" y="9940"/>
                    </a:cubicBezTo>
                    <a:cubicBezTo>
                      <a:pt x="8928" y="9955"/>
                      <a:pt x="8957" y="9960"/>
                      <a:pt x="8986" y="9960"/>
                    </a:cubicBezTo>
                    <a:cubicBezTo>
                      <a:pt x="9103" y="9960"/>
                      <a:pt x="9228" y="9869"/>
                      <a:pt x="9400" y="9869"/>
                    </a:cubicBezTo>
                    <a:cubicBezTo>
                      <a:pt x="9507" y="9905"/>
                      <a:pt x="9703" y="9958"/>
                      <a:pt x="9873" y="9958"/>
                    </a:cubicBezTo>
                    <a:cubicBezTo>
                      <a:pt x="10042" y="9958"/>
                      <a:pt x="10185" y="9905"/>
                      <a:pt x="10185" y="9726"/>
                    </a:cubicBezTo>
                    <a:lnTo>
                      <a:pt x="10185" y="9655"/>
                    </a:lnTo>
                    <a:cubicBezTo>
                      <a:pt x="10114" y="9298"/>
                      <a:pt x="9471" y="9226"/>
                      <a:pt x="9328" y="8869"/>
                    </a:cubicBezTo>
                    <a:cubicBezTo>
                      <a:pt x="9328" y="8441"/>
                      <a:pt x="9542" y="8012"/>
                      <a:pt x="9757" y="7584"/>
                    </a:cubicBezTo>
                    <a:cubicBezTo>
                      <a:pt x="9899" y="7298"/>
                      <a:pt x="10114" y="7013"/>
                      <a:pt x="10471" y="6870"/>
                    </a:cubicBezTo>
                    <a:cubicBezTo>
                      <a:pt x="10471" y="6799"/>
                      <a:pt x="10613" y="6799"/>
                      <a:pt x="10613" y="6727"/>
                    </a:cubicBezTo>
                    <a:cubicBezTo>
                      <a:pt x="10471" y="6656"/>
                      <a:pt x="10256" y="6584"/>
                      <a:pt x="10114" y="6584"/>
                    </a:cubicBezTo>
                    <a:cubicBezTo>
                      <a:pt x="9542" y="6442"/>
                      <a:pt x="8900" y="6299"/>
                      <a:pt x="8329" y="6156"/>
                    </a:cubicBezTo>
                    <a:cubicBezTo>
                      <a:pt x="8043" y="6156"/>
                      <a:pt x="7757" y="6085"/>
                      <a:pt x="7543" y="5870"/>
                    </a:cubicBezTo>
                    <a:cubicBezTo>
                      <a:pt x="6901" y="5156"/>
                      <a:pt x="6686" y="4085"/>
                      <a:pt x="6544" y="3157"/>
                    </a:cubicBezTo>
                    <a:cubicBezTo>
                      <a:pt x="6472" y="2943"/>
                      <a:pt x="6615" y="2657"/>
                      <a:pt x="6544" y="2443"/>
                    </a:cubicBezTo>
                    <a:cubicBezTo>
                      <a:pt x="6401" y="2015"/>
                      <a:pt x="6115" y="1729"/>
                      <a:pt x="5901" y="1372"/>
                    </a:cubicBezTo>
                    <a:cubicBezTo>
                      <a:pt x="5830" y="1229"/>
                      <a:pt x="5758" y="1158"/>
                      <a:pt x="5687" y="944"/>
                    </a:cubicBezTo>
                    <a:cubicBezTo>
                      <a:pt x="5687" y="801"/>
                      <a:pt x="5758" y="658"/>
                      <a:pt x="5687" y="515"/>
                    </a:cubicBezTo>
                    <a:cubicBezTo>
                      <a:pt x="5473" y="301"/>
                      <a:pt x="5116" y="158"/>
                      <a:pt x="4830" y="15"/>
                    </a:cubicBezTo>
                    <a:cubicBezTo>
                      <a:pt x="4789" y="5"/>
                      <a:pt x="4747" y="1"/>
                      <a:pt x="4704" y="1"/>
                    </a:cubicBezTo>
                    <a:close/>
                    <a:moveTo>
                      <a:pt x="14969" y="10511"/>
                    </a:moveTo>
                    <a:cubicBezTo>
                      <a:pt x="14898" y="10583"/>
                      <a:pt x="14898" y="10583"/>
                      <a:pt x="14898" y="10583"/>
                    </a:cubicBezTo>
                    <a:cubicBezTo>
                      <a:pt x="14898" y="10654"/>
                      <a:pt x="14898" y="10654"/>
                      <a:pt x="14898" y="10654"/>
                    </a:cubicBezTo>
                    <a:cubicBezTo>
                      <a:pt x="14898" y="10797"/>
                      <a:pt x="14898" y="10797"/>
                      <a:pt x="14898" y="10797"/>
                    </a:cubicBezTo>
                    <a:cubicBezTo>
                      <a:pt x="14898" y="10868"/>
                      <a:pt x="14898" y="10868"/>
                      <a:pt x="14898" y="10868"/>
                    </a:cubicBezTo>
                    <a:lnTo>
                      <a:pt x="14969" y="10868"/>
                    </a:lnTo>
                    <a:cubicBezTo>
                      <a:pt x="14969" y="10797"/>
                      <a:pt x="14969" y="10797"/>
                      <a:pt x="14969" y="10797"/>
                    </a:cubicBezTo>
                    <a:lnTo>
                      <a:pt x="15040" y="10797"/>
                    </a:lnTo>
                    <a:cubicBezTo>
                      <a:pt x="15040" y="10726"/>
                      <a:pt x="15040" y="10726"/>
                      <a:pt x="15040" y="10726"/>
                    </a:cubicBezTo>
                    <a:cubicBezTo>
                      <a:pt x="15040" y="10654"/>
                      <a:pt x="15040" y="10654"/>
                      <a:pt x="15040" y="10654"/>
                    </a:cubicBezTo>
                    <a:lnTo>
                      <a:pt x="15112" y="10654"/>
                    </a:lnTo>
                    <a:cubicBezTo>
                      <a:pt x="15112" y="10583"/>
                      <a:pt x="15112" y="10583"/>
                      <a:pt x="15112" y="10583"/>
                    </a:cubicBezTo>
                    <a:lnTo>
                      <a:pt x="15040" y="10583"/>
                    </a:lnTo>
                    <a:cubicBezTo>
                      <a:pt x="14969" y="10511"/>
                      <a:pt x="14969" y="10511"/>
                      <a:pt x="14969" y="10511"/>
                    </a:cubicBezTo>
                    <a:close/>
                    <a:moveTo>
                      <a:pt x="16785" y="6412"/>
                    </a:moveTo>
                    <a:cubicBezTo>
                      <a:pt x="16731" y="6412"/>
                      <a:pt x="16674" y="6421"/>
                      <a:pt x="16611" y="6442"/>
                    </a:cubicBezTo>
                    <a:cubicBezTo>
                      <a:pt x="16468" y="6513"/>
                      <a:pt x="16326" y="6513"/>
                      <a:pt x="16192" y="6513"/>
                    </a:cubicBezTo>
                    <a:cubicBezTo>
                      <a:pt x="16058" y="6513"/>
                      <a:pt x="15933" y="6513"/>
                      <a:pt x="15826" y="6584"/>
                    </a:cubicBezTo>
                    <a:cubicBezTo>
                      <a:pt x="15540" y="6870"/>
                      <a:pt x="15754" y="7513"/>
                      <a:pt x="15540" y="7798"/>
                    </a:cubicBezTo>
                    <a:cubicBezTo>
                      <a:pt x="15397" y="8012"/>
                      <a:pt x="15397" y="8227"/>
                      <a:pt x="15397" y="8369"/>
                    </a:cubicBezTo>
                    <a:cubicBezTo>
                      <a:pt x="15326" y="8512"/>
                      <a:pt x="15183" y="8584"/>
                      <a:pt x="15112" y="8726"/>
                    </a:cubicBezTo>
                    <a:cubicBezTo>
                      <a:pt x="15112" y="8869"/>
                      <a:pt x="15326" y="8869"/>
                      <a:pt x="15326" y="9012"/>
                    </a:cubicBezTo>
                    <a:cubicBezTo>
                      <a:pt x="15397" y="9155"/>
                      <a:pt x="15255" y="9298"/>
                      <a:pt x="15255" y="9512"/>
                    </a:cubicBezTo>
                    <a:cubicBezTo>
                      <a:pt x="15255" y="9726"/>
                      <a:pt x="15397" y="9940"/>
                      <a:pt x="15540" y="10083"/>
                    </a:cubicBezTo>
                    <a:cubicBezTo>
                      <a:pt x="15612" y="10226"/>
                      <a:pt x="15397" y="10440"/>
                      <a:pt x="15397" y="10583"/>
                    </a:cubicBezTo>
                    <a:cubicBezTo>
                      <a:pt x="15397" y="10726"/>
                      <a:pt x="15469" y="10797"/>
                      <a:pt x="15612" y="10797"/>
                    </a:cubicBezTo>
                    <a:cubicBezTo>
                      <a:pt x="15754" y="10797"/>
                      <a:pt x="15897" y="10726"/>
                      <a:pt x="16040" y="10654"/>
                    </a:cubicBezTo>
                    <a:cubicBezTo>
                      <a:pt x="16326" y="10583"/>
                      <a:pt x="16968" y="10440"/>
                      <a:pt x="16897" y="10012"/>
                    </a:cubicBezTo>
                    <a:cubicBezTo>
                      <a:pt x="16845" y="9857"/>
                      <a:pt x="16942" y="9740"/>
                      <a:pt x="17054" y="9740"/>
                    </a:cubicBezTo>
                    <a:cubicBezTo>
                      <a:pt x="17097" y="9740"/>
                      <a:pt x="17143" y="9758"/>
                      <a:pt x="17182" y="9797"/>
                    </a:cubicBezTo>
                    <a:cubicBezTo>
                      <a:pt x="17325" y="10012"/>
                      <a:pt x="17682" y="10226"/>
                      <a:pt x="17754" y="10583"/>
                    </a:cubicBezTo>
                    <a:cubicBezTo>
                      <a:pt x="17754" y="10654"/>
                      <a:pt x="17825" y="10797"/>
                      <a:pt x="17968" y="10868"/>
                    </a:cubicBezTo>
                    <a:cubicBezTo>
                      <a:pt x="18111" y="10868"/>
                      <a:pt x="18325" y="10797"/>
                      <a:pt x="18396" y="10654"/>
                    </a:cubicBezTo>
                    <a:cubicBezTo>
                      <a:pt x="18468" y="10440"/>
                      <a:pt x="18610" y="10369"/>
                      <a:pt x="18753" y="10369"/>
                    </a:cubicBezTo>
                    <a:cubicBezTo>
                      <a:pt x="18896" y="10297"/>
                      <a:pt x="19039" y="10297"/>
                      <a:pt x="19110" y="10154"/>
                    </a:cubicBezTo>
                    <a:cubicBezTo>
                      <a:pt x="19182" y="9869"/>
                      <a:pt x="19182" y="9512"/>
                      <a:pt x="19324" y="9226"/>
                    </a:cubicBezTo>
                    <a:cubicBezTo>
                      <a:pt x="19467" y="8869"/>
                      <a:pt x="19753" y="8584"/>
                      <a:pt x="19753" y="8227"/>
                    </a:cubicBezTo>
                    <a:cubicBezTo>
                      <a:pt x="19610" y="7584"/>
                      <a:pt x="19039" y="7298"/>
                      <a:pt x="18610" y="6941"/>
                    </a:cubicBezTo>
                    <a:cubicBezTo>
                      <a:pt x="18610" y="6941"/>
                      <a:pt x="18539" y="6870"/>
                      <a:pt x="18468" y="6870"/>
                    </a:cubicBezTo>
                    <a:cubicBezTo>
                      <a:pt x="18437" y="6855"/>
                      <a:pt x="18407" y="6849"/>
                      <a:pt x="18378" y="6849"/>
                    </a:cubicBezTo>
                    <a:cubicBezTo>
                      <a:pt x="18297" y="6849"/>
                      <a:pt x="18222" y="6891"/>
                      <a:pt x="18165" y="6891"/>
                    </a:cubicBezTo>
                    <a:cubicBezTo>
                      <a:pt x="18144" y="6891"/>
                      <a:pt x="18126" y="6885"/>
                      <a:pt x="18111" y="6870"/>
                    </a:cubicBezTo>
                    <a:cubicBezTo>
                      <a:pt x="17968" y="6799"/>
                      <a:pt x="17896" y="6656"/>
                      <a:pt x="17754" y="6656"/>
                    </a:cubicBezTo>
                    <a:cubicBezTo>
                      <a:pt x="17539" y="6584"/>
                      <a:pt x="17397" y="6584"/>
                      <a:pt x="17182" y="6513"/>
                    </a:cubicBezTo>
                    <a:cubicBezTo>
                      <a:pt x="17031" y="6463"/>
                      <a:pt x="16915" y="6412"/>
                      <a:pt x="16785" y="641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59"/>
              <p:cNvSpPr/>
              <p:nvPr/>
            </p:nvSpPr>
            <p:spPr>
              <a:xfrm>
                <a:off x="1809600" y="2694675"/>
                <a:ext cx="493825" cy="271725"/>
              </a:xfrm>
              <a:custGeom>
                <a:rect b="b" l="l" r="r" t="t"/>
                <a:pathLst>
                  <a:path extrusionOk="0" fill="none" h="10869" w="19753">
                    <a:moveTo>
                      <a:pt x="10185" y="9655"/>
                    </a:moveTo>
                    <a:cubicBezTo>
                      <a:pt x="10114" y="9298"/>
                      <a:pt x="9471" y="9226"/>
                      <a:pt x="9328" y="8869"/>
                    </a:cubicBezTo>
                    <a:cubicBezTo>
                      <a:pt x="9328" y="8441"/>
                      <a:pt x="9542" y="8012"/>
                      <a:pt x="9757" y="7584"/>
                    </a:cubicBezTo>
                    <a:cubicBezTo>
                      <a:pt x="9899" y="7298"/>
                      <a:pt x="10114" y="7013"/>
                      <a:pt x="10471" y="6870"/>
                    </a:cubicBezTo>
                    <a:cubicBezTo>
                      <a:pt x="10471" y="6799"/>
                      <a:pt x="10613" y="6799"/>
                      <a:pt x="10613" y="6727"/>
                    </a:cubicBezTo>
                    <a:cubicBezTo>
                      <a:pt x="10471" y="6656"/>
                      <a:pt x="10256" y="6584"/>
                      <a:pt x="10114" y="6584"/>
                    </a:cubicBezTo>
                    <a:cubicBezTo>
                      <a:pt x="9542" y="6442"/>
                      <a:pt x="8900" y="6299"/>
                      <a:pt x="8329" y="6156"/>
                    </a:cubicBezTo>
                    <a:cubicBezTo>
                      <a:pt x="8043" y="6156"/>
                      <a:pt x="7757" y="6085"/>
                      <a:pt x="7543" y="5870"/>
                    </a:cubicBezTo>
                    <a:cubicBezTo>
                      <a:pt x="6901" y="5156"/>
                      <a:pt x="6686" y="4085"/>
                      <a:pt x="6544" y="3157"/>
                    </a:cubicBezTo>
                    <a:cubicBezTo>
                      <a:pt x="6472" y="2943"/>
                      <a:pt x="6615" y="2657"/>
                      <a:pt x="6544" y="2443"/>
                    </a:cubicBezTo>
                    <a:cubicBezTo>
                      <a:pt x="6401" y="2015"/>
                      <a:pt x="6115" y="1729"/>
                      <a:pt x="5901" y="1372"/>
                    </a:cubicBezTo>
                    <a:cubicBezTo>
                      <a:pt x="5830" y="1229"/>
                      <a:pt x="5758" y="1158"/>
                      <a:pt x="5687" y="944"/>
                    </a:cubicBezTo>
                    <a:cubicBezTo>
                      <a:pt x="5687" y="801"/>
                      <a:pt x="5758" y="658"/>
                      <a:pt x="5687" y="515"/>
                    </a:cubicBezTo>
                    <a:cubicBezTo>
                      <a:pt x="5473" y="301"/>
                      <a:pt x="5116" y="158"/>
                      <a:pt x="4830" y="15"/>
                    </a:cubicBezTo>
                    <a:cubicBezTo>
                      <a:pt x="4544" y="-56"/>
                      <a:pt x="4187" y="158"/>
                      <a:pt x="3902" y="158"/>
                    </a:cubicBezTo>
                    <a:cubicBezTo>
                      <a:pt x="3473" y="230"/>
                      <a:pt x="3902" y="729"/>
                      <a:pt x="3902" y="1015"/>
                    </a:cubicBezTo>
                    <a:cubicBezTo>
                      <a:pt x="3902" y="1229"/>
                      <a:pt x="4044" y="1444"/>
                      <a:pt x="4116" y="1586"/>
                    </a:cubicBezTo>
                    <a:cubicBezTo>
                      <a:pt x="4116" y="1658"/>
                      <a:pt x="4116" y="1729"/>
                      <a:pt x="4044" y="1729"/>
                    </a:cubicBezTo>
                    <a:cubicBezTo>
                      <a:pt x="3830" y="1729"/>
                      <a:pt x="3402" y="1658"/>
                      <a:pt x="3402" y="1372"/>
                    </a:cubicBezTo>
                    <a:cubicBezTo>
                      <a:pt x="3402" y="1301"/>
                      <a:pt x="3402" y="1229"/>
                      <a:pt x="3402" y="1087"/>
                    </a:cubicBezTo>
                    <a:cubicBezTo>
                      <a:pt x="3473" y="1015"/>
                      <a:pt x="3402" y="872"/>
                      <a:pt x="3259" y="801"/>
                    </a:cubicBezTo>
                    <a:cubicBezTo>
                      <a:pt x="3116" y="658"/>
                      <a:pt x="3045" y="372"/>
                      <a:pt x="2831" y="230"/>
                    </a:cubicBezTo>
                    <a:cubicBezTo>
                      <a:pt x="2331" y="301"/>
                      <a:pt x="1760" y="515"/>
                      <a:pt x="1403" y="944"/>
                    </a:cubicBezTo>
                    <a:cubicBezTo>
                      <a:pt x="1260" y="1158"/>
                      <a:pt x="1403" y="1301"/>
                      <a:pt x="1545" y="1444"/>
                    </a:cubicBezTo>
                    <a:cubicBezTo>
                      <a:pt x="1831" y="2086"/>
                      <a:pt x="903" y="2300"/>
                      <a:pt x="474" y="2586"/>
                    </a:cubicBezTo>
                    <a:cubicBezTo>
                      <a:pt x="117" y="2729"/>
                      <a:pt x="-168" y="3157"/>
                      <a:pt x="117" y="3514"/>
                    </a:cubicBezTo>
                    <a:cubicBezTo>
                      <a:pt x="260" y="3586"/>
                      <a:pt x="474" y="3586"/>
                      <a:pt x="617" y="3657"/>
                    </a:cubicBezTo>
                    <a:cubicBezTo>
                      <a:pt x="831" y="3728"/>
                      <a:pt x="974" y="3871"/>
                      <a:pt x="1188" y="3871"/>
                    </a:cubicBezTo>
                    <a:cubicBezTo>
                      <a:pt x="1474" y="3943"/>
                      <a:pt x="1760" y="3871"/>
                      <a:pt x="2045" y="3871"/>
                    </a:cubicBezTo>
                    <a:cubicBezTo>
                      <a:pt x="2259" y="3800"/>
                      <a:pt x="2545" y="3586"/>
                      <a:pt x="2759" y="3657"/>
                    </a:cubicBezTo>
                    <a:cubicBezTo>
                      <a:pt x="3116" y="3871"/>
                      <a:pt x="3473" y="3871"/>
                      <a:pt x="3902" y="4014"/>
                    </a:cubicBezTo>
                    <a:cubicBezTo>
                      <a:pt x="4330" y="4228"/>
                      <a:pt x="4259" y="5014"/>
                      <a:pt x="4401" y="5442"/>
                    </a:cubicBezTo>
                    <a:cubicBezTo>
                      <a:pt x="4544" y="5799"/>
                      <a:pt x="4901" y="5870"/>
                      <a:pt x="5044" y="6156"/>
                    </a:cubicBezTo>
                    <a:cubicBezTo>
                      <a:pt x="5116" y="6513"/>
                      <a:pt x="4830" y="6941"/>
                      <a:pt x="4901" y="7298"/>
                    </a:cubicBezTo>
                    <a:cubicBezTo>
                      <a:pt x="4973" y="7655"/>
                      <a:pt x="5187" y="8084"/>
                      <a:pt x="5544" y="8298"/>
                    </a:cubicBezTo>
                    <a:cubicBezTo>
                      <a:pt x="5687" y="8369"/>
                      <a:pt x="5901" y="8369"/>
                      <a:pt x="6044" y="8441"/>
                    </a:cubicBezTo>
                    <a:cubicBezTo>
                      <a:pt x="6686" y="8584"/>
                      <a:pt x="7258" y="8869"/>
                      <a:pt x="7829" y="9155"/>
                    </a:cubicBezTo>
                    <a:cubicBezTo>
                      <a:pt x="8043" y="9226"/>
                      <a:pt x="8257" y="9298"/>
                      <a:pt x="8400" y="9440"/>
                    </a:cubicBezTo>
                    <a:cubicBezTo>
                      <a:pt x="8614" y="9583"/>
                      <a:pt x="8686" y="9869"/>
                      <a:pt x="8900" y="9940"/>
                    </a:cubicBezTo>
                    <a:cubicBezTo>
                      <a:pt x="9043" y="10012"/>
                      <a:pt x="9185" y="9869"/>
                      <a:pt x="9400" y="9869"/>
                    </a:cubicBezTo>
                    <a:cubicBezTo>
                      <a:pt x="9614" y="9940"/>
                      <a:pt x="10185" y="10083"/>
                      <a:pt x="10185" y="9726"/>
                    </a:cubicBezTo>
                    <a:close/>
                    <a:moveTo>
                      <a:pt x="4116" y="5585"/>
                    </a:moveTo>
                    <a:cubicBezTo>
                      <a:pt x="4116" y="5656"/>
                      <a:pt x="4116" y="5656"/>
                      <a:pt x="4116" y="5656"/>
                    </a:cubicBezTo>
                    <a:cubicBezTo>
                      <a:pt x="4116" y="5656"/>
                      <a:pt x="4116" y="5656"/>
                      <a:pt x="4116" y="5656"/>
                    </a:cubicBezTo>
                    <a:cubicBezTo>
                      <a:pt x="4116" y="5728"/>
                      <a:pt x="4116" y="5728"/>
                      <a:pt x="4116" y="5728"/>
                    </a:cubicBezTo>
                    <a:cubicBezTo>
                      <a:pt x="4116" y="5728"/>
                      <a:pt x="4116" y="5728"/>
                      <a:pt x="4116" y="5728"/>
                    </a:cubicBezTo>
                    <a:cubicBezTo>
                      <a:pt x="4116" y="5728"/>
                      <a:pt x="4116" y="5728"/>
                      <a:pt x="4116" y="5728"/>
                    </a:cubicBezTo>
                    <a:cubicBezTo>
                      <a:pt x="4187" y="5728"/>
                      <a:pt x="4187" y="5728"/>
                      <a:pt x="4187" y="5728"/>
                    </a:cubicBezTo>
                    <a:cubicBezTo>
                      <a:pt x="4187" y="5728"/>
                      <a:pt x="4187" y="5728"/>
                      <a:pt x="4187" y="5728"/>
                    </a:cubicBezTo>
                    <a:cubicBezTo>
                      <a:pt x="4187" y="5656"/>
                      <a:pt x="4187" y="5656"/>
                      <a:pt x="4187" y="5656"/>
                    </a:cubicBezTo>
                    <a:close/>
                    <a:moveTo>
                      <a:pt x="10328" y="8298"/>
                    </a:moveTo>
                    <a:cubicBezTo>
                      <a:pt x="10328" y="8369"/>
                      <a:pt x="10328" y="8369"/>
                      <a:pt x="10328" y="8369"/>
                    </a:cubicBezTo>
                    <a:cubicBezTo>
                      <a:pt x="10471" y="8369"/>
                      <a:pt x="10471" y="8369"/>
                      <a:pt x="10471" y="8369"/>
                    </a:cubicBezTo>
                    <a:cubicBezTo>
                      <a:pt x="10399" y="8298"/>
                      <a:pt x="10399" y="8298"/>
                      <a:pt x="10399" y="8298"/>
                    </a:cubicBezTo>
                    <a:close/>
                    <a:moveTo>
                      <a:pt x="14184" y="8298"/>
                    </a:moveTo>
                    <a:cubicBezTo>
                      <a:pt x="14326" y="8227"/>
                      <a:pt x="14326" y="8227"/>
                      <a:pt x="14326" y="8227"/>
                    </a:cubicBezTo>
                    <a:cubicBezTo>
                      <a:pt x="14326" y="8227"/>
                      <a:pt x="14326" y="8227"/>
                      <a:pt x="14326" y="8227"/>
                    </a:cubicBezTo>
                    <a:cubicBezTo>
                      <a:pt x="14398" y="8155"/>
                      <a:pt x="14398" y="8155"/>
                      <a:pt x="14398" y="8155"/>
                    </a:cubicBezTo>
                    <a:cubicBezTo>
                      <a:pt x="14326" y="8155"/>
                      <a:pt x="14326" y="8155"/>
                      <a:pt x="14326" y="8155"/>
                    </a:cubicBezTo>
                    <a:cubicBezTo>
                      <a:pt x="14326" y="8155"/>
                      <a:pt x="14326" y="8155"/>
                      <a:pt x="14326" y="8155"/>
                    </a:cubicBezTo>
                    <a:cubicBezTo>
                      <a:pt x="14255" y="8012"/>
                      <a:pt x="14255" y="8012"/>
                      <a:pt x="14255" y="8012"/>
                    </a:cubicBezTo>
                    <a:cubicBezTo>
                      <a:pt x="14184" y="8084"/>
                      <a:pt x="14184" y="8084"/>
                      <a:pt x="14184" y="8084"/>
                    </a:cubicBezTo>
                    <a:cubicBezTo>
                      <a:pt x="14184" y="8012"/>
                      <a:pt x="14184" y="8012"/>
                      <a:pt x="14184" y="8012"/>
                    </a:cubicBezTo>
                    <a:cubicBezTo>
                      <a:pt x="14112" y="8084"/>
                      <a:pt x="14112" y="8084"/>
                      <a:pt x="14112" y="8084"/>
                    </a:cubicBezTo>
                    <a:cubicBezTo>
                      <a:pt x="14112" y="8084"/>
                      <a:pt x="14112" y="8084"/>
                      <a:pt x="14112" y="8084"/>
                    </a:cubicBezTo>
                    <a:cubicBezTo>
                      <a:pt x="14041" y="8155"/>
                      <a:pt x="14041" y="8155"/>
                      <a:pt x="14041" y="8155"/>
                    </a:cubicBezTo>
                    <a:cubicBezTo>
                      <a:pt x="14112" y="8155"/>
                      <a:pt x="14112" y="8155"/>
                      <a:pt x="14112" y="8155"/>
                    </a:cubicBezTo>
                    <a:cubicBezTo>
                      <a:pt x="14112" y="8155"/>
                      <a:pt x="14112" y="8155"/>
                      <a:pt x="14112" y="8155"/>
                    </a:cubicBezTo>
                    <a:cubicBezTo>
                      <a:pt x="14112" y="8155"/>
                      <a:pt x="14112" y="8155"/>
                      <a:pt x="14112" y="8155"/>
                    </a:cubicBezTo>
                    <a:cubicBezTo>
                      <a:pt x="14184" y="8155"/>
                      <a:pt x="14184" y="8155"/>
                      <a:pt x="14184" y="8155"/>
                    </a:cubicBezTo>
                    <a:cubicBezTo>
                      <a:pt x="14184" y="8155"/>
                      <a:pt x="14184" y="8155"/>
                      <a:pt x="14184" y="8155"/>
                    </a:cubicBezTo>
                    <a:cubicBezTo>
                      <a:pt x="14112" y="8227"/>
                      <a:pt x="14112" y="8227"/>
                      <a:pt x="14112" y="8227"/>
                    </a:cubicBezTo>
                    <a:cubicBezTo>
                      <a:pt x="14112" y="8227"/>
                      <a:pt x="14112" y="8227"/>
                      <a:pt x="14112" y="8227"/>
                    </a:cubicBezTo>
                    <a:cubicBezTo>
                      <a:pt x="14041" y="8227"/>
                      <a:pt x="14041" y="8227"/>
                      <a:pt x="14041" y="8227"/>
                    </a:cubicBezTo>
                    <a:cubicBezTo>
                      <a:pt x="14041" y="8227"/>
                      <a:pt x="14041" y="8227"/>
                      <a:pt x="14041" y="8227"/>
                    </a:cubicBezTo>
                    <a:cubicBezTo>
                      <a:pt x="14112" y="8298"/>
                      <a:pt x="14112" y="8298"/>
                      <a:pt x="14112" y="8298"/>
                    </a:cubicBezTo>
                    <a:close/>
                    <a:moveTo>
                      <a:pt x="10042" y="8512"/>
                    </a:moveTo>
                    <a:cubicBezTo>
                      <a:pt x="10042" y="8512"/>
                      <a:pt x="10042" y="8512"/>
                      <a:pt x="10042" y="8512"/>
                    </a:cubicBezTo>
                    <a:cubicBezTo>
                      <a:pt x="10042" y="8584"/>
                      <a:pt x="10042" y="8584"/>
                      <a:pt x="10042" y="8584"/>
                    </a:cubicBezTo>
                    <a:cubicBezTo>
                      <a:pt x="9971" y="8655"/>
                      <a:pt x="9971" y="8655"/>
                      <a:pt x="9971" y="8655"/>
                    </a:cubicBezTo>
                    <a:cubicBezTo>
                      <a:pt x="9899" y="8726"/>
                      <a:pt x="9899" y="8726"/>
                      <a:pt x="9899" y="8726"/>
                    </a:cubicBezTo>
                    <a:cubicBezTo>
                      <a:pt x="10042" y="8726"/>
                      <a:pt x="10042" y="8726"/>
                      <a:pt x="10042" y="8726"/>
                    </a:cubicBezTo>
                    <a:cubicBezTo>
                      <a:pt x="10042" y="8726"/>
                      <a:pt x="10042" y="8726"/>
                      <a:pt x="10042" y="8726"/>
                    </a:cubicBezTo>
                    <a:cubicBezTo>
                      <a:pt x="10114" y="8655"/>
                      <a:pt x="10114" y="8655"/>
                      <a:pt x="10114" y="8655"/>
                    </a:cubicBezTo>
                    <a:cubicBezTo>
                      <a:pt x="10114" y="8584"/>
                      <a:pt x="10114" y="8584"/>
                      <a:pt x="10114" y="8584"/>
                    </a:cubicBezTo>
                    <a:cubicBezTo>
                      <a:pt x="10114" y="8584"/>
                      <a:pt x="10114" y="8584"/>
                      <a:pt x="10114" y="8584"/>
                    </a:cubicBezTo>
                    <a:cubicBezTo>
                      <a:pt x="10042" y="8584"/>
                      <a:pt x="10042" y="8584"/>
                      <a:pt x="10042" y="8584"/>
                    </a:cubicBezTo>
                    <a:close/>
                    <a:moveTo>
                      <a:pt x="12184" y="5728"/>
                    </a:moveTo>
                    <a:cubicBezTo>
                      <a:pt x="12184" y="5728"/>
                      <a:pt x="12184" y="5728"/>
                      <a:pt x="12184" y="5728"/>
                    </a:cubicBezTo>
                    <a:cubicBezTo>
                      <a:pt x="12184" y="5656"/>
                      <a:pt x="12184" y="5656"/>
                      <a:pt x="12184" y="5656"/>
                    </a:cubicBezTo>
                    <a:cubicBezTo>
                      <a:pt x="12113" y="5656"/>
                      <a:pt x="12113" y="5656"/>
                      <a:pt x="12113" y="5656"/>
                    </a:cubicBezTo>
                    <a:cubicBezTo>
                      <a:pt x="12113" y="5656"/>
                      <a:pt x="12113" y="5656"/>
                      <a:pt x="12113" y="5656"/>
                    </a:cubicBezTo>
                    <a:cubicBezTo>
                      <a:pt x="12041" y="5656"/>
                      <a:pt x="12041" y="5656"/>
                      <a:pt x="12041" y="5656"/>
                    </a:cubicBezTo>
                    <a:cubicBezTo>
                      <a:pt x="12113" y="5728"/>
                      <a:pt x="12113" y="5728"/>
                      <a:pt x="12113" y="5728"/>
                    </a:cubicBezTo>
                    <a:close/>
                    <a:moveTo>
                      <a:pt x="10756" y="8441"/>
                    </a:moveTo>
                    <a:cubicBezTo>
                      <a:pt x="10756" y="8369"/>
                      <a:pt x="10756" y="8369"/>
                      <a:pt x="10756" y="8369"/>
                    </a:cubicBezTo>
                    <a:cubicBezTo>
                      <a:pt x="10685" y="8369"/>
                      <a:pt x="10685" y="8369"/>
                      <a:pt x="10685" y="8369"/>
                    </a:cubicBezTo>
                    <a:cubicBezTo>
                      <a:pt x="10613" y="8441"/>
                      <a:pt x="10613" y="8441"/>
                      <a:pt x="10613" y="8441"/>
                    </a:cubicBezTo>
                    <a:close/>
                    <a:moveTo>
                      <a:pt x="11113" y="8869"/>
                    </a:moveTo>
                    <a:cubicBezTo>
                      <a:pt x="11042" y="8798"/>
                      <a:pt x="10828" y="8798"/>
                      <a:pt x="10756" y="8798"/>
                    </a:cubicBezTo>
                    <a:cubicBezTo>
                      <a:pt x="10685" y="8798"/>
                      <a:pt x="10542" y="8655"/>
                      <a:pt x="10471" y="8655"/>
                    </a:cubicBezTo>
                    <a:cubicBezTo>
                      <a:pt x="10328" y="8655"/>
                      <a:pt x="10185" y="8798"/>
                      <a:pt x="10114" y="8869"/>
                    </a:cubicBezTo>
                    <a:cubicBezTo>
                      <a:pt x="10042" y="8941"/>
                      <a:pt x="10042" y="9012"/>
                      <a:pt x="9971" y="9012"/>
                    </a:cubicBezTo>
                    <a:cubicBezTo>
                      <a:pt x="9971" y="9083"/>
                      <a:pt x="9971" y="9083"/>
                      <a:pt x="9971" y="9083"/>
                    </a:cubicBezTo>
                    <a:cubicBezTo>
                      <a:pt x="9971" y="9155"/>
                      <a:pt x="10185" y="9155"/>
                      <a:pt x="10185" y="9226"/>
                    </a:cubicBezTo>
                    <a:cubicBezTo>
                      <a:pt x="10185" y="9226"/>
                      <a:pt x="10328" y="9369"/>
                      <a:pt x="10399" y="9369"/>
                    </a:cubicBezTo>
                    <a:cubicBezTo>
                      <a:pt x="10542" y="9440"/>
                      <a:pt x="10685" y="9440"/>
                      <a:pt x="10828" y="9512"/>
                    </a:cubicBezTo>
                    <a:cubicBezTo>
                      <a:pt x="10828" y="9512"/>
                      <a:pt x="11042" y="9440"/>
                      <a:pt x="11042" y="9440"/>
                    </a:cubicBezTo>
                    <a:cubicBezTo>
                      <a:pt x="11042" y="9369"/>
                      <a:pt x="10970" y="9298"/>
                      <a:pt x="11042" y="9298"/>
                    </a:cubicBezTo>
                    <a:cubicBezTo>
                      <a:pt x="11042" y="9226"/>
                      <a:pt x="11113" y="9083"/>
                      <a:pt x="11185" y="9083"/>
                    </a:cubicBezTo>
                    <a:cubicBezTo>
                      <a:pt x="11185" y="9012"/>
                      <a:pt x="11113" y="8941"/>
                      <a:pt x="11113" y="8869"/>
                    </a:cubicBezTo>
                    <a:close/>
                    <a:moveTo>
                      <a:pt x="15040" y="10583"/>
                    </a:moveTo>
                    <a:cubicBezTo>
                      <a:pt x="14969" y="10511"/>
                      <a:pt x="14969" y="10511"/>
                      <a:pt x="14969" y="10511"/>
                    </a:cubicBezTo>
                    <a:cubicBezTo>
                      <a:pt x="14898" y="10583"/>
                      <a:pt x="14898" y="10583"/>
                      <a:pt x="14898" y="10583"/>
                    </a:cubicBezTo>
                    <a:cubicBezTo>
                      <a:pt x="14898" y="10654"/>
                      <a:pt x="14898" y="10654"/>
                      <a:pt x="14898" y="10654"/>
                    </a:cubicBezTo>
                    <a:cubicBezTo>
                      <a:pt x="14898" y="10797"/>
                      <a:pt x="14898" y="10797"/>
                      <a:pt x="14898" y="10797"/>
                    </a:cubicBezTo>
                    <a:cubicBezTo>
                      <a:pt x="14898" y="10868"/>
                      <a:pt x="14898" y="10868"/>
                      <a:pt x="14898" y="10868"/>
                    </a:cubicBezTo>
                    <a:cubicBezTo>
                      <a:pt x="14969" y="10868"/>
                      <a:pt x="14969" y="10868"/>
                      <a:pt x="14969" y="10868"/>
                    </a:cubicBezTo>
                    <a:cubicBezTo>
                      <a:pt x="14969" y="10868"/>
                      <a:pt x="14969" y="10868"/>
                      <a:pt x="14969" y="10868"/>
                    </a:cubicBezTo>
                    <a:cubicBezTo>
                      <a:pt x="14969" y="10797"/>
                      <a:pt x="14969" y="10797"/>
                      <a:pt x="14969" y="10797"/>
                    </a:cubicBezTo>
                    <a:cubicBezTo>
                      <a:pt x="15040" y="10797"/>
                      <a:pt x="15040" y="10797"/>
                      <a:pt x="15040" y="10797"/>
                    </a:cubicBezTo>
                    <a:cubicBezTo>
                      <a:pt x="15040" y="10726"/>
                      <a:pt x="15040" y="10726"/>
                      <a:pt x="15040" y="10726"/>
                    </a:cubicBezTo>
                    <a:cubicBezTo>
                      <a:pt x="15040" y="10654"/>
                      <a:pt x="15040" y="10654"/>
                      <a:pt x="15040" y="10654"/>
                    </a:cubicBezTo>
                    <a:cubicBezTo>
                      <a:pt x="15112" y="10654"/>
                      <a:pt x="15112" y="10654"/>
                      <a:pt x="15112" y="10654"/>
                    </a:cubicBezTo>
                    <a:cubicBezTo>
                      <a:pt x="15112" y="10654"/>
                      <a:pt x="15112" y="10654"/>
                      <a:pt x="15112" y="10654"/>
                    </a:cubicBezTo>
                    <a:cubicBezTo>
                      <a:pt x="15112" y="10583"/>
                      <a:pt x="15112" y="10583"/>
                      <a:pt x="15112" y="10583"/>
                    </a:cubicBezTo>
                    <a:cubicBezTo>
                      <a:pt x="15040" y="10583"/>
                      <a:pt x="15040" y="10583"/>
                      <a:pt x="15040" y="10583"/>
                    </a:cubicBezTo>
                    <a:close/>
                    <a:moveTo>
                      <a:pt x="14969" y="9298"/>
                    </a:moveTo>
                    <a:cubicBezTo>
                      <a:pt x="14969" y="9226"/>
                      <a:pt x="14969" y="9226"/>
                      <a:pt x="14969" y="9226"/>
                    </a:cubicBezTo>
                    <a:cubicBezTo>
                      <a:pt x="14969" y="9226"/>
                      <a:pt x="14969" y="9226"/>
                      <a:pt x="14969" y="9226"/>
                    </a:cubicBezTo>
                    <a:cubicBezTo>
                      <a:pt x="14969" y="9155"/>
                      <a:pt x="14969" y="9155"/>
                      <a:pt x="14969" y="9155"/>
                    </a:cubicBezTo>
                    <a:cubicBezTo>
                      <a:pt x="14969" y="9155"/>
                      <a:pt x="14969" y="9155"/>
                      <a:pt x="14969" y="9155"/>
                    </a:cubicBezTo>
                    <a:cubicBezTo>
                      <a:pt x="14898" y="9155"/>
                      <a:pt x="14898" y="9155"/>
                      <a:pt x="14898" y="9155"/>
                    </a:cubicBezTo>
                    <a:cubicBezTo>
                      <a:pt x="14826" y="9155"/>
                      <a:pt x="14826" y="9155"/>
                      <a:pt x="14826" y="9155"/>
                    </a:cubicBezTo>
                    <a:cubicBezTo>
                      <a:pt x="14898" y="9226"/>
                      <a:pt x="14898" y="9226"/>
                      <a:pt x="14898" y="9226"/>
                    </a:cubicBezTo>
                    <a:cubicBezTo>
                      <a:pt x="14898" y="9369"/>
                      <a:pt x="14898" y="9369"/>
                      <a:pt x="14898" y="9369"/>
                    </a:cubicBezTo>
                    <a:close/>
                    <a:moveTo>
                      <a:pt x="19753" y="8227"/>
                    </a:moveTo>
                    <a:cubicBezTo>
                      <a:pt x="19610" y="7584"/>
                      <a:pt x="19039" y="7298"/>
                      <a:pt x="18610" y="6941"/>
                    </a:cubicBezTo>
                    <a:cubicBezTo>
                      <a:pt x="18610" y="6941"/>
                      <a:pt x="18539" y="6870"/>
                      <a:pt x="18468" y="6870"/>
                    </a:cubicBezTo>
                    <a:cubicBezTo>
                      <a:pt x="18325" y="6799"/>
                      <a:pt x="18182" y="6941"/>
                      <a:pt x="18111" y="6870"/>
                    </a:cubicBezTo>
                    <a:cubicBezTo>
                      <a:pt x="17968" y="6799"/>
                      <a:pt x="17896" y="6656"/>
                      <a:pt x="17754" y="6656"/>
                    </a:cubicBezTo>
                    <a:cubicBezTo>
                      <a:pt x="17539" y="6584"/>
                      <a:pt x="17397" y="6584"/>
                      <a:pt x="17182" y="6513"/>
                    </a:cubicBezTo>
                    <a:cubicBezTo>
                      <a:pt x="16968" y="6442"/>
                      <a:pt x="16825" y="6370"/>
                      <a:pt x="16611" y="6442"/>
                    </a:cubicBezTo>
                    <a:cubicBezTo>
                      <a:pt x="16326" y="6584"/>
                      <a:pt x="16040" y="6442"/>
                      <a:pt x="15826" y="6584"/>
                    </a:cubicBezTo>
                    <a:cubicBezTo>
                      <a:pt x="15540" y="6870"/>
                      <a:pt x="15754" y="7513"/>
                      <a:pt x="15540" y="7798"/>
                    </a:cubicBezTo>
                    <a:cubicBezTo>
                      <a:pt x="15397" y="8012"/>
                      <a:pt x="15397" y="8227"/>
                      <a:pt x="15397" y="8369"/>
                    </a:cubicBezTo>
                    <a:cubicBezTo>
                      <a:pt x="15326" y="8512"/>
                      <a:pt x="15183" y="8584"/>
                      <a:pt x="15112" y="8726"/>
                    </a:cubicBezTo>
                    <a:cubicBezTo>
                      <a:pt x="15112" y="8869"/>
                      <a:pt x="15326" y="8869"/>
                      <a:pt x="15326" y="9012"/>
                    </a:cubicBezTo>
                    <a:cubicBezTo>
                      <a:pt x="15397" y="9155"/>
                      <a:pt x="15255" y="9298"/>
                      <a:pt x="15255" y="9512"/>
                    </a:cubicBezTo>
                    <a:cubicBezTo>
                      <a:pt x="15255" y="9726"/>
                      <a:pt x="15397" y="9940"/>
                      <a:pt x="15540" y="10083"/>
                    </a:cubicBezTo>
                    <a:cubicBezTo>
                      <a:pt x="15612" y="10226"/>
                      <a:pt x="15397" y="10440"/>
                      <a:pt x="15397" y="10583"/>
                    </a:cubicBezTo>
                    <a:cubicBezTo>
                      <a:pt x="15397" y="10726"/>
                      <a:pt x="15469" y="10797"/>
                      <a:pt x="15612" y="10797"/>
                    </a:cubicBezTo>
                    <a:cubicBezTo>
                      <a:pt x="15754" y="10797"/>
                      <a:pt x="15897" y="10726"/>
                      <a:pt x="16040" y="10654"/>
                    </a:cubicBezTo>
                    <a:cubicBezTo>
                      <a:pt x="16326" y="10583"/>
                      <a:pt x="16968" y="10440"/>
                      <a:pt x="16897" y="10012"/>
                    </a:cubicBezTo>
                    <a:cubicBezTo>
                      <a:pt x="16825" y="9797"/>
                      <a:pt x="17040" y="9655"/>
                      <a:pt x="17182" y="9797"/>
                    </a:cubicBezTo>
                    <a:cubicBezTo>
                      <a:pt x="17325" y="10012"/>
                      <a:pt x="17682" y="10226"/>
                      <a:pt x="17754" y="10583"/>
                    </a:cubicBezTo>
                    <a:cubicBezTo>
                      <a:pt x="17754" y="10654"/>
                      <a:pt x="17825" y="10797"/>
                      <a:pt x="17968" y="10868"/>
                    </a:cubicBezTo>
                    <a:cubicBezTo>
                      <a:pt x="18111" y="10868"/>
                      <a:pt x="18325" y="10797"/>
                      <a:pt x="18396" y="10654"/>
                    </a:cubicBezTo>
                    <a:cubicBezTo>
                      <a:pt x="18468" y="10440"/>
                      <a:pt x="18610" y="10369"/>
                      <a:pt x="18753" y="10369"/>
                    </a:cubicBezTo>
                    <a:cubicBezTo>
                      <a:pt x="18896" y="10297"/>
                      <a:pt x="19039" y="10297"/>
                      <a:pt x="19110" y="10154"/>
                    </a:cubicBezTo>
                    <a:cubicBezTo>
                      <a:pt x="19182" y="9869"/>
                      <a:pt x="19182" y="9512"/>
                      <a:pt x="19324" y="9226"/>
                    </a:cubicBezTo>
                    <a:cubicBezTo>
                      <a:pt x="19467" y="8869"/>
                      <a:pt x="19753" y="8584"/>
                      <a:pt x="19753" y="8227"/>
                    </a:cubicBezTo>
                    <a:close/>
                    <a:moveTo>
                      <a:pt x="12184" y="8227"/>
                    </a:moveTo>
                    <a:cubicBezTo>
                      <a:pt x="12113" y="8227"/>
                      <a:pt x="12113" y="8227"/>
                      <a:pt x="12113" y="8227"/>
                    </a:cubicBezTo>
                    <a:cubicBezTo>
                      <a:pt x="12113" y="8227"/>
                      <a:pt x="12113" y="8227"/>
                      <a:pt x="12113" y="8227"/>
                    </a:cubicBezTo>
                    <a:cubicBezTo>
                      <a:pt x="12041" y="8227"/>
                      <a:pt x="12041" y="8227"/>
                      <a:pt x="12041" y="8227"/>
                    </a:cubicBezTo>
                    <a:cubicBezTo>
                      <a:pt x="12041" y="8298"/>
                      <a:pt x="12041" y="8298"/>
                      <a:pt x="12041" y="8298"/>
                    </a:cubicBezTo>
                    <a:cubicBezTo>
                      <a:pt x="11970" y="8369"/>
                      <a:pt x="11970" y="8369"/>
                      <a:pt x="11970" y="8369"/>
                    </a:cubicBezTo>
                    <a:cubicBezTo>
                      <a:pt x="11899" y="8441"/>
                      <a:pt x="11899" y="8441"/>
                      <a:pt x="11899" y="8441"/>
                    </a:cubicBezTo>
                    <a:cubicBezTo>
                      <a:pt x="11756" y="8584"/>
                      <a:pt x="11756" y="8584"/>
                      <a:pt x="11756" y="8584"/>
                    </a:cubicBezTo>
                    <a:cubicBezTo>
                      <a:pt x="11899" y="8655"/>
                      <a:pt x="11899" y="8655"/>
                      <a:pt x="11899" y="8655"/>
                    </a:cubicBezTo>
                    <a:cubicBezTo>
                      <a:pt x="11970" y="8726"/>
                      <a:pt x="11970" y="8726"/>
                      <a:pt x="11970" y="8726"/>
                    </a:cubicBezTo>
                    <a:cubicBezTo>
                      <a:pt x="12041" y="8726"/>
                      <a:pt x="12041" y="8726"/>
                      <a:pt x="12041" y="8726"/>
                    </a:cubicBezTo>
                    <a:cubicBezTo>
                      <a:pt x="12113" y="8726"/>
                      <a:pt x="12113" y="8726"/>
                      <a:pt x="12113" y="8726"/>
                    </a:cubicBezTo>
                    <a:cubicBezTo>
                      <a:pt x="12184" y="8798"/>
                      <a:pt x="12184" y="8798"/>
                      <a:pt x="12184" y="8798"/>
                    </a:cubicBezTo>
                    <a:cubicBezTo>
                      <a:pt x="12256" y="8726"/>
                      <a:pt x="12256" y="8726"/>
                      <a:pt x="12256" y="8726"/>
                    </a:cubicBezTo>
                    <a:cubicBezTo>
                      <a:pt x="12256" y="8584"/>
                      <a:pt x="12256" y="8584"/>
                      <a:pt x="12256" y="8584"/>
                    </a:cubicBezTo>
                    <a:cubicBezTo>
                      <a:pt x="12327" y="8441"/>
                      <a:pt x="12327" y="8441"/>
                      <a:pt x="12327" y="8441"/>
                    </a:cubicBezTo>
                    <a:cubicBezTo>
                      <a:pt x="12184" y="8369"/>
                      <a:pt x="12184" y="8369"/>
                      <a:pt x="12184" y="8369"/>
                    </a:cubicBezTo>
                    <a:close/>
                    <a:moveTo>
                      <a:pt x="14755" y="8298"/>
                    </a:moveTo>
                    <a:cubicBezTo>
                      <a:pt x="14826" y="8155"/>
                      <a:pt x="14612" y="8227"/>
                      <a:pt x="14469" y="8227"/>
                    </a:cubicBezTo>
                    <a:cubicBezTo>
                      <a:pt x="14326" y="8298"/>
                      <a:pt x="14184" y="8369"/>
                      <a:pt x="14112" y="8512"/>
                    </a:cubicBezTo>
                    <a:cubicBezTo>
                      <a:pt x="14112" y="8512"/>
                      <a:pt x="13969" y="8584"/>
                      <a:pt x="13898" y="8584"/>
                    </a:cubicBezTo>
                    <a:cubicBezTo>
                      <a:pt x="13827" y="8584"/>
                      <a:pt x="13827" y="8584"/>
                      <a:pt x="13827" y="8655"/>
                    </a:cubicBezTo>
                    <a:cubicBezTo>
                      <a:pt x="13827" y="8655"/>
                      <a:pt x="13969" y="8726"/>
                      <a:pt x="13969" y="8726"/>
                    </a:cubicBezTo>
                    <a:cubicBezTo>
                      <a:pt x="14041" y="8798"/>
                      <a:pt x="14112" y="8941"/>
                      <a:pt x="14184" y="9012"/>
                    </a:cubicBezTo>
                    <a:cubicBezTo>
                      <a:pt x="14255" y="9083"/>
                      <a:pt x="14326" y="8869"/>
                      <a:pt x="14326" y="8869"/>
                    </a:cubicBezTo>
                    <a:cubicBezTo>
                      <a:pt x="14469" y="8869"/>
                      <a:pt x="14612" y="8798"/>
                      <a:pt x="14683" y="8655"/>
                    </a:cubicBezTo>
                    <a:cubicBezTo>
                      <a:pt x="14755" y="8512"/>
                      <a:pt x="14898" y="8441"/>
                      <a:pt x="14755" y="8369"/>
                    </a:cubicBezTo>
                    <a:close/>
                    <a:moveTo>
                      <a:pt x="14541" y="8869"/>
                    </a:moveTo>
                    <a:cubicBezTo>
                      <a:pt x="14469" y="8869"/>
                      <a:pt x="14469" y="8869"/>
                      <a:pt x="14469" y="8869"/>
                    </a:cubicBezTo>
                    <a:cubicBezTo>
                      <a:pt x="14398" y="8941"/>
                      <a:pt x="14398" y="8941"/>
                      <a:pt x="14398" y="8941"/>
                    </a:cubicBezTo>
                    <a:cubicBezTo>
                      <a:pt x="14398" y="8941"/>
                      <a:pt x="14398" y="8941"/>
                      <a:pt x="14398" y="8941"/>
                    </a:cubicBezTo>
                    <a:cubicBezTo>
                      <a:pt x="14326" y="9012"/>
                      <a:pt x="14326" y="9012"/>
                      <a:pt x="14326" y="9012"/>
                    </a:cubicBezTo>
                    <a:cubicBezTo>
                      <a:pt x="14326" y="9012"/>
                      <a:pt x="14326" y="9012"/>
                      <a:pt x="14326" y="9012"/>
                    </a:cubicBezTo>
                    <a:cubicBezTo>
                      <a:pt x="14326" y="9083"/>
                      <a:pt x="14326" y="9083"/>
                      <a:pt x="14326" y="9083"/>
                    </a:cubicBezTo>
                    <a:cubicBezTo>
                      <a:pt x="14326" y="9083"/>
                      <a:pt x="14326" y="9083"/>
                      <a:pt x="14326" y="9083"/>
                    </a:cubicBezTo>
                    <a:cubicBezTo>
                      <a:pt x="14398" y="9083"/>
                      <a:pt x="14398" y="9083"/>
                      <a:pt x="14398" y="9083"/>
                    </a:cubicBezTo>
                    <a:cubicBezTo>
                      <a:pt x="14398" y="9083"/>
                      <a:pt x="14398" y="9083"/>
                      <a:pt x="14398" y="9083"/>
                    </a:cubicBezTo>
                    <a:cubicBezTo>
                      <a:pt x="14326" y="9155"/>
                      <a:pt x="14326" y="9155"/>
                      <a:pt x="14326" y="9155"/>
                    </a:cubicBezTo>
                    <a:cubicBezTo>
                      <a:pt x="14326" y="9155"/>
                      <a:pt x="14326" y="9155"/>
                      <a:pt x="14326" y="9155"/>
                    </a:cubicBezTo>
                    <a:cubicBezTo>
                      <a:pt x="14326" y="9226"/>
                      <a:pt x="14326" y="9226"/>
                      <a:pt x="14326" y="9226"/>
                    </a:cubicBezTo>
                    <a:cubicBezTo>
                      <a:pt x="14326" y="9226"/>
                      <a:pt x="14326" y="9226"/>
                      <a:pt x="14326" y="9226"/>
                    </a:cubicBezTo>
                    <a:cubicBezTo>
                      <a:pt x="14398" y="9226"/>
                      <a:pt x="14398" y="9226"/>
                      <a:pt x="14398" y="9226"/>
                    </a:cubicBezTo>
                    <a:cubicBezTo>
                      <a:pt x="14398" y="9226"/>
                      <a:pt x="14398" y="9226"/>
                      <a:pt x="14398" y="9226"/>
                    </a:cubicBezTo>
                    <a:cubicBezTo>
                      <a:pt x="14398" y="9226"/>
                      <a:pt x="14398" y="9226"/>
                      <a:pt x="14398" y="9226"/>
                    </a:cubicBezTo>
                    <a:cubicBezTo>
                      <a:pt x="14398" y="9226"/>
                      <a:pt x="14398" y="9226"/>
                      <a:pt x="14398" y="9226"/>
                    </a:cubicBezTo>
                    <a:cubicBezTo>
                      <a:pt x="14398" y="9226"/>
                      <a:pt x="14398" y="9226"/>
                      <a:pt x="14398" y="9226"/>
                    </a:cubicBezTo>
                    <a:cubicBezTo>
                      <a:pt x="14469" y="9226"/>
                      <a:pt x="14469" y="9226"/>
                      <a:pt x="14469" y="9226"/>
                    </a:cubicBezTo>
                    <a:cubicBezTo>
                      <a:pt x="14469" y="9226"/>
                      <a:pt x="14469" y="9226"/>
                      <a:pt x="14469" y="9226"/>
                    </a:cubicBezTo>
                    <a:cubicBezTo>
                      <a:pt x="14469" y="9226"/>
                      <a:pt x="14469" y="9226"/>
                      <a:pt x="14469" y="9226"/>
                    </a:cubicBezTo>
                    <a:cubicBezTo>
                      <a:pt x="14469" y="9155"/>
                      <a:pt x="14469" y="9155"/>
                      <a:pt x="14469" y="9155"/>
                    </a:cubicBezTo>
                    <a:cubicBezTo>
                      <a:pt x="14541" y="9155"/>
                      <a:pt x="14541" y="9155"/>
                      <a:pt x="14541" y="9155"/>
                    </a:cubicBezTo>
                    <a:cubicBezTo>
                      <a:pt x="14541" y="9155"/>
                      <a:pt x="14541" y="9155"/>
                      <a:pt x="14541" y="9155"/>
                    </a:cubicBezTo>
                    <a:cubicBezTo>
                      <a:pt x="14541" y="9155"/>
                      <a:pt x="14541" y="9155"/>
                      <a:pt x="14541" y="9155"/>
                    </a:cubicBezTo>
                    <a:cubicBezTo>
                      <a:pt x="14541" y="9155"/>
                      <a:pt x="14541" y="9155"/>
                      <a:pt x="14541" y="9155"/>
                    </a:cubicBezTo>
                    <a:cubicBezTo>
                      <a:pt x="14541" y="9083"/>
                      <a:pt x="14541" y="9083"/>
                      <a:pt x="14541" y="9083"/>
                    </a:cubicBezTo>
                    <a:cubicBezTo>
                      <a:pt x="14541" y="9083"/>
                      <a:pt x="14541" y="9083"/>
                      <a:pt x="14541" y="9083"/>
                    </a:cubicBezTo>
                    <a:cubicBezTo>
                      <a:pt x="14541" y="9012"/>
                      <a:pt x="14541" y="9012"/>
                      <a:pt x="14541" y="9012"/>
                    </a:cubicBezTo>
                    <a:cubicBezTo>
                      <a:pt x="14541" y="9012"/>
                      <a:pt x="14541" y="9012"/>
                      <a:pt x="14541" y="9012"/>
                    </a:cubicBezTo>
                    <a:cubicBezTo>
                      <a:pt x="14541" y="9012"/>
                      <a:pt x="14541" y="9012"/>
                      <a:pt x="14541" y="9012"/>
                    </a:cubicBezTo>
                    <a:cubicBezTo>
                      <a:pt x="14612" y="9012"/>
                      <a:pt x="14612" y="9012"/>
                      <a:pt x="14612" y="9012"/>
                    </a:cubicBezTo>
                    <a:cubicBezTo>
                      <a:pt x="14541" y="8869"/>
                      <a:pt x="14541" y="8869"/>
                      <a:pt x="14541" y="88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9"/>
              <p:cNvSpPr/>
              <p:nvPr/>
            </p:nvSpPr>
            <p:spPr>
              <a:xfrm>
                <a:off x="3258225" y="3712525"/>
                <a:ext cx="196425" cy="123525"/>
              </a:xfrm>
              <a:custGeom>
                <a:rect b="b" l="l" r="r" t="t"/>
                <a:pathLst>
                  <a:path extrusionOk="0" h="4941" w="7857">
                    <a:moveTo>
                      <a:pt x="6871" y="3770"/>
                    </a:moveTo>
                    <a:cubicBezTo>
                      <a:pt x="6847" y="3770"/>
                      <a:pt x="6820" y="3775"/>
                      <a:pt x="6791" y="3785"/>
                    </a:cubicBezTo>
                    <a:cubicBezTo>
                      <a:pt x="6767" y="3808"/>
                      <a:pt x="6743" y="3816"/>
                      <a:pt x="6720" y="3816"/>
                    </a:cubicBezTo>
                    <a:cubicBezTo>
                      <a:pt x="6672" y="3816"/>
                      <a:pt x="6624" y="3785"/>
                      <a:pt x="6577" y="3785"/>
                    </a:cubicBezTo>
                    <a:cubicBezTo>
                      <a:pt x="6505" y="3856"/>
                      <a:pt x="6434" y="3999"/>
                      <a:pt x="6363" y="4070"/>
                    </a:cubicBezTo>
                    <a:cubicBezTo>
                      <a:pt x="6291" y="4213"/>
                      <a:pt x="6434" y="4213"/>
                      <a:pt x="6505" y="4284"/>
                    </a:cubicBezTo>
                    <a:cubicBezTo>
                      <a:pt x="6577" y="4427"/>
                      <a:pt x="6720" y="4499"/>
                      <a:pt x="6862" y="4570"/>
                    </a:cubicBezTo>
                    <a:cubicBezTo>
                      <a:pt x="6913" y="4620"/>
                      <a:pt x="6999" y="4671"/>
                      <a:pt x="7071" y="4671"/>
                    </a:cubicBezTo>
                    <a:cubicBezTo>
                      <a:pt x="7100" y="4671"/>
                      <a:pt x="7127" y="4662"/>
                      <a:pt x="7148" y="4641"/>
                    </a:cubicBezTo>
                    <a:cubicBezTo>
                      <a:pt x="7219" y="4570"/>
                      <a:pt x="7291" y="4499"/>
                      <a:pt x="7291" y="4427"/>
                    </a:cubicBezTo>
                    <a:cubicBezTo>
                      <a:pt x="7291" y="4284"/>
                      <a:pt x="7219" y="4213"/>
                      <a:pt x="7148" y="4142"/>
                    </a:cubicBezTo>
                    <a:lnTo>
                      <a:pt x="7148" y="4070"/>
                    </a:lnTo>
                    <a:cubicBezTo>
                      <a:pt x="7086" y="3947"/>
                      <a:pt x="7025" y="3770"/>
                      <a:pt x="6871" y="3770"/>
                    </a:cubicBezTo>
                    <a:close/>
                    <a:moveTo>
                      <a:pt x="4578" y="0"/>
                    </a:moveTo>
                    <a:cubicBezTo>
                      <a:pt x="4292" y="0"/>
                      <a:pt x="4078" y="214"/>
                      <a:pt x="3864" y="429"/>
                    </a:cubicBezTo>
                    <a:cubicBezTo>
                      <a:pt x="3578" y="714"/>
                      <a:pt x="3078" y="714"/>
                      <a:pt x="2721" y="786"/>
                    </a:cubicBezTo>
                    <a:cubicBezTo>
                      <a:pt x="2293" y="786"/>
                      <a:pt x="1864" y="571"/>
                      <a:pt x="1507" y="429"/>
                    </a:cubicBezTo>
                    <a:cubicBezTo>
                      <a:pt x="1222" y="357"/>
                      <a:pt x="936" y="357"/>
                      <a:pt x="650" y="357"/>
                    </a:cubicBezTo>
                    <a:cubicBezTo>
                      <a:pt x="508" y="357"/>
                      <a:pt x="301" y="230"/>
                      <a:pt x="159" y="230"/>
                    </a:cubicBezTo>
                    <a:cubicBezTo>
                      <a:pt x="87" y="230"/>
                      <a:pt x="32" y="262"/>
                      <a:pt x="8" y="357"/>
                    </a:cubicBezTo>
                    <a:cubicBezTo>
                      <a:pt x="-64" y="1000"/>
                      <a:pt x="436" y="1571"/>
                      <a:pt x="865" y="1928"/>
                    </a:cubicBezTo>
                    <a:cubicBezTo>
                      <a:pt x="1150" y="2142"/>
                      <a:pt x="1507" y="2071"/>
                      <a:pt x="1793" y="2142"/>
                    </a:cubicBezTo>
                    <a:cubicBezTo>
                      <a:pt x="2864" y="2214"/>
                      <a:pt x="3649" y="3071"/>
                      <a:pt x="4363" y="3785"/>
                    </a:cubicBezTo>
                    <a:cubicBezTo>
                      <a:pt x="5006" y="4427"/>
                      <a:pt x="3721" y="4713"/>
                      <a:pt x="4292" y="4927"/>
                    </a:cubicBezTo>
                    <a:cubicBezTo>
                      <a:pt x="4330" y="4936"/>
                      <a:pt x="4370" y="4941"/>
                      <a:pt x="4410" y="4941"/>
                    </a:cubicBezTo>
                    <a:cubicBezTo>
                      <a:pt x="4680" y="4941"/>
                      <a:pt x="4987" y="4747"/>
                      <a:pt x="4863" y="4499"/>
                    </a:cubicBezTo>
                    <a:cubicBezTo>
                      <a:pt x="4649" y="4284"/>
                      <a:pt x="4935" y="4142"/>
                      <a:pt x="5077" y="3927"/>
                    </a:cubicBezTo>
                    <a:cubicBezTo>
                      <a:pt x="5363" y="3642"/>
                      <a:pt x="5577" y="3428"/>
                      <a:pt x="5934" y="3285"/>
                    </a:cubicBezTo>
                    <a:cubicBezTo>
                      <a:pt x="6363" y="3213"/>
                      <a:pt x="6648" y="2928"/>
                      <a:pt x="7005" y="2785"/>
                    </a:cubicBezTo>
                    <a:cubicBezTo>
                      <a:pt x="7362" y="2642"/>
                      <a:pt x="8076" y="2214"/>
                      <a:pt x="7791" y="1785"/>
                    </a:cubicBezTo>
                    <a:lnTo>
                      <a:pt x="7719" y="1785"/>
                    </a:lnTo>
                    <a:cubicBezTo>
                      <a:pt x="7291" y="1428"/>
                      <a:pt x="6934" y="786"/>
                      <a:pt x="6363" y="571"/>
                    </a:cubicBezTo>
                    <a:cubicBezTo>
                      <a:pt x="5791" y="357"/>
                      <a:pt x="5220" y="72"/>
                      <a:pt x="45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59"/>
              <p:cNvSpPr/>
              <p:nvPr/>
            </p:nvSpPr>
            <p:spPr>
              <a:xfrm>
                <a:off x="3258225" y="3712525"/>
                <a:ext cx="196425" cy="123525"/>
              </a:xfrm>
              <a:custGeom>
                <a:rect b="b" l="l" r="r" t="t"/>
                <a:pathLst>
                  <a:path extrusionOk="0" fill="none" h="4941" w="7857">
                    <a:moveTo>
                      <a:pt x="7148" y="4070"/>
                    </a:moveTo>
                    <a:cubicBezTo>
                      <a:pt x="7077" y="3927"/>
                      <a:pt x="7005" y="3713"/>
                      <a:pt x="6791" y="3785"/>
                    </a:cubicBezTo>
                    <a:cubicBezTo>
                      <a:pt x="6720" y="3856"/>
                      <a:pt x="6648" y="3785"/>
                      <a:pt x="6577" y="3785"/>
                    </a:cubicBezTo>
                    <a:cubicBezTo>
                      <a:pt x="6505" y="3856"/>
                      <a:pt x="6434" y="3999"/>
                      <a:pt x="6363" y="4070"/>
                    </a:cubicBezTo>
                    <a:cubicBezTo>
                      <a:pt x="6291" y="4213"/>
                      <a:pt x="6434" y="4213"/>
                      <a:pt x="6505" y="4284"/>
                    </a:cubicBezTo>
                    <a:cubicBezTo>
                      <a:pt x="6577" y="4427"/>
                      <a:pt x="6720" y="4499"/>
                      <a:pt x="6862" y="4570"/>
                    </a:cubicBezTo>
                    <a:cubicBezTo>
                      <a:pt x="6934" y="4641"/>
                      <a:pt x="7077" y="4713"/>
                      <a:pt x="7148" y="4641"/>
                    </a:cubicBezTo>
                    <a:cubicBezTo>
                      <a:pt x="7219" y="4570"/>
                      <a:pt x="7291" y="4499"/>
                      <a:pt x="7291" y="4427"/>
                    </a:cubicBezTo>
                    <a:cubicBezTo>
                      <a:pt x="7291" y="4284"/>
                      <a:pt x="7219" y="4213"/>
                      <a:pt x="7148" y="4142"/>
                    </a:cubicBezTo>
                    <a:close/>
                    <a:moveTo>
                      <a:pt x="7719" y="1785"/>
                    </a:moveTo>
                    <a:cubicBezTo>
                      <a:pt x="7291" y="1428"/>
                      <a:pt x="6934" y="786"/>
                      <a:pt x="6363" y="571"/>
                    </a:cubicBezTo>
                    <a:cubicBezTo>
                      <a:pt x="5791" y="357"/>
                      <a:pt x="5220" y="72"/>
                      <a:pt x="4578" y="0"/>
                    </a:cubicBezTo>
                    <a:cubicBezTo>
                      <a:pt x="4292" y="0"/>
                      <a:pt x="4078" y="214"/>
                      <a:pt x="3864" y="429"/>
                    </a:cubicBezTo>
                    <a:cubicBezTo>
                      <a:pt x="3578" y="714"/>
                      <a:pt x="3078" y="714"/>
                      <a:pt x="2721" y="786"/>
                    </a:cubicBezTo>
                    <a:cubicBezTo>
                      <a:pt x="2293" y="786"/>
                      <a:pt x="1864" y="571"/>
                      <a:pt x="1507" y="429"/>
                    </a:cubicBezTo>
                    <a:cubicBezTo>
                      <a:pt x="1222" y="357"/>
                      <a:pt x="936" y="357"/>
                      <a:pt x="650" y="357"/>
                    </a:cubicBezTo>
                    <a:cubicBezTo>
                      <a:pt x="436" y="357"/>
                      <a:pt x="79" y="72"/>
                      <a:pt x="8" y="357"/>
                    </a:cubicBezTo>
                    <a:cubicBezTo>
                      <a:pt x="-64" y="1000"/>
                      <a:pt x="436" y="1571"/>
                      <a:pt x="865" y="1928"/>
                    </a:cubicBezTo>
                    <a:cubicBezTo>
                      <a:pt x="1150" y="2142"/>
                      <a:pt x="1507" y="2071"/>
                      <a:pt x="1793" y="2142"/>
                    </a:cubicBezTo>
                    <a:cubicBezTo>
                      <a:pt x="2864" y="2214"/>
                      <a:pt x="3649" y="3071"/>
                      <a:pt x="4363" y="3785"/>
                    </a:cubicBezTo>
                    <a:cubicBezTo>
                      <a:pt x="5006" y="4427"/>
                      <a:pt x="3721" y="4713"/>
                      <a:pt x="4292" y="4927"/>
                    </a:cubicBezTo>
                    <a:cubicBezTo>
                      <a:pt x="4578" y="4998"/>
                      <a:pt x="5006" y="4784"/>
                      <a:pt x="4863" y="4499"/>
                    </a:cubicBezTo>
                    <a:cubicBezTo>
                      <a:pt x="4649" y="4284"/>
                      <a:pt x="4935" y="4142"/>
                      <a:pt x="5077" y="3927"/>
                    </a:cubicBezTo>
                    <a:cubicBezTo>
                      <a:pt x="5363" y="3642"/>
                      <a:pt x="5577" y="3428"/>
                      <a:pt x="5934" y="3285"/>
                    </a:cubicBezTo>
                    <a:cubicBezTo>
                      <a:pt x="6363" y="3213"/>
                      <a:pt x="6648" y="2928"/>
                      <a:pt x="7005" y="2785"/>
                    </a:cubicBezTo>
                    <a:cubicBezTo>
                      <a:pt x="7362" y="2642"/>
                      <a:pt x="8076" y="2214"/>
                      <a:pt x="7791" y="17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59"/>
              <p:cNvSpPr/>
              <p:nvPr/>
            </p:nvSpPr>
            <p:spPr>
              <a:xfrm>
                <a:off x="239900" y="1551900"/>
                <a:ext cx="508750" cy="602300"/>
              </a:xfrm>
              <a:custGeom>
                <a:rect b="b" l="l" r="r" t="t"/>
                <a:pathLst>
                  <a:path extrusionOk="0" h="24092" w="20350">
                    <a:moveTo>
                      <a:pt x="1363" y="0"/>
                    </a:moveTo>
                    <a:cubicBezTo>
                      <a:pt x="1334" y="0"/>
                      <a:pt x="1307" y="9"/>
                      <a:pt x="1286" y="30"/>
                    </a:cubicBezTo>
                    <a:cubicBezTo>
                      <a:pt x="1214" y="30"/>
                      <a:pt x="1286" y="172"/>
                      <a:pt x="1357" y="244"/>
                    </a:cubicBezTo>
                    <a:cubicBezTo>
                      <a:pt x="1500" y="315"/>
                      <a:pt x="1571" y="458"/>
                      <a:pt x="1571" y="601"/>
                    </a:cubicBezTo>
                    <a:cubicBezTo>
                      <a:pt x="1622" y="702"/>
                      <a:pt x="1815" y="803"/>
                      <a:pt x="1949" y="803"/>
                    </a:cubicBezTo>
                    <a:cubicBezTo>
                      <a:pt x="2005" y="803"/>
                      <a:pt x="2050" y="785"/>
                      <a:pt x="2071" y="744"/>
                    </a:cubicBezTo>
                    <a:cubicBezTo>
                      <a:pt x="2142" y="744"/>
                      <a:pt x="2142" y="529"/>
                      <a:pt x="2142" y="529"/>
                    </a:cubicBezTo>
                    <a:cubicBezTo>
                      <a:pt x="2200" y="529"/>
                      <a:pt x="2257" y="621"/>
                      <a:pt x="2277" y="621"/>
                    </a:cubicBezTo>
                    <a:cubicBezTo>
                      <a:pt x="2282" y="621"/>
                      <a:pt x="2285" y="615"/>
                      <a:pt x="2285" y="601"/>
                    </a:cubicBezTo>
                    <a:cubicBezTo>
                      <a:pt x="2357" y="601"/>
                      <a:pt x="2285" y="529"/>
                      <a:pt x="2285" y="458"/>
                    </a:cubicBezTo>
                    <a:cubicBezTo>
                      <a:pt x="2285" y="387"/>
                      <a:pt x="2142" y="244"/>
                      <a:pt x="2142" y="172"/>
                    </a:cubicBezTo>
                    <a:cubicBezTo>
                      <a:pt x="2092" y="122"/>
                      <a:pt x="2041" y="71"/>
                      <a:pt x="1991" y="71"/>
                    </a:cubicBezTo>
                    <a:cubicBezTo>
                      <a:pt x="1970" y="71"/>
                      <a:pt x="1949" y="80"/>
                      <a:pt x="1928" y="101"/>
                    </a:cubicBezTo>
                    <a:cubicBezTo>
                      <a:pt x="1857" y="101"/>
                      <a:pt x="1857" y="172"/>
                      <a:pt x="1785" y="244"/>
                    </a:cubicBezTo>
                    <a:cubicBezTo>
                      <a:pt x="1765" y="286"/>
                      <a:pt x="1737" y="303"/>
                      <a:pt x="1710" y="303"/>
                    </a:cubicBezTo>
                    <a:cubicBezTo>
                      <a:pt x="1643" y="303"/>
                      <a:pt x="1571" y="202"/>
                      <a:pt x="1571" y="101"/>
                    </a:cubicBezTo>
                    <a:cubicBezTo>
                      <a:pt x="1521" y="51"/>
                      <a:pt x="1435" y="0"/>
                      <a:pt x="1363" y="0"/>
                    </a:cubicBezTo>
                    <a:close/>
                    <a:moveTo>
                      <a:pt x="205" y="930"/>
                    </a:moveTo>
                    <a:cubicBezTo>
                      <a:pt x="115" y="930"/>
                      <a:pt x="0" y="996"/>
                      <a:pt x="0" y="1101"/>
                    </a:cubicBezTo>
                    <a:cubicBezTo>
                      <a:pt x="48" y="1101"/>
                      <a:pt x="127" y="1069"/>
                      <a:pt x="196" y="1069"/>
                    </a:cubicBezTo>
                    <a:cubicBezTo>
                      <a:pt x="230" y="1069"/>
                      <a:pt x="262" y="1077"/>
                      <a:pt x="286" y="1101"/>
                    </a:cubicBezTo>
                    <a:cubicBezTo>
                      <a:pt x="286" y="1172"/>
                      <a:pt x="215" y="1172"/>
                      <a:pt x="215" y="1243"/>
                    </a:cubicBezTo>
                    <a:cubicBezTo>
                      <a:pt x="286" y="1243"/>
                      <a:pt x="215" y="1315"/>
                      <a:pt x="215" y="1386"/>
                    </a:cubicBezTo>
                    <a:cubicBezTo>
                      <a:pt x="215" y="1386"/>
                      <a:pt x="286" y="1386"/>
                      <a:pt x="286" y="1458"/>
                    </a:cubicBezTo>
                    <a:cubicBezTo>
                      <a:pt x="286" y="1458"/>
                      <a:pt x="286" y="1529"/>
                      <a:pt x="286" y="1529"/>
                    </a:cubicBezTo>
                    <a:cubicBezTo>
                      <a:pt x="296" y="1539"/>
                      <a:pt x="308" y="1544"/>
                      <a:pt x="321" y="1544"/>
                    </a:cubicBezTo>
                    <a:cubicBezTo>
                      <a:pt x="397" y="1544"/>
                      <a:pt x="510" y="1386"/>
                      <a:pt x="572" y="1386"/>
                    </a:cubicBezTo>
                    <a:cubicBezTo>
                      <a:pt x="622" y="1437"/>
                      <a:pt x="673" y="1487"/>
                      <a:pt x="698" y="1487"/>
                    </a:cubicBezTo>
                    <a:cubicBezTo>
                      <a:pt x="708" y="1487"/>
                      <a:pt x="714" y="1479"/>
                      <a:pt x="714" y="1458"/>
                    </a:cubicBezTo>
                    <a:lnTo>
                      <a:pt x="786" y="1386"/>
                    </a:lnTo>
                    <a:cubicBezTo>
                      <a:pt x="786" y="1386"/>
                      <a:pt x="786" y="1315"/>
                      <a:pt x="714" y="1243"/>
                    </a:cubicBezTo>
                    <a:cubicBezTo>
                      <a:pt x="699" y="1228"/>
                      <a:pt x="691" y="1223"/>
                      <a:pt x="686" y="1223"/>
                    </a:cubicBezTo>
                    <a:cubicBezTo>
                      <a:pt x="672" y="1223"/>
                      <a:pt x="686" y="1264"/>
                      <a:pt x="672" y="1264"/>
                    </a:cubicBezTo>
                    <a:cubicBezTo>
                      <a:pt x="667" y="1264"/>
                      <a:pt x="658" y="1259"/>
                      <a:pt x="643" y="1243"/>
                    </a:cubicBezTo>
                    <a:cubicBezTo>
                      <a:pt x="572" y="1172"/>
                      <a:pt x="572" y="1172"/>
                      <a:pt x="572" y="1101"/>
                    </a:cubicBezTo>
                    <a:cubicBezTo>
                      <a:pt x="429" y="1029"/>
                      <a:pt x="357" y="958"/>
                      <a:pt x="286" y="958"/>
                    </a:cubicBezTo>
                    <a:cubicBezTo>
                      <a:pt x="267" y="939"/>
                      <a:pt x="237" y="930"/>
                      <a:pt x="205" y="930"/>
                    </a:cubicBezTo>
                    <a:close/>
                    <a:moveTo>
                      <a:pt x="786" y="1529"/>
                    </a:moveTo>
                    <a:cubicBezTo>
                      <a:pt x="786" y="1600"/>
                      <a:pt x="786" y="1600"/>
                      <a:pt x="786" y="1600"/>
                    </a:cubicBezTo>
                    <a:cubicBezTo>
                      <a:pt x="714" y="1672"/>
                      <a:pt x="714" y="1672"/>
                      <a:pt x="714" y="1672"/>
                    </a:cubicBezTo>
                    <a:cubicBezTo>
                      <a:pt x="643" y="1743"/>
                      <a:pt x="643" y="1743"/>
                      <a:pt x="643" y="1743"/>
                    </a:cubicBezTo>
                    <a:lnTo>
                      <a:pt x="572" y="1743"/>
                    </a:lnTo>
                    <a:cubicBezTo>
                      <a:pt x="643" y="1815"/>
                      <a:pt x="643" y="1815"/>
                      <a:pt x="643" y="1815"/>
                    </a:cubicBezTo>
                    <a:cubicBezTo>
                      <a:pt x="714" y="1886"/>
                      <a:pt x="714" y="1886"/>
                      <a:pt x="714" y="1886"/>
                    </a:cubicBezTo>
                    <a:lnTo>
                      <a:pt x="857" y="1886"/>
                    </a:lnTo>
                    <a:cubicBezTo>
                      <a:pt x="929" y="1957"/>
                      <a:pt x="929" y="1957"/>
                      <a:pt x="929" y="1957"/>
                    </a:cubicBezTo>
                    <a:cubicBezTo>
                      <a:pt x="929" y="1886"/>
                      <a:pt x="929" y="1886"/>
                      <a:pt x="929" y="1886"/>
                    </a:cubicBezTo>
                    <a:lnTo>
                      <a:pt x="1143" y="1886"/>
                    </a:lnTo>
                    <a:cubicBezTo>
                      <a:pt x="1000" y="1743"/>
                      <a:pt x="1000" y="1743"/>
                      <a:pt x="1000" y="1743"/>
                    </a:cubicBezTo>
                    <a:lnTo>
                      <a:pt x="857" y="1529"/>
                    </a:lnTo>
                    <a:close/>
                    <a:moveTo>
                      <a:pt x="4897" y="18387"/>
                    </a:moveTo>
                    <a:cubicBezTo>
                      <a:pt x="4814" y="18387"/>
                      <a:pt x="4752" y="18436"/>
                      <a:pt x="4713" y="18594"/>
                    </a:cubicBezTo>
                    <a:cubicBezTo>
                      <a:pt x="4713" y="18737"/>
                      <a:pt x="4713" y="18808"/>
                      <a:pt x="4642" y="18880"/>
                    </a:cubicBezTo>
                    <a:cubicBezTo>
                      <a:pt x="4570" y="18951"/>
                      <a:pt x="4427" y="18951"/>
                      <a:pt x="4356" y="19022"/>
                    </a:cubicBezTo>
                    <a:cubicBezTo>
                      <a:pt x="4070" y="19237"/>
                      <a:pt x="4499" y="19379"/>
                      <a:pt x="4570" y="19594"/>
                    </a:cubicBezTo>
                    <a:cubicBezTo>
                      <a:pt x="4713" y="19736"/>
                      <a:pt x="4784" y="19951"/>
                      <a:pt x="4856" y="20022"/>
                    </a:cubicBezTo>
                    <a:cubicBezTo>
                      <a:pt x="4999" y="20165"/>
                      <a:pt x="5284" y="20165"/>
                      <a:pt x="5427" y="20308"/>
                    </a:cubicBezTo>
                    <a:cubicBezTo>
                      <a:pt x="5534" y="20450"/>
                      <a:pt x="5695" y="20468"/>
                      <a:pt x="5864" y="20468"/>
                    </a:cubicBezTo>
                    <a:cubicBezTo>
                      <a:pt x="5921" y="20468"/>
                      <a:pt x="5978" y="20466"/>
                      <a:pt x="6035" y="20466"/>
                    </a:cubicBezTo>
                    <a:cubicBezTo>
                      <a:pt x="6149" y="20466"/>
                      <a:pt x="6260" y="20474"/>
                      <a:pt x="6355" y="20522"/>
                    </a:cubicBezTo>
                    <a:cubicBezTo>
                      <a:pt x="6784" y="20736"/>
                      <a:pt x="7283" y="21236"/>
                      <a:pt x="7640" y="21379"/>
                    </a:cubicBezTo>
                    <a:cubicBezTo>
                      <a:pt x="7783" y="21521"/>
                      <a:pt x="7855" y="21521"/>
                      <a:pt x="7997" y="21664"/>
                    </a:cubicBezTo>
                    <a:cubicBezTo>
                      <a:pt x="8069" y="21736"/>
                      <a:pt x="8140" y="21878"/>
                      <a:pt x="8212" y="21950"/>
                    </a:cubicBezTo>
                    <a:cubicBezTo>
                      <a:pt x="8339" y="22014"/>
                      <a:pt x="8567" y="22078"/>
                      <a:pt x="8767" y="22078"/>
                    </a:cubicBezTo>
                    <a:cubicBezTo>
                      <a:pt x="9014" y="22078"/>
                      <a:pt x="9219" y="21980"/>
                      <a:pt x="9140" y="21664"/>
                    </a:cubicBezTo>
                    <a:cubicBezTo>
                      <a:pt x="9073" y="21531"/>
                      <a:pt x="8944" y="21086"/>
                      <a:pt x="8695" y="21086"/>
                    </a:cubicBezTo>
                    <a:cubicBezTo>
                      <a:pt x="8677" y="21086"/>
                      <a:pt x="8659" y="21088"/>
                      <a:pt x="8640" y="21093"/>
                    </a:cubicBezTo>
                    <a:cubicBezTo>
                      <a:pt x="8640" y="21143"/>
                      <a:pt x="8604" y="21194"/>
                      <a:pt x="8558" y="21194"/>
                    </a:cubicBezTo>
                    <a:cubicBezTo>
                      <a:pt x="8539" y="21194"/>
                      <a:pt x="8518" y="21185"/>
                      <a:pt x="8497" y="21164"/>
                    </a:cubicBezTo>
                    <a:cubicBezTo>
                      <a:pt x="8426" y="21164"/>
                      <a:pt x="8354" y="20950"/>
                      <a:pt x="8283" y="20879"/>
                    </a:cubicBezTo>
                    <a:cubicBezTo>
                      <a:pt x="8140" y="20665"/>
                      <a:pt x="7783" y="20593"/>
                      <a:pt x="7569" y="20308"/>
                    </a:cubicBezTo>
                    <a:cubicBezTo>
                      <a:pt x="7426" y="20236"/>
                      <a:pt x="7283" y="20165"/>
                      <a:pt x="7212" y="20093"/>
                    </a:cubicBezTo>
                    <a:cubicBezTo>
                      <a:pt x="7197" y="20078"/>
                      <a:pt x="7179" y="20073"/>
                      <a:pt x="7158" y="20073"/>
                    </a:cubicBezTo>
                    <a:cubicBezTo>
                      <a:pt x="7104" y="20073"/>
                      <a:pt x="7035" y="20114"/>
                      <a:pt x="6980" y="20114"/>
                    </a:cubicBezTo>
                    <a:cubicBezTo>
                      <a:pt x="6960" y="20114"/>
                      <a:pt x="6941" y="20108"/>
                      <a:pt x="6926" y="20093"/>
                    </a:cubicBezTo>
                    <a:cubicBezTo>
                      <a:pt x="6784" y="20022"/>
                      <a:pt x="6855" y="19879"/>
                      <a:pt x="6855" y="19808"/>
                    </a:cubicBezTo>
                    <a:cubicBezTo>
                      <a:pt x="6855" y="19451"/>
                      <a:pt x="6427" y="19451"/>
                      <a:pt x="6212" y="19308"/>
                    </a:cubicBezTo>
                    <a:cubicBezTo>
                      <a:pt x="5998" y="19237"/>
                      <a:pt x="5927" y="19094"/>
                      <a:pt x="5713" y="18951"/>
                    </a:cubicBezTo>
                    <a:cubicBezTo>
                      <a:pt x="5641" y="18880"/>
                      <a:pt x="5498" y="18880"/>
                      <a:pt x="5498" y="18808"/>
                    </a:cubicBezTo>
                    <a:cubicBezTo>
                      <a:pt x="5427" y="18737"/>
                      <a:pt x="5498" y="18665"/>
                      <a:pt x="5498" y="18594"/>
                    </a:cubicBezTo>
                    <a:cubicBezTo>
                      <a:pt x="5498" y="18451"/>
                      <a:pt x="5284" y="18451"/>
                      <a:pt x="5141" y="18451"/>
                    </a:cubicBezTo>
                    <a:cubicBezTo>
                      <a:pt x="5046" y="18419"/>
                      <a:pt x="4964" y="18387"/>
                      <a:pt x="4897" y="18387"/>
                    </a:cubicBezTo>
                    <a:close/>
                    <a:moveTo>
                      <a:pt x="2585" y="1580"/>
                    </a:moveTo>
                    <a:cubicBezTo>
                      <a:pt x="2557" y="1580"/>
                      <a:pt x="2528" y="1586"/>
                      <a:pt x="2499" y="1600"/>
                    </a:cubicBezTo>
                    <a:cubicBezTo>
                      <a:pt x="2142" y="1600"/>
                      <a:pt x="1785" y="1957"/>
                      <a:pt x="1428" y="1957"/>
                    </a:cubicBezTo>
                    <a:cubicBezTo>
                      <a:pt x="1357" y="2029"/>
                      <a:pt x="1214" y="2029"/>
                      <a:pt x="1214" y="2172"/>
                    </a:cubicBezTo>
                    <a:cubicBezTo>
                      <a:pt x="1143" y="2386"/>
                      <a:pt x="1357" y="2671"/>
                      <a:pt x="1357" y="2957"/>
                    </a:cubicBezTo>
                    <a:cubicBezTo>
                      <a:pt x="1428" y="3171"/>
                      <a:pt x="1214" y="3457"/>
                      <a:pt x="1214" y="3671"/>
                    </a:cubicBezTo>
                    <a:cubicBezTo>
                      <a:pt x="1286" y="4028"/>
                      <a:pt x="1643" y="4242"/>
                      <a:pt x="1643" y="4599"/>
                    </a:cubicBezTo>
                    <a:cubicBezTo>
                      <a:pt x="1714" y="4956"/>
                      <a:pt x="1928" y="5171"/>
                      <a:pt x="2071" y="5456"/>
                    </a:cubicBezTo>
                    <a:cubicBezTo>
                      <a:pt x="2214" y="5885"/>
                      <a:pt x="2357" y="6313"/>
                      <a:pt x="2571" y="6670"/>
                    </a:cubicBezTo>
                    <a:cubicBezTo>
                      <a:pt x="2999" y="7241"/>
                      <a:pt x="3428" y="7812"/>
                      <a:pt x="4070" y="8241"/>
                    </a:cubicBezTo>
                    <a:cubicBezTo>
                      <a:pt x="4856" y="8955"/>
                      <a:pt x="5427" y="9740"/>
                      <a:pt x="6212" y="10454"/>
                    </a:cubicBezTo>
                    <a:cubicBezTo>
                      <a:pt x="6498" y="10526"/>
                      <a:pt x="6712" y="10811"/>
                      <a:pt x="6998" y="10954"/>
                    </a:cubicBezTo>
                    <a:cubicBezTo>
                      <a:pt x="7141" y="11025"/>
                      <a:pt x="7283" y="11097"/>
                      <a:pt x="7426" y="11168"/>
                    </a:cubicBezTo>
                    <a:cubicBezTo>
                      <a:pt x="7997" y="11739"/>
                      <a:pt x="8426" y="12596"/>
                      <a:pt x="8997" y="13096"/>
                    </a:cubicBezTo>
                    <a:cubicBezTo>
                      <a:pt x="9997" y="13810"/>
                      <a:pt x="10996" y="12810"/>
                      <a:pt x="11853" y="14238"/>
                    </a:cubicBezTo>
                    <a:cubicBezTo>
                      <a:pt x="12496" y="14738"/>
                      <a:pt x="12853" y="15452"/>
                      <a:pt x="13281" y="16238"/>
                    </a:cubicBezTo>
                    <a:cubicBezTo>
                      <a:pt x="13495" y="16523"/>
                      <a:pt x="13852" y="16595"/>
                      <a:pt x="14067" y="16809"/>
                    </a:cubicBezTo>
                    <a:cubicBezTo>
                      <a:pt x="14281" y="17523"/>
                      <a:pt x="14566" y="18380"/>
                      <a:pt x="15352" y="18594"/>
                    </a:cubicBezTo>
                    <a:cubicBezTo>
                      <a:pt x="15566" y="18737"/>
                      <a:pt x="15923" y="18737"/>
                      <a:pt x="16137" y="19022"/>
                    </a:cubicBezTo>
                    <a:cubicBezTo>
                      <a:pt x="16423" y="19808"/>
                      <a:pt x="16494" y="20665"/>
                      <a:pt x="16494" y="21521"/>
                    </a:cubicBezTo>
                    <a:cubicBezTo>
                      <a:pt x="16566" y="21950"/>
                      <a:pt x="16851" y="22378"/>
                      <a:pt x="17208" y="22592"/>
                    </a:cubicBezTo>
                    <a:cubicBezTo>
                      <a:pt x="17374" y="22676"/>
                      <a:pt x="17551" y="22694"/>
                      <a:pt x="17727" y="22694"/>
                    </a:cubicBezTo>
                    <a:cubicBezTo>
                      <a:pt x="17869" y="22694"/>
                      <a:pt x="18010" y="22682"/>
                      <a:pt x="18143" y="22682"/>
                    </a:cubicBezTo>
                    <a:cubicBezTo>
                      <a:pt x="18269" y="22682"/>
                      <a:pt x="18387" y="22693"/>
                      <a:pt x="18493" y="22735"/>
                    </a:cubicBezTo>
                    <a:cubicBezTo>
                      <a:pt x="18636" y="22807"/>
                      <a:pt x="18779" y="22878"/>
                      <a:pt x="18922" y="22949"/>
                    </a:cubicBezTo>
                    <a:cubicBezTo>
                      <a:pt x="18993" y="22985"/>
                      <a:pt x="19065" y="23021"/>
                      <a:pt x="19127" y="23021"/>
                    </a:cubicBezTo>
                    <a:cubicBezTo>
                      <a:pt x="19190" y="23021"/>
                      <a:pt x="19243" y="22985"/>
                      <a:pt x="19279" y="22878"/>
                    </a:cubicBezTo>
                    <a:cubicBezTo>
                      <a:pt x="19422" y="22450"/>
                      <a:pt x="19422" y="21878"/>
                      <a:pt x="19065" y="21593"/>
                    </a:cubicBezTo>
                    <a:cubicBezTo>
                      <a:pt x="19065" y="21450"/>
                      <a:pt x="18993" y="21379"/>
                      <a:pt x="18922" y="21307"/>
                    </a:cubicBezTo>
                    <a:cubicBezTo>
                      <a:pt x="18779" y="20950"/>
                      <a:pt x="18779" y="20593"/>
                      <a:pt x="18922" y="20165"/>
                    </a:cubicBezTo>
                    <a:cubicBezTo>
                      <a:pt x="18993" y="19879"/>
                      <a:pt x="18922" y="19594"/>
                      <a:pt x="18850" y="19308"/>
                    </a:cubicBezTo>
                    <a:cubicBezTo>
                      <a:pt x="18708" y="18880"/>
                      <a:pt x="18208" y="18808"/>
                      <a:pt x="18065" y="18380"/>
                    </a:cubicBezTo>
                    <a:cubicBezTo>
                      <a:pt x="18065" y="18166"/>
                      <a:pt x="17994" y="17951"/>
                      <a:pt x="17994" y="17737"/>
                    </a:cubicBezTo>
                    <a:cubicBezTo>
                      <a:pt x="18065" y="17594"/>
                      <a:pt x="18208" y="17452"/>
                      <a:pt x="18208" y="17309"/>
                    </a:cubicBezTo>
                    <a:cubicBezTo>
                      <a:pt x="18208" y="17023"/>
                      <a:pt x="17851" y="16738"/>
                      <a:pt x="17922" y="16523"/>
                    </a:cubicBezTo>
                    <a:cubicBezTo>
                      <a:pt x="17994" y="16309"/>
                      <a:pt x="18351" y="16309"/>
                      <a:pt x="18422" y="16024"/>
                    </a:cubicBezTo>
                    <a:cubicBezTo>
                      <a:pt x="18493" y="15809"/>
                      <a:pt x="18208" y="15667"/>
                      <a:pt x="18136" y="15452"/>
                    </a:cubicBezTo>
                    <a:cubicBezTo>
                      <a:pt x="18065" y="15310"/>
                      <a:pt x="18065" y="15238"/>
                      <a:pt x="17994" y="15095"/>
                    </a:cubicBezTo>
                    <a:cubicBezTo>
                      <a:pt x="17922" y="14595"/>
                      <a:pt x="17351" y="14096"/>
                      <a:pt x="17280" y="13524"/>
                    </a:cubicBezTo>
                    <a:cubicBezTo>
                      <a:pt x="17280" y="13310"/>
                      <a:pt x="17708" y="13096"/>
                      <a:pt x="17851" y="12810"/>
                    </a:cubicBezTo>
                    <a:cubicBezTo>
                      <a:pt x="17922" y="12668"/>
                      <a:pt x="17922" y="12525"/>
                      <a:pt x="18065" y="12382"/>
                    </a:cubicBezTo>
                    <a:cubicBezTo>
                      <a:pt x="18850" y="12025"/>
                      <a:pt x="18779" y="10954"/>
                      <a:pt x="19136" y="10311"/>
                    </a:cubicBezTo>
                    <a:cubicBezTo>
                      <a:pt x="19350" y="10097"/>
                      <a:pt x="19779" y="10026"/>
                      <a:pt x="20136" y="9954"/>
                    </a:cubicBezTo>
                    <a:cubicBezTo>
                      <a:pt x="20350" y="9883"/>
                      <a:pt x="20350" y="9455"/>
                      <a:pt x="20350" y="9240"/>
                    </a:cubicBezTo>
                    <a:lnTo>
                      <a:pt x="20279" y="9240"/>
                    </a:lnTo>
                    <a:cubicBezTo>
                      <a:pt x="20064" y="8741"/>
                      <a:pt x="19493" y="8455"/>
                      <a:pt x="18993" y="8455"/>
                    </a:cubicBezTo>
                    <a:cubicBezTo>
                      <a:pt x="18636" y="8384"/>
                      <a:pt x="18636" y="8241"/>
                      <a:pt x="18636" y="7955"/>
                    </a:cubicBezTo>
                    <a:cubicBezTo>
                      <a:pt x="18422" y="7384"/>
                      <a:pt x="18422" y="6813"/>
                      <a:pt x="18065" y="6384"/>
                    </a:cubicBezTo>
                    <a:cubicBezTo>
                      <a:pt x="17851" y="6099"/>
                      <a:pt x="17565" y="5956"/>
                      <a:pt x="17280" y="5742"/>
                    </a:cubicBezTo>
                    <a:cubicBezTo>
                      <a:pt x="16708" y="5313"/>
                      <a:pt x="16280" y="4885"/>
                      <a:pt x="15780" y="4242"/>
                    </a:cubicBezTo>
                    <a:cubicBezTo>
                      <a:pt x="15667" y="4115"/>
                      <a:pt x="15538" y="4066"/>
                      <a:pt x="15397" y="4066"/>
                    </a:cubicBezTo>
                    <a:cubicBezTo>
                      <a:pt x="14925" y="4066"/>
                      <a:pt x="14329" y="4613"/>
                      <a:pt x="13813" y="4613"/>
                    </a:cubicBezTo>
                    <a:cubicBezTo>
                      <a:pt x="13703" y="4613"/>
                      <a:pt x="13596" y="4588"/>
                      <a:pt x="13495" y="4528"/>
                    </a:cubicBezTo>
                    <a:cubicBezTo>
                      <a:pt x="12983" y="4144"/>
                      <a:pt x="12413" y="3874"/>
                      <a:pt x="11786" y="3874"/>
                    </a:cubicBezTo>
                    <a:cubicBezTo>
                      <a:pt x="11714" y="3874"/>
                      <a:pt x="11641" y="3878"/>
                      <a:pt x="11567" y="3885"/>
                    </a:cubicBezTo>
                    <a:cubicBezTo>
                      <a:pt x="11521" y="3877"/>
                      <a:pt x="11474" y="3874"/>
                      <a:pt x="11427" y="3874"/>
                    </a:cubicBezTo>
                    <a:cubicBezTo>
                      <a:pt x="11046" y="3874"/>
                      <a:pt x="10672" y="4107"/>
                      <a:pt x="10354" y="4171"/>
                    </a:cubicBezTo>
                    <a:cubicBezTo>
                      <a:pt x="10139" y="4242"/>
                      <a:pt x="9933" y="4266"/>
                      <a:pt x="9730" y="4266"/>
                    </a:cubicBezTo>
                    <a:cubicBezTo>
                      <a:pt x="9322" y="4266"/>
                      <a:pt x="8926" y="4171"/>
                      <a:pt x="8497" y="4171"/>
                    </a:cubicBezTo>
                    <a:cubicBezTo>
                      <a:pt x="7997" y="4028"/>
                      <a:pt x="7498" y="3885"/>
                      <a:pt x="6998" y="3814"/>
                    </a:cubicBezTo>
                    <a:cubicBezTo>
                      <a:pt x="6355" y="3671"/>
                      <a:pt x="5713" y="3171"/>
                      <a:pt x="5427" y="2529"/>
                    </a:cubicBezTo>
                    <a:cubicBezTo>
                      <a:pt x="4999" y="2100"/>
                      <a:pt x="4285" y="1886"/>
                      <a:pt x="3713" y="1672"/>
                    </a:cubicBezTo>
                    <a:cubicBezTo>
                      <a:pt x="3653" y="1657"/>
                      <a:pt x="3593" y="1651"/>
                      <a:pt x="3533" y="1651"/>
                    </a:cubicBezTo>
                    <a:cubicBezTo>
                      <a:pt x="3370" y="1651"/>
                      <a:pt x="3212" y="1692"/>
                      <a:pt x="3073" y="1692"/>
                    </a:cubicBezTo>
                    <a:cubicBezTo>
                      <a:pt x="3022" y="1692"/>
                      <a:pt x="2973" y="1687"/>
                      <a:pt x="2928" y="1672"/>
                    </a:cubicBezTo>
                    <a:cubicBezTo>
                      <a:pt x="2814" y="1672"/>
                      <a:pt x="2699" y="1580"/>
                      <a:pt x="2585" y="1580"/>
                    </a:cubicBezTo>
                    <a:close/>
                    <a:moveTo>
                      <a:pt x="9925" y="22949"/>
                    </a:moveTo>
                    <a:lnTo>
                      <a:pt x="9925" y="22949"/>
                    </a:lnTo>
                    <a:cubicBezTo>
                      <a:pt x="9997" y="23092"/>
                      <a:pt x="9997" y="23092"/>
                      <a:pt x="9997" y="23092"/>
                    </a:cubicBezTo>
                    <a:lnTo>
                      <a:pt x="10068" y="23235"/>
                    </a:lnTo>
                    <a:cubicBezTo>
                      <a:pt x="10211" y="23092"/>
                      <a:pt x="10211" y="23092"/>
                      <a:pt x="10211" y="23092"/>
                    </a:cubicBezTo>
                    <a:lnTo>
                      <a:pt x="10139" y="23092"/>
                    </a:lnTo>
                    <a:cubicBezTo>
                      <a:pt x="10068" y="23021"/>
                      <a:pt x="10068" y="23021"/>
                      <a:pt x="10068" y="23021"/>
                    </a:cubicBezTo>
                    <a:cubicBezTo>
                      <a:pt x="9926" y="22950"/>
                      <a:pt x="9925" y="22949"/>
                      <a:pt x="9925" y="22949"/>
                    </a:cubicBezTo>
                    <a:close/>
                    <a:moveTo>
                      <a:pt x="9997" y="23378"/>
                    </a:moveTo>
                    <a:cubicBezTo>
                      <a:pt x="9925" y="23449"/>
                      <a:pt x="9925" y="23449"/>
                      <a:pt x="9925" y="23449"/>
                    </a:cubicBezTo>
                    <a:cubicBezTo>
                      <a:pt x="9925" y="23521"/>
                      <a:pt x="9925" y="23521"/>
                      <a:pt x="9925" y="23521"/>
                    </a:cubicBezTo>
                    <a:cubicBezTo>
                      <a:pt x="9925" y="23663"/>
                      <a:pt x="9925" y="23663"/>
                      <a:pt x="9925" y="23663"/>
                    </a:cubicBezTo>
                    <a:cubicBezTo>
                      <a:pt x="9997" y="23735"/>
                      <a:pt x="9997" y="23735"/>
                      <a:pt x="9997" y="23735"/>
                    </a:cubicBezTo>
                    <a:lnTo>
                      <a:pt x="10139" y="23735"/>
                    </a:lnTo>
                    <a:cubicBezTo>
                      <a:pt x="10282" y="23663"/>
                      <a:pt x="10282" y="23663"/>
                      <a:pt x="10282" y="23663"/>
                    </a:cubicBezTo>
                    <a:cubicBezTo>
                      <a:pt x="10282" y="23521"/>
                      <a:pt x="10282" y="23521"/>
                      <a:pt x="10282" y="23521"/>
                    </a:cubicBezTo>
                    <a:cubicBezTo>
                      <a:pt x="10282" y="23449"/>
                      <a:pt x="10282" y="23449"/>
                      <a:pt x="10282" y="23449"/>
                    </a:cubicBezTo>
                    <a:lnTo>
                      <a:pt x="10211" y="23449"/>
                    </a:lnTo>
                    <a:cubicBezTo>
                      <a:pt x="10139" y="23378"/>
                      <a:pt x="10139" y="23378"/>
                      <a:pt x="10139" y="23378"/>
                    </a:cubicBezTo>
                    <a:close/>
                    <a:moveTo>
                      <a:pt x="13281" y="22735"/>
                    </a:moveTo>
                    <a:cubicBezTo>
                      <a:pt x="12567" y="22878"/>
                      <a:pt x="13567" y="22949"/>
                      <a:pt x="13710" y="23164"/>
                    </a:cubicBezTo>
                    <a:cubicBezTo>
                      <a:pt x="13852" y="23306"/>
                      <a:pt x="13924" y="23378"/>
                      <a:pt x="13995" y="23449"/>
                    </a:cubicBezTo>
                    <a:cubicBezTo>
                      <a:pt x="14138" y="23592"/>
                      <a:pt x="14138" y="23806"/>
                      <a:pt x="14352" y="23878"/>
                    </a:cubicBezTo>
                    <a:cubicBezTo>
                      <a:pt x="14352" y="23878"/>
                      <a:pt x="14352" y="23969"/>
                      <a:pt x="14389" y="23969"/>
                    </a:cubicBezTo>
                    <a:cubicBezTo>
                      <a:pt x="14398" y="23969"/>
                      <a:pt x="14409" y="23963"/>
                      <a:pt x="14424" y="23949"/>
                    </a:cubicBezTo>
                    <a:cubicBezTo>
                      <a:pt x="14566" y="23878"/>
                      <a:pt x="14495" y="23592"/>
                      <a:pt x="14424" y="23449"/>
                    </a:cubicBezTo>
                    <a:lnTo>
                      <a:pt x="14424" y="23378"/>
                    </a:lnTo>
                    <a:cubicBezTo>
                      <a:pt x="14424" y="23306"/>
                      <a:pt x="14352" y="23164"/>
                      <a:pt x="14352" y="23092"/>
                    </a:cubicBezTo>
                    <a:cubicBezTo>
                      <a:pt x="14352" y="23021"/>
                      <a:pt x="14209" y="23021"/>
                      <a:pt x="14138" y="22878"/>
                    </a:cubicBezTo>
                    <a:cubicBezTo>
                      <a:pt x="14138" y="22878"/>
                      <a:pt x="14138" y="22807"/>
                      <a:pt x="14067" y="22735"/>
                    </a:cubicBezTo>
                    <a:cubicBezTo>
                      <a:pt x="13995" y="22735"/>
                      <a:pt x="13852" y="22735"/>
                      <a:pt x="13781" y="22807"/>
                    </a:cubicBezTo>
                    <a:cubicBezTo>
                      <a:pt x="13710" y="22807"/>
                      <a:pt x="13638" y="22878"/>
                      <a:pt x="13567" y="22878"/>
                    </a:cubicBezTo>
                    <a:cubicBezTo>
                      <a:pt x="13495" y="22878"/>
                      <a:pt x="13495" y="22807"/>
                      <a:pt x="13424" y="22735"/>
                    </a:cubicBezTo>
                    <a:close/>
                    <a:moveTo>
                      <a:pt x="13067" y="23449"/>
                    </a:moveTo>
                    <a:cubicBezTo>
                      <a:pt x="12996" y="23521"/>
                      <a:pt x="12996" y="23521"/>
                      <a:pt x="12996" y="23521"/>
                    </a:cubicBezTo>
                    <a:lnTo>
                      <a:pt x="12924" y="23521"/>
                    </a:lnTo>
                    <a:cubicBezTo>
                      <a:pt x="12924" y="23592"/>
                      <a:pt x="12924" y="23592"/>
                      <a:pt x="12924" y="23592"/>
                    </a:cubicBezTo>
                    <a:cubicBezTo>
                      <a:pt x="12853" y="23663"/>
                      <a:pt x="12853" y="23663"/>
                      <a:pt x="12853" y="23663"/>
                    </a:cubicBezTo>
                    <a:lnTo>
                      <a:pt x="12781" y="23663"/>
                    </a:lnTo>
                    <a:cubicBezTo>
                      <a:pt x="12996" y="24092"/>
                      <a:pt x="12996" y="24092"/>
                      <a:pt x="12996" y="24092"/>
                    </a:cubicBezTo>
                    <a:lnTo>
                      <a:pt x="13067" y="24092"/>
                    </a:lnTo>
                    <a:cubicBezTo>
                      <a:pt x="13138" y="24020"/>
                      <a:pt x="13138" y="24020"/>
                      <a:pt x="13138" y="24020"/>
                    </a:cubicBezTo>
                    <a:cubicBezTo>
                      <a:pt x="13067" y="23949"/>
                      <a:pt x="13067" y="23949"/>
                      <a:pt x="13067" y="23949"/>
                    </a:cubicBezTo>
                    <a:lnTo>
                      <a:pt x="13138" y="23949"/>
                    </a:lnTo>
                    <a:cubicBezTo>
                      <a:pt x="13281" y="23878"/>
                      <a:pt x="13281" y="23878"/>
                      <a:pt x="13281" y="23878"/>
                    </a:cubicBezTo>
                    <a:cubicBezTo>
                      <a:pt x="13281" y="23806"/>
                      <a:pt x="13281" y="23806"/>
                      <a:pt x="13281" y="23806"/>
                    </a:cubicBezTo>
                    <a:cubicBezTo>
                      <a:pt x="13281" y="23735"/>
                      <a:pt x="13281" y="23735"/>
                      <a:pt x="13281" y="23735"/>
                    </a:cubicBezTo>
                    <a:lnTo>
                      <a:pt x="13210" y="23592"/>
                    </a:lnTo>
                    <a:cubicBezTo>
                      <a:pt x="13210" y="23521"/>
                      <a:pt x="13210" y="23521"/>
                      <a:pt x="13210" y="23521"/>
                    </a:cubicBezTo>
                    <a:cubicBezTo>
                      <a:pt x="13067" y="23449"/>
                      <a:pt x="13067" y="23449"/>
                      <a:pt x="13067" y="2344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59"/>
              <p:cNvSpPr/>
              <p:nvPr/>
            </p:nvSpPr>
            <p:spPr>
              <a:xfrm>
                <a:off x="239900" y="1551900"/>
                <a:ext cx="508750" cy="602300"/>
              </a:xfrm>
              <a:custGeom>
                <a:rect b="b" l="l" r="r" t="t"/>
                <a:pathLst>
                  <a:path extrusionOk="0" fill="none" h="24092" w="20350">
                    <a:moveTo>
                      <a:pt x="10211" y="23449"/>
                    </a:moveTo>
                    <a:cubicBezTo>
                      <a:pt x="10139" y="23378"/>
                      <a:pt x="10139" y="23378"/>
                      <a:pt x="10139" y="23378"/>
                    </a:cubicBezTo>
                    <a:cubicBezTo>
                      <a:pt x="10068" y="23378"/>
                      <a:pt x="10068" y="23378"/>
                      <a:pt x="10068" y="23378"/>
                    </a:cubicBezTo>
                    <a:cubicBezTo>
                      <a:pt x="9997" y="23378"/>
                      <a:pt x="9997" y="23378"/>
                      <a:pt x="9997" y="23378"/>
                    </a:cubicBezTo>
                    <a:cubicBezTo>
                      <a:pt x="9925" y="23449"/>
                      <a:pt x="9925" y="23449"/>
                      <a:pt x="9925" y="23449"/>
                    </a:cubicBezTo>
                    <a:cubicBezTo>
                      <a:pt x="9925" y="23521"/>
                      <a:pt x="9925" y="23521"/>
                      <a:pt x="9925" y="23521"/>
                    </a:cubicBezTo>
                    <a:cubicBezTo>
                      <a:pt x="9925" y="23663"/>
                      <a:pt x="9925" y="23663"/>
                      <a:pt x="9925" y="23663"/>
                    </a:cubicBezTo>
                    <a:cubicBezTo>
                      <a:pt x="9997" y="23735"/>
                      <a:pt x="9997" y="23735"/>
                      <a:pt x="9997" y="23735"/>
                    </a:cubicBezTo>
                    <a:cubicBezTo>
                      <a:pt x="10139" y="23735"/>
                      <a:pt x="10139" y="23735"/>
                      <a:pt x="10139" y="23735"/>
                    </a:cubicBezTo>
                    <a:cubicBezTo>
                      <a:pt x="10282" y="23663"/>
                      <a:pt x="10282" y="23663"/>
                      <a:pt x="10282" y="23663"/>
                    </a:cubicBezTo>
                    <a:cubicBezTo>
                      <a:pt x="10282" y="23521"/>
                      <a:pt x="10282" y="23521"/>
                      <a:pt x="10282" y="23521"/>
                    </a:cubicBezTo>
                    <a:cubicBezTo>
                      <a:pt x="10282" y="23449"/>
                      <a:pt x="10282" y="23449"/>
                      <a:pt x="10282" y="23449"/>
                    </a:cubicBezTo>
                    <a:close/>
                    <a:moveTo>
                      <a:pt x="9140" y="21664"/>
                    </a:moveTo>
                    <a:cubicBezTo>
                      <a:pt x="9068" y="21521"/>
                      <a:pt x="8926" y="21022"/>
                      <a:pt x="8640" y="21093"/>
                    </a:cubicBezTo>
                    <a:cubicBezTo>
                      <a:pt x="8640" y="21164"/>
                      <a:pt x="8569" y="21236"/>
                      <a:pt x="8497" y="21164"/>
                    </a:cubicBezTo>
                    <a:cubicBezTo>
                      <a:pt x="8426" y="21164"/>
                      <a:pt x="8354" y="20950"/>
                      <a:pt x="8283" y="20879"/>
                    </a:cubicBezTo>
                    <a:cubicBezTo>
                      <a:pt x="8140" y="20665"/>
                      <a:pt x="7783" y="20593"/>
                      <a:pt x="7569" y="20308"/>
                    </a:cubicBezTo>
                    <a:cubicBezTo>
                      <a:pt x="7426" y="20236"/>
                      <a:pt x="7283" y="20165"/>
                      <a:pt x="7212" y="20093"/>
                    </a:cubicBezTo>
                    <a:cubicBezTo>
                      <a:pt x="7141" y="20022"/>
                      <a:pt x="6998" y="20165"/>
                      <a:pt x="6926" y="20093"/>
                    </a:cubicBezTo>
                    <a:cubicBezTo>
                      <a:pt x="6784" y="20022"/>
                      <a:pt x="6855" y="19879"/>
                      <a:pt x="6855" y="19808"/>
                    </a:cubicBezTo>
                    <a:cubicBezTo>
                      <a:pt x="6855" y="19451"/>
                      <a:pt x="6427" y="19451"/>
                      <a:pt x="6212" y="19308"/>
                    </a:cubicBezTo>
                    <a:cubicBezTo>
                      <a:pt x="5998" y="19237"/>
                      <a:pt x="5927" y="19094"/>
                      <a:pt x="5713" y="18951"/>
                    </a:cubicBezTo>
                    <a:cubicBezTo>
                      <a:pt x="5641" y="18880"/>
                      <a:pt x="5498" y="18880"/>
                      <a:pt x="5498" y="18808"/>
                    </a:cubicBezTo>
                    <a:cubicBezTo>
                      <a:pt x="5427" y="18737"/>
                      <a:pt x="5498" y="18665"/>
                      <a:pt x="5498" y="18594"/>
                    </a:cubicBezTo>
                    <a:cubicBezTo>
                      <a:pt x="5498" y="18451"/>
                      <a:pt x="5284" y="18451"/>
                      <a:pt x="5141" y="18451"/>
                    </a:cubicBezTo>
                    <a:cubicBezTo>
                      <a:pt x="4927" y="18380"/>
                      <a:pt x="4784" y="18308"/>
                      <a:pt x="4713" y="18594"/>
                    </a:cubicBezTo>
                    <a:cubicBezTo>
                      <a:pt x="4713" y="18737"/>
                      <a:pt x="4713" y="18808"/>
                      <a:pt x="4642" y="18880"/>
                    </a:cubicBezTo>
                    <a:cubicBezTo>
                      <a:pt x="4570" y="18951"/>
                      <a:pt x="4427" y="18951"/>
                      <a:pt x="4356" y="19022"/>
                    </a:cubicBezTo>
                    <a:cubicBezTo>
                      <a:pt x="4070" y="19237"/>
                      <a:pt x="4499" y="19379"/>
                      <a:pt x="4570" y="19594"/>
                    </a:cubicBezTo>
                    <a:cubicBezTo>
                      <a:pt x="4713" y="19736"/>
                      <a:pt x="4784" y="19951"/>
                      <a:pt x="4856" y="20022"/>
                    </a:cubicBezTo>
                    <a:cubicBezTo>
                      <a:pt x="4999" y="20165"/>
                      <a:pt x="5284" y="20165"/>
                      <a:pt x="5427" y="20308"/>
                    </a:cubicBezTo>
                    <a:cubicBezTo>
                      <a:pt x="5641" y="20593"/>
                      <a:pt x="6070" y="20379"/>
                      <a:pt x="6355" y="20522"/>
                    </a:cubicBezTo>
                    <a:cubicBezTo>
                      <a:pt x="6784" y="20736"/>
                      <a:pt x="7283" y="21236"/>
                      <a:pt x="7640" y="21379"/>
                    </a:cubicBezTo>
                    <a:cubicBezTo>
                      <a:pt x="7783" y="21521"/>
                      <a:pt x="7855" y="21521"/>
                      <a:pt x="7997" y="21664"/>
                    </a:cubicBezTo>
                    <a:cubicBezTo>
                      <a:pt x="8069" y="21736"/>
                      <a:pt x="8140" y="21878"/>
                      <a:pt x="8212" y="21950"/>
                    </a:cubicBezTo>
                    <a:cubicBezTo>
                      <a:pt x="8497" y="22093"/>
                      <a:pt x="9283" y="22235"/>
                      <a:pt x="9140" y="21664"/>
                    </a:cubicBezTo>
                    <a:close/>
                    <a:moveTo>
                      <a:pt x="857" y="1529"/>
                    </a:moveTo>
                    <a:cubicBezTo>
                      <a:pt x="786" y="1529"/>
                      <a:pt x="786" y="1529"/>
                      <a:pt x="786" y="1529"/>
                    </a:cubicBezTo>
                    <a:cubicBezTo>
                      <a:pt x="786" y="1600"/>
                      <a:pt x="786" y="1600"/>
                      <a:pt x="786" y="1600"/>
                    </a:cubicBezTo>
                    <a:cubicBezTo>
                      <a:pt x="714" y="1672"/>
                      <a:pt x="714" y="1672"/>
                      <a:pt x="714" y="1672"/>
                    </a:cubicBezTo>
                    <a:cubicBezTo>
                      <a:pt x="643" y="1743"/>
                      <a:pt x="643" y="1743"/>
                      <a:pt x="643" y="1743"/>
                    </a:cubicBezTo>
                    <a:cubicBezTo>
                      <a:pt x="572" y="1743"/>
                      <a:pt x="572" y="1743"/>
                      <a:pt x="572" y="1743"/>
                    </a:cubicBezTo>
                    <a:cubicBezTo>
                      <a:pt x="643" y="1815"/>
                      <a:pt x="643" y="1815"/>
                      <a:pt x="643" y="1815"/>
                    </a:cubicBezTo>
                    <a:cubicBezTo>
                      <a:pt x="714" y="1886"/>
                      <a:pt x="714" y="1886"/>
                      <a:pt x="714" y="1886"/>
                    </a:cubicBezTo>
                    <a:cubicBezTo>
                      <a:pt x="786" y="1886"/>
                      <a:pt x="786" y="1886"/>
                      <a:pt x="786" y="1886"/>
                    </a:cubicBezTo>
                    <a:cubicBezTo>
                      <a:pt x="857" y="1886"/>
                      <a:pt x="857" y="1886"/>
                      <a:pt x="857" y="1886"/>
                    </a:cubicBezTo>
                    <a:cubicBezTo>
                      <a:pt x="929" y="1957"/>
                      <a:pt x="929" y="1957"/>
                      <a:pt x="929" y="1957"/>
                    </a:cubicBezTo>
                    <a:cubicBezTo>
                      <a:pt x="929" y="1886"/>
                      <a:pt x="929" y="1886"/>
                      <a:pt x="929" y="1886"/>
                    </a:cubicBezTo>
                    <a:cubicBezTo>
                      <a:pt x="1000" y="1886"/>
                      <a:pt x="1000" y="1886"/>
                      <a:pt x="1000" y="1886"/>
                    </a:cubicBezTo>
                    <a:cubicBezTo>
                      <a:pt x="1071" y="1886"/>
                      <a:pt x="1071" y="1886"/>
                      <a:pt x="1071" y="1886"/>
                    </a:cubicBezTo>
                    <a:cubicBezTo>
                      <a:pt x="1143" y="1886"/>
                      <a:pt x="1143" y="1886"/>
                      <a:pt x="1143" y="1886"/>
                    </a:cubicBezTo>
                    <a:cubicBezTo>
                      <a:pt x="1000" y="1743"/>
                      <a:pt x="1000" y="1743"/>
                      <a:pt x="1000" y="1743"/>
                    </a:cubicBezTo>
                    <a:close/>
                    <a:moveTo>
                      <a:pt x="786" y="1386"/>
                    </a:moveTo>
                    <a:cubicBezTo>
                      <a:pt x="786" y="1386"/>
                      <a:pt x="786" y="1315"/>
                      <a:pt x="714" y="1243"/>
                    </a:cubicBezTo>
                    <a:cubicBezTo>
                      <a:pt x="643" y="1172"/>
                      <a:pt x="714" y="1315"/>
                      <a:pt x="643" y="1243"/>
                    </a:cubicBezTo>
                    <a:cubicBezTo>
                      <a:pt x="572" y="1172"/>
                      <a:pt x="572" y="1172"/>
                      <a:pt x="572" y="1101"/>
                    </a:cubicBezTo>
                    <a:cubicBezTo>
                      <a:pt x="429" y="1029"/>
                      <a:pt x="357" y="958"/>
                      <a:pt x="286" y="958"/>
                    </a:cubicBezTo>
                    <a:cubicBezTo>
                      <a:pt x="215" y="886"/>
                      <a:pt x="0" y="958"/>
                      <a:pt x="0" y="1101"/>
                    </a:cubicBezTo>
                    <a:cubicBezTo>
                      <a:pt x="72" y="1101"/>
                      <a:pt x="215" y="1029"/>
                      <a:pt x="286" y="1101"/>
                    </a:cubicBezTo>
                    <a:cubicBezTo>
                      <a:pt x="286" y="1172"/>
                      <a:pt x="215" y="1172"/>
                      <a:pt x="215" y="1243"/>
                    </a:cubicBezTo>
                    <a:cubicBezTo>
                      <a:pt x="286" y="1243"/>
                      <a:pt x="215" y="1315"/>
                      <a:pt x="215" y="1386"/>
                    </a:cubicBezTo>
                    <a:cubicBezTo>
                      <a:pt x="215" y="1386"/>
                      <a:pt x="286" y="1386"/>
                      <a:pt x="286" y="1458"/>
                    </a:cubicBezTo>
                    <a:cubicBezTo>
                      <a:pt x="286" y="1458"/>
                      <a:pt x="286" y="1529"/>
                      <a:pt x="286" y="1529"/>
                    </a:cubicBezTo>
                    <a:cubicBezTo>
                      <a:pt x="357" y="1600"/>
                      <a:pt x="500" y="1386"/>
                      <a:pt x="572" y="1386"/>
                    </a:cubicBezTo>
                    <a:cubicBezTo>
                      <a:pt x="643" y="1458"/>
                      <a:pt x="714" y="1529"/>
                      <a:pt x="714" y="1458"/>
                    </a:cubicBezTo>
                    <a:close/>
                    <a:moveTo>
                      <a:pt x="1357" y="244"/>
                    </a:moveTo>
                    <a:cubicBezTo>
                      <a:pt x="1500" y="315"/>
                      <a:pt x="1571" y="458"/>
                      <a:pt x="1571" y="601"/>
                    </a:cubicBezTo>
                    <a:cubicBezTo>
                      <a:pt x="1643" y="744"/>
                      <a:pt x="2000" y="886"/>
                      <a:pt x="2071" y="744"/>
                    </a:cubicBezTo>
                    <a:cubicBezTo>
                      <a:pt x="2142" y="744"/>
                      <a:pt x="2142" y="529"/>
                      <a:pt x="2142" y="529"/>
                    </a:cubicBezTo>
                    <a:cubicBezTo>
                      <a:pt x="2214" y="529"/>
                      <a:pt x="2285" y="672"/>
                      <a:pt x="2285" y="601"/>
                    </a:cubicBezTo>
                    <a:cubicBezTo>
                      <a:pt x="2357" y="601"/>
                      <a:pt x="2285" y="529"/>
                      <a:pt x="2285" y="458"/>
                    </a:cubicBezTo>
                    <a:cubicBezTo>
                      <a:pt x="2285" y="387"/>
                      <a:pt x="2142" y="244"/>
                      <a:pt x="2142" y="172"/>
                    </a:cubicBezTo>
                    <a:cubicBezTo>
                      <a:pt x="2071" y="101"/>
                      <a:pt x="2000" y="30"/>
                      <a:pt x="1928" y="101"/>
                    </a:cubicBezTo>
                    <a:cubicBezTo>
                      <a:pt x="1857" y="101"/>
                      <a:pt x="1857" y="172"/>
                      <a:pt x="1785" y="244"/>
                    </a:cubicBezTo>
                    <a:cubicBezTo>
                      <a:pt x="1714" y="387"/>
                      <a:pt x="1571" y="244"/>
                      <a:pt x="1571" y="101"/>
                    </a:cubicBezTo>
                    <a:cubicBezTo>
                      <a:pt x="1500" y="30"/>
                      <a:pt x="1357" y="-42"/>
                      <a:pt x="1286" y="30"/>
                    </a:cubicBezTo>
                    <a:cubicBezTo>
                      <a:pt x="1214" y="30"/>
                      <a:pt x="1286" y="172"/>
                      <a:pt x="1357" y="244"/>
                    </a:cubicBezTo>
                    <a:close/>
                    <a:moveTo>
                      <a:pt x="20279" y="9240"/>
                    </a:moveTo>
                    <a:cubicBezTo>
                      <a:pt x="20064" y="8741"/>
                      <a:pt x="19493" y="8455"/>
                      <a:pt x="18993" y="8455"/>
                    </a:cubicBezTo>
                    <a:cubicBezTo>
                      <a:pt x="18636" y="8384"/>
                      <a:pt x="18636" y="8241"/>
                      <a:pt x="18636" y="7955"/>
                    </a:cubicBezTo>
                    <a:cubicBezTo>
                      <a:pt x="18422" y="7384"/>
                      <a:pt x="18422" y="6813"/>
                      <a:pt x="18065" y="6384"/>
                    </a:cubicBezTo>
                    <a:cubicBezTo>
                      <a:pt x="17851" y="6099"/>
                      <a:pt x="17565" y="5956"/>
                      <a:pt x="17280" y="5742"/>
                    </a:cubicBezTo>
                    <a:cubicBezTo>
                      <a:pt x="16708" y="5313"/>
                      <a:pt x="16280" y="4885"/>
                      <a:pt x="15780" y="4242"/>
                    </a:cubicBezTo>
                    <a:cubicBezTo>
                      <a:pt x="15209" y="3600"/>
                      <a:pt x="14209" y="4956"/>
                      <a:pt x="13495" y="4528"/>
                    </a:cubicBezTo>
                    <a:cubicBezTo>
                      <a:pt x="12924" y="4099"/>
                      <a:pt x="12282" y="3814"/>
                      <a:pt x="11567" y="3885"/>
                    </a:cubicBezTo>
                    <a:cubicBezTo>
                      <a:pt x="11139" y="3814"/>
                      <a:pt x="10711" y="4099"/>
                      <a:pt x="10354" y="4171"/>
                    </a:cubicBezTo>
                    <a:cubicBezTo>
                      <a:pt x="9711" y="4385"/>
                      <a:pt x="9140" y="4171"/>
                      <a:pt x="8497" y="4171"/>
                    </a:cubicBezTo>
                    <a:cubicBezTo>
                      <a:pt x="7997" y="4028"/>
                      <a:pt x="7498" y="3885"/>
                      <a:pt x="6998" y="3814"/>
                    </a:cubicBezTo>
                    <a:cubicBezTo>
                      <a:pt x="6355" y="3671"/>
                      <a:pt x="5713" y="3171"/>
                      <a:pt x="5427" y="2529"/>
                    </a:cubicBezTo>
                    <a:cubicBezTo>
                      <a:pt x="4999" y="2100"/>
                      <a:pt x="4285" y="1886"/>
                      <a:pt x="3713" y="1672"/>
                    </a:cubicBezTo>
                    <a:cubicBezTo>
                      <a:pt x="3428" y="1600"/>
                      <a:pt x="3142" y="1743"/>
                      <a:pt x="2928" y="1672"/>
                    </a:cubicBezTo>
                    <a:cubicBezTo>
                      <a:pt x="2785" y="1672"/>
                      <a:pt x="2642" y="1529"/>
                      <a:pt x="2499" y="1600"/>
                    </a:cubicBezTo>
                    <a:cubicBezTo>
                      <a:pt x="2142" y="1600"/>
                      <a:pt x="1785" y="1957"/>
                      <a:pt x="1428" y="1957"/>
                    </a:cubicBezTo>
                    <a:cubicBezTo>
                      <a:pt x="1357" y="2029"/>
                      <a:pt x="1214" y="2029"/>
                      <a:pt x="1214" y="2172"/>
                    </a:cubicBezTo>
                    <a:cubicBezTo>
                      <a:pt x="1143" y="2386"/>
                      <a:pt x="1357" y="2671"/>
                      <a:pt x="1357" y="2957"/>
                    </a:cubicBezTo>
                    <a:cubicBezTo>
                      <a:pt x="1428" y="3171"/>
                      <a:pt x="1214" y="3457"/>
                      <a:pt x="1214" y="3671"/>
                    </a:cubicBezTo>
                    <a:cubicBezTo>
                      <a:pt x="1286" y="4028"/>
                      <a:pt x="1643" y="4242"/>
                      <a:pt x="1643" y="4599"/>
                    </a:cubicBezTo>
                    <a:cubicBezTo>
                      <a:pt x="1714" y="4956"/>
                      <a:pt x="1928" y="5171"/>
                      <a:pt x="2071" y="5456"/>
                    </a:cubicBezTo>
                    <a:cubicBezTo>
                      <a:pt x="2214" y="5885"/>
                      <a:pt x="2357" y="6313"/>
                      <a:pt x="2571" y="6670"/>
                    </a:cubicBezTo>
                    <a:cubicBezTo>
                      <a:pt x="2999" y="7241"/>
                      <a:pt x="3428" y="7812"/>
                      <a:pt x="4070" y="8241"/>
                    </a:cubicBezTo>
                    <a:cubicBezTo>
                      <a:pt x="4856" y="8955"/>
                      <a:pt x="5427" y="9740"/>
                      <a:pt x="6212" y="10454"/>
                    </a:cubicBezTo>
                    <a:cubicBezTo>
                      <a:pt x="6498" y="10526"/>
                      <a:pt x="6712" y="10811"/>
                      <a:pt x="6998" y="10954"/>
                    </a:cubicBezTo>
                    <a:cubicBezTo>
                      <a:pt x="7141" y="11025"/>
                      <a:pt x="7283" y="11097"/>
                      <a:pt x="7426" y="11168"/>
                    </a:cubicBezTo>
                    <a:cubicBezTo>
                      <a:pt x="7997" y="11739"/>
                      <a:pt x="8426" y="12596"/>
                      <a:pt x="8997" y="13096"/>
                    </a:cubicBezTo>
                    <a:cubicBezTo>
                      <a:pt x="9997" y="13810"/>
                      <a:pt x="10996" y="12810"/>
                      <a:pt x="11853" y="14238"/>
                    </a:cubicBezTo>
                    <a:cubicBezTo>
                      <a:pt x="12496" y="14738"/>
                      <a:pt x="12853" y="15452"/>
                      <a:pt x="13281" y="16238"/>
                    </a:cubicBezTo>
                    <a:cubicBezTo>
                      <a:pt x="13495" y="16523"/>
                      <a:pt x="13852" y="16595"/>
                      <a:pt x="14067" y="16809"/>
                    </a:cubicBezTo>
                    <a:cubicBezTo>
                      <a:pt x="14281" y="17523"/>
                      <a:pt x="14566" y="18380"/>
                      <a:pt x="15352" y="18594"/>
                    </a:cubicBezTo>
                    <a:cubicBezTo>
                      <a:pt x="15566" y="18737"/>
                      <a:pt x="15923" y="18737"/>
                      <a:pt x="16137" y="19022"/>
                    </a:cubicBezTo>
                    <a:cubicBezTo>
                      <a:pt x="16423" y="19808"/>
                      <a:pt x="16494" y="20665"/>
                      <a:pt x="16494" y="21521"/>
                    </a:cubicBezTo>
                    <a:cubicBezTo>
                      <a:pt x="16566" y="21950"/>
                      <a:pt x="16851" y="22378"/>
                      <a:pt x="17208" y="22592"/>
                    </a:cubicBezTo>
                    <a:cubicBezTo>
                      <a:pt x="17637" y="22807"/>
                      <a:pt x="18136" y="22592"/>
                      <a:pt x="18493" y="22735"/>
                    </a:cubicBezTo>
                    <a:cubicBezTo>
                      <a:pt x="18636" y="22807"/>
                      <a:pt x="18779" y="22878"/>
                      <a:pt x="18922" y="22949"/>
                    </a:cubicBezTo>
                    <a:cubicBezTo>
                      <a:pt x="19065" y="23021"/>
                      <a:pt x="19207" y="23092"/>
                      <a:pt x="19279" y="22878"/>
                    </a:cubicBezTo>
                    <a:cubicBezTo>
                      <a:pt x="19422" y="22450"/>
                      <a:pt x="19422" y="21878"/>
                      <a:pt x="19065" y="21593"/>
                    </a:cubicBezTo>
                    <a:cubicBezTo>
                      <a:pt x="19065" y="21450"/>
                      <a:pt x="18993" y="21379"/>
                      <a:pt x="18922" y="21307"/>
                    </a:cubicBezTo>
                    <a:cubicBezTo>
                      <a:pt x="18779" y="20950"/>
                      <a:pt x="18779" y="20593"/>
                      <a:pt x="18922" y="20165"/>
                    </a:cubicBezTo>
                    <a:cubicBezTo>
                      <a:pt x="18993" y="19879"/>
                      <a:pt x="18922" y="19594"/>
                      <a:pt x="18850" y="19308"/>
                    </a:cubicBezTo>
                    <a:cubicBezTo>
                      <a:pt x="18708" y="18880"/>
                      <a:pt x="18208" y="18808"/>
                      <a:pt x="18065" y="18380"/>
                    </a:cubicBezTo>
                    <a:cubicBezTo>
                      <a:pt x="18065" y="18166"/>
                      <a:pt x="17994" y="17951"/>
                      <a:pt x="17994" y="17737"/>
                    </a:cubicBezTo>
                    <a:cubicBezTo>
                      <a:pt x="18065" y="17594"/>
                      <a:pt x="18208" y="17452"/>
                      <a:pt x="18208" y="17309"/>
                    </a:cubicBezTo>
                    <a:cubicBezTo>
                      <a:pt x="18208" y="17023"/>
                      <a:pt x="17851" y="16738"/>
                      <a:pt x="17922" y="16523"/>
                    </a:cubicBezTo>
                    <a:cubicBezTo>
                      <a:pt x="17994" y="16309"/>
                      <a:pt x="18351" y="16309"/>
                      <a:pt x="18422" y="16024"/>
                    </a:cubicBezTo>
                    <a:cubicBezTo>
                      <a:pt x="18493" y="15809"/>
                      <a:pt x="18208" y="15667"/>
                      <a:pt x="18136" y="15452"/>
                    </a:cubicBezTo>
                    <a:cubicBezTo>
                      <a:pt x="18065" y="15310"/>
                      <a:pt x="18065" y="15238"/>
                      <a:pt x="17994" y="15095"/>
                    </a:cubicBezTo>
                    <a:cubicBezTo>
                      <a:pt x="17922" y="14595"/>
                      <a:pt x="17351" y="14096"/>
                      <a:pt x="17280" y="13524"/>
                    </a:cubicBezTo>
                    <a:cubicBezTo>
                      <a:pt x="17280" y="13310"/>
                      <a:pt x="17708" y="13096"/>
                      <a:pt x="17851" y="12810"/>
                    </a:cubicBezTo>
                    <a:cubicBezTo>
                      <a:pt x="17922" y="12668"/>
                      <a:pt x="17922" y="12525"/>
                      <a:pt x="18065" y="12382"/>
                    </a:cubicBezTo>
                    <a:cubicBezTo>
                      <a:pt x="18850" y="12025"/>
                      <a:pt x="18779" y="10954"/>
                      <a:pt x="19136" y="10311"/>
                    </a:cubicBezTo>
                    <a:cubicBezTo>
                      <a:pt x="19350" y="10097"/>
                      <a:pt x="19779" y="10026"/>
                      <a:pt x="20136" y="9954"/>
                    </a:cubicBezTo>
                    <a:cubicBezTo>
                      <a:pt x="20350" y="9883"/>
                      <a:pt x="20350" y="9455"/>
                      <a:pt x="20350" y="9240"/>
                    </a:cubicBezTo>
                    <a:close/>
                    <a:moveTo>
                      <a:pt x="10068" y="23235"/>
                    </a:moveTo>
                    <a:cubicBezTo>
                      <a:pt x="10211" y="23092"/>
                      <a:pt x="10211" y="23092"/>
                      <a:pt x="10211" y="23092"/>
                    </a:cubicBezTo>
                    <a:cubicBezTo>
                      <a:pt x="10139" y="23092"/>
                      <a:pt x="10139" y="23092"/>
                      <a:pt x="10139" y="23092"/>
                    </a:cubicBezTo>
                    <a:cubicBezTo>
                      <a:pt x="10068" y="23021"/>
                      <a:pt x="10068" y="23021"/>
                      <a:pt x="10068" y="23021"/>
                    </a:cubicBezTo>
                    <a:cubicBezTo>
                      <a:pt x="9925" y="22949"/>
                      <a:pt x="9925" y="22949"/>
                      <a:pt x="9925" y="22949"/>
                    </a:cubicBezTo>
                    <a:cubicBezTo>
                      <a:pt x="9997" y="23092"/>
                      <a:pt x="9997" y="23092"/>
                      <a:pt x="9997" y="23092"/>
                    </a:cubicBezTo>
                    <a:close/>
                    <a:moveTo>
                      <a:pt x="14424" y="23378"/>
                    </a:moveTo>
                    <a:cubicBezTo>
                      <a:pt x="14424" y="23306"/>
                      <a:pt x="14352" y="23164"/>
                      <a:pt x="14352" y="23092"/>
                    </a:cubicBezTo>
                    <a:cubicBezTo>
                      <a:pt x="14352" y="23021"/>
                      <a:pt x="14209" y="23021"/>
                      <a:pt x="14138" y="22878"/>
                    </a:cubicBezTo>
                    <a:cubicBezTo>
                      <a:pt x="14138" y="22878"/>
                      <a:pt x="14138" y="22807"/>
                      <a:pt x="14067" y="22735"/>
                    </a:cubicBezTo>
                    <a:cubicBezTo>
                      <a:pt x="13995" y="22735"/>
                      <a:pt x="13852" y="22735"/>
                      <a:pt x="13781" y="22807"/>
                    </a:cubicBezTo>
                    <a:cubicBezTo>
                      <a:pt x="13710" y="22807"/>
                      <a:pt x="13638" y="22878"/>
                      <a:pt x="13567" y="22878"/>
                    </a:cubicBezTo>
                    <a:cubicBezTo>
                      <a:pt x="13495" y="22878"/>
                      <a:pt x="13495" y="22807"/>
                      <a:pt x="13424" y="22735"/>
                    </a:cubicBezTo>
                    <a:cubicBezTo>
                      <a:pt x="13424" y="22735"/>
                      <a:pt x="13353" y="22735"/>
                      <a:pt x="13281" y="22735"/>
                    </a:cubicBezTo>
                    <a:cubicBezTo>
                      <a:pt x="12567" y="22878"/>
                      <a:pt x="13567" y="22949"/>
                      <a:pt x="13710" y="23164"/>
                    </a:cubicBezTo>
                    <a:cubicBezTo>
                      <a:pt x="13852" y="23306"/>
                      <a:pt x="13924" y="23378"/>
                      <a:pt x="13995" y="23449"/>
                    </a:cubicBezTo>
                    <a:cubicBezTo>
                      <a:pt x="14138" y="23592"/>
                      <a:pt x="14138" y="23806"/>
                      <a:pt x="14352" y="23878"/>
                    </a:cubicBezTo>
                    <a:cubicBezTo>
                      <a:pt x="14352" y="23878"/>
                      <a:pt x="14352" y="24020"/>
                      <a:pt x="14424" y="23949"/>
                    </a:cubicBezTo>
                    <a:cubicBezTo>
                      <a:pt x="14566" y="23878"/>
                      <a:pt x="14495" y="23592"/>
                      <a:pt x="14424" y="23449"/>
                    </a:cubicBezTo>
                    <a:close/>
                    <a:moveTo>
                      <a:pt x="13210" y="23592"/>
                    </a:moveTo>
                    <a:cubicBezTo>
                      <a:pt x="13210" y="23521"/>
                      <a:pt x="13210" y="23521"/>
                      <a:pt x="13210" y="23521"/>
                    </a:cubicBezTo>
                    <a:cubicBezTo>
                      <a:pt x="13067" y="23449"/>
                      <a:pt x="13067" y="23449"/>
                      <a:pt x="13067" y="23449"/>
                    </a:cubicBezTo>
                    <a:cubicBezTo>
                      <a:pt x="12996" y="23521"/>
                      <a:pt x="12996" y="23521"/>
                      <a:pt x="12996" y="23521"/>
                    </a:cubicBezTo>
                    <a:cubicBezTo>
                      <a:pt x="12924" y="23521"/>
                      <a:pt x="12924" y="23521"/>
                      <a:pt x="12924" y="23521"/>
                    </a:cubicBezTo>
                    <a:cubicBezTo>
                      <a:pt x="12924" y="23592"/>
                      <a:pt x="12924" y="23592"/>
                      <a:pt x="12924" y="23592"/>
                    </a:cubicBezTo>
                    <a:cubicBezTo>
                      <a:pt x="12853" y="23663"/>
                      <a:pt x="12853" y="23663"/>
                      <a:pt x="12853" y="23663"/>
                    </a:cubicBezTo>
                    <a:cubicBezTo>
                      <a:pt x="12781" y="23663"/>
                      <a:pt x="12781" y="23663"/>
                      <a:pt x="12781" y="23663"/>
                    </a:cubicBezTo>
                    <a:cubicBezTo>
                      <a:pt x="12996" y="24092"/>
                      <a:pt x="12996" y="24092"/>
                      <a:pt x="12996" y="24092"/>
                    </a:cubicBezTo>
                    <a:cubicBezTo>
                      <a:pt x="13067" y="24092"/>
                      <a:pt x="13067" y="24092"/>
                      <a:pt x="13067" y="24092"/>
                    </a:cubicBezTo>
                    <a:cubicBezTo>
                      <a:pt x="13138" y="24020"/>
                      <a:pt x="13138" y="24020"/>
                      <a:pt x="13138" y="24020"/>
                    </a:cubicBezTo>
                    <a:cubicBezTo>
                      <a:pt x="13067" y="23949"/>
                      <a:pt x="13067" y="23949"/>
                      <a:pt x="13067" y="23949"/>
                    </a:cubicBezTo>
                    <a:cubicBezTo>
                      <a:pt x="13138" y="23949"/>
                      <a:pt x="13138" y="23949"/>
                      <a:pt x="13138" y="23949"/>
                    </a:cubicBezTo>
                    <a:cubicBezTo>
                      <a:pt x="13281" y="23878"/>
                      <a:pt x="13281" y="23878"/>
                      <a:pt x="13281" y="23878"/>
                    </a:cubicBezTo>
                    <a:cubicBezTo>
                      <a:pt x="13281" y="23806"/>
                      <a:pt x="13281" y="23806"/>
                      <a:pt x="13281" y="23806"/>
                    </a:cubicBezTo>
                    <a:cubicBezTo>
                      <a:pt x="13281" y="23735"/>
                      <a:pt x="13281" y="23735"/>
                      <a:pt x="13281" y="237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60"/>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Our presence</a:t>
            </a:r>
            <a:endParaRPr/>
          </a:p>
        </p:txBody>
      </p:sp>
      <p:sp>
        <p:nvSpPr>
          <p:cNvPr id="1374" name="Google Shape;1374;p60"/>
          <p:cNvSpPr txBox="1"/>
          <p:nvPr>
            <p:ph idx="4294967295" type="subTitle"/>
          </p:nvPr>
        </p:nvSpPr>
        <p:spPr>
          <a:xfrm>
            <a:off x="540000" y="126000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375" name="Google Shape;1375;p60"/>
          <p:cNvSpPr txBox="1"/>
          <p:nvPr>
            <p:ph idx="4294967295" type="subTitle"/>
          </p:nvPr>
        </p:nvSpPr>
        <p:spPr>
          <a:xfrm>
            <a:off x="540000" y="1884175"/>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376" name="Google Shape;1376;p60"/>
          <p:cNvSpPr txBox="1"/>
          <p:nvPr>
            <p:ph idx="4294967295" type="subTitle"/>
          </p:nvPr>
        </p:nvSpPr>
        <p:spPr>
          <a:xfrm>
            <a:off x="540000" y="250835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377" name="Google Shape;1377;p60"/>
          <p:cNvSpPr txBox="1"/>
          <p:nvPr/>
        </p:nvSpPr>
        <p:spPr>
          <a:xfrm>
            <a:off x="810800" y="4046200"/>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1</a:t>
            </a:r>
            <a:endParaRPr sz="800">
              <a:solidFill>
                <a:schemeClr val="dk1"/>
              </a:solidFill>
              <a:latin typeface="Montserrat"/>
              <a:ea typeface="Montserrat"/>
              <a:cs typeface="Montserrat"/>
              <a:sym typeface="Montserrat"/>
            </a:endParaRPr>
          </a:p>
        </p:txBody>
      </p:sp>
      <p:sp>
        <p:nvSpPr>
          <p:cNvPr id="1378" name="Google Shape;1378;p60"/>
          <p:cNvSpPr/>
          <p:nvPr/>
        </p:nvSpPr>
        <p:spPr>
          <a:xfrm>
            <a:off x="540084" y="4046197"/>
            <a:ext cx="170100" cy="170400"/>
          </a:xfrm>
          <a:prstGeom prst="ellipse">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60"/>
          <p:cNvSpPr txBox="1"/>
          <p:nvPr/>
        </p:nvSpPr>
        <p:spPr>
          <a:xfrm>
            <a:off x="810725" y="4376875"/>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2</a:t>
            </a:r>
            <a:endParaRPr sz="800">
              <a:solidFill>
                <a:schemeClr val="dk1"/>
              </a:solidFill>
              <a:latin typeface="Montserrat"/>
              <a:ea typeface="Montserrat"/>
              <a:cs typeface="Montserrat"/>
              <a:sym typeface="Montserrat"/>
            </a:endParaRPr>
          </a:p>
        </p:txBody>
      </p:sp>
      <p:sp>
        <p:nvSpPr>
          <p:cNvPr id="1380" name="Google Shape;1380;p60"/>
          <p:cNvSpPr/>
          <p:nvPr/>
        </p:nvSpPr>
        <p:spPr>
          <a:xfrm>
            <a:off x="540009" y="4376872"/>
            <a:ext cx="170100" cy="170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1" name="Google Shape;1381;p60"/>
          <p:cNvGrpSpPr/>
          <p:nvPr/>
        </p:nvGrpSpPr>
        <p:grpSpPr>
          <a:xfrm>
            <a:off x="3615643" y="-2279794"/>
            <a:ext cx="12564428" cy="7912358"/>
            <a:chOff x="238125" y="608125"/>
            <a:chExt cx="7143750" cy="4498725"/>
          </a:xfrm>
        </p:grpSpPr>
        <p:sp>
          <p:nvSpPr>
            <p:cNvPr id="1382" name="Google Shape;1382;p60"/>
            <p:cNvSpPr/>
            <p:nvPr/>
          </p:nvSpPr>
          <p:spPr>
            <a:xfrm>
              <a:off x="2496375" y="3657650"/>
              <a:ext cx="40025" cy="40025"/>
            </a:xfrm>
            <a:custGeom>
              <a:rect b="b" l="l" r="r" t="t"/>
              <a:pathLst>
                <a:path extrusionOk="0" h="1601" w="1601">
                  <a:moveTo>
                    <a:pt x="0" y="0"/>
                  </a:moveTo>
                  <a:lnTo>
                    <a:pt x="238" y="119"/>
                  </a:lnTo>
                  <a:lnTo>
                    <a:pt x="238" y="119"/>
                  </a:lnTo>
                  <a:lnTo>
                    <a:pt x="178" y="0"/>
                  </a:lnTo>
                  <a:close/>
                  <a:moveTo>
                    <a:pt x="238" y="119"/>
                  </a:moveTo>
                  <a:lnTo>
                    <a:pt x="267" y="178"/>
                  </a:lnTo>
                  <a:lnTo>
                    <a:pt x="356" y="178"/>
                  </a:lnTo>
                  <a:lnTo>
                    <a:pt x="238" y="119"/>
                  </a:lnTo>
                  <a:close/>
                  <a:moveTo>
                    <a:pt x="0" y="178"/>
                  </a:moveTo>
                  <a:lnTo>
                    <a:pt x="534" y="889"/>
                  </a:lnTo>
                  <a:lnTo>
                    <a:pt x="712" y="889"/>
                  </a:lnTo>
                  <a:lnTo>
                    <a:pt x="890" y="1245"/>
                  </a:lnTo>
                  <a:lnTo>
                    <a:pt x="1245" y="1423"/>
                  </a:lnTo>
                  <a:lnTo>
                    <a:pt x="1601" y="1601"/>
                  </a:lnTo>
                  <a:lnTo>
                    <a:pt x="1423" y="889"/>
                  </a:lnTo>
                  <a:lnTo>
                    <a:pt x="1245" y="712"/>
                  </a:lnTo>
                  <a:lnTo>
                    <a:pt x="1245" y="356"/>
                  </a:lnTo>
                  <a:lnTo>
                    <a:pt x="890" y="534"/>
                  </a:lnTo>
                  <a:lnTo>
                    <a:pt x="356" y="356"/>
                  </a:lnTo>
                  <a:lnTo>
                    <a:pt x="267" y="17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83" name="Google Shape;1383;p60"/>
            <p:cNvSpPr/>
            <p:nvPr/>
          </p:nvSpPr>
          <p:spPr>
            <a:xfrm>
              <a:off x="2447475" y="3586525"/>
              <a:ext cx="106725" cy="111150"/>
            </a:xfrm>
            <a:custGeom>
              <a:rect b="b" l="l" r="r" t="t"/>
              <a:pathLst>
                <a:path extrusionOk="0" h="4446" w="4269">
                  <a:moveTo>
                    <a:pt x="1067" y="0"/>
                  </a:moveTo>
                  <a:lnTo>
                    <a:pt x="890" y="178"/>
                  </a:lnTo>
                  <a:lnTo>
                    <a:pt x="356" y="356"/>
                  </a:lnTo>
                  <a:lnTo>
                    <a:pt x="0" y="356"/>
                  </a:lnTo>
                  <a:lnTo>
                    <a:pt x="356" y="889"/>
                  </a:lnTo>
                  <a:lnTo>
                    <a:pt x="178" y="1423"/>
                  </a:lnTo>
                  <a:lnTo>
                    <a:pt x="356" y="2134"/>
                  </a:lnTo>
                  <a:lnTo>
                    <a:pt x="1245" y="2134"/>
                  </a:lnTo>
                  <a:lnTo>
                    <a:pt x="1601" y="2490"/>
                  </a:lnTo>
                  <a:lnTo>
                    <a:pt x="1779" y="2667"/>
                  </a:lnTo>
                  <a:lnTo>
                    <a:pt x="1779" y="2845"/>
                  </a:lnTo>
                  <a:lnTo>
                    <a:pt x="2312" y="2667"/>
                  </a:lnTo>
                  <a:lnTo>
                    <a:pt x="2490" y="3023"/>
                  </a:lnTo>
                  <a:lnTo>
                    <a:pt x="2846" y="3201"/>
                  </a:lnTo>
                  <a:lnTo>
                    <a:pt x="3201" y="3023"/>
                  </a:lnTo>
                  <a:lnTo>
                    <a:pt x="3379" y="3023"/>
                  </a:lnTo>
                  <a:lnTo>
                    <a:pt x="3379" y="3379"/>
                  </a:lnTo>
                  <a:lnTo>
                    <a:pt x="3557" y="3557"/>
                  </a:lnTo>
                  <a:lnTo>
                    <a:pt x="3735" y="4446"/>
                  </a:lnTo>
                  <a:lnTo>
                    <a:pt x="4090" y="4268"/>
                  </a:lnTo>
                  <a:lnTo>
                    <a:pt x="4268" y="4268"/>
                  </a:lnTo>
                  <a:lnTo>
                    <a:pt x="4090" y="3379"/>
                  </a:lnTo>
                  <a:lnTo>
                    <a:pt x="3735" y="3023"/>
                  </a:lnTo>
                  <a:lnTo>
                    <a:pt x="3023" y="2490"/>
                  </a:lnTo>
                  <a:lnTo>
                    <a:pt x="3023" y="2134"/>
                  </a:lnTo>
                  <a:lnTo>
                    <a:pt x="3201" y="1956"/>
                  </a:lnTo>
                  <a:lnTo>
                    <a:pt x="3023" y="1601"/>
                  </a:lnTo>
                  <a:lnTo>
                    <a:pt x="2668" y="1423"/>
                  </a:lnTo>
                  <a:lnTo>
                    <a:pt x="2668" y="711"/>
                  </a:lnTo>
                  <a:lnTo>
                    <a:pt x="2312" y="356"/>
                  </a:lnTo>
                  <a:lnTo>
                    <a:pt x="1956" y="711"/>
                  </a:lnTo>
                  <a:lnTo>
                    <a:pt x="1956" y="178"/>
                  </a:lnTo>
                  <a:lnTo>
                    <a:pt x="2134" y="178"/>
                  </a:lnTo>
                  <a:lnTo>
                    <a:pt x="1956" y="0"/>
                  </a:lnTo>
                  <a:lnTo>
                    <a:pt x="1601" y="178"/>
                  </a:lnTo>
                  <a:lnTo>
                    <a:pt x="1245" y="178"/>
                  </a:lnTo>
                  <a:lnTo>
                    <a:pt x="106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84" name="Google Shape;1384;p60"/>
            <p:cNvSpPr/>
            <p:nvPr/>
          </p:nvSpPr>
          <p:spPr>
            <a:xfrm>
              <a:off x="2740875" y="4253325"/>
              <a:ext cx="168950" cy="128950"/>
            </a:xfrm>
            <a:custGeom>
              <a:rect b="b" l="l" r="r" t="t"/>
              <a:pathLst>
                <a:path extrusionOk="0" h="5158" w="6758">
                  <a:moveTo>
                    <a:pt x="6402" y="0"/>
                  </a:moveTo>
                  <a:lnTo>
                    <a:pt x="6224" y="356"/>
                  </a:lnTo>
                  <a:lnTo>
                    <a:pt x="5690" y="712"/>
                  </a:lnTo>
                  <a:lnTo>
                    <a:pt x="5157" y="1245"/>
                  </a:lnTo>
                  <a:lnTo>
                    <a:pt x="5157" y="1423"/>
                  </a:lnTo>
                  <a:lnTo>
                    <a:pt x="4446" y="1956"/>
                  </a:lnTo>
                  <a:lnTo>
                    <a:pt x="4268" y="2312"/>
                  </a:lnTo>
                  <a:lnTo>
                    <a:pt x="3912" y="2490"/>
                  </a:lnTo>
                  <a:lnTo>
                    <a:pt x="4268" y="2668"/>
                  </a:lnTo>
                  <a:lnTo>
                    <a:pt x="3734" y="2668"/>
                  </a:lnTo>
                  <a:lnTo>
                    <a:pt x="3379" y="3023"/>
                  </a:lnTo>
                  <a:lnTo>
                    <a:pt x="1423" y="3023"/>
                  </a:lnTo>
                  <a:lnTo>
                    <a:pt x="889" y="3201"/>
                  </a:lnTo>
                  <a:lnTo>
                    <a:pt x="178" y="3201"/>
                  </a:lnTo>
                  <a:lnTo>
                    <a:pt x="0" y="2846"/>
                  </a:lnTo>
                  <a:lnTo>
                    <a:pt x="0" y="3023"/>
                  </a:lnTo>
                  <a:lnTo>
                    <a:pt x="1423" y="4624"/>
                  </a:lnTo>
                  <a:lnTo>
                    <a:pt x="4801" y="5157"/>
                  </a:lnTo>
                  <a:lnTo>
                    <a:pt x="4979" y="4979"/>
                  </a:lnTo>
                  <a:lnTo>
                    <a:pt x="4979" y="4801"/>
                  </a:lnTo>
                  <a:lnTo>
                    <a:pt x="5157" y="4446"/>
                  </a:lnTo>
                  <a:lnTo>
                    <a:pt x="5513" y="3557"/>
                  </a:lnTo>
                  <a:lnTo>
                    <a:pt x="5513" y="3201"/>
                  </a:lnTo>
                  <a:lnTo>
                    <a:pt x="5690" y="3023"/>
                  </a:lnTo>
                  <a:lnTo>
                    <a:pt x="5868" y="3023"/>
                  </a:lnTo>
                  <a:lnTo>
                    <a:pt x="6224" y="2846"/>
                  </a:lnTo>
                  <a:lnTo>
                    <a:pt x="5868" y="2846"/>
                  </a:lnTo>
                  <a:lnTo>
                    <a:pt x="5868" y="1601"/>
                  </a:lnTo>
                  <a:lnTo>
                    <a:pt x="6402" y="1423"/>
                  </a:lnTo>
                  <a:lnTo>
                    <a:pt x="6402" y="1601"/>
                  </a:lnTo>
                  <a:lnTo>
                    <a:pt x="6579" y="1779"/>
                  </a:lnTo>
                  <a:lnTo>
                    <a:pt x="6757" y="1423"/>
                  </a:lnTo>
                  <a:lnTo>
                    <a:pt x="6757" y="1245"/>
                  </a:lnTo>
                  <a:lnTo>
                    <a:pt x="6224" y="1245"/>
                  </a:lnTo>
                  <a:lnTo>
                    <a:pt x="6579" y="890"/>
                  </a:lnTo>
                  <a:lnTo>
                    <a:pt x="6757" y="890"/>
                  </a:lnTo>
                  <a:lnTo>
                    <a:pt x="6757" y="712"/>
                  </a:lnTo>
                  <a:lnTo>
                    <a:pt x="6579" y="534"/>
                  </a:lnTo>
                  <a:lnTo>
                    <a:pt x="6402" y="534"/>
                  </a:lnTo>
                  <a:lnTo>
                    <a:pt x="6402"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85" name="Google Shape;1385;p60"/>
            <p:cNvSpPr/>
            <p:nvPr/>
          </p:nvSpPr>
          <p:spPr>
            <a:xfrm>
              <a:off x="1816225" y="3546500"/>
              <a:ext cx="675725" cy="284550"/>
            </a:xfrm>
            <a:custGeom>
              <a:rect b="b" l="l" r="r" t="t"/>
              <a:pathLst>
                <a:path extrusionOk="0" h="11382" w="27029">
                  <a:moveTo>
                    <a:pt x="12803" y="1"/>
                  </a:moveTo>
                  <a:lnTo>
                    <a:pt x="12626" y="179"/>
                  </a:lnTo>
                  <a:lnTo>
                    <a:pt x="10314" y="179"/>
                  </a:lnTo>
                  <a:lnTo>
                    <a:pt x="9603" y="534"/>
                  </a:lnTo>
                  <a:lnTo>
                    <a:pt x="9247" y="534"/>
                  </a:lnTo>
                  <a:lnTo>
                    <a:pt x="8714" y="1068"/>
                  </a:lnTo>
                  <a:lnTo>
                    <a:pt x="7825" y="1423"/>
                  </a:lnTo>
                  <a:lnTo>
                    <a:pt x="7647" y="1957"/>
                  </a:lnTo>
                  <a:lnTo>
                    <a:pt x="6935" y="1957"/>
                  </a:lnTo>
                  <a:lnTo>
                    <a:pt x="6402" y="1779"/>
                  </a:lnTo>
                  <a:lnTo>
                    <a:pt x="5513" y="1779"/>
                  </a:lnTo>
                  <a:lnTo>
                    <a:pt x="4446" y="1601"/>
                  </a:lnTo>
                  <a:lnTo>
                    <a:pt x="4268" y="1957"/>
                  </a:lnTo>
                  <a:lnTo>
                    <a:pt x="4802" y="2312"/>
                  </a:lnTo>
                  <a:lnTo>
                    <a:pt x="5335" y="2312"/>
                  </a:lnTo>
                  <a:lnTo>
                    <a:pt x="4979" y="2668"/>
                  </a:lnTo>
                  <a:lnTo>
                    <a:pt x="4268" y="2846"/>
                  </a:lnTo>
                  <a:lnTo>
                    <a:pt x="4090" y="2846"/>
                  </a:lnTo>
                  <a:lnTo>
                    <a:pt x="4268" y="3024"/>
                  </a:lnTo>
                  <a:lnTo>
                    <a:pt x="4090" y="3379"/>
                  </a:lnTo>
                  <a:lnTo>
                    <a:pt x="3023" y="3202"/>
                  </a:lnTo>
                  <a:lnTo>
                    <a:pt x="2312" y="3557"/>
                  </a:lnTo>
                  <a:lnTo>
                    <a:pt x="2490" y="3379"/>
                  </a:lnTo>
                  <a:lnTo>
                    <a:pt x="1957" y="3379"/>
                  </a:lnTo>
                  <a:lnTo>
                    <a:pt x="1601" y="3202"/>
                  </a:lnTo>
                  <a:lnTo>
                    <a:pt x="178" y="4091"/>
                  </a:lnTo>
                  <a:lnTo>
                    <a:pt x="1" y="4802"/>
                  </a:lnTo>
                  <a:lnTo>
                    <a:pt x="178" y="4802"/>
                  </a:lnTo>
                  <a:lnTo>
                    <a:pt x="890" y="4624"/>
                  </a:lnTo>
                  <a:lnTo>
                    <a:pt x="1245" y="4802"/>
                  </a:lnTo>
                  <a:lnTo>
                    <a:pt x="890" y="5158"/>
                  </a:lnTo>
                  <a:lnTo>
                    <a:pt x="1068" y="5335"/>
                  </a:lnTo>
                  <a:lnTo>
                    <a:pt x="1245" y="6224"/>
                  </a:lnTo>
                  <a:lnTo>
                    <a:pt x="1068" y="6402"/>
                  </a:lnTo>
                  <a:lnTo>
                    <a:pt x="1245" y="6936"/>
                  </a:lnTo>
                  <a:lnTo>
                    <a:pt x="712" y="6936"/>
                  </a:lnTo>
                  <a:lnTo>
                    <a:pt x="534" y="6758"/>
                  </a:lnTo>
                  <a:lnTo>
                    <a:pt x="534" y="7113"/>
                  </a:lnTo>
                  <a:lnTo>
                    <a:pt x="712" y="7291"/>
                  </a:lnTo>
                  <a:lnTo>
                    <a:pt x="1068" y="7291"/>
                  </a:lnTo>
                  <a:lnTo>
                    <a:pt x="1601" y="7647"/>
                  </a:lnTo>
                  <a:lnTo>
                    <a:pt x="1779" y="7825"/>
                  </a:lnTo>
                  <a:lnTo>
                    <a:pt x="1423" y="8180"/>
                  </a:lnTo>
                  <a:lnTo>
                    <a:pt x="1601" y="8358"/>
                  </a:lnTo>
                  <a:lnTo>
                    <a:pt x="1779" y="8714"/>
                  </a:lnTo>
                  <a:lnTo>
                    <a:pt x="1957" y="8714"/>
                  </a:lnTo>
                  <a:lnTo>
                    <a:pt x="2134" y="8892"/>
                  </a:lnTo>
                  <a:lnTo>
                    <a:pt x="2134" y="9425"/>
                  </a:lnTo>
                  <a:lnTo>
                    <a:pt x="3201" y="9425"/>
                  </a:lnTo>
                  <a:lnTo>
                    <a:pt x="2846" y="9603"/>
                  </a:lnTo>
                  <a:lnTo>
                    <a:pt x="3023" y="9781"/>
                  </a:lnTo>
                  <a:lnTo>
                    <a:pt x="3557" y="9781"/>
                  </a:lnTo>
                  <a:lnTo>
                    <a:pt x="3913" y="9959"/>
                  </a:lnTo>
                  <a:lnTo>
                    <a:pt x="4268" y="9959"/>
                  </a:lnTo>
                  <a:lnTo>
                    <a:pt x="4446" y="10492"/>
                  </a:lnTo>
                  <a:lnTo>
                    <a:pt x="4624" y="10670"/>
                  </a:lnTo>
                  <a:lnTo>
                    <a:pt x="5335" y="10848"/>
                  </a:lnTo>
                  <a:lnTo>
                    <a:pt x="5869" y="10670"/>
                  </a:lnTo>
                  <a:lnTo>
                    <a:pt x="6224" y="10670"/>
                  </a:lnTo>
                  <a:lnTo>
                    <a:pt x="6402" y="10314"/>
                  </a:lnTo>
                  <a:lnTo>
                    <a:pt x="6402" y="9603"/>
                  </a:lnTo>
                  <a:lnTo>
                    <a:pt x="7647" y="9781"/>
                  </a:lnTo>
                  <a:lnTo>
                    <a:pt x="8714" y="10314"/>
                  </a:lnTo>
                  <a:lnTo>
                    <a:pt x="9069" y="10848"/>
                  </a:lnTo>
                  <a:lnTo>
                    <a:pt x="9603" y="11203"/>
                  </a:lnTo>
                  <a:lnTo>
                    <a:pt x="9780" y="11025"/>
                  </a:lnTo>
                  <a:lnTo>
                    <a:pt x="10847" y="10848"/>
                  </a:lnTo>
                  <a:lnTo>
                    <a:pt x="11381" y="10670"/>
                  </a:lnTo>
                  <a:lnTo>
                    <a:pt x="12270" y="9781"/>
                  </a:lnTo>
                  <a:lnTo>
                    <a:pt x="12803" y="9781"/>
                  </a:lnTo>
                  <a:lnTo>
                    <a:pt x="13337" y="10136"/>
                  </a:lnTo>
                  <a:lnTo>
                    <a:pt x="13515" y="10136"/>
                  </a:lnTo>
                  <a:lnTo>
                    <a:pt x="13692" y="9781"/>
                  </a:lnTo>
                  <a:lnTo>
                    <a:pt x="14404" y="9603"/>
                  </a:lnTo>
                  <a:lnTo>
                    <a:pt x="14582" y="9603"/>
                  </a:lnTo>
                  <a:lnTo>
                    <a:pt x="14759" y="10136"/>
                  </a:lnTo>
                  <a:lnTo>
                    <a:pt x="14048" y="10848"/>
                  </a:lnTo>
                  <a:lnTo>
                    <a:pt x="14226" y="11025"/>
                  </a:lnTo>
                  <a:lnTo>
                    <a:pt x="14226" y="11381"/>
                  </a:lnTo>
                  <a:lnTo>
                    <a:pt x="14404" y="11381"/>
                  </a:lnTo>
                  <a:lnTo>
                    <a:pt x="14759" y="11203"/>
                  </a:lnTo>
                  <a:lnTo>
                    <a:pt x="14759" y="10848"/>
                  </a:lnTo>
                  <a:lnTo>
                    <a:pt x="15115" y="10670"/>
                  </a:lnTo>
                  <a:lnTo>
                    <a:pt x="15115" y="9603"/>
                  </a:lnTo>
                  <a:lnTo>
                    <a:pt x="16004" y="9959"/>
                  </a:lnTo>
                  <a:lnTo>
                    <a:pt x="16537" y="9959"/>
                  </a:lnTo>
                  <a:lnTo>
                    <a:pt x="17427" y="9603"/>
                  </a:lnTo>
                  <a:lnTo>
                    <a:pt x="17782" y="9603"/>
                  </a:lnTo>
                  <a:lnTo>
                    <a:pt x="18316" y="9959"/>
                  </a:lnTo>
                  <a:lnTo>
                    <a:pt x="19027" y="9959"/>
                  </a:lnTo>
                  <a:lnTo>
                    <a:pt x="19738" y="9781"/>
                  </a:lnTo>
                  <a:lnTo>
                    <a:pt x="20272" y="9603"/>
                  </a:lnTo>
                  <a:lnTo>
                    <a:pt x="21339" y="9247"/>
                  </a:lnTo>
                  <a:lnTo>
                    <a:pt x="22405" y="9247"/>
                  </a:lnTo>
                  <a:lnTo>
                    <a:pt x="23472" y="8892"/>
                  </a:lnTo>
                  <a:lnTo>
                    <a:pt x="23650" y="9247"/>
                  </a:lnTo>
                  <a:lnTo>
                    <a:pt x="24006" y="8714"/>
                  </a:lnTo>
                  <a:lnTo>
                    <a:pt x="24717" y="8714"/>
                  </a:lnTo>
                  <a:lnTo>
                    <a:pt x="25073" y="8892"/>
                  </a:lnTo>
                  <a:lnTo>
                    <a:pt x="26317" y="8892"/>
                  </a:lnTo>
                  <a:lnTo>
                    <a:pt x="26317" y="9425"/>
                  </a:lnTo>
                  <a:lnTo>
                    <a:pt x="26673" y="9069"/>
                  </a:lnTo>
                  <a:lnTo>
                    <a:pt x="27029" y="9069"/>
                  </a:lnTo>
                  <a:lnTo>
                    <a:pt x="26673" y="8714"/>
                  </a:lnTo>
                  <a:lnTo>
                    <a:pt x="26673" y="8180"/>
                  </a:lnTo>
                  <a:lnTo>
                    <a:pt x="26495" y="8003"/>
                  </a:lnTo>
                  <a:lnTo>
                    <a:pt x="26140" y="7825"/>
                  </a:lnTo>
                  <a:lnTo>
                    <a:pt x="26495" y="7113"/>
                  </a:lnTo>
                  <a:lnTo>
                    <a:pt x="26317" y="6936"/>
                  </a:lnTo>
                  <a:lnTo>
                    <a:pt x="26140" y="6224"/>
                  </a:lnTo>
                  <a:lnTo>
                    <a:pt x="26140" y="5691"/>
                  </a:lnTo>
                  <a:lnTo>
                    <a:pt x="25962" y="5335"/>
                  </a:lnTo>
                  <a:lnTo>
                    <a:pt x="25606" y="4980"/>
                  </a:lnTo>
                  <a:lnTo>
                    <a:pt x="26317" y="4980"/>
                  </a:lnTo>
                  <a:lnTo>
                    <a:pt x="26495" y="4624"/>
                  </a:lnTo>
                  <a:lnTo>
                    <a:pt x="26495" y="4446"/>
                  </a:lnTo>
                  <a:lnTo>
                    <a:pt x="26673" y="4268"/>
                  </a:lnTo>
                  <a:lnTo>
                    <a:pt x="26317" y="3913"/>
                  </a:lnTo>
                  <a:lnTo>
                    <a:pt x="25606" y="3913"/>
                  </a:lnTo>
                  <a:lnTo>
                    <a:pt x="24895" y="3557"/>
                  </a:lnTo>
                  <a:lnTo>
                    <a:pt x="25428" y="3557"/>
                  </a:lnTo>
                  <a:lnTo>
                    <a:pt x="25250" y="3024"/>
                  </a:lnTo>
                  <a:lnTo>
                    <a:pt x="25428" y="2668"/>
                  </a:lnTo>
                  <a:lnTo>
                    <a:pt x="25073" y="1957"/>
                  </a:lnTo>
                  <a:lnTo>
                    <a:pt x="24895" y="1779"/>
                  </a:lnTo>
                  <a:lnTo>
                    <a:pt x="24717" y="1779"/>
                  </a:lnTo>
                  <a:lnTo>
                    <a:pt x="24539" y="1601"/>
                  </a:lnTo>
                  <a:lnTo>
                    <a:pt x="24184" y="1068"/>
                  </a:lnTo>
                  <a:lnTo>
                    <a:pt x="24184" y="890"/>
                  </a:lnTo>
                  <a:lnTo>
                    <a:pt x="23828" y="1246"/>
                  </a:lnTo>
                  <a:lnTo>
                    <a:pt x="23117" y="1068"/>
                  </a:lnTo>
                  <a:lnTo>
                    <a:pt x="22939" y="1068"/>
                  </a:lnTo>
                  <a:lnTo>
                    <a:pt x="22761" y="1246"/>
                  </a:lnTo>
                  <a:lnTo>
                    <a:pt x="22405" y="1068"/>
                  </a:lnTo>
                  <a:lnTo>
                    <a:pt x="22050" y="1423"/>
                  </a:lnTo>
                  <a:lnTo>
                    <a:pt x="21161" y="1957"/>
                  </a:lnTo>
                  <a:lnTo>
                    <a:pt x="20627" y="2135"/>
                  </a:lnTo>
                  <a:lnTo>
                    <a:pt x="20449" y="2312"/>
                  </a:lnTo>
                  <a:lnTo>
                    <a:pt x="19383" y="2135"/>
                  </a:lnTo>
                  <a:lnTo>
                    <a:pt x="19205" y="1957"/>
                  </a:lnTo>
                  <a:lnTo>
                    <a:pt x="19027" y="1957"/>
                  </a:lnTo>
                  <a:lnTo>
                    <a:pt x="17960" y="2312"/>
                  </a:lnTo>
                  <a:lnTo>
                    <a:pt x="17249" y="2135"/>
                  </a:lnTo>
                  <a:lnTo>
                    <a:pt x="16893" y="2135"/>
                  </a:lnTo>
                  <a:lnTo>
                    <a:pt x="16715" y="1957"/>
                  </a:lnTo>
                  <a:lnTo>
                    <a:pt x="16360" y="1957"/>
                  </a:lnTo>
                  <a:lnTo>
                    <a:pt x="15826" y="1779"/>
                  </a:lnTo>
                  <a:lnTo>
                    <a:pt x="15648" y="1601"/>
                  </a:lnTo>
                  <a:lnTo>
                    <a:pt x="15471" y="1423"/>
                  </a:lnTo>
                  <a:lnTo>
                    <a:pt x="15115" y="1601"/>
                  </a:lnTo>
                  <a:lnTo>
                    <a:pt x="14759" y="1601"/>
                  </a:lnTo>
                  <a:lnTo>
                    <a:pt x="14404" y="1246"/>
                  </a:lnTo>
                  <a:lnTo>
                    <a:pt x="14404" y="890"/>
                  </a:lnTo>
                  <a:lnTo>
                    <a:pt x="14226" y="890"/>
                  </a:lnTo>
                  <a:lnTo>
                    <a:pt x="14048" y="712"/>
                  </a:lnTo>
                  <a:lnTo>
                    <a:pt x="13870" y="890"/>
                  </a:lnTo>
                  <a:lnTo>
                    <a:pt x="13337" y="890"/>
                  </a:lnTo>
                  <a:lnTo>
                    <a:pt x="12981" y="179"/>
                  </a:lnTo>
                  <a:lnTo>
                    <a:pt x="12803" y="1"/>
                  </a:lnTo>
                  <a:close/>
                </a:path>
              </a:pathLst>
            </a:custGeom>
            <a:solidFill>
              <a:schemeClr val="accent2"/>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86" name="Google Shape;1386;p60"/>
            <p:cNvSpPr/>
            <p:nvPr/>
          </p:nvSpPr>
          <p:spPr>
            <a:xfrm>
              <a:off x="2278550" y="3768775"/>
              <a:ext cx="346775" cy="355650"/>
            </a:xfrm>
            <a:custGeom>
              <a:rect b="b" l="l" r="r" t="t"/>
              <a:pathLst>
                <a:path extrusionOk="0" h="14226" w="13871">
                  <a:moveTo>
                    <a:pt x="5691" y="1"/>
                  </a:moveTo>
                  <a:lnTo>
                    <a:pt x="5157" y="534"/>
                  </a:lnTo>
                  <a:lnTo>
                    <a:pt x="4446" y="1423"/>
                  </a:lnTo>
                  <a:lnTo>
                    <a:pt x="3735" y="1601"/>
                  </a:lnTo>
                  <a:lnTo>
                    <a:pt x="3557" y="1957"/>
                  </a:lnTo>
                  <a:lnTo>
                    <a:pt x="3557" y="2134"/>
                  </a:lnTo>
                  <a:lnTo>
                    <a:pt x="3735" y="3023"/>
                  </a:lnTo>
                  <a:lnTo>
                    <a:pt x="3557" y="3557"/>
                  </a:lnTo>
                  <a:lnTo>
                    <a:pt x="3557" y="4624"/>
                  </a:lnTo>
                  <a:lnTo>
                    <a:pt x="3201" y="5157"/>
                  </a:lnTo>
                  <a:lnTo>
                    <a:pt x="0" y="7113"/>
                  </a:lnTo>
                  <a:lnTo>
                    <a:pt x="356" y="8536"/>
                  </a:lnTo>
                  <a:lnTo>
                    <a:pt x="178" y="8536"/>
                  </a:lnTo>
                  <a:lnTo>
                    <a:pt x="356" y="8714"/>
                  </a:lnTo>
                  <a:lnTo>
                    <a:pt x="712" y="8714"/>
                  </a:lnTo>
                  <a:lnTo>
                    <a:pt x="534" y="9069"/>
                  </a:lnTo>
                  <a:lnTo>
                    <a:pt x="2312" y="9425"/>
                  </a:lnTo>
                  <a:lnTo>
                    <a:pt x="4979" y="11025"/>
                  </a:lnTo>
                  <a:lnTo>
                    <a:pt x="5335" y="11203"/>
                  </a:lnTo>
                  <a:lnTo>
                    <a:pt x="7647" y="13159"/>
                  </a:lnTo>
                  <a:lnTo>
                    <a:pt x="8536" y="14048"/>
                  </a:lnTo>
                  <a:lnTo>
                    <a:pt x="9958" y="14048"/>
                  </a:lnTo>
                  <a:lnTo>
                    <a:pt x="10847" y="14226"/>
                  </a:lnTo>
                  <a:lnTo>
                    <a:pt x="11025" y="14226"/>
                  </a:lnTo>
                  <a:lnTo>
                    <a:pt x="11381" y="13515"/>
                  </a:lnTo>
                  <a:lnTo>
                    <a:pt x="11914" y="12626"/>
                  </a:lnTo>
                  <a:lnTo>
                    <a:pt x="12448" y="12448"/>
                  </a:lnTo>
                  <a:lnTo>
                    <a:pt x="12803" y="12448"/>
                  </a:lnTo>
                  <a:lnTo>
                    <a:pt x="12981" y="12626"/>
                  </a:lnTo>
                  <a:lnTo>
                    <a:pt x="13514" y="12626"/>
                  </a:lnTo>
                  <a:lnTo>
                    <a:pt x="13870" y="12803"/>
                  </a:lnTo>
                  <a:lnTo>
                    <a:pt x="13692" y="12448"/>
                  </a:lnTo>
                  <a:lnTo>
                    <a:pt x="13159" y="11914"/>
                  </a:lnTo>
                  <a:lnTo>
                    <a:pt x="13159" y="11203"/>
                  </a:lnTo>
                  <a:lnTo>
                    <a:pt x="12803" y="11025"/>
                  </a:lnTo>
                  <a:lnTo>
                    <a:pt x="12625" y="11025"/>
                  </a:lnTo>
                  <a:lnTo>
                    <a:pt x="12625" y="10314"/>
                  </a:lnTo>
                  <a:lnTo>
                    <a:pt x="12803" y="9780"/>
                  </a:lnTo>
                  <a:lnTo>
                    <a:pt x="12270" y="8714"/>
                  </a:lnTo>
                  <a:lnTo>
                    <a:pt x="11914" y="8536"/>
                  </a:lnTo>
                  <a:lnTo>
                    <a:pt x="11025" y="8002"/>
                  </a:lnTo>
                  <a:lnTo>
                    <a:pt x="10492" y="7824"/>
                  </a:lnTo>
                  <a:lnTo>
                    <a:pt x="10492" y="7291"/>
                  </a:lnTo>
                  <a:lnTo>
                    <a:pt x="10136" y="6758"/>
                  </a:lnTo>
                  <a:lnTo>
                    <a:pt x="9780" y="6580"/>
                  </a:lnTo>
                  <a:lnTo>
                    <a:pt x="9780" y="6402"/>
                  </a:lnTo>
                  <a:lnTo>
                    <a:pt x="9425" y="6046"/>
                  </a:lnTo>
                  <a:lnTo>
                    <a:pt x="9603" y="5513"/>
                  </a:lnTo>
                  <a:lnTo>
                    <a:pt x="9425" y="4979"/>
                  </a:lnTo>
                  <a:lnTo>
                    <a:pt x="9603" y="4802"/>
                  </a:lnTo>
                  <a:lnTo>
                    <a:pt x="9780" y="4802"/>
                  </a:lnTo>
                  <a:lnTo>
                    <a:pt x="9780" y="4446"/>
                  </a:lnTo>
                  <a:lnTo>
                    <a:pt x="10136" y="3913"/>
                  </a:lnTo>
                  <a:lnTo>
                    <a:pt x="10492" y="3913"/>
                  </a:lnTo>
                  <a:lnTo>
                    <a:pt x="10136" y="3023"/>
                  </a:lnTo>
                  <a:lnTo>
                    <a:pt x="10492" y="2668"/>
                  </a:lnTo>
                  <a:lnTo>
                    <a:pt x="10314" y="2668"/>
                  </a:lnTo>
                  <a:lnTo>
                    <a:pt x="9958" y="2846"/>
                  </a:lnTo>
                  <a:lnTo>
                    <a:pt x="9603" y="2490"/>
                  </a:lnTo>
                  <a:lnTo>
                    <a:pt x="9247" y="2490"/>
                  </a:lnTo>
                  <a:lnTo>
                    <a:pt x="9069" y="1779"/>
                  </a:lnTo>
                  <a:lnTo>
                    <a:pt x="8891" y="1601"/>
                  </a:lnTo>
                  <a:lnTo>
                    <a:pt x="8891" y="1245"/>
                  </a:lnTo>
                  <a:lnTo>
                    <a:pt x="8536" y="1068"/>
                  </a:lnTo>
                  <a:lnTo>
                    <a:pt x="8536" y="356"/>
                  </a:lnTo>
                  <a:lnTo>
                    <a:pt x="8358" y="356"/>
                  </a:lnTo>
                  <a:lnTo>
                    <a:pt x="7647" y="712"/>
                  </a:lnTo>
                  <a:lnTo>
                    <a:pt x="7647" y="178"/>
                  </a:lnTo>
                  <a:lnTo>
                    <a:pt x="6402" y="178"/>
                  </a:lnTo>
                  <a:lnTo>
                    <a:pt x="604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87" name="Google Shape;1387;p60"/>
            <p:cNvSpPr/>
            <p:nvPr/>
          </p:nvSpPr>
          <p:spPr>
            <a:xfrm>
              <a:off x="2483025" y="3657650"/>
              <a:ext cx="4475" cy="25"/>
            </a:xfrm>
            <a:custGeom>
              <a:rect b="b" l="l" r="r" t="t"/>
              <a:pathLst>
                <a:path extrusionOk="0" h="1" w="179">
                  <a:moveTo>
                    <a:pt x="1" y="0"/>
                  </a:moveTo>
                  <a:lnTo>
                    <a:pt x="179" y="0"/>
                  </a:lnTo>
                  <a:lnTo>
                    <a:pt x="179" y="0"/>
                  </a:lnTo>
                  <a:lnTo>
                    <a:pt x="179" y="0"/>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88" name="Google Shape;1388;p60"/>
            <p:cNvSpPr/>
            <p:nvPr/>
          </p:nvSpPr>
          <p:spPr>
            <a:xfrm>
              <a:off x="2500825" y="3555400"/>
              <a:ext cx="191175" cy="160050"/>
            </a:xfrm>
            <a:custGeom>
              <a:rect b="b" l="l" r="r" t="t"/>
              <a:pathLst>
                <a:path extrusionOk="0" h="6402" w="7647">
                  <a:moveTo>
                    <a:pt x="2134" y="0"/>
                  </a:moveTo>
                  <a:lnTo>
                    <a:pt x="1778" y="356"/>
                  </a:lnTo>
                  <a:lnTo>
                    <a:pt x="2490" y="890"/>
                  </a:lnTo>
                  <a:lnTo>
                    <a:pt x="2312" y="1601"/>
                  </a:lnTo>
                  <a:lnTo>
                    <a:pt x="1956" y="1601"/>
                  </a:lnTo>
                  <a:lnTo>
                    <a:pt x="1601" y="1423"/>
                  </a:lnTo>
                  <a:lnTo>
                    <a:pt x="1245" y="1423"/>
                  </a:lnTo>
                  <a:lnTo>
                    <a:pt x="889" y="1067"/>
                  </a:lnTo>
                  <a:lnTo>
                    <a:pt x="534" y="890"/>
                  </a:lnTo>
                  <a:lnTo>
                    <a:pt x="0" y="1245"/>
                  </a:lnTo>
                  <a:lnTo>
                    <a:pt x="178" y="1423"/>
                  </a:lnTo>
                  <a:lnTo>
                    <a:pt x="712" y="1779"/>
                  </a:lnTo>
                  <a:lnTo>
                    <a:pt x="712" y="2490"/>
                  </a:lnTo>
                  <a:lnTo>
                    <a:pt x="1067" y="2668"/>
                  </a:lnTo>
                  <a:lnTo>
                    <a:pt x="1245" y="3023"/>
                  </a:lnTo>
                  <a:lnTo>
                    <a:pt x="1245" y="3379"/>
                  </a:lnTo>
                  <a:lnTo>
                    <a:pt x="1067" y="3557"/>
                  </a:lnTo>
                  <a:lnTo>
                    <a:pt x="1778" y="4090"/>
                  </a:lnTo>
                  <a:lnTo>
                    <a:pt x="2134" y="4446"/>
                  </a:lnTo>
                  <a:lnTo>
                    <a:pt x="2312" y="5335"/>
                  </a:lnTo>
                  <a:lnTo>
                    <a:pt x="2490" y="5157"/>
                  </a:lnTo>
                  <a:lnTo>
                    <a:pt x="3912" y="4090"/>
                  </a:lnTo>
                  <a:lnTo>
                    <a:pt x="4446" y="4090"/>
                  </a:lnTo>
                  <a:lnTo>
                    <a:pt x="4801" y="4624"/>
                  </a:lnTo>
                  <a:lnTo>
                    <a:pt x="4623" y="4979"/>
                  </a:lnTo>
                  <a:lnTo>
                    <a:pt x="4801" y="5513"/>
                  </a:lnTo>
                  <a:lnTo>
                    <a:pt x="4446" y="5691"/>
                  </a:lnTo>
                  <a:lnTo>
                    <a:pt x="5335" y="6402"/>
                  </a:lnTo>
                  <a:lnTo>
                    <a:pt x="5513" y="6402"/>
                  </a:lnTo>
                  <a:lnTo>
                    <a:pt x="5513" y="5157"/>
                  </a:lnTo>
                  <a:lnTo>
                    <a:pt x="5868" y="4979"/>
                  </a:lnTo>
                  <a:lnTo>
                    <a:pt x="6046" y="5157"/>
                  </a:lnTo>
                  <a:lnTo>
                    <a:pt x="6046" y="4802"/>
                  </a:lnTo>
                  <a:lnTo>
                    <a:pt x="6224" y="4802"/>
                  </a:lnTo>
                  <a:lnTo>
                    <a:pt x="6046" y="4446"/>
                  </a:lnTo>
                  <a:lnTo>
                    <a:pt x="6224" y="4090"/>
                  </a:lnTo>
                  <a:lnTo>
                    <a:pt x="6402" y="3201"/>
                  </a:lnTo>
                  <a:lnTo>
                    <a:pt x="6935" y="2846"/>
                  </a:lnTo>
                  <a:lnTo>
                    <a:pt x="7646" y="2846"/>
                  </a:lnTo>
                  <a:lnTo>
                    <a:pt x="7113" y="2490"/>
                  </a:lnTo>
                  <a:lnTo>
                    <a:pt x="6402" y="2490"/>
                  </a:lnTo>
                  <a:lnTo>
                    <a:pt x="6402" y="2134"/>
                  </a:lnTo>
                  <a:lnTo>
                    <a:pt x="6046" y="1779"/>
                  </a:lnTo>
                  <a:lnTo>
                    <a:pt x="5690" y="1067"/>
                  </a:lnTo>
                  <a:lnTo>
                    <a:pt x="5335" y="534"/>
                  </a:lnTo>
                  <a:lnTo>
                    <a:pt x="5157" y="178"/>
                  </a:lnTo>
                  <a:lnTo>
                    <a:pt x="4979" y="534"/>
                  </a:lnTo>
                  <a:lnTo>
                    <a:pt x="4446" y="890"/>
                  </a:lnTo>
                  <a:lnTo>
                    <a:pt x="4090" y="1245"/>
                  </a:lnTo>
                  <a:lnTo>
                    <a:pt x="3201" y="1245"/>
                  </a:lnTo>
                  <a:lnTo>
                    <a:pt x="2667" y="534"/>
                  </a:lnTo>
                  <a:lnTo>
                    <a:pt x="2490" y="178"/>
                  </a:lnTo>
                  <a:lnTo>
                    <a:pt x="213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89" name="Google Shape;1389;p60"/>
            <p:cNvSpPr/>
            <p:nvPr/>
          </p:nvSpPr>
          <p:spPr>
            <a:xfrm>
              <a:off x="2900900" y="3373150"/>
              <a:ext cx="609050" cy="400100"/>
            </a:xfrm>
            <a:custGeom>
              <a:rect b="b" l="l" r="r" t="t"/>
              <a:pathLst>
                <a:path extrusionOk="0" h="16004" w="24362">
                  <a:moveTo>
                    <a:pt x="21516" y="6579"/>
                  </a:moveTo>
                  <a:lnTo>
                    <a:pt x="21516" y="6757"/>
                  </a:lnTo>
                  <a:lnTo>
                    <a:pt x="21339" y="6935"/>
                  </a:lnTo>
                  <a:lnTo>
                    <a:pt x="21694" y="6579"/>
                  </a:lnTo>
                  <a:close/>
                  <a:moveTo>
                    <a:pt x="21339" y="6935"/>
                  </a:moveTo>
                  <a:lnTo>
                    <a:pt x="21161" y="7113"/>
                  </a:lnTo>
                  <a:lnTo>
                    <a:pt x="21339" y="6935"/>
                  </a:lnTo>
                  <a:close/>
                  <a:moveTo>
                    <a:pt x="3557" y="0"/>
                  </a:moveTo>
                  <a:lnTo>
                    <a:pt x="1" y="1067"/>
                  </a:lnTo>
                  <a:lnTo>
                    <a:pt x="1" y="8180"/>
                  </a:lnTo>
                  <a:lnTo>
                    <a:pt x="1245" y="8357"/>
                  </a:lnTo>
                  <a:lnTo>
                    <a:pt x="1423" y="8180"/>
                  </a:lnTo>
                  <a:lnTo>
                    <a:pt x="1245" y="7646"/>
                  </a:lnTo>
                  <a:lnTo>
                    <a:pt x="1245" y="7290"/>
                  </a:lnTo>
                  <a:lnTo>
                    <a:pt x="1601" y="6757"/>
                  </a:lnTo>
                  <a:lnTo>
                    <a:pt x="2134" y="6579"/>
                  </a:lnTo>
                  <a:lnTo>
                    <a:pt x="2490" y="6579"/>
                  </a:lnTo>
                  <a:lnTo>
                    <a:pt x="2668" y="6224"/>
                  </a:lnTo>
                  <a:lnTo>
                    <a:pt x="2668" y="6046"/>
                  </a:lnTo>
                  <a:lnTo>
                    <a:pt x="3024" y="6046"/>
                  </a:lnTo>
                  <a:lnTo>
                    <a:pt x="3024" y="5690"/>
                  </a:lnTo>
                  <a:lnTo>
                    <a:pt x="3735" y="5512"/>
                  </a:lnTo>
                  <a:lnTo>
                    <a:pt x="4090" y="5690"/>
                  </a:lnTo>
                  <a:lnTo>
                    <a:pt x="4624" y="6046"/>
                  </a:lnTo>
                  <a:lnTo>
                    <a:pt x="4980" y="6401"/>
                  </a:lnTo>
                  <a:lnTo>
                    <a:pt x="5691" y="6579"/>
                  </a:lnTo>
                  <a:lnTo>
                    <a:pt x="5691" y="6935"/>
                  </a:lnTo>
                  <a:lnTo>
                    <a:pt x="5869" y="7290"/>
                  </a:lnTo>
                  <a:lnTo>
                    <a:pt x="5869" y="7646"/>
                  </a:lnTo>
                  <a:lnTo>
                    <a:pt x="6046" y="8002"/>
                  </a:lnTo>
                  <a:lnTo>
                    <a:pt x="6402" y="8357"/>
                  </a:lnTo>
                  <a:lnTo>
                    <a:pt x="7291" y="8535"/>
                  </a:lnTo>
                  <a:lnTo>
                    <a:pt x="8002" y="8357"/>
                  </a:lnTo>
                  <a:lnTo>
                    <a:pt x="8536" y="8891"/>
                  </a:lnTo>
                  <a:lnTo>
                    <a:pt x="9069" y="9958"/>
                  </a:lnTo>
                  <a:lnTo>
                    <a:pt x="9247" y="10669"/>
                  </a:lnTo>
                  <a:lnTo>
                    <a:pt x="9603" y="11025"/>
                  </a:lnTo>
                  <a:lnTo>
                    <a:pt x="11559" y="12625"/>
                  </a:lnTo>
                  <a:lnTo>
                    <a:pt x="12092" y="12803"/>
                  </a:lnTo>
                  <a:lnTo>
                    <a:pt x="13515" y="13870"/>
                  </a:lnTo>
                  <a:lnTo>
                    <a:pt x="14404" y="14047"/>
                  </a:lnTo>
                  <a:lnTo>
                    <a:pt x="15293" y="14581"/>
                  </a:lnTo>
                  <a:lnTo>
                    <a:pt x="15293" y="15648"/>
                  </a:lnTo>
                  <a:lnTo>
                    <a:pt x="15826" y="15648"/>
                  </a:lnTo>
                  <a:lnTo>
                    <a:pt x="16182" y="16003"/>
                  </a:lnTo>
                  <a:lnTo>
                    <a:pt x="16360" y="15826"/>
                  </a:lnTo>
                  <a:lnTo>
                    <a:pt x="16893" y="16003"/>
                  </a:lnTo>
                  <a:lnTo>
                    <a:pt x="16893" y="15292"/>
                  </a:lnTo>
                  <a:lnTo>
                    <a:pt x="17249" y="14759"/>
                  </a:lnTo>
                  <a:lnTo>
                    <a:pt x="17604" y="14581"/>
                  </a:lnTo>
                  <a:lnTo>
                    <a:pt x="17604" y="14403"/>
                  </a:lnTo>
                  <a:lnTo>
                    <a:pt x="17249" y="13692"/>
                  </a:lnTo>
                  <a:lnTo>
                    <a:pt x="17427" y="12981"/>
                  </a:lnTo>
                  <a:lnTo>
                    <a:pt x="17249" y="12803"/>
                  </a:lnTo>
                  <a:lnTo>
                    <a:pt x="16715" y="12803"/>
                  </a:lnTo>
                  <a:lnTo>
                    <a:pt x="16538" y="12447"/>
                  </a:lnTo>
                  <a:lnTo>
                    <a:pt x="16360" y="12447"/>
                  </a:lnTo>
                  <a:lnTo>
                    <a:pt x="16360" y="11736"/>
                  </a:lnTo>
                  <a:lnTo>
                    <a:pt x="16715" y="11380"/>
                  </a:lnTo>
                  <a:lnTo>
                    <a:pt x="17960" y="11558"/>
                  </a:lnTo>
                  <a:lnTo>
                    <a:pt x="18138" y="11025"/>
                  </a:lnTo>
                  <a:lnTo>
                    <a:pt x="18316" y="11025"/>
                  </a:lnTo>
                  <a:lnTo>
                    <a:pt x="18316" y="10847"/>
                  </a:lnTo>
                  <a:lnTo>
                    <a:pt x="18494" y="10669"/>
                  </a:lnTo>
                  <a:lnTo>
                    <a:pt x="18494" y="10491"/>
                  </a:lnTo>
                  <a:lnTo>
                    <a:pt x="19027" y="10313"/>
                  </a:lnTo>
                  <a:lnTo>
                    <a:pt x="19027" y="9780"/>
                  </a:lnTo>
                  <a:lnTo>
                    <a:pt x="19205" y="9246"/>
                  </a:lnTo>
                  <a:lnTo>
                    <a:pt x="19738" y="9602"/>
                  </a:lnTo>
                  <a:lnTo>
                    <a:pt x="20449" y="9069"/>
                  </a:lnTo>
                  <a:lnTo>
                    <a:pt x="20805" y="8891"/>
                  </a:lnTo>
                  <a:lnTo>
                    <a:pt x="21339" y="9424"/>
                  </a:lnTo>
                  <a:lnTo>
                    <a:pt x="20805" y="10136"/>
                  </a:lnTo>
                  <a:lnTo>
                    <a:pt x="21161" y="10491"/>
                  </a:lnTo>
                  <a:lnTo>
                    <a:pt x="21516" y="10313"/>
                  </a:lnTo>
                  <a:lnTo>
                    <a:pt x="21872" y="10136"/>
                  </a:lnTo>
                  <a:lnTo>
                    <a:pt x="22050" y="10136"/>
                  </a:lnTo>
                  <a:lnTo>
                    <a:pt x="22761" y="10313"/>
                  </a:lnTo>
                  <a:lnTo>
                    <a:pt x="23117" y="9958"/>
                  </a:lnTo>
                  <a:lnTo>
                    <a:pt x="23472" y="9958"/>
                  </a:lnTo>
                  <a:lnTo>
                    <a:pt x="23472" y="9602"/>
                  </a:lnTo>
                  <a:lnTo>
                    <a:pt x="24006" y="9602"/>
                  </a:lnTo>
                  <a:lnTo>
                    <a:pt x="24361" y="9424"/>
                  </a:lnTo>
                  <a:lnTo>
                    <a:pt x="22939" y="8713"/>
                  </a:lnTo>
                  <a:lnTo>
                    <a:pt x="22583" y="8180"/>
                  </a:lnTo>
                  <a:lnTo>
                    <a:pt x="22228" y="8713"/>
                  </a:lnTo>
                  <a:lnTo>
                    <a:pt x="21339" y="8713"/>
                  </a:lnTo>
                  <a:lnTo>
                    <a:pt x="20983" y="8180"/>
                  </a:lnTo>
                  <a:lnTo>
                    <a:pt x="20805" y="8180"/>
                  </a:lnTo>
                  <a:lnTo>
                    <a:pt x="20449" y="8002"/>
                  </a:lnTo>
                  <a:lnTo>
                    <a:pt x="20449" y="7646"/>
                  </a:lnTo>
                  <a:lnTo>
                    <a:pt x="20627" y="7646"/>
                  </a:lnTo>
                  <a:lnTo>
                    <a:pt x="21161" y="7113"/>
                  </a:lnTo>
                  <a:lnTo>
                    <a:pt x="20805" y="6935"/>
                  </a:lnTo>
                  <a:lnTo>
                    <a:pt x="19916" y="7824"/>
                  </a:lnTo>
                  <a:lnTo>
                    <a:pt x="19560" y="7824"/>
                  </a:lnTo>
                  <a:lnTo>
                    <a:pt x="19383" y="8002"/>
                  </a:lnTo>
                  <a:lnTo>
                    <a:pt x="18849" y="8357"/>
                  </a:lnTo>
                  <a:lnTo>
                    <a:pt x="18138" y="9246"/>
                  </a:lnTo>
                  <a:lnTo>
                    <a:pt x="18316" y="9780"/>
                  </a:lnTo>
                  <a:lnTo>
                    <a:pt x="17782" y="9780"/>
                  </a:lnTo>
                  <a:lnTo>
                    <a:pt x="17249" y="9424"/>
                  </a:lnTo>
                  <a:lnTo>
                    <a:pt x="17427" y="9069"/>
                  </a:lnTo>
                  <a:lnTo>
                    <a:pt x="17071" y="8713"/>
                  </a:lnTo>
                  <a:lnTo>
                    <a:pt x="15115" y="8535"/>
                  </a:lnTo>
                  <a:lnTo>
                    <a:pt x="15115" y="7824"/>
                  </a:lnTo>
                  <a:lnTo>
                    <a:pt x="14937" y="7290"/>
                  </a:lnTo>
                  <a:lnTo>
                    <a:pt x="14404" y="7290"/>
                  </a:lnTo>
                  <a:lnTo>
                    <a:pt x="14226" y="7113"/>
                  </a:lnTo>
                  <a:lnTo>
                    <a:pt x="14226" y="6401"/>
                  </a:lnTo>
                  <a:lnTo>
                    <a:pt x="14404" y="6224"/>
                  </a:lnTo>
                  <a:lnTo>
                    <a:pt x="14404" y="5335"/>
                  </a:lnTo>
                  <a:lnTo>
                    <a:pt x="14048" y="5335"/>
                  </a:lnTo>
                  <a:lnTo>
                    <a:pt x="13692" y="4623"/>
                  </a:lnTo>
                  <a:lnTo>
                    <a:pt x="12981" y="3734"/>
                  </a:lnTo>
                  <a:lnTo>
                    <a:pt x="12270" y="3912"/>
                  </a:lnTo>
                  <a:lnTo>
                    <a:pt x="12092" y="3912"/>
                  </a:lnTo>
                  <a:lnTo>
                    <a:pt x="10670" y="3734"/>
                  </a:lnTo>
                  <a:lnTo>
                    <a:pt x="8536" y="4090"/>
                  </a:lnTo>
                  <a:lnTo>
                    <a:pt x="7113" y="2667"/>
                  </a:lnTo>
                  <a:lnTo>
                    <a:pt x="355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0" name="Google Shape;1390;p60"/>
            <p:cNvSpPr/>
            <p:nvPr/>
          </p:nvSpPr>
          <p:spPr>
            <a:xfrm>
              <a:off x="2772000" y="3546500"/>
              <a:ext cx="17800" cy="26700"/>
            </a:xfrm>
            <a:custGeom>
              <a:rect b="b" l="l" r="r" t="t"/>
              <a:pathLst>
                <a:path extrusionOk="0" h="1068" w="712">
                  <a:moveTo>
                    <a:pt x="711" y="1"/>
                  </a:moveTo>
                  <a:lnTo>
                    <a:pt x="533" y="179"/>
                  </a:lnTo>
                  <a:lnTo>
                    <a:pt x="0" y="534"/>
                  </a:lnTo>
                  <a:lnTo>
                    <a:pt x="178" y="712"/>
                  </a:lnTo>
                  <a:lnTo>
                    <a:pt x="178" y="890"/>
                  </a:lnTo>
                  <a:lnTo>
                    <a:pt x="356" y="1068"/>
                  </a:lnTo>
                  <a:lnTo>
                    <a:pt x="356" y="534"/>
                  </a:lnTo>
                  <a:lnTo>
                    <a:pt x="71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1" name="Google Shape;1391;p60"/>
            <p:cNvSpPr/>
            <p:nvPr/>
          </p:nvSpPr>
          <p:spPr>
            <a:xfrm>
              <a:off x="3443250" y="3644300"/>
              <a:ext cx="4475" cy="4475"/>
            </a:xfrm>
            <a:custGeom>
              <a:rect b="b" l="l" r="r" t="t"/>
              <a:pathLst>
                <a:path extrusionOk="0" h="179" w="179">
                  <a:moveTo>
                    <a:pt x="0" y="1"/>
                  </a:move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2" name="Google Shape;1392;p60"/>
            <p:cNvSpPr/>
            <p:nvPr/>
          </p:nvSpPr>
          <p:spPr>
            <a:xfrm>
              <a:off x="2127400" y="3999950"/>
              <a:ext cx="755750" cy="622375"/>
            </a:xfrm>
            <a:custGeom>
              <a:rect b="b" l="l" r="r" t="t"/>
              <a:pathLst>
                <a:path extrusionOk="0" h="24895" w="30230">
                  <a:moveTo>
                    <a:pt x="6580" y="0"/>
                  </a:moveTo>
                  <a:lnTo>
                    <a:pt x="6224" y="178"/>
                  </a:lnTo>
                  <a:lnTo>
                    <a:pt x="3379" y="1067"/>
                  </a:lnTo>
                  <a:lnTo>
                    <a:pt x="4802" y="2845"/>
                  </a:lnTo>
                  <a:lnTo>
                    <a:pt x="4446" y="3023"/>
                  </a:lnTo>
                  <a:lnTo>
                    <a:pt x="4090" y="3556"/>
                  </a:lnTo>
                  <a:lnTo>
                    <a:pt x="3024" y="3912"/>
                  </a:lnTo>
                  <a:lnTo>
                    <a:pt x="2668" y="4445"/>
                  </a:lnTo>
                  <a:lnTo>
                    <a:pt x="2312" y="4801"/>
                  </a:lnTo>
                  <a:lnTo>
                    <a:pt x="1957" y="4979"/>
                  </a:lnTo>
                  <a:lnTo>
                    <a:pt x="356" y="4623"/>
                  </a:lnTo>
                  <a:lnTo>
                    <a:pt x="179" y="6046"/>
                  </a:lnTo>
                  <a:lnTo>
                    <a:pt x="1" y="6579"/>
                  </a:lnTo>
                  <a:lnTo>
                    <a:pt x="534" y="6579"/>
                  </a:lnTo>
                  <a:lnTo>
                    <a:pt x="890" y="6757"/>
                  </a:lnTo>
                  <a:lnTo>
                    <a:pt x="2135" y="8891"/>
                  </a:lnTo>
                  <a:lnTo>
                    <a:pt x="2668" y="9780"/>
                  </a:lnTo>
                  <a:lnTo>
                    <a:pt x="2846" y="9958"/>
                  </a:lnTo>
                  <a:lnTo>
                    <a:pt x="3024" y="10313"/>
                  </a:lnTo>
                  <a:lnTo>
                    <a:pt x="3379" y="10669"/>
                  </a:lnTo>
                  <a:lnTo>
                    <a:pt x="3201" y="10847"/>
                  </a:lnTo>
                  <a:lnTo>
                    <a:pt x="3557" y="11025"/>
                  </a:lnTo>
                  <a:lnTo>
                    <a:pt x="3735" y="11202"/>
                  </a:lnTo>
                  <a:lnTo>
                    <a:pt x="3735" y="11914"/>
                  </a:lnTo>
                  <a:lnTo>
                    <a:pt x="4090" y="12625"/>
                  </a:lnTo>
                  <a:lnTo>
                    <a:pt x="4446" y="12803"/>
                  </a:lnTo>
                  <a:lnTo>
                    <a:pt x="5513" y="13514"/>
                  </a:lnTo>
                  <a:lnTo>
                    <a:pt x="6402" y="15470"/>
                  </a:lnTo>
                  <a:lnTo>
                    <a:pt x="6402" y="16003"/>
                  </a:lnTo>
                  <a:lnTo>
                    <a:pt x="6224" y="16359"/>
                  </a:lnTo>
                  <a:lnTo>
                    <a:pt x="6580" y="17070"/>
                  </a:lnTo>
                  <a:lnTo>
                    <a:pt x="6580" y="17426"/>
                  </a:lnTo>
                  <a:lnTo>
                    <a:pt x="7291" y="18671"/>
                  </a:lnTo>
                  <a:lnTo>
                    <a:pt x="7291" y="18848"/>
                  </a:lnTo>
                  <a:lnTo>
                    <a:pt x="8358" y="19382"/>
                  </a:lnTo>
                  <a:lnTo>
                    <a:pt x="8714" y="19738"/>
                  </a:lnTo>
                  <a:lnTo>
                    <a:pt x="8892" y="19738"/>
                  </a:lnTo>
                  <a:lnTo>
                    <a:pt x="9425" y="20804"/>
                  </a:lnTo>
                  <a:lnTo>
                    <a:pt x="9603" y="21516"/>
                  </a:lnTo>
                  <a:lnTo>
                    <a:pt x="9781" y="21693"/>
                  </a:lnTo>
                  <a:lnTo>
                    <a:pt x="10136" y="22405"/>
                  </a:lnTo>
                  <a:lnTo>
                    <a:pt x="11025" y="23294"/>
                  </a:lnTo>
                  <a:lnTo>
                    <a:pt x="11025" y="23472"/>
                  </a:lnTo>
                  <a:lnTo>
                    <a:pt x="11203" y="23827"/>
                  </a:lnTo>
                  <a:lnTo>
                    <a:pt x="11381" y="23827"/>
                  </a:lnTo>
                  <a:lnTo>
                    <a:pt x="11381" y="24183"/>
                  </a:lnTo>
                  <a:lnTo>
                    <a:pt x="11737" y="24361"/>
                  </a:lnTo>
                  <a:lnTo>
                    <a:pt x="11737" y="24894"/>
                  </a:lnTo>
                  <a:lnTo>
                    <a:pt x="11914" y="24716"/>
                  </a:lnTo>
                  <a:lnTo>
                    <a:pt x="12092" y="24716"/>
                  </a:lnTo>
                  <a:lnTo>
                    <a:pt x="12092" y="24539"/>
                  </a:lnTo>
                  <a:lnTo>
                    <a:pt x="12270" y="24539"/>
                  </a:lnTo>
                  <a:lnTo>
                    <a:pt x="12092" y="24183"/>
                  </a:lnTo>
                  <a:lnTo>
                    <a:pt x="12270" y="24005"/>
                  </a:lnTo>
                  <a:lnTo>
                    <a:pt x="12092" y="24005"/>
                  </a:lnTo>
                  <a:lnTo>
                    <a:pt x="12270" y="23472"/>
                  </a:lnTo>
                  <a:lnTo>
                    <a:pt x="12270" y="23294"/>
                  </a:lnTo>
                  <a:lnTo>
                    <a:pt x="12448" y="23116"/>
                  </a:lnTo>
                  <a:lnTo>
                    <a:pt x="13159" y="23472"/>
                  </a:lnTo>
                  <a:lnTo>
                    <a:pt x="13515" y="23472"/>
                  </a:lnTo>
                  <a:lnTo>
                    <a:pt x="14048" y="23294"/>
                  </a:lnTo>
                  <a:lnTo>
                    <a:pt x="15115" y="23294"/>
                  </a:lnTo>
                  <a:lnTo>
                    <a:pt x="15471" y="23472"/>
                  </a:lnTo>
                  <a:lnTo>
                    <a:pt x="16004" y="23472"/>
                  </a:lnTo>
                  <a:lnTo>
                    <a:pt x="16715" y="23649"/>
                  </a:lnTo>
                  <a:lnTo>
                    <a:pt x="17427" y="23649"/>
                  </a:lnTo>
                  <a:lnTo>
                    <a:pt x="17782" y="24005"/>
                  </a:lnTo>
                  <a:lnTo>
                    <a:pt x="17960" y="24005"/>
                  </a:lnTo>
                  <a:lnTo>
                    <a:pt x="18316" y="23827"/>
                  </a:lnTo>
                  <a:lnTo>
                    <a:pt x="18671" y="23294"/>
                  </a:lnTo>
                  <a:lnTo>
                    <a:pt x="18849" y="22938"/>
                  </a:lnTo>
                  <a:lnTo>
                    <a:pt x="19383" y="22227"/>
                  </a:lnTo>
                  <a:lnTo>
                    <a:pt x="20627" y="21516"/>
                  </a:lnTo>
                  <a:lnTo>
                    <a:pt x="23117" y="21338"/>
                  </a:lnTo>
                  <a:lnTo>
                    <a:pt x="24895" y="20982"/>
                  </a:lnTo>
                  <a:lnTo>
                    <a:pt x="26140" y="20449"/>
                  </a:lnTo>
                  <a:lnTo>
                    <a:pt x="27384" y="20093"/>
                  </a:lnTo>
                  <a:lnTo>
                    <a:pt x="28451" y="19738"/>
                  </a:lnTo>
                  <a:lnTo>
                    <a:pt x="29340" y="19382"/>
                  </a:lnTo>
                  <a:lnTo>
                    <a:pt x="29518" y="18671"/>
                  </a:lnTo>
                  <a:lnTo>
                    <a:pt x="30052" y="16715"/>
                  </a:lnTo>
                  <a:lnTo>
                    <a:pt x="30229" y="16537"/>
                  </a:lnTo>
                  <a:lnTo>
                    <a:pt x="29518" y="15292"/>
                  </a:lnTo>
                  <a:lnTo>
                    <a:pt x="29518" y="15470"/>
                  </a:lnTo>
                  <a:lnTo>
                    <a:pt x="29340" y="15470"/>
                  </a:lnTo>
                  <a:lnTo>
                    <a:pt x="25784" y="14936"/>
                  </a:lnTo>
                  <a:lnTo>
                    <a:pt x="24361" y="13336"/>
                  </a:lnTo>
                  <a:lnTo>
                    <a:pt x="24361" y="12981"/>
                  </a:lnTo>
                  <a:lnTo>
                    <a:pt x="24184" y="12803"/>
                  </a:lnTo>
                  <a:lnTo>
                    <a:pt x="24006" y="12803"/>
                  </a:lnTo>
                  <a:lnTo>
                    <a:pt x="24006" y="12625"/>
                  </a:lnTo>
                  <a:lnTo>
                    <a:pt x="23650" y="12625"/>
                  </a:lnTo>
                  <a:lnTo>
                    <a:pt x="23472" y="12447"/>
                  </a:lnTo>
                  <a:lnTo>
                    <a:pt x="23295" y="12091"/>
                  </a:lnTo>
                  <a:lnTo>
                    <a:pt x="22939" y="11558"/>
                  </a:lnTo>
                  <a:lnTo>
                    <a:pt x="22761" y="11202"/>
                  </a:lnTo>
                  <a:lnTo>
                    <a:pt x="22406" y="10847"/>
                  </a:lnTo>
                  <a:lnTo>
                    <a:pt x="22228" y="10135"/>
                  </a:lnTo>
                  <a:lnTo>
                    <a:pt x="22050" y="10135"/>
                  </a:lnTo>
                  <a:lnTo>
                    <a:pt x="22050" y="9780"/>
                  </a:lnTo>
                  <a:lnTo>
                    <a:pt x="22228" y="9780"/>
                  </a:lnTo>
                  <a:lnTo>
                    <a:pt x="22406" y="9602"/>
                  </a:lnTo>
                  <a:lnTo>
                    <a:pt x="22050" y="9069"/>
                  </a:lnTo>
                  <a:lnTo>
                    <a:pt x="22050" y="8891"/>
                  </a:lnTo>
                  <a:lnTo>
                    <a:pt x="21516" y="8535"/>
                  </a:lnTo>
                  <a:lnTo>
                    <a:pt x="21339" y="8357"/>
                  </a:lnTo>
                  <a:lnTo>
                    <a:pt x="21161" y="8357"/>
                  </a:lnTo>
                  <a:lnTo>
                    <a:pt x="21161" y="8180"/>
                  </a:lnTo>
                  <a:lnTo>
                    <a:pt x="20983" y="8002"/>
                  </a:lnTo>
                  <a:lnTo>
                    <a:pt x="20983" y="7646"/>
                  </a:lnTo>
                  <a:lnTo>
                    <a:pt x="20450" y="7468"/>
                  </a:lnTo>
                  <a:lnTo>
                    <a:pt x="20272" y="7113"/>
                  </a:lnTo>
                  <a:lnTo>
                    <a:pt x="20450" y="6935"/>
                  </a:lnTo>
                  <a:lnTo>
                    <a:pt x="20094" y="6757"/>
                  </a:lnTo>
                  <a:lnTo>
                    <a:pt x="20094" y="6579"/>
                  </a:lnTo>
                  <a:lnTo>
                    <a:pt x="19738" y="6046"/>
                  </a:lnTo>
                  <a:lnTo>
                    <a:pt x="18671" y="6046"/>
                  </a:lnTo>
                  <a:lnTo>
                    <a:pt x="18316" y="5334"/>
                  </a:lnTo>
                  <a:lnTo>
                    <a:pt x="17960" y="5157"/>
                  </a:lnTo>
                  <a:lnTo>
                    <a:pt x="16893" y="5157"/>
                  </a:lnTo>
                  <a:lnTo>
                    <a:pt x="15826" y="4979"/>
                  </a:lnTo>
                  <a:lnTo>
                    <a:pt x="14404" y="4979"/>
                  </a:lnTo>
                  <a:lnTo>
                    <a:pt x="14226" y="4801"/>
                  </a:lnTo>
                  <a:lnTo>
                    <a:pt x="13515" y="4090"/>
                  </a:lnTo>
                  <a:lnTo>
                    <a:pt x="11203" y="2134"/>
                  </a:lnTo>
                  <a:lnTo>
                    <a:pt x="10847" y="1956"/>
                  </a:lnTo>
                  <a:lnTo>
                    <a:pt x="8180" y="356"/>
                  </a:lnTo>
                  <a:lnTo>
                    <a:pt x="6580"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3" name="Google Shape;1393;p60"/>
            <p:cNvSpPr/>
            <p:nvPr/>
          </p:nvSpPr>
          <p:spPr>
            <a:xfrm>
              <a:off x="1749550" y="4782325"/>
              <a:ext cx="422325" cy="315650"/>
            </a:xfrm>
            <a:custGeom>
              <a:rect b="b" l="l" r="r" t="t"/>
              <a:pathLst>
                <a:path extrusionOk="0" h="12626" w="16893">
                  <a:moveTo>
                    <a:pt x="12447" y="0"/>
                  </a:moveTo>
                  <a:lnTo>
                    <a:pt x="12270" y="356"/>
                  </a:lnTo>
                  <a:lnTo>
                    <a:pt x="11558" y="534"/>
                  </a:lnTo>
                  <a:lnTo>
                    <a:pt x="11736" y="712"/>
                  </a:lnTo>
                  <a:lnTo>
                    <a:pt x="11914" y="1779"/>
                  </a:lnTo>
                  <a:lnTo>
                    <a:pt x="11381" y="2312"/>
                  </a:lnTo>
                  <a:lnTo>
                    <a:pt x="11203" y="2312"/>
                  </a:lnTo>
                  <a:lnTo>
                    <a:pt x="11025" y="2846"/>
                  </a:lnTo>
                  <a:lnTo>
                    <a:pt x="10314" y="3557"/>
                  </a:lnTo>
                  <a:lnTo>
                    <a:pt x="9425" y="3735"/>
                  </a:lnTo>
                  <a:lnTo>
                    <a:pt x="8358" y="3023"/>
                  </a:lnTo>
                  <a:lnTo>
                    <a:pt x="8180" y="2846"/>
                  </a:lnTo>
                  <a:lnTo>
                    <a:pt x="8002" y="3023"/>
                  </a:lnTo>
                  <a:lnTo>
                    <a:pt x="7824" y="3201"/>
                  </a:lnTo>
                  <a:lnTo>
                    <a:pt x="7646" y="3735"/>
                  </a:lnTo>
                  <a:lnTo>
                    <a:pt x="7113" y="3735"/>
                  </a:lnTo>
                  <a:lnTo>
                    <a:pt x="6935" y="3912"/>
                  </a:lnTo>
                  <a:lnTo>
                    <a:pt x="6757" y="4090"/>
                  </a:lnTo>
                  <a:lnTo>
                    <a:pt x="6580" y="4268"/>
                  </a:lnTo>
                  <a:lnTo>
                    <a:pt x="5335" y="4268"/>
                  </a:lnTo>
                  <a:lnTo>
                    <a:pt x="5157" y="3912"/>
                  </a:lnTo>
                  <a:lnTo>
                    <a:pt x="4268" y="3912"/>
                  </a:lnTo>
                  <a:lnTo>
                    <a:pt x="3557" y="4090"/>
                  </a:lnTo>
                  <a:lnTo>
                    <a:pt x="3201" y="4090"/>
                  </a:lnTo>
                  <a:lnTo>
                    <a:pt x="2845" y="3912"/>
                  </a:lnTo>
                  <a:lnTo>
                    <a:pt x="2668" y="3379"/>
                  </a:lnTo>
                  <a:lnTo>
                    <a:pt x="2312" y="3023"/>
                  </a:lnTo>
                  <a:lnTo>
                    <a:pt x="2134" y="2668"/>
                  </a:lnTo>
                  <a:lnTo>
                    <a:pt x="1779" y="2846"/>
                  </a:lnTo>
                  <a:lnTo>
                    <a:pt x="1245" y="2846"/>
                  </a:lnTo>
                  <a:lnTo>
                    <a:pt x="1245" y="3023"/>
                  </a:lnTo>
                  <a:lnTo>
                    <a:pt x="1067" y="3379"/>
                  </a:lnTo>
                  <a:lnTo>
                    <a:pt x="712" y="3735"/>
                  </a:lnTo>
                  <a:lnTo>
                    <a:pt x="712" y="4090"/>
                  </a:lnTo>
                  <a:lnTo>
                    <a:pt x="534" y="4268"/>
                  </a:lnTo>
                  <a:lnTo>
                    <a:pt x="534" y="4979"/>
                  </a:lnTo>
                  <a:lnTo>
                    <a:pt x="0" y="5335"/>
                  </a:lnTo>
                  <a:lnTo>
                    <a:pt x="0" y="5513"/>
                  </a:lnTo>
                  <a:lnTo>
                    <a:pt x="889" y="5868"/>
                  </a:lnTo>
                  <a:lnTo>
                    <a:pt x="1067" y="6046"/>
                  </a:lnTo>
                  <a:lnTo>
                    <a:pt x="1423" y="6224"/>
                  </a:lnTo>
                  <a:lnTo>
                    <a:pt x="1601" y="6402"/>
                  </a:lnTo>
                  <a:lnTo>
                    <a:pt x="1423" y="6757"/>
                  </a:lnTo>
                  <a:lnTo>
                    <a:pt x="1779" y="7113"/>
                  </a:lnTo>
                  <a:lnTo>
                    <a:pt x="2490" y="7469"/>
                  </a:lnTo>
                  <a:lnTo>
                    <a:pt x="2668" y="7824"/>
                  </a:lnTo>
                  <a:lnTo>
                    <a:pt x="3023" y="8002"/>
                  </a:lnTo>
                  <a:lnTo>
                    <a:pt x="3023" y="8358"/>
                  </a:lnTo>
                  <a:lnTo>
                    <a:pt x="3379" y="8713"/>
                  </a:lnTo>
                  <a:lnTo>
                    <a:pt x="3379" y="8891"/>
                  </a:lnTo>
                  <a:lnTo>
                    <a:pt x="3557" y="8891"/>
                  </a:lnTo>
                  <a:lnTo>
                    <a:pt x="3735" y="9069"/>
                  </a:lnTo>
                  <a:lnTo>
                    <a:pt x="4268" y="9425"/>
                  </a:lnTo>
                  <a:lnTo>
                    <a:pt x="4446" y="9603"/>
                  </a:lnTo>
                  <a:lnTo>
                    <a:pt x="4446" y="9958"/>
                  </a:lnTo>
                  <a:lnTo>
                    <a:pt x="4624" y="10314"/>
                  </a:lnTo>
                  <a:lnTo>
                    <a:pt x="5335" y="11025"/>
                  </a:lnTo>
                  <a:lnTo>
                    <a:pt x="5513" y="11025"/>
                  </a:lnTo>
                  <a:lnTo>
                    <a:pt x="5513" y="11203"/>
                  </a:lnTo>
                  <a:lnTo>
                    <a:pt x="5868" y="11381"/>
                  </a:lnTo>
                  <a:lnTo>
                    <a:pt x="6402" y="11025"/>
                  </a:lnTo>
                  <a:lnTo>
                    <a:pt x="7113" y="11381"/>
                  </a:lnTo>
                  <a:lnTo>
                    <a:pt x="7291" y="11203"/>
                  </a:lnTo>
                  <a:lnTo>
                    <a:pt x="7469" y="10847"/>
                  </a:lnTo>
                  <a:lnTo>
                    <a:pt x="8002" y="11025"/>
                  </a:lnTo>
                  <a:lnTo>
                    <a:pt x="8180" y="11381"/>
                  </a:lnTo>
                  <a:lnTo>
                    <a:pt x="8713" y="11914"/>
                  </a:lnTo>
                  <a:lnTo>
                    <a:pt x="9247" y="12092"/>
                  </a:lnTo>
                  <a:lnTo>
                    <a:pt x="9247" y="12448"/>
                  </a:lnTo>
                  <a:lnTo>
                    <a:pt x="9425" y="12448"/>
                  </a:lnTo>
                  <a:lnTo>
                    <a:pt x="9425" y="12625"/>
                  </a:lnTo>
                  <a:lnTo>
                    <a:pt x="9602" y="12270"/>
                  </a:lnTo>
                  <a:lnTo>
                    <a:pt x="10136" y="12092"/>
                  </a:lnTo>
                  <a:lnTo>
                    <a:pt x="10669" y="12448"/>
                  </a:lnTo>
                  <a:lnTo>
                    <a:pt x="11025" y="12270"/>
                  </a:lnTo>
                  <a:lnTo>
                    <a:pt x="11203" y="12448"/>
                  </a:lnTo>
                  <a:lnTo>
                    <a:pt x="11381" y="12625"/>
                  </a:lnTo>
                  <a:lnTo>
                    <a:pt x="11381" y="12448"/>
                  </a:lnTo>
                  <a:lnTo>
                    <a:pt x="11736" y="12270"/>
                  </a:lnTo>
                  <a:lnTo>
                    <a:pt x="12803" y="12092"/>
                  </a:lnTo>
                  <a:lnTo>
                    <a:pt x="12981" y="12270"/>
                  </a:lnTo>
                  <a:lnTo>
                    <a:pt x="13337" y="12270"/>
                  </a:lnTo>
                  <a:lnTo>
                    <a:pt x="14048" y="11558"/>
                  </a:lnTo>
                  <a:lnTo>
                    <a:pt x="14226" y="11558"/>
                  </a:lnTo>
                  <a:lnTo>
                    <a:pt x="14581" y="11025"/>
                  </a:lnTo>
                  <a:lnTo>
                    <a:pt x="14759" y="10847"/>
                  </a:lnTo>
                  <a:lnTo>
                    <a:pt x="16004" y="10492"/>
                  </a:lnTo>
                  <a:lnTo>
                    <a:pt x="16359" y="10492"/>
                  </a:lnTo>
                  <a:lnTo>
                    <a:pt x="16182" y="10847"/>
                  </a:lnTo>
                  <a:lnTo>
                    <a:pt x="16359" y="11025"/>
                  </a:lnTo>
                  <a:lnTo>
                    <a:pt x="16893" y="11025"/>
                  </a:lnTo>
                  <a:lnTo>
                    <a:pt x="16715" y="10847"/>
                  </a:lnTo>
                  <a:lnTo>
                    <a:pt x="16537" y="10136"/>
                  </a:lnTo>
                  <a:lnTo>
                    <a:pt x="16359" y="9958"/>
                  </a:lnTo>
                  <a:lnTo>
                    <a:pt x="16004" y="10136"/>
                  </a:lnTo>
                  <a:lnTo>
                    <a:pt x="15648" y="9603"/>
                  </a:lnTo>
                  <a:lnTo>
                    <a:pt x="15470" y="9247"/>
                  </a:lnTo>
                  <a:lnTo>
                    <a:pt x="15293" y="8358"/>
                  </a:lnTo>
                  <a:lnTo>
                    <a:pt x="14226" y="7647"/>
                  </a:lnTo>
                  <a:lnTo>
                    <a:pt x="13870" y="6935"/>
                  </a:lnTo>
                  <a:lnTo>
                    <a:pt x="13692" y="6757"/>
                  </a:lnTo>
                  <a:lnTo>
                    <a:pt x="12981" y="6580"/>
                  </a:lnTo>
                  <a:lnTo>
                    <a:pt x="12625" y="6402"/>
                  </a:lnTo>
                  <a:lnTo>
                    <a:pt x="12981" y="5513"/>
                  </a:lnTo>
                  <a:lnTo>
                    <a:pt x="13514" y="5335"/>
                  </a:lnTo>
                  <a:lnTo>
                    <a:pt x="13692" y="5513"/>
                  </a:lnTo>
                  <a:lnTo>
                    <a:pt x="14226" y="5157"/>
                  </a:lnTo>
                  <a:lnTo>
                    <a:pt x="14226" y="4090"/>
                  </a:lnTo>
                  <a:lnTo>
                    <a:pt x="13870" y="4090"/>
                  </a:lnTo>
                  <a:lnTo>
                    <a:pt x="13870" y="3735"/>
                  </a:lnTo>
                  <a:lnTo>
                    <a:pt x="14048" y="3379"/>
                  </a:lnTo>
                  <a:lnTo>
                    <a:pt x="13870" y="3023"/>
                  </a:lnTo>
                  <a:lnTo>
                    <a:pt x="13337" y="2312"/>
                  </a:lnTo>
                  <a:lnTo>
                    <a:pt x="13159" y="2312"/>
                  </a:lnTo>
                  <a:lnTo>
                    <a:pt x="12981" y="2134"/>
                  </a:lnTo>
                  <a:lnTo>
                    <a:pt x="12803" y="712"/>
                  </a:lnTo>
                  <a:lnTo>
                    <a:pt x="1298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4" name="Google Shape;1394;p60"/>
            <p:cNvSpPr/>
            <p:nvPr/>
          </p:nvSpPr>
          <p:spPr>
            <a:xfrm>
              <a:off x="2069625" y="4684525"/>
              <a:ext cx="529025" cy="413450"/>
            </a:xfrm>
            <a:custGeom>
              <a:rect b="b" l="l" r="r" t="t"/>
              <a:pathLst>
                <a:path extrusionOk="0" h="16538" w="21161">
                  <a:moveTo>
                    <a:pt x="7113" y="1"/>
                  </a:moveTo>
                  <a:lnTo>
                    <a:pt x="6401" y="890"/>
                  </a:lnTo>
                  <a:lnTo>
                    <a:pt x="6046" y="712"/>
                  </a:lnTo>
                  <a:lnTo>
                    <a:pt x="5690" y="890"/>
                  </a:lnTo>
                  <a:lnTo>
                    <a:pt x="5157" y="890"/>
                  </a:lnTo>
                  <a:lnTo>
                    <a:pt x="4979" y="1601"/>
                  </a:lnTo>
                  <a:lnTo>
                    <a:pt x="4623" y="2490"/>
                  </a:lnTo>
                  <a:lnTo>
                    <a:pt x="4446" y="3201"/>
                  </a:lnTo>
                  <a:lnTo>
                    <a:pt x="4090" y="3201"/>
                  </a:lnTo>
                  <a:lnTo>
                    <a:pt x="3734" y="3379"/>
                  </a:lnTo>
                  <a:lnTo>
                    <a:pt x="3201" y="4268"/>
                  </a:lnTo>
                  <a:lnTo>
                    <a:pt x="3023" y="4624"/>
                  </a:lnTo>
                  <a:lnTo>
                    <a:pt x="2667" y="6046"/>
                  </a:lnTo>
                  <a:lnTo>
                    <a:pt x="2312" y="6046"/>
                  </a:lnTo>
                  <a:lnTo>
                    <a:pt x="2134" y="5868"/>
                  </a:lnTo>
                  <a:lnTo>
                    <a:pt x="1956" y="6224"/>
                  </a:lnTo>
                  <a:lnTo>
                    <a:pt x="1778" y="6402"/>
                  </a:lnTo>
                  <a:lnTo>
                    <a:pt x="1778" y="6935"/>
                  </a:lnTo>
                  <a:lnTo>
                    <a:pt x="1600" y="8002"/>
                  </a:lnTo>
                  <a:lnTo>
                    <a:pt x="1600" y="9247"/>
                  </a:lnTo>
                  <a:lnTo>
                    <a:pt x="1067" y="9603"/>
                  </a:lnTo>
                  <a:lnTo>
                    <a:pt x="711" y="9603"/>
                  </a:lnTo>
                  <a:lnTo>
                    <a:pt x="534" y="9425"/>
                  </a:lnTo>
                  <a:lnTo>
                    <a:pt x="356" y="9603"/>
                  </a:lnTo>
                  <a:lnTo>
                    <a:pt x="0" y="10136"/>
                  </a:lnTo>
                  <a:lnTo>
                    <a:pt x="356" y="10314"/>
                  </a:lnTo>
                  <a:lnTo>
                    <a:pt x="1067" y="10492"/>
                  </a:lnTo>
                  <a:lnTo>
                    <a:pt x="1245" y="10669"/>
                  </a:lnTo>
                  <a:lnTo>
                    <a:pt x="1600" y="11381"/>
                  </a:lnTo>
                  <a:lnTo>
                    <a:pt x="2667" y="12092"/>
                  </a:lnTo>
                  <a:lnTo>
                    <a:pt x="2845" y="12981"/>
                  </a:lnTo>
                  <a:lnTo>
                    <a:pt x="3023" y="13337"/>
                  </a:lnTo>
                  <a:lnTo>
                    <a:pt x="3379" y="13870"/>
                  </a:lnTo>
                  <a:lnTo>
                    <a:pt x="3379" y="13692"/>
                  </a:lnTo>
                  <a:lnTo>
                    <a:pt x="3912" y="13870"/>
                  </a:lnTo>
                  <a:lnTo>
                    <a:pt x="4090" y="14581"/>
                  </a:lnTo>
                  <a:lnTo>
                    <a:pt x="4268" y="14937"/>
                  </a:lnTo>
                  <a:lnTo>
                    <a:pt x="4446" y="15115"/>
                  </a:lnTo>
                  <a:lnTo>
                    <a:pt x="5512" y="15115"/>
                  </a:lnTo>
                  <a:lnTo>
                    <a:pt x="7291" y="16360"/>
                  </a:lnTo>
                  <a:lnTo>
                    <a:pt x="8002" y="16360"/>
                  </a:lnTo>
                  <a:lnTo>
                    <a:pt x="9247" y="16537"/>
                  </a:lnTo>
                  <a:lnTo>
                    <a:pt x="9780" y="16004"/>
                  </a:lnTo>
                  <a:lnTo>
                    <a:pt x="11203" y="15470"/>
                  </a:lnTo>
                  <a:lnTo>
                    <a:pt x="11736" y="15826"/>
                  </a:lnTo>
                  <a:lnTo>
                    <a:pt x="12625" y="15826"/>
                  </a:lnTo>
                  <a:lnTo>
                    <a:pt x="12981" y="15470"/>
                  </a:lnTo>
                  <a:lnTo>
                    <a:pt x="13692" y="15470"/>
                  </a:lnTo>
                  <a:lnTo>
                    <a:pt x="14048" y="15293"/>
                  </a:lnTo>
                  <a:lnTo>
                    <a:pt x="14403" y="14759"/>
                  </a:lnTo>
                  <a:lnTo>
                    <a:pt x="15114" y="14581"/>
                  </a:lnTo>
                  <a:lnTo>
                    <a:pt x="15826" y="14404"/>
                  </a:lnTo>
                  <a:lnTo>
                    <a:pt x="17070" y="14404"/>
                  </a:lnTo>
                  <a:lnTo>
                    <a:pt x="18137" y="13515"/>
                  </a:lnTo>
                  <a:lnTo>
                    <a:pt x="20271" y="11203"/>
                  </a:lnTo>
                  <a:lnTo>
                    <a:pt x="21160" y="10136"/>
                  </a:lnTo>
                  <a:lnTo>
                    <a:pt x="19915" y="10136"/>
                  </a:lnTo>
                  <a:lnTo>
                    <a:pt x="18137" y="9603"/>
                  </a:lnTo>
                  <a:lnTo>
                    <a:pt x="18137" y="9425"/>
                  </a:lnTo>
                  <a:lnTo>
                    <a:pt x="15826" y="8714"/>
                  </a:lnTo>
                  <a:lnTo>
                    <a:pt x="14759" y="7824"/>
                  </a:lnTo>
                  <a:lnTo>
                    <a:pt x="14581" y="7469"/>
                  </a:lnTo>
                  <a:lnTo>
                    <a:pt x="14048" y="6935"/>
                  </a:lnTo>
                  <a:lnTo>
                    <a:pt x="13870" y="6224"/>
                  </a:lnTo>
                  <a:lnTo>
                    <a:pt x="14225" y="5691"/>
                  </a:lnTo>
                  <a:lnTo>
                    <a:pt x="13692" y="5691"/>
                  </a:lnTo>
                  <a:lnTo>
                    <a:pt x="12803" y="5868"/>
                  </a:lnTo>
                  <a:lnTo>
                    <a:pt x="12447" y="5691"/>
                  </a:lnTo>
                  <a:lnTo>
                    <a:pt x="12447" y="4446"/>
                  </a:lnTo>
                  <a:lnTo>
                    <a:pt x="13336" y="3379"/>
                  </a:lnTo>
                  <a:lnTo>
                    <a:pt x="13158" y="3201"/>
                  </a:lnTo>
                  <a:lnTo>
                    <a:pt x="12803" y="3023"/>
                  </a:lnTo>
                  <a:lnTo>
                    <a:pt x="12269" y="2312"/>
                  </a:lnTo>
                  <a:lnTo>
                    <a:pt x="11736" y="1957"/>
                  </a:lnTo>
                  <a:lnTo>
                    <a:pt x="11203" y="1067"/>
                  </a:lnTo>
                  <a:lnTo>
                    <a:pt x="10313" y="712"/>
                  </a:lnTo>
                  <a:lnTo>
                    <a:pt x="10136" y="534"/>
                  </a:lnTo>
                  <a:lnTo>
                    <a:pt x="9958" y="712"/>
                  </a:lnTo>
                  <a:lnTo>
                    <a:pt x="9247" y="356"/>
                  </a:lnTo>
                  <a:lnTo>
                    <a:pt x="9069" y="534"/>
                  </a:lnTo>
                  <a:lnTo>
                    <a:pt x="8713" y="356"/>
                  </a:lnTo>
                  <a:lnTo>
                    <a:pt x="8357" y="534"/>
                  </a:lnTo>
                  <a:lnTo>
                    <a:pt x="7646" y="712"/>
                  </a:lnTo>
                  <a:lnTo>
                    <a:pt x="711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5" name="Google Shape;1395;p60"/>
            <p:cNvSpPr/>
            <p:nvPr/>
          </p:nvSpPr>
          <p:spPr>
            <a:xfrm>
              <a:off x="2780875" y="3515400"/>
              <a:ext cx="497925" cy="346750"/>
            </a:xfrm>
            <a:custGeom>
              <a:rect b="b" l="l" r="r" t="t"/>
              <a:pathLst>
                <a:path extrusionOk="0" h="13870" w="19917">
                  <a:moveTo>
                    <a:pt x="8358" y="356"/>
                  </a:moveTo>
                  <a:lnTo>
                    <a:pt x="8358" y="889"/>
                  </a:lnTo>
                  <a:lnTo>
                    <a:pt x="7825" y="889"/>
                  </a:lnTo>
                  <a:lnTo>
                    <a:pt x="8358" y="356"/>
                  </a:lnTo>
                  <a:close/>
                  <a:moveTo>
                    <a:pt x="8358" y="0"/>
                  </a:moveTo>
                  <a:lnTo>
                    <a:pt x="8002" y="178"/>
                  </a:lnTo>
                  <a:lnTo>
                    <a:pt x="8002" y="534"/>
                  </a:lnTo>
                  <a:lnTo>
                    <a:pt x="7647" y="534"/>
                  </a:lnTo>
                  <a:lnTo>
                    <a:pt x="7647" y="711"/>
                  </a:lnTo>
                  <a:lnTo>
                    <a:pt x="7469" y="1067"/>
                  </a:lnTo>
                  <a:lnTo>
                    <a:pt x="6935" y="1067"/>
                  </a:lnTo>
                  <a:lnTo>
                    <a:pt x="6580" y="1245"/>
                  </a:lnTo>
                  <a:lnTo>
                    <a:pt x="6224" y="1778"/>
                  </a:lnTo>
                  <a:lnTo>
                    <a:pt x="6224" y="1956"/>
                  </a:lnTo>
                  <a:lnTo>
                    <a:pt x="6402" y="2667"/>
                  </a:lnTo>
                  <a:lnTo>
                    <a:pt x="6224" y="2845"/>
                  </a:lnTo>
                  <a:lnTo>
                    <a:pt x="4802" y="2667"/>
                  </a:lnTo>
                  <a:lnTo>
                    <a:pt x="4268" y="2845"/>
                  </a:lnTo>
                  <a:lnTo>
                    <a:pt x="3735" y="2845"/>
                  </a:lnTo>
                  <a:lnTo>
                    <a:pt x="3379" y="2312"/>
                  </a:lnTo>
                  <a:lnTo>
                    <a:pt x="3201" y="2134"/>
                  </a:lnTo>
                  <a:lnTo>
                    <a:pt x="2846" y="1423"/>
                  </a:lnTo>
                  <a:lnTo>
                    <a:pt x="1957" y="711"/>
                  </a:lnTo>
                  <a:lnTo>
                    <a:pt x="1068" y="889"/>
                  </a:lnTo>
                  <a:lnTo>
                    <a:pt x="356" y="1245"/>
                  </a:lnTo>
                  <a:lnTo>
                    <a:pt x="356" y="1245"/>
                  </a:lnTo>
                  <a:lnTo>
                    <a:pt x="1245" y="1067"/>
                  </a:lnTo>
                  <a:lnTo>
                    <a:pt x="1779" y="1067"/>
                  </a:lnTo>
                  <a:lnTo>
                    <a:pt x="1779" y="1245"/>
                  </a:lnTo>
                  <a:lnTo>
                    <a:pt x="1957" y="1956"/>
                  </a:lnTo>
                  <a:lnTo>
                    <a:pt x="1957" y="2312"/>
                  </a:lnTo>
                  <a:lnTo>
                    <a:pt x="2846" y="3023"/>
                  </a:lnTo>
                  <a:lnTo>
                    <a:pt x="2846" y="3556"/>
                  </a:lnTo>
                  <a:lnTo>
                    <a:pt x="2668" y="3734"/>
                  </a:lnTo>
                  <a:lnTo>
                    <a:pt x="2312" y="3556"/>
                  </a:lnTo>
                  <a:lnTo>
                    <a:pt x="2312" y="3912"/>
                  </a:lnTo>
                  <a:lnTo>
                    <a:pt x="1423" y="4090"/>
                  </a:lnTo>
                  <a:lnTo>
                    <a:pt x="1245" y="3734"/>
                  </a:lnTo>
                  <a:lnTo>
                    <a:pt x="1068" y="3912"/>
                  </a:lnTo>
                  <a:lnTo>
                    <a:pt x="356" y="3734"/>
                  </a:lnTo>
                  <a:lnTo>
                    <a:pt x="356" y="3556"/>
                  </a:lnTo>
                  <a:lnTo>
                    <a:pt x="1" y="4623"/>
                  </a:lnTo>
                  <a:lnTo>
                    <a:pt x="1" y="4979"/>
                  </a:lnTo>
                  <a:lnTo>
                    <a:pt x="178" y="5157"/>
                  </a:lnTo>
                  <a:lnTo>
                    <a:pt x="1245" y="5157"/>
                  </a:lnTo>
                  <a:lnTo>
                    <a:pt x="1068" y="5512"/>
                  </a:lnTo>
                  <a:lnTo>
                    <a:pt x="1245" y="5868"/>
                  </a:lnTo>
                  <a:lnTo>
                    <a:pt x="1245" y="6224"/>
                  </a:lnTo>
                  <a:lnTo>
                    <a:pt x="534" y="6224"/>
                  </a:lnTo>
                  <a:lnTo>
                    <a:pt x="712" y="6402"/>
                  </a:lnTo>
                  <a:lnTo>
                    <a:pt x="1245" y="6402"/>
                  </a:lnTo>
                  <a:lnTo>
                    <a:pt x="1779" y="7113"/>
                  </a:lnTo>
                  <a:lnTo>
                    <a:pt x="1601" y="8002"/>
                  </a:lnTo>
                  <a:lnTo>
                    <a:pt x="1601" y="8891"/>
                  </a:lnTo>
                  <a:lnTo>
                    <a:pt x="1779" y="9958"/>
                  </a:lnTo>
                  <a:lnTo>
                    <a:pt x="2134" y="9958"/>
                  </a:lnTo>
                  <a:lnTo>
                    <a:pt x="2668" y="9780"/>
                  </a:lnTo>
                  <a:lnTo>
                    <a:pt x="2846" y="9602"/>
                  </a:lnTo>
                  <a:lnTo>
                    <a:pt x="2846" y="9247"/>
                  </a:lnTo>
                  <a:lnTo>
                    <a:pt x="3379" y="8891"/>
                  </a:lnTo>
                  <a:lnTo>
                    <a:pt x="3735" y="8713"/>
                  </a:lnTo>
                  <a:lnTo>
                    <a:pt x="4268" y="8535"/>
                  </a:lnTo>
                  <a:lnTo>
                    <a:pt x="4979" y="8713"/>
                  </a:lnTo>
                  <a:lnTo>
                    <a:pt x="5157" y="8357"/>
                  </a:lnTo>
                  <a:lnTo>
                    <a:pt x="6580" y="8357"/>
                  </a:lnTo>
                  <a:lnTo>
                    <a:pt x="6935" y="8891"/>
                  </a:lnTo>
                  <a:lnTo>
                    <a:pt x="8002" y="9247"/>
                  </a:lnTo>
                  <a:lnTo>
                    <a:pt x="8180" y="9424"/>
                  </a:lnTo>
                  <a:lnTo>
                    <a:pt x="8891" y="9424"/>
                  </a:lnTo>
                  <a:lnTo>
                    <a:pt x="9603" y="9602"/>
                  </a:lnTo>
                  <a:lnTo>
                    <a:pt x="9781" y="10136"/>
                  </a:lnTo>
                  <a:lnTo>
                    <a:pt x="9958" y="10313"/>
                  </a:lnTo>
                  <a:lnTo>
                    <a:pt x="10670" y="10669"/>
                  </a:lnTo>
                  <a:lnTo>
                    <a:pt x="11025" y="11203"/>
                  </a:lnTo>
                  <a:lnTo>
                    <a:pt x="12092" y="11203"/>
                  </a:lnTo>
                  <a:lnTo>
                    <a:pt x="12270" y="11380"/>
                  </a:lnTo>
                  <a:lnTo>
                    <a:pt x="12270" y="12625"/>
                  </a:lnTo>
                  <a:lnTo>
                    <a:pt x="12448" y="13158"/>
                  </a:lnTo>
                  <a:lnTo>
                    <a:pt x="12803" y="13514"/>
                  </a:lnTo>
                  <a:lnTo>
                    <a:pt x="13515" y="13514"/>
                  </a:lnTo>
                  <a:lnTo>
                    <a:pt x="13870" y="13692"/>
                  </a:lnTo>
                  <a:lnTo>
                    <a:pt x="14226" y="13870"/>
                  </a:lnTo>
                  <a:lnTo>
                    <a:pt x="14937" y="13336"/>
                  </a:lnTo>
                  <a:lnTo>
                    <a:pt x="14937" y="13158"/>
                  </a:lnTo>
                  <a:lnTo>
                    <a:pt x="15115" y="12981"/>
                  </a:lnTo>
                  <a:lnTo>
                    <a:pt x="14937" y="12625"/>
                  </a:lnTo>
                  <a:lnTo>
                    <a:pt x="16360" y="12269"/>
                  </a:lnTo>
                  <a:lnTo>
                    <a:pt x="16893" y="11914"/>
                  </a:lnTo>
                  <a:lnTo>
                    <a:pt x="17071" y="11736"/>
                  </a:lnTo>
                  <a:lnTo>
                    <a:pt x="17071" y="11203"/>
                  </a:lnTo>
                  <a:lnTo>
                    <a:pt x="17249" y="10847"/>
                  </a:lnTo>
                  <a:lnTo>
                    <a:pt x="17249" y="10491"/>
                  </a:lnTo>
                  <a:lnTo>
                    <a:pt x="17604" y="10313"/>
                  </a:lnTo>
                  <a:lnTo>
                    <a:pt x="18316" y="10136"/>
                  </a:lnTo>
                  <a:lnTo>
                    <a:pt x="18671" y="9602"/>
                  </a:lnTo>
                  <a:lnTo>
                    <a:pt x="19738" y="9958"/>
                  </a:lnTo>
                  <a:lnTo>
                    <a:pt x="19916" y="9958"/>
                  </a:lnTo>
                  <a:lnTo>
                    <a:pt x="19916" y="9069"/>
                  </a:lnTo>
                  <a:lnTo>
                    <a:pt x="19027" y="8535"/>
                  </a:lnTo>
                  <a:lnTo>
                    <a:pt x="18138" y="8357"/>
                  </a:lnTo>
                  <a:lnTo>
                    <a:pt x="16715" y="7291"/>
                  </a:lnTo>
                  <a:lnTo>
                    <a:pt x="16182" y="7113"/>
                  </a:lnTo>
                  <a:lnTo>
                    <a:pt x="14226" y="5512"/>
                  </a:lnTo>
                  <a:lnTo>
                    <a:pt x="13870" y="5157"/>
                  </a:lnTo>
                  <a:lnTo>
                    <a:pt x="13692" y="4446"/>
                  </a:lnTo>
                  <a:lnTo>
                    <a:pt x="13159" y="3379"/>
                  </a:lnTo>
                  <a:lnTo>
                    <a:pt x="12626" y="2845"/>
                  </a:lnTo>
                  <a:lnTo>
                    <a:pt x="12270" y="3023"/>
                  </a:lnTo>
                  <a:lnTo>
                    <a:pt x="11025" y="2845"/>
                  </a:lnTo>
                  <a:lnTo>
                    <a:pt x="10670" y="2490"/>
                  </a:lnTo>
                  <a:lnTo>
                    <a:pt x="10492" y="1956"/>
                  </a:lnTo>
                  <a:lnTo>
                    <a:pt x="10492" y="1778"/>
                  </a:lnTo>
                  <a:lnTo>
                    <a:pt x="10314" y="1245"/>
                  </a:lnTo>
                  <a:lnTo>
                    <a:pt x="10314" y="1067"/>
                  </a:lnTo>
                  <a:lnTo>
                    <a:pt x="9603" y="889"/>
                  </a:lnTo>
                  <a:lnTo>
                    <a:pt x="9247" y="534"/>
                  </a:lnTo>
                  <a:lnTo>
                    <a:pt x="8714" y="178"/>
                  </a:lnTo>
                  <a:lnTo>
                    <a:pt x="835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6" name="Google Shape;1396;p60"/>
            <p:cNvSpPr/>
            <p:nvPr/>
          </p:nvSpPr>
          <p:spPr>
            <a:xfrm>
              <a:off x="2122950" y="5049050"/>
              <a:ext cx="31150" cy="8925"/>
            </a:xfrm>
            <a:custGeom>
              <a:rect b="b" l="l" r="r" t="t"/>
              <a:pathLst>
                <a:path extrusionOk="0" h="357" w="1246">
                  <a:moveTo>
                    <a:pt x="1068" y="0"/>
                  </a:moveTo>
                  <a:lnTo>
                    <a:pt x="1" y="356"/>
                  </a:lnTo>
                  <a:lnTo>
                    <a:pt x="1068" y="356"/>
                  </a:lnTo>
                  <a:lnTo>
                    <a:pt x="124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7" name="Google Shape;1397;p60"/>
            <p:cNvSpPr/>
            <p:nvPr/>
          </p:nvSpPr>
          <p:spPr>
            <a:xfrm>
              <a:off x="1633975" y="2635200"/>
              <a:ext cx="257850" cy="151175"/>
            </a:xfrm>
            <a:custGeom>
              <a:rect b="b" l="l" r="r" t="t"/>
              <a:pathLst>
                <a:path extrusionOk="0" h="6047" w="10314">
                  <a:moveTo>
                    <a:pt x="5868" y="1"/>
                  </a:moveTo>
                  <a:lnTo>
                    <a:pt x="4801" y="534"/>
                  </a:lnTo>
                  <a:lnTo>
                    <a:pt x="4979" y="1957"/>
                  </a:lnTo>
                  <a:lnTo>
                    <a:pt x="4801" y="2312"/>
                  </a:lnTo>
                  <a:lnTo>
                    <a:pt x="4268" y="2846"/>
                  </a:lnTo>
                  <a:lnTo>
                    <a:pt x="3556" y="2846"/>
                  </a:lnTo>
                  <a:lnTo>
                    <a:pt x="3023" y="2668"/>
                  </a:lnTo>
                  <a:lnTo>
                    <a:pt x="3023" y="2312"/>
                  </a:lnTo>
                  <a:lnTo>
                    <a:pt x="2845" y="1779"/>
                  </a:lnTo>
                  <a:lnTo>
                    <a:pt x="2134" y="1245"/>
                  </a:lnTo>
                  <a:lnTo>
                    <a:pt x="2134" y="890"/>
                  </a:lnTo>
                  <a:lnTo>
                    <a:pt x="1067" y="1245"/>
                  </a:lnTo>
                  <a:lnTo>
                    <a:pt x="534" y="2312"/>
                  </a:lnTo>
                  <a:lnTo>
                    <a:pt x="534" y="2846"/>
                  </a:lnTo>
                  <a:lnTo>
                    <a:pt x="0" y="3379"/>
                  </a:lnTo>
                  <a:lnTo>
                    <a:pt x="0" y="4980"/>
                  </a:lnTo>
                  <a:lnTo>
                    <a:pt x="534" y="4446"/>
                  </a:lnTo>
                  <a:lnTo>
                    <a:pt x="1245" y="4268"/>
                  </a:lnTo>
                  <a:lnTo>
                    <a:pt x="1423" y="4090"/>
                  </a:lnTo>
                  <a:lnTo>
                    <a:pt x="2312" y="4268"/>
                  </a:lnTo>
                  <a:lnTo>
                    <a:pt x="2667" y="4268"/>
                  </a:lnTo>
                  <a:lnTo>
                    <a:pt x="2845" y="4446"/>
                  </a:lnTo>
                  <a:lnTo>
                    <a:pt x="3023" y="4268"/>
                  </a:lnTo>
                  <a:lnTo>
                    <a:pt x="3912" y="4268"/>
                  </a:lnTo>
                  <a:lnTo>
                    <a:pt x="4623" y="4624"/>
                  </a:lnTo>
                  <a:lnTo>
                    <a:pt x="4979" y="4624"/>
                  </a:lnTo>
                  <a:lnTo>
                    <a:pt x="5157" y="4268"/>
                  </a:lnTo>
                  <a:lnTo>
                    <a:pt x="5512" y="4090"/>
                  </a:lnTo>
                  <a:lnTo>
                    <a:pt x="5868" y="4802"/>
                  </a:lnTo>
                  <a:lnTo>
                    <a:pt x="6757" y="4980"/>
                  </a:lnTo>
                  <a:lnTo>
                    <a:pt x="7113" y="5335"/>
                  </a:lnTo>
                  <a:lnTo>
                    <a:pt x="7291" y="5335"/>
                  </a:lnTo>
                  <a:lnTo>
                    <a:pt x="7824" y="6046"/>
                  </a:lnTo>
                  <a:lnTo>
                    <a:pt x="8180" y="6046"/>
                  </a:lnTo>
                  <a:lnTo>
                    <a:pt x="8535" y="5691"/>
                  </a:lnTo>
                  <a:lnTo>
                    <a:pt x="9247" y="5869"/>
                  </a:lnTo>
                  <a:lnTo>
                    <a:pt x="9424" y="5513"/>
                  </a:lnTo>
                  <a:lnTo>
                    <a:pt x="10136" y="4802"/>
                  </a:lnTo>
                  <a:lnTo>
                    <a:pt x="10313" y="4624"/>
                  </a:lnTo>
                  <a:lnTo>
                    <a:pt x="10136" y="3913"/>
                  </a:lnTo>
                  <a:lnTo>
                    <a:pt x="9780" y="3201"/>
                  </a:lnTo>
                  <a:lnTo>
                    <a:pt x="9424" y="3201"/>
                  </a:lnTo>
                  <a:lnTo>
                    <a:pt x="9780" y="2135"/>
                  </a:lnTo>
                  <a:lnTo>
                    <a:pt x="9247" y="1601"/>
                  </a:lnTo>
                  <a:lnTo>
                    <a:pt x="9247" y="1423"/>
                  </a:lnTo>
                  <a:lnTo>
                    <a:pt x="9069" y="1423"/>
                  </a:lnTo>
                  <a:lnTo>
                    <a:pt x="8535" y="1245"/>
                  </a:lnTo>
                  <a:lnTo>
                    <a:pt x="7824" y="1423"/>
                  </a:lnTo>
                  <a:lnTo>
                    <a:pt x="7468" y="1245"/>
                  </a:lnTo>
                  <a:lnTo>
                    <a:pt x="7113" y="534"/>
                  </a:lnTo>
                  <a:lnTo>
                    <a:pt x="6935" y="534"/>
                  </a:lnTo>
                  <a:lnTo>
                    <a:pt x="604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8" name="Google Shape;1398;p60"/>
            <p:cNvSpPr/>
            <p:nvPr/>
          </p:nvSpPr>
          <p:spPr>
            <a:xfrm>
              <a:off x="1620625" y="1621650"/>
              <a:ext cx="391225" cy="884675"/>
            </a:xfrm>
            <a:custGeom>
              <a:rect b="b" l="l" r="r" t="t"/>
              <a:pathLst>
                <a:path extrusionOk="0" h="35387" w="15649">
                  <a:moveTo>
                    <a:pt x="10136" y="1"/>
                  </a:moveTo>
                  <a:lnTo>
                    <a:pt x="9247" y="712"/>
                  </a:lnTo>
                  <a:lnTo>
                    <a:pt x="8536" y="534"/>
                  </a:lnTo>
                  <a:lnTo>
                    <a:pt x="7647" y="1601"/>
                  </a:lnTo>
                  <a:lnTo>
                    <a:pt x="7647" y="2135"/>
                  </a:lnTo>
                  <a:lnTo>
                    <a:pt x="7469" y="2668"/>
                  </a:lnTo>
                  <a:lnTo>
                    <a:pt x="7469" y="3202"/>
                  </a:lnTo>
                  <a:lnTo>
                    <a:pt x="7291" y="3557"/>
                  </a:lnTo>
                  <a:lnTo>
                    <a:pt x="7291" y="4802"/>
                  </a:lnTo>
                  <a:lnTo>
                    <a:pt x="6580" y="5158"/>
                  </a:lnTo>
                  <a:lnTo>
                    <a:pt x="6402" y="5869"/>
                  </a:lnTo>
                  <a:lnTo>
                    <a:pt x="6046" y="6224"/>
                  </a:lnTo>
                  <a:lnTo>
                    <a:pt x="4624" y="5158"/>
                  </a:lnTo>
                  <a:lnTo>
                    <a:pt x="4268" y="5691"/>
                  </a:lnTo>
                  <a:lnTo>
                    <a:pt x="3735" y="5869"/>
                  </a:lnTo>
                  <a:lnTo>
                    <a:pt x="2312" y="5513"/>
                  </a:lnTo>
                  <a:lnTo>
                    <a:pt x="1779" y="4268"/>
                  </a:lnTo>
                  <a:lnTo>
                    <a:pt x="1245" y="3557"/>
                  </a:lnTo>
                  <a:lnTo>
                    <a:pt x="1245" y="3379"/>
                  </a:lnTo>
                  <a:lnTo>
                    <a:pt x="1068" y="3379"/>
                  </a:lnTo>
                  <a:lnTo>
                    <a:pt x="890" y="3202"/>
                  </a:lnTo>
                  <a:lnTo>
                    <a:pt x="534" y="3557"/>
                  </a:lnTo>
                  <a:lnTo>
                    <a:pt x="534" y="4268"/>
                  </a:lnTo>
                  <a:lnTo>
                    <a:pt x="179" y="4091"/>
                  </a:lnTo>
                  <a:lnTo>
                    <a:pt x="1" y="4091"/>
                  </a:lnTo>
                  <a:lnTo>
                    <a:pt x="179" y="4268"/>
                  </a:lnTo>
                  <a:lnTo>
                    <a:pt x="356" y="4624"/>
                  </a:lnTo>
                  <a:lnTo>
                    <a:pt x="2135" y="6402"/>
                  </a:lnTo>
                  <a:lnTo>
                    <a:pt x="2490" y="6402"/>
                  </a:lnTo>
                  <a:lnTo>
                    <a:pt x="3557" y="7113"/>
                  </a:lnTo>
                  <a:lnTo>
                    <a:pt x="3557" y="7647"/>
                  </a:lnTo>
                  <a:lnTo>
                    <a:pt x="3913" y="7647"/>
                  </a:lnTo>
                  <a:lnTo>
                    <a:pt x="4268" y="8358"/>
                  </a:lnTo>
                  <a:lnTo>
                    <a:pt x="4268" y="8714"/>
                  </a:lnTo>
                  <a:lnTo>
                    <a:pt x="4090" y="9069"/>
                  </a:lnTo>
                  <a:lnTo>
                    <a:pt x="4268" y="9959"/>
                  </a:lnTo>
                  <a:lnTo>
                    <a:pt x="4090" y="10314"/>
                  </a:lnTo>
                  <a:lnTo>
                    <a:pt x="4446" y="10492"/>
                  </a:lnTo>
                  <a:lnTo>
                    <a:pt x="4446" y="11025"/>
                  </a:lnTo>
                  <a:lnTo>
                    <a:pt x="4268" y="11203"/>
                  </a:lnTo>
                  <a:lnTo>
                    <a:pt x="4268" y="11381"/>
                  </a:lnTo>
                  <a:lnTo>
                    <a:pt x="4802" y="12626"/>
                  </a:lnTo>
                  <a:lnTo>
                    <a:pt x="4624" y="13870"/>
                  </a:lnTo>
                  <a:lnTo>
                    <a:pt x="4446" y="14226"/>
                  </a:lnTo>
                  <a:lnTo>
                    <a:pt x="4446" y="14937"/>
                  </a:lnTo>
                  <a:lnTo>
                    <a:pt x="4802" y="15115"/>
                  </a:lnTo>
                  <a:lnTo>
                    <a:pt x="4980" y="16004"/>
                  </a:lnTo>
                  <a:lnTo>
                    <a:pt x="5157" y="16538"/>
                  </a:lnTo>
                  <a:lnTo>
                    <a:pt x="5691" y="16716"/>
                  </a:lnTo>
                  <a:lnTo>
                    <a:pt x="5869" y="16893"/>
                  </a:lnTo>
                  <a:lnTo>
                    <a:pt x="6402" y="17071"/>
                  </a:lnTo>
                  <a:lnTo>
                    <a:pt x="6758" y="17605"/>
                  </a:lnTo>
                  <a:lnTo>
                    <a:pt x="6758" y="19383"/>
                  </a:lnTo>
                  <a:lnTo>
                    <a:pt x="6580" y="19738"/>
                  </a:lnTo>
                  <a:lnTo>
                    <a:pt x="6224" y="19738"/>
                  </a:lnTo>
                  <a:lnTo>
                    <a:pt x="5691" y="19916"/>
                  </a:lnTo>
                  <a:lnTo>
                    <a:pt x="5335" y="20983"/>
                  </a:lnTo>
                  <a:lnTo>
                    <a:pt x="4802" y="21517"/>
                  </a:lnTo>
                  <a:lnTo>
                    <a:pt x="4624" y="21872"/>
                  </a:lnTo>
                  <a:lnTo>
                    <a:pt x="4624" y="22050"/>
                  </a:lnTo>
                  <a:lnTo>
                    <a:pt x="4446" y="22228"/>
                  </a:lnTo>
                  <a:lnTo>
                    <a:pt x="4268" y="22583"/>
                  </a:lnTo>
                  <a:lnTo>
                    <a:pt x="4090" y="22583"/>
                  </a:lnTo>
                  <a:lnTo>
                    <a:pt x="3913" y="22761"/>
                  </a:lnTo>
                  <a:lnTo>
                    <a:pt x="3913" y="22939"/>
                  </a:lnTo>
                  <a:lnTo>
                    <a:pt x="3379" y="23117"/>
                  </a:lnTo>
                  <a:lnTo>
                    <a:pt x="3201" y="23117"/>
                  </a:lnTo>
                  <a:lnTo>
                    <a:pt x="3201" y="23472"/>
                  </a:lnTo>
                  <a:lnTo>
                    <a:pt x="3024" y="23117"/>
                  </a:lnTo>
                  <a:lnTo>
                    <a:pt x="2846" y="23828"/>
                  </a:lnTo>
                  <a:lnTo>
                    <a:pt x="2312" y="24362"/>
                  </a:lnTo>
                  <a:lnTo>
                    <a:pt x="2312" y="24539"/>
                  </a:lnTo>
                  <a:lnTo>
                    <a:pt x="2668" y="25073"/>
                  </a:lnTo>
                  <a:lnTo>
                    <a:pt x="2668" y="25073"/>
                  </a:lnTo>
                  <a:lnTo>
                    <a:pt x="1957" y="24717"/>
                  </a:lnTo>
                  <a:lnTo>
                    <a:pt x="1601" y="25073"/>
                  </a:lnTo>
                  <a:lnTo>
                    <a:pt x="1245" y="25251"/>
                  </a:lnTo>
                  <a:lnTo>
                    <a:pt x="1245" y="25606"/>
                  </a:lnTo>
                  <a:lnTo>
                    <a:pt x="1068" y="25606"/>
                  </a:lnTo>
                  <a:lnTo>
                    <a:pt x="1245" y="25784"/>
                  </a:lnTo>
                  <a:lnTo>
                    <a:pt x="1068" y="26318"/>
                  </a:lnTo>
                  <a:lnTo>
                    <a:pt x="712" y="26140"/>
                  </a:lnTo>
                  <a:lnTo>
                    <a:pt x="534" y="26673"/>
                  </a:lnTo>
                  <a:lnTo>
                    <a:pt x="712" y="27384"/>
                  </a:lnTo>
                  <a:lnTo>
                    <a:pt x="1068" y="27918"/>
                  </a:lnTo>
                  <a:lnTo>
                    <a:pt x="1068" y="28985"/>
                  </a:lnTo>
                  <a:lnTo>
                    <a:pt x="1245" y="30052"/>
                  </a:lnTo>
                  <a:lnTo>
                    <a:pt x="1245" y="30585"/>
                  </a:lnTo>
                  <a:lnTo>
                    <a:pt x="1068" y="32008"/>
                  </a:lnTo>
                  <a:lnTo>
                    <a:pt x="890" y="32363"/>
                  </a:lnTo>
                  <a:lnTo>
                    <a:pt x="1068" y="32719"/>
                  </a:lnTo>
                  <a:lnTo>
                    <a:pt x="890" y="33430"/>
                  </a:lnTo>
                  <a:lnTo>
                    <a:pt x="1245" y="33430"/>
                  </a:lnTo>
                  <a:lnTo>
                    <a:pt x="1601" y="33252"/>
                  </a:lnTo>
                  <a:lnTo>
                    <a:pt x="1779" y="33964"/>
                  </a:lnTo>
                  <a:lnTo>
                    <a:pt x="2135" y="33608"/>
                  </a:lnTo>
                  <a:lnTo>
                    <a:pt x="2312" y="33786"/>
                  </a:lnTo>
                  <a:lnTo>
                    <a:pt x="2135" y="34141"/>
                  </a:lnTo>
                  <a:lnTo>
                    <a:pt x="2312" y="34319"/>
                  </a:lnTo>
                  <a:lnTo>
                    <a:pt x="2490" y="33964"/>
                  </a:lnTo>
                  <a:lnTo>
                    <a:pt x="2490" y="34675"/>
                  </a:lnTo>
                  <a:lnTo>
                    <a:pt x="2668" y="34853"/>
                  </a:lnTo>
                  <a:lnTo>
                    <a:pt x="3024" y="34853"/>
                  </a:lnTo>
                  <a:lnTo>
                    <a:pt x="3201" y="34497"/>
                  </a:lnTo>
                  <a:lnTo>
                    <a:pt x="3379" y="34675"/>
                  </a:lnTo>
                  <a:lnTo>
                    <a:pt x="3201" y="35030"/>
                  </a:lnTo>
                  <a:lnTo>
                    <a:pt x="3557" y="35386"/>
                  </a:lnTo>
                  <a:lnTo>
                    <a:pt x="3735" y="35208"/>
                  </a:lnTo>
                  <a:lnTo>
                    <a:pt x="4446" y="35030"/>
                  </a:lnTo>
                  <a:lnTo>
                    <a:pt x="4980" y="34853"/>
                  </a:lnTo>
                  <a:lnTo>
                    <a:pt x="5335" y="34853"/>
                  </a:lnTo>
                  <a:lnTo>
                    <a:pt x="6402" y="34141"/>
                  </a:lnTo>
                  <a:lnTo>
                    <a:pt x="7469" y="34141"/>
                  </a:lnTo>
                  <a:lnTo>
                    <a:pt x="7647" y="33964"/>
                  </a:lnTo>
                  <a:lnTo>
                    <a:pt x="7647" y="33786"/>
                  </a:lnTo>
                  <a:lnTo>
                    <a:pt x="8180" y="33786"/>
                  </a:lnTo>
                  <a:lnTo>
                    <a:pt x="8180" y="33430"/>
                  </a:lnTo>
                  <a:lnTo>
                    <a:pt x="8714" y="33608"/>
                  </a:lnTo>
                  <a:lnTo>
                    <a:pt x="9425" y="33430"/>
                  </a:lnTo>
                  <a:lnTo>
                    <a:pt x="9603" y="33608"/>
                  </a:lnTo>
                  <a:lnTo>
                    <a:pt x="10136" y="33252"/>
                  </a:lnTo>
                  <a:lnTo>
                    <a:pt x="10314" y="33252"/>
                  </a:lnTo>
                  <a:lnTo>
                    <a:pt x="10492" y="32897"/>
                  </a:lnTo>
                  <a:lnTo>
                    <a:pt x="11559" y="31830"/>
                  </a:lnTo>
                  <a:lnTo>
                    <a:pt x="11737" y="31474"/>
                  </a:lnTo>
                  <a:lnTo>
                    <a:pt x="12092" y="31296"/>
                  </a:lnTo>
                  <a:lnTo>
                    <a:pt x="13515" y="29340"/>
                  </a:lnTo>
                  <a:lnTo>
                    <a:pt x="15115" y="27384"/>
                  </a:lnTo>
                  <a:lnTo>
                    <a:pt x="15649" y="26318"/>
                  </a:lnTo>
                  <a:lnTo>
                    <a:pt x="15115" y="25251"/>
                  </a:lnTo>
                  <a:lnTo>
                    <a:pt x="14404" y="24717"/>
                  </a:lnTo>
                  <a:lnTo>
                    <a:pt x="13870" y="24184"/>
                  </a:lnTo>
                  <a:lnTo>
                    <a:pt x="13337" y="23295"/>
                  </a:lnTo>
                  <a:lnTo>
                    <a:pt x="13870" y="22939"/>
                  </a:lnTo>
                  <a:lnTo>
                    <a:pt x="14048" y="22583"/>
                  </a:lnTo>
                  <a:lnTo>
                    <a:pt x="14048" y="22228"/>
                  </a:lnTo>
                  <a:lnTo>
                    <a:pt x="13515" y="21339"/>
                  </a:lnTo>
                  <a:lnTo>
                    <a:pt x="13337" y="20272"/>
                  </a:lnTo>
                  <a:lnTo>
                    <a:pt x="12803" y="19738"/>
                  </a:lnTo>
                  <a:lnTo>
                    <a:pt x="12803" y="19027"/>
                  </a:lnTo>
                  <a:lnTo>
                    <a:pt x="13159" y="18671"/>
                  </a:lnTo>
                  <a:lnTo>
                    <a:pt x="12803" y="18316"/>
                  </a:lnTo>
                  <a:lnTo>
                    <a:pt x="12981" y="17427"/>
                  </a:lnTo>
                  <a:lnTo>
                    <a:pt x="13159" y="17249"/>
                  </a:lnTo>
                  <a:lnTo>
                    <a:pt x="12981" y="16893"/>
                  </a:lnTo>
                  <a:lnTo>
                    <a:pt x="13515" y="16716"/>
                  </a:lnTo>
                  <a:lnTo>
                    <a:pt x="13159" y="15471"/>
                  </a:lnTo>
                  <a:lnTo>
                    <a:pt x="12803" y="14226"/>
                  </a:lnTo>
                  <a:lnTo>
                    <a:pt x="12092" y="12981"/>
                  </a:lnTo>
                  <a:lnTo>
                    <a:pt x="12092" y="12270"/>
                  </a:lnTo>
                  <a:lnTo>
                    <a:pt x="13159" y="10314"/>
                  </a:lnTo>
                  <a:lnTo>
                    <a:pt x="13337" y="9781"/>
                  </a:lnTo>
                  <a:lnTo>
                    <a:pt x="12270" y="8180"/>
                  </a:lnTo>
                  <a:lnTo>
                    <a:pt x="11381" y="7291"/>
                  </a:lnTo>
                  <a:lnTo>
                    <a:pt x="11203" y="6224"/>
                  </a:lnTo>
                  <a:lnTo>
                    <a:pt x="11559" y="5158"/>
                  </a:lnTo>
                  <a:lnTo>
                    <a:pt x="11381" y="4624"/>
                  </a:lnTo>
                  <a:lnTo>
                    <a:pt x="11737" y="4091"/>
                  </a:lnTo>
                  <a:lnTo>
                    <a:pt x="11559" y="3735"/>
                  </a:lnTo>
                  <a:lnTo>
                    <a:pt x="11737" y="3379"/>
                  </a:lnTo>
                  <a:lnTo>
                    <a:pt x="12448" y="2312"/>
                  </a:lnTo>
                  <a:lnTo>
                    <a:pt x="12092" y="1601"/>
                  </a:lnTo>
                  <a:lnTo>
                    <a:pt x="11559" y="1423"/>
                  </a:lnTo>
                  <a:lnTo>
                    <a:pt x="11025" y="1068"/>
                  </a:lnTo>
                  <a:lnTo>
                    <a:pt x="1031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399" name="Google Shape;1399;p60"/>
            <p:cNvSpPr/>
            <p:nvPr/>
          </p:nvSpPr>
          <p:spPr>
            <a:xfrm>
              <a:off x="1709550" y="1537200"/>
              <a:ext cx="8900" cy="17800"/>
            </a:xfrm>
            <a:custGeom>
              <a:rect b="b" l="l" r="r" t="t"/>
              <a:pathLst>
                <a:path extrusionOk="0" h="712" w="356">
                  <a:moveTo>
                    <a:pt x="356" y="0"/>
                  </a:moveTo>
                  <a:lnTo>
                    <a:pt x="178" y="356"/>
                  </a:lnTo>
                  <a:lnTo>
                    <a:pt x="0" y="356"/>
                  </a:lnTo>
                  <a:lnTo>
                    <a:pt x="0" y="712"/>
                  </a:lnTo>
                  <a:lnTo>
                    <a:pt x="356" y="178"/>
                  </a:lnTo>
                  <a:lnTo>
                    <a:pt x="356"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0" name="Google Shape;1400;p60"/>
            <p:cNvSpPr/>
            <p:nvPr/>
          </p:nvSpPr>
          <p:spPr>
            <a:xfrm>
              <a:off x="1678425" y="1554975"/>
              <a:ext cx="26700" cy="17800"/>
            </a:xfrm>
            <a:custGeom>
              <a:rect b="b" l="l" r="r" t="t"/>
              <a:pathLst>
                <a:path extrusionOk="0" h="712" w="1068">
                  <a:moveTo>
                    <a:pt x="178" y="1"/>
                  </a:moveTo>
                  <a:lnTo>
                    <a:pt x="0" y="356"/>
                  </a:lnTo>
                  <a:lnTo>
                    <a:pt x="0" y="712"/>
                  </a:lnTo>
                  <a:lnTo>
                    <a:pt x="534" y="712"/>
                  </a:lnTo>
                  <a:lnTo>
                    <a:pt x="1067" y="356"/>
                  </a:lnTo>
                  <a:lnTo>
                    <a:pt x="1067" y="178"/>
                  </a:lnTo>
                  <a:lnTo>
                    <a:pt x="712" y="1"/>
                  </a:lnTo>
                  <a:lnTo>
                    <a:pt x="712" y="178"/>
                  </a:lnTo>
                  <a:lnTo>
                    <a:pt x="178"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1" name="Google Shape;1401;p60"/>
            <p:cNvSpPr/>
            <p:nvPr/>
          </p:nvSpPr>
          <p:spPr>
            <a:xfrm>
              <a:off x="1713975" y="2759675"/>
              <a:ext cx="337875" cy="297875"/>
            </a:xfrm>
            <a:custGeom>
              <a:rect b="b" l="l" r="r" t="t"/>
              <a:pathLst>
                <a:path extrusionOk="0" h="11915" w="13515">
                  <a:moveTo>
                    <a:pt x="6936" y="1"/>
                  </a:moveTo>
                  <a:lnTo>
                    <a:pt x="6402" y="712"/>
                  </a:lnTo>
                  <a:lnTo>
                    <a:pt x="6224" y="1067"/>
                  </a:lnTo>
                  <a:lnTo>
                    <a:pt x="5513" y="890"/>
                  </a:lnTo>
                  <a:lnTo>
                    <a:pt x="5158" y="1245"/>
                  </a:lnTo>
                  <a:lnTo>
                    <a:pt x="4980" y="1245"/>
                  </a:lnTo>
                  <a:lnTo>
                    <a:pt x="4802" y="1957"/>
                  </a:lnTo>
                  <a:lnTo>
                    <a:pt x="5158" y="2134"/>
                  </a:lnTo>
                  <a:lnTo>
                    <a:pt x="4980" y="2668"/>
                  </a:lnTo>
                  <a:lnTo>
                    <a:pt x="4446" y="2668"/>
                  </a:lnTo>
                  <a:lnTo>
                    <a:pt x="4268" y="3023"/>
                  </a:lnTo>
                  <a:lnTo>
                    <a:pt x="3913" y="3201"/>
                  </a:lnTo>
                  <a:lnTo>
                    <a:pt x="3735" y="3557"/>
                  </a:lnTo>
                  <a:lnTo>
                    <a:pt x="3379" y="4446"/>
                  </a:lnTo>
                  <a:lnTo>
                    <a:pt x="3735" y="4802"/>
                  </a:lnTo>
                  <a:lnTo>
                    <a:pt x="3735" y="5157"/>
                  </a:lnTo>
                  <a:lnTo>
                    <a:pt x="3202" y="5157"/>
                  </a:lnTo>
                  <a:lnTo>
                    <a:pt x="3202" y="4802"/>
                  </a:lnTo>
                  <a:lnTo>
                    <a:pt x="2846" y="4979"/>
                  </a:lnTo>
                  <a:lnTo>
                    <a:pt x="2668" y="5157"/>
                  </a:lnTo>
                  <a:lnTo>
                    <a:pt x="2312" y="5157"/>
                  </a:lnTo>
                  <a:lnTo>
                    <a:pt x="2312" y="5513"/>
                  </a:lnTo>
                  <a:lnTo>
                    <a:pt x="1957" y="5513"/>
                  </a:lnTo>
                  <a:lnTo>
                    <a:pt x="1779" y="5691"/>
                  </a:lnTo>
                  <a:lnTo>
                    <a:pt x="356" y="5691"/>
                  </a:lnTo>
                  <a:lnTo>
                    <a:pt x="534" y="6046"/>
                  </a:lnTo>
                  <a:lnTo>
                    <a:pt x="890" y="7291"/>
                  </a:lnTo>
                  <a:lnTo>
                    <a:pt x="1068" y="8180"/>
                  </a:lnTo>
                  <a:lnTo>
                    <a:pt x="890" y="8714"/>
                  </a:lnTo>
                  <a:lnTo>
                    <a:pt x="356" y="9069"/>
                  </a:lnTo>
                  <a:lnTo>
                    <a:pt x="1" y="9425"/>
                  </a:lnTo>
                  <a:lnTo>
                    <a:pt x="534" y="9958"/>
                  </a:lnTo>
                  <a:lnTo>
                    <a:pt x="534" y="11025"/>
                  </a:lnTo>
                  <a:lnTo>
                    <a:pt x="890" y="11025"/>
                  </a:lnTo>
                  <a:lnTo>
                    <a:pt x="1068" y="11203"/>
                  </a:lnTo>
                  <a:lnTo>
                    <a:pt x="1423" y="10847"/>
                  </a:lnTo>
                  <a:lnTo>
                    <a:pt x="1423" y="10492"/>
                  </a:lnTo>
                  <a:lnTo>
                    <a:pt x="2312" y="10314"/>
                  </a:lnTo>
                  <a:lnTo>
                    <a:pt x="3913" y="10314"/>
                  </a:lnTo>
                  <a:lnTo>
                    <a:pt x="5335" y="10669"/>
                  </a:lnTo>
                  <a:lnTo>
                    <a:pt x="5691" y="10669"/>
                  </a:lnTo>
                  <a:lnTo>
                    <a:pt x="5869" y="11025"/>
                  </a:lnTo>
                  <a:lnTo>
                    <a:pt x="6402" y="11025"/>
                  </a:lnTo>
                  <a:lnTo>
                    <a:pt x="6402" y="11203"/>
                  </a:lnTo>
                  <a:lnTo>
                    <a:pt x="6402" y="11381"/>
                  </a:lnTo>
                  <a:lnTo>
                    <a:pt x="6580" y="11025"/>
                  </a:lnTo>
                  <a:lnTo>
                    <a:pt x="6936" y="11203"/>
                  </a:lnTo>
                  <a:lnTo>
                    <a:pt x="7291" y="11025"/>
                  </a:lnTo>
                  <a:lnTo>
                    <a:pt x="7469" y="11203"/>
                  </a:lnTo>
                  <a:lnTo>
                    <a:pt x="7825" y="11203"/>
                  </a:lnTo>
                  <a:lnTo>
                    <a:pt x="8003" y="11381"/>
                  </a:lnTo>
                  <a:lnTo>
                    <a:pt x="8003" y="11203"/>
                  </a:lnTo>
                  <a:lnTo>
                    <a:pt x="8536" y="11025"/>
                  </a:lnTo>
                  <a:lnTo>
                    <a:pt x="8892" y="11559"/>
                  </a:lnTo>
                  <a:lnTo>
                    <a:pt x="9425" y="11203"/>
                  </a:lnTo>
                  <a:lnTo>
                    <a:pt x="9603" y="11381"/>
                  </a:lnTo>
                  <a:lnTo>
                    <a:pt x="10136" y="11381"/>
                  </a:lnTo>
                  <a:lnTo>
                    <a:pt x="10492" y="11914"/>
                  </a:lnTo>
                  <a:lnTo>
                    <a:pt x="10492" y="11736"/>
                  </a:lnTo>
                  <a:lnTo>
                    <a:pt x="10314" y="11025"/>
                  </a:lnTo>
                  <a:lnTo>
                    <a:pt x="11025" y="9958"/>
                  </a:lnTo>
                  <a:lnTo>
                    <a:pt x="12270" y="9958"/>
                  </a:lnTo>
                  <a:lnTo>
                    <a:pt x="12092" y="9603"/>
                  </a:lnTo>
                  <a:lnTo>
                    <a:pt x="11915" y="8714"/>
                  </a:lnTo>
                  <a:lnTo>
                    <a:pt x="11915" y="8358"/>
                  </a:lnTo>
                  <a:lnTo>
                    <a:pt x="11559" y="8002"/>
                  </a:lnTo>
                  <a:lnTo>
                    <a:pt x="11559" y="7469"/>
                  </a:lnTo>
                  <a:lnTo>
                    <a:pt x="12092" y="7291"/>
                  </a:lnTo>
                  <a:lnTo>
                    <a:pt x="12448" y="7469"/>
                  </a:lnTo>
                  <a:lnTo>
                    <a:pt x="12626" y="7469"/>
                  </a:lnTo>
                  <a:lnTo>
                    <a:pt x="13159" y="7291"/>
                  </a:lnTo>
                  <a:lnTo>
                    <a:pt x="13515" y="6935"/>
                  </a:lnTo>
                  <a:lnTo>
                    <a:pt x="13159" y="6580"/>
                  </a:lnTo>
                  <a:lnTo>
                    <a:pt x="13159" y="6224"/>
                  </a:lnTo>
                  <a:lnTo>
                    <a:pt x="12626" y="6046"/>
                  </a:lnTo>
                  <a:lnTo>
                    <a:pt x="12270" y="6046"/>
                  </a:lnTo>
                  <a:lnTo>
                    <a:pt x="12270" y="5335"/>
                  </a:lnTo>
                  <a:lnTo>
                    <a:pt x="11559" y="4979"/>
                  </a:lnTo>
                  <a:lnTo>
                    <a:pt x="11203" y="4090"/>
                  </a:lnTo>
                  <a:lnTo>
                    <a:pt x="11203" y="3913"/>
                  </a:lnTo>
                  <a:lnTo>
                    <a:pt x="10848" y="3557"/>
                  </a:lnTo>
                  <a:lnTo>
                    <a:pt x="10848" y="3023"/>
                  </a:lnTo>
                  <a:lnTo>
                    <a:pt x="11025" y="2668"/>
                  </a:lnTo>
                  <a:lnTo>
                    <a:pt x="10848" y="2134"/>
                  </a:lnTo>
                  <a:lnTo>
                    <a:pt x="11025" y="1779"/>
                  </a:lnTo>
                  <a:lnTo>
                    <a:pt x="10848" y="1601"/>
                  </a:lnTo>
                  <a:lnTo>
                    <a:pt x="10314" y="1067"/>
                  </a:lnTo>
                  <a:lnTo>
                    <a:pt x="9959" y="890"/>
                  </a:lnTo>
                  <a:lnTo>
                    <a:pt x="9603" y="890"/>
                  </a:lnTo>
                  <a:lnTo>
                    <a:pt x="8892" y="1245"/>
                  </a:lnTo>
                  <a:lnTo>
                    <a:pt x="8714" y="1067"/>
                  </a:lnTo>
                  <a:lnTo>
                    <a:pt x="8714" y="534"/>
                  </a:lnTo>
                  <a:lnTo>
                    <a:pt x="8358" y="356"/>
                  </a:lnTo>
                  <a:lnTo>
                    <a:pt x="7825" y="534"/>
                  </a:lnTo>
                  <a:lnTo>
                    <a:pt x="7647" y="178"/>
                  </a:lnTo>
                  <a:lnTo>
                    <a:pt x="7113" y="356"/>
                  </a:lnTo>
                  <a:lnTo>
                    <a:pt x="693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2" name="Google Shape;1402;p60"/>
            <p:cNvSpPr/>
            <p:nvPr/>
          </p:nvSpPr>
          <p:spPr>
            <a:xfrm>
              <a:off x="1722875" y="2524075"/>
              <a:ext cx="164500" cy="142275"/>
            </a:xfrm>
            <a:custGeom>
              <a:rect b="b" l="l" r="r" t="t"/>
              <a:pathLst>
                <a:path extrusionOk="0" h="5691" w="6580">
                  <a:moveTo>
                    <a:pt x="3557" y="0"/>
                  </a:moveTo>
                  <a:lnTo>
                    <a:pt x="3379" y="178"/>
                  </a:lnTo>
                  <a:lnTo>
                    <a:pt x="3023" y="178"/>
                  </a:lnTo>
                  <a:lnTo>
                    <a:pt x="2846" y="356"/>
                  </a:lnTo>
                  <a:lnTo>
                    <a:pt x="2134" y="356"/>
                  </a:lnTo>
                  <a:lnTo>
                    <a:pt x="1956" y="178"/>
                  </a:lnTo>
                  <a:lnTo>
                    <a:pt x="1956" y="534"/>
                  </a:lnTo>
                  <a:lnTo>
                    <a:pt x="1423" y="534"/>
                  </a:lnTo>
                  <a:lnTo>
                    <a:pt x="1067" y="889"/>
                  </a:lnTo>
                  <a:lnTo>
                    <a:pt x="890" y="889"/>
                  </a:lnTo>
                  <a:lnTo>
                    <a:pt x="890" y="1067"/>
                  </a:lnTo>
                  <a:lnTo>
                    <a:pt x="356" y="1067"/>
                  </a:lnTo>
                  <a:lnTo>
                    <a:pt x="0" y="1245"/>
                  </a:lnTo>
                  <a:lnTo>
                    <a:pt x="0" y="1601"/>
                  </a:lnTo>
                  <a:lnTo>
                    <a:pt x="0" y="2312"/>
                  </a:lnTo>
                  <a:lnTo>
                    <a:pt x="178" y="2312"/>
                  </a:lnTo>
                  <a:lnTo>
                    <a:pt x="178" y="2668"/>
                  </a:lnTo>
                  <a:lnTo>
                    <a:pt x="534" y="3379"/>
                  </a:lnTo>
                  <a:lnTo>
                    <a:pt x="890" y="3557"/>
                  </a:lnTo>
                  <a:lnTo>
                    <a:pt x="1245" y="3379"/>
                  </a:lnTo>
                  <a:lnTo>
                    <a:pt x="1423" y="3557"/>
                  </a:lnTo>
                  <a:lnTo>
                    <a:pt x="1245" y="4801"/>
                  </a:lnTo>
                  <a:lnTo>
                    <a:pt x="2312" y="4268"/>
                  </a:lnTo>
                  <a:lnTo>
                    <a:pt x="2668" y="4268"/>
                  </a:lnTo>
                  <a:lnTo>
                    <a:pt x="3557" y="4801"/>
                  </a:lnTo>
                  <a:lnTo>
                    <a:pt x="3735" y="4801"/>
                  </a:lnTo>
                  <a:lnTo>
                    <a:pt x="4090" y="5513"/>
                  </a:lnTo>
                  <a:lnTo>
                    <a:pt x="4446" y="5690"/>
                  </a:lnTo>
                  <a:lnTo>
                    <a:pt x="4802" y="5513"/>
                  </a:lnTo>
                  <a:lnTo>
                    <a:pt x="5513" y="5690"/>
                  </a:lnTo>
                  <a:lnTo>
                    <a:pt x="5513" y="5335"/>
                  </a:lnTo>
                  <a:lnTo>
                    <a:pt x="5691" y="4979"/>
                  </a:lnTo>
                  <a:lnTo>
                    <a:pt x="6046" y="4801"/>
                  </a:lnTo>
                  <a:lnTo>
                    <a:pt x="5691" y="3912"/>
                  </a:lnTo>
                  <a:lnTo>
                    <a:pt x="5691" y="3201"/>
                  </a:lnTo>
                  <a:lnTo>
                    <a:pt x="5513" y="2312"/>
                  </a:lnTo>
                  <a:lnTo>
                    <a:pt x="5868" y="1779"/>
                  </a:lnTo>
                  <a:lnTo>
                    <a:pt x="6224" y="889"/>
                  </a:lnTo>
                  <a:lnTo>
                    <a:pt x="6580" y="712"/>
                  </a:lnTo>
                  <a:lnTo>
                    <a:pt x="6402" y="534"/>
                  </a:lnTo>
                  <a:lnTo>
                    <a:pt x="6224" y="712"/>
                  </a:lnTo>
                  <a:lnTo>
                    <a:pt x="6046" y="712"/>
                  </a:lnTo>
                  <a:lnTo>
                    <a:pt x="4802" y="534"/>
                  </a:lnTo>
                  <a:lnTo>
                    <a:pt x="4624" y="356"/>
                  </a:lnTo>
                  <a:lnTo>
                    <a:pt x="355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3" name="Google Shape;1403;p60"/>
            <p:cNvSpPr/>
            <p:nvPr/>
          </p:nvSpPr>
          <p:spPr>
            <a:xfrm>
              <a:off x="1571725" y="1612775"/>
              <a:ext cx="4475" cy="4475"/>
            </a:xfrm>
            <a:custGeom>
              <a:rect b="b" l="l" r="r" t="t"/>
              <a:pathLst>
                <a:path extrusionOk="0" h="179" w="179">
                  <a:moveTo>
                    <a:pt x="1" y="0"/>
                  </a:moveTo>
                  <a:lnTo>
                    <a:pt x="179" y="178"/>
                  </a:lnTo>
                  <a:lnTo>
                    <a:pt x="179"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4" name="Google Shape;1404;p60"/>
            <p:cNvSpPr/>
            <p:nvPr/>
          </p:nvSpPr>
          <p:spPr>
            <a:xfrm>
              <a:off x="1580625" y="1599425"/>
              <a:ext cx="4475" cy="8925"/>
            </a:xfrm>
            <a:custGeom>
              <a:rect b="b" l="l" r="r" t="t"/>
              <a:pathLst>
                <a:path extrusionOk="0" h="357" w="179">
                  <a:moveTo>
                    <a:pt x="0" y="1"/>
                  </a:moveTo>
                  <a:lnTo>
                    <a:pt x="178" y="356"/>
                  </a:lnTo>
                  <a:lnTo>
                    <a:pt x="178" y="179"/>
                  </a:lnTo>
                  <a:lnTo>
                    <a:pt x="0"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5" name="Google Shape;1405;p60"/>
            <p:cNvSpPr/>
            <p:nvPr/>
          </p:nvSpPr>
          <p:spPr>
            <a:xfrm>
              <a:off x="1407250" y="1777250"/>
              <a:ext cx="25" cy="25"/>
            </a:xfrm>
            <a:custGeom>
              <a:rect b="b" l="l" r="r" t="t"/>
              <a:pathLst>
                <a:path extrusionOk="0" h="1" w="1">
                  <a:moveTo>
                    <a:pt x="1" y="0"/>
                  </a:moveTo>
                  <a:lnTo>
                    <a:pt x="1" y="0"/>
                  </a:lnTo>
                  <a:lnTo>
                    <a:pt x="1" y="0"/>
                  </a:lnTo>
                  <a:lnTo>
                    <a:pt x="1"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6" name="Google Shape;1406;p60"/>
            <p:cNvSpPr/>
            <p:nvPr/>
          </p:nvSpPr>
          <p:spPr>
            <a:xfrm>
              <a:off x="1585075" y="1608325"/>
              <a:ext cx="8900" cy="13350"/>
            </a:xfrm>
            <a:custGeom>
              <a:rect b="b" l="l" r="r" t="t"/>
              <a:pathLst>
                <a:path extrusionOk="0" h="534" w="356">
                  <a:moveTo>
                    <a:pt x="0" y="0"/>
                  </a:moveTo>
                  <a:lnTo>
                    <a:pt x="0" y="356"/>
                  </a:lnTo>
                  <a:lnTo>
                    <a:pt x="178" y="534"/>
                  </a:lnTo>
                  <a:lnTo>
                    <a:pt x="356" y="356"/>
                  </a:lnTo>
                  <a:lnTo>
                    <a:pt x="178"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7" name="Google Shape;1407;p60"/>
            <p:cNvSpPr/>
            <p:nvPr/>
          </p:nvSpPr>
          <p:spPr>
            <a:xfrm>
              <a:off x="1393925" y="1732800"/>
              <a:ext cx="31125" cy="35575"/>
            </a:xfrm>
            <a:custGeom>
              <a:rect b="b" l="l" r="r" t="t"/>
              <a:pathLst>
                <a:path extrusionOk="0" h="1423" w="1245">
                  <a:moveTo>
                    <a:pt x="1067" y="0"/>
                  </a:moveTo>
                  <a:lnTo>
                    <a:pt x="889" y="178"/>
                  </a:lnTo>
                  <a:lnTo>
                    <a:pt x="889" y="356"/>
                  </a:lnTo>
                  <a:lnTo>
                    <a:pt x="711" y="356"/>
                  </a:lnTo>
                  <a:lnTo>
                    <a:pt x="889" y="889"/>
                  </a:lnTo>
                  <a:lnTo>
                    <a:pt x="534" y="889"/>
                  </a:lnTo>
                  <a:lnTo>
                    <a:pt x="356" y="712"/>
                  </a:lnTo>
                  <a:lnTo>
                    <a:pt x="178" y="889"/>
                  </a:lnTo>
                  <a:lnTo>
                    <a:pt x="0" y="1245"/>
                  </a:lnTo>
                  <a:lnTo>
                    <a:pt x="178" y="1423"/>
                  </a:lnTo>
                  <a:lnTo>
                    <a:pt x="534" y="1245"/>
                  </a:lnTo>
                  <a:lnTo>
                    <a:pt x="711" y="1423"/>
                  </a:lnTo>
                  <a:lnTo>
                    <a:pt x="1245" y="1067"/>
                  </a:lnTo>
                  <a:lnTo>
                    <a:pt x="1067" y="712"/>
                  </a:lnTo>
                  <a:lnTo>
                    <a:pt x="1245" y="534"/>
                  </a:lnTo>
                  <a:lnTo>
                    <a:pt x="1067" y="178"/>
                  </a:lnTo>
                  <a:lnTo>
                    <a:pt x="1067"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8" name="Google Shape;1408;p60"/>
            <p:cNvSpPr/>
            <p:nvPr/>
          </p:nvSpPr>
          <p:spPr>
            <a:xfrm>
              <a:off x="2136300" y="3982150"/>
              <a:ext cx="17800" cy="44475"/>
            </a:xfrm>
            <a:custGeom>
              <a:rect b="b" l="l" r="r" t="t"/>
              <a:pathLst>
                <a:path extrusionOk="0" h="1779" w="712">
                  <a:moveTo>
                    <a:pt x="534" y="1"/>
                  </a:moveTo>
                  <a:lnTo>
                    <a:pt x="178" y="179"/>
                  </a:lnTo>
                  <a:lnTo>
                    <a:pt x="178" y="1068"/>
                  </a:lnTo>
                  <a:lnTo>
                    <a:pt x="712" y="1068"/>
                  </a:lnTo>
                  <a:lnTo>
                    <a:pt x="712" y="179"/>
                  </a:lnTo>
                  <a:lnTo>
                    <a:pt x="534" y="1"/>
                  </a:lnTo>
                  <a:close/>
                  <a:moveTo>
                    <a:pt x="712" y="1068"/>
                  </a:moveTo>
                  <a:lnTo>
                    <a:pt x="178" y="1601"/>
                  </a:lnTo>
                  <a:lnTo>
                    <a:pt x="0" y="1779"/>
                  </a:lnTo>
                  <a:lnTo>
                    <a:pt x="178" y="1779"/>
                  </a:lnTo>
                  <a:lnTo>
                    <a:pt x="712" y="1601"/>
                  </a:lnTo>
                  <a:lnTo>
                    <a:pt x="712" y="106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09" name="Google Shape;1409;p60"/>
            <p:cNvSpPr/>
            <p:nvPr/>
          </p:nvSpPr>
          <p:spPr>
            <a:xfrm>
              <a:off x="3501025" y="3782125"/>
              <a:ext cx="235650" cy="204500"/>
            </a:xfrm>
            <a:custGeom>
              <a:rect b="b" l="l" r="r" t="t"/>
              <a:pathLst>
                <a:path extrusionOk="0" h="8180" w="9426">
                  <a:moveTo>
                    <a:pt x="2846" y="0"/>
                  </a:moveTo>
                  <a:lnTo>
                    <a:pt x="2135" y="356"/>
                  </a:lnTo>
                  <a:lnTo>
                    <a:pt x="1601" y="356"/>
                  </a:lnTo>
                  <a:lnTo>
                    <a:pt x="1779" y="534"/>
                  </a:lnTo>
                  <a:lnTo>
                    <a:pt x="712" y="711"/>
                  </a:lnTo>
                  <a:lnTo>
                    <a:pt x="356" y="1067"/>
                  </a:lnTo>
                  <a:lnTo>
                    <a:pt x="1" y="1600"/>
                  </a:lnTo>
                  <a:lnTo>
                    <a:pt x="1" y="2134"/>
                  </a:lnTo>
                  <a:lnTo>
                    <a:pt x="712" y="2134"/>
                  </a:lnTo>
                  <a:lnTo>
                    <a:pt x="890" y="2489"/>
                  </a:lnTo>
                  <a:lnTo>
                    <a:pt x="1601" y="2667"/>
                  </a:lnTo>
                  <a:lnTo>
                    <a:pt x="1601" y="3023"/>
                  </a:lnTo>
                  <a:lnTo>
                    <a:pt x="2135" y="3379"/>
                  </a:lnTo>
                  <a:lnTo>
                    <a:pt x="1957" y="3912"/>
                  </a:lnTo>
                  <a:lnTo>
                    <a:pt x="1601" y="4090"/>
                  </a:lnTo>
                  <a:lnTo>
                    <a:pt x="1246" y="4623"/>
                  </a:lnTo>
                  <a:lnTo>
                    <a:pt x="1423" y="5512"/>
                  </a:lnTo>
                  <a:lnTo>
                    <a:pt x="1423" y="6757"/>
                  </a:lnTo>
                  <a:lnTo>
                    <a:pt x="2490" y="7468"/>
                  </a:lnTo>
                  <a:lnTo>
                    <a:pt x="3024" y="7290"/>
                  </a:lnTo>
                  <a:lnTo>
                    <a:pt x="3024" y="7824"/>
                  </a:lnTo>
                  <a:lnTo>
                    <a:pt x="3557" y="8002"/>
                  </a:lnTo>
                  <a:lnTo>
                    <a:pt x="3913" y="8180"/>
                  </a:lnTo>
                  <a:lnTo>
                    <a:pt x="4091" y="8180"/>
                  </a:lnTo>
                  <a:lnTo>
                    <a:pt x="4446" y="8002"/>
                  </a:lnTo>
                  <a:lnTo>
                    <a:pt x="4624" y="7646"/>
                  </a:lnTo>
                  <a:lnTo>
                    <a:pt x="4624" y="7290"/>
                  </a:lnTo>
                  <a:lnTo>
                    <a:pt x="5513" y="6757"/>
                  </a:lnTo>
                  <a:lnTo>
                    <a:pt x="6047" y="6757"/>
                  </a:lnTo>
                  <a:lnTo>
                    <a:pt x="6402" y="7113"/>
                  </a:lnTo>
                  <a:lnTo>
                    <a:pt x="6758" y="7290"/>
                  </a:lnTo>
                  <a:lnTo>
                    <a:pt x="7469" y="7113"/>
                  </a:lnTo>
                  <a:lnTo>
                    <a:pt x="7825" y="7646"/>
                  </a:lnTo>
                  <a:lnTo>
                    <a:pt x="8358" y="7468"/>
                  </a:lnTo>
                  <a:lnTo>
                    <a:pt x="8358" y="7824"/>
                  </a:lnTo>
                  <a:lnTo>
                    <a:pt x="8892" y="7646"/>
                  </a:lnTo>
                  <a:lnTo>
                    <a:pt x="8892" y="8002"/>
                  </a:lnTo>
                  <a:lnTo>
                    <a:pt x="9069" y="8180"/>
                  </a:lnTo>
                  <a:lnTo>
                    <a:pt x="9425" y="7824"/>
                  </a:lnTo>
                  <a:lnTo>
                    <a:pt x="9425" y="7468"/>
                  </a:lnTo>
                  <a:lnTo>
                    <a:pt x="9247" y="6935"/>
                  </a:lnTo>
                  <a:lnTo>
                    <a:pt x="9069" y="6579"/>
                  </a:lnTo>
                  <a:lnTo>
                    <a:pt x="8714" y="6224"/>
                  </a:lnTo>
                  <a:lnTo>
                    <a:pt x="8714" y="5512"/>
                  </a:lnTo>
                  <a:lnTo>
                    <a:pt x="8536" y="5157"/>
                  </a:lnTo>
                  <a:lnTo>
                    <a:pt x="8892" y="4979"/>
                  </a:lnTo>
                  <a:lnTo>
                    <a:pt x="9069" y="4801"/>
                  </a:lnTo>
                  <a:lnTo>
                    <a:pt x="8536" y="4623"/>
                  </a:lnTo>
                  <a:lnTo>
                    <a:pt x="8003" y="4268"/>
                  </a:lnTo>
                  <a:lnTo>
                    <a:pt x="7647" y="3023"/>
                  </a:lnTo>
                  <a:lnTo>
                    <a:pt x="7825" y="2845"/>
                  </a:lnTo>
                  <a:lnTo>
                    <a:pt x="6402" y="2845"/>
                  </a:lnTo>
                  <a:lnTo>
                    <a:pt x="5869" y="2489"/>
                  </a:lnTo>
                  <a:lnTo>
                    <a:pt x="5513" y="2312"/>
                  </a:lnTo>
                  <a:lnTo>
                    <a:pt x="4980" y="2134"/>
                  </a:lnTo>
                  <a:lnTo>
                    <a:pt x="4624" y="1600"/>
                  </a:lnTo>
                  <a:lnTo>
                    <a:pt x="4802" y="1423"/>
                  </a:lnTo>
                  <a:lnTo>
                    <a:pt x="4802" y="1245"/>
                  </a:lnTo>
                  <a:lnTo>
                    <a:pt x="4624" y="889"/>
                  </a:lnTo>
                  <a:lnTo>
                    <a:pt x="4268" y="534"/>
                  </a:lnTo>
                  <a:lnTo>
                    <a:pt x="3913" y="534"/>
                  </a:lnTo>
                  <a:lnTo>
                    <a:pt x="3913" y="178"/>
                  </a:lnTo>
                  <a:lnTo>
                    <a:pt x="3201" y="178"/>
                  </a:lnTo>
                  <a:lnTo>
                    <a:pt x="302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0" name="Google Shape;1410;p60"/>
            <p:cNvSpPr/>
            <p:nvPr/>
          </p:nvSpPr>
          <p:spPr>
            <a:xfrm>
              <a:off x="3696625" y="3831025"/>
              <a:ext cx="80050" cy="84475"/>
            </a:xfrm>
            <a:custGeom>
              <a:rect b="b" l="l" r="r" t="t"/>
              <a:pathLst>
                <a:path extrusionOk="0" h="3379" w="3202">
                  <a:moveTo>
                    <a:pt x="1779" y="0"/>
                  </a:moveTo>
                  <a:lnTo>
                    <a:pt x="1068" y="178"/>
                  </a:lnTo>
                  <a:lnTo>
                    <a:pt x="1" y="711"/>
                  </a:lnTo>
                  <a:lnTo>
                    <a:pt x="179" y="711"/>
                  </a:lnTo>
                  <a:lnTo>
                    <a:pt x="1" y="1245"/>
                  </a:lnTo>
                  <a:lnTo>
                    <a:pt x="356" y="2134"/>
                  </a:lnTo>
                  <a:lnTo>
                    <a:pt x="890" y="2489"/>
                  </a:lnTo>
                  <a:lnTo>
                    <a:pt x="1423" y="2667"/>
                  </a:lnTo>
                  <a:lnTo>
                    <a:pt x="1245" y="3201"/>
                  </a:lnTo>
                  <a:lnTo>
                    <a:pt x="890" y="3379"/>
                  </a:lnTo>
                  <a:lnTo>
                    <a:pt x="1779" y="3379"/>
                  </a:lnTo>
                  <a:lnTo>
                    <a:pt x="1957" y="2845"/>
                  </a:lnTo>
                  <a:lnTo>
                    <a:pt x="1957" y="2489"/>
                  </a:lnTo>
                  <a:lnTo>
                    <a:pt x="2312" y="2489"/>
                  </a:lnTo>
                  <a:lnTo>
                    <a:pt x="2668" y="2134"/>
                  </a:lnTo>
                  <a:lnTo>
                    <a:pt x="2846" y="1778"/>
                  </a:lnTo>
                  <a:lnTo>
                    <a:pt x="3201" y="889"/>
                  </a:lnTo>
                  <a:lnTo>
                    <a:pt x="2668" y="1067"/>
                  </a:lnTo>
                  <a:lnTo>
                    <a:pt x="2490" y="711"/>
                  </a:lnTo>
                  <a:lnTo>
                    <a:pt x="2312" y="533"/>
                  </a:lnTo>
                  <a:lnTo>
                    <a:pt x="2134" y="178"/>
                  </a:lnTo>
                  <a:lnTo>
                    <a:pt x="17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1" name="Google Shape;1411;p60"/>
            <p:cNvSpPr/>
            <p:nvPr/>
          </p:nvSpPr>
          <p:spPr>
            <a:xfrm>
              <a:off x="3474350" y="3764325"/>
              <a:ext cx="93400" cy="35600"/>
            </a:xfrm>
            <a:custGeom>
              <a:rect b="b" l="l" r="r" t="t"/>
              <a:pathLst>
                <a:path extrusionOk="0" h="1424" w="3736">
                  <a:moveTo>
                    <a:pt x="2135" y="1"/>
                  </a:moveTo>
                  <a:lnTo>
                    <a:pt x="1423" y="534"/>
                  </a:lnTo>
                  <a:lnTo>
                    <a:pt x="712" y="890"/>
                  </a:lnTo>
                  <a:lnTo>
                    <a:pt x="534" y="1023"/>
                  </a:lnTo>
                  <a:lnTo>
                    <a:pt x="534" y="1023"/>
                  </a:lnTo>
                  <a:lnTo>
                    <a:pt x="1068" y="890"/>
                  </a:lnTo>
                  <a:lnTo>
                    <a:pt x="3024" y="890"/>
                  </a:lnTo>
                  <a:lnTo>
                    <a:pt x="3735" y="534"/>
                  </a:lnTo>
                  <a:lnTo>
                    <a:pt x="3557" y="534"/>
                  </a:lnTo>
                  <a:lnTo>
                    <a:pt x="3557" y="179"/>
                  </a:lnTo>
                  <a:lnTo>
                    <a:pt x="2490" y="356"/>
                  </a:lnTo>
                  <a:lnTo>
                    <a:pt x="2490" y="1"/>
                  </a:lnTo>
                  <a:close/>
                  <a:moveTo>
                    <a:pt x="534" y="1023"/>
                  </a:moveTo>
                  <a:lnTo>
                    <a:pt x="357" y="1068"/>
                  </a:lnTo>
                  <a:lnTo>
                    <a:pt x="1" y="1423"/>
                  </a:lnTo>
                  <a:lnTo>
                    <a:pt x="534" y="1023"/>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2" name="Google Shape;1412;p60"/>
            <p:cNvSpPr/>
            <p:nvPr/>
          </p:nvSpPr>
          <p:spPr>
            <a:xfrm>
              <a:off x="3060950" y="3719875"/>
              <a:ext cx="413425" cy="391225"/>
            </a:xfrm>
            <a:custGeom>
              <a:rect b="b" l="l" r="r" t="t"/>
              <a:pathLst>
                <a:path extrusionOk="0" h="15649" w="16537">
                  <a:moveTo>
                    <a:pt x="14937" y="1"/>
                  </a:moveTo>
                  <a:lnTo>
                    <a:pt x="14581" y="534"/>
                  </a:lnTo>
                  <a:lnTo>
                    <a:pt x="14225" y="890"/>
                  </a:lnTo>
                  <a:lnTo>
                    <a:pt x="14225" y="1423"/>
                  </a:lnTo>
                  <a:lnTo>
                    <a:pt x="14047" y="1601"/>
                  </a:lnTo>
                  <a:lnTo>
                    <a:pt x="13158" y="1601"/>
                  </a:lnTo>
                  <a:lnTo>
                    <a:pt x="12981" y="1957"/>
                  </a:lnTo>
                  <a:lnTo>
                    <a:pt x="12981" y="2312"/>
                  </a:lnTo>
                  <a:lnTo>
                    <a:pt x="12625" y="2312"/>
                  </a:lnTo>
                  <a:lnTo>
                    <a:pt x="12092" y="2134"/>
                  </a:lnTo>
                  <a:lnTo>
                    <a:pt x="11025" y="2668"/>
                  </a:lnTo>
                  <a:lnTo>
                    <a:pt x="10491" y="2490"/>
                  </a:lnTo>
                  <a:lnTo>
                    <a:pt x="10491" y="2312"/>
                  </a:lnTo>
                  <a:lnTo>
                    <a:pt x="10136" y="2134"/>
                  </a:lnTo>
                  <a:lnTo>
                    <a:pt x="9602" y="2312"/>
                  </a:lnTo>
                  <a:lnTo>
                    <a:pt x="9246" y="1957"/>
                  </a:lnTo>
                  <a:lnTo>
                    <a:pt x="8357" y="1957"/>
                  </a:lnTo>
                  <a:lnTo>
                    <a:pt x="7646" y="1601"/>
                  </a:lnTo>
                  <a:lnTo>
                    <a:pt x="7290" y="2134"/>
                  </a:lnTo>
                  <a:lnTo>
                    <a:pt x="6579" y="2312"/>
                  </a:lnTo>
                  <a:lnTo>
                    <a:pt x="6224" y="2490"/>
                  </a:lnTo>
                  <a:lnTo>
                    <a:pt x="6224" y="2846"/>
                  </a:lnTo>
                  <a:lnTo>
                    <a:pt x="6046" y="3201"/>
                  </a:lnTo>
                  <a:lnTo>
                    <a:pt x="6046" y="3735"/>
                  </a:lnTo>
                  <a:lnTo>
                    <a:pt x="5868" y="3913"/>
                  </a:lnTo>
                  <a:lnTo>
                    <a:pt x="5335" y="4268"/>
                  </a:lnTo>
                  <a:lnTo>
                    <a:pt x="5157" y="4268"/>
                  </a:lnTo>
                  <a:lnTo>
                    <a:pt x="3912" y="4624"/>
                  </a:lnTo>
                  <a:lnTo>
                    <a:pt x="4090" y="4979"/>
                  </a:lnTo>
                  <a:lnTo>
                    <a:pt x="3912" y="5157"/>
                  </a:lnTo>
                  <a:lnTo>
                    <a:pt x="3912" y="5335"/>
                  </a:lnTo>
                  <a:lnTo>
                    <a:pt x="3201" y="5869"/>
                  </a:lnTo>
                  <a:lnTo>
                    <a:pt x="2845" y="5691"/>
                  </a:lnTo>
                  <a:lnTo>
                    <a:pt x="2489" y="6046"/>
                  </a:lnTo>
                  <a:lnTo>
                    <a:pt x="2489" y="5691"/>
                  </a:lnTo>
                  <a:lnTo>
                    <a:pt x="2134" y="5513"/>
                  </a:lnTo>
                  <a:lnTo>
                    <a:pt x="1423" y="5513"/>
                  </a:lnTo>
                  <a:lnTo>
                    <a:pt x="1245" y="5157"/>
                  </a:lnTo>
                  <a:lnTo>
                    <a:pt x="1067" y="5691"/>
                  </a:lnTo>
                  <a:lnTo>
                    <a:pt x="889" y="5691"/>
                  </a:lnTo>
                  <a:lnTo>
                    <a:pt x="889" y="5869"/>
                  </a:lnTo>
                  <a:lnTo>
                    <a:pt x="711" y="6758"/>
                  </a:lnTo>
                  <a:lnTo>
                    <a:pt x="533" y="7113"/>
                  </a:lnTo>
                  <a:lnTo>
                    <a:pt x="533" y="7469"/>
                  </a:lnTo>
                  <a:lnTo>
                    <a:pt x="356" y="7469"/>
                  </a:lnTo>
                  <a:lnTo>
                    <a:pt x="0" y="7825"/>
                  </a:lnTo>
                  <a:lnTo>
                    <a:pt x="178" y="8536"/>
                  </a:lnTo>
                  <a:lnTo>
                    <a:pt x="533" y="8536"/>
                  </a:lnTo>
                  <a:lnTo>
                    <a:pt x="178" y="9425"/>
                  </a:lnTo>
                  <a:lnTo>
                    <a:pt x="533" y="10847"/>
                  </a:lnTo>
                  <a:lnTo>
                    <a:pt x="533" y="12092"/>
                  </a:lnTo>
                  <a:lnTo>
                    <a:pt x="1778" y="12270"/>
                  </a:lnTo>
                  <a:lnTo>
                    <a:pt x="1956" y="12803"/>
                  </a:lnTo>
                  <a:lnTo>
                    <a:pt x="1956" y="13515"/>
                  </a:lnTo>
                  <a:lnTo>
                    <a:pt x="533" y="14937"/>
                  </a:lnTo>
                  <a:lnTo>
                    <a:pt x="3023" y="15648"/>
                  </a:lnTo>
                  <a:lnTo>
                    <a:pt x="4445" y="15471"/>
                  </a:lnTo>
                  <a:lnTo>
                    <a:pt x="5157" y="15648"/>
                  </a:lnTo>
                  <a:lnTo>
                    <a:pt x="5690" y="15293"/>
                  </a:lnTo>
                  <a:lnTo>
                    <a:pt x="6757" y="15293"/>
                  </a:lnTo>
                  <a:lnTo>
                    <a:pt x="8180" y="14937"/>
                  </a:lnTo>
                  <a:lnTo>
                    <a:pt x="8357" y="14759"/>
                  </a:lnTo>
                  <a:lnTo>
                    <a:pt x="8180" y="14404"/>
                  </a:lnTo>
                  <a:lnTo>
                    <a:pt x="8357" y="14048"/>
                  </a:lnTo>
                  <a:lnTo>
                    <a:pt x="8357" y="13159"/>
                  </a:lnTo>
                  <a:lnTo>
                    <a:pt x="8713" y="12981"/>
                  </a:lnTo>
                  <a:lnTo>
                    <a:pt x="8891" y="12626"/>
                  </a:lnTo>
                  <a:lnTo>
                    <a:pt x="9246" y="12448"/>
                  </a:lnTo>
                  <a:lnTo>
                    <a:pt x="9958" y="12626"/>
                  </a:lnTo>
                  <a:lnTo>
                    <a:pt x="10313" y="12448"/>
                  </a:lnTo>
                  <a:lnTo>
                    <a:pt x="10136" y="12448"/>
                  </a:lnTo>
                  <a:lnTo>
                    <a:pt x="10136" y="12092"/>
                  </a:lnTo>
                  <a:lnTo>
                    <a:pt x="10669" y="11736"/>
                  </a:lnTo>
                  <a:lnTo>
                    <a:pt x="11025" y="11559"/>
                  </a:lnTo>
                  <a:lnTo>
                    <a:pt x="11736" y="11736"/>
                  </a:lnTo>
                  <a:lnTo>
                    <a:pt x="11914" y="11736"/>
                  </a:lnTo>
                  <a:lnTo>
                    <a:pt x="12092" y="11914"/>
                  </a:lnTo>
                  <a:lnTo>
                    <a:pt x="12625" y="11381"/>
                  </a:lnTo>
                  <a:lnTo>
                    <a:pt x="12625" y="10492"/>
                  </a:lnTo>
                  <a:lnTo>
                    <a:pt x="12803" y="10136"/>
                  </a:lnTo>
                  <a:lnTo>
                    <a:pt x="12803" y="9958"/>
                  </a:lnTo>
                  <a:lnTo>
                    <a:pt x="12981" y="9425"/>
                  </a:lnTo>
                  <a:lnTo>
                    <a:pt x="13692" y="9247"/>
                  </a:lnTo>
                  <a:lnTo>
                    <a:pt x="14047" y="8891"/>
                  </a:lnTo>
                  <a:lnTo>
                    <a:pt x="13870" y="8536"/>
                  </a:lnTo>
                  <a:lnTo>
                    <a:pt x="13514" y="8180"/>
                  </a:lnTo>
                  <a:lnTo>
                    <a:pt x="13514" y="7825"/>
                  </a:lnTo>
                  <a:lnTo>
                    <a:pt x="14937" y="7825"/>
                  </a:lnTo>
                  <a:lnTo>
                    <a:pt x="15114" y="7647"/>
                  </a:lnTo>
                  <a:lnTo>
                    <a:pt x="15292" y="7291"/>
                  </a:lnTo>
                  <a:lnTo>
                    <a:pt x="15114" y="6935"/>
                  </a:lnTo>
                  <a:lnTo>
                    <a:pt x="15114" y="6758"/>
                  </a:lnTo>
                  <a:lnTo>
                    <a:pt x="16003" y="5691"/>
                  </a:lnTo>
                  <a:lnTo>
                    <a:pt x="16003" y="5335"/>
                  </a:lnTo>
                  <a:lnTo>
                    <a:pt x="15826" y="4802"/>
                  </a:lnTo>
                  <a:lnTo>
                    <a:pt x="15470" y="4090"/>
                  </a:lnTo>
                  <a:lnTo>
                    <a:pt x="16003" y="3379"/>
                  </a:lnTo>
                  <a:lnTo>
                    <a:pt x="16181" y="3379"/>
                  </a:lnTo>
                  <a:lnTo>
                    <a:pt x="16537" y="3201"/>
                  </a:lnTo>
                  <a:lnTo>
                    <a:pt x="16003" y="3201"/>
                  </a:lnTo>
                  <a:lnTo>
                    <a:pt x="15826" y="3024"/>
                  </a:lnTo>
                  <a:lnTo>
                    <a:pt x="15648" y="2490"/>
                  </a:lnTo>
                  <a:lnTo>
                    <a:pt x="15648" y="2312"/>
                  </a:lnTo>
                  <a:lnTo>
                    <a:pt x="15826" y="1068"/>
                  </a:lnTo>
                  <a:lnTo>
                    <a:pt x="15470" y="890"/>
                  </a:lnTo>
                  <a:lnTo>
                    <a:pt x="15648" y="356"/>
                  </a:lnTo>
                  <a:lnTo>
                    <a:pt x="1511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3" name="Google Shape;1413;p60"/>
            <p:cNvSpPr/>
            <p:nvPr/>
          </p:nvSpPr>
          <p:spPr>
            <a:xfrm>
              <a:off x="2323000" y="3475375"/>
              <a:ext cx="235625" cy="115625"/>
            </a:xfrm>
            <a:custGeom>
              <a:rect b="b" l="l" r="r" t="t"/>
              <a:pathLst>
                <a:path extrusionOk="0" h="4625" w="9425">
                  <a:moveTo>
                    <a:pt x="1" y="1"/>
                  </a:moveTo>
                  <a:lnTo>
                    <a:pt x="1" y="179"/>
                  </a:lnTo>
                  <a:lnTo>
                    <a:pt x="178" y="179"/>
                  </a:lnTo>
                  <a:lnTo>
                    <a:pt x="356" y="534"/>
                  </a:lnTo>
                  <a:lnTo>
                    <a:pt x="1245" y="712"/>
                  </a:lnTo>
                  <a:lnTo>
                    <a:pt x="1601" y="1246"/>
                  </a:lnTo>
                  <a:lnTo>
                    <a:pt x="1957" y="1423"/>
                  </a:lnTo>
                  <a:lnTo>
                    <a:pt x="1957" y="1601"/>
                  </a:lnTo>
                  <a:lnTo>
                    <a:pt x="2134" y="2135"/>
                  </a:lnTo>
                  <a:lnTo>
                    <a:pt x="2490" y="2846"/>
                  </a:lnTo>
                  <a:lnTo>
                    <a:pt x="2490" y="3379"/>
                  </a:lnTo>
                  <a:lnTo>
                    <a:pt x="2312" y="3735"/>
                  </a:lnTo>
                  <a:lnTo>
                    <a:pt x="2134" y="3735"/>
                  </a:lnTo>
                  <a:lnTo>
                    <a:pt x="2312" y="3913"/>
                  </a:lnTo>
                  <a:lnTo>
                    <a:pt x="2490" y="3735"/>
                  </a:lnTo>
                  <a:lnTo>
                    <a:pt x="3023" y="3735"/>
                  </a:lnTo>
                  <a:lnTo>
                    <a:pt x="3379" y="3913"/>
                  </a:lnTo>
                  <a:lnTo>
                    <a:pt x="3913" y="3557"/>
                  </a:lnTo>
                  <a:lnTo>
                    <a:pt x="4090" y="3735"/>
                  </a:lnTo>
                  <a:lnTo>
                    <a:pt x="4446" y="4268"/>
                  </a:lnTo>
                  <a:lnTo>
                    <a:pt x="4624" y="4446"/>
                  </a:lnTo>
                  <a:lnTo>
                    <a:pt x="4802" y="4446"/>
                  </a:lnTo>
                  <a:lnTo>
                    <a:pt x="4979" y="4624"/>
                  </a:lnTo>
                  <a:lnTo>
                    <a:pt x="5157" y="4624"/>
                  </a:lnTo>
                  <a:lnTo>
                    <a:pt x="5691" y="4446"/>
                  </a:lnTo>
                  <a:lnTo>
                    <a:pt x="5869" y="4268"/>
                  </a:lnTo>
                  <a:lnTo>
                    <a:pt x="6402" y="4446"/>
                  </a:lnTo>
                  <a:lnTo>
                    <a:pt x="6935" y="4268"/>
                  </a:lnTo>
                  <a:lnTo>
                    <a:pt x="7469" y="3913"/>
                  </a:lnTo>
                  <a:lnTo>
                    <a:pt x="8180" y="4091"/>
                  </a:lnTo>
                  <a:lnTo>
                    <a:pt x="8536" y="4446"/>
                  </a:lnTo>
                  <a:lnTo>
                    <a:pt x="8891" y="4446"/>
                  </a:lnTo>
                  <a:lnTo>
                    <a:pt x="9247" y="4624"/>
                  </a:lnTo>
                  <a:lnTo>
                    <a:pt x="9425" y="4268"/>
                  </a:lnTo>
                  <a:lnTo>
                    <a:pt x="8714" y="3735"/>
                  </a:lnTo>
                  <a:lnTo>
                    <a:pt x="8714" y="3379"/>
                  </a:lnTo>
                  <a:lnTo>
                    <a:pt x="9069" y="3201"/>
                  </a:lnTo>
                  <a:lnTo>
                    <a:pt x="8714" y="3024"/>
                  </a:lnTo>
                  <a:lnTo>
                    <a:pt x="7825" y="2668"/>
                  </a:lnTo>
                  <a:lnTo>
                    <a:pt x="8002" y="2135"/>
                  </a:lnTo>
                  <a:lnTo>
                    <a:pt x="7825" y="1957"/>
                  </a:lnTo>
                  <a:lnTo>
                    <a:pt x="7469" y="1957"/>
                  </a:lnTo>
                  <a:lnTo>
                    <a:pt x="7291" y="1779"/>
                  </a:lnTo>
                  <a:lnTo>
                    <a:pt x="7291" y="1601"/>
                  </a:lnTo>
                  <a:lnTo>
                    <a:pt x="7113" y="1601"/>
                  </a:lnTo>
                  <a:lnTo>
                    <a:pt x="6935" y="1779"/>
                  </a:lnTo>
                  <a:lnTo>
                    <a:pt x="6580" y="1601"/>
                  </a:lnTo>
                  <a:lnTo>
                    <a:pt x="6046" y="1779"/>
                  </a:lnTo>
                  <a:lnTo>
                    <a:pt x="5869" y="1779"/>
                  </a:lnTo>
                  <a:lnTo>
                    <a:pt x="5335" y="1957"/>
                  </a:lnTo>
                  <a:lnTo>
                    <a:pt x="5157" y="1779"/>
                  </a:lnTo>
                  <a:lnTo>
                    <a:pt x="5157" y="1423"/>
                  </a:lnTo>
                  <a:lnTo>
                    <a:pt x="4446" y="1246"/>
                  </a:lnTo>
                  <a:lnTo>
                    <a:pt x="4268" y="1246"/>
                  </a:lnTo>
                  <a:lnTo>
                    <a:pt x="3913" y="712"/>
                  </a:lnTo>
                  <a:lnTo>
                    <a:pt x="3379" y="712"/>
                  </a:lnTo>
                  <a:lnTo>
                    <a:pt x="3201" y="534"/>
                  </a:lnTo>
                  <a:lnTo>
                    <a:pt x="2134" y="534"/>
                  </a:lnTo>
                  <a:lnTo>
                    <a:pt x="89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4" name="Google Shape;1414;p60"/>
            <p:cNvSpPr/>
            <p:nvPr/>
          </p:nvSpPr>
          <p:spPr>
            <a:xfrm>
              <a:off x="2558600" y="2808575"/>
              <a:ext cx="1467025" cy="804650"/>
            </a:xfrm>
            <a:custGeom>
              <a:rect b="b" l="l" r="r" t="t"/>
              <a:pathLst>
                <a:path extrusionOk="0" h="32186" w="58681">
                  <a:moveTo>
                    <a:pt x="32541" y="1"/>
                  </a:moveTo>
                  <a:lnTo>
                    <a:pt x="31474" y="712"/>
                  </a:lnTo>
                  <a:lnTo>
                    <a:pt x="31119" y="1245"/>
                  </a:lnTo>
                  <a:lnTo>
                    <a:pt x="28451" y="1957"/>
                  </a:lnTo>
                  <a:lnTo>
                    <a:pt x="27384" y="1957"/>
                  </a:lnTo>
                  <a:lnTo>
                    <a:pt x="26851" y="2668"/>
                  </a:lnTo>
                  <a:lnTo>
                    <a:pt x="26140" y="2668"/>
                  </a:lnTo>
                  <a:lnTo>
                    <a:pt x="24362" y="3023"/>
                  </a:lnTo>
                  <a:lnTo>
                    <a:pt x="23117" y="3735"/>
                  </a:lnTo>
                  <a:lnTo>
                    <a:pt x="22583" y="3557"/>
                  </a:lnTo>
                  <a:lnTo>
                    <a:pt x="22228" y="3557"/>
                  </a:lnTo>
                  <a:lnTo>
                    <a:pt x="21517" y="3379"/>
                  </a:lnTo>
                  <a:lnTo>
                    <a:pt x="21161" y="3735"/>
                  </a:lnTo>
                  <a:lnTo>
                    <a:pt x="20983" y="4268"/>
                  </a:lnTo>
                  <a:lnTo>
                    <a:pt x="21339" y="4624"/>
                  </a:lnTo>
                  <a:lnTo>
                    <a:pt x="21339" y="4979"/>
                  </a:lnTo>
                  <a:lnTo>
                    <a:pt x="22050" y="5335"/>
                  </a:lnTo>
                  <a:lnTo>
                    <a:pt x="22406" y="5691"/>
                  </a:lnTo>
                  <a:lnTo>
                    <a:pt x="22228" y="6046"/>
                  </a:lnTo>
                  <a:lnTo>
                    <a:pt x="21517" y="6046"/>
                  </a:lnTo>
                  <a:lnTo>
                    <a:pt x="20983" y="6224"/>
                  </a:lnTo>
                  <a:lnTo>
                    <a:pt x="20627" y="6758"/>
                  </a:lnTo>
                  <a:lnTo>
                    <a:pt x="20805" y="7113"/>
                  </a:lnTo>
                  <a:lnTo>
                    <a:pt x="20805" y="7647"/>
                  </a:lnTo>
                  <a:lnTo>
                    <a:pt x="19738" y="8536"/>
                  </a:lnTo>
                  <a:lnTo>
                    <a:pt x="20272" y="9069"/>
                  </a:lnTo>
                  <a:lnTo>
                    <a:pt x="21694" y="9780"/>
                  </a:lnTo>
                  <a:lnTo>
                    <a:pt x="21517" y="11025"/>
                  </a:lnTo>
                  <a:lnTo>
                    <a:pt x="20983" y="11381"/>
                  </a:lnTo>
                  <a:lnTo>
                    <a:pt x="19916" y="11381"/>
                  </a:lnTo>
                  <a:lnTo>
                    <a:pt x="19561" y="11203"/>
                  </a:lnTo>
                  <a:lnTo>
                    <a:pt x="19205" y="11559"/>
                  </a:lnTo>
                  <a:lnTo>
                    <a:pt x="18849" y="11736"/>
                  </a:lnTo>
                  <a:lnTo>
                    <a:pt x="17605" y="11203"/>
                  </a:lnTo>
                  <a:lnTo>
                    <a:pt x="17071" y="10669"/>
                  </a:lnTo>
                  <a:lnTo>
                    <a:pt x="16716" y="10492"/>
                  </a:lnTo>
                  <a:lnTo>
                    <a:pt x="16360" y="10492"/>
                  </a:lnTo>
                  <a:lnTo>
                    <a:pt x="15826" y="10847"/>
                  </a:lnTo>
                  <a:lnTo>
                    <a:pt x="15115" y="10492"/>
                  </a:lnTo>
                  <a:lnTo>
                    <a:pt x="14404" y="10669"/>
                  </a:lnTo>
                  <a:lnTo>
                    <a:pt x="13693" y="11381"/>
                  </a:lnTo>
                  <a:lnTo>
                    <a:pt x="13159" y="11559"/>
                  </a:lnTo>
                  <a:lnTo>
                    <a:pt x="12448" y="11381"/>
                  </a:lnTo>
                  <a:lnTo>
                    <a:pt x="12092" y="11025"/>
                  </a:lnTo>
                  <a:lnTo>
                    <a:pt x="11915" y="11025"/>
                  </a:lnTo>
                  <a:lnTo>
                    <a:pt x="11737" y="11203"/>
                  </a:lnTo>
                  <a:lnTo>
                    <a:pt x="11737" y="11559"/>
                  </a:lnTo>
                  <a:lnTo>
                    <a:pt x="11381" y="11559"/>
                  </a:lnTo>
                  <a:lnTo>
                    <a:pt x="11025" y="10847"/>
                  </a:lnTo>
                  <a:lnTo>
                    <a:pt x="9781" y="9603"/>
                  </a:lnTo>
                  <a:lnTo>
                    <a:pt x="8536" y="9603"/>
                  </a:lnTo>
                  <a:lnTo>
                    <a:pt x="8003" y="9069"/>
                  </a:lnTo>
                  <a:lnTo>
                    <a:pt x="7647" y="9247"/>
                  </a:lnTo>
                  <a:lnTo>
                    <a:pt x="7291" y="9425"/>
                  </a:lnTo>
                  <a:lnTo>
                    <a:pt x="7113" y="9603"/>
                  </a:lnTo>
                  <a:lnTo>
                    <a:pt x="6580" y="9247"/>
                  </a:lnTo>
                  <a:lnTo>
                    <a:pt x="6224" y="9069"/>
                  </a:lnTo>
                  <a:lnTo>
                    <a:pt x="5691" y="9425"/>
                  </a:lnTo>
                  <a:lnTo>
                    <a:pt x="5335" y="9958"/>
                  </a:lnTo>
                  <a:lnTo>
                    <a:pt x="4268" y="10492"/>
                  </a:lnTo>
                  <a:lnTo>
                    <a:pt x="3913" y="11203"/>
                  </a:lnTo>
                  <a:lnTo>
                    <a:pt x="3024" y="11559"/>
                  </a:lnTo>
                  <a:lnTo>
                    <a:pt x="3202" y="12803"/>
                  </a:lnTo>
                  <a:lnTo>
                    <a:pt x="3024" y="13159"/>
                  </a:lnTo>
                  <a:lnTo>
                    <a:pt x="2312" y="13337"/>
                  </a:lnTo>
                  <a:lnTo>
                    <a:pt x="1601" y="12270"/>
                  </a:lnTo>
                  <a:lnTo>
                    <a:pt x="1423" y="12092"/>
                  </a:lnTo>
                  <a:lnTo>
                    <a:pt x="1068" y="12270"/>
                  </a:lnTo>
                  <a:lnTo>
                    <a:pt x="890" y="12981"/>
                  </a:lnTo>
                  <a:lnTo>
                    <a:pt x="534" y="13514"/>
                  </a:lnTo>
                  <a:lnTo>
                    <a:pt x="356" y="14226"/>
                  </a:lnTo>
                  <a:lnTo>
                    <a:pt x="534" y="14937"/>
                  </a:lnTo>
                  <a:lnTo>
                    <a:pt x="179" y="15470"/>
                  </a:lnTo>
                  <a:lnTo>
                    <a:pt x="1" y="16182"/>
                  </a:lnTo>
                  <a:lnTo>
                    <a:pt x="712" y="16715"/>
                  </a:lnTo>
                  <a:lnTo>
                    <a:pt x="712" y="17426"/>
                  </a:lnTo>
                  <a:lnTo>
                    <a:pt x="1068" y="17782"/>
                  </a:lnTo>
                  <a:lnTo>
                    <a:pt x="2135" y="17782"/>
                  </a:lnTo>
                  <a:lnTo>
                    <a:pt x="2846" y="18493"/>
                  </a:lnTo>
                  <a:lnTo>
                    <a:pt x="3379" y="19738"/>
                  </a:lnTo>
                  <a:lnTo>
                    <a:pt x="3379" y="20094"/>
                  </a:lnTo>
                  <a:lnTo>
                    <a:pt x="2846" y="20094"/>
                  </a:lnTo>
                  <a:lnTo>
                    <a:pt x="3735" y="20805"/>
                  </a:lnTo>
                  <a:lnTo>
                    <a:pt x="3913" y="20449"/>
                  </a:lnTo>
                  <a:lnTo>
                    <a:pt x="4624" y="20271"/>
                  </a:lnTo>
                  <a:lnTo>
                    <a:pt x="6402" y="19205"/>
                  </a:lnTo>
                  <a:lnTo>
                    <a:pt x="7291" y="19382"/>
                  </a:lnTo>
                  <a:lnTo>
                    <a:pt x="7825" y="19738"/>
                  </a:lnTo>
                  <a:lnTo>
                    <a:pt x="8358" y="19382"/>
                  </a:lnTo>
                  <a:lnTo>
                    <a:pt x="8892" y="19560"/>
                  </a:lnTo>
                  <a:lnTo>
                    <a:pt x="9425" y="19916"/>
                  </a:lnTo>
                  <a:lnTo>
                    <a:pt x="9425" y="21338"/>
                  </a:lnTo>
                  <a:lnTo>
                    <a:pt x="9069" y="22227"/>
                  </a:lnTo>
                  <a:lnTo>
                    <a:pt x="9247" y="22761"/>
                  </a:lnTo>
                  <a:lnTo>
                    <a:pt x="7647" y="22939"/>
                  </a:lnTo>
                  <a:lnTo>
                    <a:pt x="7113" y="22939"/>
                  </a:lnTo>
                  <a:lnTo>
                    <a:pt x="6580" y="23828"/>
                  </a:lnTo>
                  <a:lnTo>
                    <a:pt x="6758" y="24539"/>
                  </a:lnTo>
                  <a:lnTo>
                    <a:pt x="6580" y="24717"/>
                  </a:lnTo>
                  <a:lnTo>
                    <a:pt x="5691" y="24539"/>
                  </a:lnTo>
                  <a:lnTo>
                    <a:pt x="5335" y="24717"/>
                  </a:lnTo>
                  <a:lnTo>
                    <a:pt x="5513" y="24895"/>
                  </a:lnTo>
                  <a:lnTo>
                    <a:pt x="6224" y="25428"/>
                  </a:lnTo>
                  <a:lnTo>
                    <a:pt x="6758" y="26495"/>
                  </a:lnTo>
                  <a:lnTo>
                    <a:pt x="6936" y="27206"/>
                  </a:lnTo>
                  <a:lnTo>
                    <a:pt x="7291" y="27384"/>
                  </a:lnTo>
                  <a:lnTo>
                    <a:pt x="7825" y="27740"/>
                  </a:lnTo>
                  <a:lnTo>
                    <a:pt x="8536" y="27918"/>
                  </a:lnTo>
                  <a:lnTo>
                    <a:pt x="8892" y="28273"/>
                  </a:lnTo>
                  <a:lnTo>
                    <a:pt x="8892" y="28629"/>
                  </a:lnTo>
                  <a:lnTo>
                    <a:pt x="8536" y="29340"/>
                  </a:lnTo>
                  <a:lnTo>
                    <a:pt x="8536" y="29873"/>
                  </a:lnTo>
                  <a:lnTo>
                    <a:pt x="8892" y="29518"/>
                  </a:lnTo>
                  <a:lnTo>
                    <a:pt x="9781" y="28984"/>
                  </a:lnTo>
                  <a:lnTo>
                    <a:pt x="11025" y="28807"/>
                  </a:lnTo>
                  <a:lnTo>
                    <a:pt x="11915" y="29518"/>
                  </a:lnTo>
                  <a:lnTo>
                    <a:pt x="12270" y="30229"/>
                  </a:lnTo>
                  <a:lnTo>
                    <a:pt x="12448" y="30407"/>
                  </a:lnTo>
                  <a:lnTo>
                    <a:pt x="12804" y="30940"/>
                  </a:lnTo>
                  <a:lnTo>
                    <a:pt x="12981" y="30940"/>
                  </a:lnTo>
                  <a:lnTo>
                    <a:pt x="13515" y="30763"/>
                  </a:lnTo>
                  <a:lnTo>
                    <a:pt x="13515" y="23472"/>
                  </a:lnTo>
                  <a:lnTo>
                    <a:pt x="17427" y="22405"/>
                  </a:lnTo>
                  <a:lnTo>
                    <a:pt x="20983" y="25072"/>
                  </a:lnTo>
                  <a:lnTo>
                    <a:pt x="22406" y="26495"/>
                  </a:lnTo>
                  <a:lnTo>
                    <a:pt x="24184" y="26139"/>
                  </a:lnTo>
                  <a:lnTo>
                    <a:pt x="24362" y="26139"/>
                  </a:lnTo>
                  <a:lnTo>
                    <a:pt x="25784" y="26317"/>
                  </a:lnTo>
                  <a:lnTo>
                    <a:pt x="26851" y="26139"/>
                  </a:lnTo>
                  <a:lnTo>
                    <a:pt x="27562" y="27028"/>
                  </a:lnTo>
                  <a:lnTo>
                    <a:pt x="27918" y="27740"/>
                  </a:lnTo>
                  <a:lnTo>
                    <a:pt x="28274" y="27740"/>
                  </a:lnTo>
                  <a:lnTo>
                    <a:pt x="28274" y="28984"/>
                  </a:lnTo>
                  <a:lnTo>
                    <a:pt x="28096" y="29162"/>
                  </a:lnTo>
                  <a:lnTo>
                    <a:pt x="28096" y="29518"/>
                  </a:lnTo>
                  <a:lnTo>
                    <a:pt x="28274" y="29696"/>
                  </a:lnTo>
                  <a:lnTo>
                    <a:pt x="28807" y="29696"/>
                  </a:lnTo>
                  <a:lnTo>
                    <a:pt x="28985" y="30229"/>
                  </a:lnTo>
                  <a:lnTo>
                    <a:pt x="28985" y="30940"/>
                  </a:lnTo>
                  <a:lnTo>
                    <a:pt x="30941" y="31118"/>
                  </a:lnTo>
                  <a:lnTo>
                    <a:pt x="31296" y="31474"/>
                  </a:lnTo>
                  <a:lnTo>
                    <a:pt x="31119" y="31829"/>
                  </a:lnTo>
                  <a:lnTo>
                    <a:pt x="31652" y="32185"/>
                  </a:lnTo>
                  <a:lnTo>
                    <a:pt x="31830" y="32185"/>
                  </a:lnTo>
                  <a:lnTo>
                    <a:pt x="31652" y="31652"/>
                  </a:lnTo>
                  <a:lnTo>
                    <a:pt x="32363" y="30763"/>
                  </a:lnTo>
                  <a:lnTo>
                    <a:pt x="32897" y="30407"/>
                  </a:lnTo>
                  <a:lnTo>
                    <a:pt x="33075" y="30229"/>
                  </a:lnTo>
                  <a:lnTo>
                    <a:pt x="33430" y="30229"/>
                  </a:lnTo>
                  <a:lnTo>
                    <a:pt x="34319" y="29340"/>
                  </a:lnTo>
                  <a:lnTo>
                    <a:pt x="34675" y="29518"/>
                  </a:lnTo>
                  <a:lnTo>
                    <a:pt x="35031" y="29162"/>
                  </a:lnTo>
                  <a:lnTo>
                    <a:pt x="35031" y="28984"/>
                  </a:lnTo>
                  <a:lnTo>
                    <a:pt x="35031" y="28807"/>
                  </a:lnTo>
                  <a:lnTo>
                    <a:pt x="35208" y="28807"/>
                  </a:lnTo>
                  <a:lnTo>
                    <a:pt x="35208" y="28451"/>
                  </a:lnTo>
                  <a:lnTo>
                    <a:pt x="35564" y="28095"/>
                  </a:lnTo>
                  <a:lnTo>
                    <a:pt x="36097" y="27918"/>
                  </a:lnTo>
                  <a:lnTo>
                    <a:pt x="36631" y="27918"/>
                  </a:lnTo>
                  <a:lnTo>
                    <a:pt x="37698" y="28273"/>
                  </a:lnTo>
                  <a:lnTo>
                    <a:pt x="38053" y="28451"/>
                  </a:lnTo>
                  <a:lnTo>
                    <a:pt x="38765" y="28629"/>
                  </a:lnTo>
                  <a:lnTo>
                    <a:pt x="38765" y="28273"/>
                  </a:lnTo>
                  <a:lnTo>
                    <a:pt x="38943" y="27562"/>
                  </a:lnTo>
                  <a:lnTo>
                    <a:pt x="40009" y="27206"/>
                  </a:lnTo>
                  <a:lnTo>
                    <a:pt x="40365" y="27206"/>
                  </a:lnTo>
                  <a:lnTo>
                    <a:pt x="41254" y="27740"/>
                  </a:lnTo>
                  <a:lnTo>
                    <a:pt x="41788" y="27918"/>
                  </a:lnTo>
                  <a:lnTo>
                    <a:pt x="41965" y="27918"/>
                  </a:lnTo>
                  <a:lnTo>
                    <a:pt x="42499" y="27740"/>
                  </a:lnTo>
                  <a:lnTo>
                    <a:pt x="43210" y="27740"/>
                  </a:lnTo>
                  <a:lnTo>
                    <a:pt x="43744" y="27562"/>
                  </a:lnTo>
                  <a:lnTo>
                    <a:pt x="45522" y="27918"/>
                  </a:lnTo>
                  <a:lnTo>
                    <a:pt x="46411" y="27740"/>
                  </a:lnTo>
                  <a:lnTo>
                    <a:pt x="47122" y="27918"/>
                  </a:lnTo>
                  <a:lnTo>
                    <a:pt x="47300" y="28273"/>
                  </a:lnTo>
                  <a:lnTo>
                    <a:pt x="47655" y="28629"/>
                  </a:lnTo>
                  <a:lnTo>
                    <a:pt x="48189" y="28629"/>
                  </a:lnTo>
                  <a:lnTo>
                    <a:pt x="48545" y="28984"/>
                  </a:lnTo>
                  <a:lnTo>
                    <a:pt x="48545" y="28095"/>
                  </a:lnTo>
                  <a:lnTo>
                    <a:pt x="48900" y="27740"/>
                  </a:lnTo>
                  <a:lnTo>
                    <a:pt x="48900" y="27384"/>
                  </a:lnTo>
                  <a:lnTo>
                    <a:pt x="49256" y="27206"/>
                  </a:lnTo>
                  <a:lnTo>
                    <a:pt x="49256" y="26673"/>
                  </a:lnTo>
                  <a:lnTo>
                    <a:pt x="48722" y="25250"/>
                  </a:lnTo>
                  <a:lnTo>
                    <a:pt x="48722" y="24539"/>
                  </a:lnTo>
                  <a:lnTo>
                    <a:pt x="48900" y="24183"/>
                  </a:lnTo>
                  <a:lnTo>
                    <a:pt x="48545" y="24006"/>
                  </a:lnTo>
                  <a:lnTo>
                    <a:pt x="48189" y="24006"/>
                  </a:lnTo>
                  <a:lnTo>
                    <a:pt x="48189" y="23650"/>
                  </a:lnTo>
                  <a:lnTo>
                    <a:pt x="48367" y="23472"/>
                  </a:lnTo>
                  <a:lnTo>
                    <a:pt x="50856" y="22761"/>
                  </a:lnTo>
                  <a:lnTo>
                    <a:pt x="51212" y="23117"/>
                  </a:lnTo>
                  <a:lnTo>
                    <a:pt x="51923" y="23117"/>
                  </a:lnTo>
                  <a:lnTo>
                    <a:pt x="51923" y="22939"/>
                  </a:lnTo>
                  <a:lnTo>
                    <a:pt x="51567" y="22583"/>
                  </a:lnTo>
                  <a:lnTo>
                    <a:pt x="51567" y="22227"/>
                  </a:lnTo>
                  <a:lnTo>
                    <a:pt x="52634" y="19027"/>
                  </a:lnTo>
                  <a:lnTo>
                    <a:pt x="52812" y="18849"/>
                  </a:lnTo>
                  <a:lnTo>
                    <a:pt x="54235" y="19382"/>
                  </a:lnTo>
                  <a:lnTo>
                    <a:pt x="55124" y="19382"/>
                  </a:lnTo>
                  <a:lnTo>
                    <a:pt x="55302" y="19738"/>
                  </a:lnTo>
                  <a:lnTo>
                    <a:pt x="55835" y="19205"/>
                  </a:lnTo>
                  <a:lnTo>
                    <a:pt x="56191" y="19205"/>
                  </a:lnTo>
                  <a:lnTo>
                    <a:pt x="56368" y="18671"/>
                  </a:lnTo>
                  <a:lnTo>
                    <a:pt x="56191" y="17426"/>
                  </a:lnTo>
                  <a:lnTo>
                    <a:pt x="56546" y="16537"/>
                  </a:lnTo>
                  <a:lnTo>
                    <a:pt x="57791" y="16004"/>
                  </a:lnTo>
                  <a:lnTo>
                    <a:pt x="57969" y="15648"/>
                  </a:lnTo>
                  <a:lnTo>
                    <a:pt x="57969" y="15115"/>
                  </a:lnTo>
                  <a:lnTo>
                    <a:pt x="58147" y="14759"/>
                  </a:lnTo>
                  <a:lnTo>
                    <a:pt x="58680" y="14759"/>
                  </a:lnTo>
                  <a:lnTo>
                    <a:pt x="57969" y="14048"/>
                  </a:lnTo>
                  <a:lnTo>
                    <a:pt x="57791" y="13514"/>
                  </a:lnTo>
                  <a:lnTo>
                    <a:pt x="57258" y="14048"/>
                  </a:lnTo>
                  <a:lnTo>
                    <a:pt x="55835" y="13870"/>
                  </a:lnTo>
                  <a:lnTo>
                    <a:pt x="55302" y="12981"/>
                  </a:lnTo>
                  <a:lnTo>
                    <a:pt x="54590" y="12448"/>
                  </a:lnTo>
                  <a:lnTo>
                    <a:pt x="54235" y="11736"/>
                  </a:lnTo>
                  <a:lnTo>
                    <a:pt x="53879" y="11203"/>
                  </a:lnTo>
                  <a:lnTo>
                    <a:pt x="53168" y="10847"/>
                  </a:lnTo>
                  <a:lnTo>
                    <a:pt x="52812" y="10669"/>
                  </a:lnTo>
                  <a:lnTo>
                    <a:pt x="51923" y="11203"/>
                  </a:lnTo>
                  <a:lnTo>
                    <a:pt x="50501" y="11203"/>
                  </a:lnTo>
                  <a:lnTo>
                    <a:pt x="49611" y="10314"/>
                  </a:lnTo>
                  <a:lnTo>
                    <a:pt x="49434" y="10136"/>
                  </a:lnTo>
                  <a:lnTo>
                    <a:pt x="49078" y="10314"/>
                  </a:lnTo>
                  <a:lnTo>
                    <a:pt x="48900" y="10847"/>
                  </a:lnTo>
                  <a:lnTo>
                    <a:pt x="48189" y="11025"/>
                  </a:lnTo>
                  <a:lnTo>
                    <a:pt x="46944" y="8536"/>
                  </a:lnTo>
                  <a:lnTo>
                    <a:pt x="45344" y="5691"/>
                  </a:lnTo>
                  <a:lnTo>
                    <a:pt x="44988" y="5157"/>
                  </a:lnTo>
                  <a:lnTo>
                    <a:pt x="43210" y="3379"/>
                  </a:lnTo>
                  <a:lnTo>
                    <a:pt x="43210" y="3023"/>
                  </a:lnTo>
                  <a:lnTo>
                    <a:pt x="43566" y="2846"/>
                  </a:lnTo>
                  <a:lnTo>
                    <a:pt x="43566" y="2668"/>
                  </a:lnTo>
                  <a:lnTo>
                    <a:pt x="43032" y="2846"/>
                  </a:lnTo>
                  <a:lnTo>
                    <a:pt x="41965" y="3201"/>
                  </a:lnTo>
                  <a:lnTo>
                    <a:pt x="41610" y="3735"/>
                  </a:lnTo>
                  <a:lnTo>
                    <a:pt x="40543" y="4268"/>
                  </a:lnTo>
                  <a:lnTo>
                    <a:pt x="40187" y="4624"/>
                  </a:lnTo>
                  <a:lnTo>
                    <a:pt x="39476" y="4446"/>
                  </a:lnTo>
                  <a:lnTo>
                    <a:pt x="38765" y="4802"/>
                  </a:lnTo>
                  <a:lnTo>
                    <a:pt x="38587" y="4624"/>
                  </a:lnTo>
                  <a:lnTo>
                    <a:pt x="38587" y="4268"/>
                  </a:lnTo>
                  <a:lnTo>
                    <a:pt x="38943" y="3557"/>
                  </a:lnTo>
                  <a:lnTo>
                    <a:pt x="38587" y="3557"/>
                  </a:lnTo>
                  <a:lnTo>
                    <a:pt x="37876" y="3379"/>
                  </a:lnTo>
                  <a:lnTo>
                    <a:pt x="37698" y="3557"/>
                  </a:lnTo>
                  <a:lnTo>
                    <a:pt x="37342" y="3557"/>
                  </a:lnTo>
                  <a:lnTo>
                    <a:pt x="37164" y="3023"/>
                  </a:lnTo>
                  <a:lnTo>
                    <a:pt x="36987" y="2846"/>
                  </a:lnTo>
                  <a:lnTo>
                    <a:pt x="36809" y="3023"/>
                  </a:lnTo>
                  <a:lnTo>
                    <a:pt x="36275" y="3201"/>
                  </a:lnTo>
                  <a:lnTo>
                    <a:pt x="35386" y="3201"/>
                  </a:lnTo>
                  <a:lnTo>
                    <a:pt x="35386" y="2312"/>
                  </a:lnTo>
                  <a:lnTo>
                    <a:pt x="35564" y="1779"/>
                  </a:lnTo>
                  <a:lnTo>
                    <a:pt x="35208" y="890"/>
                  </a:lnTo>
                  <a:lnTo>
                    <a:pt x="34853" y="534"/>
                  </a:lnTo>
                  <a:lnTo>
                    <a:pt x="34497" y="356"/>
                  </a:lnTo>
                  <a:lnTo>
                    <a:pt x="33964" y="534"/>
                  </a:lnTo>
                  <a:lnTo>
                    <a:pt x="33252" y="178"/>
                  </a:lnTo>
                  <a:lnTo>
                    <a:pt x="3254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5" name="Google Shape;1415;p60"/>
            <p:cNvSpPr/>
            <p:nvPr/>
          </p:nvSpPr>
          <p:spPr>
            <a:xfrm>
              <a:off x="3314325" y="3599850"/>
              <a:ext cx="271200" cy="195625"/>
            </a:xfrm>
            <a:custGeom>
              <a:rect b="b" l="l" r="r" t="t"/>
              <a:pathLst>
                <a:path extrusionOk="0" h="7825" w="10848">
                  <a:moveTo>
                    <a:pt x="4268" y="1"/>
                  </a:moveTo>
                  <a:lnTo>
                    <a:pt x="4090" y="178"/>
                  </a:lnTo>
                  <a:lnTo>
                    <a:pt x="3379" y="712"/>
                  </a:lnTo>
                  <a:lnTo>
                    <a:pt x="2846" y="356"/>
                  </a:lnTo>
                  <a:lnTo>
                    <a:pt x="2668" y="890"/>
                  </a:lnTo>
                  <a:lnTo>
                    <a:pt x="2668" y="1423"/>
                  </a:lnTo>
                  <a:lnTo>
                    <a:pt x="2134" y="1601"/>
                  </a:lnTo>
                  <a:lnTo>
                    <a:pt x="2134" y="1779"/>
                  </a:lnTo>
                  <a:lnTo>
                    <a:pt x="1957" y="1957"/>
                  </a:lnTo>
                  <a:lnTo>
                    <a:pt x="1957" y="2134"/>
                  </a:lnTo>
                  <a:lnTo>
                    <a:pt x="1779" y="2134"/>
                  </a:lnTo>
                  <a:lnTo>
                    <a:pt x="1601" y="2668"/>
                  </a:lnTo>
                  <a:lnTo>
                    <a:pt x="356" y="2490"/>
                  </a:lnTo>
                  <a:lnTo>
                    <a:pt x="1" y="2846"/>
                  </a:lnTo>
                  <a:lnTo>
                    <a:pt x="1" y="3201"/>
                  </a:lnTo>
                  <a:lnTo>
                    <a:pt x="178" y="3201"/>
                  </a:lnTo>
                  <a:lnTo>
                    <a:pt x="356" y="3557"/>
                  </a:lnTo>
                  <a:lnTo>
                    <a:pt x="890" y="3557"/>
                  </a:lnTo>
                  <a:lnTo>
                    <a:pt x="1067" y="3735"/>
                  </a:lnTo>
                  <a:lnTo>
                    <a:pt x="890" y="4446"/>
                  </a:lnTo>
                  <a:lnTo>
                    <a:pt x="1245" y="5157"/>
                  </a:lnTo>
                  <a:lnTo>
                    <a:pt x="1245" y="5691"/>
                  </a:lnTo>
                  <a:lnTo>
                    <a:pt x="890" y="5869"/>
                  </a:lnTo>
                  <a:lnTo>
                    <a:pt x="534" y="6402"/>
                  </a:lnTo>
                  <a:lnTo>
                    <a:pt x="534" y="6935"/>
                  </a:lnTo>
                  <a:lnTo>
                    <a:pt x="534" y="7113"/>
                  </a:lnTo>
                  <a:lnTo>
                    <a:pt x="890" y="7291"/>
                  </a:lnTo>
                  <a:lnTo>
                    <a:pt x="1957" y="6758"/>
                  </a:lnTo>
                  <a:lnTo>
                    <a:pt x="2134" y="6758"/>
                  </a:lnTo>
                  <a:lnTo>
                    <a:pt x="2668" y="6935"/>
                  </a:lnTo>
                  <a:lnTo>
                    <a:pt x="2668" y="6580"/>
                  </a:lnTo>
                  <a:lnTo>
                    <a:pt x="2846" y="6224"/>
                  </a:lnTo>
                  <a:lnTo>
                    <a:pt x="3735" y="6224"/>
                  </a:lnTo>
                  <a:lnTo>
                    <a:pt x="3912" y="6046"/>
                  </a:lnTo>
                  <a:lnTo>
                    <a:pt x="3912" y="5513"/>
                  </a:lnTo>
                  <a:lnTo>
                    <a:pt x="4268" y="5157"/>
                  </a:lnTo>
                  <a:lnTo>
                    <a:pt x="4624" y="4624"/>
                  </a:lnTo>
                  <a:lnTo>
                    <a:pt x="5157" y="4624"/>
                  </a:lnTo>
                  <a:lnTo>
                    <a:pt x="5691" y="4979"/>
                  </a:lnTo>
                  <a:lnTo>
                    <a:pt x="5513" y="5513"/>
                  </a:lnTo>
                  <a:lnTo>
                    <a:pt x="5868" y="5691"/>
                  </a:lnTo>
                  <a:lnTo>
                    <a:pt x="5691" y="7113"/>
                  </a:lnTo>
                  <a:lnTo>
                    <a:pt x="5868" y="7647"/>
                  </a:lnTo>
                  <a:lnTo>
                    <a:pt x="6046" y="7825"/>
                  </a:lnTo>
                  <a:lnTo>
                    <a:pt x="6224" y="7825"/>
                  </a:lnTo>
                  <a:lnTo>
                    <a:pt x="6935" y="7291"/>
                  </a:lnTo>
                  <a:lnTo>
                    <a:pt x="7647" y="6935"/>
                  </a:lnTo>
                  <a:lnTo>
                    <a:pt x="8358" y="6402"/>
                  </a:lnTo>
                  <a:lnTo>
                    <a:pt x="9069" y="6402"/>
                  </a:lnTo>
                  <a:lnTo>
                    <a:pt x="9069" y="6758"/>
                  </a:lnTo>
                  <a:lnTo>
                    <a:pt x="9780" y="6580"/>
                  </a:lnTo>
                  <a:lnTo>
                    <a:pt x="10492" y="6580"/>
                  </a:lnTo>
                  <a:lnTo>
                    <a:pt x="10669" y="6758"/>
                  </a:lnTo>
                  <a:lnTo>
                    <a:pt x="10847" y="6580"/>
                  </a:lnTo>
                  <a:lnTo>
                    <a:pt x="10669" y="6046"/>
                  </a:lnTo>
                  <a:lnTo>
                    <a:pt x="10669" y="5869"/>
                  </a:lnTo>
                  <a:lnTo>
                    <a:pt x="10492" y="5335"/>
                  </a:lnTo>
                  <a:lnTo>
                    <a:pt x="10492" y="4802"/>
                  </a:lnTo>
                  <a:lnTo>
                    <a:pt x="9780" y="4446"/>
                  </a:lnTo>
                  <a:lnTo>
                    <a:pt x="9603" y="4446"/>
                  </a:lnTo>
                  <a:lnTo>
                    <a:pt x="9425" y="4624"/>
                  </a:lnTo>
                  <a:lnTo>
                    <a:pt x="9069" y="4446"/>
                  </a:lnTo>
                  <a:lnTo>
                    <a:pt x="8891" y="3913"/>
                  </a:lnTo>
                  <a:lnTo>
                    <a:pt x="9069" y="3735"/>
                  </a:lnTo>
                  <a:lnTo>
                    <a:pt x="8714" y="3379"/>
                  </a:lnTo>
                  <a:lnTo>
                    <a:pt x="8714" y="2846"/>
                  </a:lnTo>
                  <a:lnTo>
                    <a:pt x="8180" y="3024"/>
                  </a:lnTo>
                  <a:lnTo>
                    <a:pt x="7291" y="3024"/>
                  </a:lnTo>
                  <a:lnTo>
                    <a:pt x="6935" y="3379"/>
                  </a:lnTo>
                  <a:lnTo>
                    <a:pt x="6402" y="3201"/>
                  </a:lnTo>
                  <a:lnTo>
                    <a:pt x="6224" y="3201"/>
                  </a:lnTo>
                  <a:lnTo>
                    <a:pt x="5691" y="2668"/>
                  </a:lnTo>
                  <a:lnTo>
                    <a:pt x="4802" y="3024"/>
                  </a:lnTo>
                  <a:lnTo>
                    <a:pt x="4268" y="2668"/>
                  </a:lnTo>
                  <a:lnTo>
                    <a:pt x="2490" y="2668"/>
                  </a:lnTo>
                  <a:lnTo>
                    <a:pt x="2490" y="1779"/>
                  </a:lnTo>
                  <a:lnTo>
                    <a:pt x="2846" y="1779"/>
                  </a:lnTo>
                  <a:lnTo>
                    <a:pt x="3023" y="1423"/>
                  </a:lnTo>
                  <a:lnTo>
                    <a:pt x="3735" y="1245"/>
                  </a:lnTo>
                  <a:lnTo>
                    <a:pt x="4446" y="1779"/>
                  </a:lnTo>
                  <a:lnTo>
                    <a:pt x="4624" y="1601"/>
                  </a:lnTo>
                  <a:lnTo>
                    <a:pt x="4446" y="1601"/>
                  </a:lnTo>
                  <a:lnTo>
                    <a:pt x="4090" y="890"/>
                  </a:lnTo>
                  <a:lnTo>
                    <a:pt x="4624" y="356"/>
                  </a:lnTo>
                  <a:lnTo>
                    <a:pt x="426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6" name="Google Shape;1416;p60"/>
            <p:cNvSpPr/>
            <p:nvPr/>
          </p:nvSpPr>
          <p:spPr>
            <a:xfrm>
              <a:off x="1673975" y="2995275"/>
              <a:ext cx="649050" cy="431225"/>
            </a:xfrm>
            <a:custGeom>
              <a:rect b="b" l="l" r="r" t="t"/>
              <a:pathLst>
                <a:path extrusionOk="0" h="17249" w="25962">
                  <a:moveTo>
                    <a:pt x="16004" y="1"/>
                  </a:moveTo>
                  <a:lnTo>
                    <a:pt x="15470" y="356"/>
                  </a:lnTo>
                  <a:lnTo>
                    <a:pt x="14937" y="179"/>
                  </a:lnTo>
                  <a:lnTo>
                    <a:pt x="14759" y="534"/>
                  </a:lnTo>
                  <a:lnTo>
                    <a:pt x="14581" y="712"/>
                  </a:lnTo>
                  <a:lnTo>
                    <a:pt x="12803" y="712"/>
                  </a:lnTo>
                  <a:lnTo>
                    <a:pt x="12092" y="1779"/>
                  </a:lnTo>
                  <a:lnTo>
                    <a:pt x="12270" y="2490"/>
                  </a:lnTo>
                  <a:lnTo>
                    <a:pt x="11914" y="2668"/>
                  </a:lnTo>
                  <a:lnTo>
                    <a:pt x="11559" y="2135"/>
                  </a:lnTo>
                  <a:lnTo>
                    <a:pt x="11025" y="2135"/>
                  </a:lnTo>
                  <a:lnTo>
                    <a:pt x="10847" y="1957"/>
                  </a:lnTo>
                  <a:lnTo>
                    <a:pt x="10314" y="2312"/>
                  </a:lnTo>
                  <a:lnTo>
                    <a:pt x="9958" y="1779"/>
                  </a:lnTo>
                  <a:lnTo>
                    <a:pt x="9780" y="1957"/>
                  </a:lnTo>
                  <a:lnTo>
                    <a:pt x="9603" y="2135"/>
                  </a:lnTo>
                  <a:lnTo>
                    <a:pt x="9247" y="1957"/>
                  </a:lnTo>
                  <a:lnTo>
                    <a:pt x="8891" y="1957"/>
                  </a:lnTo>
                  <a:lnTo>
                    <a:pt x="8713" y="1779"/>
                  </a:lnTo>
                  <a:lnTo>
                    <a:pt x="8358" y="1957"/>
                  </a:lnTo>
                  <a:lnTo>
                    <a:pt x="8358" y="1779"/>
                  </a:lnTo>
                  <a:lnTo>
                    <a:pt x="8180" y="2135"/>
                  </a:lnTo>
                  <a:lnTo>
                    <a:pt x="7824" y="1957"/>
                  </a:lnTo>
                  <a:lnTo>
                    <a:pt x="7824" y="1779"/>
                  </a:lnTo>
                  <a:lnTo>
                    <a:pt x="7291" y="1779"/>
                  </a:lnTo>
                  <a:lnTo>
                    <a:pt x="7113" y="1423"/>
                  </a:lnTo>
                  <a:lnTo>
                    <a:pt x="6935" y="1423"/>
                  </a:lnTo>
                  <a:lnTo>
                    <a:pt x="5335" y="1068"/>
                  </a:lnTo>
                  <a:lnTo>
                    <a:pt x="4090" y="1068"/>
                  </a:lnTo>
                  <a:lnTo>
                    <a:pt x="3201" y="1245"/>
                  </a:lnTo>
                  <a:lnTo>
                    <a:pt x="3201" y="1601"/>
                  </a:lnTo>
                  <a:lnTo>
                    <a:pt x="2490" y="1957"/>
                  </a:lnTo>
                  <a:lnTo>
                    <a:pt x="2312" y="1779"/>
                  </a:lnTo>
                  <a:lnTo>
                    <a:pt x="2134" y="1779"/>
                  </a:lnTo>
                  <a:lnTo>
                    <a:pt x="2134" y="1957"/>
                  </a:lnTo>
                  <a:lnTo>
                    <a:pt x="2312" y="2490"/>
                  </a:lnTo>
                  <a:lnTo>
                    <a:pt x="2846" y="3557"/>
                  </a:lnTo>
                  <a:lnTo>
                    <a:pt x="2668" y="3735"/>
                  </a:lnTo>
                  <a:lnTo>
                    <a:pt x="2846" y="3913"/>
                  </a:lnTo>
                  <a:lnTo>
                    <a:pt x="2846" y="4446"/>
                  </a:lnTo>
                  <a:lnTo>
                    <a:pt x="2312" y="4624"/>
                  </a:lnTo>
                  <a:lnTo>
                    <a:pt x="2134" y="4980"/>
                  </a:lnTo>
                  <a:lnTo>
                    <a:pt x="890" y="6402"/>
                  </a:lnTo>
                  <a:lnTo>
                    <a:pt x="890" y="7113"/>
                  </a:lnTo>
                  <a:lnTo>
                    <a:pt x="1245" y="7825"/>
                  </a:lnTo>
                  <a:lnTo>
                    <a:pt x="712" y="7469"/>
                  </a:lnTo>
                  <a:lnTo>
                    <a:pt x="356" y="8002"/>
                  </a:lnTo>
                  <a:lnTo>
                    <a:pt x="356" y="8358"/>
                  </a:lnTo>
                  <a:lnTo>
                    <a:pt x="1" y="8714"/>
                  </a:lnTo>
                  <a:lnTo>
                    <a:pt x="1" y="8892"/>
                  </a:lnTo>
                  <a:lnTo>
                    <a:pt x="534" y="9247"/>
                  </a:lnTo>
                  <a:lnTo>
                    <a:pt x="712" y="9425"/>
                  </a:lnTo>
                  <a:lnTo>
                    <a:pt x="1067" y="9603"/>
                  </a:lnTo>
                  <a:lnTo>
                    <a:pt x="1067" y="9781"/>
                  </a:lnTo>
                  <a:lnTo>
                    <a:pt x="1601" y="9425"/>
                  </a:lnTo>
                  <a:lnTo>
                    <a:pt x="1956" y="9781"/>
                  </a:lnTo>
                  <a:lnTo>
                    <a:pt x="2134" y="9781"/>
                  </a:lnTo>
                  <a:lnTo>
                    <a:pt x="2846" y="9958"/>
                  </a:lnTo>
                  <a:lnTo>
                    <a:pt x="3557" y="9781"/>
                  </a:lnTo>
                  <a:lnTo>
                    <a:pt x="4090" y="10314"/>
                  </a:lnTo>
                  <a:lnTo>
                    <a:pt x="4446" y="9958"/>
                  </a:lnTo>
                  <a:lnTo>
                    <a:pt x="5335" y="9781"/>
                  </a:lnTo>
                  <a:lnTo>
                    <a:pt x="5691" y="9781"/>
                  </a:lnTo>
                  <a:lnTo>
                    <a:pt x="5868" y="9425"/>
                  </a:lnTo>
                  <a:lnTo>
                    <a:pt x="6402" y="9247"/>
                  </a:lnTo>
                  <a:lnTo>
                    <a:pt x="6580" y="9069"/>
                  </a:lnTo>
                  <a:lnTo>
                    <a:pt x="6580" y="8892"/>
                  </a:lnTo>
                  <a:lnTo>
                    <a:pt x="7291" y="8892"/>
                  </a:lnTo>
                  <a:lnTo>
                    <a:pt x="8002" y="8714"/>
                  </a:lnTo>
                  <a:lnTo>
                    <a:pt x="8713" y="9247"/>
                  </a:lnTo>
                  <a:lnTo>
                    <a:pt x="8891" y="9247"/>
                  </a:lnTo>
                  <a:lnTo>
                    <a:pt x="9247" y="9425"/>
                  </a:lnTo>
                  <a:lnTo>
                    <a:pt x="9603" y="9425"/>
                  </a:lnTo>
                  <a:lnTo>
                    <a:pt x="9958" y="9781"/>
                  </a:lnTo>
                  <a:lnTo>
                    <a:pt x="10136" y="9781"/>
                  </a:lnTo>
                  <a:lnTo>
                    <a:pt x="10314" y="10136"/>
                  </a:lnTo>
                  <a:lnTo>
                    <a:pt x="10136" y="10848"/>
                  </a:lnTo>
                  <a:lnTo>
                    <a:pt x="10492" y="11203"/>
                  </a:lnTo>
                  <a:lnTo>
                    <a:pt x="10847" y="11203"/>
                  </a:lnTo>
                  <a:lnTo>
                    <a:pt x="10847" y="11914"/>
                  </a:lnTo>
                  <a:lnTo>
                    <a:pt x="11381" y="12270"/>
                  </a:lnTo>
                  <a:lnTo>
                    <a:pt x="11381" y="13337"/>
                  </a:lnTo>
                  <a:lnTo>
                    <a:pt x="10669" y="13337"/>
                  </a:lnTo>
                  <a:lnTo>
                    <a:pt x="10492" y="13159"/>
                  </a:lnTo>
                  <a:lnTo>
                    <a:pt x="9958" y="13159"/>
                  </a:lnTo>
                  <a:lnTo>
                    <a:pt x="9958" y="14048"/>
                  </a:lnTo>
                  <a:lnTo>
                    <a:pt x="9603" y="14226"/>
                  </a:lnTo>
                  <a:lnTo>
                    <a:pt x="9603" y="14582"/>
                  </a:lnTo>
                  <a:lnTo>
                    <a:pt x="9247" y="14759"/>
                  </a:lnTo>
                  <a:lnTo>
                    <a:pt x="9247" y="15115"/>
                  </a:lnTo>
                  <a:lnTo>
                    <a:pt x="8891" y="15293"/>
                  </a:lnTo>
                  <a:lnTo>
                    <a:pt x="9069" y="15471"/>
                  </a:lnTo>
                  <a:lnTo>
                    <a:pt x="9425" y="15471"/>
                  </a:lnTo>
                  <a:lnTo>
                    <a:pt x="10492" y="15115"/>
                  </a:lnTo>
                  <a:lnTo>
                    <a:pt x="10847" y="15293"/>
                  </a:lnTo>
                  <a:lnTo>
                    <a:pt x="10847" y="14937"/>
                  </a:lnTo>
                  <a:lnTo>
                    <a:pt x="11736" y="14048"/>
                  </a:lnTo>
                  <a:lnTo>
                    <a:pt x="12448" y="12981"/>
                  </a:lnTo>
                  <a:lnTo>
                    <a:pt x="14226" y="12448"/>
                  </a:lnTo>
                  <a:lnTo>
                    <a:pt x="14404" y="12981"/>
                  </a:lnTo>
                  <a:lnTo>
                    <a:pt x="14226" y="13159"/>
                  </a:lnTo>
                  <a:lnTo>
                    <a:pt x="14226" y="13337"/>
                  </a:lnTo>
                  <a:lnTo>
                    <a:pt x="14404" y="13515"/>
                  </a:lnTo>
                  <a:lnTo>
                    <a:pt x="15470" y="13870"/>
                  </a:lnTo>
                  <a:lnTo>
                    <a:pt x="16004" y="13693"/>
                  </a:lnTo>
                  <a:lnTo>
                    <a:pt x="16537" y="13870"/>
                  </a:lnTo>
                  <a:lnTo>
                    <a:pt x="16537" y="14404"/>
                  </a:lnTo>
                  <a:lnTo>
                    <a:pt x="15470" y="15115"/>
                  </a:lnTo>
                  <a:lnTo>
                    <a:pt x="15115" y="15293"/>
                  </a:lnTo>
                  <a:lnTo>
                    <a:pt x="16360" y="15826"/>
                  </a:lnTo>
                  <a:lnTo>
                    <a:pt x="16537" y="16182"/>
                  </a:lnTo>
                  <a:lnTo>
                    <a:pt x="16537" y="17071"/>
                  </a:lnTo>
                  <a:lnTo>
                    <a:pt x="16893" y="17249"/>
                  </a:lnTo>
                  <a:lnTo>
                    <a:pt x="17071" y="17249"/>
                  </a:lnTo>
                  <a:lnTo>
                    <a:pt x="17782" y="16715"/>
                  </a:lnTo>
                  <a:lnTo>
                    <a:pt x="18671" y="16360"/>
                  </a:lnTo>
                  <a:lnTo>
                    <a:pt x="19205" y="16004"/>
                  </a:lnTo>
                  <a:lnTo>
                    <a:pt x="19738" y="16004"/>
                  </a:lnTo>
                  <a:lnTo>
                    <a:pt x="20272" y="15826"/>
                  </a:lnTo>
                  <a:lnTo>
                    <a:pt x="20627" y="15649"/>
                  </a:lnTo>
                  <a:lnTo>
                    <a:pt x="20094" y="15293"/>
                  </a:lnTo>
                  <a:lnTo>
                    <a:pt x="19205" y="15649"/>
                  </a:lnTo>
                  <a:lnTo>
                    <a:pt x="18849" y="15471"/>
                  </a:lnTo>
                  <a:lnTo>
                    <a:pt x="18493" y="14937"/>
                  </a:lnTo>
                  <a:lnTo>
                    <a:pt x="18138" y="14582"/>
                  </a:lnTo>
                  <a:lnTo>
                    <a:pt x="17960" y="14404"/>
                  </a:lnTo>
                  <a:lnTo>
                    <a:pt x="18138" y="13693"/>
                  </a:lnTo>
                  <a:lnTo>
                    <a:pt x="19738" y="12626"/>
                  </a:lnTo>
                  <a:lnTo>
                    <a:pt x="21161" y="12448"/>
                  </a:lnTo>
                  <a:lnTo>
                    <a:pt x="22227" y="11737"/>
                  </a:lnTo>
                  <a:lnTo>
                    <a:pt x="23117" y="11559"/>
                  </a:lnTo>
                  <a:lnTo>
                    <a:pt x="23294" y="11381"/>
                  </a:lnTo>
                  <a:lnTo>
                    <a:pt x="23117" y="11381"/>
                  </a:lnTo>
                  <a:lnTo>
                    <a:pt x="23294" y="10670"/>
                  </a:lnTo>
                  <a:lnTo>
                    <a:pt x="23472" y="10492"/>
                  </a:lnTo>
                  <a:lnTo>
                    <a:pt x="24361" y="10136"/>
                  </a:lnTo>
                  <a:lnTo>
                    <a:pt x="25073" y="10136"/>
                  </a:lnTo>
                  <a:lnTo>
                    <a:pt x="25428" y="9958"/>
                  </a:lnTo>
                  <a:lnTo>
                    <a:pt x="25606" y="9425"/>
                  </a:lnTo>
                  <a:lnTo>
                    <a:pt x="25250" y="8358"/>
                  </a:lnTo>
                  <a:lnTo>
                    <a:pt x="25428" y="8002"/>
                  </a:lnTo>
                  <a:lnTo>
                    <a:pt x="25250" y="7469"/>
                  </a:lnTo>
                  <a:lnTo>
                    <a:pt x="25606" y="7291"/>
                  </a:lnTo>
                  <a:lnTo>
                    <a:pt x="25962" y="6936"/>
                  </a:lnTo>
                  <a:lnTo>
                    <a:pt x="25784" y="6758"/>
                  </a:lnTo>
                  <a:lnTo>
                    <a:pt x="25784" y="6402"/>
                  </a:lnTo>
                  <a:lnTo>
                    <a:pt x="25428" y="6402"/>
                  </a:lnTo>
                  <a:lnTo>
                    <a:pt x="25073" y="6046"/>
                  </a:lnTo>
                  <a:lnTo>
                    <a:pt x="24717" y="6046"/>
                  </a:lnTo>
                  <a:lnTo>
                    <a:pt x="24539" y="5869"/>
                  </a:lnTo>
                  <a:lnTo>
                    <a:pt x="24183" y="5869"/>
                  </a:lnTo>
                  <a:lnTo>
                    <a:pt x="23294" y="5335"/>
                  </a:lnTo>
                  <a:lnTo>
                    <a:pt x="23117" y="5691"/>
                  </a:lnTo>
                  <a:lnTo>
                    <a:pt x="22405" y="5335"/>
                  </a:lnTo>
                  <a:lnTo>
                    <a:pt x="22227" y="4802"/>
                  </a:lnTo>
                  <a:lnTo>
                    <a:pt x="22050" y="4624"/>
                  </a:lnTo>
                  <a:lnTo>
                    <a:pt x="20805" y="4980"/>
                  </a:lnTo>
                  <a:lnTo>
                    <a:pt x="20449" y="4802"/>
                  </a:lnTo>
                  <a:lnTo>
                    <a:pt x="19916" y="4446"/>
                  </a:lnTo>
                  <a:lnTo>
                    <a:pt x="19382" y="4624"/>
                  </a:lnTo>
                  <a:lnTo>
                    <a:pt x="19027" y="4268"/>
                  </a:lnTo>
                  <a:lnTo>
                    <a:pt x="19205" y="3557"/>
                  </a:lnTo>
                  <a:lnTo>
                    <a:pt x="19027" y="3201"/>
                  </a:lnTo>
                  <a:lnTo>
                    <a:pt x="18671" y="3024"/>
                  </a:lnTo>
                  <a:lnTo>
                    <a:pt x="18671" y="2846"/>
                  </a:lnTo>
                  <a:lnTo>
                    <a:pt x="18316" y="2846"/>
                  </a:lnTo>
                  <a:lnTo>
                    <a:pt x="17426" y="2668"/>
                  </a:lnTo>
                  <a:lnTo>
                    <a:pt x="17426" y="1957"/>
                  </a:lnTo>
                  <a:lnTo>
                    <a:pt x="17249" y="1601"/>
                  </a:lnTo>
                  <a:lnTo>
                    <a:pt x="17604" y="1423"/>
                  </a:lnTo>
                  <a:lnTo>
                    <a:pt x="17249" y="890"/>
                  </a:lnTo>
                  <a:lnTo>
                    <a:pt x="17071" y="534"/>
                  </a:lnTo>
                  <a:lnTo>
                    <a:pt x="16715" y="179"/>
                  </a:lnTo>
                  <a:lnTo>
                    <a:pt x="1600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7" name="Google Shape;1417;p60"/>
            <p:cNvSpPr/>
            <p:nvPr/>
          </p:nvSpPr>
          <p:spPr>
            <a:xfrm>
              <a:off x="3381000" y="3493175"/>
              <a:ext cx="391225" cy="186725"/>
            </a:xfrm>
            <a:custGeom>
              <a:rect b="b" l="l" r="r" t="t"/>
              <a:pathLst>
                <a:path extrusionOk="0" h="7469" w="15649">
                  <a:moveTo>
                    <a:pt x="3913" y="6046"/>
                  </a:moveTo>
                  <a:lnTo>
                    <a:pt x="3557" y="6401"/>
                  </a:lnTo>
                  <a:lnTo>
                    <a:pt x="3024" y="6046"/>
                  </a:lnTo>
                  <a:close/>
                  <a:moveTo>
                    <a:pt x="7113" y="0"/>
                  </a:moveTo>
                  <a:lnTo>
                    <a:pt x="6224" y="356"/>
                  </a:lnTo>
                  <a:lnTo>
                    <a:pt x="6047" y="1067"/>
                  </a:lnTo>
                  <a:lnTo>
                    <a:pt x="6047" y="1423"/>
                  </a:lnTo>
                  <a:lnTo>
                    <a:pt x="4980" y="1245"/>
                  </a:lnTo>
                  <a:lnTo>
                    <a:pt x="4624" y="1067"/>
                  </a:lnTo>
                  <a:lnTo>
                    <a:pt x="3557" y="711"/>
                  </a:lnTo>
                  <a:lnTo>
                    <a:pt x="3201" y="711"/>
                  </a:lnTo>
                  <a:lnTo>
                    <a:pt x="2846" y="889"/>
                  </a:lnTo>
                  <a:lnTo>
                    <a:pt x="2490" y="1245"/>
                  </a:lnTo>
                  <a:lnTo>
                    <a:pt x="2490" y="1600"/>
                  </a:lnTo>
                  <a:lnTo>
                    <a:pt x="2668" y="1600"/>
                  </a:lnTo>
                  <a:lnTo>
                    <a:pt x="2668" y="1956"/>
                  </a:lnTo>
                  <a:lnTo>
                    <a:pt x="1601" y="3023"/>
                  </a:lnTo>
                  <a:lnTo>
                    <a:pt x="1423" y="3023"/>
                  </a:lnTo>
                  <a:lnTo>
                    <a:pt x="1779" y="3201"/>
                  </a:lnTo>
                  <a:lnTo>
                    <a:pt x="1957" y="3201"/>
                  </a:lnTo>
                  <a:lnTo>
                    <a:pt x="2312" y="3734"/>
                  </a:lnTo>
                  <a:lnTo>
                    <a:pt x="2846" y="3734"/>
                  </a:lnTo>
                  <a:lnTo>
                    <a:pt x="3557" y="3201"/>
                  </a:lnTo>
                  <a:lnTo>
                    <a:pt x="3913" y="3734"/>
                  </a:lnTo>
                  <a:lnTo>
                    <a:pt x="5335" y="4445"/>
                  </a:lnTo>
                  <a:lnTo>
                    <a:pt x="4980" y="4979"/>
                  </a:lnTo>
                  <a:lnTo>
                    <a:pt x="4446" y="4979"/>
                  </a:lnTo>
                  <a:lnTo>
                    <a:pt x="4446" y="5335"/>
                  </a:lnTo>
                  <a:lnTo>
                    <a:pt x="4091" y="5335"/>
                  </a:lnTo>
                  <a:lnTo>
                    <a:pt x="3735" y="5690"/>
                  </a:lnTo>
                  <a:lnTo>
                    <a:pt x="2846" y="5512"/>
                  </a:lnTo>
                  <a:lnTo>
                    <a:pt x="2490" y="5690"/>
                  </a:lnTo>
                  <a:lnTo>
                    <a:pt x="2668" y="5690"/>
                  </a:lnTo>
                  <a:lnTo>
                    <a:pt x="2668" y="5868"/>
                  </a:lnTo>
                  <a:lnTo>
                    <a:pt x="2846" y="6046"/>
                  </a:lnTo>
                  <a:lnTo>
                    <a:pt x="2668" y="6401"/>
                  </a:lnTo>
                  <a:lnTo>
                    <a:pt x="2312" y="6046"/>
                  </a:lnTo>
                  <a:lnTo>
                    <a:pt x="2312" y="5690"/>
                  </a:lnTo>
                  <a:lnTo>
                    <a:pt x="1779" y="6224"/>
                  </a:lnTo>
                  <a:lnTo>
                    <a:pt x="2312" y="6224"/>
                  </a:lnTo>
                  <a:lnTo>
                    <a:pt x="1957" y="6579"/>
                  </a:lnTo>
                  <a:lnTo>
                    <a:pt x="1423" y="6224"/>
                  </a:lnTo>
                  <a:lnTo>
                    <a:pt x="1601" y="6224"/>
                  </a:lnTo>
                  <a:lnTo>
                    <a:pt x="890" y="5690"/>
                  </a:lnTo>
                  <a:lnTo>
                    <a:pt x="534" y="5868"/>
                  </a:lnTo>
                  <a:lnTo>
                    <a:pt x="356" y="6224"/>
                  </a:lnTo>
                  <a:lnTo>
                    <a:pt x="1" y="6224"/>
                  </a:lnTo>
                  <a:lnTo>
                    <a:pt x="1" y="6757"/>
                  </a:lnTo>
                  <a:lnTo>
                    <a:pt x="1779" y="6757"/>
                  </a:lnTo>
                  <a:lnTo>
                    <a:pt x="2312" y="7113"/>
                  </a:lnTo>
                  <a:lnTo>
                    <a:pt x="3201" y="6757"/>
                  </a:lnTo>
                  <a:lnTo>
                    <a:pt x="3735" y="7291"/>
                  </a:lnTo>
                  <a:lnTo>
                    <a:pt x="3913" y="7291"/>
                  </a:lnTo>
                  <a:lnTo>
                    <a:pt x="4091" y="7468"/>
                  </a:lnTo>
                  <a:lnTo>
                    <a:pt x="4446" y="7113"/>
                  </a:lnTo>
                  <a:lnTo>
                    <a:pt x="5513" y="7113"/>
                  </a:lnTo>
                  <a:lnTo>
                    <a:pt x="6047" y="6935"/>
                  </a:lnTo>
                  <a:lnTo>
                    <a:pt x="6402" y="6935"/>
                  </a:lnTo>
                  <a:lnTo>
                    <a:pt x="6402" y="6757"/>
                  </a:lnTo>
                  <a:lnTo>
                    <a:pt x="6580" y="6579"/>
                  </a:lnTo>
                  <a:lnTo>
                    <a:pt x="6402" y="6579"/>
                  </a:lnTo>
                  <a:lnTo>
                    <a:pt x="6580" y="5868"/>
                  </a:lnTo>
                  <a:lnTo>
                    <a:pt x="7113" y="5690"/>
                  </a:lnTo>
                  <a:lnTo>
                    <a:pt x="7647" y="5335"/>
                  </a:lnTo>
                  <a:lnTo>
                    <a:pt x="7825" y="5335"/>
                  </a:lnTo>
                  <a:lnTo>
                    <a:pt x="7825" y="4979"/>
                  </a:lnTo>
                  <a:lnTo>
                    <a:pt x="8358" y="5157"/>
                  </a:lnTo>
                  <a:lnTo>
                    <a:pt x="9069" y="4801"/>
                  </a:lnTo>
                  <a:lnTo>
                    <a:pt x="9247" y="4979"/>
                  </a:lnTo>
                  <a:lnTo>
                    <a:pt x="9247" y="5335"/>
                  </a:lnTo>
                  <a:lnTo>
                    <a:pt x="9425" y="5335"/>
                  </a:lnTo>
                  <a:lnTo>
                    <a:pt x="9603" y="5157"/>
                  </a:lnTo>
                  <a:lnTo>
                    <a:pt x="10314" y="5157"/>
                  </a:lnTo>
                  <a:lnTo>
                    <a:pt x="10492" y="4445"/>
                  </a:lnTo>
                  <a:lnTo>
                    <a:pt x="11025" y="3912"/>
                  </a:lnTo>
                  <a:lnTo>
                    <a:pt x="11914" y="4090"/>
                  </a:lnTo>
                  <a:lnTo>
                    <a:pt x="12448" y="3912"/>
                  </a:lnTo>
                  <a:lnTo>
                    <a:pt x="12626" y="3912"/>
                  </a:lnTo>
                  <a:lnTo>
                    <a:pt x="12981" y="3556"/>
                  </a:lnTo>
                  <a:lnTo>
                    <a:pt x="12981" y="3201"/>
                  </a:lnTo>
                  <a:lnTo>
                    <a:pt x="13870" y="2845"/>
                  </a:lnTo>
                  <a:lnTo>
                    <a:pt x="14404" y="2489"/>
                  </a:lnTo>
                  <a:lnTo>
                    <a:pt x="14759" y="2489"/>
                  </a:lnTo>
                  <a:lnTo>
                    <a:pt x="15115" y="2134"/>
                  </a:lnTo>
                  <a:lnTo>
                    <a:pt x="15649" y="1956"/>
                  </a:lnTo>
                  <a:lnTo>
                    <a:pt x="15115" y="1423"/>
                  </a:lnTo>
                  <a:lnTo>
                    <a:pt x="14582" y="1423"/>
                  </a:lnTo>
                  <a:lnTo>
                    <a:pt x="14226" y="1067"/>
                  </a:lnTo>
                  <a:lnTo>
                    <a:pt x="14048" y="711"/>
                  </a:lnTo>
                  <a:lnTo>
                    <a:pt x="13337" y="534"/>
                  </a:lnTo>
                  <a:lnTo>
                    <a:pt x="12448" y="711"/>
                  </a:lnTo>
                  <a:lnTo>
                    <a:pt x="11025" y="356"/>
                  </a:lnTo>
                  <a:lnTo>
                    <a:pt x="10314" y="534"/>
                  </a:lnTo>
                  <a:lnTo>
                    <a:pt x="9603" y="534"/>
                  </a:lnTo>
                  <a:lnTo>
                    <a:pt x="9247" y="711"/>
                  </a:lnTo>
                  <a:lnTo>
                    <a:pt x="8714" y="711"/>
                  </a:lnTo>
                  <a:lnTo>
                    <a:pt x="8180" y="534"/>
                  </a:lnTo>
                  <a:lnTo>
                    <a:pt x="729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8" name="Google Shape;1418;p60"/>
            <p:cNvSpPr/>
            <p:nvPr/>
          </p:nvSpPr>
          <p:spPr>
            <a:xfrm>
              <a:off x="1211650" y="3955475"/>
              <a:ext cx="569050" cy="546825"/>
            </a:xfrm>
            <a:custGeom>
              <a:rect b="b" l="l" r="r" t="t"/>
              <a:pathLst>
                <a:path extrusionOk="0" h="21873" w="22762">
                  <a:moveTo>
                    <a:pt x="3201" y="1"/>
                  </a:moveTo>
                  <a:lnTo>
                    <a:pt x="3024" y="356"/>
                  </a:lnTo>
                  <a:lnTo>
                    <a:pt x="3024" y="712"/>
                  </a:lnTo>
                  <a:lnTo>
                    <a:pt x="3201" y="890"/>
                  </a:lnTo>
                  <a:lnTo>
                    <a:pt x="3201" y="1246"/>
                  </a:lnTo>
                  <a:lnTo>
                    <a:pt x="2312" y="1779"/>
                  </a:lnTo>
                  <a:lnTo>
                    <a:pt x="1779" y="2312"/>
                  </a:lnTo>
                  <a:lnTo>
                    <a:pt x="1423" y="2490"/>
                  </a:lnTo>
                  <a:lnTo>
                    <a:pt x="1245" y="2846"/>
                  </a:lnTo>
                  <a:lnTo>
                    <a:pt x="1423" y="3735"/>
                  </a:lnTo>
                  <a:lnTo>
                    <a:pt x="1245" y="4091"/>
                  </a:lnTo>
                  <a:lnTo>
                    <a:pt x="890" y="4624"/>
                  </a:lnTo>
                  <a:lnTo>
                    <a:pt x="356" y="4980"/>
                  </a:lnTo>
                  <a:lnTo>
                    <a:pt x="178" y="4980"/>
                  </a:lnTo>
                  <a:lnTo>
                    <a:pt x="1" y="5158"/>
                  </a:lnTo>
                  <a:lnTo>
                    <a:pt x="712" y="6224"/>
                  </a:lnTo>
                  <a:lnTo>
                    <a:pt x="890" y="7469"/>
                  </a:lnTo>
                  <a:lnTo>
                    <a:pt x="712" y="8003"/>
                  </a:lnTo>
                  <a:lnTo>
                    <a:pt x="890" y="8714"/>
                  </a:lnTo>
                  <a:lnTo>
                    <a:pt x="890" y="8892"/>
                  </a:lnTo>
                  <a:lnTo>
                    <a:pt x="712" y="9603"/>
                  </a:lnTo>
                  <a:lnTo>
                    <a:pt x="890" y="10492"/>
                  </a:lnTo>
                  <a:lnTo>
                    <a:pt x="712" y="10848"/>
                  </a:lnTo>
                  <a:lnTo>
                    <a:pt x="712" y="11025"/>
                  </a:lnTo>
                  <a:lnTo>
                    <a:pt x="178" y="11381"/>
                  </a:lnTo>
                  <a:lnTo>
                    <a:pt x="890" y="12804"/>
                  </a:lnTo>
                  <a:lnTo>
                    <a:pt x="1068" y="13515"/>
                  </a:lnTo>
                  <a:lnTo>
                    <a:pt x="1245" y="13693"/>
                  </a:lnTo>
                  <a:lnTo>
                    <a:pt x="1423" y="14048"/>
                  </a:lnTo>
                  <a:lnTo>
                    <a:pt x="1601" y="14226"/>
                  </a:lnTo>
                  <a:lnTo>
                    <a:pt x="1957" y="14048"/>
                  </a:lnTo>
                  <a:lnTo>
                    <a:pt x="3024" y="14582"/>
                  </a:lnTo>
                  <a:lnTo>
                    <a:pt x="3201" y="14582"/>
                  </a:lnTo>
                  <a:lnTo>
                    <a:pt x="3913" y="15649"/>
                  </a:lnTo>
                  <a:lnTo>
                    <a:pt x="5869" y="16182"/>
                  </a:lnTo>
                  <a:lnTo>
                    <a:pt x="6935" y="17071"/>
                  </a:lnTo>
                  <a:lnTo>
                    <a:pt x="8002" y="16538"/>
                  </a:lnTo>
                  <a:lnTo>
                    <a:pt x="9603" y="15826"/>
                  </a:lnTo>
                  <a:lnTo>
                    <a:pt x="14759" y="18494"/>
                  </a:lnTo>
                  <a:lnTo>
                    <a:pt x="16004" y="19205"/>
                  </a:lnTo>
                  <a:lnTo>
                    <a:pt x="18316" y="20450"/>
                  </a:lnTo>
                  <a:lnTo>
                    <a:pt x="19560" y="21161"/>
                  </a:lnTo>
                  <a:lnTo>
                    <a:pt x="20272" y="21517"/>
                  </a:lnTo>
                  <a:lnTo>
                    <a:pt x="20449" y="21517"/>
                  </a:lnTo>
                  <a:lnTo>
                    <a:pt x="20983" y="21872"/>
                  </a:lnTo>
                  <a:lnTo>
                    <a:pt x="20983" y="21161"/>
                  </a:lnTo>
                  <a:lnTo>
                    <a:pt x="22405" y="21161"/>
                  </a:lnTo>
                  <a:lnTo>
                    <a:pt x="22405" y="18316"/>
                  </a:lnTo>
                  <a:lnTo>
                    <a:pt x="22405" y="18138"/>
                  </a:lnTo>
                  <a:lnTo>
                    <a:pt x="22405" y="6580"/>
                  </a:lnTo>
                  <a:lnTo>
                    <a:pt x="22050" y="4980"/>
                  </a:lnTo>
                  <a:lnTo>
                    <a:pt x="22405" y="4446"/>
                  </a:lnTo>
                  <a:lnTo>
                    <a:pt x="22405" y="3557"/>
                  </a:lnTo>
                  <a:lnTo>
                    <a:pt x="22228" y="2846"/>
                  </a:lnTo>
                  <a:lnTo>
                    <a:pt x="22761" y="2490"/>
                  </a:lnTo>
                  <a:lnTo>
                    <a:pt x="22405" y="1957"/>
                  </a:lnTo>
                  <a:lnTo>
                    <a:pt x="21161" y="1957"/>
                  </a:lnTo>
                  <a:lnTo>
                    <a:pt x="20627" y="1779"/>
                  </a:lnTo>
                  <a:lnTo>
                    <a:pt x="19916" y="1601"/>
                  </a:lnTo>
                  <a:lnTo>
                    <a:pt x="19738" y="1423"/>
                  </a:lnTo>
                  <a:lnTo>
                    <a:pt x="19738" y="890"/>
                  </a:lnTo>
                  <a:lnTo>
                    <a:pt x="18316" y="356"/>
                  </a:lnTo>
                  <a:lnTo>
                    <a:pt x="17782" y="356"/>
                  </a:lnTo>
                  <a:lnTo>
                    <a:pt x="17427" y="712"/>
                  </a:lnTo>
                  <a:lnTo>
                    <a:pt x="16893" y="712"/>
                  </a:lnTo>
                  <a:lnTo>
                    <a:pt x="16182" y="1068"/>
                  </a:lnTo>
                  <a:lnTo>
                    <a:pt x="15471" y="1779"/>
                  </a:lnTo>
                  <a:lnTo>
                    <a:pt x="15293" y="2135"/>
                  </a:lnTo>
                  <a:lnTo>
                    <a:pt x="15648" y="3202"/>
                  </a:lnTo>
                  <a:lnTo>
                    <a:pt x="15648" y="3735"/>
                  </a:lnTo>
                  <a:lnTo>
                    <a:pt x="15115" y="4446"/>
                  </a:lnTo>
                  <a:lnTo>
                    <a:pt x="14226" y="4980"/>
                  </a:lnTo>
                  <a:lnTo>
                    <a:pt x="13692" y="4802"/>
                  </a:lnTo>
                  <a:lnTo>
                    <a:pt x="12626" y="4091"/>
                  </a:lnTo>
                  <a:lnTo>
                    <a:pt x="11737" y="3735"/>
                  </a:lnTo>
                  <a:lnTo>
                    <a:pt x="10670" y="3379"/>
                  </a:lnTo>
                  <a:lnTo>
                    <a:pt x="9603" y="3202"/>
                  </a:lnTo>
                  <a:lnTo>
                    <a:pt x="9247" y="3024"/>
                  </a:lnTo>
                  <a:lnTo>
                    <a:pt x="8714" y="2668"/>
                  </a:lnTo>
                  <a:lnTo>
                    <a:pt x="8536" y="1957"/>
                  </a:lnTo>
                  <a:lnTo>
                    <a:pt x="8536" y="1601"/>
                  </a:lnTo>
                  <a:lnTo>
                    <a:pt x="8358" y="1423"/>
                  </a:lnTo>
                  <a:lnTo>
                    <a:pt x="7113" y="1068"/>
                  </a:lnTo>
                  <a:lnTo>
                    <a:pt x="6935" y="712"/>
                  </a:lnTo>
                  <a:lnTo>
                    <a:pt x="5869" y="534"/>
                  </a:lnTo>
                  <a:lnTo>
                    <a:pt x="5691" y="356"/>
                  </a:lnTo>
                  <a:lnTo>
                    <a:pt x="4980" y="712"/>
                  </a:lnTo>
                  <a:lnTo>
                    <a:pt x="4268" y="534"/>
                  </a:lnTo>
                  <a:lnTo>
                    <a:pt x="320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19" name="Google Shape;1419;p60"/>
            <p:cNvSpPr/>
            <p:nvPr/>
          </p:nvSpPr>
          <p:spPr>
            <a:xfrm>
              <a:off x="2136300" y="3946600"/>
              <a:ext cx="155600" cy="173400"/>
            </a:xfrm>
            <a:custGeom>
              <a:rect b="b" l="l" r="r" t="t"/>
              <a:pathLst>
                <a:path extrusionOk="0" h="6936" w="6224">
                  <a:moveTo>
                    <a:pt x="5513" y="0"/>
                  </a:moveTo>
                  <a:lnTo>
                    <a:pt x="2845" y="1778"/>
                  </a:lnTo>
                  <a:lnTo>
                    <a:pt x="2134" y="1778"/>
                  </a:lnTo>
                  <a:lnTo>
                    <a:pt x="1601" y="1423"/>
                  </a:lnTo>
                  <a:lnTo>
                    <a:pt x="1245" y="1067"/>
                  </a:lnTo>
                  <a:lnTo>
                    <a:pt x="1067" y="1245"/>
                  </a:lnTo>
                  <a:lnTo>
                    <a:pt x="889" y="1601"/>
                  </a:lnTo>
                  <a:lnTo>
                    <a:pt x="889" y="3023"/>
                  </a:lnTo>
                  <a:lnTo>
                    <a:pt x="889" y="3201"/>
                  </a:lnTo>
                  <a:lnTo>
                    <a:pt x="712" y="4090"/>
                  </a:lnTo>
                  <a:lnTo>
                    <a:pt x="356" y="4801"/>
                  </a:lnTo>
                  <a:lnTo>
                    <a:pt x="356" y="5335"/>
                  </a:lnTo>
                  <a:lnTo>
                    <a:pt x="178" y="6402"/>
                  </a:lnTo>
                  <a:lnTo>
                    <a:pt x="0" y="6579"/>
                  </a:lnTo>
                  <a:lnTo>
                    <a:pt x="1423" y="6935"/>
                  </a:lnTo>
                  <a:lnTo>
                    <a:pt x="1779" y="6757"/>
                  </a:lnTo>
                  <a:lnTo>
                    <a:pt x="2134" y="6402"/>
                  </a:lnTo>
                  <a:lnTo>
                    <a:pt x="2490" y="5868"/>
                  </a:lnTo>
                  <a:lnTo>
                    <a:pt x="3557" y="5513"/>
                  </a:lnTo>
                  <a:lnTo>
                    <a:pt x="3912" y="4979"/>
                  </a:lnTo>
                  <a:lnTo>
                    <a:pt x="4268" y="4801"/>
                  </a:lnTo>
                  <a:lnTo>
                    <a:pt x="2845" y="3023"/>
                  </a:lnTo>
                  <a:lnTo>
                    <a:pt x="5690" y="2134"/>
                  </a:lnTo>
                  <a:lnTo>
                    <a:pt x="6046" y="1956"/>
                  </a:lnTo>
                  <a:lnTo>
                    <a:pt x="6224" y="1778"/>
                  </a:lnTo>
                  <a:lnTo>
                    <a:pt x="5868" y="1778"/>
                  </a:lnTo>
                  <a:lnTo>
                    <a:pt x="5690" y="1423"/>
                  </a:lnTo>
                  <a:lnTo>
                    <a:pt x="5868" y="1245"/>
                  </a:lnTo>
                  <a:lnTo>
                    <a:pt x="5513"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0" name="Google Shape;1420;p60"/>
            <p:cNvSpPr/>
            <p:nvPr/>
          </p:nvSpPr>
          <p:spPr>
            <a:xfrm>
              <a:off x="2162975" y="3773225"/>
              <a:ext cx="240075" cy="213400"/>
            </a:xfrm>
            <a:custGeom>
              <a:rect b="b" l="l" r="r" t="t"/>
              <a:pathLst>
                <a:path extrusionOk="0" h="8536" w="9603">
                  <a:moveTo>
                    <a:pt x="9424" y="0"/>
                  </a:moveTo>
                  <a:lnTo>
                    <a:pt x="8713" y="356"/>
                  </a:lnTo>
                  <a:lnTo>
                    <a:pt x="7469" y="356"/>
                  </a:lnTo>
                  <a:lnTo>
                    <a:pt x="6579" y="712"/>
                  </a:lnTo>
                  <a:lnTo>
                    <a:pt x="6046" y="890"/>
                  </a:lnTo>
                  <a:lnTo>
                    <a:pt x="5157" y="1067"/>
                  </a:lnTo>
                  <a:lnTo>
                    <a:pt x="4268" y="1067"/>
                  </a:lnTo>
                  <a:lnTo>
                    <a:pt x="3734" y="712"/>
                  </a:lnTo>
                  <a:lnTo>
                    <a:pt x="3557" y="712"/>
                  </a:lnTo>
                  <a:lnTo>
                    <a:pt x="2845" y="1067"/>
                  </a:lnTo>
                  <a:lnTo>
                    <a:pt x="1956" y="1067"/>
                  </a:lnTo>
                  <a:lnTo>
                    <a:pt x="1423" y="712"/>
                  </a:lnTo>
                  <a:lnTo>
                    <a:pt x="1423" y="1779"/>
                  </a:lnTo>
                  <a:lnTo>
                    <a:pt x="1067" y="1956"/>
                  </a:lnTo>
                  <a:lnTo>
                    <a:pt x="1067" y="2312"/>
                  </a:lnTo>
                  <a:lnTo>
                    <a:pt x="712" y="2490"/>
                  </a:lnTo>
                  <a:lnTo>
                    <a:pt x="356" y="2490"/>
                  </a:lnTo>
                  <a:lnTo>
                    <a:pt x="178" y="2845"/>
                  </a:lnTo>
                  <a:lnTo>
                    <a:pt x="356" y="3201"/>
                  </a:lnTo>
                  <a:lnTo>
                    <a:pt x="356" y="4090"/>
                  </a:lnTo>
                  <a:lnTo>
                    <a:pt x="534" y="4624"/>
                  </a:lnTo>
                  <a:lnTo>
                    <a:pt x="534" y="4446"/>
                  </a:lnTo>
                  <a:lnTo>
                    <a:pt x="1067" y="4446"/>
                  </a:lnTo>
                  <a:lnTo>
                    <a:pt x="1067" y="4801"/>
                  </a:lnTo>
                  <a:lnTo>
                    <a:pt x="1245" y="4801"/>
                  </a:lnTo>
                  <a:lnTo>
                    <a:pt x="1423" y="5513"/>
                  </a:lnTo>
                  <a:lnTo>
                    <a:pt x="1067" y="5868"/>
                  </a:lnTo>
                  <a:lnTo>
                    <a:pt x="1067" y="6046"/>
                  </a:lnTo>
                  <a:lnTo>
                    <a:pt x="712" y="6046"/>
                  </a:lnTo>
                  <a:lnTo>
                    <a:pt x="712" y="6224"/>
                  </a:lnTo>
                  <a:lnTo>
                    <a:pt x="534" y="6224"/>
                  </a:lnTo>
                  <a:lnTo>
                    <a:pt x="534" y="6580"/>
                  </a:lnTo>
                  <a:lnTo>
                    <a:pt x="0" y="7113"/>
                  </a:lnTo>
                  <a:lnTo>
                    <a:pt x="0" y="7824"/>
                  </a:lnTo>
                  <a:lnTo>
                    <a:pt x="356" y="7824"/>
                  </a:lnTo>
                  <a:lnTo>
                    <a:pt x="712" y="8180"/>
                  </a:lnTo>
                  <a:lnTo>
                    <a:pt x="1245" y="8536"/>
                  </a:lnTo>
                  <a:lnTo>
                    <a:pt x="1601" y="8536"/>
                  </a:lnTo>
                  <a:lnTo>
                    <a:pt x="4446" y="6757"/>
                  </a:lnTo>
                  <a:lnTo>
                    <a:pt x="4623" y="6757"/>
                  </a:lnTo>
                  <a:lnTo>
                    <a:pt x="7646" y="4801"/>
                  </a:lnTo>
                  <a:lnTo>
                    <a:pt x="8002" y="4268"/>
                  </a:lnTo>
                  <a:lnTo>
                    <a:pt x="8002" y="3201"/>
                  </a:lnTo>
                  <a:lnTo>
                    <a:pt x="8180" y="2668"/>
                  </a:lnTo>
                  <a:lnTo>
                    <a:pt x="8002" y="2134"/>
                  </a:lnTo>
                  <a:lnTo>
                    <a:pt x="8002" y="1601"/>
                  </a:lnTo>
                  <a:lnTo>
                    <a:pt x="8180" y="1245"/>
                  </a:lnTo>
                  <a:lnTo>
                    <a:pt x="8891" y="1067"/>
                  </a:lnTo>
                  <a:lnTo>
                    <a:pt x="9602" y="178"/>
                  </a:lnTo>
                  <a:lnTo>
                    <a:pt x="942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1" name="Google Shape;1421;p60"/>
            <p:cNvSpPr/>
            <p:nvPr/>
          </p:nvSpPr>
          <p:spPr>
            <a:xfrm>
              <a:off x="1878475" y="4857900"/>
              <a:ext cx="40025" cy="26700"/>
            </a:xfrm>
            <a:custGeom>
              <a:rect b="b" l="l" r="r" t="t"/>
              <a:pathLst>
                <a:path extrusionOk="0" h="1068" w="1601">
                  <a:moveTo>
                    <a:pt x="0" y="0"/>
                  </a:moveTo>
                  <a:lnTo>
                    <a:pt x="0" y="356"/>
                  </a:lnTo>
                  <a:lnTo>
                    <a:pt x="178" y="712"/>
                  </a:lnTo>
                  <a:lnTo>
                    <a:pt x="178" y="889"/>
                  </a:lnTo>
                  <a:lnTo>
                    <a:pt x="356" y="1067"/>
                  </a:lnTo>
                  <a:lnTo>
                    <a:pt x="1245" y="1067"/>
                  </a:lnTo>
                  <a:lnTo>
                    <a:pt x="1600" y="712"/>
                  </a:lnTo>
                  <a:lnTo>
                    <a:pt x="1600" y="178"/>
                  </a:lnTo>
                  <a:lnTo>
                    <a:pt x="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2" name="Google Shape;1422;p60"/>
            <p:cNvSpPr/>
            <p:nvPr/>
          </p:nvSpPr>
          <p:spPr>
            <a:xfrm>
              <a:off x="1665075" y="4408925"/>
              <a:ext cx="600175" cy="502350"/>
            </a:xfrm>
            <a:custGeom>
              <a:rect b="b" l="l" r="r" t="t"/>
              <a:pathLst>
                <a:path extrusionOk="0" h="20094" w="24007">
                  <a:moveTo>
                    <a:pt x="13693" y="0"/>
                  </a:moveTo>
                  <a:lnTo>
                    <a:pt x="13515" y="178"/>
                  </a:lnTo>
                  <a:lnTo>
                    <a:pt x="4446" y="178"/>
                  </a:lnTo>
                  <a:lnTo>
                    <a:pt x="4446" y="3201"/>
                  </a:lnTo>
                  <a:lnTo>
                    <a:pt x="3024" y="3201"/>
                  </a:lnTo>
                  <a:lnTo>
                    <a:pt x="3024" y="3734"/>
                  </a:lnTo>
                  <a:lnTo>
                    <a:pt x="3024" y="3912"/>
                  </a:lnTo>
                  <a:lnTo>
                    <a:pt x="3024" y="9780"/>
                  </a:lnTo>
                  <a:lnTo>
                    <a:pt x="1779" y="9780"/>
                  </a:lnTo>
                  <a:lnTo>
                    <a:pt x="1601" y="9958"/>
                  </a:lnTo>
                  <a:lnTo>
                    <a:pt x="1601" y="10491"/>
                  </a:lnTo>
                  <a:lnTo>
                    <a:pt x="1246" y="11025"/>
                  </a:lnTo>
                  <a:lnTo>
                    <a:pt x="1246" y="11202"/>
                  </a:lnTo>
                  <a:lnTo>
                    <a:pt x="712" y="11558"/>
                  </a:lnTo>
                  <a:lnTo>
                    <a:pt x="890" y="11736"/>
                  </a:lnTo>
                  <a:lnTo>
                    <a:pt x="890" y="12091"/>
                  </a:lnTo>
                  <a:lnTo>
                    <a:pt x="357" y="12625"/>
                  </a:lnTo>
                  <a:lnTo>
                    <a:pt x="534" y="12803"/>
                  </a:lnTo>
                  <a:lnTo>
                    <a:pt x="534" y="13336"/>
                  </a:lnTo>
                  <a:lnTo>
                    <a:pt x="179" y="13692"/>
                  </a:lnTo>
                  <a:lnTo>
                    <a:pt x="1" y="13870"/>
                  </a:lnTo>
                  <a:lnTo>
                    <a:pt x="179" y="14225"/>
                  </a:lnTo>
                  <a:lnTo>
                    <a:pt x="534" y="14047"/>
                  </a:lnTo>
                  <a:lnTo>
                    <a:pt x="712" y="14225"/>
                  </a:lnTo>
                  <a:lnTo>
                    <a:pt x="712" y="14403"/>
                  </a:lnTo>
                  <a:lnTo>
                    <a:pt x="890" y="14936"/>
                  </a:lnTo>
                  <a:lnTo>
                    <a:pt x="1068" y="15114"/>
                  </a:lnTo>
                  <a:lnTo>
                    <a:pt x="1068" y="15648"/>
                  </a:lnTo>
                  <a:lnTo>
                    <a:pt x="1601" y="16181"/>
                  </a:lnTo>
                  <a:lnTo>
                    <a:pt x="1423" y="16715"/>
                  </a:lnTo>
                  <a:lnTo>
                    <a:pt x="1601" y="17070"/>
                  </a:lnTo>
                  <a:lnTo>
                    <a:pt x="1779" y="17070"/>
                  </a:lnTo>
                  <a:lnTo>
                    <a:pt x="2135" y="17426"/>
                  </a:lnTo>
                  <a:lnTo>
                    <a:pt x="2668" y="18493"/>
                  </a:lnTo>
                  <a:lnTo>
                    <a:pt x="2490" y="19204"/>
                  </a:lnTo>
                  <a:lnTo>
                    <a:pt x="2490" y="19382"/>
                  </a:lnTo>
                  <a:lnTo>
                    <a:pt x="2312" y="19382"/>
                  </a:lnTo>
                  <a:lnTo>
                    <a:pt x="2312" y="19560"/>
                  </a:lnTo>
                  <a:lnTo>
                    <a:pt x="2668" y="19560"/>
                  </a:lnTo>
                  <a:lnTo>
                    <a:pt x="2312" y="19738"/>
                  </a:lnTo>
                  <a:lnTo>
                    <a:pt x="2490" y="19915"/>
                  </a:lnTo>
                  <a:lnTo>
                    <a:pt x="3379" y="19915"/>
                  </a:lnTo>
                  <a:lnTo>
                    <a:pt x="3379" y="20093"/>
                  </a:lnTo>
                  <a:lnTo>
                    <a:pt x="3735" y="19738"/>
                  </a:lnTo>
                  <a:lnTo>
                    <a:pt x="3735" y="19026"/>
                  </a:lnTo>
                  <a:lnTo>
                    <a:pt x="3913" y="18848"/>
                  </a:lnTo>
                  <a:lnTo>
                    <a:pt x="3913" y="18493"/>
                  </a:lnTo>
                  <a:lnTo>
                    <a:pt x="4268" y="18137"/>
                  </a:lnTo>
                  <a:lnTo>
                    <a:pt x="4446" y="17782"/>
                  </a:lnTo>
                  <a:lnTo>
                    <a:pt x="4446" y="17604"/>
                  </a:lnTo>
                  <a:lnTo>
                    <a:pt x="4980" y="17604"/>
                  </a:lnTo>
                  <a:lnTo>
                    <a:pt x="5691" y="17426"/>
                  </a:lnTo>
                  <a:lnTo>
                    <a:pt x="5869" y="17782"/>
                  </a:lnTo>
                  <a:lnTo>
                    <a:pt x="6224" y="18137"/>
                  </a:lnTo>
                  <a:lnTo>
                    <a:pt x="6402" y="18671"/>
                  </a:lnTo>
                  <a:lnTo>
                    <a:pt x="6758" y="18848"/>
                  </a:lnTo>
                  <a:lnTo>
                    <a:pt x="6936" y="18848"/>
                  </a:lnTo>
                  <a:lnTo>
                    <a:pt x="7469" y="18671"/>
                  </a:lnTo>
                  <a:lnTo>
                    <a:pt x="8536" y="18671"/>
                  </a:lnTo>
                  <a:lnTo>
                    <a:pt x="8358" y="18315"/>
                  </a:lnTo>
                  <a:lnTo>
                    <a:pt x="8358" y="17782"/>
                  </a:lnTo>
                  <a:lnTo>
                    <a:pt x="10314" y="17959"/>
                  </a:lnTo>
                  <a:lnTo>
                    <a:pt x="10314" y="18493"/>
                  </a:lnTo>
                  <a:lnTo>
                    <a:pt x="10848" y="18493"/>
                  </a:lnTo>
                  <a:lnTo>
                    <a:pt x="11025" y="17959"/>
                  </a:lnTo>
                  <a:lnTo>
                    <a:pt x="11203" y="17782"/>
                  </a:lnTo>
                  <a:lnTo>
                    <a:pt x="11737" y="17604"/>
                  </a:lnTo>
                  <a:lnTo>
                    <a:pt x="11915" y="17782"/>
                  </a:lnTo>
                  <a:lnTo>
                    <a:pt x="12981" y="18493"/>
                  </a:lnTo>
                  <a:lnTo>
                    <a:pt x="13515" y="18315"/>
                  </a:lnTo>
                  <a:lnTo>
                    <a:pt x="14226" y="17604"/>
                  </a:lnTo>
                  <a:lnTo>
                    <a:pt x="14404" y="17070"/>
                  </a:lnTo>
                  <a:lnTo>
                    <a:pt x="14582" y="17070"/>
                  </a:lnTo>
                  <a:lnTo>
                    <a:pt x="15115" y="16537"/>
                  </a:lnTo>
                  <a:lnTo>
                    <a:pt x="14937" y="15826"/>
                  </a:lnTo>
                  <a:lnTo>
                    <a:pt x="14760" y="15292"/>
                  </a:lnTo>
                  <a:lnTo>
                    <a:pt x="15471" y="15114"/>
                  </a:lnTo>
                  <a:lnTo>
                    <a:pt x="15649" y="14759"/>
                  </a:lnTo>
                  <a:lnTo>
                    <a:pt x="16538" y="14759"/>
                  </a:lnTo>
                  <a:lnTo>
                    <a:pt x="16360" y="15826"/>
                  </a:lnTo>
                  <a:lnTo>
                    <a:pt x="16538" y="16892"/>
                  </a:lnTo>
                  <a:lnTo>
                    <a:pt x="16716" y="17070"/>
                  </a:lnTo>
                  <a:lnTo>
                    <a:pt x="16893" y="17070"/>
                  </a:lnTo>
                  <a:lnTo>
                    <a:pt x="17427" y="17782"/>
                  </a:lnTo>
                  <a:lnTo>
                    <a:pt x="17605" y="18137"/>
                  </a:lnTo>
                  <a:lnTo>
                    <a:pt x="17427" y="18848"/>
                  </a:lnTo>
                  <a:lnTo>
                    <a:pt x="17605" y="18848"/>
                  </a:lnTo>
                  <a:lnTo>
                    <a:pt x="17782" y="17959"/>
                  </a:lnTo>
                  <a:lnTo>
                    <a:pt x="17782" y="17248"/>
                  </a:lnTo>
                  <a:lnTo>
                    <a:pt x="17960" y="17070"/>
                  </a:lnTo>
                  <a:lnTo>
                    <a:pt x="18138" y="16715"/>
                  </a:lnTo>
                  <a:lnTo>
                    <a:pt x="18672" y="16892"/>
                  </a:lnTo>
                  <a:lnTo>
                    <a:pt x="19027" y="15470"/>
                  </a:lnTo>
                  <a:lnTo>
                    <a:pt x="19205" y="15114"/>
                  </a:lnTo>
                  <a:lnTo>
                    <a:pt x="19738" y="14225"/>
                  </a:lnTo>
                  <a:lnTo>
                    <a:pt x="20272" y="14047"/>
                  </a:lnTo>
                  <a:lnTo>
                    <a:pt x="20450" y="14047"/>
                  </a:lnTo>
                  <a:lnTo>
                    <a:pt x="20628" y="13336"/>
                  </a:lnTo>
                  <a:lnTo>
                    <a:pt x="20983" y="12447"/>
                  </a:lnTo>
                  <a:lnTo>
                    <a:pt x="21161" y="11914"/>
                  </a:lnTo>
                  <a:lnTo>
                    <a:pt x="20983" y="11736"/>
                  </a:lnTo>
                  <a:lnTo>
                    <a:pt x="20983" y="10491"/>
                  </a:lnTo>
                  <a:lnTo>
                    <a:pt x="21161" y="10135"/>
                  </a:lnTo>
                  <a:lnTo>
                    <a:pt x="21517" y="9246"/>
                  </a:lnTo>
                  <a:lnTo>
                    <a:pt x="21694" y="8713"/>
                  </a:lnTo>
                  <a:lnTo>
                    <a:pt x="21517" y="8180"/>
                  </a:lnTo>
                  <a:lnTo>
                    <a:pt x="21694" y="8002"/>
                  </a:lnTo>
                  <a:lnTo>
                    <a:pt x="21694" y="7468"/>
                  </a:lnTo>
                  <a:lnTo>
                    <a:pt x="22228" y="7468"/>
                  </a:lnTo>
                  <a:lnTo>
                    <a:pt x="22583" y="7113"/>
                  </a:lnTo>
                  <a:lnTo>
                    <a:pt x="22761" y="7113"/>
                  </a:lnTo>
                  <a:lnTo>
                    <a:pt x="22939" y="6935"/>
                  </a:lnTo>
                  <a:lnTo>
                    <a:pt x="23473" y="6757"/>
                  </a:lnTo>
                  <a:lnTo>
                    <a:pt x="24006" y="6224"/>
                  </a:lnTo>
                  <a:lnTo>
                    <a:pt x="23650" y="5868"/>
                  </a:lnTo>
                  <a:lnTo>
                    <a:pt x="23295" y="5868"/>
                  </a:lnTo>
                  <a:lnTo>
                    <a:pt x="23295" y="5690"/>
                  </a:lnTo>
                  <a:lnTo>
                    <a:pt x="22761" y="5157"/>
                  </a:lnTo>
                  <a:lnTo>
                    <a:pt x="22406" y="5157"/>
                  </a:lnTo>
                  <a:lnTo>
                    <a:pt x="22228" y="4445"/>
                  </a:lnTo>
                  <a:lnTo>
                    <a:pt x="22228" y="4268"/>
                  </a:lnTo>
                  <a:lnTo>
                    <a:pt x="22050" y="3734"/>
                  </a:lnTo>
                  <a:lnTo>
                    <a:pt x="22050" y="2312"/>
                  </a:lnTo>
                  <a:lnTo>
                    <a:pt x="21872" y="1600"/>
                  </a:lnTo>
                  <a:lnTo>
                    <a:pt x="21872" y="1245"/>
                  </a:lnTo>
                  <a:lnTo>
                    <a:pt x="21517" y="711"/>
                  </a:lnTo>
                  <a:lnTo>
                    <a:pt x="21517" y="178"/>
                  </a:lnTo>
                  <a:lnTo>
                    <a:pt x="17605" y="178"/>
                  </a:lnTo>
                  <a:lnTo>
                    <a:pt x="17605" y="533"/>
                  </a:lnTo>
                  <a:lnTo>
                    <a:pt x="16716" y="533"/>
                  </a:lnTo>
                  <a:lnTo>
                    <a:pt x="16182" y="178"/>
                  </a:lnTo>
                  <a:lnTo>
                    <a:pt x="13693" y="178"/>
                  </a:lnTo>
                  <a:lnTo>
                    <a:pt x="13693"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3" name="Google Shape;1423;p60"/>
            <p:cNvSpPr/>
            <p:nvPr/>
          </p:nvSpPr>
          <p:spPr>
            <a:xfrm>
              <a:off x="1358350" y="3302025"/>
              <a:ext cx="106725" cy="71150"/>
            </a:xfrm>
            <a:custGeom>
              <a:rect b="b" l="l" r="r" t="t"/>
              <a:pathLst>
                <a:path extrusionOk="0" h="2846" w="4269">
                  <a:moveTo>
                    <a:pt x="3913" y="0"/>
                  </a:moveTo>
                  <a:lnTo>
                    <a:pt x="3735" y="178"/>
                  </a:lnTo>
                  <a:lnTo>
                    <a:pt x="3735" y="533"/>
                  </a:lnTo>
                  <a:lnTo>
                    <a:pt x="3201" y="356"/>
                  </a:lnTo>
                  <a:lnTo>
                    <a:pt x="3023" y="533"/>
                  </a:lnTo>
                  <a:lnTo>
                    <a:pt x="2490" y="533"/>
                  </a:lnTo>
                  <a:lnTo>
                    <a:pt x="2134" y="711"/>
                  </a:lnTo>
                  <a:lnTo>
                    <a:pt x="1957" y="889"/>
                  </a:lnTo>
                  <a:lnTo>
                    <a:pt x="1779" y="889"/>
                  </a:lnTo>
                  <a:lnTo>
                    <a:pt x="1601" y="1067"/>
                  </a:lnTo>
                  <a:lnTo>
                    <a:pt x="1245" y="889"/>
                  </a:lnTo>
                  <a:lnTo>
                    <a:pt x="534" y="889"/>
                  </a:lnTo>
                  <a:lnTo>
                    <a:pt x="356" y="1067"/>
                  </a:lnTo>
                  <a:lnTo>
                    <a:pt x="1" y="1245"/>
                  </a:lnTo>
                  <a:lnTo>
                    <a:pt x="356" y="1423"/>
                  </a:lnTo>
                  <a:lnTo>
                    <a:pt x="178" y="1778"/>
                  </a:lnTo>
                  <a:lnTo>
                    <a:pt x="356" y="1778"/>
                  </a:lnTo>
                  <a:lnTo>
                    <a:pt x="356" y="2134"/>
                  </a:lnTo>
                  <a:lnTo>
                    <a:pt x="534" y="2312"/>
                  </a:lnTo>
                  <a:lnTo>
                    <a:pt x="890" y="2667"/>
                  </a:lnTo>
                  <a:lnTo>
                    <a:pt x="534" y="2667"/>
                  </a:lnTo>
                  <a:lnTo>
                    <a:pt x="356" y="2845"/>
                  </a:lnTo>
                  <a:lnTo>
                    <a:pt x="1245" y="2845"/>
                  </a:lnTo>
                  <a:lnTo>
                    <a:pt x="1779" y="2489"/>
                  </a:lnTo>
                  <a:lnTo>
                    <a:pt x="2134" y="2845"/>
                  </a:lnTo>
                  <a:lnTo>
                    <a:pt x="2134" y="2667"/>
                  </a:lnTo>
                  <a:lnTo>
                    <a:pt x="2668" y="2845"/>
                  </a:lnTo>
                  <a:lnTo>
                    <a:pt x="2490" y="2489"/>
                  </a:lnTo>
                  <a:lnTo>
                    <a:pt x="2490" y="2312"/>
                  </a:lnTo>
                  <a:lnTo>
                    <a:pt x="2668" y="2134"/>
                  </a:lnTo>
                  <a:lnTo>
                    <a:pt x="3023" y="2134"/>
                  </a:lnTo>
                  <a:lnTo>
                    <a:pt x="3201" y="1778"/>
                  </a:lnTo>
                  <a:lnTo>
                    <a:pt x="3023" y="1778"/>
                  </a:lnTo>
                  <a:lnTo>
                    <a:pt x="3023" y="1423"/>
                  </a:lnTo>
                  <a:lnTo>
                    <a:pt x="3379" y="1067"/>
                  </a:lnTo>
                  <a:lnTo>
                    <a:pt x="3913" y="889"/>
                  </a:lnTo>
                  <a:lnTo>
                    <a:pt x="3913" y="711"/>
                  </a:lnTo>
                  <a:lnTo>
                    <a:pt x="4090" y="533"/>
                  </a:lnTo>
                  <a:lnTo>
                    <a:pt x="4268" y="533"/>
                  </a:lnTo>
                  <a:lnTo>
                    <a:pt x="4090" y="356"/>
                  </a:lnTo>
                  <a:lnTo>
                    <a:pt x="4090" y="178"/>
                  </a:lnTo>
                  <a:lnTo>
                    <a:pt x="3913"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4" name="Google Shape;1424;p60"/>
            <p:cNvSpPr/>
            <p:nvPr/>
          </p:nvSpPr>
          <p:spPr>
            <a:xfrm>
              <a:off x="1682875" y="3439825"/>
              <a:ext cx="222275" cy="142275"/>
            </a:xfrm>
            <a:custGeom>
              <a:rect b="b" l="l" r="r" t="t"/>
              <a:pathLst>
                <a:path extrusionOk="0" h="5691" w="8891">
                  <a:moveTo>
                    <a:pt x="356" y="0"/>
                  </a:moveTo>
                  <a:lnTo>
                    <a:pt x="356" y="356"/>
                  </a:lnTo>
                  <a:lnTo>
                    <a:pt x="178" y="356"/>
                  </a:lnTo>
                  <a:lnTo>
                    <a:pt x="0" y="534"/>
                  </a:lnTo>
                  <a:lnTo>
                    <a:pt x="0" y="712"/>
                  </a:lnTo>
                  <a:lnTo>
                    <a:pt x="178" y="1245"/>
                  </a:lnTo>
                  <a:lnTo>
                    <a:pt x="889" y="1956"/>
                  </a:lnTo>
                  <a:lnTo>
                    <a:pt x="534" y="2668"/>
                  </a:lnTo>
                  <a:lnTo>
                    <a:pt x="178" y="2668"/>
                  </a:lnTo>
                  <a:lnTo>
                    <a:pt x="178" y="3734"/>
                  </a:lnTo>
                  <a:lnTo>
                    <a:pt x="0" y="3734"/>
                  </a:lnTo>
                  <a:lnTo>
                    <a:pt x="178" y="3912"/>
                  </a:lnTo>
                  <a:lnTo>
                    <a:pt x="711" y="4268"/>
                  </a:lnTo>
                  <a:lnTo>
                    <a:pt x="889" y="4801"/>
                  </a:lnTo>
                  <a:lnTo>
                    <a:pt x="889" y="5513"/>
                  </a:lnTo>
                  <a:lnTo>
                    <a:pt x="1600" y="5513"/>
                  </a:lnTo>
                  <a:lnTo>
                    <a:pt x="2134" y="5335"/>
                  </a:lnTo>
                  <a:lnTo>
                    <a:pt x="2312" y="5157"/>
                  </a:lnTo>
                  <a:lnTo>
                    <a:pt x="3023" y="5157"/>
                  </a:lnTo>
                  <a:lnTo>
                    <a:pt x="3556" y="5513"/>
                  </a:lnTo>
                  <a:lnTo>
                    <a:pt x="4090" y="5513"/>
                  </a:lnTo>
                  <a:lnTo>
                    <a:pt x="4090" y="5690"/>
                  </a:lnTo>
                  <a:lnTo>
                    <a:pt x="4979" y="5690"/>
                  </a:lnTo>
                  <a:lnTo>
                    <a:pt x="4979" y="5513"/>
                  </a:lnTo>
                  <a:lnTo>
                    <a:pt x="5157" y="5513"/>
                  </a:lnTo>
                  <a:lnTo>
                    <a:pt x="5335" y="5335"/>
                  </a:lnTo>
                  <a:lnTo>
                    <a:pt x="5335" y="5157"/>
                  </a:lnTo>
                  <a:lnTo>
                    <a:pt x="5157" y="5157"/>
                  </a:lnTo>
                  <a:lnTo>
                    <a:pt x="5157" y="4801"/>
                  </a:lnTo>
                  <a:lnTo>
                    <a:pt x="5512" y="4801"/>
                  </a:lnTo>
                  <a:lnTo>
                    <a:pt x="5690" y="4623"/>
                  </a:lnTo>
                  <a:lnTo>
                    <a:pt x="5868" y="4623"/>
                  </a:lnTo>
                  <a:lnTo>
                    <a:pt x="5868" y="4446"/>
                  </a:lnTo>
                  <a:lnTo>
                    <a:pt x="6579" y="4268"/>
                  </a:lnTo>
                  <a:lnTo>
                    <a:pt x="6579" y="4090"/>
                  </a:lnTo>
                  <a:lnTo>
                    <a:pt x="7113" y="4090"/>
                  </a:lnTo>
                  <a:lnTo>
                    <a:pt x="7468" y="4446"/>
                  </a:lnTo>
                  <a:lnTo>
                    <a:pt x="8002" y="4268"/>
                  </a:lnTo>
                  <a:lnTo>
                    <a:pt x="7468" y="3734"/>
                  </a:lnTo>
                  <a:lnTo>
                    <a:pt x="7291" y="3557"/>
                  </a:lnTo>
                  <a:lnTo>
                    <a:pt x="7468" y="3023"/>
                  </a:lnTo>
                  <a:lnTo>
                    <a:pt x="7646" y="3023"/>
                  </a:lnTo>
                  <a:lnTo>
                    <a:pt x="7824" y="2845"/>
                  </a:lnTo>
                  <a:lnTo>
                    <a:pt x="7824" y="1956"/>
                  </a:lnTo>
                  <a:lnTo>
                    <a:pt x="8002" y="1601"/>
                  </a:lnTo>
                  <a:lnTo>
                    <a:pt x="8180" y="1423"/>
                  </a:lnTo>
                  <a:lnTo>
                    <a:pt x="8713" y="1423"/>
                  </a:lnTo>
                  <a:lnTo>
                    <a:pt x="8891" y="1245"/>
                  </a:lnTo>
                  <a:lnTo>
                    <a:pt x="8891" y="1067"/>
                  </a:lnTo>
                  <a:lnTo>
                    <a:pt x="8357" y="889"/>
                  </a:lnTo>
                  <a:lnTo>
                    <a:pt x="8002" y="712"/>
                  </a:lnTo>
                  <a:lnTo>
                    <a:pt x="7824" y="534"/>
                  </a:lnTo>
                  <a:lnTo>
                    <a:pt x="7468" y="534"/>
                  </a:lnTo>
                  <a:lnTo>
                    <a:pt x="7113" y="356"/>
                  </a:lnTo>
                  <a:lnTo>
                    <a:pt x="6935" y="178"/>
                  </a:lnTo>
                  <a:lnTo>
                    <a:pt x="6579" y="178"/>
                  </a:lnTo>
                  <a:lnTo>
                    <a:pt x="5868" y="356"/>
                  </a:lnTo>
                  <a:lnTo>
                    <a:pt x="5690" y="356"/>
                  </a:lnTo>
                  <a:lnTo>
                    <a:pt x="5157" y="889"/>
                  </a:lnTo>
                  <a:lnTo>
                    <a:pt x="4801" y="1067"/>
                  </a:lnTo>
                  <a:lnTo>
                    <a:pt x="4623" y="1245"/>
                  </a:lnTo>
                  <a:lnTo>
                    <a:pt x="4268" y="1245"/>
                  </a:lnTo>
                  <a:lnTo>
                    <a:pt x="3201" y="1067"/>
                  </a:lnTo>
                  <a:lnTo>
                    <a:pt x="2490" y="1067"/>
                  </a:lnTo>
                  <a:lnTo>
                    <a:pt x="1600" y="889"/>
                  </a:lnTo>
                  <a:lnTo>
                    <a:pt x="1245" y="712"/>
                  </a:lnTo>
                  <a:lnTo>
                    <a:pt x="711" y="889"/>
                  </a:lnTo>
                  <a:lnTo>
                    <a:pt x="534" y="712"/>
                  </a:lnTo>
                  <a:lnTo>
                    <a:pt x="534" y="356"/>
                  </a:lnTo>
                  <a:lnTo>
                    <a:pt x="711" y="356"/>
                  </a:lnTo>
                  <a:lnTo>
                    <a:pt x="35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5" name="Google Shape;1425;p60"/>
            <p:cNvSpPr/>
            <p:nvPr/>
          </p:nvSpPr>
          <p:spPr>
            <a:xfrm>
              <a:off x="1558400" y="3337575"/>
              <a:ext cx="142275" cy="208950"/>
            </a:xfrm>
            <a:custGeom>
              <a:rect b="b" l="l" r="r" t="t"/>
              <a:pathLst>
                <a:path extrusionOk="0" h="8358" w="5691">
                  <a:moveTo>
                    <a:pt x="1067" y="1"/>
                  </a:moveTo>
                  <a:lnTo>
                    <a:pt x="534" y="534"/>
                  </a:lnTo>
                  <a:lnTo>
                    <a:pt x="178" y="356"/>
                  </a:lnTo>
                  <a:lnTo>
                    <a:pt x="178" y="534"/>
                  </a:lnTo>
                  <a:lnTo>
                    <a:pt x="0" y="712"/>
                  </a:lnTo>
                  <a:lnTo>
                    <a:pt x="0" y="1245"/>
                  </a:lnTo>
                  <a:lnTo>
                    <a:pt x="178" y="1245"/>
                  </a:lnTo>
                  <a:lnTo>
                    <a:pt x="178" y="1601"/>
                  </a:lnTo>
                  <a:lnTo>
                    <a:pt x="356" y="1779"/>
                  </a:lnTo>
                  <a:lnTo>
                    <a:pt x="889" y="2134"/>
                  </a:lnTo>
                  <a:lnTo>
                    <a:pt x="178" y="2312"/>
                  </a:lnTo>
                  <a:lnTo>
                    <a:pt x="356" y="2668"/>
                  </a:lnTo>
                  <a:lnTo>
                    <a:pt x="534" y="2668"/>
                  </a:lnTo>
                  <a:lnTo>
                    <a:pt x="356" y="3557"/>
                  </a:lnTo>
                  <a:lnTo>
                    <a:pt x="889" y="4268"/>
                  </a:lnTo>
                  <a:lnTo>
                    <a:pt x="889" y="4624"/>
                  </a:lnTo>
                  <a:lnTo>
                    <a:pt x="534" y="4624"/>
                  </a:lnTo>
                  <a:lnTo>
                    <a:pt x="889" y="4979"/>
                  </a:lnTo>
                  <a:lnTo>
                    <a:pt x="889" y="5335"/>
                  </a:lnTo>
                  <a:lnTo>
                    <a:pt x="356" y="5513"/>
                  </a:lnTo>
                  <a:lnTo>
                    <a:pt x="1067" y="6046"/>
                  </a:lnTo>
                  <a:lnTo>
                    <a:pt x="1601" y="6402"/>
                  </a:lnTo>
                  <a:lnTo>
                    <a:pt x="1956" y="6402"/>
                  </a:lnTo>
                  <a:lnTo>
                    <a:pt x="1956" y="6580"/>
                  </a:lnTo>
                  <a:lnTo>
                    <a:pt x="2134" y="6935"/>
                  </a:lnTo>
                  <a:lnTo>
                    <a:pt x="1601" y="7113"/>
                  </a:lnTo>
                  <a:lnTo>
                    <a:pt x="1601" y="7291"/>
                  </a:lnTo>
                  <a:lnTo>
                    <a:pt x="2312" y="8002"/>
                  </a:lnTo>
                  <a:lnTo>
                    <a:pt x="2312" y="8358"/>
                  </a:lnTo>
                  <a:lnTo>
                    <a:pt x="2490" y="8358"/>
                  </a:lnTo>
                  <a:lnTo>
                    <a:pt x="3201" y="8002"/>
                  </a:lnTo>
                  <a:lnTo>
                    <a:pt x="3201" y="8180"/>
                  </a:lnTo>
                  <a:lnTo>
                    <a:pt x="3379" y="7824"/>
                  </a:lnTo>
                  <a:lnTo>
                    <a:pt x="3912" y="7824"/>
                  </a:lnTo>
                  <a:lnTo>
                    <a:pt x="4801" y="7647"/>
                  </a:lnTo>
                  <a:lnTo>
                    <a:pt x="4979" y="7824"/>
                  </a:lnTo>
                  <a:lnTo>
                    <a:pt x="4979" y="7647"/>
                  </a:lnTo>
                  <a:lnTo>
                    <a:pt x="4979" y="6580"/>
                  </a:lnTo>
                  <a:lnTo>
                    <a:pt x="5335" y="6580"/>
                  </a:lnTo>
                  <a:lnTo>
                    <a:pt x="5690" y="6224"/>
                  </a:lnTo>
                  <a:lnTo>
                    <a:pt x="4979" y="5513"/>
                  </a:lnTo>
                  <a:lnTo>
                    <a:pt x="4801" y="4802"/>
                  </a:lnTo>
                  <a:lnTo>
                    <a:pt x="4801" y="4446"/>
                  </a:lnTo>
                  <a:lnTo>
                    <a:pt x="4979" y="4268"/>
                  </a:lnTo>
                  <a:lnTo>
                    <a:pt x="5157" y="4268"/>
                  </a:lnTo>
                  <a:lnTo>
                    <a:pt x="5157" y="4090"/>
                  </a:lnTo>
                  <a:lnTo>
                    <a:pt x="4979" y="3557"/>
                  </a:lnTo>
                  <a:lnTo>
                    <a:pt x="5157" y="3379"/>
                  </a:lnTo>
                  <a:lnTo>
                    <a:pt x="5335" y="3379"/>
                  </a:lnTo>
                  <a:lnTo>
                    <a:pt x="4979" y="3201"/>
                  </a:lnTo>
                  <a:lnTo>
                    <a:pt x="4624" y="3557"/>
                  </a:lnTo>
                  <a:lnTo>
                    <a:pt x="4268" y="3379"/>
                  </a:lnTo>
                  <a:lnTo>
                    <a:pt x="3734" y="3201"/>
                  </a:lnTo>
                  <a:lnTo>
                    <a:pt x="3734" y="3023"/>
                  </a:lnTo>
                  <a:lnTo>
                    <a:pt x="3023" y="2668"/>
                  </a:lnTo>
                  <a:lnTo>
                    <a:pt x="3557" y="2668"/>
                  </a:lnTo>
                  <a:lnTo>
                    <a:pt x="3379" y="2312"/>
                  </a:lnTo>
                  <a:lnTo>
                    <a:pt x="3557" y="2134"/>
                  </a:lnTo>
                  <a:lnTo>
                    <a:pt x="2845" y="1957"/>
                  </a:lnTo>
                  <a:lnTo>
                    <a:pt x="2490" y="1601"/>
                  </a:lnTo>
                  <a:lnTo>
                    <a:pt x="2490" y="1067"/>
                  </a:lnTo>
                  <a:lnTo>
                    <a:pt x="2312" y="890"/>
                  </a:lnTo>
                  <a:lnTo>
                    <a:pt x="1778" y="178"/>
                  </a:lnTo>
                  <a:lnTo>
                    <a:pt x="1245" y="178"/>
                  </a:lnTo>
                  <a:lnTo>
                    <a:pt x="106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6" name="Google Shape;1426;p60"/>
            <p:cNvSpPr/>
            <p:nvPr/>
          </p:nvSpPr>
          <p:spPr>
            <a:xfrm>
              <a:off x="2114075" y="3951050"/>
              <a:ext cx="44475" cy="155600"/>
            </a:xfrm>
            <a:custGeom>
              <a:rect b="b" l="l" r="r" t="t"/>
              <a:pathLst>
                <a:path extrusionOk="0" h="6224" w="1779">
                  <a:moveTo>
                    <a:pt x="1778" y="0"/>
                  </a:moveTo>
                  <a:lnTo>
                    <a:pt x="1601" y="356"/>
                  </a:lnTo>
                  <a:lnTo>
                    <a:pt x="1245" y="356"/>
                  </a:lnTo>
                  <a:lnTo>
                    <a:pt x="1067" y="711"/>
                  </a:lnTo>
                  <a:lnTo>
                    <a:pt x="889" y="711"/>
                  </a:lnTo>
                  <a:lnTo>
                    <a:pt x="712" y="2134"/>
                  </a:lnTo>
                  <a:lnTo>
                    <a:pt x="356" y="2845"/>
                  </a:lnTo>
                  <a:lnTo>
                    <a:pt x="356" y="3023"/>
                  </a:lnTo>
                  <a:lnTo>
                    <a:pt x="0" y="3556"/>
                  </a:lnTo>
                  <a:lnTo>
                    <a:pt x="178" y="3734"/>
                  </a:lnTo>
                  <a:lnTo>
                    <a:pt x="889" y="6224"/>
                  </a:lnTo>
                  <a:lnTo>
                    <a:pt x="889" y="6046"/>
                  </a:lnTo>
                  <a:lnTo>
                    <a:pt x="1067" y="5157"/>
                  </a:lnTo>
                  <a:lnTo>
                    <a:pt x="1067" y="4445"/>
                  </a:lnTo>
                  <a:lnTo>
                    <a:pt x="1423" y="3734"/>
                  </a:lnTo>
                  <a:lnTo>
                    <a:pt x="1601" y="3023"/>
                  </a:lnTo>
                  <a:lnTo>
                    <a:pt x="1245" y="3201"/>
                  </a:lnTo>
                  <a:lnTo>
                    <a:pt x="712" y="3201"/>
                  </a:lnTo>
                  <a:lnTo>
                    <a:pt x="889" y="2667"/>
                  </a:lnTo>
                  <a:lnTo>
                    <a:pt x="1067" y="2489"/>
                  </a:lnTo>
                  <a:lnTo>
                    <a:pt x="889" y="2489"/>
                  </a:lnTo>
                  <a:lnTo>
                    <a:pt x="889" y="1245"/>
                  </a:lnTo>
                  <a:lnTo>
                    <a:pt x="1423" y="1067"/>
                  </a:lnTo>
                  <a:lnTo>
                    <a:pt x="1601" y="1245"/>
                  </a:lnTo>
                  <a:lnTo>
                    <a:pt x="1778" y="889"/>
                  </a:lnTo>
                  <a:lnTo>
                    <a:pt x="17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7" name="Google Shape;1427;p60"/>
            <p:cNvSpPr/>
            <p:nvPr/>
          </p:nvSpPr>
          <p:spPr>
            <a:xfrm>
              <a:off x="1362800" y="3319800"/>
              <a:ext cx="204500" cy="182275"/>
            </a:xfrm>
            <a:custGeom>
              <a:rect b="b" l="l" r="r" t="t"/>
              <a:pathLst>
                <a:path extrusionOk="0" h="7291" w="8180">
                  <a:moveTo>
                    <a:pt x="3912" y="0"/>
                  </a:moveTo>
                  <a:lnTo>
                    <a:pt x="4268" y="356"/>
                  </a:lnTo>
                  <a:lnTo>
                    <a:pt x="3735" y="356"/>
                  </a:lnTo>
                  <a:lnTo>
                    <a:pt x="3379" y="534"/>
                  </a:lnTo>
                  <a:lnTo>
                    <a:pt x="3023" y="889"/>
                  </a:lnTo>
                  <a:lnTo>
                    <a:pt x="3201" y="889"/>
                  </a:lnTo>
                  <a:lnTo>
                    <a:pt x="3201" y="1245"/>
                  </a:lnTo>
                  <a:lnTo>
                    <a:pt x="3023" y="1601"/>
                  </a:lnTo>
                  <a:lnTo>
                    <a:pt x="2668" y="1601"/>
                  </a:lnTo>
                  <a:lnTo>
                    <a:pt x="2490" y="1778"/>
                  </a:lnTo>
                  <a:lnTo>
                    <a:pt x="2668" y="2312"/>
                  </a:lnTo>
                  <a:lnTo>
                    <a:pt x="2312" y="2312"/>
                  </a:lnTo>
                  <a:lnTo>
                    <a:pt x="2134" y="2134"/>
                  </a:lnTo>
                  <a:lnTo>
                    <a:pt x="1956" y="2312"/>
                  </a:lnTo>
                  <a:lnTo>
                    <a:pt x="1601" y="1956"/>
                  </a:lnTo>
                  <a:lnTo>
                    <a:pt x="1245" y="2312"/>
                  </a:lnTo>
                  <a:lnTo>
                    <a:pt x="0" y="2312"/>
                  </a:lnTo>
                  <a:lnTo>
                    <a:pt x="178" y="2668"/>
                  </a:lnTo>
                  <a:lnTo>
                    <a:pt x="534" y="3379"/>
                  </a:lnTo>
                  <a:lnTo>
                    <a:pt x="889" y="2845"/>
                  </a:lnTo>
                  <a:lnTo>
                    <a:pt x="889" y="2490"/>
                  </a:lnTo>
                  <a:lnTo>
                    <a:pt x="1245" y="2490"/>
                  </a:lnTo>
                  <a:lnTo>
                    <a:pt x="1423" y="2668"/>
                  </a:lnTo>
                  <a:lnTo>
                    <a:pt x="1423" y="3023"/>
                  </a:lnTo>
                  <a:lnTo>
                    <a:pt x="1601" y="3023"/>
                  </a:lnTo>
                  <a:lnTo>
                    <a:pt x="1601" y="2668"/>
                  </a:lnTo>
                  <a:lnTo>
                    <a:pt x="1956" y="3023"/>
                  </a:lnTo>
                  <a:lnTo>
                    <a:pt x="2134" y="3912"/>
                  </a:lnTo>
                  <a:lnTo>
                    <a:pt x="2490" y="4446"/>
                  </a:lnTo>
                  <a:lnTo>
                    <a:pt x="2845" y="4446"/>
                  </a:lnTo>
                  <a:lnTo>
                    <a:pt x="2490" y="4801"/>
                  </a:lnTo>
                  <a:lnTo>
                    <a:pt x="2668" y="5335"/>
                  </a:lnTo>
                  <a:lnTo>
                    <a:pt x="3023" y="5335"/>
                  </a:lnTo>
                  <a:lnTo>
                    <a:pt x="3379" y="5690"/>
                  </a:lnTo>
                  <a:lnTo>
                    <a:pt x="3557" y="6046"/>
                  </a:lnTo>
                  <a:lnTo>
                    <a:pt x="4268" y="6046"/>
                  </a:lnTo>
                  <a:lnTo>
                    <a:pt x="4624" y="6224"/>
                  </a:lnTo>
                  <a:lnTo>
                    <a:pt x="4446" y="6579"/>
                  </a:lnTo>
                  <a:lnTo>
                    <a:pt x="4979" y="6579"/>
                  </a:lnTo>
                  <a:lnTo>
                    <a:pt x="5513" y="6935"/>
                  </a:lnTo>
                  <a:lnTo>
                    <a:pt x="5513" y="6935"/>
                  </a:lnTo>
                  <a:lnTo>
                    <a:pt x="5335" y="6402"/>
                  </a:lnTo>
                  <a:lnTo>
                    <a:pt x="5157" y="6224"/>
                  </a:lnTo>
                  <a:lnTo>
                    <a:pt x="4801" y="6224"/>
                  </a:lnTo>
                  <a:lnTo>
                    <a:pt x="4268" y="5335"/>
                  </a:lnTo>
                  <a:lnTo>
                    <a:pt x="3735" y="4979"/>
                  </a:lnTo>
                  <a:lnTo>
                    <a:pt x="3735" y="4623"/>
                  </a:lnTo>
                  <a:lnTo>
                    <a:pt x="3557" y="4446"/>
                  </a:lnTo>
                  <a:lnTo>
                    <a:pt x="3557" y="4268"/>
                  </a:lnTo>
                  <a:lnTo>
                    <a:pt x="3379" y="3912"/>
                  </a:lnTo>
                  <a:lnTo>
                    <a:pt x="3023" y="3734"/>
                  </a:lnTo>
                  <a:lnTo>
                    <a:pt x="3023" y="3201"/>
                  </a:lnTo>
                  <a:lnTo>
                    <a:pt x="3201" y="2668"/>
                  </a:lnTo>
                  <a:lnTo>
                    <a:pt x="3557" y="2668"/>
                  </a:lnTo>
                  <a:lnTo>
                    <a:pt x="3912" y="3023"/>
                  </a:lnTo>
                  <a:lnTo>
                    <a:pt x="4268" y="2668"/>
                  </a:lnTo>
                  <a:lnTo>
                    <a:pt x="4624" y="2668"/>
                  </a:lnTo>
                  <a:lnTo>
                    <a:pt x="4979" y="2490"/>
                  </a:lnTo>
                  <a:lnTo>
                    <a:pt x="5157" y="2668"/>
                  </a:lnTo>
                  <a:lnTo>
                    <a:pt x="6046" y="2845"/>
                  </a:lnTo>
                  <a:lnTo>
                    <a:pt x="6224" y="3023"/>
                  </a:lnTo>
                  <a:lnTo>
                    <a:pt x="6580" y="2845"/>
                  </a:lnTo>
                  <a:lnTo>
                    <a:pt x="7291" y="2845"/>
                  </a:lnTo>
                  <a:lnTo>
                    <a:pt x="7646" y="3023"/>
                  </a:lnTo>
                  <a:lnTo>
                    <a:pt x="7646" y="3379"/>
                  </a:lnTo>
                  <a:lnTo>
                    <a:pt x="7824" y="3379"/>
                  </a:lnTo>
                  <a:lnTo>
                    <a:pt x="8002" y="3201"/>
                  </a:lnTo>
                  <a:lnTo>
                    <a:pt x="7824" y="2845"/>
                  </a:lnTo>
                  <a:lnTo>
                    <a:pt x="8180" y="2668"/>
                  </a:lnTo>
                  <a:lnTo>
                    <a:pt x="8002" y="2668"/>
                  </a:lnTo>
                  <a:lnTo>
                    <a:pt x="7824" y="2490"/>
                  </a:lnTo>
                  <a:lnTo>
                    <a:pt x="7824" y="2134"/>
                  </a:lnTo>
                  <a:lnTo>
                    <a:pt x="7646" y="2134"/>
                  </a:lnTo>
                  <a:lnTo>
                    <a:pt x="7646" y="1423"/>
                  </a:lnTo>
                  <a:lnTo>
                    <a:pt x="7469" y="1423"/>
                  </a:lnTo>
                  <a:lnTo>
                    <a:pt x="7113" y="1778"/>
                  </a:lnTo>
                  <a:lnTo>
                    <a:pt x="6224" y="1601"/>
                  </a:lnTo>
                  <a:lnTo>
                    <a:pt x="5868" y="1423"/>
                  </a:lnTo>
                  <a:lnTo>
                    <a:pt x="5691" y="1245"/>
                  </a:lnTo>
                  <a:lnTo>
                    <a:pt x="5335" y="1245"/>
                  </a:lnTo>
                  <a:lnTo>
                    <a:pt x="5157" y="889"/>
                  </a:lnTo>
                  <a:lnTo>
                    <a:pt x="4624" y="534"/>
                  </a:lnTo>
                  <a:lnTo>
                    <a:pt x="4268" y="178"/>
                  </a:lnTo>
                  <a:lnTo>
                    <a:pt x="4090" y="0"/>
                  </a:lnTo>
                  <a:close/>
                  <a:moveTo>
                    <a:pt x="5513" y="6935"/>
                  </a:moveTo>
                  <a:lnTo>
                    <a:pt x="5691" y="7113"/>
                  </a:lnTo>
                  <a:lnTo>
                    <a:pt x="5691" y="7291"/>
                  </a:lnTo>
                  <a:lnTo>
                    <a:pt x="5868" y="7113"/>
                  </a:lnTo>
                  <a:lnTo>
                    <a:pt x="5513" y="6935"/>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8" name="Google Shape;1428;p60"/>
            <p:cNvSpPr/>
            <p:nvPr/>
          </p:nvSpPr>
          <p:spPr>
            <a:xfrm>
              <a:off x="2145175" y="3888800"/>
              <a:ext cx="48925" cy="66700"/>
            </a:xfrm>
            <a:custGeom>
              <a:rect b="b" l="l" r="r" t="t"/>
              <a:pathLst>
                <a:path extrusionOk="0" h="2668" w="1957">
                  <a:moveTo>
                    <a:pt x="1424" y="1"/>
                  </a:moveTo>
                  <a:lnTo>
                    <a:pt x="1246" y="178"/>
                  </a:lnTo>
                  <a:lnTo>
                    <a:pt x="1246" y="356"/>
                  </a:lnTo>
                  <a:lnTo>
                    <a:pt x="712" y="712"/>
                  </a:lnTo>
                  <a:lnTo>
                    <a:pt x="712" y="1245"/>
                  </a:lnTo>
                  <a:lnTo>
                    <a:pt x="357" y="1601"/>
                  </a:lnTo>
                  <a:lnTo>
                    <a:pt x="1" y="2668"/>
                  </a:lnTo>
                  <a:lnTo>
                    <a:pt x="179" y="2668"/>
                  </a:lnTo>
                  <a:lnTo>
                    <a:pt x="357" y="2312"/>
                  </a:lnTo>
                  <a:lnTo>
                    <a:pt x="534" y="2312"/>
                  </a:lnTo>
                  <a:lnTo>
                    <a:pt x="1068" y="1779"/>
                  </a:lnTo>
                  <a:lnTo>
                    <a:pt x="1068" y="1423"/>
                  </a:lnTo>
                  <a:lnTo>
                    <a:pt x="1246" y="1423"/>
                  </a:lnTo>
                  <a:lnTo>
                    <a:pt x="1246" y="1245"/>
                  </a:lnTo>
                  <a:lnTo>
                    <a:pt x="1601" y="1245"/>
                  </a:lnTo>
                  <a:lnTo>
                    <a:pt x="1601" y="1068"/>
                  </a:lnTo>
                  <a:lnTo>
                    <a:pt x="1957" y="712"/>
                  </a:lnTo>
                  <a:lnTo>
                    <a:pt x="1779" y="356"/>
                  </a:lnTo>
                  <a:lnTo>
                    <a:pt x="1601" y="356"/>
                  </a:lnTo>
                  <a:lnTo>
                    <a:pt x="160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29" name="Google Shape;1429;p60"/>
            <p:cNvSpPr/>
            <p:nvPr/>
          </p:nvSpPr>
          <p:spPr>
            <a:xfrm>
              <a:off x="1313900" y="3070850"/>
              <a:ext cx="235625" cy="137825"/>
            </a:xfrm>
            <a:custGeom>
              <a:rect b="b" l="l" r="r" t="t"/>
              <a:pathLst>
                <a:path extrusionOk="0" h="5513" w="9425">
                  <a:moveTo>
                    <a:pt x="3023" y="1"/>
                  </a:moveTo>
                  <a:lnTo>
                    <a:pt x="3201" y="356"/>
                  </a:lnTo>
                  <a:lnTo>
                    <a:pt x="2312" y="890"/>
                  </a:lnTo>
                  <a:lnTo>
                    <a:pt x="2134" y="890"/>
                  </a:lnTo>
                  <a:lnTo>
                    <a:pt x="1956" y="1068"/>
                  </a:lnTo>
                  <a:lnTo>
                    <a:pt x="1245" y="1423"/>
                  </a:lnTo>
                  <a:lnTo>
                    <a:pt x="1067" y="1601"/>
                  </a:lnTo>
                  <a:lnTo>
                    <a:pt x="712" y="1423"/>
                  </a:lnTo>
                  <a:lnTo>
                    <a:pt x="534" y="1601"/>
                  </a:lnTo>
                  <a:lnTo>
                    <a:pt x="178" y="1957"/>
                  </a:lnTo>
                  <a:lnTo>
                    <a:pt x="0" y="1957"/>
                  </a:lnTo>
                  <a:lnTo>
                    <a:pt x="178" y="2134"/>
                  </a:lnTo>
                  <a:lnTo>
                    <a:pt x="534" y="2490"/>
                  </a:lnTo>
                  <a:lnTo>
                    <a:pt x="356" y="3023"/>
                  </a:lnTo>
                  <a:lnTo>
                    <a:pt x="534" y="3379"/>
                  </a:lnTo>
                  <a:lnTo>
                    <a:pt x="712" y="3379"/>
                  </a:lnTo>
                  <a:lnTo>
                    <a:pt x="712" y="3557"/>
                  </a:lnTo>
                  <a:lnTo>
                    <a:pt x="890" y="3735"/>
                  </a:lnTo>
                  <a:lnTo>
                    <a:pt x="1245" y="3913"/>
                  </a:lnTo>
                  <a:lnTo>
                    <a:pt x="1779" y="4446"/>
                  </a:lnTo>
                  <a:lnTo>
                    <a:pt x="1779" y="4624"/>
                  </a:lnTo>
                  <a:lnTo>
                    <a:pt x="1956" y="4624"/>
                  </a:lnTo>
                  <a:lnTo>
                    <a:pt x="2312" y="4979"/>
                  </a:lnTo>
                  <a:lnTo>
                    <a:pt x="2490" y="4979"/>
                  </a:lnTo>
                  <a:lnTo>
                    <a:pt x="2490" y="5157"/>
                  </a:lnTo>
                  <a:lnTo>
                    <a:pt x="2845" y="5513"/>
                  </a:lnTo>
                  <a:lnTo>
                    <a:pt x="3023" y="5513"/>
                  </a:lnTo>
                  <a:lnTo>
                    <a:pt x="3379" y="5335"/>
                  </a:lnTo>
                  <a:lnTo>
                    <a:pt x="3379" y="5513"/>
                  </a:lnTo>
                  <a:lnTo>
                    <a:pt x="3557" y="5157"/>
                  </a:lnTo>
                  <a:lnTo>
                    <a:pt x="3912" y="4979"/>
                  </a:lnTo>
                  <a:lnTo>
                    <a:pt x="3912" y="4624"/>
                  </a:lnTo>
                  <a:lnTo>
                    <a:pt x="4801" y="4802"/>
                  </a:lnTo>
                  <a:lnTo>
                    <a:pt x="5157" y="4802"/>
                  </a:lnTo>
                  <a:lnTo>
                    <a:pt x="5868" y="5157"/>
                  </a:lnTo>
                  <a:lnTo>
                    <a:pt x="6402" y="4979"/>
                  </a:lnTo>
                  <a:lnTo>
                    <a:pt x="6757" y="5157"/>
                  </a:lnTo>
                  <a:lnTo>
                    <a:pt x="6757" y="5335"/>
                  </a:lnTo>
                  <a:lnTo>
                    <a:pt x="7113" y="4802"/>
                  </a:lnTo>
                  <a:lnTo>
                    <a:pt x="7647" y="4979"/>
                  </a:lnTo>
                  <a:lnTo>
                    <a:pt x="7824" y="4802"/>
                  </a:lnTo>
                  <a:lnTo>
                    <a:pt x="8358" y="4446"/>
                  </a:lnTo>
                  <a:lnTo>
                    <a:pt x="8536" y="3913"/>
                  </a:lnTo>
                  <a:lnTo>
                    <a:pt x="8713" y="3913"/>
                  </a:lnTo>
                  <a:lnTo>
                    <a:pt x="8891" y="3735"/>
                  </a:lnTo>
                  <a:lnTo>
                    <a:pt x="9069" y="3379"/>
                  </a:lnTo>
                  <a:lnTo>
                    <a:pt x="9425" y="3379"/>
                  </a:lnTo>
                  <a:lnTo>
                    <a:pt x="9425" y="3201"/>
                  </a:lnTo>
                  <a:lnTo>
                    <a:pt x="9069" y="3023"/>
                  </a:lnTo>
                  <a:lnTo>
                    <a:pt x="9069" y="2668"/>
                  </a:lnTo>
                  <a:lnTo>
                    <a:pt x="8713" y="2668"/>
                  </a:lnTo>
                  <a:lnTo>
                    <a:pt x="8358" y="2312"/>
                  </a:lnTo>
                  <a:lnTo>
                    <a:pt x="8002" y="2490"/>
                  </a:lnTo>
                  <a:lnTo>
                    <a:pt x="7824" y="1957"/>
                  </a:lnTo>
                  <a:lnTo>
                    <a:pt x="7824" y="1779"/>
                  </a:lnTo>
                  <a:lnTo>
                    <a:pt x="7469" y="1957"/>
                  </a:lnTo>
                  <a:lnTo>
                    <a:pt x="6935" y="1423"/>
                  </a:lnTo>
                  <a:lnTo>
                    <a:pt x="6757" y="1601"/>
                  </a:lnTo>
                  <a:lnTo>
                    <a:pt x="6935" y="1957"/>
                  </a:lnTo>
                  <a:lnTo>
                    <a:pt x="6757" y="1957"/>
                  </a:lnTo>
                  <a:lnTo>
                    <a:pt x="6580" y="2312"/>
                  </a:lnTo>
                  <a:lnTo>
                    <a:pt x="6224" y="2134"/>
                  </a:lnTo>
                  <a:lnTo>
                    <a:pt x="5691" y="1245"/>
                  </a:lnTo>
                  <a:lnTo>
                    <a:pt x="5868" y="1068"/>
                  </a:lnTo>
                  <a:lnTo>
                    <a:pt x="5513" y="1068"/>
                  </a:lnTo>
                  <a:lnTo>
                    <a:pt x="5157" y="890"/>
                  </a:lnTo>
                  <a:lnTo>
                    <a:pt x="4624" y="712"/>
                  </a:lnTo>
                  <a:lnTo>
                    <a:pt x="4446" y="712"/>
                  </a:lnTo>
                  <a:lnTo>
                    <a:pt x="4268" y="178"/>
                  </a:lnTo>
                  <a:lnTo>
                    <a:pt x="4090" y="534"/>
                  </a:lnTo>
                  <a:lnTo>
                    <a:pt x="3912" y="534"/>
                  </a:lnTo>
                  <a:lnTo>
                    <a:pt x="3735" y="712"/>
                  </a:lnTo>
                  <a:lnTo>
                    <a:pt x="3379" y="534"/>
                  </a:lnTo>
                  <a:lnTo>
                    <a:pt x="3379" y="178"/>
                  </a:lnTo>
                  <a:lnTo>
                    <a:pt x="3201" y="178"/>
                  </a:lnTo>
                  <a:lnTo>
                    <a:pt x="3023" y="1"/>
                  </a:lnTo>
                  <a:close/>
                </a:path>
              </a:pathLst>
            </a:custGeom>
            <a:solidFill>
              <a:schemeClr val="accent2"/>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0" name="Google Shape;1430;p60"/>
            <p:cNvSpPr/>
            <p:nvPr/>
          </p:nvSpPr>
          <p:spPr>
            <a:xfrm>
              <a:off x="1611750" y="3230875"/>
              <a:ext cx="333425" cy="235650"/>
            </a:xfrm>
            <a:custGeom>
              <a:rect b="b" l="l" r="r" t="t"/>
              <a:pathLst>
                <a:path extrusionOk="0" h="9426" w="13337">
                  <a:moveTo>
                    <a:pt x="9069" y="1"/>
                  </a:moveTo>
                  <a:lnTo>
                    <a:pt x="8535" y="179"/>
                  </a:lnTo>
                  <a:lnTo>
                    <a:pt x="8357" y="534"/>
                  </a:lnTo>
                  <a:lnTo>
                    <a:pt x="8002" y="534"/>
                  </a:lnTo>
                  <a:lnTo>
                    <a:pt x="7113" y="712"/>
                  </a:lnTo>
                  <a:lnTo>
                    <a:pt x="6757" y="1068"/>
                  </a:lnTo>
                  <a:lnTo>
                    <a:pt x="6401" y="1068"/>
                  </a:lnTo>
                  <a:lnTo>
                    <a:pt x="5868" y="534"/>
                  </a:lnTo>
                  <a:lnTo>
                    <a:pt x="5512" y="712"/>
                  </a:lnTo>
                  <a:lnTo>
                    <a:pt x="4445" y="534"/>
                  </a:lnTo>
                  <a:lnTo>
                    <a:pt x="4268" y="534"/>
                  </a:lnTo>
                  <a:lnTo>
                    <a:pt x="3912" y="179"/>
                  </a:lnTo>
                  <a:lnTo>
                    <a:pt x="3556" y="534"/>
                  </a:lnTo>
                  <a:lnTo>
                    <a:pt x="3201" y="890"/>
                  </a:lnTo>
                  <a:lnTo>
                    <a:pt x="3023" y="890"/>
                  </a:lnTo>
                  <a:lnTo>
                    <a:pt x="2312" y="1601"/>
                  </a:lnTo>
                  <a:lnTo>
                    <a:pt x="2312" y="1779"/>
                  </a:lnTo>
                  <a:lnTo>
                    <a:pt x="1778" y="2668"/>
                  </a:lnTo>
                  <a:lnTo>
                    <a:pt x="1423" y="3379"/>
                  </a:lnTo>
                  <a:lnTo>
                    <a:pt x="1245" y="3557"/>
                  </a:lnTo>
                  <a:lnTo>
                    <a:pt x="1245" y="3913"/>
                  </a:lnTo>
                  <a:lnTo>
                    <a:pt x="889" y="4269"/>
                  </a:lnTo>
                  <a:lnTo>
                    <a:pt x="534" y="4091"/>
                  </a:lnTo>
                  <a:lnTo>
                    <a:pt x="356" y="4446"/>
                  </a:lnTo>
                  <a:lnTo>
                    <a:pt x="0" y="4446"/>
                  </a:lnTo>
                  <a:lnTo>
                    <a:pt x="356" y="4980"/>
                  </a:lnTo>
                  <a:lnTo>
                    <a:pt x="534" y="5158"/>
                  </a:lnTo>
                  <a:lnTo>
                    <a:pt x="534" y="5691"/>
                  </a:lnTo>
                  <a:lnTo>
                    <a:pt x="889" y="6047"/>
                  </a:lnTo>
                  <a:lnTo>
                    <a:pt x="1600" y="6225"/>
                  </a:lnTo>
                  <a:lnTo>
                    <a:pt x="1600" y="6580"/>
                  </a:lnTo>
                  <a:lnTo>
                    <a:pt x="1423" y="6758"/>
                  </a:lnTo>
                  <a:lnTo>
                    <a:pt x="1600" y="7114"/>
                  </a:lnTo>
                  <a:lnTo>
                    <a:pt x="1778" y="7114"/>
                  </a:lnTo>
                  <a:lnTo>
                    <a:pt x="1778" y="7291"/>
                  </a:lnTo>
                  <a:lnTo>
                    <a:pt x="2312" y="7469"/>
                  </a:lnTo>
                  <a:lnTo>
                    <a:pt x="2490" y="7647"/>
                  </a:lnTo>
                  <a:lnTo>
                    <a:pt x="2667" y="7291"/>
                  </a:lnTo>
                  <a:lnTo>
                    <a:pt x="3379" y="7469"/>
                  </a:lnTo>
                  <a:lnTo>
                    <a:pt x="3379" y="7825"/>
                  </a:lnTo>
                  <a:lnTo>
                    <a:pt x="3201" y="7825"/>
                  </a:lnTo>
                  <a:lnTo>
                    <a:pt x="3023" y="8003"/>
                  </a:lnTo>
                  <a:lnTo>
                    <a:pt x="3201" y="8180"/>
                  </a:lnTo>
                  <a:lnTo>
                    <a:pt x="3734" y="8536"/>
                  </a:lnTo>
                  <a:lnTo>
                    <a:pt x="3556" y="8892"/>
                  </a:lnTo>
                  <a:lnTo>
                    <a:pt x="3734" y="9070"/>
                  </a:lnTo>
                  <a:lnTo>
                    <a:pt x="4268" y="8892"/>
                  </a:lnTo>
                  <a:lnTo>
                    <a:pt x="4623" y="9070"/>
                  </a:lnTo>
                  <a:lnTo>
                    <a:pt x="5335" y="9247"/>
                  </a:lnTo>
                  <a:lnTo>
                    <a:pt x="6224" y="9247"/>
                  </a:lnTo>
                  <a:lnTo>
                    <a:pt x="7113" y="9425"/>
                  </a:lnTo>
                  <a:lnTo>
                    <a:pt x="7291" y="9425"/>
                  </a:lnTo>
                  <a:lnTo>
                    <a:pt x="7468" y="9247"/>
                  </a:lnTo>
                  <a:lnTo>
                    <a:pt x="7824" y="9070"/>
                  </a:lnTo>
                  <a:lnTo>
                    <a:pt x="8357" y="8536"/>
                  </a:lnTo>
                  <a:lnTo>
                    <a:pt x="8713" y="8536"/>
                  </a:lnTo>
                  <a:lnTo>
                    <a:pt x="9247" y="8358"/>
                  </a:lnTo>
                  <a:lnTo>
                    <a:pt x="9958" y="8358"/>
                  </a:lnTo>
                  <a:lnTo>
                    <a:pt x="10136" y="8536"/>
                  </a:lnTo>
                  <a:lnTo>
                    <a:pt x="10491" y="8714"/>
                  </a:lnTo>
                  <a:lnTo>
                    <a:pt x="10847" y="8714"/>
                  </a:lnTo>
                  <a:lnTo>
                    <a:pt x="11025" y="8892"/>
                  </a:lnTo>
                  <a:lnTo>
                    <a:pt x="11380" y="9070"/>
                  </a:lnTo>
                  <a:lnTo>
                    <a:pt x="11736" y="9247"/>
                  </a:lnTo>
                  <a:lnTo>
                    <a:pt x="11736" y="8003"/>
                  </a:lnTo>
                  <a:lnTo>
                    <a:pt x="12269" y="7291"/>
                  </a:lnTo>
                  <a:lnTo>
                    <a:pt x="12447" y="7114"/>
                  </a:lnTo>
                  <a:lnTo>
                    <a:pt x="13158" y="6936"/>
                  </a:lnTo>
                  <a:lnTo>
                    <a:pt x="13336" y="6402"/>
                  </a:lnTo>
                  <a:lnTo>
                    <a:pt x="13158" y="6047"/>
                  </a:lnTo>
                  <a:lnTo>
                    <a:pt x="12803" y="5869"/>
                  </a:lnTo>
                  <a:lnTo>
                    <a:pt x="12092" y="6225"/>
                  </a:lnTo>
                  <a:lnTo>
                    <a:pt x="11380" y="6225"/>
                  </a:lnTo>
                  <a:lnTo>
                    <a:pt x="11202" y="5691"/>
                  </a:lnTo>
                  <a:lnTo>
                    <a:pt x="11025" y="5335"/>
                  </a:lnTo>
                  <a:lnTo>
                    <a:pt x="11025" y="4091"/>
                  </a:lnTo>
                  <a:lnTo>
                    <a:pt x="11202" y="3735"/>
                  </a:lnTo>
                  <a:lnTo>
                    <a:pt x="11202" y="3379"/>
                  </a:lnTo>
                  <a:lnTo>
                    <a:pt x="10669" y="2313"/>
                  </a:lnTo>
                  <a:lnTo>
                    <a:pt x="9958" y="1424"/>
                  </a:lnTo>
                  <a:lnTo>
                    <a:pt x="9780" y="1246"/>
                  </a:lnTo>
                  <a:lnTo>
                    <a:pt x="9602" y="534"/>
                  </a:lnTo>
                  <a:lnTo>
                    <a:pt x="9424" y="179"/>
                  </a:lnTo>
                  <a:lnTo>
                    <a:pt x="906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1" name="Google Shape;1431;p60"/>
            <p:cNvSpPr/>
            <p:nvPr/>
          </p:nvSpPr>
          <p:spPr>
            <a:xfrm>
              <a:off x="531500" y="3542075"/>
              <a:ext cx="111175" cy="240075"/>
            </a:xfrm>
            <a:custGeom>
              <a:rect b="b" l="l" r="r" t="t"/>
              <a:pathLst>
                <a:path extrusionOk="0" h="9603" w="4447">
                  <a:moveTo>
                    <a:pt x="1601" y="0"/>
                  </a:moveTo>
                  <a:lnTo>
                    <a:pt x="1246" y="178"/>
                  </a:lnTo>
                  <a:lnTo>
                    <a:pt x="890" y="533"/>
                  </a:lnTo>
                  <a:lnTo>
                    <a:pt x="890" y="1245"/>
                  </a:lnTo>
                  <a:lnTo>
                    <a:pt x="1068" y="2134"/>
                  </a:lnTo>
                  <a:lnTo>
                    <a:pt x="1068" y="2845"/>
                  </a:lnTo>
                  <a:lnTo>
                    <a:pt x="890" y="3201"/>
                  </a:lnTo>
                  <a:lnTo>
                    <a:pt x="712" y="4090"/>
                  </a:lnTo>
                  <a:lnTo>
                    <a:pt x="356" y="5157"/>
                  </a:lnTo>
                  <a:lnTo>
                    <a:pt x="179" y="5335"/>
                  </a:lnTo>
                  <a:lnTo>
                    <a:pt x="1" y="6046"/>
                  </a:lnTo>
                  <a:lnTo>
                    <a:pt x="1" y="6401"/>
                  </a:lnTo>
                  <a:lnTo>
                    <a:pt x="356" y="6579"/>
                  </a:lnTo>
                  <a:lnTo>
                    <a:pt x="356" y="6935"/>
                  </a:lnTo>
                  <a:lnTo>
                    <a:pt x="1068" y="6757"/>
                  </a:lnTo>
                  <a:lnTo>
                    <a:pt x="1068" y="6757"/>
                  </a:lnTo>
                  <a:lnTo>
                    <a:pt x="890" y="8002"/>
                  </a:lnTo>
                  <a:lnTo>
                    <a:pt x="890" y="8891"/>
                  </a:lnTo>
                  <a:lnTo>
                    <a:pt x="712" y="9424"/>
                  </a:lnTo>
                  <a:lnTo>
                    <a:pt x="712" y="9602"/>
                  </a:lnTo>
                  <a:lnTo>
                    <a:pt x="1068" y="9424"/>
                  </a:lnTo>
                  <a:lnTo>
                    <a:pt x="1779" y="9424"/>
                  </a:lnTo>
                  <a:lnTo>
                    <a:pt x="2135" y="9602"/>
                  </a:lnTo>
                  <a:lnTo>
                    <a:pt x="2846" y="9246"/>
                  </a:lnTo>
                  <a:lnTo>
                    <a:pt x="2668" y="8535"/>
                  </a:lnTo>
                  <a:lnTo>
                    <a:pt x="3024" y="7824"/>
                  </a:lnTo>
                  <a:lnTo>
                    <a:pt x="3379" y="7646"/>
                  </a:lnTo>
                  <a:lnTo>
                    <a:pt x="3202" y="7646"/>
                  </a:lnTo>
                  <a:lnTo>
                    <a:pt x="2846" y="7113"/>
                  </a:lnTo>
                  <a:lnTo>
                    <a:pt x="3024" y="6401"/>
                  </a:lnTo>
                  <a:lnTo>
                    <a:pt x="3202" y="6224"/>
                  </a:lnTo>
                  <a:lnTo>
                    <a:pt x="3379" y="6046"/>
                  </a:lnTo>
                  <a:lnTo>
                    <a:pt x="3202" y="5868"/>
                  </a:lnTo>
                  <a:lnTo>
                    <a:pt x="2846" y="5157"/>
                  </a:lnTo>
                  <a:lnTo>
                    <a:pt x="2312" y="4623"/>
                  </a:lnTo>
                  <a:lnTo>
                    <a:pt x="3379" y="4623"/>
                  </a:lnTo>
                  <a:lnTo>
                    <a:pt x="3557" y="4268"/>
                  </a:lnTo>
                  <a:lnTo>
                    <a:pt x="3379" y="3734"/>
                  </a:lnTo>
                  <a:lnTo>
                    <a:pt x="3379" y="3556"/>
                  </a:lnTo>
                  <a:lnTo>
                    <a:pt x="3557" y="3556"/>
                  </a:lnTo>
                  <a:lnTo>
                    <a:pt x="3735" y="3379"/>
                  </a:lnTo>
                  <a:lnTo>
                    <a:pt x="3557" y="2667"/>
                  </a:lnTo>
                  <a:lnTo>
                    <a:pt x="3379" y="2134"/>
                  </a:lnTo>
                  <a:lnTo>
                    <a:pt x="3735" y="1778"/>
                  </a:lnTo>
                  <a:lnTo>
                    <a:pt x="4091" y="1600"/>
                  </a:lnTo>
                  <a:lnTo>
                    <a:pt x="4268" y="1423"/>
                  </a:lnTo>
                  <a:lnTo>
                    <a:pt x="4446" y="1067"/>
                  </a:lnTo>
                  <a:lnTo>
                    <a:pt x="4091" y="889"/>
                  </a:lnTo>
                  <a:lnTo>
                    <a:pt x="3913" y="533"/>
                  </a:lnTo>
                  <a:lnTo>
                    <a:pt x="3379" y="356"/>
                  </a:lnTo>
                  <a:lnTo>
                    <a:pt x="3024" y="711"/>
                  </a:lnTo>
                  <a:lnTo>
                    <a:pt x="2490" y="533"/>
                  </a:lnTo>
                  <a:lnTo>
                    <a:pt x="1957" y="711"/>
                  </a:lnTo>
                  <a:lnTo>
                    <a:pt x="1601" y="711"/>
                  </a:lnTo>
                  <a:lnTo>
                    <a:pt x="1601" y="356"/>
                  </a:lnTo>
                  <a:lnTo>
                    <a:pt x="1779" y="178"/>
                  </a:lnTo>
                  <a:lnTo>
                    <a:pt x="160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2" name="Google Shape;1432;p60"/>
            <p:cNvSpPr/>
            <p:nvPr/>
          </p:nvSpPr>
          <p:spPr>
            <a:xfrm>
              <a:off x="1144975" y="3768775"/>
              <a:ext cx="142275" cy="306750"/>
            </a:xfrm>
            <a:custGeom>
              <a:rect b="b" l="l" r="r" t="t"/>
              <a:pathLst>
                <a:path extrusionOk="0" h="12270" w="5691">
                  <a:moveTo>
                    <a:pt x="3201" y="1"/>
                  </a:moveTo>
                  <a:lnTo>
                    <a:pt x="2490" y="356"/>
                  </a:lnTo>
                  <a:lnTo>
                    <a:pt x="1956" y="712"/>
                  </a:lnTo>
                  <a:lnTo>
                    <a:pt x="1601" y="712"/>
                  </a:lnTo>
                  <a:lnTo>
                    <a:pt x="1601" y="1068"/>
                  </a:lnTo>
                  <a:lnTo>
                    <a:pt x="1067" y="1423"/>
                  </a:lnTo>
                  <a:lnTo>
                    <a:pt x="1245" y="1601"/>
                  </a:lnTo>
                  <a:lnTo>
                    <a:pt x="1067" y="2668"/>
                  </a:lnTo>
                  <a:lnTo>
                    <a:pt x="1245" y="3023"/>
                  </a:lnTo>
                  <a:lnTo>
                    <a:pt x="1245" y="3557"/>
                  </a:lnTo>
                  <a:lnTo>
                    <a:pt x="1423" y="3735"/>
                  </a:lnTo>
                  <a:lnTo>
                    <a:pt x="1067" y="4446"/>
                  </a:lnTo>
                  <a:lnTo>
                    <a:pt x="1067" y="4802"/>
                  </a:lnTo>
                  <a:lnTo>
                    <a:pt x="178" y="5869"/>
                  </a:lnTo>
                  <a:lnTo>
                    <a:pt x="0" y="6224"/>
                  </a:lnTo>
                  <a:lnTo>
                    <a:pt x="356" y="7113"/>
                  </a:lnTo>
                  <a:lnTo>
                    <a:pt x="890" y="7469"/>
                  </a:lnTo>
                  <a:lnTo>
                    <a:pt x="1067" y="7824"/>
                  </a:lnTo>
                  <a:lnTo>
                    <a:pt x="1245" y="8358"/>
                  </a:lnTo>
                  <a:lnTo>
                    <a:pt x="2312" y="9247"/>
                  </a:lnTo>
                  <a:lnTo>
                    <a:pt x="3023" y="12270"/>
                  </a:lnTo>
                  <a:lnTo>
                    <a:pt x="3379" y="11914"/>
                  </a:lnTo>
                  <a:lnTo>
                    <a:pt x="3735" y="11381"/>
                  </a:lnTo>
                  <a:lnTo>
                    <a:pt x="3912" y="11025"/>
                  </a:lnTo>
                  <a:lnTo>
                    <a:pt x="3735" y="10136"/>
                  </a:lnTo>
                  <a:lnTo>
                    <a:pt x="3912" y="9780"/>
                  </a:lnTo>
                  <a:lnTo>
                    <a:pt x="4268" y="9603"/>
                  </a:lnTo>
                  <a:lnTo>
                    <a:pt x="4801" y="9069"/>
                  </a:lnTo>
                  <a:lnTo>
                    <a:pt x="5691" y="8536"/>
                  </a:lnTo>
                  <a:lnTo>
                    <a:pt x="5513" y="8358"/>
                  </a:lnTo>
                  <a:lnTo>
                    <a:pt x="5513" y="7647"/>
                  </a:lnTo>
                  <a:lnTo>
                    <a:pt x="5691" y="7469"/>
                  </a:lnTo>
                  <a:lnTo>
                    <a:pt x="5157" y="7291"/>
                  </a:lnTo>
                  <a:lnTo>
                    <a:pt x="4979" y="6758"/>
                  </a:lnTo>
                  <a:lnTo>
                    <a:pt x="4801" y="6935"/>
                  </a:lnTo>
                  <a:lnTo>
                    <a:pt x="4446" y="6935"/>
                  </a:lnTo>
                  <a:lnTo>
                    <a:pt x="4624" y="6580"/>
                  </a:lnTo>
                  <a:lnTo>
                    <a:pt x="4090" y="6580"/>
                  </a:lnTo>
                  <a:lnTo>
                    <a:pt x="3735" y="6224"/>
                  </a:lnTo>
                  <a:lnTo>
                    <a:pt x="3557" y="5691"/>
                  </a:lnTo>
                  <a:lnTo>
                    <a:pt x="3557" y="5335"/>
                  </a:lnTo>
                  <a:lnTo>
                    <a:pt x="4446" y="4624"/>
                  </a:lnTo>
                  <a:lnTo>
                    <a:pt x="4979" y="3735"/>
                  </a:lnTo>
                  <a:lnTo>
                    <a:pt x="4979" y="3201"/>
                  </a:lnTo>
                  <a:lnTo>
                    <a:pt x="4446" y="2846"/>
                  </a:lnTo>
                  <a:lnTo>
                    <a:pt x="4090" y="2490"/>
                  </a:lnTo>
                  <a:lnTo>
                    <a:pt x="4090" y="1779"/>
                  </a:lnTo>
                  <a:lnTo>
                    <a:pt x="4268" y="1601"/>
                  </a:lnTo>
                  <a:lnTo>
                    <a:pt x="4446" y="1601"/>
                  </a:lnTo>
                  <a:lnTo>
                    <a:pt x="4624" y="1423"/>
                  </a:lnTo>
                  <a:lnTo>
                    <a:pt x="4979" y="712"/>
                  </a:lnTo>
                  <a:lnTo>
                    <a:pt x="4090" y="1245"/>
                  </a:lnTo>
                  <a:lnTo>
                    <a:pt x="3912" y="1068"/>
                  </a:lnTo>
                  <a:lnTo>
                    <a:pt x="3912" y="890"/>
                  </a:lnTo>
                  <a:lnTo>
                    <a:pt x="3735" y="712"/>
                  </a:lnTo>
                  <a:lnTo>
                    <a:pt x="3735" y="356"/>
                  </a:lnTo>
                  <a:lnTo>
                    <a:pt x="3557" y="178"/>
                  </a:lnTo>
                  <a:lnTo>
                    <a:pt x="3201" y="534"/>
                  </a:lnTo>
                  <a:lnTo>
                    <a:pt x="320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3" name="Google Shape;1433;p60"/>
            <p:cNvSpPr/>
            <p:nvPr/>
          </p:nvSpPr>
          <p:spPr>
            <a:xfrm>
              <a:off x="1216100" y="3190875"/>
              <a:ext cx="275650" cy="133400"/>
            </a:xfrm>
            <a:custGeom>
              <a:rect b="b" l="l" r="r" t="t"/>
              <a:pathLst>
                <a:path extrusionOk="0" h="5336" w="11026">
                  <a:moveTo>
                    <a:pt x="8002" y="1"/>
                  </a:moveTo>
                  <a:lnTo>
                    <a:pt x="8002" y="356"/>
                  </a:lnTo>
                  <a:lnTo>
                    <a:pt x="7647" y="534"/>
                  </a:lnTo>
                  <a:lnTo>
                    <a:pt x="7469" y="890"/>
                  </a:lnTo>
                  <a:lnTo>
                    <a:pt x="7291" y="712"/>
                  </a:lnTo>
                  <a:lnTo>
                    <a:pt x="7113" y="890"/>
                  </a:lnTo>
                  <a:lnTo>
                    <a:pt x="6580" y="890"/>
                  </a:lnTo>
                  <a:lnTo>
                    <a:pt x="6224" y="356"/>
                  </a:lnTo>
                  <a:lnTo>
                    <a:pt x="6224" y="534"/>
                  </a:lnTo>
                  <a:lnTo>
                    <a:pt x="6224" y="1068"/>
                  </a:lnTo>
                  <a:lnTo>
                    <a:pt x="5691" y="890"/>
                  </a:lnTo>
                  <a:lnTo>
                    <a:pt x="5691" y="1245"/>
                  </a:lnTo>
                  <a:lnTo>
                    <a:pt x="4979" y="1601"/>
                  </a:lnTo>
                  <a:lnTo>
                    <a:pt x="4802" y="1779"/>
                  </a:lnTo>
                  <a:lnTo>
                    <a:pt x="4979" y="1957"/>
                  </a:lnTo>
                  <a:lnTo>
                    <a:pt x="5157" y="2134"/>
                  </a:lnTo>
                  <a:lnTo>
                    <a:pt x="4979" y="2490"/>
                  </a:lnTo>
                  <a:lnTo>
                    <a:pt x="5157" y="2668"/>
                  </a:lnTo>
                  <a:lnTo>
                    <a:pt x="5157" y="3201"/>
                  </a:lnTo>
                  <a:lnTo>
                    <a:pt x="4802" y="3201"/>
                  </a:lnTo>
                  <a:lnTo>
                    <a:pt x="4446" y="2846"/>
                  </a:lnTo>
                  <a:lnTo>
                    <a:pt x="4090" y="2846"/>
                  </a:lnTo>
                  <a:lnTo>
                    <a:pt x="3912" y="2668"/>
                  </a:lnTo>
                  <a:lnTo>
                    <a:pt x="3912" y="2846"/>
                  </a:lnTo>
                  <a:lnTo>
                    <a:pt x="3735" y="2846"/>
                  </a:lnTo>
                  <a:lnTo>
                    <a:pt x="3201" y="3024"/>
                  </a:lnTo>
                  <a:lnTo>
                    <a:pt x="3023" y="3201"/>
                  </a:lnTo>
                  <a:lnTo>
                    <a:pt x="2846" y="3201"/>
                  </a:lnTo>
                  <a:lnTo>
                    <a:pt x="2846" y="3379"/>
                  </a:lnTo>
                  <a:lnTo>
                    <a:pt x="1956" y="3379"/>
                  </a:lnTo>
                  <a:lnTo>
                    <a:pt x="1956" y="3024"/>
                  </a:lnTo>
                  <a:lnTo>
                    <a:pt x="1423" y="3024"/>
                  </a:lnTo>
                  <a:lnTo>
                    <a:pt x="1423" y="3379"/>
                  </a:lnTo>
                  <a:lnTo>
                    <a:pt x="890" y="3913"/>
                  </a:lnTo>
                  <a:lnTo>
                    <a:pt x="890" y="3379"/>
                  </a:lnTo>
                  <a:lnTo>
                    <a:pt x="712" y="3379"/>
                  </a:lnTo>
                  <a:lnTo>
                    <a:pt x="534" y="3201"/>
                  </a:lnTo>
                  <a:lnTo>
                    <a:pt x="534" y="3024"/>
                  </a:lnTo>
                  <a:lnTo>
                    <a:pt x="178" y="3024"/>
                  </a:lnTo>
                  <a:lnTo>
                    <a:pt x="356" y="3379"/>
                  </a:lnTo>
                  <a:lnTo>
                    <a:pt x="0" y="3557"/>
                  </a:lnTo>
                  <a:lnTo>
                    <a:pt x="178" y="3735"/>
                  </a:lnTo>
                  <a:lnTo>
                    <a:pt x="178" y="3913"/>
                  </a:lnTo>
                  <a:lnTo>
                    <a:pt x="534" y="4090"/>
                  </a:lnTo>
                  <a:lnTo>
                    <a:pt x="890" y="4446"/>
                  </a:lnTo>
                  <a:lnTo>
                    <a:pt x="1423" y="4090"/>
                  </a:lnTo>
                  <a:lnTo>
                    <a:pt x="1423" y="4446"/>
                  </a:lnTo>
                  <a:lnTo>
                    <a:pt x="1779" y="4268"/>
                  </a:lnTo>
                  <a:lnTo>
                    <a:pt x="1956" y="4624"/>
                  </a:lnTo>
                  <a:lnTo>
                    <a:pt x="2312" y="4090"/>
                  </a:lnTo>
                  <a:lnTo>
                    <a:pt x="3201" y="4090"/>
                  </a:lnTo>
                  <a:lnTo>
                    <a:pt x="3912" y="3913"/>
                  </a:lnTo>
                  <a:lnTo>
                    <a:pt x="4268" y="3913"/>
                  </a:lnTo>
                  <a:lnTo>
                    <a:pt x="3912" y="4268"/>
                  </a:lnTo>
                  <a:lnTo>
                    <a:pt x="4268" y="4802"/>
                  </a:lnTo>
                  <a:lnTo>
                    <a:pt x="4802" y="4802"/>
                  </a:lnTo>
                  <a:lnTo>
                    <a:pt x="5868" y="4979"/>
                  </a:lnTo>
                  <a:lnTo>
                    <a:pt x="6224" y="5157"/>
                  </a:lnTo>
                  <a:lnTo>
                    <a:pt x="7113" y="5157"/>
                  </a:lnTo>
                  <a:lnTo>
                    <a:pt x="7291" y="5335"/>
                  </a:lnTo>
                  <a:lnTo>
                    <a:pt x="7291" y="5157"/>
                  </a:lnTo>
                  <a:lnTo>
                    <a:pt x="7469" y="5157"/>
                  </a:lnTo>
                  <a:lnTo>
                    <a:pt x="7647" y="4979"/>
                  </a:lnTo>
                  <a:lnTo>
                    <a:pt x="8180" y="4802"/>
                  </a:lnTo>
                  <a:lnTo>
                    <a:pt x="8536" y="4802"/>
                  </a:lnTo>
                  <a:lnTo>
                    <a:pt x="8713" y="4624"/>
                  </a:lnTo>
                  <a:lnTo>
                    <a:pt x="9069" y="4624"/>
                  </a:lnTo>
                  <a:lnTo>
                    <a:pt x="9247" y="4802"/>
                  </a:lnTo>
                  <a:lnTo>
                    <a:pt x="9247" y="4446"/>
                  </a:lnTo>
                  <a:lnTo>
                    <a:pt x="9425" y="4446"/>
                  </a:lnTo>
                  <a:lnTo>
                    <a:pt x="9247" y="4268"/>
                  </a:lnTo>
                  <a:lnTo>
                    <a:pt x="9603" y="4268"/>
                  </a:lnTo>
                  <a:lnTo>
                    <a:pt x="9958" y="4090"/>
                  </a:lnTo>
                  <a:lnTo>
                    <a:pt x="9958" y="3379"/>
                  </a:lnTo>
                  <a:lnTo>
                    <a:pt x="10136" y="3201"/>
                  </a:lnTo>
                  <a:lnTo>
                    <a:pt x="10314" y="3024"/>
                  </a:lnTo>
                  <a:lnTo>
                    <a:pt x="9958" y="2846"/>
                  </a:lnTo>
                  <a:lnTo>
                    <a:pt x="10136" y="2490"/>
                  </a:lnTo>
                  <a:lnTo>
                    <a:pt x="10669" y="2668"/>
                  </a:lnTo>
                  <a:lnTo>
                    <a:pt x="10847" y="2490"/>
                  </a:lnTo>
                  <a:lnTo>
                    <a:pt x="11025" y="2134"/>
                  </a:lnTo>
                  <a:lnTo>
                    <a:pt x="10847" y="1779"/>
                  </a:lnTo>
                  <a:lnTo>
                    <a:pt x="10669" y="1779"/>
                  </a:lnTo>
                  <a:lnTo>
                    <a:pt x="10492" y="890"/>
                  </a:lnTo>
                  <a:lnTo>
                    <a:pt x="10669" y="712"/>
                  </a:lnTo>
                  <a:lnTo>
                    <a:pt x="10492" y="534"/>
                  </a:lnTo>
                  <a:lnTo>
                    <a:pt x="10314" y="356"/>
                  </a:lnTo>
                  <a:lnTo>
                    <a:pt x="9958" y="534"/>
                  </a:lnTo>
                  <a:lnTo>
                    <a:pt x="8891" y="178"/>
                  </a:lnTo>
                  <a:lnTo>
                    <a:pt x="8713" y="178"/>
                  </a:lnTo>
                  <a:lnTo>
                    <a:pt x="800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4" name="Google Shape;1434;p60"/>
            <p:cNvSpPr/>
            <p:nvPr/>
          </p:nvSpPr>
          <p:spPr>
            <a:xfrm>
              <a:off x="927150" y="3519825"/>
              <a:ext cx="4475" cy="4475"/>
            </a:xfrm>
            <a:custGeom>
              <a:rect b="b" l="l" r="r" t="t"/>
              <a:pathLst>
                <a:path extrusionOk="0" h="179" w="179">
                  <a:moveTo>
                    <a:pt x="0" y="1"/>
                  </a:moveTo>
                  <a:lnTo>
                    <a:pt x="0" y="179"/>
                  </a:lnTo>
                  <a:lnTo>
                    <a:pt x="178"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5" name="Google Shape;1435;p60"/>
            <p:cNvSpPr/>
            <p:nvPr/>
          </p:nvSpPr>
          <p:spPr>
            <a:xfrm>
              <a:off x="255900" y="4199975"/>
              <a:ext cx="435675" cy="484575"/>
            </a:xfrm>
            <a:custGeom>
              <a:rect b="b" l="l" r="r" t="t"/>
              <a:pathLst>
                <a:path extrusionOk="0" h="19383" w="17427">
                  <a:moveTo>
                    <a:pt x="12092" y="1"/>
                  </a:moveTo>
                  <a:lnTo>
                    <a:pt x="12092" y="2134"/>
                  </a:lnTo>
                  <a:lnTo>
                    <a:pt x="7291" y="2134"/>
                  </a:lnTo>
                  <a:lnTo>
                    <a:pt x="7291" y="6224"/>
                  </a:lnTo>
                  <a:lnTo>
                    <a:pt x="6402" y="6580"/>
                  </a:lnTo>
                  <a:lnTo>
                    <a:pt x="5868" y="6935"/>
                  </a:lnTo>
                  <a:lnTo>
                    <a:pt x="5690" y="7113"/>
                  </a:lnTo>
                  <a:lnTo>
                    <a:pt x="5690" y="7647"/>
                  </a:lnTo>
                  <a:lnTo>
                    <a:pt x="5868" y="9425"/>
                  </a:lnTo>
                  <a:lnTo>
                    <a:pt x="1423" y="9603"/>
                  </a:lnTo>
                  <a:lnTo>
                    <a:pt x="178" y="9603"/>
                  </a:lnTo>
                  <a:lnTo>
                    <a:pt x="0" y="9781"/>
                  </a:lnTo>
                  <a:lnTo>
                    <a:pt x="889" y="10492"/>
                  </a:lnTo>
                  <a:lnTo>
                    <a:pt x="1245" y="11025"/>
                  </a:lnTo>
                  <a:lnTo>
                    <a:pt x="1067" y="11914"/>
                  </a:lnTo>
                  <a:lnTo>
                    <a:pt x="889" y="11914"/>
                  </a:lnTo>
                  <a:lnTo>
                    <a:pt x="1067" y="12448"/>
                  </a:lnTo>
                  <a:lnTo>
                    <a:pt x="889" y="12626"/>
                  </a:lnTo>
                  <a:lnTo>
                    <a:pt x="1245" y="13159"/>
                  </a:lnTo>
                  <a:lnTo>
                    <a:pt x="1423" y="13692"/>
                  </a:lnTo>
                  <a:lnTo>
                    <a:pt x="1423" y="15293"/>
                  </a:lnTo>
                  <a:lnTo>
                    <a:pt x="889" y="16715"/>
                  </a:lnTo>
                  <a:lnTo>
                    <a:pt x="2490" y="16715"/>
                  </a:lnTo>
                  <a:lnTo>
                    <a:pt x="3023" y="16538"/>
                  </a:lnTo>
                  <a:lnTo>
                    <a:pt x="3912" y="16538"/>
                  </a:lnTo>
                  <a:lnTo>
                    <a:pt x="4446" y="16893"/>
                  </a:lnTo>
                  <a:lnTo>
                    <a:pt x="4623" y="17249"/>
                  </a:lnTo>
                  <a:lnTo>
                    <a:pt x="5335" y="17427"/>
                  </a:lnTo>
                  <a:lnTo>
                    <a:pt x="5513" y="18138"/>
                  </a:lnTo>
                  <a:lnTo>
                    <a:pt x="5868" y="18316"/>
                  </a:lnTo>
                  <a:lnTo>
                    <a:pt x="6046" y="18493"/>
                  </a:lnTo>
                  <a:lnTo>
                    <a:pt x="6224" y="18849"/>
                  </a:lnTo>
                  <a:lnTo>
                    <a:pt x="6579" y="19027"/>
                  </a:lnTo>
                  <a:lnTo>
                    <a:pt x="6935" y="19383"/>
                  </a:lnTo>
                  <a:lnTo>
                    <a:pt x="7113" y="19383"/>
                  </a:lnTo>
                  <a:lnTo>
                    <a:pt x="7291" y="19205"/>
                  </a:lnTo>
                  <a:lnTo>
                    <a:pt x="7469" y="18671"/>
                  </a:lnTo>
                  <a:lnTo>
                    <a:pt x="7646" y="18316"/>
                  </a:lnTo>
                  <a:lnTo>
                    <a:pt x="8180" y="18138"/>
                  </a:lnTo>
                  <a:lnTo>
                    <a:pt x="8713" y="18849"/>
                  </a:lnTo>
                  <a:lnTo>
                    <a:pt x="9069" y="18316"/>
                  </a:lnTo>
                  <a:lnTo>
                    <a:pt x="10314" y="18493"/>
                  </a:lnTo>
                  <a:lnTo>
                    <a:pt x="10847" y="18316"/>
                  </a:lnTo>
                  <a:lnTo>
                    <a:pt x="11203" y="17604"/>
                  </a:lnTo>
                  <a:lnTo>
                    <a:pt x="11203" y="18138"/>
                  </a:lnTo>
                  <a:lnTo>
                    <a:pt x="11380" y="18316"/>
                  </a:lnTo>
                  <a:lnTo>
                    <a:pt x="16359" y="18316"/>
                  </a:lnTo>
                  <a:lnTo>
                    <a:pt x="16537" y="18138"/>
                  </a:lnTo>
                  <a:lnTo>
                    <a:pt x="16715" y="17249"/>
                  </a:lnTo>
                  <a:lnTo>
                    <a:pt x="16359" y="16715"/>
                  </a:lnTo>
                  <a:lnTo>
                    <a:pt x="15115" y="3913"/>
                  </a:lnTo>
                  <a:lnTo>
                    <a:pt x="15115" y="3557"/>
                  </a:lnTo>
                  <a:lnTo>
                    <a:pt x="17426" y="3557"/>
                  </a:lnTo>
                  <a:lnTo>
                    <a:pt x="1209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6" name="Google Shape;1436;p60"/>
            <p:cNvSpPr/>
            <p:nvPr/>
          </p:nvSpPr>
          <p:spPr>
            <a:xfrm>
              <a:off x="580400" y="2821900"/>
              <a:ext cx="88950" cy="71175"/>
            </a:xfrm>
            <a:custGeom>
              <a:rect b="b" l="l" r="r" t="t"/>
              <a:pathLst>
                <a:path extrusionOk="0" h="2847" w="3558">
                  <a:moveTo>
                    <a:pt x="1601" y="1"/>
                  </a:moveTo>
                  <a:lnTo>
                    <a:pt x="1601" y="357"/>
                  </a:lnTo>
                  <a:lnTo>
                    <a:pt x="1246" y="357"/>
                  </a:lnTo>
                  <a:lnTo>
                    <a:pt x="712" y="1246"/>
                  </a:lnTo>
                  <a:lnTo>
                    <a:pt x="356" y="1246"/>
                  </a:lnTo>
                  <a:lnTo>
                    <a:pt x="534" y="1601"/>
                  </a:lnTo>
                  <a:lnTo>
                    <a:pt x="179" y="1779"/>
                  </a:lnTo>
                  <a:lnTo>
                    <a:pt x="1" y="1957"/>
                  </a:lnTo>
                  <a:lnTo>
                    <a:pt x="356" y="2313"/>
                  </a:lnTo>
                  <a:lnTo>
                    <a:pt x="712" y="2490"/>
                  </a:lnTo>
                  <a:lnTo>
                    <a:pt x="890" y="2490"/>
                  </a:lnTo>
                  <a:lnTo>
                    <a:pt x="1246" y="2313"/>
                  </a:lnTo>
                  <a:lnTo>
                    <a:pt x="1068" y="1957"/>
                  </a:lnTo>
                  <a:lnTo>
                    <a:pt x="1601" y="1779"/>
                  </a:lnTo>
                  <a:lnTo>
                    <a:pt x="1779" y="1957"/>
                  </a:lnTo>
                  <a:lnTo>
                    <a:pt x="1957" y="2313"/>
                  </a:lnTo>
                  <a:lnTo>
                    <a:pt x="2135" y="2490"/>
                  </a:lnTo>
                  <a:lnTo>
                    <a:pt x="2135" y="2668"/>
                  </a:lnTo>
                  <a:lnTo>
                    <a:pt x="2668" y="2668"/>
                  </a:lnTo>
                  <a:lnTo>
                    <a:pt x="2846" y="2846"/>
                  </a:lnTo>
                  <a:lnTo>
                    <a:pt x="3024" y="2668"/>
                  </a:lnTo>
                  <a:lnTo>
                    <a:pt x="3024" y="2313"/>
                  </a:lnTo>
                  <a:lnTo>
                    <a:pt x="3379" y="2135"/>
                  </a:lnTo>
                  <a:lnTo>
                    <a:pt x="3557" y="1957"/>
                  </a:lnTo>
                  <a:lnTo>
                    <a:pt x="3379" y="1957"/>
                  </a:lnTo>
                  <a:lnTo>
                    <a:pt x="3379" y="1424"/>
                  </a:lnTo>
                  <a:lnTo>
                    <a:pt x="3024" y="1424"/>
                  </a:lnTo>
                  <a:lnTo>
                    <a:pt x="3024" y="1068"/>
                  </a:lnTo>
                  <a:lnTo>
                    <a:pt x="3202" y="890"/>
                  </a:lnTo>
                  <a:lnTo>
                    <a:pt x="2846" y="534"/>
                  </a:lnTo>
                  <a:lnTo>
                    <a:pt x="2846" y="179"/>
                  </a:lnTo>
                  <a:lnTo>
                    <a:pt x="266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7" name="Google Shape;1437;p60"/>
            <p:cNvSpPr/>
            <p:nvPr/>
          </p:nvSpPr>
          <p:spPr>
            <a:xfrm>
              <a:off x="540400" y="3466500"/>
              <a:ext cx="449000" cy="360100"/>
            </a:xfrm>
            <a:custGeom>
              <a:rect b="b" l="l" r="r" t="t"/>
              <a:pathLst>
                <a:path extrusionOk="0" h="14404" w="17960">
                  <a:moveTo>
                    <a:pt x="1779" y="0"/>
                  </a:moveTo>
                  <a:lnTo>
                    <a:pt x="1423" y="356"/>
                  </a:lnTo>
                  <a:lnTo>
                    <a:pt x="1245" y="356"/>
                  </a:lnTo>
                  <a:lnTo>
                    <a:pt x="1423" y="711"/>
                  </a:lnTo>
                  <a:lnTo>
                    <a:pt x="534" y="711"/>
                  </a:lnTo>
                  <a:lnTo>
                    <a:pt x="178" y="1067"/>
                  </a:lnTo>
                  <a:lnTo>
                    <a:pt x="0" y="1245"/>
                  </a:lnTo>
                  <a:lnTo>
                    <a:pt x="178" y="1423"/>
                  </a:lnTo>
                  <a:lnTo>
                    <a:pt x="0" y="1601"/>
                  </a:lnTo>
                  <a:lnTo>
                    <a:pt x="356" y="1778"/>
                  </a:lnTo>
                  <a:lnTo>
                    <a:pt x="356" y="1956"/>
                  </a:lnTo>
                  <a:lnTo>
                    <a:pt x="890" y="1601"/>
                  </a:lnTo>
                  <a:lnTo>
                    <a:pt x="890" y="1601"/>
                  </a:lnTo>
                  <a:lnTo>
                    <a:pt x="534" y="2490"/>
                  </a:lnTo>
                  <a:lnTo>
                    <a:pt x="534" y="3201"/>
                  </a:lnTo>
                  <a:lnTo>
                    <a:pt x="712" y="3023"/>
                  </a:lnTo>
                  <a:lnTo>
                    <a:pt x="1423" y="2845"/>
                  </a:lnTo>
                  <a:lnTo>
                    <a:pt x="1601" y="3379"/>
                  </a:lnTo>
                  <a:lnTo>
                    <a:pt x="1423" y="3556"/>
                  </a:lnTo>
                  <a:lnTo>
                    <a:pt x="2134" y="3379"/>
                  </a:lnTo>
                  <a:lnTo>
                    <a:pt x="2490" y="3556"/>
                  </a:lnTo>
                  <a:lnTo>
                    <a:pt x="2846" y="3201"/>
                  </a:lnTo>
                  <a:lnTo>
                    <a:pt x="3201" y="3201"/>
                  </a:lnTo>
                  <a:lnTo>
                    <a:pt x="3735" y="3379"/>
                  </a:lnTo>
                  <a:lnTo>
                    <a:pt x="3912" y="3734"/>
                  </a:lnTo>
                  <a:lnTo>
                    <a:pt x="4268" y="3912"/>
                  </a:lnTo>
                  <a:lnTo>
                    <a:pt x="4268" y="4268"/>
                  </a:lnTo>
                  <a:lnTo>
                    <a:pt x="4090" y="4623"/>
                  </a:lnTo>
                  <a:lnTo>
                    <a:pt x="3912" y="4801"/>
                  </a:lnTo>
                  <a:lnTo>
                    <a:pt x="3557" y="4979"/>
                  </a:lnTo>
                  <a:lnTo>
                    <a:pt x="3201" y="5335"/>
                  </a:lnTo>
                  <a:lnTo>
                    <a:pt x="3379" y="5512"/>
                  </a:lnTo>
                  <a:lnTo>
                    <a:pt x="3557" y="6579"/>
                  </a:lnTo>
                  <a:lnTo>
                    <a:pt x="3379" y="6757"/>
                  </a:lnTo>
                  <a:lnTo>
                    <a:pt x="3201" y="6757"/>
                  </a:lnTo>
                  <a:lnTo>
                    <a:pt x="3379" y="7113"/>
                  </a:lnTo>
                  <a:lnTo>
                    <a:pt x="3201" y="7824"/>
                  </a:lnTo>
                  <a:lnTo>
                    <a:pt x="2490" y="7824"/>
                  </a:lnTo>
                  <a:lnTo>
                    <a:pt x="2668" y="8002"/>
                  </a:lnTo>
                  <a:lnTo>
                    <a:pt x="3023" y="8713"/>
                  </a:lnTo>
                  <a:lnTo>
                    <a:pt x="3201" y="8891"/>
                  </a:lnTo>
                  <a:lnTo>
                    <a:pt x="3023" y="9424"/>
                  </a:lnTo>
                  <a:lnTo>
                    <a:pt x="2846" y="9602"/>
                  </a:lnTo>
                  <a:lnTo>
                    <a:pt x="2668" y="9958"/>
                  </a:lnTo>
                  <a:lnTo>
                    <a:pt x="3023" y="10491"/>
                  </a:lnTo>
                  <a:lnTo>
                    <a:pt x="3201" y="10136"/>
                  </a:lnTo>
                  <a:lnTo>
                    <a:pt x="3201" y="10847"/>
                  </a:lnTo>
                  <a:lnTo>
                    <a:pt x="2846" y="11025"/>
                  </a:lnTo>
                  <a:lnTo>
                    <a:pt x="2490" y="11736"/>
                  </a:lnTo>
                  <a:lnTo>
                    <a:pt x="2668" y="12269"/>
                  </a:lnTo>
                  <a:lnTo>
                    <a:pt x="3201" y="12269"/>
                  </a:lnTo>
                  <a:lnTo>
                    <a:pt x="3912" y="12625"/>
                  </a:lnTo>
                  <a:lnTo>
                    <a:pt x="4090" y="12981"/>
                  </a:lnTo>
                  <a:lnTo>
                    <a:pt x="4090" y="13336"/>
                  </a:lnTo>
                  <a:lnTo>
                    <a:pt x="4268" y="13336"/>
                  </a:lnTo>
                  <a:lnTo>
                    <a:pt x="4268" y="13692"/>
                  </a:lnTo>
                  <a:lnTo>
                    <a:pt x="4624" y="14048"/>
                  </a:lnTo>
                  <a:lnTo>
                    <a:pt x="4979" y="14403"/>
                  </a:lnTo>
                  <a:lnTo>
                    <a:pt x="5691" y="13692"/>
                  </a:lnTo>
                  <a:lnTo>
                    <a:pt x="6224" y="13514"/>
                  </a:lnTo>
                  <a:lnTo>
                    <a:pt x="6402" y="13514"/>
                  </a:lnTo>
                  <a:lnTo>
                    <a:pt x="6757" y="13159"/>
                  </a:lnTo>
                  <a:lnTo>
                    <a:pt x="7824" y="12981"/>
                  </a:lnTo>
                  <a:lnTo>
                    <a:pt x="8180" y="13159"/>
                  </a:lnTo>
                  <a:lnTo>
                    <a:pt x="8536" y="12981"/>
                  </a:lnTo>
                  <a:lnTo>
                    <a:pt x="9247" y="13159"/>
                  </a:lnTo>
                  <a:lnTo>
                    <a:pt x="9425" y="12981"/>
                  </a:lnTo>
                  <a:lnTo>
                    <a:pt x="10136" y="12981"/>
                  </a:lnTo>
                  <a:lnTo>
                    <a:pt x="10492" y="12269"/>
                  </a:lnTo>
                  <a:lnTo>
                    <a:pt x="11203" y="11558"/>
                  </a:lnTo>
                  <a:lnTo>
                    <a:pt x="12092" y="11558"/>
                  </a:lnTo>
                  <a:lnTo>
                    <a:pt x="11914" y="11203"/>
                  </a:lnTo>
                  <a:lnTo>
                    <a:pt x="12092" y="11025"/>
                  </a:lnTo>
                  <a:lnTo>
                    <a:pt x="12448" y="10136"/>
                  </a:lnTo>
                  <a:lnTo>
                    <a:pt x="12981" y="9602"/>
                  </a:lnTo>
                  <a:lnTo>
                    <a:pt x="13514" y="9424"/>
                  </a:lnTo>
                  <a:lnTo>
                    <a:pt x="12803" y="8891"/>
                  </a:lnTo>
                  <a:lnTo>
                    <a:pt x="12625" y="8358"/>
                  </a:lnTo>
                  <a:lnTo>
                    <a:pt x="12803" y="7468"/>
                  </a:lnTo>
                  <a:lnTo>
                    <a:pt x="13159" y="7113"/>
                  </a:lnTo>
                  <a:lnTo>
                    <a:pt x="13870" y="6046"/>
                  </a:lnTo>
                  <a:lnTo>
                    <a:pt x="14048" y="5868"/>
                  </a:lnTo>
                  <a:lnTo>
                    <a:pt x="14404" y="5690"/>
                  </a:lnTo>
                  <a:lnTo>
                    <a:pt x="14226" y="5690"/>
                  </a:lnTo>
                  <a:lnTo>
                    <a:pt x="14404" y="5157"/>
                  </a:lnTo>
                  <a:lnTo>
                    <a:pt x="14581" y="5157"/>
                  </a:lnTo>
                  <a:lnTo>
                    <a:pt x="15470" y="4801"/>
                  </a:lnTo>
                  <a:lnTo>
                    <a:pt x="16182" y="4623"/>
                  </a:lnTo>
                  <a:lnTo>
                    <a:pt x="16537" y="4268"/>
                  </a:lnTo>
                  <a:lnTo>
                    <a:pt x="17071" y="3912"/>
                  </a:lnTo>
                  <a:lnTo>
                    <a:pt x="17249" y="3912"/>
                  </a:lnTo>
                  <a:lnTo>
                    <a:pt x="17782" y="3379"/>
                  </a:lnTo>
                  <a:lnTo>
                    <a:pt x="17604" y="2845"/>
                  </a:lnTo>
                  <a:lnTo>
                    <a:pt x="17782" y="2845"/>
                  </a:lnTo>
                  <a:lnTo>
                    <a:pt x="17960" y="2667"/>
                  </a:lnTo>
                  <a:lnTo>
                    <a:pt x="17782" y="2667"/>
                  </a:lnTo>
                  <a:lnTo>
                    <a:pt x="17782" y="2490"/>
                  </a:lnTo>
                  <a:lnTo>
                    <a:pt x="17426" y="2490"/>
                  </a:lnTo>
                  <a:lnTo>
                    <a:pt x="17249" y="2667"/>
                  </a:lnTo>
                  <a:lnTo>
                    <a:pt x="16537" y="2667"/>
                  </a:lnTo>
                  <a:lnTo>
                    <a:pt x="16537" y="2490"/>
                  </a:lnTo>
                  <a:lnTo>
                    <a:pt x="16360" y="2667"/>
                  </a:lnTo>
                  <a:lnTo>
                    <a:pt x="16004" y="2667"/>
                  </a:lnTo>
                  <a:lnTo>
                    <a:pt x="15826" y="2490"/>
                  </a:lnTo>
                  <a:lnTo>
                    <a:pt x="15648" y="2490"/>
                  </a:lnTo>
                  <a:lnTo>
                    <a:pt x="15648" y="2312"/>
                  </a:lnTo>
                  <a:lnTo>
                    <a:pt x="15293" y="2490"/>
                  </a:lnTo>
                  <a:lnTo>
                    <a:pt x="15293" y="2134"/>
                  </a:lnTo>
                  <a:lnTo>
                    <a:pt x="15115" y="2134"/>
                  </a:lnTo>
                  <a:lnTo>
                    <a:pt x="15115" y="1956"/>
                  </a:lnTo>
                  <a:lnTo>
                    <a:pt x="14404" y="1778"/>
                  </a:lnTo>
                  <a:lnTo>
                    <a:pt x="14226" y="1778"/>
                  </a:lnTo>
                  <a:lnTo>
                    <a:pt x="14226" y="1956"/>
                  </a:lnTo>
                  <a:lnTo>
                    <a:pt x="13159" y="1956"/>
                  </a:lnTo>
                  <a:lnTo>
                    <a:pt x="12625" y="1778"/>
                  </a:lnTo>
                  <a:lnTo>
                    <a:pt x="12270" y="1778"/>
                  </a:lnTo>
                  <a:lnTo>
                    <a:pt x="12092" y="1601"/>
                  </a:lnTo>
                  <a:lnTo>
                    <a:pt x="11559" y="1423"/>
                  </a:lnTo>
                  <a:lnTo>
                    <a:pt x="11381" y="1245"/>
                  </a:lnTo>
                  <a:lnTo>
                    <a:pt x="11381" y="1601"/>
                  </a:lnTo>
                  <a:lnTo>
                    <a:pt x="11025" y="1067"/>
                  </a:lnTo>
                  <a:lnTo>
                    <a:pt x="11203" y="889"/>
                  </a:lnTo>
                  <a:lnTo>
                    <a:pt x="10669" y="889"/>
                  </a:lnTo>
                  <a:lnTo>
                    <a:pt x="10492" y="711"/>
                  </a:lnTo>
                  <a:lnTo>
                    <a:pt x="10314" y="889"/>
                  </a:lnTo>
                  <a:lnTo>
                    <a:pt x="9958" y="889"/>
                  </a:lnTo>
                  <a:lnTo>
                    <a:pt x="9603" y="711"/>
                  </a:lnTo>
                  <a:lnTo>
                    <a:pt x="9425" y="711"/>
                  </a:lnTo>
                  <a:lnTo>
                    <a:pt x="9069" y="534"/>
                  </a:lnTo>
                  <a:lnTo>
                    <a:pt x="8536" y="711"/>
                  </a:lnTo>
                  <a:lnTo>
                    <a:pt x="8002" y="356"/>
                  </a:lnTo>
                  <a:lnTo>
                    <a:pt x="7824" y="534"/>
                  </a:lnTo>
                  <a:lnTo>
                    <a:pt x="7647" y="534"/>
                  </a:lnTo>
                  <a:lnTo>
                    <a:pt x="6757" y="711"/>
                  </a:lnTo>
                  <a:lnTo>
                    <a:pt x="5691" y="534"/>
                  </a:lnTo>
                  <a:lnTo>
                    <a:pt x="5335" y="356"/>
                  </a:lnTo>
                  <a:lnTo>
                    <a:pt x="4979" y="356"/>
                  </a:lnTo>
                  <a:lnTo>
                    <a:pt x="4624" y="178"/>
                  </a:lnTo>
                  <a:lnTo>
                    <a:pt x="4268" y="356"/>
                  </a:lnTo>
                  <a:lnTo>
                    <a:pt x="3023" y="356"/>
                  </a:lnTo>
                  <a:lnTo>
                    <a:pt x="2312"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8" name="Google Shape;1438;p60"/>
            <p:cNvSpPr/>
            <p:nvPr/>
          </p:nvSpPr>
          <p:spPr>
            <a:xfrm>
              <a:off x="433700" y="4293325"/>
              <a:ext cx="586825" cy="560150"/>
            </a:xfrm>
            <a:custGeom>
              <a:rect b="b" l="l" r="r" t="t"/>
              <a:pathLst>
                <a:path extrusionOk="0" h="22406" w="23473">
                  <a:moveTo>
                    <a:pt x="4980" y="21161"/>
                  </a:moveTo>
                  <a:lnTo>
                    <a:pt x="5158" y="21339"/>
                  </a:lnTo>
                  <a:lnTo>
                    <a:pt x="5158" y="21161"/>
                  </a:lnTo>
                  <a:close/>
                  <a:moveTo>
                    <a:pt x="8180" y="1"/>
                  </a:moveTo>
                  <a:lnTo>
                    <a:pt x="9425" y="12804"/>
                  </a:lnTo>
                  <a:lnTo>
                    <a:pt x="9781" y="13337"/>
                  </a:lnTo>
                  <a:lnTo>
                    <a:pt x="9781" y="13515"/>
                  </a:lnTo>
                  <a:lnTo>
                    <a:pt x="9603" y="14582"/>
                  </a:lnTo>
                  <a:lnTo>
                    <a:pt x="9425" y="14759"/>
                  </a:lnTo>
                  <a:lnTo>
                    <a:pt x="4091" y="14759"/>
                  </a:lnTo>
                  <a:lnTo>
                    <a:pt x="3913" y="14582"/>
                  </a:lnTo>
                  <a:lnTo>
                    <a:pt x="3913" y="14759"/>
                  </a:lnTo>
                  <a:lnTo>
                    <a:pt x="3379" y="14937"/>
                  </a:lnTo>
                  <a:lnTo>
                    <a:pt x="3202" y="14937"/>
                  </a:lnTo>
                  <a:lnTo>
                    <a:pt x="2135" y="14759"/>
                  </a:lnTo>
                  <a:lnTo>
                    <a:pt x="1779" y="15293"/>
                  </a:lnTo>
                  <a:lnTo>
                    <a:pt x="890" y="14582"/>
                  </a:lnTo>
                  <a:lnTo>
                    <a:pt x="712" y="14759"/>
                  </a:lnTo>
                  <a:lnTo>
                    <a:pt x="534" y="15115"/>
                  </a:lnTo>
                  <a:lnTo>
                    <a:pt x="357" y="15649"/>
                  </a:lnTo>
                  <a:lnTo>
                    <a:pt x="179" y="15826"/>
                  </a:lnTo>
                  <a:lnTo>
                    <a:pt x="1" y="15826"/>
                  </a:lnTo>
                  <a:lnTo>
                    <a:pt x="1" y="16182"/>
                  </a:lnTo>
                  <a:lnTo>
                    <a:pt x="179" y="16360"/>
                  </a:lnTo>
                  <a:lnTo>
                    <a:pt x="179" y="16715"/>
                  </a:lnTo>
                  <a:lnTo>
                    <a:pt x="357" y="16893"/>
                  </a:lnTo>
                  <a:lnTo>
                    <a:pt x="179" y="17249"/>
                  </a:lnTo>
                  <a:lnTo>
                    <a:pt x="534" y="17782"/>
                  </a:lnTo>
                  <a:lnTo>
                    <a:pt x="712" y="17605"/>
                  </a:lnTo>
                  <a:lnTo>
                    <a:pt x="890" y="17782"/>
                  </a:lnTo>
                  <a:lnTo>
                    <a:pt x="1068" y="18138"/>
                  </a:lnTo>
                  <a:lnTo>
                    <a:pt x="1068" y="19205"/>
                  </a:lnTo>
                  <a:lnTo>
                    <a:pt x="1246" y="19205"/>
                  </a:lnTo>
                  <a:lnTo>
                    <a:pt x="1068" y="19383"/>
                  </a:lnTo>
                  <a:lnTo>
                    <a:pt x="890" y="19383"/>
                  </a:lnTo>
                  <a:lnTo>
                    <a:pt x="1246" y="19738"/>
                  </a:lnTo>
                  <a:lnTo>
                    <a:pt x="1423" y="19383"/>
                  </a:lnTo>
                  <a:lnTo>
                    <a:pt x="1779" y="19383"/>
                  </a:lnTo>
                  <a:lnTo>
                    <a:pt x="1957" y="19560"/>
                  </a:lnTo>
                  <a:lnTo>
                    <a:pt x="2135" y="19738"/>
                  </a:lnTo>
                  <a:lnTo>
                    <a:pt x="2135" y="19560"/>
                  </a:lnTo>
                  <a:lnTo>
                    <a:pt x="2490" y="19383"/>
                  </a:lnTo>
                  <a:lnTo>
                    <a:pt x="3379" y="19738"/>
                  </a:lnTo>
                  <a:lnTo>
                    <a:pt x="3557" y="19560"/>
                  </a:lnTo>
                  <a:lnTo>
                    <a:pt x="3913" y="19383"/>
                  </a:lnTo>
                  <a:lnTo>
                    <a:pt x="3913" y="19027"/>
                  </a:lnTo>
                  <a:lnTo>
                    <a:pt x="4446" y="19027"/>
                  </a:lnTo>
                  <a:lnTo>
                    <a:pt x="4802" y="19738"/>
                  </a:lnTo>
                  <a:lnTo>
                    <a:pt x="4802" y="20272"/>
                  </a:lnTo>
                  <a:lnTo>
                    <a:pt x="4980" y="20272"/>
                  </a:lnTo>
                  <a:lnTo>
                    <a:pt x="5513" y="20983"/>
                  </a:lnTo>
                  <a:lnTo>
                    <a:pt x="5158" y="21161"/>
                  </a:lnTo>
                  <a:lnTo>
                    <a:pt x="5513" y="21161"/>
                  </a:lnTo>
                  <a:lnTo>
                    <a:pt x="5691" y="21872"/>
                  </a:lnTo>
                  <a:lnTo>
                    <a:pt x="5691" y="22050"/>
                  </a:lnTo>
                  <a:lnTo>
                    <a:pt x="6047" y="22228"/>
                  </a:lnTo>
                  <a:lnTo>
                    <a:pt x="6047" y="22406"/>
                  </a:lnTo>
                  <a:lnTo>
                    <a:pt x="6224" y="22050"/>
                  </a:lnTo>
                  <a:lnTo>
                    <a:pt x="6758" y="22050"/>
                  </a:lnTo>
                  <a:lnTo>
                    <a:pt x="6936" y="22228"/>
                  </a:lnTo>
                  <a:lnTo>
                    <a:pt x="7291" y="22406"/>
                  </a:lnTo>
                  <a:lnTo>
                    <a:pt x="7291" y="22228"/>
                  </a:lnTo>
                  <a:lnTo>
                    <a:pt x="7825" y="22050"/>
                  </a:lnTo>
                  <a:lnTo>
                    <a:pt x="7825" y="21516"/>
                  </a:lnTo>
                  <a:lnTo>
                    <a:pt x="8180" y="21872"/>
                  </a:lnTo>
                  <a:lnTo>
                    <a:pt x="8180" y="21694"/>
                  </a:lnTo>
                  <a:lnTo>
                    <a:pt x="8536" y="21694"/>
                  </a:lnTo>
                  <a:lnTo>
                    <a:pt x="8714" y="22228"/>
                  </a:lnTo>
                  <a:lnTo>
                    <a:pt x="8536" y="22228"/>
                  </a:lnTo>
                  <a:lnTo>
                    <a:pt x="8714" y="22406"/>
                  </a:lnTo>
                  <a:lnTo>
                    <a:pt x="9070" y="22050"/>
                  </a:lnTo>
                  <a:lnTo>
                    <a:pt x="9425" y="22050"/>
                  </a:lnTo>
                  <a:lnTo>
                    <a:pt x="9603" y="21694"/>
                  </a:lnTo>
                  <a:lnTo>
                    <a:pt x="9425" y="21161"/>
                  </a:lnTo>
                  <a:lnTo>
                    <a:pt x="9781" y="20805"/>
                  </a:lnTo>
                  <a:lnTo>
                    <a:pt x="9959" y="20450"/>
                  </a:lnTo>
                  <a:lnTo>
                    <a:pt x="9781" y="20094"/>
                  </a:lnTo>
                  <a:lnTo>
                    <a:pt x="9959" y="19738"/>
                  </a:lnTo>
                  <a:lnTo>
                    <a:pt x="10492" y="19738"/>
                  </a:lnTo>
                  <a:lnTo>
                    <a:pt x="11025" y="19205"/>
                  </a:lnTo>
                  <a:lnTo>
                    <a:pt x="11025" y="19027"/>
                  </a:lnTo>
                  <a:lnTo>
                    <a:pt x="10670" y="18671"/>
                  </a:lnTo>
                  <a:lnTo>
                    <a:pt x="11203" y="18671"/>
                  </a:lnTo>
                  <a:lnTo>
                    <a:pt x="11203" y="17960"/>
                  </a:lnTo>
                  <a:lnTo>
                    <a:pt x="11559" y="17605"/>
                  </a:lnTo>
                  <a:lnTo>
                    <a:pt x="11915" y="17605"/>
                  </a:lnTo>
                  <a:lnTo>
                    <a:pt x="12448" y="17960"/>
                  </a:lnTo>
                  <a:lnTo>
                    <a:pt x="12626" y="17782"/>
                  </a:lnTo>
                  <a:lnTo>
                    <a:pt x="12626" y="17249"/>
                  </a:lnTo>
                  <a:lnTo>
                    <a:pt x="13159" y="17249"/>
                  </a:lnTo>
                  <a:lnTo>
                    <a:pt x="13337" y="16715"/>
                  </a:lnTo>
                  <a:lnTo>
                    <a:pt x="13693" y="16360"/>
                  </a:lnTo>
                  <a:lnTo>
                    <a:pt x="14048" y="16360"/>
                  </a:lnTo>
                  <a:lnTo>
                    <a:pt x="14404" y="16538"/>
                  </a:lnTo>
                  <a:lnTo>
                    <a:pt x="14582" y="16360"/>
                  </a:lnTo>
                  <a:lnTo>
                    <a:pt x="14582" y="16004"/>
                  </a:lnTo>
                  <a:lnTo>
                    <a:pt x="14937" y="16004"/>
                  </a:lnTo>
                  <a:lnTo>
                    <a:pt x="15827" y="15471"/>
                  </a:lnTo>
                  <a:lnTo>
                    <a:pt x="16360" y="15115"/>
                  </a:lnTo>
                  <a:lnTo>
                    <a:pt x="17960" y="15293"/>
                  </a:lnTo>
                  <a:lnTo>
                    <a:pt x="18672" y="15293"/>
                  </a:lnTo>
                  <a:lnTo>
                    <a:pt x="19561" y="14937"/>
                  </a:lnTo>
                  <a:lnTo>
                    <a:pt x="21161" y="14759"/>
                  </a:lnTo>
                  <a:lnTo>
                    <a:pt x="22406" y="14759"/>
                  </a:lnTo>
                  <a:lnTo>
                    <a:pt x="23117" y="14048"/>
                  </a:lnTo>
                  <a:lnTo>
                    <a:pt x="23295" y="13337"/>
                  </a:lnTo>
                  <a:lnTo>
                    <a:pt x="23295" y="12448"/>
                  </a:lnTo>
                  <a:lnTo>
                    <a:pt x="23473" y="12092"/>
                  </a:lnTo>
                  <a:lnTo>
                    <a:pt x="23473" y="9247"/>
                  </a:lnTo>
                  <a:lnTo>
                    <a:pt x="22228" y="9425"/>
                  </a:lnTo>
                  <a:lnTo>
                    <a:pt x="22050" y="8892"/>
                  </a:lnTo>
                  <a:lnTo>
                    <a:pt x="22050" y="8180"/>
                  </a:lnTo>
                  <a:lnTo>
                    <a:pt x="21339" y="7825"/>
                  </a:lnTo>
                  <a:lnTo>
                    <a:pt x="20805" y="7647"/>
                  </a:lnTo>
                  <a:lnTo>
                    <a:pt x="20628" y="7469"/>
                  </a:lnTo>
                  <a:lnTo>
                    <a:pt x="20094" y="7291"/>
                  </a:lnTo>
                  <a:lnTo>
                    <a:pt x="19738" y="6936"/>
                  </a:lnTo>
                  <a:lnTo>
                    <a:pt x="19205" y="6758"/>
                  </a:lnTo>
                  <a:lnTo>
                    <a:pt x="19027" y="6047"/>
                  </a:lnTo>
                  <a:lnTo>
                    <a:pt x="17782" y="5157"/>
                  </a:lnTo>
                  <a:lnTo>
                    <a:pt x="15827" y="3735"/>
                  </a:lnTo>
                  <a:lnTo>
                    <a:pt x="14404" y="2846"/>
                  </a:lnTo>
                  <a:lnTo>
                    <a:pt x="13693" y="2312"/>
                  </a:lnTo>
                  <a:lnTo>
                    <a:pt x="1049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39" name="Google Shape;1439;p60"/>
            <p:cNvSpPr/>
            <p:nvPr/>
          </p:nvSpPr>
          <p:spPr>
            <a:xfrm>
              <a:off x="558175" y="3782125"/>
              <a:ext cx="746850" cy="742400"/>
            </a:xfrm>
            <a:custGeom>
              <a:rect b="b" l="l" r="r" t="t"/>
              <a:pathLst>
                <a:path extrusionOk="0" h="29696" w="29874">
                  <a:moveTo>
                    <a:pt x="21694" y="0"/>
                  </a:moveTo>
                  <a:lnTo>
                    <a:pt x="21516" y="356"/>
                  </a:lnTo>
                  <a:lnTo>
                    <a:pt x="20805" y="534"/>
                  </a:lnTo>
                  <a:lnTo>
                    <a:pt x="20627" y="711"/>
                  </a:lnTo>
                  <a:lnTo>
                    <a:pt x="20094" y="711"/>
                  </a:lnTo>
                  <a:lnTo>
                    <a:pt x="19383" y="356"/>
                  </a:lnTo>
                  <a:lnTo>
                    <a:pt x="18138" y="356"/>
                  </a:lnTo>
                  <a:lnTo>
                    <a:pt x="17782" y="534"/>
                  </a:lnTo>
                  <a:lnTo>
                    <a:pt x="16893" y="534"/>
                  </a:lnTo>
                  <a:lnTo>
                    <a:pt x="16715" y="711"/>
                  </a:lnTo>
                  <a:lnTo>
                    <a:pt x="16360" y="889"/>
                  </a:lnTo>
                  <a:lnTo>
                    <a:pt x="15471" y="889"/>
                  </a:lnTo>
                  <a:lnTo>
                    <a:pt x="14582" y="1067"/>
                  </a:lnTo>
                  <a:lnTo>
                    <a:pt x="14582" y="889"/>
                  </a:lnTo>
                  <a:lnTo>
                    <a:pt x="14404" y="1067"/>
                  </a:lnTo>
                  <a:lnTo>
                    <a:pt x="14048" y="1067"/>
                  </a:lnTo>
                  <a:lnTo>
                    <a:pt x="13870" y="1245"/>
                  </a:lnTo>
                  <a:lnTo>
                    <a:pt x="13159" y="1600"/>
                  </a:lnTo>
                  <a:lnTo>
                    <a:pt x="12981" y="1778"/>
                  </a:lnTo>
                  <a:lnTo>
                    <a:pt x="12803" y="1778"/>
                  </a:lnTo>
                  <a:lnTo>
                    <a:pt x="12626" y="2134"/>
                  </a:lnTo>
                  <a:lnTo>
                    <a:pt x="12448" y="2312"/>
                  </a:lnTo>
                  <a:lnTo>
                    <a:pt x="12092" y="2312"/>
                  </a:lnTo>
                  <a:lnTo>
                    <a:pt x="11914" y="2134"/>
                  </a:lnTo>
                  <a:lnTo>
                    <a:pt x="11914" y="2312"/>
                  </a:lnTo>
                  <a:lnTo>
                    <a:pt x="11737" y="2489"/>
                  </a:lnTo>
                  <a:lnTo>
                    <a:pt x="11381" y="2312"/>
                  </a:lnTo>
                  <a:lnTo>
                    <a:pt x="11381" y="2489"/>
                  </a:lnTo>
                  <a:lnTo>
                    <a:pt x="11203" y="2489"/>
                  </a:lnTo>
                  <a:lnTo>
                    <a:pt x="11025" y="2667"/>
                  </a:lnTo>
                  <a:lnTo>
                    <a:pt x="10848" y="2667"/>
                  </a:lnTo>
                  <a:lnTo>
                    <a:pt x="10848" y="3023"/>
                  </a:lnTo>
                  <a:lnTo>
                    <a:pt x="10670" y="3201"/>
                  </a:lnTo>
                  <a:lnTo>
                    <a:pt x="10492" y="3201"/>
                  </a:lnTo>
                  <a:lnTo>
                    <a:pt x="10136" y="3556"/>
                  </a:lnTo>
                  <a:lnTo>
                    <a:pt x="9603" y="3556"/>
                  </a:lnTo>
                  <a:lnTo>
                    <a:pt x="10136" y="3912"/>
                  </a:lnTo>
                  <a:lnTo>
                    <a:pt x="9958" y="4268"/>
                  </a:lnTo>
                  <a:lnTo>
                    <a:pt x="10136" y="4445"/>
                  </a:lnTo>
                  <a:lnTo>
                    <a:pt x="10136" y="5868"/>
                  </a:lnTo>
                  <a:lnTo>
                    <a:pt x="10314" y="6046"/>
                  </a:lnTo>
                  <a:lnTo>
                    <a:pt x="10136" y="6579"/>
                  </a:lnTo>
                  <a:lnTo>
                    <a:pt x="10492" y="6935"/>
                  </a:lnTo>
                  <a:lnTo>
                    <a:pt x="10492" y="7113"/>
                  </a:lnTo>
                  <a:lnTo>
                    <a:pt x="10670" y="7468"/>
                  </a:lnTo>
                  <a:lnTo>
                    <a:pt x="11025" y="7824"/>
                  </a:lnTo>
                  <a:lnTo>
                    <a:pt x="11381" y="7824"/>
                  </a:lnTo>
                  <a:lnTo>
                    <a:pt x="10848" y="8357"/>
                  </a:lnTo>
                  <a:lnTo>
                    <a:pt x="10848" y="8713"/>
                  </a:lnTo>
                  <a:lnTo>
                    <a:pt x="8536" y="8713"/>
                  </a:lnTo>
                  <a:lnTo>
                    <a:pt x="8358" y="8891"/>
                  </a:lnTo>
                  <a:lnTo>
                    <a:pt x="8536" y="9246"/>
                  </a:lnTo>
                  <a:lnTo>
                    <a:pt x="7825" y="9424"/>
                  </a:lnTo>
                  <a:lnTo>
                    <a:pt x="7291" y="9602"/>
                  </a:lnTo>
                  <a:lnTo>
                    <a:pt x="7291" y="9958"/>
                  </a:lnTo>
                  <a:lnTo>
                    <a:pt x="7113" y="10136"/>
                  </a:lnTo>
                  <a:lnTo>
                    <a:pt x="7469" y="10491"/>
                  </a:lnTo>
                  <a:lnTo>
                    <a:pt x="7291" y="11202"/>
                  </a:lnTo>
                  <a:lnTo>
                    <a:pt x="6402" y="11380"/>
                  </a:lnTo>
                  <a:lnTo>
                    <a:pt x="5869" y="11736"/>
                  </a:lnTo>
                  <a:lnTo>
                    <a:pt x="5513" y="12092"/>
                  </a:lnTo>
                  <a:lnTo>
                    <a:pt x="4980" y="12447"/>
                  </a:lnTo>
                  <a:lnTo>
                    <a:pt x="4624" y="13158"/>
                  </a:lnTo>
                  <a:lnTo>
                    <a:pt x="4091" y="13158"/>
                  </a:lnTo>
                  <a:lnTo>
                    <a:pt x="4091" y="12981"/>
                  </a:lnTo>
                  <a:lnTo>
                    <a:pt x="3379" y="12981"/>
                  </a:lnTo>
                  <a:lnTo>
                    <a:pt x="2846" y="13158"/>
                  </a:lnTo>
                  <a:lnTo>
                    <a:pt x="2312" y="13158"/>
                  </a:lnTo>
                  <a:lnTo>
                    <a:pt x="1957" y="13336"/>
                  </a:lnTo>
                  <a:lnTo>
                    <a:pt x="1601" y="13336"/>
                  </a:lnTo>
                  <a:lnTo>
                    <a:pt x="179" y="14403"/>
                  </a:lnTo>
                  <a:lnTo>
                    <a:pt x="1" y="16181"/>
                  </a:lnTo>
                  <a:lnTo>
                    <a:pt x="1" y="16537"/>
                  </a:lnTo>
                  <a:lnTo>
                    <a:pt x="5691" y="20271"/>
                  </a:lnTo>
                  <a:lnTo>
                    <a:pt x="5869" y="20449"/>
                  </a:lnTo>
                  <a:lnTo>
                    <a:pt x="8892" y="22583"/>
                  </a:lnTo>
                  <a:lnTo>
                    <a:pt x="9603" y="23116"/>
                  </a:lnTo>
                  <a:lnTo>
                    <a:pt x="11025" y="24005"/>
                  </a:lnTo>
                  <a:lnTo>
                    <a:pt x="12981" y="25428"/>
                  </a:lnTo>
                  <a:lnTo>
                    <a:pt x="14226" y="26317"/>
                  </a:lnTo>
                  <a:lnTo>
                    <a:pt x="14404" y="27028"/>
                  </a:lnTo>
                  <a:lnTo>
                    <a:pt x="14937" y="27206"/>
                  </a:lnTo>
                  <a:lnTo>
                    <a:pt x="15293" y="27561"/>
                  </a:lnTo>
                  <a:lnTo>
                    <a:pt x="15826" y="27739"/>
                  </a:lnTo>
                  <a:lnTo>
                    <a:pt x="16004" y="27917"/>
                  </a:lnTo>
                  <a:lnTo>
                    <a:pt x="16538" y="28095"/>
                  </a:lnTo>
                  <a:lnTo>
                    <a:pt x="17249" y="28451"/>
                  </a:lnTo>
                  <a:lnTo>
                    <a:pt x="17249" y="29340"/>
                  </a:lnTo>
                  <a:lnTo>
                    <a:pt x="17427" y="29695"/>
                  </a:lnTo>
                  <a:lnTo>
                    <a:pt x="18494" y="29517"/>
                  </a:lnTo>
                  <a:lnTo>
                    <a:pt x="19560" y="29162"/>
                  </a:lnTo>
                  <a:lnTo>
                    <a:pt x="20805" y="28984"/>
                  </a:lnTo>
                  <a:lnTo>
                    <a:pt x="20983" y="28806"/>
                  </a:lnTo>
                  <a:lnTo>
                    <a:pt x="21516" y="28451"/>
                  </a:lnTo>
                  <a:lnTo>
                    <a:pt x="22583" y="27384"/>
                  </a:lnTo>
                  <a:lnTo>
                    <a:pt x="23295" y="26850"/>
                  </a:lnTo>
                  <a:lnTo>
                    <a:pt x="25251" y="25428"/>
                  </a:lnTo>
                  <a:lnTo>
                    <a:pt x="29874" y="22583"/>
                  </a:lnTo>
                  <a:lnTo>
                    <a:pt x="29163" y="21694"/>
                  </a:lnTo>
                  <a:lnTo>
                    <a:pt x="28985" y="21694"/>
                  </a:lnTo>
                  <a:lnTo>
                    <a:pt x="28096" y="21160"/>
                  </a:lnTo>
                  <a:lnTo>
                    <a:pt x="27562" y="21338"/>
                  </a:lnTo>
                  <a:lnTo>
                    <a:pt x="27384" y="21160"/>
                  </a:lnTo>
                  <a:lnTo>
                    <a:pt x="27207" y="20804"/>
                  </a:lnTo>
                  <a:lnTo>
                    <a:pt x="27029" y="20627"/>
                  </a:lnTo>
                  <a:lnTo>
                    <a:pt x="26851" y="19915"/>
                  </a:lnTo>
                  <a:lnTo>
                    <a:pt x="26140" y="18315"/>
                  </a:lnTo>
                  <a:lnTo>
                    <a:pt x="26140" y="18137"/>
                  </a:lnTo>
                  <a:lnTo>
                    <a:pt x="26673" y="17782"/>
                  </a:lnTo>
                  <a:lnTo>
                    <a:pt x="26673" y="17604"/>
                  </a:lnTo>
                  <a:lnTo>
                    <a:pt x="26851" y="17248"/>
                  </a:lnTo>
                  <a:lnTo>
                    <a:pt x="26673" y="16715"/>
                  </a:lnTo>
                  <a:lnTo>
                    <a:pt x="26673" y="16537"/>
                  </a:lnTo>
                  <a:lnTo>
                    <a:pt x="26851" y="15826"/>
                  </a:lnTo>
                  <a:lnTo>
                    <a:pt x="26673" y="14937"/>
                  </a:lnTo>
                  <a:lnTo>
                    <a:pt x="26851" y="14225"/>
                  </a:lnTo>
                  <a:lnTo>
                    <a:pt x="26673" y="13336"/>
                  </a:lnTo>
                  <a:lnTo>
                    <a:pt x="25962" y="11914"/>
                  </a:lnTo>
                  <a:lnTo>
                    <a:pt x="26317" y="11736"/>
                  </a:lnTo>
                  <a:lnTo>
                    <a:pt x="25606" y="8891"/>
                  </a:lnTo>
                  <a:lnTo>
                    <a:pt x="24539" y="8002"/>
                  </a:lnTo>
                  <a:lnTo>
                    <a:pt x="24362" y="7468"/>
                  </a:lnTo>
                  <a:lnTo>
                    <a:pt x="24184" y="7113"/>
                  </a:lnTo>
                  <a:lnTo>
                    <a:pt x="23650" y="6757"/>
                  </a:lnTo>
                  <a:lnTo>
                    <a:pt x="23295" y="5868"/>
                  </a:lnTo>
                  <a:lnTo>
                    <a:pt x="23472" y="5157"/>
                  </a:lnTo>
                  <a:lnTo>
                    <a:pt x="24362" y="4090"/>
                  </a:lnTo>
                  <a:lnTo>
                    <a:pt x="24362" y="3734"/>
                  </a:lnTo>
                  <a:lnTo>
                    <a:pt x="24717" y="3379"/>
                  </a:lnTo>
                  <a:lnTo>
                    <a:pt x="24539" y="3201"/>
                  </a:lnTo>
                  <a:lnTo>
                    <a:pt x="24539" y="2667"/>
                  </a:lnTo>
                  <a:lnTo>
                    <a:pt x="24362" y="2312"/>
                  </a:lnTo>
                  <a:lnTo>
                    <a:pt x="24539" y="1245"/>
                  </a:lnTo>
                  <a:lnTo>
                    <a:pt x="24362" y="889"/>
                  </a:lnTo>
                  <a:lnTo>
                    <a:pt x="24895" y="356"/>
                  </a:lnTo>
                  <a:lnTo>
                    <a:pt x="24895" y="178"/>
                  </a:lnTo>
                  <a:lnTo>
                    <a:pt x="24539" y="356"/>
                  </a:lnTo>
                  <a:lnTo>
                    <a:pt x="24362" y="178"/>
                  </a:lnTo>
                  <a:lnTo>
                    <a:pt x="23828" y="356"/>
                  </a:lnTo>
                  <a:lnTo>
                    <a:pt x="23650" y="178"/>
                  </a:lnTo>
                  <a:lnTo>
                    <a:pt x="23117" y="0"/>
                  </a:lnTo>
                  <a:lnTo>
                    <a:pt x="22939" y="178"/>
                  </a:lnTo>
                  <a:lnTo>
                    <a:pt x="22583" y="356"/>
                  </a:lnTo>
                  <a:lnTo>
                    <a:pt x="2169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0" name="Google Shape;1440;p60"/>
            <p:cNvSpPr/>
            <p:nvPr/>
          </p:nvSpPr>
          <p:spPr>
            <a:xfrm>
              <a:off x="673750" y="4675625"/>
              <a:ext cx="280100" cy="200075"/>
            </a:xfrm>
            <a:custGeom>
              <a:rect b="b" l="l" r="r" t="t"/>
              <a:pathLst>
                <a:path extrusionOk="0" h="8003" w="11204">
                  <a:moveTo>
                    <a:pt x="6936" y="1"/>
                  </a:moveTo>
                  <a:lnTo>
                    <a:pt x="6402" y="357"/>
                  </a:lnTo>
                  <a:lnTo>
                    <a:pt x="5513" y="890"/>
                  </a:lnTo>
                  <a:lnTo>
                    <a:pt x="5158" y="890"/>
                  </a:lnTo>
                  <a:lnTo>
                    <a:pt x="5158" y="1246"/>
                  </a:lnTo>
                  <a:lnTo>
                    <a:pt x="4980" y="1423"/>
                  </a:lnTo>
                  <a:lnTo>
                    <a:pt x="4269" y="1246"/>
                  </a:lnTo>
                  <a:lnTo>
                    <a:pt x="3913" y="1601"/>
                  </a:lnTo>
                  <a:lnTo>
                    <a:pt x="3735" y="2135"/>
                  </a:lnTo>
                  <a:lnTo>
                    <a:pt x="3202" y="2135"/>
                  </a:lnTo>
                  <a:lnTo>
                    <a:pt x="3202" y="2668"/>
                  </a:lnTo>
                  <a:lnTo>
                    <a:pt x="3024" y="2846"/>
                  </a:lnTo>
                  <a:lnTo>
                    <a:pt x="2135" y="2490"/>
                  </a:lnTo>
                  <a:lnTo>
                    <a:pt x="1779" y="2846"/>
                  </a:lnTo>
                  <a:lnTo>
                    <a:pt x="1779" y="3557"/>
                  </a:lnTo>
                  <a:lnTo>
                    <a:pt x="1601" y="3557"/>
                  </a:lnTo>
                  <a:lnTo>
                    <a:pt x="1601" y="4091"/>
                  </a:lnTo>
                  <a:lnTo>
                    <a:pt x="1068" y="4624"/>
                  </a:lnTo>
                  <a:lnTo>
                    <a:pt x="534" y="4624"/>
                  </a:lnTo>
                  <a:lnTo>
                    <a:pt x="357" y="4802"/>
                  </a:lnTo>
                  <a:lnTo>
                    <a:pt x="534" y="5158"/>
                  </a:lnTo>
                  <a:lnTo>
                    <a:pt x="357" y="5691"/>
                  </a:lnTo>
                  <a:lnTo>
                    <a:pt x="1" y="6047"/>
                  </a:lnTo>
                  <a:lnTo>
                    <a:pt x="179" y="6224"/>
                  </a:lnTo>
                  <a:lnTo>
                    <a:pt x="1" y="6758"/>
                  </a:lnTo>
                  <a:lnTo>
                    <a:pt x="179" y="6936"/>
                  </a:lnTo>
                  <a:lnTo>
                    <a:pt x="534" y="6936"/>
                  </a:lnTo>
                  <a:lnTo>
                    <a:pt x="890" y="7469"/>
                  </a:lnTo>
                  <a:lnTo>
                    <a:pt x="1068" y="7647"/>
                  </a:lnTo>
                  <a:lnTo>
                    <a:pt x="1068" y="7825"/>
                  </a:lnTo>
                  <a:lnTo>
                    <a:pt x="1423" y="7825"/>
                  </a:lnTo>
                  <a:lnTo>
                    <a:pt x="1601" y="8003"/>
                  </a:lnTo>
                  <a:lnTo>
                    <a:pt x="1601" y="7825"/>
                  </a:lnTo>
                  <a:lnTo>
                    <a:pt x="2490" y="7469"/>
                  </a:lnTo>
                  <a:lnTo>
                    <a:pt x="3379" y="7647"/>
                  </a:lnTo>
                  <a:lnTo>
                    <a:pt x="3735" y="8003"/>
                  </a:lnTo>
                  <a:lnTo>
                    <a:pt x="3735" y="7114"/>
                  </a:lnTo>
                  <a:lnTo>
                    <a:pt x="3557" y="6402"/>
                  </a:lnTo>
                  <a:lnTo>
                    <a:pt x="3735" y="5869"/>
                  </a:lnTo>
                  <a:lnTo>
                    <a:pt x="6402" y="5869"/>
                  </a:lnTo>
                  <a:lnTo>
                    <a:pt x="6936" y="6047"/>
                  </a:lnTo>
                  <a:lnTo>
                    <a:pt x="7469" y="5691"/>
                  </a:lnTo>
                  <a:lnTo>
                    <a:pt x="7469" y="5513"/>
                  </a:lnTo>
                  <a:lnTo>
                    <a:pt x="7825" y="5691"/>
                  </a:lnTo>
                  <a:lnTo>
                    <a:pt x="8358" y="5869"/>
                  </a:lnTo>
                  <a:lnTo>
                    <a:pt x="8714" y="5869"/>
                  </a:lnTo>
                  <a:lnTo>
                    <a:pt x="8714" y="6047"/>
                  </a:lnTo>
                  <a:lnTo>
                    <a:pt x="9070" y="5869"/>
                  </a:lnTo>
                  <a:lnTo>
                    <a:pt x="9959" y="5335"/>
                  </a:lnTo>
                  <a:lnTo>
                    <a:pt x="10670" y="5158"/>
                  </a:lnTo>
                  <a:lnTo>
                    <a:pt x="11203" y="4980"/>
                  </a:lnTo>
                  <a:lnTo>
                    <a:pt x="11203" y="4802"/>
                  </a:lnTo>
                  <a:lnTo>
                    <a:pt x="10848" y="3913"/>
                  </a:lnTo>
                  <a:lnTo>
                    <a:pt x="11026" y="3735"/>
                  </a:lnTo>
                  <a:lnTo>
                    <a:pt x="10848" y="3557"/>
                  </a:lnTo>
                  <a:lnTo>
                    <a:pt x="10670" y="3735"/>
                  </a:lnTo>
                  <a:lnTo>
                    <a:pt x="10136" y="3735"/>
                  </a:lnTo>
                  <a:lnTo>
                    <a:pt x="9425" y="3202"/>
                  </a:lnTo>
                  <a:lnTo>
                    <a:pt x="9247" y="2490"/>
                  </a:lnTo>
                  <a:lnTo>
                    <a:pt x="9425" y="2490"/>
                  </a:lnTo>
                  <a:lnTo>
                    <a:pt x="8714" y="2135"/>
                  </a:lnTo>
                  <a:lnTo>
                    <a:pt x="8358" y="1601"/>
                  </a:lnTo>
                  <a:lnTo>
                    <a:pt x="8358" y="1246"/>
                  </a:lnTo>
                  <a:lnTo>
                    <a:pt x="8003" y="890"/>
                  </a:lnTo>
                  <a:lnTo>
                    <a:pt x="8180" y="179"/>
                  </a:lnTo>
                  <a:lnTo>
                    <a:pt x="693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1" name="Google Shape;1441;p60"/>
            <p:cNvSpPr/>
            <p:nvPr/>
          </p:nvSpPr>
          <p:spPr>
            <a:xfrm>
              <a:off x="1842900" y="3217550"/>
              <a:ext cx="111150" cy="155625"/>
            </a:xfrm>
            <a:custGeom>
              <a:rect b="b" l="l" r="r" t="t"/>
              <a:pathLst>
                <a:path extrusionOk="0" h="6225" w="4446">
                  <a:moveTo>
                    <a:pt x="1067" y="1"/>
                  </a:moveTo>
                  <a:lnTo>
                    <a:pt x="534" y="178"/>
                  </a:lnTo>
                  <a:lnTo>
                    <a:pt x="1" y="178"/>
                  </a:lnTo>
                  <a:lnTo>
                    <a:pt x="1" y="356"/>
                  </a:lnTo>
                  <a:lnTo>
                    <a:pt x="356" y="534"/>
                  </a:lnTo>
                  <a:lnTo>
                    <a:pt x="534" y="890"/>
                  </a:lnTo>
                  <a:lnTo>
                    <a:pt x="712" y="1601"/>
                  </a:lnTo>
                  <a:lnTo>
                    <a:pt x="890" y="1779"/>
                  </a:lnTo>
                  <a:lnTo>
                    <a:pt x="1601" y="2668"/>
                  </a:lnTo>
                  <a:lnTo>
                    <a:pt x="2134" y="3735"/>
                  </a:lnTo>
                  <a:lnTo>
                    <a:pt x="2134" y="4446"/>
                  </a:lnTo>
                  <a:lnTo>
                    <a:pt x="1956" y="4802"/>
                  </a:lnTo>
                  <a:lnTo>
                    <a:pt x="1956" y="5868"/>
                  </a:lnTo>
                  <a:lnTo>
                    <a:pt x="2134" y="6224"/>
                  </a:lnTo>
                  <a:lnTo>
                    <a:pt x="2312" y="6046"/>
                  </a:lnTo>
                  <a:lnTo>
                    <a:pt x="2312" y="5691"/>
                  </a:lnTo>
                  <a:lnTo>
                    <a:pt x="2668" y="5513"/>
                  </a:lnTo>
                  <a:lnTo>
                    <a:pt x="2668" y="5157"/>
                  </a:lnTo>
                  <a:lnTo>
                    <a:pt x="3023" y="4979"/>
                  </a:lnTo>
                  <a:lnTo>
                    <a:pt x="3023" y="4090"/>
                  </a:lnTo>
                  <a:lnTo>
                    <a:pt x="3912" y="4090"/>
                  </a:lnTo>
                  <a:lnTo>
                    <a:pt x="4090" y="4268"/>
                  </a:lnTo>
                  <a:lnTo>
                    <a:pt x="4446" y="4268"/>
                  </a:lnTo>
                  <a:lnTo>
                    <a:pt x="4446" y="3557"/>
                  </a:lnTo>
                  <a:lnTo>
                    <a:pt x="3912" y="3201"/>
                  </a:lnTo>
                  <a:lnTo>
                    <a:pt x="3912" y="2490"/>
                  </a:lnTo>
                  <a:lnTo>
                    <a:pt x="3557" y="2490"/>
                  </a:lnTo>
                  <a:lnTo>
                    <a:pt x="3201" y="2134"/>
                  </a:lnTo>
                  <a:lnTo>
                    <a:pt x="3379" y="1423"/>
                  </a:lnTo>
                  <a:lnTo>
                    <a:pt x="3201" y="1067"/>
                  </a:lnTo>
                  <a:lnTo>
                    <a:pt x="3023" y="1067"/>
                  </a:lnTo>
                  <a:lnTo>
                    <a:pt x="2668" y="712"/>
                  </a:lnTo>
                  <a:lnTo>
                    <a:pt x="2312" y="712"/>
                  </a:lnTo>
                  <a:lnTo>
                    <a:pt x="1956" y="534"/>
                  </a:lnTo>
                  <a:lnTo>
                    <a:pt x="1779" y="534"/>
                  </a:lnTo>
                  <a:lnTo>
                    <a:pt x="106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2" name="Google Shape;1442;p60"/>
            <p:cNvSpPr/>
            <p:nvPr/>
          </p:nvSpPr>
          <p:spPr>
            <a:xfrm>
              <a:off x="878250" y="4351125"/>
              <a:ext cx="569025" cy="444550"/>
            </a:xfrm>
            <a:custGeom>
              <a:rect b="b" l="l" r="r" t="t"/>
              <a:pathLst>
                <a:path extrusionOk="0" h="17782" w="22761">
                  <a:moveTo>
                    <a:pt x="17249" y="0"/>
                  </a:moveTo>
                  <a:lnTo>
                    <a:pt x="12625" y="2845"/>
                  </a:lnTo>
                  <a:lnTo>
                    <a:pt x="10669" y="4268"/>
                  </a:lnTo>
                  <a:lnTo>
                    <a:pt x="9958" y="4801"/>
                  </a:lnTo>
                  <a:lnTo>
                    <a:pt x="8891" y="5868"/>
                  </a:lnTo>
                  <a:lnTo>
                    <a:pt x="8358" y="6224"/>
                  </a:lnTo>
                  <a:lnTo>
                    <a:pt x="8180" y="6402"/>
                  </a:lnTo>
                  <a:lnTo>
                    <a:pt x="6935" y="6580"/>
                  </a:lnTo>
                  <a:lnTo>
                    <a:pt x="5868" y="6935"/>
                  </a:lnTo>
                  <a:lnTo>
                    <a:pt x="5868" y="9958"/>
                  </a:lnTo>
                  <a:lnTo>
                    <a:pt x="5691" y="10314"/>
                  </a:lnTo>
                  <a:lnTo>
                    <a:pt x="5691" y="11025"/>
                  </a:lnTo>
                  <a:lnTo>
                    <a:pt x="5513" y="11914"/>
                  </a:lnTo>
                  <a:lnTo>
                    <a:pt x="4802" y="12625"/>
                  </a:lnTo>
                  <a:lnTo>
                    <a:pt x="3557" y="12625"/>
                  </a:lnTo>
                  <a:lnTo>
                    <a:pt x="1956" y="12803"/>
                  </a:lnTo>
                  <a:lnTo>
                    <a:pt x="1067" y="13159"/>
                  </a:lnTo>
                  <a:lnTo>
                    <a:pt x="178" y="13159"/>
                  </a:lnTo>
                  <a:lnTo>
                    <a:pt x="0" y="13692"/>
                  </a:lnTo>
                  <a:lnTo>
                    <a:pt x="356" y="14048"/>
                  </a:lnTo>
                  <a:lnTo>
                    <a:pt x="356" y="14403"/>
                  </a:lnTo>
                  <a:lnTo>
                    <a:pt x="712" y="14937"/>
                  </a:lnTo>
                  <a:lnTo>
                    <a:pt x="1423" y="15293"/>
                  </a:lnTo>
                  <a:lnTo>
                    <a:pt x="1245" y="15648"/>
                  </a:lnTo>
                  <a:lnTo>
                    <a:pt x="1423" y="16004"/>
                  </a:lnTo>
                  <a:lnTo>
                    <a:pt x="2134" y="16537"/>
                  </a:lnTo>
                  <a:lnTo>
                    <a:pt x="2312" y="16537"/>
                  </a:lnTo>
                  <a:lnTo>
                    <a:pt x="2490" y="16359"/>
                  </a:lnTo>
                  <a:lnTo>
                    <a:pt x="3023" y="16537"/>
                  </a:lnTo>
                  <a:lnTo>
                    <a:pt x="3023" y="16893"/>
                  </a:lnTo>
                  <a:lnTo>
                    <a:pt x="2846" y="17071"/>
                  </a:lnTo>
                  <a:lnTo>
                    <a:pt x="3201" y="17604"/>
                  </a:lnTo>
                  <a:lnTo>
                    <a:pt x="3201" y="17426"/>
                  </a:lnTo>
                  <a:lnTo>
                    <a:pt x="3023" y="17071"/>
                  </a:lnTo>
                  <a:lnTo>
                    <a:pt x="3912" y="16893"/>
                  </a:lnTo>
                  <a:lnTo>
                    <a:pt x="4446" y="17248"/>
                  </a:lnTo>
                  <a:lnTo>
                    <a:pt x="4624" y="17604"/>
                  </a:lnTo>
                  <a:lnTo>
                    <a:pt x="4979" y="17782"/>
                  </a:lnTo>
                  <a:lnTo>
                    <a:pt x="4979" y="16715"/>
                  </a:lnTo>
                  <a:lnTo>
                    <a:pt x="5513" y="16004"/>
                  </a:lnTo>
                  <a:lnTo>
                    <a:pt x="5691" y="15293"/>
                  </a:lnTo>
                  <a:lnTo>
                    <a:pt x="6402" y="14759"/>
                  </a:lnTo>
                  <a:lnTo>
                    <a:pt x="7291" y="14759"/>
                  </a:lnTo>
                  <a:lnTo>
                    <a:pt x="7647" y="14581"/>
                  </a:lnTo>
                  <a:lnTo>
                    <a:pt x="9069" y="14937"/>
                  </a:lnTo>
                  <a:lnTo>
                    <a:pt x="9780" y="16004"/>
                  </a:lnTo>
                  <a:lnTo>
                    <a:pt x="10314" y="15826"/>
                  </a:lnTo>
                  <a:lnTo>
                    <a:pt x="11203" y="15470"/>
                  </a:lnTo>
                  <a:lnTo>
                    <a:pt x="11559" y="15470"/>
                  </a:lnTo>
                  <a:lnTo>
                    <a:pt x="11914" y="15826"/>
                  </a:lnTo>
                  <a:lnTo>
                    <a:pt x="12625" y="16182"/>
                  </a:lnTo>
                  <a:lnTo>
                    <a:pt x="13514" y="16182"/>
                  </a:lnTo>
                  <a:lnTo>
                    <a:pt x="14226" y="15648"/>
                  </a:lnTo>
                  <a:lnTo>
                    <a:pt x="15115" y="15470"/>
                  </a:lnTo>
                  <a:lnTo>
                    <a:pt x="16360" y="15470"/>
                  </a:lnTo>
                  <a:lnTo>
                    <a:pt x="17071" y="15648"/>
                  </a:lnTo>
                  <a:lnTo>
                    <a:pt x="17249" y="15826"/>
                  </a:lnTo>
                  <a:lnTo>
                    <a:pt x="17604" y="15826"/>
                  </a:lnTo>
                  <a:lnTo>
                    <a:pt x="17782" y="15470"/>
                  </a:lnTo>
                  <a:lnTo>
                    <a:pt x="18316" y="15293"/>
                  </a:lnTo>
                  <a:lnTo>
                    <a:pt x="19205" y="14937"/>
                  </a:lnTo>
                  <a:lnTo>
                    <a:pt x="19382" y="14937"/>
                  </a:lnTo>
                  <a:lnTo>
                    <a:pt x="19205" y="13692"/>
                  </a:lnTo>
                  <a:lnTo>
                    <a:pt x="19382" y="13692"/>
                  </a:lnTo>
                  <a:lnTo>
                    <a:pt x="19738" y="12981"/>
                  </a:lnTo>
                  <a:lnTo>
                    <a:pt x="20449" y="11914"/>
                  </a:lnTo>
                  <a:lnTo>
                    <a:pt x="22050" y="10136"/>
                  </a:lnTo>
                  <a:lnTo>
                    <a:pt x="22227" y="7291"/>
                  </a:lnTo>
                  <a:lnTo>
                    <a:pt x="22227" y="6402"/>
                  </a:lnTo>
                  <a:lnTo>
                    <a:pt x="22405" y="6046"/>
                  </a:lnTo>
                  <a:lnTo>
                    <a:pt x="22405" y="5513"/>
                  </a:lnTo>
                  <a:lnTo>
                    <a:pt x="22583" y="5335"/>
                  </a:lnTo>
                  <a:lnTo>
                    <a:pt x="22761" y="4979"/>
                  </a:lnTo>
                  <a:lnTo>
                    <a:pt x="22583" y="4801"/>
                  </a:lnTo>
                  <a:lnTo>
                    <a:pt x="22227" y="4268"/>
                  </a:lnTo>
                  <a:lnTo>
                    <a:pt x="22227" y="3912"/>
                  </a:lnTo>
                  <a:lnTo>
                    <a:pt x="21694" y="3201"/>
                  </a:lnTo>
                  <a:lnTo>
                    <a:pt x="21694" y="2312"/>
                  </a:lnTo>
                  <a:lnTo>
                    <a:pt x="21338" y="889"/>
                  </a:lnTo>
                  <a:lnTo>
                    <a:pt x="20094" y="1423"/>
                  </a:lnTo>
                  <a:lnTo>
                    <a:pt x="19027" y="534"/>
                  </a:lnTo>
                  <a:lnTo>
                    <a:pt x="1724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3" name="Google Shape;1443;p60"/>
            <p:cNvSpPr/>
            <p:nvPr/>
          </p:nvSpPr>
          <p:spPr>
            <a:xfrm>
              <a:off x="1798450" y="2879700"/>
              <a:ext cx="4475" cy="4475"/>
            </a:xfrm>
            <a:custGeom>
              <a:rect b="b" l="l" r="r" t="t"/>
              <a:pathLst>
                <a:path extrusionOk="0" h="179" w="179">
                  <a:moveTo>
                    <a:pt x="0" y="1"/>
                  </a:moveTo>
                  <a:lnTo>
                    <a:pt x="0" y="178"/>
                  </a:lnTo>
                  <a:lnTo>
                    <a:pt x="178" y="178"/>
                  </a:lnTo>
                  <a:lnTo>
                    <a:pt x="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4" name="Google Shape;1444;p60"/>
            <p:cNvSpPr/>
            <p:nvPr/>
          </p:nvSpPr>
          <p:spPr>
            <a:xfrm>
              <a:off x="1633975" y="2741900"/>
              <a:ext cx="204500" cy="155600"/>
            </a:xfrm>
            <a:custGeom>
              <a:rect b="b" l="l" r="r" t="t"/>
              <a:pathLst>
                <a:path extrusionOk="0" h="6224" w="8180">
                  <a:moveTo>
                    <a:pt x="1601" y="0"/>
                  </a:moveTo>
                  <a:lnTo>
                    <a:pt x="1423" y="178"/>
                  </a:lnTo>
                  <a:lnTo>
                    <a:pt x="711" y="356"/>
                  </a:lnTo>
                  <a:lnTo>
                    <a:pt x="0" y="1067"/>
                  </a:lnTo>
                  <a:lnTo>
                    <a:pt x="0" y="1423"/>
                  </a:lnTo>
                  <a:lnTo>
                    <a:pt x="178" y="1956"/>
                  </a:lnTo>
                  <a:lnTo>
                    <a:pt x="356" y="2312"/>
                  </a:lnTo>
                  <a:lnTo>
                    <a:pt x="356" y="2845"/>
                  </a:lnTo>
                  <a:lnTo>
                    <a:pt x="1601" y="3379"/>
                  </a:lnTo>
                  <a:lnTo>
                    <a:pt x="2312" y="3379"/>
                  </a:lnTo>
                  <a:lnTo>
                    <a:pt x="2667" y="4090"/>
                  </a:lnTo>
                  <a:lnTo>
                    <a:pt x="2490" y="4801"/>
                  </a:lnTo>
                  <a:lnTo>
                    <a:pt x="2490" y="5157"/>
                  </a:lnTo>
                  <a:lnTo>
                    <a:pt x="2845" y="5157"/>
                  </a:lnTo>
                  <a:lnTo>
                    <a:pt x="3379" y="5513"/>
                  </a:lnTo>
                  <a:lnTo>
                    <a:pt x="3556" y="5690"/>
                  </a:lnTo>
                  <a:lnTo>
                    <a:pt x="3556" y="6224"/>
                  </a:lnTo>
                  <a:lnTo>
                    <a:pt x="4801" y="6224"/>
                  </a:lnTo>
                  <a:lnTo>
                    <a:pt x="4979" y="6046"/>
                  </a:lnTo>
                  <a:lnTo>
                    <a:pt x="5335" y="6046"/>
                  </a:lnTo>
                  <a:lnTo>
                    <a:pt x="5335" y="5690"/>
                  </a:lnTo>
                  <a:lnTo>
                    <a:pt x="5690" y="5690"/>
                  </a:lnTo>
                  <a:lnTo>
                    <a:pt x="5868" y="5513"/>
                  </a:lnTo>
                  <a:lnTo>
                    <a:pt x="6402" y="5335"/>
                  </a:lnTo>
                  <a:lnTo>
                    <a:pt x="6757" y="4090"/>
                  </a:lnTo>
                  <a:lnTo>
                    <a:pt x="6935" y="3734"/>
                  </a:lnTo>
                  <a:lnTo>
                    <a:pt x="7291" y="3557"/>
                  </a:lnTo>
                  <a:lnTo>
                    <a:pt x="7468" y="3201"/>
                  </a:lnTo>
                  <a:lnTo>
                    <a:pt x="8002" y="3201"/>
                  </a:lnTo>
                  <a:lnTo>
                    <a:pt x="8180" y="3023"/>
                  </a:lnTo>
                  <a:lnTo>
                    <a:pt x="7824" y="2845"/>
                  </a:lnTo>
                  <a:lnTo>
                    <a:pt x="8002" y="1956"/>
                  </a:lnTo>
                  <a:lnTo>
                    <a:pt x="7646" y="1956"/>
                  </a:lnTo>
                  <a:lnTo>
                    <a:pt x="7113" y="1245"/>
                  </a:lnTo>
                  <a:lnTo>
                    <a:pt x="6935" y="1245"/>
                  </a:lnTo>
                  <a:lnTo>
                    <a:pt x="6579" y="889"/>
                  </a:lnTo>
                  <a:lnTo>
                    <a:pt x="5690" y="712"/>
                  </a:lnTo>
                  <a:lnTo>
                    <a:pt x="5335" y="0"/>
                  </a:lnTo>
                  <a:lnTo>
                    <a:pt x="5335" y="178"/>
                  </a:lnTo>
                  <a:lnTo>
                    <a:pt x="5157" y="534"/>
                  </a:lnTo>
                  <a:lnTo>
                    <a:pt x="4446" y="534"/>
                  </a:lnTo>
                  <a:lnTo>
                    <a:pt x="3734" y="178"/>
                  </a:lnTo>
                  <a:lnTo>
                    <a:pt x="3201" y="178"/>
                  </a:lnTo>
                  <a:lnTo>
                    <a:pt x="3023" y="356"/>
                  </a:lnTo>
                  <a:lnTo>
                    <a:pt x="2490" y="178"/>
                  </a:lnTo>
                  <a:lnTo>
                    <a:pt x="2312" y="178"/>
                  </a:lnTo>
                  <a:lnTo>
                    <a:pt x="160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5" name="Google Shape;1445;p60"/>
            <p:cNvSpPr/>
            <p:nvPr/>
          </p:nvSpPr>
          <p:spPr>
            <a:xfrm>
              <a:off x="1113850" y="3293125"/>
              <a:ext cx="422350" cy="444550"/>
            </a:xfrm>
            <a:custGeom>
              <a:rect b="b" l="l" r="r" t="t"/>
              <a:pathLst>
                <a:path extrusionOk="0" h="17782" w="16894">
                  <a:moveTo>
                    <a:pt x="7825" y="0"/>
                  </a:moveTo>
                  <a:lnTo>
                    <a:pt x="7469" y="178"/>
                  </a:lnTo>
                  <a:lnTo>
                    <a:pt x="6580" y="178"/>
                  </a:lnTo>
                  <a:lnTo>
                    <a:pt x="6224" y="712"/>
                  </a:lnTo>
                  <a:lnTo>
                    <a:pt x="5691" y="356"/>
                  </a:lnTo>
                  <a:lnTo>
                    <a:pt x="5513" y="534"/>
                  </a:lnTo>
                  <a:lnTo>
                    <a:pt x="5513" y="1067"/>
                  </a:lnTo>
                  <a:lnTo>
                    <a:pt x="5157" y="889"/>
                  </a:lnTo>
                  <a:lnTo>
                    <a:pt x="4980" y="1067"/>
                  </a:lnTo>
                  <a:lnTo>
                    <a:pt x="4980" y="1245"/>
                  </a:lnTo>
                  <a:lnTo>
                    <a:pt x="5157" y="1423"/>
                  </a:lnTo>
                  <a:lnTo>
                    <a:pt x="4802" y="1779"/>
                  </a:lnTo>
                  <a:lnTo>
                    <a:pt x="4624" y="1423"/>
                  </a:lnTo>
                  <a:lnTo>
                    <a:pt x="4090" y="1601"/>
                  </a:lnTo>
                  <a:lnTo>
                    <a:pt x="3913" y="1245"/>
                  </a:lnTo>
                  <a:lnTo>
                    <a:pt x="3735" y="1245"/>
                  </a:lnTo>
                  <a:lnTo>
                    <a:pt x="3735" y="1779"/>
                  </a:lnTo>
                  <a:lnTo>
                    <a:pt x="3379" y="2134"/>
                  </a:lnTo>
                  <a:lnTo>
                    <a:pt x="3379" y="2490"/>
                  </a:lnTo>
                  <a:lnTo>
                    <a:pt x="3024" y="2845"/>
                  </a:lnTo>
                  <a:lnTo>
                    <a:pt x="3024" y="2134"/>
                  </a:lnTo>
                  <a:lnTo>
                    <a:pt x="2846" y="2134"/>
                  </a:lnTo>
                  <a:lnTo>
                    <a:pt x="2490" y="1779"/>
                  </a:lnTo>
                  <a:lnTo>
                    <a:pt x="2490" y="1423"/>
                  </a:lnTo>
                  <a:lnTo>
                    <a:pt x="2490" y="1245"/>
                  </a:lnTo>
                  <a:lnTo>
                    <a:pt x="2135" y="1779"/>
                  </a:lnTo>
                  <a:lnTo>
                    <a:pt x="2135" y="1956"/>
                  </a:lnTo>
                  <a:lnTo>
                    <a:pt x="1779" y="2490"/>
                  </a:lnTo>
                  <a:lnTo>
                    <a:pt x="1245" y="2312"/>
                  </a:lnTo>
                  <a:lnTo>
                    <a:pt x="712" y="2490"/>
                  </a:lnTo>
                  <a:lnTo>
                    <a:pt x="534" y="2490"/>
                  </a:lnTo>
                  <a:lnTo>
                    <a:pt x="179" y="2668"/>
                  </a:lnTo>
                  <a:lnTo>
                    <a:pt x="534" y="2845"/>
                  </a:lnTo>
                  <a:lnTo>
                    <a:pt x="534" y="3023"/>
                  </a:lnTo>
                  <a:lnTo>
                    <a:pt x="712" y="3201"/>
                  </a:lnTo>
                  <a:lnTo>
                    <a:pt x="712" y="3912"/>
                  </a:lnTo>
                  <a:lnTo>
                    <a:pt x="1" y="4090"/>
                  </a:lnTo>
                  <a:lnTo>
                    <a:pt x="179" y="4268"/>
                  </a:lnTo>
                  <a:lnTo>
                    <a:pt x="534" y="4446"/>
                  </a:lnTo>
                  <a:lnTo>
                    <a:pt x="534" y="4979"/>
                  </a:lnTo>
                  <a:lnTo>
                    <a:pt x="356" y="4979"/>
                  </a:lnTo>
                  <a:lnTo>
                    <a:pt x="356" y="5513"/>
                  </a:lnTo>
                  <a:lnTo>
                    <a:pt x="534" y="5690"/>
                  </a:lnTo>
                  <a:lnTo>
                    <a:pt x="1068" y="5868"/>
                  </a:lnTo>
                  <a:lnTo>
                    <a:pt x="1423" y="5868"/>
                  </a:lnTo>
                  <a:lnTo>
                    <a:pt x="1601" y="6046"/>
                  </a:lnTo>
                  <a:lnTo>
                    <a:pt x="1245" y="6580"/>
                  </a:lnTo>
                  <a:lnTo>
                    <a:pt x="1245" y="6580"/>
                  </a:lnTo>
                  <a:lnTo>
                    <a:pt x="1779" y="6402"/>
                  </a:lnTo>
                  <a:lnTo>
                    <a:pt x="1957" y="6224"/>
                  </a:lnTo>
                  <a:lnTo>
                    <a:pt x="2135" y="5868"/>
                  </a:lnTo>
                  <a:lnTo>
                    <a:pt x="2668" y="5335"/>
                  </a:lnTo>
                  <a:lnTo>
                    <a:pt x="3024" y="5335"/>
                  </a:lnTo>
                  <a:lnTo>
                    <a:pt x="4090" y="5690"/>
                  </a:lnTo>
                  <a:lnTo>
                    <a:pt x="4624" y="6046"/>
                  </a:lnTo>
                  <a:lnTo>
                    <a:pt x="4802" y="6046"/>
                  </a:lnTo>
                  <a:lnTo>
                    <a:pt x="4980" y="6224"/>
                  </a:lnTo>
                  <a:lnTo>
                    <a:pt x="5335" y="6935"/>
                  </a:lnTo>
                  <a:lnTo>
                    <a:pt x="5335" y="7113"/>
                  </a:lnTo>
                  <a:lnTo>
                    <a:pt x="5513" y="7646"/>
                  </a:lnTo>
                  <a:lnTo>
                    <a:pt x="5513" y="8180"/>
                  </a:lnTo>
                  <a:lnTo>
                    <a:pt x="5869" y="8358"/>
                  </a:lnTo>
                  <a:lnTo>
                    <a:pt x="6580" y="9069"/>
                  </a:lnTo>
                  <a:lnTo>
                    <a:pt x="6580" y="9425"/>
                  </a:lnTo>
                  <a:lnTo>
                    <a:pt x="6936" y="9425"/>
                  </a:lnTo>
                  <a:lnTo>
                    <a:pt x="7291" y="9602"/>
                  </a:lnTo>
                  <a:lnTo>
                    <a:pt x="7291" y="9780"/>
                  </a:lnTo>
                  <a:lnTo>
                    <a:pt x="7647" y="10136"/>
                  </a:lnTo>
                  <a:lnTo>
                    <a:pt x="7825" y="10136"/>
                  </a:lnTo>
                  <a:lnTo>
                    <a:pt x="8358" y="10847"/>
                  </a:lnTo>
                  <a:lnTo>
                    <a:pt x="8714" y="11203"/>
                  </a:lnTo>
                  <a:lnTo>
                    <a:pt x="8892" y="11203"/>
                  </a:lnTo>
                  <a:lnTo>
                    <a:pt x="9247" y="11558"/>
                  </a:lnTo>
                  <a:lnTo>
                    <a:pt x="10314" y="11558"/>
                  </a:lnTo>
                  <a:lnTo>
                    <a:pt x="10670" y="12270"/>
                  </a:lnTo>
                  <a:lnTo>
                    <a:pt x="11203" y="12625"/>
                  </a:lnTo>
                  <a:lnTo>
                    <a:pt x="11381" y="12803"/>
                  </a:lnTo>
                  <a:lnTo>
                    <a:pt x="11914" y="12803"/>
                  </a:lnTo>
                  <a:lnTo>
                    <a:pt x="12092" y="13159"/>
                  </a:lnTo>
                  <a:lnTo>
                    <a:pt x="12092" y="13514"/>
                  </a:lnTo>
                  <a:lnTo>
                    <a:pt x="12092" y="13692"/>
                  </a:lnTo>
                  <a:lnTo>
                    <a:pt x="12270" y="13692"/>
                  </a:lnTo>
                  <a:lnTo>
                    <a:pt x="12448" y="13870"/>
                  </a:lnTo>
                  <a:lnTo>
                    <a:pt x="12626" y="13870"/>
                  </a:lnTo>
                  <a:lnTo>
                    <a:pt x="12626" y="14048"/>
                  </a:lnTo>
                  <a:lnTo>
                    <a:pt x="12981" y="13870"/>
                  </a:lnTo>
                  <a:lnTo>
                    <a:pt x="13159" y="14048"/>
                  </a:lnTo>
                  <a:lnTo>
                    <a:pt x="13515" y="15115"/>
                  </a:lnTo>
                  <a:lnTo>
                    <a:pt x="13693" y="15470"/>
                  </a:lnTo>
                  <a:lnTo>
                    <a:pt x="13693" y="15826"/>
                  </a:lnTo>
                  <a:lnTo>
                    <a:pt x="13870" y="16004"/>
                  </a:lnTo>
                  <a:lnTo>
                    <a:pt x="13870" y="16359"/>
                  </a:lnTo>
                  <a:lnTo>
                    <a:pt x="13693" y="16537"/>
                  </a:lnTo>
                  <a:lnTo>
                    <a:pt x="13337" y="16715"/>
                  </a:lnTo>
                  <a:lnTo>
                    <a:pt x="13337" y="17248"/>
                  </a:lnTo>
                  <a:lnTo>
                    <a:pt x="12981" y="17426"/>
                  </a:lnTo>
                  <a:lnTo>
                    <a:pt x="12981" y="17604"/>
                  </a:lnTo>
                  <a:lnTo>
                    <a:pt x="13159" y="17782"/>
                  </a:lnTo>
                  <a:lnTo>
                    <a:pt x="13515" y="17782"/>
                  </a:lnTo>
                  <a:lnTo>
                    <a:pt x="13693" y="17426"/>
                  </a:lnTo>
                  <a:lnTo>
                    <a:pt x="14226" y="16893"/>
                  </a:lnTo>
                  <a:lnTo>
                    <a:pt x="14226" y="16359"/>
                  </a:lnTo>
                  <a:lnTo>
                    <a:pt x="14582" y="16004"/>
                  </a:lnTo>
                  <a:lnTo>
                    <a:pt x="14937" y="16004"/>
                  </a:lnTo>
                  <a:lnTo>
                    <a:pt x="14937" y="15293"/>
                  </a:lnTo>
                  <a:lnTo>
                    <a:pt x="14759" y="15115"/>
                  </a:lnTo>
                  <a:lnTo>
                    <a:pt x="14048" y="14759"/>
                  </a:lnTo>
                  <a:lnTo>
                    <a:pt x="14048" y="14403"/>
                  </a:lnTo>
                  <a:lnTo>
                    <a:pt x="14226" y="14048"/>
                  </a:lnTo>
                  <a:lnTo>
                    <a:pt x="14226" y="13692"/>
                  </a:lnTo>
                  <a:lnTo>
                    <a:pt x="14582" y="13159"/>
                  </a:lnTo>
                  <a:lnTo>
                    <a:pt x="15115" y="12981"/>
                  </a:lnTo>
                  <a:lnTo>
                    <a:pt x="15649" y="13337"/>
                  </a:lnTo>
                  <a:lnTo>
                    <a:pt x="16004" y="13337"/>
                  </a:lnTo>
                  <a:lnTo>
                    <a:pt x="16360" y="13692"/>
                  </a:lnTo>
                  <a:lnTo>
                    <a:pt x="16538" y="14048"/>
                  </a:lnTo>
                  <a:lnTo>
                    <a:pt x="16715" y="14403"/>
                  </a:lnTo>
                  <a:lnTo>
                    <a:pt x="16893" y="13692"/>
                  </a:lnTo>
                  <a:lnTo>
                    <a:pt x="16893" y="13514"/>
                  </a:lnTo>
                  <a:lnTo>
                    <a:pt x="16360" y="13159"/>
                  </a:lnTo>
                  <a:lnTo>
                    <a:pt x="16182" y="12981"/>
                  </a:lnTo>
                  <a:lnTo>
                    <a:pt x="15293" y="12447"/>
                  </a:lnTo>
                  <a:lnTo>
                    <a:pt x="14937" y="12092"/>
                  </a:lnTo>
                  <a:lnTo>
                    <a:pt x="14226" y="11736"/>
                  </a:lnTo>
                  <a:lnTo>
                    <a:pt x="13337" y="11381"/>
                  </a:lnTo>
                  <a:lnTo>
                    <a:pt x="13159" y="11025"/>
                  </a:lnTo>
                  <a:lnTo>
                    <a:pt x="13693" y="10491"/>
                  </a:lnTo>
                  <a:lnTo>
                    <a:pt x="12092" y="10491"/>
                  </a:lnTo>
                  <a:lnTo>
                    <a:pt x="11914" y="10314"/>
                  </a:lnTo>
                  <a:lnTo>
                    <a:pt x="11737" y="10314"/>
                  </a:lnTo>
                  <a:lnTo>
                    <a:pt x="10670" y="9247"/>
                  </a:lnTo>
                  <a:lnTo>
                    <a:pt x="10670" y="9069"/>
                  </a:lnTo>
                  <a:lnTo>
                    <a:pt x="10314" y="8536"/>
                  </a:lnTo>
                  <a:lnTo>
                    <a:pt x="10314" y="8180"/>
                  </a:lnTo>
                  <a:lnTo>
                    <a:pt x="9958" y="7291"/>
                  </a:lnTo>
                  <a:lnTo>
                    <a:pt x="9781" y="7113"/>
                  </a:lnTo>
                  <a:lnTo>
                    <a:pt x="9247" y="6935"/>
                  </a:lnTo>
                  <a:lnTo>
                    <a:pt x="8714" y="6402"/>
                  </a:lnTo>
                  <a:lnTo>
                    <a:pt x="8180" y="6046"/>
                  </a:lnTo>
                  <a:lnTo>
                    <a:pt x="8180" y="5690"/>
                  </a:lnTo>
                  <a:lnTo>
                    <a:pt x="8002" y="5157"/>
                  </a:lnTo>
                  <a:lnTo>
                    <a:pt x="8002" y="4268"/>
                  </a:lnTo>
                  <a:lnTo>
                    <a:pt x="8180" y="4446"/>
                  </a:lnTo>
                  <a:lnTo>
                    <a:pt x="8002" y="3912"/>
                  </a:lnTo>
                  <a:lnTo>
                    <a:pt x="7825" y="3557"/>
                  </a:lnTo>
                  <a:lnTo>
                    <a:pt x="8002" y="3379"/>
                  </a:lnTo>
                  <a:lnTo>
                    <a:pt x="8358" y="3201"/>
                  </a:lnTo>
                  <a:lnTo>
                    <a:pt x="8358" y="3023"/>
                  </a:lnTo>
                  <a:lnTo>
                    <a:pt x="8714" y="3023"/>
                  </a:lnTo>
                  <a:lnTo>
                    <a:pt x="9247" y="2845"/>
                  </a:lnTo>
                  <a:lnTo>
                    <a:pt x="9247" y="2490"/>
                  </a:lnTo>
                  <a:lnTo>
                    <a:pt x="9603" y="2668"/>
                  </a:lnTo>
                  <a:lnTo>
                    <a:pt x="9781" y="2490"/>
                  </a:lnTo>
                  <a:lnTo>
                    <a:pt x="9958" y="2490"/>
                  </a:lnTo>
                  <a:lnTo>
                    <a:pt x="9958" y="2312"/>
                  </a:lnTo>
                  <a:lnTo>
                    <a:pt x="9781" y="2312"/>
                  </a:lnTo>
                  <a:lnTo>
                    <a:pt x="9781" y="1956"/>
                  </a:lnTo>
                  <a:lnTo>
                    <a:pt x="9958" y="1956"/>
                  </a:lnTo>
                  <a:lnTo>
                    <a:pt x="9603" y="1779"/>
                  </a:lnTo>
                  <a:lnTo>
                    <a:pt x="9603" y="1423"/>
                  </a:lnTo>
                  <a:lnTo>
                    <a:pt x="9958" y="1245"/>
                  </a:lnTo>
                  <a:lnTo>
                    <a:pt x="10136" y="1245"/>
                  </a:lnTo>
                  <a:lnTo>
                    <a:pt x="9781" y="1067"/>
                  </a:lnTo>
                  <a:lnTo>
                    <a:pt x="8714" y="889"/>
                  </a:lnTo>
                  <a:lnTo>
                    <a:pt x="8180" y="889"/>
                  </a:lnTo>
                  <a:lnTo>
                    <a:pt x="7825" y="356"/>
                  </a:lnTo>
                  <a:lnTo>
                    <a:pt x="7825"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6" name="Google Shape;1446;p60"/>
            <p:cNvSpPr/>
            <p:nvPr/>
          </p:nvSpPr>
          <p:spPr>
            <a:xfrm>
              <a:off x="1691750" y="3177550"/>
              <a:ext cx="25" cy="25"/>
            </a:xfrm>
            <a:custGeom>
              <a:rect b="b" l="l" r="r" t="t"/>
              <a:pathLst>
                <a:path extrusionOk="0" h="1" w="1">
                  <a:moveTo>
                    <a:pt x="1" y="0"/>
                  </a:moveTo>
                  <a:lnTo>
                    <a:pt x="1" y="0"/>
                  </a:lnTo>
                  <a:lnTo>
                    <a:pt x="1" y="0"/>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7" name="Google Shape;1447;p60"/>
            <p:cNvSpPr/>
            <p:nvPr/>
          </p:nvSpPr>
          <p:spPr>
            <a:xfrm>
              <a:off x="1278325" y="1728350"/>
              <a:ext cx="466800" cy="1080250"/>
            </a:xfrm>
            <a:custGeom>
              <a:rect b="b" l="l" r="r" t="t"/>
              <a:pathLst>
                <a:path extrusionOk="0" h="43210" w="18672">
                  <a:moveTo>
                    <a:pt x="13337" y="0"/>
                  </a:moveTo>
                  <a:lnTo>
                    <a:pt x="12981" y="178"/>
                  </a:lnTo>
                  <a:lnTo>
                    <a:pt x="13159" y="1067"/>
                  </a:lnTo>
                  <a:lnTo>
                    <a:pt x="12804" y="1779"/>
                  </a:lnTo>
                  <a:lnTo>
                    <a:pt x="12981" y="2312"/>
                  </a:lnTo>
                  <a:lnTo>
                    <a:pt x="12626" y="2668"/>
                  </a:lnTo>
                  <a:lnTo>
                    <a:pt x="10492" y="1956"/>
                  </a:lnTo>
                  <a:lnTo>
                    <a:pt x="9959" y="2134"/>
                  </a:lnTo>
                  <a:lnTo>
                    <a:pt x="9959" y="3379"/>
                  </a:lnTo>
                  <a:lnTo>
                    <a:pt x="9781" y="4268"/>
                  </a:lnTo>
                  <a:lnTo>
                    <a:pt x="9247" y="4090"/>
                  </a:lnTo>
                  <a:lnTo>
                    <a:pt x="8892" y="3735"/>
                  </a:lnTo>
                  <a:lnTo>
                    <a:pt x="8003" y="4624"/>
                  </a:lnTo>
                  <a:lnTo>
                    <a:pt x="7647" y="5868"/>
                  </a:lnTo>
                  <a:lnTo>
                    <a:pt x="7114" y="6224"/>
                  </a:lnTo>
                  <a:lnTo>
                    <a:pt x="7469" y="6935"/>
                  </a:lnTo>
                  <a:lnTo>
                    <a:pt x="7469" y="7824"/>
                  </a:lnTo>
                  <a:lnTo>
                    <a:pt x="7114" y="8358"/>
                  </a:lnTo>
                  <a:lnTo>
                    <a:pt x="6402" y="9602"/>
                  </a:lnTo>
                  <a:lnTo>
                    <a:pt x="6047" y="9780"/>
                  </a:lnTo>
                  <a:lnTo>
                    <a:pt x="6224" y="10136"/>
                  </a:lnTo>
                  <a:lnTo>
                    <a:pt x="6224" y="10492"/>
                  </a:lnTo>
                  <a:lnTo>
                    <a:pt x="5869" y="10669"/>
                  </a:lnTo>
                  <a:lnTo>
                    <a:pt x="5513" y="11025"/>
                  </a:lnTo>
                  <a:lnTo>
                    <a:pt x="4802" y="11025"/>
                  </a:lnTo>
                  <a:lnTo>
                    <a:pt x="4802" y="11558"/>
                  </a:lnTo>
                  <a:lnTo>
                    <a:pt x="4980" y="12092"/>
                  </a:lnTo>
                  <a:lnTo>
                    <a:pt x="4802" y="12981"/>
                  </a:lnTo>
                  <a:lnTo>
                    <a:pt x="4802" y="14048"/>
                  </a:lnTo>
                  <a:lnTo>
                    <a:pt x="4624" y="14226"/>
                  </a:lnTo>
                  <a:lnTo>
                    <a:pt x="4624" y="14581"/>
                  </a:lnTo>
                  <a:lnTo>
                    <a:pt x="3557" y="16182"/>
                  </a:lnTo>
                  <a:lnTo>
                    <a:pt x="4268" y="16893"/>
                  </a:lnTo>
                  <a:lnTo>
                    <a:pt x="4268" y="17960"/>
                  </a:lnTo>
                  <a:lnTo>
                    <a:pt x="4091" y="18315"/>
                  </a:lnTo>
                  <a:lnTo>
                    <a:pt x="2846" y="18138"/>
                  </a:lnTo>
                  <a:lnTo>
                    <a:pt x="2135" y="18493"/>
                  </a:lnTo>
                  <a:lnTo>
                    <a:pt x="1423" y="19738"/>
                  </a:lnTo>
                  <a:lnTo>
                    <a:pt x="1423" y="20094"/>
                  </a:lnTo>
                  <a:lnTo>
                    <a:pt x="1246" y="20449"/>
                  </a:lnTo>
                  <a:lnTo>
                    <a:pt x="1246" y="20983"/>
                  </a:lnTo>
                  <a:lnTo>
                    <a:pt x="1423" y="21694"/>
                  </a:lnTo>
                  <a:lnTo>
                    <a:pt x="1246" y="21872"/>
                  </a:lnTo>
                  <a:lnTo>
                    <a:pt x="1423" y="22227"/>
                  </a:lnTo>
                  <a:lnTo>
                    <a:pt x="1246" y="22761"/>
                  </a:lnTo>
                  <a:lnTo>
                    <a:pt x="1601" y="23650"/>
                  </a:lnTo>
                  <a:lnTo>
                    <a:pt x="1601" y="23828"/>
                  </a:lnTo>
                  <a:lnTo>
                    <a:pt x="1423" y="25428"/>
                  </a:lnTo>
                  <a:lnTo>
                    <a:pt x="1779" y="25961"/>
                  </a:lnTo>
                  <a:lnTo>
                    <a:pt x="2135" y="26139"/>
                  </a:lnTo>
                  <a:lnTo>
                    <a:pt x="2313" y="26495"/>
                  </a:lnTo>
                  <a:lnTo>
                    <a:pt x="2313" y="26851"/>
                  </a:lnTo>
                  <a:lnTo>
                    <a:pt x="2135" y="27740"/>
                  </a:lnTo>
                  <a:lnTo>
                    <a:pt x="1601" y="27917"/>
                  </a:lnTo>
                  <a:lnTo>
                    <a:pt x="1957" y="29162"/>
                  </a:lnTo>
                  <a:lnTo>
                    <a:pt x="1957" y="29340"/>
                  </a:lnTo>
                  <a:lnTo>
                    <a:pt x="1779" y="30407"/>
                  </a:lnTo>
                  <a:lnTo>
                    <a:pt x="1423" y="31118"/>
                  </a:lnTo>
                  <a:lnTo>
                    <a:pt x="890" y="31296"/>
                  </a:lnTo>
                  <a:lnTo>
                    <a:pt x="1068" y="31296"/>
                  </a:lnTo>
                  <a:lnTo>
                    <a:pt x="1068" y="31652"/>
                  </a:lnTo>
                  <a:lnTo>
                    <a:pt x="712" y="32007"/>
                  </a:lnTo>
                  <a:lnTo>
                    <a:pt x="890" y="32718"/>
                  </a:lnTo>
                  <a:lnTo>
                    <a:pt x="890" y="32896"/>
                  </a:lnTo>
                  <a:lnTo>
                    <a:pt x="712" y="33963"/>
                  </a:lnTo>
                  <a:lnTo>
                    <a:pt x="179" y="33963"/>
                  </a:lnTo>
                  <a:lnTo>
                    <a:pt x="179" y="33608"/>
                  </a:lnTo>
                  <a:lnTo>
                    <a:pt x="179" y="33430"/>
                  </a:lnTo>
                  <a:lnTo>
                    <a:pt x="1" y="33785"/>
                  </a:lnTo>
                  <a:lnTo>
                    <a:pt x="1" y="35208"/>
                  </a:lnTo>
                  <a:lnTo>
                    <a:pt x="357" y="35563"/>
                  </a:lnTo>
                  <a:lnTo>
                    <a:pt x="534" y="36275"/>
                  </a:lnTo>
                  <a:lnTo>
                    <a:pt x="712" y="36630"/>
                  </a:lnTo>
                  <a:lnTo>
                    <a:pt x="534" y="36986"/>
                  </a:lnTo>
                  <a:lnTo>
                    <a:pt x="712" y="36986"/>
                  </a:lnTo>
                  <a:lnTo>
                    <a:pt x="890" y="37342"/>
                  </a:lnTo>
                  <a:lnTo>
                    <a:pt x="1068" y="37342"/>
                  </a:lnTo>
                  <a:lnTo>
                    <a:pt x="1068" y="37875"/>
                  </a:lnTo>
                  <a:lnTo>
                    <a:pt x="1246" y="37875"/>
                  </a:lnTo>
                  <a:lnTo>
                    <a:pt x="1423" y="38231"/>
                  </a:lnTo>
                  <a:lnTo>
                    <a:pt x="1423" y="38409"/>
                  </a:lnTo>
                  <a:lnTo>
                    <a:pt x="1779" y="39120"/>
                  </a:lnTo>
                  <a:lnTo>
                    <a:pt x="1957" y="39298"/>
                  </a:lnTo>
                  <a:lnTo>
                    <a:pt x="2313" y="39831"/>
                  </a:lnTo>
                  <a:lnTo>
                    <a:pt x="2490" y="40009"/>
                  </a:lnTo>
                  <a:lnTo>
                    <a:pt x="2490" y="40542"/>
                  </a:lnTo>
                  <a:lnTo>
                    <a:pt x="2135" y="40720"/>
                  </a:lnTo>
                  <a:lnTo>
                    <a:pt x="2313" y="41076"/>
                  </a:lnTo>
                  <a:lnTo>
                    <a:pt x="1957" y="41076"/>
                  </a:lnTo>
                  <a:lnTo>
                    <a:pt x="2668" y="42320"/>
                  </a:lnTo>
                  <a:lnTo>
                    <a:pt x="2490" y="42676"/>
                  </a:lnTo>
                  <a:lnTo>
                    <a:pt x="2668" y="43032"/>
                  </a:lnTo>
                  <a:lnTo>
                    <a:pt x="3024" y="43210"/>
                  </a:lnTo>
                  <a:lnTo>
                    <a:pt x="3557" y="43032"/>
                  </a:lnTo>
                  <a:lnTo>
                    <a:pt x="4268" y="43032"/>
                  </a:lnTo>
                  <a:lnTo>
                    <a:pt x="4268" y="41965"/>
                  </a:lnTo>
                  <a:lnTo>
                    <a:pt x="4624" y="41431"/>
                  </a:lnTo>
                  <a:lnTo>
                    <a:pt x="4802" y="41609"/>
                  </a:lnTo>
                  <a:lnTo>
                    <a:pt x="4980" y="41254"/>
                  </a:lnTo>
                  <a:lnTo>
                    <a:pt x="5869" y="41254"/>
                  </a:lnTo>
                  <a:lnTo>
                    <a:pt x="6402" y="41076"/>
                  </a:lnTo>
                  <a:lnTo>
                    <a:pt x="6580" y="41431"/>
                  </a:lnTo>
                  <a:lnTo>
                    <a:pt x="6758" y="40898"/>
                  </a:lnTo>
                  <a:lnTo>
                    <a:pt x="6936" y="40720"/>
                  </a:lnTo>
                  <a:lnTo>
                    <a:pt x="7291" y="39831"/>
                  </a:lnTo>
                  <a:lnTo>
                    <a:pt x="7469" y="38942"/>
                  </a:lnTo>
                  <a:lnTo>
                    <a:pt x="7647" y="38764"/>
                  </a:lnTo>
                  <a:lnTo>
                    <a:pt x="7469" y="38586"/>
                  </a:lnTo>
                  <a:lnTo>
                    <a:pt x="7825" y="37519"/>
                  </a:lnTo>
                  <a:lnTo>
                    <a:pt x="7825" y="36808"/>
                  </a:lnTo>
                  <a:lnTo>
                    <a:pt x="8003" y="36630"/>
                  </a:lnTo>
                  <a:lnTo>
                    <a:pt x="7825" y="36453"/>
                  </a:lnTo>
                  <a:lnTo>
                    <a:pt x="8180" y="35563"/>
                  </a:lnTo>
                  <a:lnTo>
                    <a:pt x="8180" y="35030"/>
                  </a:lnTo>
                  <a:lnTo>
                    <a:pt x="7825" y="34497"/>
                  </a:lnTo>
                  <a:lnTo>
                    <a:pt x="8536" y="34319"/>
                  </a:lnTo>
                  <a:lnTo>
                    <a:pt x="8892" y="34141"/>
                  </a:lnTo>
                  <a:lnTo>
                    <a:pt x="9070" y="33785"/>
                  </a:lnTo>
                  <a:lnTo>
                    <a:pt x="9070" y="33430"/>
                  </a:lnTo>
                  <a:lnTo>
                    <a:pt x="9603" y="33963"/>
                  </a:lnTo>
                  <a:lnTo>
                    <a:pt x="10136" y="33252"/>
                  </a:lnTo>
                  <a:lnTo>
                    <a:pt x="10492" y="33430"/>
                  </a:lnTo>
                  <a:lnTo>
                    <a:pt x="10848" y="32718"/>
                  </a:lnTo>
                  <a:lnTo>
                    <a:pt x="10848" y="31652"/>
                  </a:lnTo>
                  <a:lnTo>
                    <a:pt x="11381" y="31296"/>
                  </a:lnTo>
                  <a:lnTo>
                    <a:pt x="11025" y="30940"/>
                  </a:lnTo>
                  <a:lnTo>
                    <a:pt x="10848" y="30229"/>
                  </a:lnTo>
                  <a:lnTo>
                    <a:pt x="10848" y="30407"/>
                  </a:lnTo>
                  <a:lnTo>
                    <a:pt x="10492" y="30407"/>
                  </a:lnTo>
                  <a:lnTo>
                    <a:pt x="10492" y="29873"/>
                  </a:lnTo>
                  <a:lnTo>
                    <a:pt x="10314" y="29518"/>
                  </a:lnTo>
                  <a:lnTo>
                    <a:pt x="10314" y="29696"/>
                  </a:lnTo>
                  <a:lnTo>
                    <a:pt x="9781" y="29518"/>
                  </a:lnTo>
                  <a:lnTo>
                    <a:pt x="9603" y="28984"/>
                  </a:lnTo>
                  <a:lnTo>
                    <a:pt x="9247" y="29162"/>
                  </a:lnTo>
                  <a:lnTo>
                    <a:pt x="9070" y="28984"/>
                  </a:lnTo>
                  <a:lnTo>
                    <a:pt x="8714" y="28807"/>
                  </a:lnTo>
                  <a:lnTo>
                    <a:pt x="8536" y="27562"/>
                  </a:lnTo>
                  <a:lnTo>
                    <a:pt x="8358" y="25961"/>
                  </a:lnTo>
                  <a:lnTo>
                    <a:pt x="8536" y="25606"/>
                  </a:lnTo>
                  <a:lnTo>
                    <a:pt x="8892" y="25784"/>
                  </a:lnTo>
                  <a:lnTo>
                    <a:pt x="8714" y="25250"/>
                  </a:lnTo>
                  <a:lnTo>
                    <a:pt x="8714" y="25072"/>
                  </a:lnTo>
                  <a:lnTo>
                    <a:pt x="8892" y="24183"/>
                  </a:lnTo>
                  <a:lnTo>
                    <a:pt x="9070" y="24183"/>
                  </a:lnTo>
                  <a:lnTo>
                    <a:pt x="9070" y="24005"/>
                  </a:lnTo>
                  <a:lnTo>
                    <a:pt x="8892" y="23472"/>
                  </a:lnTo>
                  <a:lnTo>
                    <a:pt x="9781" y="22761"/>
                  </a:lnTo>
                  <a:lnTo>
                    <a:pt x="9959" y="22227"/>
                  </a:lnTo>
                  <a:lnTo>
                    <a:pt x="10314" y="21872"/>
                  </a:lnTo>
                  <a:lnTo>
                    <a:pt x="10492" y="21160"/>
                  </a:lnTo>
                  <a:lnTo>
                    <a:pt x="10848" y="20983"/>
                  </a:lnTo>
                  <a:lnTo>
                    <a:pt x="10670" y="20627"/>
                  </a:lnTo>
                  <a:lnTo>
                    <a:pt x="11203" y="20805"/>
                  </a:lnTo>
                  <a:lnTo>
                    <a:pt x="11381" y="20627"/>
                  </a:lnTo>
                  <a:lnTo>
                    <a:pt x="11381" y="20271"/>
                  </a:lnTo>
                  <a:lnTo>
                    <a:pt x="11559" y="19916"/>
                  </a:lnTo>
                  <a:lnTo>
                    <a:pt x="11915" y="20094"/>
                  </a:lnTo>
                  <a:lnTo>
                    <a:pt x="11915" y="19916"/>
                  </a:lnTo>
                  <a:lnTo>
                    <a:pt x="11915" y="19560"/>
                  </a:lnTo>
                  <a:lnTo>
                    <a:pt x="12270" y="19916"/>
                  </a:lnTo>
                  <a:lnTo>
                    <a:pt x="12626" y="19382"/>
                  </a:lnTo>
                  <a:lnTo>
                    <a:pt x="13337" y="19027"/>
                  </a:lnTo>
                  <a:lnTo>
                    <a:pt x="14048" y="17782"/>
                  </a:lnTo>
                  <a:lnTo>
                    <a:pt x="14760" y="16893"/>
                  </a:lnTo>
                  <a:lnTo>
                    <a:pt x="14404" y="16359"/>
                  </a:lnTo>
                  <a:lnTo>
                    <a:pt x="14226" y="15648"/>
                  </a:lnTo>
                  <a:lnTo>
                    <a:pt x="14760" y="14581"/>
                  </a:lnTo>
                  <a:lnTo>
                    <a:pt x="14937" y="13870"/>
                  </a:lnTo>
                  <a:lnTo>
                    <a:pt x="15293" y="14048"/>
                  </a:lnTo>
                  <a:lnTo>
                    <a:pt x="15471" y="12981"/>
                  </a:lnTo>
                  <a:lnTo>
                    <a:pt x="15649" y="13337"/>
                  </a:lnTo>
                  <a:lnTo>
                    <a:pt x="16004" y="12803"/>
                  </a:lnTo>
                  <a:lnTo>
                    <a:pt x="16004" y="12092"/>
                  </a:lnTo>
                  <a:lnTo>
                    <a:pt x="16538" y="12270"/>
                  </a:lnTo>
                  <a:lnTo>
                    <a:pt x="16716" y="12092"/>
                  </a:lnTo>
                  <a:lnTo>
                    <a:pt x="17249" y="12270"/>
                  </a:lnTo>
                  <a:lnTo>
                    <a:pt x="17960" y="12092"/>
                  </a:lnTo>
                  <a:lnTo>
                    <a:pt x="18672" y="12092"/>
                  </a:lnTo>
                  <a:lnTo>
                    <a:pt x="18494" y="11914"/>
                  </a:lnTo>
                  <a:lnTo>
                    <a:pt x="18316" y="11025"/>
                  </a:lnTo>
                  <a:lnTo>
                    <a:pt x="17960" y="10847"/>
                  </a:lnTo>
                  <a:lnTo>
                    <a:pt x="17960" y="9780"/>
                  </a:lnTo>
                  <a:lnTo>
                    <a:pt x="18138" y="9425"/>
                  </a:lnTo>
                  <a:lnTo>
                    <a:pt x="18316" y="8536"/>
                  </a:lnTo>
                  <a:lnTo>
                    <a:pt x="17782" y="7113"/>
                  </a:lnTo>
                  <a:lnTo>
                    <a:pt x="17782" y="6757"/>
                  </a:lnTo>
                  <a:lnTo>
                    <a:pt x="17960" y="6580"/>
                  </a:lnTo>
                  <a:lnTo>
                    <a:pt x="17960" y="6402"/>
                  </a:lnTo>
                  <a:lnTo>
                    <a:pt x="17605" y="6224"/>
                  </a:lnTo>
                  <a:lnTo>
                    <a:pt x="17782" y="5513"/>
                  </a:lnTo>
                  <a:lnTo>
                    <a:pt x="17605" y="4624"/>
                  </a:lnTo>
                  <a:lnTo>
                    <a:pt x="17782" y="4268"/>
                  </a:lnTo>
                  <a:lnTo>
                    <a:pt x="17427" y="3557"/>
                  </a:lnTo>
                  <a:lnTo>
                    <a:pt x="17071" y="3557"/>
                  </a:lnTo>
                  <a:lnTo>
                    <a:pt x="17071" y="3023"/>
                  </a:lnTo>
                  <a:lnTo>
                    <a:pt x="16004" y="2312"/>
                  </a:lnTo>
                  <a:lnTo>
                    <a:pt x="15649" y="2312"/>
                  </a:lnTo>
                  <a:lnTo>
                    <a:pt x="13871" y="534"/>
                  </a:lnTo>
                  <a:lnTo>
                    <a:pt x="13693" y="178"/>
                  </a:lnTo>
                  <a:lnTo>
                    <a:pt x="1333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8" name="Google Shape;1448;p60"/>
            <p:cNvSpPr/>
            <p:nvPr/>
          </p:nvSpPr>
          <p:spPr>
            <a:xfrm>
              <a:off x="1385025" y="2844150"/>
              <a:ext cx="355650" cy="333425"/>
            </a:xfrm>
            <a:custGeom>
              <a:rect b="b" l="l" r="r" t="t"/>
              <a:pathLst>
                <a:path extrusionOk="0" h="13337" w="14226">
                  <a:moveTo>
                    <a:pt x="5868" y="0"/>
                  </a:moveTo>
                  <a:lnTo>
                    <a:pt x="5157" y="178"/>
                  </a:lnTo>
                  <a:lnTo>
                    <a:pt x="4446" y="356"/>
                  </a:lnTo>
                  <a:lnTo>
                    <a:pt x="3379" y="889"/>
                  </a:lnTo>
                  <a:lnTo>
                    <a:pt x="2846" y="1423"/>
                  </a:lnTo>
                  <a:lnTo>
                    <a:pt x="1779" y="1778"/>
                  </a:lnTo>
                  <a:lnTo>
                    <a:pt x="1067" y="1956"/>
                  </a:lnTo>
                  <a:lnTo>
                    <a:pt x="890" y="2312"/>
                  </a:lnTo>
                  <a:lnTo>
                    <a:pt x="534" y="2134"/>
                  </a:lnTo>
                  <a:lnTo>
                    <a:pt x="356" y="2312"/>
                  </a:lnTo>
                  <a:lnTo>
                    <a:pt x="534" y="2312"/>
                  </a:lnTo>
                  <a:lnTo>
                    <a:pt x="712" y="2489"/>
                  </a:lnTo>
                  <a:lnTo>
                    <a:pt x="534" y="2845"/>
                  </a:lnTo>
                  <a:lnTo>
                    <a:pt x="178" y="2845"/>
                  </a:lnTo>
                  <a:lnTo>
                    <a:pt x="356" y="3556"/>
                  </a:lnTo>
                  <a:lnTo>
                    <a:pt x="356" y="4445"/>
                  </a:lnTo>
                  <a:lnTo>
                    <a:pt x="0" y="4623"/>
                  </a:lnTo>
                  <a:lnTo>
                    <a:pt x="0" y="4801"/>
                  </a:lnTo>
                  <a:lnTo>
                    <a:pt x="712" y="5512"/>
                  </a:lnTo>
                  <a:lnTo>
                    <a:pt x="534" y="5868"/>
                  </a:lnTo>
                  <a:lnTo>
                    <a:pt x="712" y="6224"/>
                  </a:lnTo>
                  <a:lnTo>
                    <a:pt x="890" y="6224"/>
                  </a:lnTo>
                  <a:lnTo>
                    <a:pt x="890" y="6935"/>
                  </a:lnTo>
                  <a:lnTo>
                    <a:pt x="712" y="7290"/>
                  </a:lnTo>
                  <a:lnTo>
                    <a:pt x="890" y="7646"/>
                  </a:lnTo>
                  <a:lnTo>
                    <a:pt x="890" y="7824"/>
                  </a:lnTo>
                  <a:lnTo>
                    <a:pt x="1245" y="8180"/>
                  </a:lnTo>
                  <a:lnTo>
                    <a:pt x="1245" y="8713"/>
                  </a:lnTo>
                  <a:lnTo>
                    <a:pt x="1067" y="9424"/>
                  </a:lnTo>
                  <a:lnTo>
                    <a:pt x="1067" y="9424"/>
                  </a:lnTo>
                  <a:lnTo>
                    <a:pt x="1245" y="9069"/>
                  </a:lnTo>
                  <a:lnTo>
                    <a:pt x="1601" y="9069"/>
                  </a:lnTo>
                  <a:lnTo>
                    <a:pt x="1779" y="9602"/>
                  </a:lnTo>
                  <a:lnTo>
                    <a:pt x="1956" y="9602"/>
                  </a:lnTo>
                  <a:lnTo>
                    <a:pt x="2490" y="9780"/>
                  </a:lnTo>
                  <a:lnTo>
                    <a:pt x="2846" y="9958"/>
                  </a:lnTo>
                  <a:lnTo>
                    <a:pt x="3201" y="9958"/>
                  </a:lnTo>
                  <a:lnTo>
                    <a:pt x="3201" y="10313"/>
                  </a:lnTo>
                  <a:lnTo>
                    <a:pt x="3023" y="10491"/>
                  </a:lnTo>
                  <a:lnTo>
                    <a:pt x="3557" y="11025"/>
                  </a:lnTo>
                  <a:lnTo>
                    <a:pt x="3557" y="11202"/>
                  </a:lnTo>
                  <a:lnTo>
                    <a:pt x="3735" y="10847"/>
                  </a:lnTo>
                  <a:lnTo>
                    <a:pt x="3912" y="10847"/>
                  </a:lnTo>
                  <a:lnTo>
                    <a:pt x="3735" y="10491"/>
                  </a:lnTo>
                  <a:lnTo>
                    <a:pt x="3912" y="10313"/>
                  </a:lnTo>
                  <a:lnTo>
                    <a:pt x="4802" y="10847"/>
                  </a:lnTo>
                  <a:lnTo>
                    <a:pt x="5157" y="10669"/>
                  </a:lnTo>
                  <a:lnTo>
                    <a:pt x="5157" y="11025"/>
                  </a:lnTo>
                  <a:lnTo>
                    <a:pt x="5335" y="11380"/>
                  </a:lnTo>
                  <a:lnTo>
                    <a:pt x="5691" y="11202"/>
                  </a:lnTo>
                  <a:lnTo>
                    <a:pt x="6046" y="11558"/>
                  </a:lnTo>
                  <a:lnTo>
                    <a:pt x="6402" y="11558"/>
                  </a:lnTo>
                  <a:lnTo>
                    <a:pt x="6402" y="11914"/>
                  </a:lnTo>
                  <a:lnTo>
                    <a:pt x="6757" y="12091"/>
                  </a:lnTo>
                  <a:lnTo>
                    <a:pt x="6757" y="12447"/>
                  </a:lnTo>
                  <a:lnTo>
                    <a:pt x="6935" y="12447"/>
                  </a:lnTo>
                  <a:lnTo>
                    <a:pt x="7113" y="12625"/>
                  </a:lnTo>
                  <a:lnTo>
                    <a:pt x="7647" y="12269"/>
                  </a:lnTo>
                  <a:lnTo>
                    <a:pt x="8180" y="12803"/>
                  </a:lnTo>
                  <a:lnTo>
                    <a:pt x="8180" y="13158"/>
                  </a:lnTo>
                  <a:lnTo>
                    <a:pt x="8358" y="13158"/>
                  </a:lnTo>
                  <a:lnTo>
                    <a:pt x="8536" y="12803"/>
                  </a:lnTo>
                  <a:lnTo>
                    <a:pt x="9069" y="12625"/>
                  </a:lnTo>
                  <a:lnTo>
                    <a:pt x="9247" y="12803"/>
                  </a:lnTo>
                  <a:lnTo>
                    <a:pt x="9425" y="12625"/>
                  </a:lnTo>
                  <a:lnTo>
                    <a:pt x="9780" y="12981"/>
                  </a:lnTo>
                  <a:lnTo>
                    <a:pt x="9958" y="12625"/>
                  </a:lnTo>
                  <a:lnTo>
                    <a:pt x="10492" y="12625"/>
                  </a:lnTo>
                  <a:lnTo>
                    <a:pt x="11203" y="12803"/>
                  </a:lnTo>
                  <a:lnTo>
                    <a:pt x="11559" y="13158"/>
                  </a:lnTo>
                  <a:lnTo>
                    <a:pt x="12092" y="13336"/>
                  </a:lnTo>
                  <a:lnTo>
                    <a:pt x="12270" y="13336"/>
                  </a:lnTo>
                  <a:lnTo>
                    <a:pt x="12270" y="13158"/>
                  </a:lnTo>
                  <a:lnTo>
                    <a:pt x="12270" y="12269"/>
                  </a:lnTo>
                  <a:lnTo>
                    <a:pt x="13514" y="10847"/>
                  </a:lnTo>
                  <a:lnTo>
                    <a:pt x="13692" y="10491"/>
                  </a:lnTo>
                  <a:lnTo>
                    <a:pt x="14226" y="10313"/>
                  </a:lnTo>
                  <a:lnTo>
                    <a:pt x="14226" y="10136"/>
                  </a:lnTo>
                  <a:lnTo>
                    <a:pt x="14048" y="9602"/>
                  </a:lnTo>
                  <a:lnTo>
                    <a:pt x="14226" y="9424"/>
                  </a:lnTo>
                  <a:lnTo>
                    <a:pt x="13692" y="8713"/>
                  </a:lnTo>
                  <a:lnTo>
                    <a:pt x="13514" y="8002"/>
                  </a:lnTo>
                  <a:lnTo>
                    <a:pt x="13514" y="7646"/>
                  </a:lnTo>
                  <a:lnTo>
                    <a:pt x="13514" y="6757"/>
                  </a:lnTo>
                  <a:lnTo>
                    <a:pt x="12981" y="6224"/>
                  </a:lnTo>
                  <a:lnTo>
                    <a:pt x="13337" y="5512"/>
                  </a:lnTo>
                  <a:lnTo>
                    <a:pt x="13870" y="5157"/>
                  </a:lnTo>
                  <a:lnTo>
                    <a:pt x="14048" y="4623"/>
                  </a:lnTo>
                  <a:lnTo>
                    <a:pt x="13870" y="4090"/>
                  </a:lnTo>
                  <a:lnTo>
                    <a:pt x="13514" y="2845"/>
                  </a:lnTo>
                  <a:lnTo>
                    <a:pt x="13337" y="2312"/>
                  </a:lnTo>
                  <a:lnTo>
                    <a:pt x="13337" y="2134"/>
                  </a:lnTo>
                  <a:lnTo>
                    <a:pt x="13337" y="1778"/>
                  </a:lnTo>
                  <a:lnTo>
                    <a:pt x="13159" y="1600"/>
                  </a:lnTo>
                  <a:lnTo>
                    <a:pt x="12625" y="1245"/>
                  </a:lnTo>
                  <a:lnTo>
                    <a:pt x="12448" y="1245"/>
                  </a:lnTo>
                  <a:lnTo>
                    <a:pt x="10492" y="1423"/>
                  </a:lnTo>
                  <a:lnTo>
                    <a:pt x="8713" y="1067"/>
                  </a:lnTo>
                  <a:lnTo>
                    <a:pt x="8180" y="1067"/>
                  </a:lnTo>
                  <a:lnTo>
                    <a:pt x="7647" y="1423"/>
                  </a:lnTo>
                  <a:lnTo>
                    <a:pt x="7291" y="1423"/>
                  </a:lnTo>
                  <a:lnTo>
                    <a:pt x="7291" y="1245"/>
                  </a:lnTo>
                  <a:lnTo>
                    <a:pt x="6757" y="1245"/>
                  </a:lnTo>
                  <a:lnTo>
                    <a:pt x="6224" y="1067"/>
                  </a:lnTo>
                  <a:lnTo>
                    <a:pt x="6224" y="711"/>
                  </a:lnTo>
                  <a:lnTo>
                    <a:pt x="586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49" name="Google Shape;1449;p60"/>
            <p:cNvSpPr/>
            <p:nvPr/>
          </p:nvSpPr>
          <p:spPr>
            <a:xfrm>
              <a:off x="1091625" y="3262000"/>
              <a:ext cx="155625" cy="88925"/>
            </a:xfrm>
            <a:custGeom>
              <a:rect b="b" l="l" r="r" t="t"/>
              <a:pathLst>
                <a:path extrusionOk="0" h="3557" w="6225">
                  <a:moveTo>
                    <a:pt x="3735" y="1"/>
                  </a:moveTo>
                  <a:lnTo>
                    <a:pt x="3379" y="179"/>
                  </a:lnTo>
                  <a:lnTo>
                    <a:pt x="2134" y="179"/>
                  </a:lnTo>
                  <a:lnTo>
                    <a:pt x="2134" y="356"/>
                  </a:lnTo>
                  <a:lnTo>
                    <a:pt x="1957" y="534"/>
                  </a:lnTo>
                  <a:lnTo>
                    <a:pt x="1601" y="534"/>
                  </a:lnTo>
                  <a:lnTo>
                    <a:pt x="1423" y="356"/>
                  </a:lnTo>
                  <a:lnTo>
                    <a:pt x="1245" y="534"/>
                  </a:lnTo>
                  <a:lnTo>
                    <a:pt x="1423" y="534"/>
                  </a:lnTo>
                  <a:lnTo>
                    <a:pt x="1245" y="1068"/>
                  </a:lnTo>
                  <a:lnTo>
                    <a:pt x="534" y="1779"/>
                  </a:lnTo>
                  <a:lnTo>
                    <a:pt x="534" y="1957"/>
                  </a:lnTo>
                  <a:lnTo>
                    <a:pt x="178" y="2312"/>
                  </a:lnTo>
                  <a:lnTo>
                    <a:pt x="1" y="2490"/>
                  </a:lnTo>
                  <a:lnTo>
                    <a:pt x="178" y="2490"/>
                  </a:lnTo>
                  <a:lnTo>
                    <a:pt x="178" y="2668"/>
                  </a:lnTo>
                  <a:lnTo>
                    <a:pt x="534" y="2312"/>
                  </a:lnTo>
                  <a:lnTo>
                    <a:pt x="1068" y="2490"/>
                  </a:lnTo>
                  <a:lnTo>
                    <a:pt x="1068" y="3024"/>
                  </a:lnTo>
                  <a:lnTo>
                    <a:pt x="1423" y="3557"/>
                  </a:lnTo>
                  <a:lnTo>
                    <a:pt x="1601" y="3557"/>
                  </a:lnTo>
                  <a:lnTo>
                    <a:pt x="2312" y="3379"/>
                  </a:lnTo>
                  <a:lnTo>
                    <a:pt x="2490" y="3557"/>
                  </a:lnTo>
                  <a:lnTo>
                    <a:pt x="2846" y="3024"/>
                  </a:lnTo>
                  <a:lnTo>
                    <a:pt x="2846" y="2846"/>
                  </a:lnTo>
                  <a:lnTo>
                    <a:pt x="3201" y="2312"/>
                  </a:lnTo>
                  <a:lnTo>
                    <a:pt x="3557" y="2490"/>
                  </a:lnTo>
                  <a:lnTo>
                    <a:pt x="3557" y="2846"/>
                  </a:lnTo>
                  <a:lnTo>
                    <a:pt x="3913" y="3201"/>
                  </a:lnTo>
                  <a:lnTo>
                    <a:pt x="4090" y="3201"/>
                  </a:lnTo>
                  <a:lnTo>
                    <a:pt x="4446" y="2846"/>
                  </a:lnTo>
                  <a:lnTo>
                    <a:pt x="4446" y="2312"/>
                  </a:lnTo>
                  <a:lnTo>
                    <a:pt x="4979" y="2312"/>
                  </a:lnTo>
                  <a:lnTo>
                    <a:pt x="5157" y="2668"/>
                  </a:lnTo>
                  <a:lnTo>
                    <a:pt x="5691" y="2490"/>
                  </a:lnTo>
                  <a:lnTo>
                    <a:pt x="5691" y="2134"/>
                  </a:lnTo>
                  <a:lnTo>
                    <a:pt x="5869" y="1957"/>
                  </a:lnTo>
                  <a:lnTo>
                    <a:pt x="6224" y="2134"/>
                  </a:lnTo>
                  <a:lnTo>
                    <a:pt x="6224" y="1779"/>
                  </a:lnTo>
                  <a:lnTo>
                    <a:pt x="6224" y="1601"/>
                  </a:lnTo>
                  <a:lnTo>
                    <a:pt x="6224" y="1423"/>
                  </a:lnTo>
                  <a:lnTo>
                    <a:pt x="5691" y="1779"/>
                  </a:lnTo>
                  <a:lnTo>
                    <a:pt x="5335" y="1423"/>
                  </a:lnTo>
                  <a:lnTo>
                    <a:pt x="4979" y="1245"/>
                  </a:lnTo>
                  <a:lnTo>
                    <a:pt x="4802" y="1245"/>
                  </a:lnTo>
                  <a:lnTo>
                    <a:pt x="4802" y="890"/>
                  </a:lnTo>
                  <a:lnTo>
                    <a:pt x="4802" y="712"/>
                  </a:lnTo>
                  <a:lnTo>
                    <a:pt x="5157" y="356"/>
                  </a:lnTo>
                  <a:lnTo>
                    <a:pt x="4979" y="179"/>
                  </a:lnTo>
                  <a:lnTo>
                    <a:pt x="4802" y="179"/>
                  </a:lnTo>
                  <a:lnTo>
                    <a:pt x="4624" y="1"/>
                  </a:lnTo>
                  <a:close/>
                </a:path>
              </a:pathLst>
            </a:custGeom>
            <a:solidFill>
              <a:schemeClr val="accent2"/>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0" name="Google Shape;1450;p60"/>
            <p:cNvSpPr/>
            <p:nvPr/>
          </p:nvSpPr>
          <p:spPr>
            <a:xfrm>
              <a:off x="1091625" y="3333125"/>
              <a:ext cx="4475" cy="25"/>
            </a:xfrm>
            <a:custGeom>
              <a:rect b="b" l="l" r="r" t="t"/>
              <a:pathLst>
                <a:path extrusionOk="0" h="1" w="179">
                  <a:moveTo>
                    <a:pt x="178" y="1"/>
                  </a:moveTo>
                  <a:lnTo>
                    <a:pt x="1" y="1"/>
                  </a:lnTo>
                  <a:lnTo>
                    <a:pt x="178" y="1"/>
                  </a:lnTo>
                  <a:lnTo>
                    <a:pt x="178" y="1"/>
                  </a:lnTo>
                  <a:close/>
                </a:path>
              </a:pathLst>
            </a:custGeom>
            <a:solidFill>
              <a:srgbClr val="FDDAD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1" name="Google Shape;1451;p60"/>
            <p:cNvSpPr/>
            <p:nvPr/>
          </p:nvSpPr>
          <p:spPr>
            <a:xfrm>
              <a:off x="1087175" y="2839700"/>
              <a:ext cx="324550" cy="435675"/>
            </a:xfrm>
            <a:custGeom>
              <a:rect b="b" l="l" r="r" t="t"/>
              <a:pathLst>
                <a:path extrusionOk="0" h="17427" w="12982">
                  <a:moveTo>
                    <a:pt x="3913" y="0"/>
                  </a:moveTo>
                  <a:lnTo>
                    <a:pt x="3913" y="178"/>
                  </a:lnTo>
                  <a:lnTo>
                    <a:pt x="4268" y="712"/>
                  </a:lnTo>
                  <a:lnTo>
                    <a:pt x="4268" y="1245"/>
                  </a:lnTo>
                  <a:lnTo>
                    <a:pt x="4091" y="1423"/>
                  </a:lnTo>
                  <a:lnTo>
                    <a:pt x="4268" y="1423"/>
                  </a:lnTo>
                  <a:lnTo>
                    <a:pt x="4268" y="1778"/>
                  </a:lnTo>
                  <a:lnTo>
                    <a:pt x="4446" y="1956"/>
                  </a:lnTo>
                  <a:lnTo>
                    <a:pt x="4268" y="2312"/>
                  </a:lnTo>
                  <a:lnTo>
                    <a:pt x="4446" y="2490"/>
                  </a:lnTo>
                  <a:lnTo>
                    <a:pt x="4802" y="2490"/>
                  </a:lnTo>
                  <a:lnTo>
                    <a:pt x="4802" y="2667"/>
                  </a:lnTo>
                  <a:lnTo>
                    <a:pt x="4091" y="2667"/>
                  </a:lnTo>
                  <a:lnTo>
                    <a:pt x="3735" y="2845"/>
                  </a:lnTo>
                  <a:lnTo>
                    <a:pt x="3735" y="3023"/>
                  </a:lnTo>
                  <a:lnTo>
                    <a:pt x="3913" y="3557"/>
                  </a:lnTo>
                  <a:lnTo>
                    <a:pt x="3913" y="3557"/>
                  </a:lnTo>
                  <a:lnTo>
                    <a:pt x="3379" y="3379"/>
                  </a:lnTo>
                  <a:lnTo>
                    <a:pt x="3379" y="3912"/>
                  </a:lnTo>
                  <a:lnTo>
                    <a:pt x="3024" y="3557"/>
                  </a:lnTo>
                  <a:lnTo>
                    <a:pt x="3024" y="3201"/>
                  </a:lnTo>
                  <a:lnTo>
                    <a:pt x="2846" y="3023"/>
                  </a:lnTo>
                  <a:lnTo>
                    <a:pt x="2668" y="3023"/>
                  </a:lnTo>
                  <a:lnTo>
                    <a:pt x="2312" y="3201"/>
                  </a:lnTo>
                  <a:lnTo>
                    <a:pt x="1957" y="3023"/>
                  </a:lnTo>
                  <a:lnTo>
                    <a:pt x="1779" y="3379"/>
                  </a:lnTo>
                  <a:lnTo>
                    <a:pt x="1601" y="3734"/>
                  </a:lnTo>
                  <a:lnTo>
                    <a:pt x="1957" y="3734"/>
                  </a:lnTo>
                  <a:lnTo>
                    <a:pt x="1957" y="3912"/>
                  </a:lnTo>
                  <a:lnTo>
                    <a:pt x="1957" y="4446"/>
                  </a:lnTo>
                  <a:lnTo>
                    <a:pt x="1779" y="4801"/>
                  </a:lnTo>
                  <a:lnTo>
                    <a:pt x="1779" y="5157"/>
                  </a:lnTo>
                  <a:lnTo>
                    <a:pt x="1601" y="5690"/>
                  </a:lnTo>
                  <a:lnTo>
                    <a:pt x="1246" y="5690"/>
                  </a:lnTo>
                  <a:lnTo>
                    <a:pt x="1068" y="5868"/>
                  </a:lnTo>
                  <a:lnTo>
                    <a:pt x="1601" y="5868"/>
                  </a:lnTo>
                  <a:lnTo>
                    <a:pt x="1601" y="6579"/>
                  </a:lnTo>
                  <a:lnTo>
                    <a:pt x="1246" y="6935"/>
                  </a:lnTo>
                  <a:lnTo>
                    <a:pt x="1246" y="7291"/>
                  </a:lnTo>
                  <a:lnTo>
                    <a:pt x="534" y="7468"/>
                  </a:lnTo>
                  <a:lnTo>
                    <a:pt x="356" y="7291"/>
                  </a:lnTo>
                  <a:lnTo>
                    <a:pt x="1" y="7646"/>
                  </a:lnTo>
                  <a:lnTo>
                    <a:pt x="356" y="8002"/>
                  </a:lnTo>
                  <a:lnTo>
                    <a:pt x="534" y="8535"/>
                  </a:lnTo>
                  <a:lnTo>
                    <a:pt x="179" y="8713"/>
                  </a:lnTo>
                  <a:lnTo>
                    <a:pt x="356" y="8891"/>
                  </a:lnTo>
                  <a:lnTo>
                    <a:pt x="1" y="9247"/>
                  </a:lnTo>
                  <a:lnTo>
                    <a:pt x="179" y="9424"/>
                  </a:lnTo>
                  <a:lnTo>
                    <a:pt x="179" y="9780"/>
                  </a:lnTo>
                  <a:lnTo>
                    <a:pt x="356" y="10136"/>
                  </a:lnTo>
                  <a:lnTo>
                    <a:pt x="356" y="10314"/>
                  </a:lnTo>
                  <a:lnTo>
                    <a:pt x="534" y="10491"/>
                  </a:lnTo>
                  <a:lnTo>
                    <a:pt x="712" y="11025"/>
                  </a:lnTo>
                  <a:lnTo>
                    <a:pt x="356" y="11203"/>
                  </a:lnTo>
                  <a:lnTo>
                    <a:pt x="356" y="11380"/>
                  </a:lnTo>
                  <a:lnTo>
                    <a:pt x="356" y="11558"/>
                  </a:lnTo>
                  <a:lnTo>
                    <a:pt x="712" y="11914"/>
                  </a:lnTo>
                  <a:lnTo>
                    <a:pt x="890" y="11914"/>
                  </a:lnTo>
                  <a:lnTo>
                    <a:pt x="890" y="12447"/>
                  </a:lnTo>
                  <a:lnTo>
                    <a:pt x="712" y="12803"/>
                  </a:lnTo>
                  <a:lnTo>
                    <a:pt x="890" y="12803"/>
                  </a:lnTo>
                  <a:lnTo>
                    <a:pt x="1246" y="13336"/>
                  </a:lnTo>
                  <a:lnTo>
                    <a:pt x="1779" y="13514"/>
                  </a:lnTo>
                  <a:lnTo>
                    <a:pt x="2312" y="13514"/>
                  </a:lnTo>
                  <a:lnTo>
                    <a:pt x="2490" y="13692"/>
                  </a:lnTo>
                  <a:lnTo>
                    <a:pt x="2846" y="13692"/>
                  </a:lnTo>
                  <a:lnTo>
                    <a:pt x="3202" y="13870"/>
                  </a:lnTo>
                  <a:lnTo>
                    <a:pt x="3379" y="13870"/>
                  </a:lnTo>
                  <a:lnTo>
                    <a:pt x="3024" y="14581"/>
                  </a:lnTo>
                  <a:lnTo>
                    <a:pt x="2846" y="14759"/>
                  </a:lnTo>
                  <a:lnTo>
                    <a:pt x="2490" y="15648"/>
                  </a:lnTo>
                  <a:lnTo>
                    <a:pt x="2490" y="16181"/>
                  </a:lnTo>
                  <a:lnTo>
                    <a:pt x="2312" y="16715"/>
                  </a:lnTo>
                  <a:lnTo>
                    <a:pt x="2490" y="16893"/>
                  </a:lnTo>
                  <a:lnTo>
                    <a:pt x="3202" y="16893"/>
                  </a:lnTo>
                  <a:lnTo>
                    <a:pt x="3913" y="16359"/>
                  </a:lnTo>
                  <a:lnTo>
                    <a:pt x="4091" y="16537"/>
                  </a:lnTo>
                  <a:lnTo>
                    <a:pt x="4268" y="16359"/>
                  </a:lnTo>
                  <a:lnTo>
                    <a:pt x="4268" y="16715"/>
                  </a:lnTo>
                  <a:lnTo>
                    <a:pt x="4980" y="16715"/>
                  </a:lnTo>
                  <a:lnTo>
                    <a:pt x="5157" y="16893"/>
                  </a:lnTo>
                  <a:lnTo>
                    <a:pt x="5869" y="16893"/>
                  </a:lnTo>
                  <a:lnTo>
                    <a:pt x="5869" y="17071"/>
                  </a:lnTo>
                  <a:lnTo>
                    <a:pt x="6047" y="17248"/>
                  </a:lnTo>
                  <a:lnTo>
                    <a:pt x="6224" y="17248"/>
                  </a:lnTo>
                  <a:lnTo>
                    <a:pt x="6224" y="17426"/>
                  </a:lnTo>
                  <a:lnTo>
                    <a:pt x="6402" y="17248"/>
                  </a:lnTo>
                  <a:lnTo>
                    <a:pt x="6402" y="16893"/>
                  </a:lnTo>
                  <a:lnTo>
                    <a:pt x="7291" y="16893"/>
                  </a:lnTo>
                  <a:lnTo>
                    <a:pt x="7291" y="17248"/>
                  </a:lnTo>
                  <a:lnTo>
                    <a:pt x="7825" y="17248"/>
                  </a:lnTo>
                  <a:lnTo>
                    <a:pt x="7825" y="17071"/>
                  </a:lnTo>
                  <a:lnTo>
                    <a:pt x="8003" y="17071"/>
                  </a:lnTo>
                  <a:lnTo>
                    <a:pt x="8180" y="16893"/>
                  </a:lnTo>
                  <a:lnTo>
                    <a:pt x="8892" y="16715"/>
                  </a:lnTo>
                  <a:lnTo>
                    <a:pt x="8892" y="16537"/>
                  </a:lnTo>
                  <a:lnTo>
                    <a:pt x="9247" y="16537"/>
                  </a:lnTo>
                  <a:lnTo>
                    <a:pt x="9425" y="16715"/>
                  </a:lnTo>
                  <a:lnTo>
                    <a:pt x="9781" y="16715"/>
                  </a:lnTo>
                  <a:lnTo>
                    <a:pt x="10136" y="17071"/>
                  </a:lnTo>
                  <a:lnTo>
                    <a:pt x="10136" y="16893"/>
                  </a:lnTo>
                  <a:lnTo>
                    <a:pt x="9959" y="16715"/>
                  </a:lnTo>
                  <a:lnTo>
                    <a:pt x="10136" y="16359"/>
                  </a:lnTo>
                  <a:lnTo>
                    <a:pt x="9959" y="16181"/>
                  </a:lnTo>
                  <a:lnTo>
                    <a:pt x="9781" y="15648"/>
                  </a:lnTo>
                  <a:lnTo>
                    <a:pt x="9959" y="15470"/>
                  </a:lnTo>
                  <a:lnTo>
                    <a:pt x="10670" y="15115"/>
                  </a:lnTo>
                  <a:lnTo>
                    <a:pt x="10670" y="14759"/>
                  </a:lnTo>
                  <a:lnTo>
                    <a:pt x="11025" y="14759"/>
                  </a:lnTo>
                  <a:lnTo>
                    <a:pt x="11203" y="14937"/>
                  </a:lnTo>
                  <a:lnTo>
                    <a:pt x="11203" y="14403"/>
                  </a:lnTo>
                  <a:lnTo>
                    <a:pt x="11381" y="14403"/>
                  </a:lnTo>
                  <a:lnTo>
                    <a:pt x="10848" y="14048"/>
                  </a:lnTo>
                  <a:lnTo>
                    <a:pt x="10670" y="14048"/>
                  </a:lnTo>
                  <a:lnTo>
                    <a:pt x="10670" y="13870"/>
                  </a:lnTo>
                  <a:lnTo>
                    <a:pt x="10136" y="13336"/>
                  </a:lnTo>
                  <a:lnTo>
                    <a:pt x="9781" y="13159"/>
                  </a:lnTo>
                  <a:lnTo>
                    <a:pt x="9603" y="12981"/>
                  </a:lnTo>
                  <a:lnTo>
                    <a:pt x="9603" y="12803"/>
                  </a:lnTo>
                  <a:lnTo>
                    <a:pt x="9425" y="12803"/>
                  </a:lnTo>
                  <a:lnTo>
                    <a:pt x="9247" y="12092"/>
                  </a:lnTo>
                  <a:lnTo>
                    <a:pt x="9425" y="11914"/>
                  </a:lnTo>
                  <a:lnTo>
                    <a:pt x="9069" y="11558"/>
                  </a:lnTo>
                  <a:lnTo>
                    <a:pt x="8892" y="11203"/>
                  </a:lnTo>
                  <a:lnTo>
                    <a:pt x="8358" y="10669"/>
                  </a:lnTo>
                  <a:lnTo>
                    <a:pt x="9069" y="11025"/>
                  </a:lnTo>
                  <a:lnTo>
                    <a:pt x="9425" y="10669"/>
                  </a:lnTo>
                  <a:lnTo>
                    <a:pt x="9959" y="10491"/>
                  </a:lnTo>
                  <a:lnTo>
                    <a:pt x="10136" y="10669"/>
                  </a:lnTo>
                  <a:lnTo>
                    <a:pt x="10136" y="10491"/>
                  </a:lnTo>
                  <a:lnTo>
                    <a:pt x="10848" y="10136"/>
                  </a:lnTo>
                  <a:lnTo>
                    <a:pt x="11025" y="9958"/>
                  </a:lnTo>
                  <a:lnTo>
                    <a:pt x="11203" y="9958"/>
                  </a:lnTo>
                  <a:lnTo>
                    <a:pt x="12092" y="9424"/>
                  </a:lnTo>
                  <a:lnTo>
                    <a:pt x="11914" y="9424"/>
                  </a:lnTo>
                  <a:lnTo>
                    <a:pt x="11914" y="9069"/>
                  </a:lnTo>
                  <a:lnTo>
                    <a:pt x="12448" y="9247"/>
                  </a:lnTo>
                  <a:lnTo>
                    <a:pt x="12626" y="9247"/>
                  </a:lnTo>
                  <a:lnTo>
                    <a:pt x="12626" y="9602"/>
                  </a:lnTo>
                  <a:lnTo>
                    <a:pt x="12804" y="9780"/>
                  </a:lnTo>
                  <a:lnTo>
                    <a:pt x="12804" y="9602"/>
                  </a:lnTo>
                  <a:lnTo>
                    <a:pt x="12981" y="8891"/>
                  </a:lnTo>
                  <a:lnTo>
                    <a:pt x="12981" y="8535"/>
                  </a:lnTo>
                  <a:lnTo>
                    <a:pt x="12626" y="8180"/>
                  </a:lnTo>
                  <a:lnTo>
                    <a:pt x="12626" y="8002"/>
                  </a:lnTo>
                  <a:lnTo>
                    <a:pt x="12448" y="7291"/>
                  </a:lnTo>
                  <a:lnTo>
                    <a:pt x="12626" y="6935"/>
                  </a:lnTo>
                  <a:lnTo>
                    <a:pt x="12626" y="6579"/>
                  </a:lnTo>
                  <a:lnTo>
                    <a:pt x="12448" y="6579"/>
                  </a:lnTo>
                  <a:lnTo>
                    <a:pt x="12270" y="6046"/>
                  </a:lnTo>
                  <a:lnTo>
                    <a:pt x="12448" y="5868"/>
                  </a:lnTo>
                  <a:lnTo>
                    <a:pt x="11737" y="5157"/>
                  </a:lnTo>
                  <a:lnTo>
                    <a:pt x="11737" y="4623"/>
                  </a:lnTo>
                  <a:lnTo>
                    <a:pt x="12092" y="4446"/>
                  </a:lnTo>
                  <a:lnTo>
                    <a:pt x="12092" y="3734"/>
                  </a:lnTo>
                  <a:lnTo>
                    <a:pt x="11914" y="3023"/>
                  </a:lnTo>
                  <a:lnTo>
                    <a:pt x="11559" y="2845"/>
                  </a:lnTo>
                  <a:lnTo>
                    <a:pt x="11203" y="2490"/>
                  </a:lnTo>
                  <a:lnTo>
                    <a:pt x="11914" y="2490"/>
                  </a:lnTo>
                  <a:lnTo>
                    <a:pt x="11737" y="2312"/>
                  </a:lnTo>
                  <a:lnTo>
                    <a:pt x="11559" y="2312"/>
                  </a:lnTo>
                  <a:lnTo>
                    <a:pt x="11203" y="1956"/>
                  </a:lnTo>
                  <a:lnTo>
                    <a:pt x="10848" y="2134"/>
                  </a:lnTo>
                  <a:lnTo>
                    <a:pt x="10492" y="1601"/>
                  </a:lnTo>
                  <a:lnTo>
                    <a:pt x="10670" y="1423"/>
                  </a:lnTo>
                  <a:lnTo>
                    <a:pt x="11025" y="1245"/>
                  </a:lnTo>
                  <a:lnTo>
                    <a:pt x="10848" y="1245"/>
                  </a:lnTo>
                  <a:lnTo>
                    <a:pt x="11025" y="889"/>
                  </a:lnTo>
                  <a:lnTo>
                    <a:pt x="10670" y="1067"/>
                  </a:lnTo>
                  <a:lnTo>
                    <a:pt x="10492" y="712"/>
                  </a:lnTo>
                  <a:lnTo>
                    <a:pt x="10492" y="889"/>
                  </a:lnTo>
                  <a:lnTo>
                    <a:pt x="10492" y="1423"/>
                  </a:lnTo>
                  <a:lnTo>
                    <a:pt x="10136" y="1245"/>
                  </a:lnTo>
                  <a:lnTo>
                    <a:pt x="9959" y="1423"/>
                  </a:lnTo>
                  <a:lnTo>
                    <a:pt x="9603" y="1245"/>
                  </a:lnTo>
                  <a:lnTo>
                    <a:pt x="9425" y="1601"/>
                  </a:lnTo>
                  <a:lnTo>
                    <a:pt x="9247" y="1601"/>
                  </a:lnTo>
                  <a:lnTo>
                    <a:pt x="8892" y="1956"/>
                  </a:lnTo>
                  <a:lnTo>
                    <a:pt x="8358" y="1956"/>
                  </a:lnTo>
                  <a:lnTo>
                    <a:pt x="8180" y="2312"/>
                  </a:lnTo>
                  <a:lnTo>
                    <a:pt x="7647" y="2490"/>
                  </a:lnTo>
                  <a:lnTo>
                    <a:pt x="7469" y="2312"/>
                  </a:lnTo>
                  <a:lnTo>
                    <a:pt x="7113" y="2490"/>
                  </a:lnTo>
                  <a:lnTo>
                    <a:pt x="6936" y="2312"/>
                  </a:lnTo>
                  <a:lnTo>
                    <a:pt x="6936" y="1956"/>
                  </a:lnTo>
                  <a:lnTo>
                    <a:pt x="7291" y="1601"/>
                  </a:lnTo>
                  <a:lnTo>
                    <a:pt x="7113" y="1423"/>
                  </a:lnTo>
                  <a:lnTo>
                    <a:pt x="6758" y="1601"/>
                  </a:lnTo>
                  <a:lnTo>
                    <a:pt x="6402" y="1245"/>
                  </a:lnTo>
                  <a:lnTo>
                    <a:pt x="6047" y="1601"/>
                  </a:lnTo>
                  <a:lnTo>
                    <a:pt x="6047" y="1245"/>
                  </a:lnTo>
                  <a:lnTo>
                    <a:pt x="5691" y="1067"/>
                  </a:lnTo>
                  <a:lnTo>
                    <a:pt x="5869" y="534"/>
                  </a:lnTo>
                  <a:lnTo>
                    <a:pt x="5691" y="356"/>
                  </a:lnTo>
                  <a:lnTo>
                    <a:pt x="4980" y="356"/>
                  </a:lnTo>
                  <a:lnTo>
                    <a:pt x="4446" y="178"/>
                  </a:lnTo>
                  <a:lnTo>
                    <a:pt x="4268" y="178"/>
                  </a:lnTo>
                  <a:lnTo>
                    <a:pt x="3913"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2" name="Google Shape;1452;p60"/>
            <p:cNvSpPr/>
            <p:nvPr/>
          </p:nvSpPr>
          <p:spPr>
            <a:xfrm>
              <a:off x="1082750" y="3124200"/>
              <a:ext cx="22250" cy="35575"/>
            </a:xfrm>
            <a:custGeom>
              <a:rect b="b" l="l" r="r" t="t"/>
              <a:pathLst>
                <a:path extrusionOk="0" h="1423" w="890">
                  <a:moveTo>
                    <a:pt x="356" y="0"/>
                  </a:moveTo>
                  <a:lnTo>
                    <a:pt x="178" y="178"/>
                  </a:lnTo>
                  <a:lnTo>
                    <a:pt x="0" y="534"/>
                  </a:lnTo>
                  <a:lnTo>
                    <a:pt x="178" y="889"/>
                  </a:lnTo>
                  <a:lnTo>
                    <a:pt x="0" y="1245"/>
                  </a:lnTo>
                  <a:lnTo>
                    <a:pt x="178" y="1245"/>
                  </a:lnTo>
                  <a:lnTo>
                    <a:pt x="711" y="1423"/>
                  </a:lnTo>
                  <a:lnTo>
                    <a:pt x="711" y="1245"/>
                  </a:lnTo>
                  <a:lnTo>
                    <a:pt x="889" y="889"/>
                  </a:lnTo>
                  <a:lnTo>
                    <a:pt x="889" y="712"/>
                  </a:lnTo>
                  <a:lnTo>
                    <a:pt x="711" y="712"/>
                  </a:lnTo>
                  <a:lnTo>
                    <a:pt x="356" y="356"/>
                  </a:lnTo>
                  <a:lnTo>
                    <a:pt x="356"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3" name="Google Shape;1453;p60"/>
            <p:cNvSpPr/>
            <p:nvPr/>
          </p:nvSpPr>
          <p:spPr>
            <a:xfrm>
              <a:off x="3723300" y="3919925"/>
              <a:ext cx="8925" cy="13350"/>
            </a:xfrm>
            <a:custGeom>
              <a:rect b="b" l="l" r="r" t="t"/>
              <a:pathLst>
                <a:path extrusionOk="0" h="534" w="357">
                  <a:moveTo>
                    <a:pt x="1" y="0"/>
                  </a:moveTo>
                  <a:lnTo>
                    <a:pt x="1" y="534"/>
                  </a:lnTo>
                  <a:lnTo>
                    <a:pt x="356" y="356"/>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4" name="Google Shape;1454;p60"/>
            <p:cNvSpPr/>
            <p:nvPr/>
          </p:nvSpPr>
          <p:spPr>
            <a:xfrm>
              <a:off x="5745950" y="3902150"/>
              <a:ext cx="4475" cy="4450"/>
            </a:xfrm>
            <a:custGeom>
              <a:rect b="b" l="l" r="r" t="t"/>
              <a:pathLst>
                <a:path extrusionOk="0" h="178" w="179">
                  <a:moveTo>
                    <a:pt x="1" y="0"/>
                  </a:moveTo>
                  <a:lnTo>
                    <a:pt x="179" y="178"/>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5" name="Google Shape;1455;p60"/>
            <p:cNvSpPr/>
            <p:nvPr/>
          </p:nvSpPr>
          <p:spPr>
            <a:xfrm>
              <a:off x="5563700" y="3586525"/>
              <a:ext cx="444550" cy="453450"/>
            </a:xfrm>
            <a:custGeom>
              <a:rect b="b" l="l" r="r" t="t"/>
              <a:pathLst>
                <a:path extrusionOk="0" h="18138" w="17782">
                  <a:moveTo>
                    <a:pt x="15648" y="0"/>
                  </a:moveTo>
                  <a:lnTo>
                    <a:pt x="15470" y="889"/>
                  </a:lnTo>
                  <a:lnTo>
                    <a:pt x="14937" y="1245"/>
                  </a:lnTo>
                  <a:lnTo>
                    <a:pt x="15115" y="1956"/>
                  </a:lnTo>
                  <a:lnTo>
                    <a:pt x="14937" y="2312"/>
                  </a:lnTo>
                  <a:lnTo>
                    <a:pt x="14759" y="2312"/>
                  </a:lnTo>
                  <a:lnTo>
                    <a:pt x="15115" y="2490"/>
                  </a:lnTo>
                  <a:lnTo>
                    <a:pt x="15115" y="3023"/>
                  </a:lnTo>
                  <a:lnTo>
                    <a:pt x="14759" y="4623"/>
                  </a:lnTo>
                  <a:lnTo>
                    <a:pt x="14403" y="5157"/>
                  </a:lnTo>
                  <a:lnTo>
                    <a:pt x="14048" y="6046"/>
                  </a:lnTo>
                  <a:lnTo>
                    <a:pt x="13337" y="6402"/>
                  </a:lnTo>
                  <a:lnTo>
                    <a:pt x="13159" y="6935"/>
                  </a:lnTo>
                  <a:lnTo>
                    <a:pt x="12447" y="7646"/>
                  </a:lnTo>
                  <a:lnTo>
                    <a:pt x="11381" y="8002"/>
                  </a:lnTo>
                  <a:lnTo>
                    <a:pt x="11203" y="8358"/>
                  </a:lnTo>
                  <a:lnTo>
                    <a:pt x="10669" y="8358"/>
                  </a:lnTo>
                  <a:lnTo>
                    <a:pt x="10669" y="7824"/>
                  </a:lnTo>
                  <a:lnTo>
                    <a:pt x="10314" y="7646"/>
                  </a:lnTo>
                  <a:lnTo>
                    <a:pt x="10314" y="8358"/>
                  </a:lnTo>
                  <a:lnTo>
                    <a:pt x="9247" y="9602"/>
                  </a:lnTo>
                  <a:lnTo>
                    <a:pt x="9247" y="10313"/>
                  </a:lnTo>
                  <a:lnTo>
                    <a:pt x="8713" y="10669"/>
                  </a:lnTo>
                  <a:lnTo>
                    <a:pt x="8358" y="10669"/>
                  </a:lnTo>
                  <a:lnTo>
                    <a:pt x="8358" y="10491"/>
                  </a:lnTo>
                  <a:lnTo>
                    <a:pt x="8002" y="10669"/>
                  </a:lnTo>
                  <a:lnTo>
                    <a:pt x="8002" y="10313"/>
                  </a:lnTo>
                  <a:lnTo>
                    <a:pt x="7824" y="10136"/>
                  </a:lnTo>
                  <a:lnTo>
                    <a:pt x="6402" y="10669"/>
                  </a:lnTo>
                  <a:lnTo>
                    <a:pt x="5335" y="10669"/>
                  </a:lnTo>
                  <a:lnTo>
                    <a:pt x="4979" y="10491"/>
                  </a:lnTo>
                  <a:lnTo>
                    <a:pt x="4624" y="10669"/>
                  </a:lnTo>
                  <a:lnTo>
                    <a:pt x="3201" y="12092"/>
                  </a:lnTo>
                  <a:lnTo>
                    <a:pt x="2845" y="12269"/>
                  </a:lnTo>
                  <a:lnTo>
                    <a:pt x="2668" y="12447"/>
                  </a:lnTo>
                  <a:lnTo>
                    <a:pt x="1956" y="12625"/>
                  </a:lnTo>
                  <a:lnTo>
                    <a:pt x="1779" y="13514"/>
                  </a:lnTo>
                  <a:lnTo>
                    <a:pt x="1245" y="13514"/>
                  </a:lnTo>
                  <a:lnTo>
                    <a:pt x="1067" y="13870"/>
                  </a:lnTo>
                  <a:lnTo>
                    <a:pt x="889" y="14048"/>
                  </a:lnTo>
                  <a:lnTo>
                    <a:pt x="356" y="14225"/>
                  </a:lnTo>
                  <a:lnTo>
                    <a:pt x="356" y="14403"/>
                  </a:lnTo>
                  <a:lnTo>
                    <a:pt x="0" y="14403"/>
                  </a:lnTo>
                  <a:lnTo>
                    <a:pt x="178" y="14581"/>
                  </a:lnTo>
                  <a:lnTo>
                    <a:pt x="0" y="14937"/>
                  </a:lnTo>
                  <a:lnTo>
                    <a:pt x="356" y="15470"/>
                  </a:lnTo>
                  <a:lnTo>
                    <a:pt x="534" y="15292"/>
                  </a:lnTo>
                  <a:lnTo>
                    <a:pt x="712" y="14759"/>
                  </a:lnTo>
                  <a:lnTo>
                    <a:pt x="712" y="14403"/>
                  </a:lnTo>
                  <a:lnTo>
                    <a:pt x="1067" y="14759"/>
                  </a:lnTo>
                  <a:lnTo>
                    <a:pt x="1423" y="15292"/>
                  </a:lnTo>
                  <a:lnTo>
                    <a:pt x="1423" y="15470"/>
                  </a:lnTo>
                  <a:lnTo>
                    <a:pt x="1601" y="15470"/>
                  </a:lnTo>
                  <a:lnTo>
                    <a:pt x="1423" y="15648"/>
                  </a:lnTo>
                  <a:lnTo>
                    <a:pt x="1423" y="15826"/>
                  </a:lnTo>
                  <a:lnTo>
                    <a:pt x="1067" y="16537"/>
                  </a:lnTo>
                  <a:lnTo>
                    <a:pt x="889" y="16537"/>
                  </a:lnTo>
                  <a:lnTo>
                    <a:pt x="889" y="16893"/>
                  </a:lnTo>
                  <a:lnTo>
                    <a:pt x="1067" y="17426"/>
                  </a:lnTo>
                  <a:lnTo>
                    <a:pt x="889" y="17604"/>
                  </a:lnTo>
                  <a:lnTo>
                    <a:pt x="889" y="17782"/>
                  </a:lnTo>
                  <a:lnTo>
                    <a:pt x="1245" y="17960"/>
                  </a:lnTo>
                  <a:lnTo>
                    <a:pt x="1245" y="17248"/>
                  </a:lnTo>
                  <a:lnTo>
                    <a:pt x="1601" y="17604"/>
                  </a:lnTo>
                  <a:lnTo>
                    <a:pt x="1601" y="18137"/>
                  </a:lnTo>
                  <a:lnTo>
                    <a:pt x="1779" y="17960"/>
                  </a:lnTo>
                  <a:lnTo>
                    <a:pt x="1956" y="17604"/>
                  </a:lnTo>
                  <a:lnTo>
                    <a:pt x="2312" y="17604"/>
                  </a:lnTo>
                  <a:lnTo>
                    <a:pt x="2490" y="17248"/>
                  </a:lnTo>
                  <a:lnTo>
                    <a:pt x="2490" y="16715"/>
                  </a:lnTo>
                  <a:lnTo>
                    <a:pt x="2845" y="15470"/>
                  </a:lnTo>
                  <a:lnTo>
                    <a:pt x="3201" y="15114"/>
                  </a:lnTo>
                  <a:lnTo>
                    <a:pt x="3023" y="14581"/>
                  </a:lnTo>
                  <a:lnTo>
                    <a:pt x="2668" y="14581"/>
                  </a:lnTo>
                  <a:lnTo>
                    <a:pt x="2845" y="14048"/>
                  </a:lnTo>
                  <a:lnTo>
                    <a:pt x="2668" y="13870"/>
                  </a:lnTo>
                  <a:lnTo>
                    <a:pt x="2490" y="14048"/>
                  </a:lnTo>
                  <a:lnTo>
                    <a:pt x="1956" y="13870"/>
                  </a:lnTo>
                  <a:lnTo>
                    <a:pt x="1779" y="13692"/>
                  </a:lnTo>
                  <a:lnTo>
                    <a:pt x="1956" y="13159"/>
                  </a:lnTo>
                  <a:lnTo>
                    <a:pt x="3201" y="13159"/>
                  </a:lnTo>
                  <a:lnTo>
                    <a:pt x="3557" y="13336"/>
                  </a:lnTo>
                  <a:lnTo>
                    <a:pt x="3734" y="13336"/>
                  </a:lnTo>
                  <a:lnTo>
                    <a:pt x="3557" y="13159"/>
                  </a:lnTo>
                  <a:lnTo>
                    <a:pt x="3734" y="12625"/>
                  </a:lnTo>
                  <a:lnTo>
                    <a:pt x="4090" y="12625"/>
                  </a:lnTo>
                  <a:lnTo>
                    <a:pt x="4090" y="12981"/>
                  </a:lnTo>
                  <a:lnTo>
                    <a:pt x="4624" y="12625"/>
                  </a:lnTo>
                  <a:lnTo>
                    <a:pt x="4624" y="12447"/>
                  </a:lnTo>
                  <a:lnTo>
                    <a:pt x="4979" y="12803"/>
                  </a:lnTo>
                  <a:lnTo>
                    <a:pt x="4979" y="12625"/>
                  </a:lnTo>
                  <a:lnTo>
                    <a:pt x="5868" y="12269"/>
                  </a:lnTo>
                  <a:lnTo>
                    <a:pt x="6046" y="12269"/>
                  </a:lnTo>
                  <a:lnTo>
                    <a:pt x="6757" y="11736"/>
                  </a:lnTo>
                  <a:lnTo>
                    <a:pt x="7291" y="11736"/>
                  </a:lnTo>
                  <a:lnTo>
                    <a:pt x="7824" y="11914"/>
                  </a:lnTo>
                  <a:lnTo>
                    <a:pt x="8002" y="11736"/>
                  </a:lnTo>
                  <a:lnTo>
                    <a:pt x="8002" y="11914"/>
                  </a:lnTo>
                  <a:lnTo>
                    <a:pt x="8536" y="11914"/>
                  </a:lnTo>
                  <a:lnTo>
                    <a:pt x="8358" y="12447"/>
                  </a:lnTo>
                  <a:lnTo>
                    <a:pt x="8002" y="12803"/>
                  </a:lnTo>
                  <a:lnTo>
                    <a:pt x="8002" y="13336"/>
                  </a:lnTo>
                  <a:lnTo>
                    <a:pt x="8180" y="13514"/>
                  </a:lnTo>
                  <a:lnTo>
                    <a:pt x="8358" y="13514"/>
                  </a:lnTo>
                  <a:lnTo>
                    <a:pt x="8536" y="13870"/>
                  </a:lnTo>
                  <a:lnTo>
                    <a:pt x="8891" y="14048"/>
                  </a:lnTo>
                  <a:lnTo>
                    <a:pt x="9602" y="12803"/>
                  </a:lnTo>
                  <a:lnTo>
                    <a:pt x="10136" y="12625"/>
                  </a:lnTo>
                  <a:lnTo>
                    <a:pt x="10314" y="12625"/>
                  </a:lnTo>
                  <a:lnTo>
                    <a:pt x="10314" y="12447"/>
                  </a:lnTo>
                  <a:lnTo>
                    <a:pt x="9958" y="12092"/>
                  </a:lnTo>
                  <a:lnTo>
                    <a:pt x="9958" y="11736"/>
                  </a:lnTo>
                  <a:lnTo>
                    <a:pt x="10136" y="11380"/>
                  </a:lnTo>
                  <a:lnTo>
                    <a:pt x="10491" y="11380"/>
                  </a:lnTo>
                  <a:lnTo>
                    <a:pt x="10491" y="11736"/>
                  </a:lnTo>
                  <a:lnTo>
                    <a:pt x="11025" y="11736"/>
                  </a:lnTo>
                  <a:lnTo>
                    <a:pt x="11025" y="12092"/>
                  </a:lnTo>
                  <a:lnTo>
                    <a:pt x="11558" y="11914"/>
                  </a:lnTo>
                  <a:lnTo>
                    <a:pt x="12092" y="12092"/>
                  </a:lnTo>
                  <a:lnTo>
                    <a:pt x="12803" y="11203"/>
                  </a:lnTo>
                  <a:lnTo>
                    <a:pt x="13337" y="11203"/>
                  </a:lnTo>
                  <a:lnTo>
                    <a:pt x="13337" y="11914"/>
                  </a:lnTo>
                  <a:lnTo>
                    <a:pt x="13514" y="11558"/>
                  </a:lnTo>
                  <a:lnTo>
                    <a:pt x="13514" y="11203"/>
                  </a:lnTo>
                  <a:lnTo>
                    <a:pt x="13692" y="11025"/>
                  </a:lnTo>
                  <a:lnTo>
                    <a:pt x="14226" y="10847"/>
                  </a:lnTo>
                  <a:lnTo>
                    <a:pt x="14403" y="11025"/>
                  </a:lnTo>
                  <a:lnTo>
                    <a:pt x="14403" y="10669"/>
                  </a:lnTo>
                  <a:lnTo>
                    <a:pt x="14581" y="10313"/>
                  </a:lnTo>
                  <a:lnTo>
                    <a:pt x="14937" y="10136"/>
                  </a:lnTo>
                  <a:lnTo>
                    <a:pt x="15115" y="10313"/>
                  </a:lnTo>
                  <a:lnTo>
                    <a:pt x="14759" y="11025"/>
                  </a:lnTo>
                  <a:lnTo>
                    <a:pt x="14759" y="11380"/>
                  </a:lnTo>
                  <a:lnTo>
                    <a:pt x="14937" y="11558"/>
                  </a:lnTo>
                  <a:lnTo>
                    <a:pt x="15293" y="11025"/>
                  </a:lnTo>
                  <a:lnTo>
                    <a:pt x="15648" y="10313"/>
                  </a:lnTo>
                  <a:lnTo>
                    <a:pt x="16004" y="10136"/>
                  </a:lnTo>
                  <a:lnTo>
                    <a:pt x="15648" y="9424"/>
                  </a:lnTo>
                  <a:lnTo>
                    <a:pt x="15826" y="8358"/>
                  </a:lnTo>
                  <a:lnTo>
                    <a:pt x="16004" y="8002"/>
                  </a:lnTo>
                  <a:lnTo>
                    <a:pt x="16182" y="7824"/>
                  </a:lnTo>
                  <a:lnTo>
                    <a:pt x="16359" y="7468"/>
                  </a:lnTo>
                  <a:lnTo>
                    <a:pt x="16359" y="6935"/>
                  </a:lnTo>
                  <a:lnTo>
                    <a:pt x="16182" y="6224"/>
                  </a:lnTo>
                  <a:lnTo>
                    <a:pt x="16182" y="5690"/>
                  </a:lnTo>
                  <a:lnTo>
                    <a:pt x="16715" y="5157"/>
                  </a:lnTo>
                  <a:lnTo>
                    <a:pt x="17071" y="5335"/>
                  </a:lnTo>
                  <a:lnTo>
                    <a:pt x="17071" y="4623"/>
                  </a:lnTo>
                  <a:lnTo>
                    <a:pt x="17248" y="4090"/>
                  </a:lnTo>
                  <a:lnTo>
                    <a:pt x="17604" y="3912"/>
                  </a:lnTo>
                  <a:lnTo>
                    <a:pt x="17782" y="3201"/>
                  </a:lnTo>
                  <a:lnTo>
                    <a:pt x="17426" y="1778"/>
                  </a:lnTo>
                  <a:lnTo>
                    <a:pt x="16893" y="1067"/>
                  </a:lnTo>
                  <a:lnTo>
                    <a:pt x="16893" y="356"/>
                  </a:lnTo>
                  <a:lnTo>
                    <a:pt x="16715" y="711"/>
                  </a:lnTo>
                  <a:lnTo>
                    <a:pt x="16359" y="711"/>
                  </a:lnTo>
                  <a:lnTo>
                    <a:pt x="16359" y="534"/>
                  </a:lnTo>
                  <a:lnTo>
                    <a:pt x="16004" y="711"/>
                  </a:lnTo>
                  <a:lnTo>
                    <a:pt x="15826" y="178"/>
                  </a:lnTo>
                  <a:lnTo>
                    <a:pt x="1564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6" name="Google Shape;1456;p60"/>
            <p:cNvSpPr/>
            <p:nvPr/>
          </p:nvSpPr>
          <p:spPr>
            <a:xfrm>
              <a:off x="5665950" y="3902150"/>
              <a:ext cx="75575" cy="66700"/>
            </a:xfrm>
            <a:custGeom>
              <a:rect b="b" l="l" r="r" t="t"/>
              <a:pathLst>
                <a:path extrusionOk="0" h="2668" w="3023">
                  <a:moveTo>
                    <a:pt x="2312" y="0"/>
                  </a:moveTo>
                  <a:lnTo>
                    <a:pt x="1778" y="178"/>
                  </a:lnTo>
                  <a:lnTo>
                    <a:pt x="1600" y="711"/>
                  </a:lnTo>
                  <a:lnTo>
                    <a:pt x="711" y="711"/>
                  </a:lnTo>
                  <a:lnTo>
                    <a:pt x="711" y="534"/>
                  </a:lnTo>
                  <a:lnTo>
                    <a:pt x="356" y="711"/>
                  </a:lnTo>
                  <a:lnTo>
                    <a:pt x="356" y="1067"/>
                  </a:lnTo>
                  <a:lnTo>
                    <a:pt x="356" y="1245"/>
                  </a:lnTo>
                  <a:lnTo>
                    <a:pt x="0" y="1600"/>
                  </a:lnTo>
                  <a:lnTo>
                    <a:pt x="178" y="1778"/>
                  </a:lnTo>
                  <a:lnTo>
                    <a:pt x="0" y="2134"/>
                  </a:lnTo>
                  <a:lnTo>
                    <a:pt x="356" y="2312"/>
                  </a:lnTo>
                  <a:lnTo>
                    <a:pt x="356" y="2489"/>
                  </a:lnTo>
                  <a:lnTo>
                    <a:pt x="534" y="2667"/>
                  </a:lnTo>
                  <a:lnTo>
                    <a:pt x="1067" y="1600"/>
                  </a:lnTo>
                  <a:lnTo>
                    <a:pt x="1956" y="1423"/>
                  </a:lnTo>
                  <a:lnTo>
                    <a:pt x="2312" y="1778"/>
                  </a:lnTo>
                  <a:lnTo>
                    <a:pt x="2667" y="1067"/>
                  </a:lnTo>
                  <a:lnTo>
                    <a:pt x="3023" y="711"/>
                  </a:lnTo>
                  <a:lnTo>
                    <a:pt x="3023" y="356"/>
                  </a:lnTo>
                  <a:lnTo>
                    <a:pt x="2312"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7" name="Google Shape;1457;p60"/>
            <p:cNvSpPr/>
            <p:nvPr/>
          </p:nvSpPr>
          <p:spPr>
            <a:xfrm>
              <a:off x="5439225" y="3715425"/>
              <a:ext cx="115600" cy="182300"/>
            </a:xfrm>
            <a:custGeom>
              <a:rect b="b" l="l" r="r" t="t"/>
              <a:pathLst>
                <a:path extrusionOk="0" h="7292" w="4624">
                  <a:moveTo>
                    <a:pt x="3023" y="1"/>
                  </a:moveTo>
                  <a:lnTo>
                    <a:pt x="3023" y="179"/>
                  </a:lnTo>
                  <a:lnTo>
                    <a:pt x="2846" y="356"/>
                  </a:lnTo>
                  <a:lnTo>
                    <a:pt x="1423" y="356"/>
                  </a:lnTo>
                  <a:lnTo>
                    <a:pt x="712" y="1068"/>
                  </a:lnTo>
                  <a:lnTo>
                    <a:pt x="712" y="1246"/>
                  </a:lnTo>
                  <a:lnTo>
                    <a:pt x="534" y="1423"/>
                  </a:lnTo>
                  <a:lnTo>
                    <a:pt x="356" y="1423"/>
                  </a:lnTo>
                  <a:lnTo>
                    <a:pt x="712" y="1779"/>
                  </a:lnTo>
                  <a:lnTo>
                    <a:pt x="890" y="2312"/>
                  </a:lnTo>
                  <a:lnTo>
                    <a:pt x="712" y="2490"/>
                  </a:lnTo>
                  <a:lnTo>
                    <a:pt x="890" y="2846"/>
                  </a:lnTo>
                  <a:lnTo>
                    <a:pt x="356" y="2846"/>
                  </a:lnTo>
                  <a:lnTo>
                    <a:pt x="1" y="3024"/>
                  </a:lnTo>
                  <a:lnTo>
                    <a:pt x="356" y="3379"/>
                  </a:lnTo>
                  <a:lnTo>
                    <a:pt x="534" y="4091"/>
                  </a:lnTo>
                  <a:lnTo>
                    <a:pt x="712" y="4802"/>
                  </a:lnTo>
                  <a:lnTo>
                    <a:pt x="534" y="5157"/>
                  </a:lnTo>
                  <a:lnTo>
                    <a:pt x="534" y="5513"/>
                  </a:lnTo>
                  <a:lnTo>
                    <a:pt x="356" y="5869"/>
                  </a:lnTo>
                  <a:lnTo>
                    <a:pt x="356" y="6224"/>
                  </a:lnTo>
                  <a:lnTo>
                    <a:pt x="178" y="6402"/>
                  </a:lnTo>
                  <a:lnTo>
                    <a:pt x="356" y="6936"/>
                  </a:lnTo>
                  <a:lnTo>
                    <a:pt x="178" y="6936"/>
                  </a:lnTo>
                  <a:lnTo>
                    <a:pt x="1" y="7113"/>
                  </a:lnTo>
                  <a:lnTo>
                    <a:pt x="178" y="7291"/>
                  </a:lnTo>
                  <a:lnTo>
                    <a:pt x="356" y="7113"/>
                  </a:lnTo>
                  <a:lnTo>
                    <a:pt x="534" y="7291"/>
                  </a:lnTo>
                  <a:lnTo>
                    <a:pt x="890" y="7113"/>
                  </a:lnTo>
                  <a:lnTo>
                    <a:pt x="890" y="7291"/>
                  </a:lnTo>
                  <a:lnTo>
                    <a:pt x="1067" y="6936"/>
                  </a:lnTo>
                  <a:lnTo>
                    <a:pt x="1423" y="6758"/>
                  </a:lnTo>
                  <a:lnTo>
                    <a:pt x="1601" y="6936"/>
                  </a:lnTo>
                  <a:lnTo>
                    <a:pt x="1601" y="6580"/>
                  </a:lnTo>
                  <a:lnTo>
                    <a:pt x="1956" y="6580"/>
                  </a:lnTo>
                  <a:lnTo>
                    <a:pt x="1956" y="6402"/>
                  </a:lnTo>
                  <a:lnTo>
                    <a:pt x="2312" y="6402"/>
                  </a:lnTo>
                  <a:lnTo>
                    <a:pt x="2490" y="6580"/>
                  </a:lnTo>
                  <a:lnTo>
                    <a:pt x="3023" y="6402"/>
                  </a:lnTo>
                  <a:lnTo>
                    <a:pt x="3201" y="6402"/>
                  </a:lnTo>
                  <a:lnTo>
                    <a:pt x="3201" y="6224"/>
                  </a:lnTo>
                  <a:lnTo>
                    <a:pt x="3379" y="6047"/>
                  </a:lnTo>
                  <a:lnTo>
                    <a:pt x="3912" y="6047"/>
                  </a:lnTo>
                  <a:lnTo>
                    <a:pt x="4268" y="5869"/>
                  </a:lnTo>
                  <a:lnTo>
                    <a:pt x="4624" y="4624"/>
                  </a:lnTo>
                  <a:lnTo>
                    <a:pt x="4446" y="4446"/>
                  </a:lnTo>
                  <a:lnTo>
                    <a:pt x="4624" y="3202"/>
                  </a:lnTo>
                  <a:lnTo>
                    <a:pt x="4446" y="2490"/>
                  </a:lnTo>
                  <a:lnTo>
                    <a:pt x="3557" y="1068"/>
                  </a:lnTo>
                  <a:lnTo>
                    <a:pt x="302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8" name="Google Shape;1458;p60"/>
            <p:cNvSpPr/>
            <p:nvPr/>
          </p:nvSpPr>
          <p:spPr>
            <a:xfrm>
              <a:off x="5479225" y="3893250"/>
              <a:ext cx="25" cy="25"/>
            </a:xfrm>
            <a:custGeom>
              <a:rect b="b" l="l" r="r" t="t"/>
              <a:pathLst>
                <a:path extrusionOk="0" h="1" w="1">
                  <a:moveTo>
                    <a:pt x="1" y="0"/>
                  </a:moveTo>
                  <a:lnTo>
                    <a:pt x="1" y="0"/>
                  </a:lnTo>
                  <a:lnTo>
                    <a:pt x="1" y="0"/>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59" name="Google Shape;1459;p60"/>
            <p:cNvSpPr/>
            <p:nvPr/>
          </p:nvSpPr>
          <p:spPr>
            <a:xfrm>
              <a:off x="5590375" y="4071075"/>
              <a:ext cx="8900" cy="4450"/>
            </a:xfrm>
            <a:custGeom>
              <a:rect b="b" l="l" r="r" t="t"/>
              <a:pathLst>
                <a:path extrusionOk="0" h="178" w="356">
                  <a:moveTo>
                    <a:pt x="0" y="0"/>
                  </a:moveTo>
                  <a:lnTo>
                    <a:pt x="178" y="178"/>
                  </a:lnTo>
                  <a:lnTo>
                    <a:pt x="356"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0" name="Google Shape;1460;p60"/>
            <p:cNvSpPr/>
            <p:nvPr/>
          </p:nvSpPr>
          <p:spPr>
            <a:xfrm>
              <a:off x="6492775" y="3088625"/>
              <a:ext cx="26700" cy="35600"/>
            </a:xfrm>
            <a:custGeom>
              <a:rect b="b" l="l" r="r" t="t"/>
              <a:pathLst>
                <a:path extrusionOk="0" h="1424" w="1068">
                  <a:moveTo>
                    <a:pt x="1068" y="1"/>
                  </a:moveTo>
                  <a:lnTo>
                    <a:pt x="890" y="357"/>
                  </a:lnTo>
                  <a:lnTo>
                    <a:pt x="712" y="534"/>
                  </a:lnTo>
                  <a:lnTo>
                    <a:pt x="712" y="712"/>
                  </a:lnTo>
                  <a:lnTo>
                    <a:pt x="534" y="890"/>
                  </a:lnTo>
                  <a:lnTo>
                    <a:pt x="179" y="1068"/>
                  </a:lnTo>
                  <a:lnTo>
                    <a:pt x="1" y="1068"/>
                  </a:lnTo>
                  <a:lnTo>
                    <a:pt x="1" y="1423"/>
                  </a:lnTo>
                  <a:lnTo>
                    <a:pt x="534" y="1246"/>
                  </a:lnTo>
                  <a:lnTo>
                    <a:pt x="712" y="1068"/>
                  </a:lnTo>
                  <a:lnTo>
                    <a:pt x="890" y="712"/>
                  </a:lnTo>
                  <a:lnTo>
                    <a:pt x="890" y="534"/>
                  </a:lnTo>
                  <a:lnTo>
                    <a:pt x="1068" y="357"/>
                  </a:lnTo>
                  <a:lnTo>
                    <a:pt x="1068" y="179"/>
                  </a:lnTo>
                  <a:lnTo>
                    <a:pt x="106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1" name="Google Shape;1461;p60"/>
            <p:cNvSpPr/>
            <p:nvPr/>
          </p:nvSpPr>
          <p:spPr>
            <a:xfrm>
              <a:off x="6523900" y="3084200"/>
              <a:ext cx="8925" cy="8900"/>
            </a:xfrm>
            <a:custGeom>
              <a:rect b="b" l="l" r="r" t="t"/>
              <a:pathLst>
                <a:path extrusionOk="0" h="356" w="357">
                  <a:moveTo>
                    <a:pt x="356" y="0"/>
                  </a:moveTo>
                  <a:lnTo>
                    <a:pt x="1" y="178"/>
                  </a:lnTo>
                  <a:lnTo>
                    <a:pt x="178" y="356"/>
                  </a:lnTo>
                  <a:lnTo>
                    <a:pt x="35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2" name="Google Shape;1462;p60"/>
            <p:cNvSpPr/>
            <p:nvPr/>
          </p:nvSpPr>
          <p:spPr>
            <a:xfrm>
              <a:off x="6497225" y="3079750"/>
              <a:ext cx="4475" cy="4475"/>
            </a:xfrm>
            <a:custGeom>
              <a:rect b="b" l="l" r="r" t="t"/>
              <a:pathLst>
                <a:path extrusionOk="0" h="179" w="179">
                  <a:moveTo>
                    <a:pt x="1" y="0"/>
                  </a:moveTo>
                  <a:lnTo>
                    <a:pt x="178"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3" name="Google Shape;1463;p60"/>
            <p:cNvSpPr/>
            <p:nvPr/>
          </p:nvSpPr>
          <p:spPr>
            <a:xfrm>
              <a:off x="6243850" y="3373150"/>
              <a:ext cx="13350" cy="8900"/>
            </a:xfrm>
            <a:custGeom>
              <a:rect b="b" l="l" r="r" t="t"/>
              <a:pathLst>
                <a:path extrusionOk="0" h="356" w="534">
                  <a:moveTo>
                    <a:pt x="356" y="0"/>
                  </a:moveTo>
                  <a:lnTo>
                    <a:pt x="0" y="356"/>
                  </a:lnTo>
                  <a:lnTo>
                    <a:pt x="356" y="178"/>
                  </a:lnTo>
                  <a:lnTo>
                    <a:pt x="534" y="178"/>
                  </a:lnTo>
                  <a:lnTo>
                    <a:pt x="35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4" name="Google Shape;1464;p60"/>
            <p:cNvSpPr/>
            <p:nvPr/>
          </p:nvSpPr>
          <p:spPr>
            <a:xfrm>
              <a:off x="4994675" y="4391125"/>
              <a:ext cx="13375" cy="8925"/>
            </a:xfrm>
            <a:custGeom>
              <a:rect b="b" l="l" r="r" t="t"/>
              <a:pathLst>
                <a:path extrusionOk="0" h="357" w="535">
                  <a:moveTo>
                    <a:pt x="179" y="1"/>
                  </a:moveTo>
                  <a:lnTo>
                    <a:pt x="1" y="356"/>
                  </a:lnTo>
                  <a:lnTo>
                    <a:pt x="357" y="179"/>
                  </a:lnTo>
                  <a:lnTo>
                    <a:pt x="534" y="179"/>
                  </a:lnTo>
                  <a:lnTo>
                    <a:pt x="35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5" name="Google Shape;1465;p60"/>
            <p:cNvSpPr/>
            <p:nvPr/>
          </p:nvSpPr>
          <p:spPr>
            <a:xfrm>
              <a:off x="5439225" y="3937700"/>
              <a:ext cx="22250" cy="8925"/>
            </a:xfrm>
            <a:custGeom>
              <a:rect b="b" l="l" r="r" t="t"/>
              <a:pathLst>
                <a:path extrusionOk="0" h="357" w="890">
                  <a:moveTo>
                    <a:pt x="712" y="1"/>
                  </a:moveTo>
                  <a:lnTo>
                    <a:pt x="534" y="178"/>
                  </a:lnTo>
                  <a:lnTo>
                    <a:pt x="178" y="178"/>
                  </a:lnTo>
                  <a:lnTo>
                    <a:pt x="1" y="356"/>
                  </a:lnTo>
                  <a:lnTo>
                    <a:pt x="712" y="356"/>
                  </a:lnTo>
                  <a:lnTo>
                    <a:pt x="890" y="178"/>
                  </a:lnTo>
                  <a:lnTo>
                    <a:pt x="71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6" name="Google Shape;1466;p60"/>
            <p:cNvSpPr/>
            <p:nvPr/>
          </p:nvSpPr>
          <p:spPr>
            <a:xfrm>
              <a:off x="4572375" y="4360025"/>
              <a:ext cx="257850" cy="551250"/>
            </a:xfrm>
            <a:custGeom>
              <a:rect b="b" l="l" r="r" t="t"/>
              <a:pathLst>
                <a:path extrusionOk="0" h="22050" w="10314">
                  <a:moveTo>
                    <a:pt x="4268" y="0"/>
                  </a:moveTo>
                  <a:lnTo>
                    <a:pt x="3912" y="356"/>
                  </a:lnTo>
                  <a:lnTo>
                    <a:pt x="3557" y="711"/>
                  </a:lnTo>
                  <a:lnTo>
                    <a:pt x="3201" y="889"/>
                  </a:lnTo>
                  <a:lnTo>
                    <a:pt x="2845" y="889"/>
                  </a:lnTo>
                  <a:lnTo>
                    <a:pt x="2490" y="1245"/>
                  </a:lnTo>
                  <a:lnTo>
                    <a:pt x="2134" y="889"/>
                  </a:lnTo>
                  <a:lnTo>
                    <a:pt x="1956" y="1067"/>
                  </a:lnTo>
                  <a:lnTo>
                    <a:pt x="1601" y="889"/>
                  </a:lnTo>
                  <a:lnTo>
                    <a:pt x="1245" y="1245"/>
                  </a:lnTo>
                  <a:lnTo>
                    <a:pt x="356" y="889"/>
                  </a:lnTo>
                  <a:lnTo>
                    <a:pt x="0" y="1423"/>
                  </a:lnTo>
                  <a:lnTo>
                    <a:pt x="534" y="2134"/>
                  </a:lnTo>
                  <a:lnTo>
                    <a:pt x="1067" y="2312"/>
                  </a:lnTo>
                  <a:lnTo>
                    <a:pt x="1067" y="2845"/>
                  </a:lnTo>
                  <a:lnTo>
                    <a:pt x="889" y="3023"/>
                  </a:lnTo>
                  <a:lnTo>
                    <a:pt x="1601" y="3734"/>
                  </a:lnTo>
                  <a:lnTo>
                    <a:pt x="2134" y="3734"/>
                  </a:lnTo>
                  <a:lnTo>
                    <a:pt x="2845" y="3556"/>
                  </a:lnTo>
                  <a:lnTo>
                    <a:pt x="3379" y="4090"/>
                  </a:lnTo>
                  <a:lnTo>
                    <a:pt x="3379" y="4268"/>
                  </a:lnTo>
                  <a:lnTo>
                    <a:pt x="3735" y="4623"/>
                  </a:lnTo>
                  <a:lnTo>
                    <a:pt x="3912" y="4979"/>
                  </a:lnTo>
                  <a:lnTo>
                    <a:pt x="3735" y="5512"/>
                  </a:lnTo>
                  <a:lnTo>
                    <a:pt x="3557" y="5690"/>
                  </a:lnTo>
                  <a:lnTo>
                    <a:pt x="2668" y="5690"/>
                  </a:lnTo>
                  <a:lnTo>
                    <a:pt x="2668" y="6046"/>
                  </a:lnTo>
                  <a:lnTo>
                    <a:pt x="2490" y="6046"/>
                  </a:lnTo>
                  <a:lnTo>
                    <a:pt x="3557" y="6757"/>
                  </a:lnTo>
                  <a:lnTo>
                    <a:pt x="4268" y="7113"/>
                  </a:lnTo>
                  <a:lnTo>
                    <a:pt x="4268" y="7646"/>
                  </a:lnTo>
                  <a:lnTo>
                    <a:pt x="4801" y="7824"/>
                  </a:lnTo>
                  <a:lnTo>
                    <a:pt x="5157" y="8535"/>
                  </a:lnTo>
                  <a:lnTo>
                    <a:pt x="6224" y="9602"/>
                  </a:lnTo>
                  <a:lnTo>
                    <a:pt x="6224" y="10136"/>
                  </a:lnTo>
                  <a:lnTo>
                    <a:pt x="6402" y="10313"/>
                  </a:lnTo>
                  <a:lnTo>
                    <a:pt x="6757" y="10313"/>
                  </a:lnTo>
                  <a:lnTo>
                    <a:pt x="7113" y="10847"/>
                  </a:lnTo>
                  <a:lnTo>
                    <a:pt x="7469" y="11025"/>
                  </a:lnTo>
                  <a:lnTo>
                    <a:pt x="7469" y="11380"/>
                  </a:lnTo>
                  <a:lnTo>
                    <a:pt x="7291" y="11558"/>
                  </a:lnTo>
                  <a:lnTo>
                    <a:pt x="7469" y="11736"/>
                  </a:lnTo>
                  <a:lnTo>
                    <a:pt x="7824" y="12091"/>
                  </a:lnTo>
                  <a:lnTo>
                    <a:pt x="7646" y="12625"/>
                  </a:lnTo>
                  <a:lnTo>
                    <a:pt x="7646" y="12625"/>
                  </a:lnTo>
                  <a:lnTo>
                    <a:pt x="7824" y="12447"/>
                  </a:lnTo>
                  <a:lnTo>
                    <a:pt x="7469" y="13870"/>
                  </a:lnTo>
                  <a:lnTo>
                    <a:pt x="7824" y="14937"/>
                  </a:lnTo>
                  <a:lnTo>
                    <a:pt x="7646" y="15648"/>
                  </a:lnTo>
                  <a:lnTo>
                    <a:pt x="7824" y="16359"/>
                  </a:lnTo>
                  <a:lnTo>
                    <a:pt x="7646" y="16715"/>
                  </a:lnTo>
                  <a:lnTo>
                    <a:pt x="7469" y="16892"/>
                  </a:lnTo>
                  <a:lnTo>
                    <a:pt x="7291" y="16892"/>
                  </a:lnTo>
                  <a:lnTo>
                    <a:pt x="6935" y="17070"/>
                  </a:lnTo>
                  <a:lnTo>
                    <a:pt x="6580" y="17070"/>
                  </a:lnTo>
                  <a:lnTo>
                    <a:pt x="6580" y="17248"/>
                  </a:lnTo>
                  <a:lnTo>
                    <a:pt x="6046" y="17248"/>
                  </a:lnTo>
                  <a:lnTo>
                    <a:pt x="6046" y="17782"/>
                  </a:lnTo>
                  <a:lnTo>
                    <a:pt x="5513" y="17604"/>
                  </a:lnTo>
                  <a:lnTo>
                    <a:pt x="5157" y="17782"/>
                  </a:lnTo>
                  <a:lnTo>
                    <a:pt x="5335" y="18137"/>
                  </a:lnTo>
                  <a:lnTo>
                    <a:pt x="5691" y="18493"/>
                  </a:lnTo>
                  <a:lnTo>
                    <a:pt x="5691" y="19204"/>
                  </a:lnTo>
                  <a:lnTo>
                    <a:pt x="5335" y="18848"/>
                  </a:lnTo>
                  <a:lnTo>
                    <a:pt x="5157" y="18848"/>
                  </a:lnTo>
                  <a:lnTo>
                    <a:pt x="4979" y="18671"/>
                  </a:lnTo>
                  <a:lnTo>
                    <a:pt x="4624" y="18848"/>
                  </a:lnTo>
                  <a:lnTo>
                    <a:pt x="4090" y="18848"/>
                  </a:lnTo>
                  <a:lnTo>
                    <a:pt x="4090" y="19204"/>
                  </a:lnTo>
                  <a:lnTo>
                    <a:pt x="3912" y="19382"/>
                  </a:lnTo>
                  <a:lnTo>
                    <a:pt x="3557" y="19382"/>
                  </a:lnTo>
                  <a:lnTo>
                    <a:pt x="3201" y="19560"/>
                  </a:lnTo>
                  <a:lnTo>
                    <a:pt x="3379" y="19738"/>
                  </a:lnTo>
                  <a:lnTo>
                    <a:pt x="3735" y="19738"/>
                  </a:lnTo>
                  <a:lnTo>
                    <a:pt x="4090" y="20093"/>
                  </a:lnTo>
                  <a:lnTo>
                    <a:pt x="3912" y="20449"/>
                  </a:lnTo>
                  <a:lnTo>
                    <a:pt x="3735" y="20804"/>
                  </a:lnTo>
                  <a:lnTo>
                    <a:pt x="3735" y="22049"/>
                  </a:lnTo>
                  <a:lnTo>
                    <a:pt x="3912" y="22049"/>
                  </a:lnTo>
                  <a:lnTo>
                    <a:pt x="4624" y="21338"/>
                  </a:lnTo>
                  <a:lnTo>
                    <a:pt x="5513" y="20982"/>
                  </a:lnTo>
                  <a:lnTo>
                    <a:pt x="5691" y="20627"/>
                  </a:lnTo>
                  <a:lnTo>
                    <a:pt x="6046" y="20627"/>
                  </a:lnTo>
                  <a:lnTo>
                    <a:pt x="6046" y="20271"/>
                  </a:lnTo>
                  <a:lnTo>
                    <a:pt x="6224" y="20271"/>
                  </a:lnTo>
                  <a:lnTo>
                    <a:pt x="6402" y="19915"/>
                  </a:lnTo>
                  <a:lnTo>
                    <a:pt x="6402" y="19382"/>
                  </a:lnTo>
                  <a:lnTo>
                    <a:pt x="6935" y="19382"/>
                  </a:lnTo>
                  <a:lnTo>
                    <a:pt x="7113" y="19560"/>
                  </a:lnTo>
                  <a:lnTo>
                    <a:pt x="8002" y="19026"/>
                  </a:lnTo>
                  <a:lnTo>
                    <a:pt x="8358" y="18671"/>
                  </a:lnTo>
                  <a:lnTo>
                    <a:pt x="8713" y="18671"/>
                  </a:lnTo>
                  <a:lnTo>
                    <a:pt x="8891" y="18315"/>
                  </a:lnTo>
                  <a:lnTo>
                    <a:pt x="9602" y="17959"/>
                  </a:lnTo>
                  <a:lnTo>
                    <a:pt x="9958" y="17604"/>
                  </a:lnTo>
                  <a:lnTo>
                    <a:pt x="9780" y="17248"/>
                  </a:lnTo>
                  <a:lnTo>
                    <a:pt x="9958" y="17070"/>
                  </a:lnTo>
                  <a:lnTo>
                    <a:pt x="9958" y="16537"/>
                  </a:lnTo>
                  <a:lnTo>
                    <a:pt x="10136" y="16359"/>
                  </a:lnTo>
                  <a:lnTo>
                    <a:pt x="9958" y="16359"/>
                  </a:lnTo>
                  <a:lnTo>
                    <a:pt x="10314" y="15648"/>
                  </a:lnTo>
                  <a:lnTo>
                    <a:pt x="9958" y="14937"/>
                  </a:lnTo>
                  <a:lnTo>
                    <a:pt x="9958" y="14225"/>
                  </a:lnTo>
                  <a:lnTo>
                    <a:pt x="9425" y="12269"/>
                  </a:lnTo>
                  <a:lnTo>
                    <a:pt x="9069" y="11914"/>
                  </a:lnTo>
                  <a:lnTo>
                    <a:pt x="8536" y="11202"/>
                  </a:lnTo>
                  <a:lnTo>
                    <a:pt x="8536" y="11025"/>
                  </a:lnTo>
                  <a:lnTo>
                    <a:pt x="8358" y="11025"/>
                  </a:lnTo>
                  <a:lnTo>
                    <a:pt x="8180" y="10847"/>
                  </a:lnTo>
                  <a:lnTo>
                    <a:pt x="8002" y="10847"/>
                  </a:lnTo>
                  <a:lnTo>
                    <a:pt x="7291" y="10136"/>
                  </a:lnTo>
                  <a:lnTo>
                    <a:pt x="6935" y="9602"/>
                  </a:lnTo>
                  <a:lnTo>
                    <a:pt x="6224" y="9069"/>
                  </a:lnTo>
                  <a:lnTo>
                    <a:pt x="6046" y="8713"/>
                  </a:lnTo>
                  <a:lnTo>
                    <a:pt x="5868" y="8180"/>
                  </a:lnTo>
                  <a:lnTo>
                    <a:pt x="5335" y="7646"/>
                  </a:lnTo>
                  <a:lnTo>
                    <a:pt x="4801" y="6757"/>
                  </a:lnTo>
                  <a:lnTo>
                    <a:pt x="4979" y="6046"/>
                  </a:lnTo>
                  <a:lnTo>
                    <a:pt x="4979" y="5512"/>
                  </a:lnTo>
                  <a:lnTo>
                    <a:pt x="5513" y="4979"/>
                  </a:lnTo>
                  <a:lnTo>
                    <a:pt x="6046" y="4623"/>
                  </a:lnTo>
                  <a:lnTo>
                    <a:pt x="6224" y="4090"/>
                  </a:lnTo>
                  <a:lnTo>
                    <a:pt x="6402" y="3734"/>
                  </a:lnTo>
                  <a:lnTo>
                    <a:pt x="6580" y="3734"/>
                  </a:lnTo>
                  <a:lnTo>
                    <a:pt x="6402" y="3556"/>
                  </a:lnTo>
                  <a:lnTo>
                    <a:pt x="6935" y="3556"/>
                  </a:lnTo>
                  <a:lnTo>
                    <a:pt x="7469" y="3379"/>
                  </a:lnTo>
                  <a:lnTo>
                    <a:pt x="7469" y="3023"/>
                  </a:lnTo>
                  <a:lnTo>
                    <a:pt x="8002" y="2667"/>
                  </a:lnTo>
                  <a:lnTo>
                    <a:pt x="7291" y="2667"/>
                  </a:lnTo>
                  <a:lnTo>
                    <a:pt x="6757" y="2134"/>
                  </a:lnTo>
                  <a:lnTo>
                    <a:pt x="6402" y="1956"/>
                  </a:lnTo>
                  <a:lnTo>
                    <a:pt x="6046" y="1245"/>
                  </a:lnTo>
                  <a:lnTo>
                    <a:pt x="6402" y="889"/>
                  </a:lnTo>
                  <a:lnTo>
                    <a:pt x="6402" y="711"/>
                  </a:lnTo>
                  <a:lnTo>
                    <a:pt x="5691" y="711"/>
                  </a:lnTo>
                  <a:lnTo>
                    <a:pt x="5513" y="533"/>
                  </a:lnTo>
                  <a:lnTo>
                    <a:pt x="5157" y="533"/>
                  </a:lnTo>
                  <a:lnTo>
                    <a:pt x="4624" y="356"/>
                  </a:lnTo>
                  <a:lnTo>
                    <a:pt x="426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7" name="Google Shape;1467;p60"/>
            <p:cNvSpPr/>
            <p:nvPr/>
          </p:nvSpPr>
          <p:spPr>
            <a:xfrm>
              <a:off x="6795075" y="2555200"/>
              <a:ext cx="35575" cy="35575"/>
            </a:xfrm>
            <a:custGeom>
              <a:rect b="b" l="l" r="r" t="t"/>
              <a:pathLst>
                <a:path extrusionOk="0" h="1423" w="1423">
                  <a:moveTo>
                    <a:pt x="1067" y="0"/>
                  </a:moveTo>
                  <a:lnTo>
                    <a:pt x="534" y="534"/>
                  </a:lnTo>
                  <a:lnTo>
                    <a:pt x="178" y="889"/>
                  </a:lnTo>
                  <a:lnTo>
                    <a:pt x="0" y="1423"/>
                  </a:lnTo>
                  <a:lnTo>
                    <a:pt x="534" y="889"/>
                  </a:lnTo>
                  <a:lnTo>
                    <a:pt x="1245" y="711"/>
                  </a:lnTo>
                  <a:lnTo>
                    <a:pt x="1423" y="534"/>
                  </a:lnTo>
                  <a:lnTo>
                    <a:pt x="106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8" name="Google Shape;1468;p60"/>
            <p:cNvSpPr/>
            <p:nvPr/>
          </p:nvSpPr>
          <p:spPr>
            <a:xfrm>
              <a:off x="3536600" y="2924150"/>
              <a:ext cx="2204925" cy="1551475"/>
            </a:xfrm>
            <a:custGeom>
              <a:rect b="b" l="l" r="r" t="t"/>
              <a:pathLst>
                <a:path extrusionOk="0" h="62059" w="88197">
                  <a:moveTo>
                    <a:pt x="72016" y="1"/>
                  </a:moveTo>
                  <a:lnTo>
                    <a:pt x="71304" y="179"/>
                  </a:lnTo>
                  <a:lnTo>
                    <a:pt x="70415" y="179"/>
                  </a:lnTo>
                  <a:lnTo>
                    <a:pt x="68459" y="712"/>
                  </a:lnTo>
                  <a:lnTo>
                    <a:pt x="67393" y="1779"/>
                  </a:lnTo>
                  <a:lnTo>
                    <a:pt x="67215" y="1957"/>
                  </a:lnTo>
                  <a:lnTo>
                    <a:pt x="67393" y="2135"/>
                  </a:lnTo>
                  <a:lnTo>
                    <a:pt x="67748" y="2135"/>
                  </a:lnTo>
                  <a:lnTo>
                    <a:pt x="68104" y="2312"/>
                  </a:lnTo>
                  <a:lnTo>
                    <a:pt x="68282" y="3557"/>
                  </a:lnTo>
                  <a:lnTo>
                    <a:pt x="68104" y="3913"/>
                  </a:lnTo>
                  <a:lnTo>
                    <a:pt x="67215" y="4624"/>
                  </a:lnTo>
                  <a:lnTo>
                    <a:pt x="66859" y="5869"/>
                  </a:lnTo>
                  <a:lnTo>
                    <a:pt x="66148" y="7113"/>
                  </a:lnTo>
                  <a:lnTo>
                    <a:pt x="65970" y="7291"/>
                  </a:lnTo>
                  <a:lnTo>
                    <a:pt x="66148" y="7647"/>
                  </a:lnTo>
                  <a:lnTo>
                    <a:pt x="65970" y="8180"/>
                  </a:lnTo>
                  <a:lnTo>
                    <a:pt x="65081" y="8536"/>
                  </a:lnTo>
                  <a:lnTo>
                    <a:pt x="64370" y="9069"/>
                  </a:lnTo>
                  <a:lnTo>
                    <a:pt x="64014" y="9425"/>
                  </a:lnTo>
                  <a:lnTo>
                    <a:pt x="62769" y="9069"/>
                  </a:lnTo>
                  <a:lnTo>
                    <a:pt x="62414" y="8714"/>
                  </a:lnTo>
                  <a:lnTo>
                    <a:pt x="61525" y="10847"/>
                  </a:lnTo>
                  <a:lnTo>
                    <a:pt x="61525" y="11025"/>
                  </a:lnTo>
                  <a:lnTo>
                    <a:pt x="61169" y="11559"/>
                  </a:lnTo>
                  <a:lnTo>
                    <a:pt x="60991" y="12270"/>
                  </a:lnTo>
                  <a:lnTo>
                    <a:pt x="60636" y="12448"/>
                  </a:lnTo>
                  <a:lnTo>
                    <a:pt x="60813" y="12803"/>
                  </a:lnTo>
                  <a:lnTo>
                    <a:pt x="61169" y="13159"/>
                  </a:lnTo>
                  <a:lnTo>
                    <a:pt x="61525" y="12803"/>
                  </a:lnTo>
                  <a:lnTo>
                    <a:pt x="62591" y="12803"/>
                  </a:lnTo>
                  <a:lnTo>
                    <a:pt x="62947" y="12981"/>
                  </a:lnTo>
                  <a:lnTo>
                    <a:pt x="63303" y="13337"/>
                  </a:lnTo>
                  <a:lnTo>
                    <a:pt x="63836" y="12626"/>
                  </a:lnTo>
                  <a:lnTo>
                    <a:pt x="64547" y="12448"/>
                  </a:lnTo>
                  <a:lnTo>
                    <a:pt x="65081" y="12626"/>
                  </a:lnTo>
                  <a:lnTo>
                    <a:pt x="66859" y="14404"/>
                  </a:lnTo>
                  <a:lnTo>
                    <a:pt x="67037" y="14937"/>
                  </a:lnTo>
                  <a:lnTo>
                    <a:pt x="67037" y="15471"/>
                  </a:lnTo>
                  <a:lnTo>
                    <a:pt x="66859" y="15648"/>
                  </a:lnTo>
                  <a:lnTo>
                    <a:pt x="65792" y="15648"/>
                  </a:lnTo>
                  <a:lnTo>
                    <a:pt x="65437" y="15471"/>
                  </a:lnTo>
                  <a:lnTo>
                    <a:pt x="64725" y="15471"/>
                  </a:lnTo>
                  <a:lnTo>
                    <a:pt x="63836" y="15826"/>
                  </a:lnTo>
                  <a:lnTo>
                    <a:pt x="63481" y="15826"/>
                  </a:lnTo>
                  <a:lnTo>
                    <a:pt x="63303" y="16182"/>
                  </a:lnTo>
                  <a:lnTo>
                    <a:pt x="62591" y="16182"/>
                  </a:lnTo>
                  <a:lnTo>
                    <a:pt x="62236" y="16360"/>
                  </a:lnTo>
                  <a:lnTo>
                    <a:pt x="61880" y="17071"/>
                  </a:lnTo>
                  <a:lnTo>
                    <a:pt x="61702" y="17604"/>
                  </a:lnTo>
                  <a:lnTo>
                    <a:pt x="60991" y="18138"/>
                  </a:lnTo>
                  <a:lnTo>
                    <a:pt x="60458" y="18316"/>
                  </a:lnTo>
                  <a:lnTo>
                    <a:pt x="59391" y="18138"/>
                  </a:lnTo>
                  <a:lnTo>
                    <a:pt x="59213" y="18316"/>
                  </a:lnTo>
                  <a:lnTo>
                    <a:pt x="59035" y="18671"/>
                  </a:lnTo>
                  <a:lnTo>
                    <a:pt x="58680" y="19205"/>
                  </a:lnTo>
                  <a:lnTo>
                    <a:pt x="57968" y="19560"/>
                  </a:lnTo>
                  <a:lnTo>
                    <a:pt x="57790" y="19560"/>
                  </a:lnTo>
                  <a:lnTo>
                    <a:pt x="56546" y="19383"/>
                  </a:lnTo>
                  <a:lnTo>
                    <a:pt x="56012" y="18849"/>
                  </a:lnTo>
                  <a:lnTo>
                    <a:pt x="55657" y="18849"/>
                  </a:lnTo>
                  <a:lnTo>
                    <a:pt x="55301" y="19027"/>
                  </a:lnTo>
                  <a:lnTo>
                    <a:pt x="54945" y="19738"/>
                  </a:lnTo>
                  <a:lnTo>
                    <a:pt x="54768" y="20272"/>
                  </a:lnTo>
                  <a:lnTo>
                    <a:pt x="54945" y="20627"/>
                  </a:lnTo>
                  <a:lnTo>
                    <a:pt x="55479" y="21161"/>
                  </a:lnTo>
                  <a:lnTo>
                    <a:pt x="55479" y="21694"/>
                  </a:lnTo>
                  <a:lnTo>
                    <a:pt x="54945" y="22050"/>
                  </a:lnTo>
                  <a:lnTo>
                    <a:pt x="54056" y="22583"/>
                  </a:lnTo>
                  <a:lnTo>
                    <a:pt x="53167" y="23650"/>
                  </a:lnTo>
                  <a:lnTo>
                    <a:pt x="52634" y="23828"/>
                  </a:lnTo>
                  <a:lnTo>
                    <a:pt x="51923" y="24184"/>
                  </a:lnTo>
                  <a:lnTo>
                    <a:pt x="51033" y="24361"/>
                  </a:lnTo>
                  <a:lnTo>
                    <a:pt x="48900" y="24184"/>
                  </a:lnTo>
                  <a:lnTo>
                    <a:pt x="48722" y="24361"/>
                  </a:lnTo>
                  <a:lnTo>
                    <a:pt x="46588" y="25073"/>
                  </a:lnTo>
                  <a:lnTo>
                    <a:pt x="45343" y="25784"/>
                  </a:lnTo>
                  <a:lnTo>
                    <a:pt x="44632" y="25784"/>
                  </a:lnTo>
                  <a:lnTo>
                    <a:pt x="44454" y="25428"/>
                  </a:lnTo>
                  <a:lnTo>
                    <a:pt x="43921" y="25428"/>
                  </a:lnTo>
                  <a:lnTo>
                    <a:pt x="43032" y="25250"/>
                  </a:lnTo>
                  <a:lnTo>
                    <a:pt x="41965" y="24717"/>
                  </a:lnTo>
                  <a:lnTo>
                    <a:pt x="41076" y="24539"/>
                  </a:lnTo>
                  <a:lnTo>
                    <a:pt x="40720" y="24361"/>
                  </a:lnTo>
                  <a:lnTo>
                    <a:pt x="40542" y="24006"/>
                  </a:lnTo>
                  <a:lnTo>
                    <a:pt x="39475" y="23828"/>
                  </a:lnTo>
                  <a:lnTo>
                    <a:pt x="38764" y="23650"/>
                  </a:lnTo>
                  <a:lnTo>
                    <a:pt x="37342" y="24006"/>
                  </a:lnTo>
                  <a:lnTo>
                    <a:pt x="37164" y="24006"/>
                  </a:lnTo>
                  <a:lnTo>
                    <a:pt x="35919" y="23828"/>
                  </a:lnTo>
                  <a:lnTo>
                    <a:pt x="35563" y="23828"/>
                  </a:lnTo>
                  <a:lnTo>
                    <a:pt x="33963" y="23472"/>
                  </a:lnTo>
                  <a:lnTo>
                    <a:pt x="32896" y="23650"/>
                  </a:lnTo>
                  <a:lnTo>
                    <a:pt x="32718" y="23295"/>
                  </a:lnTo>
                  <a:lnTo>
                    <a:pt x="32185" y="22583"/>
                  </a:lnTo>
                  <a:lnTo>
                    <a:pt x="32007" y="22050"/>
                  </a:lnTo>
                  <a:lnTo>
                    <a:pt x="31652" y="21161"/>
                  </a:lnTo>
                  <a:lnTo>
                    <a:pt x="31296" y="20983"/>
                  </a:lnTo>
                  <a:lnTo>
                    <a:pt x="31296" y="20449"/>
                  </a:lnTo>
                  <a:lnTo>
                    <a:pt x="30762" y="20627"/>
                  </a:lnTo>
                  <a:lnTo>
                    <a:pt x="30407" y="20449"/>
                  </a:lnTo>
                  <a:lnTo>
                    <a:pt x="29696" y="19738"/>
                  </a:lnTo>
                  <a:lnTo>
                    <a:pt x="28806" y="19205"/>
                  </a:lnTo>
                  <a:lnTo>
                    <a:pt x="27740" y="19027"/>
                  </a:lnTo>
                  <a:lnTo>
                    <a:pt x="27028" y="19027"/>
                  </a:lnTo>
                  <a:lnTo>
                    <a:pt x="25784" y="18849"/>
                  </a:lnTo>
                  <a:lnTo>
                    <a:pt x="25250" y="18671"/>
                  </a:lnTo>
                  <a:lnTo>
                    <a:pt x="24895" y="18671"/>
                  </a:lnTo>
                  <a:lnTo>
                    <a:pt x="24539" y="17960"/>
                  </a:lnTo>
                  <a:lnTo>
                    <a:pt x="24717" y="17249"/>
                  </a:lnTo>
                  <a:lnTo>
                    <a:pt x="25072" y="16715"/>
                  </a:lnTo>
                  <a:lnTo>
                    <a:pt x="24895" y="16182"/>
                  </a:lnTo>
                  <a:lnTo>
                    <a:pt x="25072" y="15826"/>
                  </a:lnTo>
                  <a:lnTo>
                    <a:pt x="25072" y="15648"/>
                  </a:lnTo>
                  <a:lnTo>
                    <a:pt x="24895" y="15115"/>
                  </a:lnTo>
                  <a:lnTo>
                    <a:pt x="24361" y="14404"/>
                  </a:lnTo>
                  <a:lnTo>
                    <a:pt x="24005" y="13515"/>
                  </a:lnTo>
                  <a:lnTo>
                    <a:pt x="23650" y="13159"/>
                  </a:lnTo>
                  <a:lnTo>
                    <a:pt x="23294" y="13159"/>
                  </a:lnTo>
                  <a:lnTo>
                    <a:pt x="22939" y="12803"/>
                  </a:lnTo>
                  <a:lnTo>
                    <a:pt x="22227" y="12803"/>
                  </a:lnTo>
                  <a:lnTo>
                    <a:pt x="21694" y="12448"/>
                  </a:lnTo>
                  <a:lnTo>
                    <a:pt x="21338" y="11914"/>
                  </a:lnTo>
                  <a:lnTo>
                    <a:pt x="20805" y="11559"/>
                  </a:lnTo>
                  <a:lnTo>
                    <a:pt x="20805" y="11203"/>
                  </a:lnTo>
                  <a:lnTo>
                    <a:pt x="20449" y="10847"/>
                  </a:lnTo>
                  <a:lnTo>
                    <a:pt x="20449" y="10136"/>
                  </a:lnTo>
                  <a:lnTo>
                    <a:pt x="19916" y="10314"/>
                  </a:lnTo>
                  <a:lnTo>
                    <a:pt x="19204" y="10314"/>
                  </a:lnTo>
                  <a:lnTo>
                    <a:pt x="19027" y="10670"/>
                  </a:lnTo>
                  <a:lnTo>
                    <a:pt x="19027" y="11203"/>
                  </a:lnTo>
                  <a:lnTo>
                    <a:pt x="18849" y="11559"/>
                  </a:lnTo>
                  <a:lnTo>
                    <a:pt x="17604" y="12092"/>
                  </a:lnTo>
                  <a:lnTo>
                    <a:pt x="17248" y="12981"/>
                  </a:lnTo>
                  <a:lnTo>
                    <a:pt x="17426" y="14226"/>
                  </a:lnTo>
                  <a:lnTo>
                    <a:pt x="17248" y="14759"/>
                  </a:lnTo>
                  <a:lnTo>
                    <a:pt x="16893" y="14759"/>
                  </a:lnTo>
                  <a:lnTo>
                    <a:pt x="16004" y="15293"/>
                  </a:lnTo>
                  <a:lnTo>
                    <a:pt x="15826" y="14937"/>
                  </a:lnTo>
                  <a:lnTo>
                    <a:pt x="14937" y="14937"/>
                  </a:lnTo>
                  <a:lnTo>
                    <a:pt x="13870" y="14404"/>
                  </a:lnTo>
                  <a:lnTo>
                    <a:pt x="13692" y="14582"/>
                  </a:lnTo>
                  <a:lnTo>
                    <a:pt x="12625" y="17782"/>
                  </a:lnTo>
                  <a:lnTo>
                    <a:pt x="12981" y="18138"/>
                  </a:lnTo>
                  <a:lnTo>
                    <a:pt x="12981" y="18671"/>
                  </a:lnTo>
                  <a:lnTo>
                    <a:pt x="11914" y="18671"/>
                  </a:lnTo>
                  <a:lnTo>
                    <a:pt x="11558" y="18316"/>
                  </a:lnTo>
                  <a:lnTo>
                    <a:pt x="9425" y="19027"/>
                  </a:lnTo>
                  <a:lnTo>
                    <a:pt x="9247" y="19205"/>
                  </a:lnTo>
                  <a:lnTo>
                    <a:pt x="9602" y="19205"/>
                  </a:lnTo>
                  <a:lnTo>
                    <a:pt x="9958" y="19383"/>
                  </a:lnTo>
                  <a:lnTo>
                    <a:pt x="9780" y="20094"/>
                  </a:lnTo>
                  <a:lnTo>
                    <a:pt x="9780" y="20627"/>
                  </a:lnTo>
                  <a:lnTo>
                    <a:pt x="10314" y="21872"/>
                  </a:lnTo>
                  <a:lnTo>
                    <a:pt x="10314" y="22761"/>
                  </a:lnTo>
                  <a:lnTo>
                    <a:pt x="9958" y="22939"/>
                  </a:lnTo>
                  <a:lnTo>
                    <a:pt x="9958" y="23295"/>
                  </a:lnTo>
                  <a:lnTo>
                    <a:pt x="9602" y="23650"/>
                  </a:lnTo>
                  <a:lnTo>
                    <a:pt x="9602" y="24539"/>
                  </a:lnTo>
                  <a:lnTo>
                    <a:pt x="9602" y="24895"/>
                  </a:lnTo>
                  <a:lnTo>
                    <a:pt x="9069" y="25073"/>
                  </a:lnTo>
                  <a:lnTo>
                    <a:pt x="8713" y="25428"/>
                  </a:lnTo>
                  <a:lnTo>
                    <a:pt x="8358" y="25428"/>
                  </a:lnTo>
                  <a:lnTo>
                    <a:pt x="7824" y="25784"/>
                  </a:lnTo>
                  <a:lnTo>
                    <a:pt x="7646" y="25784"/>
                  </a:lnTo>
                  <a:lnTo>
                    <a:pt x="6935" y="26140"/>
                  </a:lnTo>
                  <a:lnTo>
                    <a:pt x="6935" y="26495"/>
                  </a:lnTo>
                  <a:lnTo>
                    <a:pt x="6580" y="26851"/>
                  </a:lnTo>
                  <a:lnTo>
                    <a:pt x="6224" y="26851"/>
                  </a:lnTo>
                  <a:lnTo>
                    <a:pt x="5868" y="27029"/>
                  </a:lnTo>
                  <a:lnTo>
                    <a:pt x="5690" y="27029"/>
                  </a:lnTo>
                  <a:lnTo>
                    <a:pt x="4979" y="26851"/>
                  </a:lnTo>
                  <a:lnTo>
                    <a:pt x="4446" y="27384"/>
                  </a:lnTo>
                  <a:lnTo>
                    <a:pt x="4268" y="28096"/>
                  </a:lnTo>
                  <a:lnTo>
                    <a:pt x="3557" y="28096"/>
                  </a:lnTo>
                  <a:lnTo>
                    <a:pt x="3379" y="28273"/>
                  </a:lnTo>
                  <a:lnTo>
                    <a:pt x="2845" y="28273"/>
                  </a:lnTo>
                  <a:lnTo>
                    <a:pt x="2845" y="27918"/>
                  </a:lnTo>
                  <a:lnTo>
                    <a:pt x="2668" y="27740"/>
                  </a:lnTo>
                  <a:lnTo>
                    <a:pt x="2134" y="28096"/>
                  </a:lnTo>
                  <a:lnTo>
                    <a:pt x="1778" y="27918"/>
                  </a:lnTo>
                  <a:lnTo>
                    <a:pt x="1778" y="28273"/>
                  </a:lnTo>
                  <a:lnTo>
                    <a:pt x="1601" y="28273"/>
                  </a:lnTo>
                  <a:lnTo>
                    <a:pt x="1067" y="28629"/>
                  </a:lnTo>
                  <a:lnTo>
                    <a:pt x="534" y="28807"/>
                  </a:lnTo>
                  <a:lnTo>
                    <a:pt x="356" y="29162"/>
                  </a:lnTo>
                  <a:lnTo>
                    <a:pt x="534" y="29340"/>
                  </a:lnTo>
                  <a:lnTo>
                    <a:pt x="356" y="29696"/>
                  </a:lnTo>
                  <a:lnTo>
                    <a:pt x="356" y="29874"/>
                  </a:lnTo>
                  <a:lnTo>
                    <a:pt x="0" y="29874"/>
                  </a:lnTo>
                  <a:lnTo>
                    <a:pt x="0" y="30229"/>
                  </a:lnTo>
                  <a:lnTo>
                    <a:pt x="356" y="30585"/>
                  </a:lnTo>
                  <a:lnTo>
                    <a:pt x="178" y="30941"/>
                  </a:lnTo>
                  <a:lnTo>
                    <a:pt x="356" y="31296"/>
                  </a:lnTo>
                  <a:lnTo>
                    <a:pt x="534" y="31474"/>
                  </a:lnTo>
                  <a:lnTo>
                    <a:pt x="534" y="31296"/>
                  </a:lnTo>
                  <a:lnTo>
                    <a:pt x="1067" y="31296"/>
                  </a:lnTo>
                  <a:lnTo>
                    <a:pt x="1778" y="31652"/>
                  </a:lnTo>
                  <a:lnTo>
                    <a:pt x="1778" y="32185"/>
                  </a:lnTo>
                  <a:lnTo>
                    <a:pt x="1956" y="32897"/>
                  </a:lnTo>
                  <a:lnTo>
                    <a:pt x="1956" y="33074"/>
                  </a:lnTo>
                  <a:lnTo>
                    <a:pt x="2134" y="33430"/>
                  </a:lnTo>
                  <a:lnTo>
                    <a:pt x="2134" y="33786"/>
                  </a:lnTo>
                  <a:lnTo>
                    <a:pt x="1956" y="33786"/>
                  </a:lnTo>
                  <a:lnTo>
                    <a:pt x="2312" y="33963"/>
                  </a:lnTo>
                  <a:lnTo>
                    <a:pt x="1245" y="33963"/>
                  </a:lnTo>
                  <a:lnTo>
                    <a:pt x="1423" y="34141"/>
                  </a:lnTo>
                  <a:lnTo>
                    <a:pt x="1778" y="34141"/>
                  </a:lnTo>
                  <a:lnTo>
                    <a:pt x="1956" y="34319"/>
                  </a:lnTo>
                  <a:lnTo>
                    <a:pt x="2668" y="34319"/>
                  </a:lnTo>
                  <a:lnTo>
                    <a:pt x="2668" y="34675"/>
                  </a:lnTo>
                  <a:lnTo>
                    <a:pt x="3023" y="34675"/>
                  </a:lnTo>
                  <a:lnTo>
                    <a:pt x="3379" y="35030"/>
                  </a:lnTo>
                  <a:lnTo>
                    <a:pt x="3557" y="35386"/>
                  </a:lnTo>
                  <a:lnTo>
                    <a:pt x="3557" y="35919"/>
                  </a:lnTo>
                  <a:lnTo>
                    <a:pt x="3379" y="35919"/>
                  </a:lnTo>
                  <a:lnTo>
                    <a:pt x="3734" y="36275"/>
                  </a:lnTo>
                  <a:lnTo>
                    <a:pt x="3912" y="36453"/>
                  </a:lnTo>
                  <a:lnTo>
                    <a:pt x="4268" y="36097"/>
                  </a:lnTo>
                  <a:lnTo>
                    <a:pt x="4268" y="36453"/>
                  </a:lnTo>
                  <a:lnTo>
                    <a:pt x="4624" y="36631"/>
                  </a:lnTo>
                  <a:lnTo>
                    <a:pt x="5157" y="36986"/>
                  </a:lnTo>
                  <a:lnTo>
                    <a:pt x="6046" y="36986"/>
                  </a:lnTo>
                  <a:lnTo>
                    <a:pt x="7291" y="36275"/>
                  </a:lnTo>
                  <a:lnTo>
                    <a:pt x="8358" y="36097"/>
                  </a:lnTo>
                  <a:lnTo>
                    <a:pt x="8713" y="36275"/>
                  </a:lnTo>
                  <a:lnTo>
                    <a:pt x="8891" y="36631"/>
                  </a:lnTo>
                  <a:lnTo>
                    <a:pt x="9069" y="36808"/>
                  </a:lnTo>
                  <a:lnTo>
                    <a:pt x="9247" y="37164"/>
                  </a:lnTo>
                  <a:lnTo>
                    <a:pt x="9602" y="36986"/>
                  </a:lnTo>
                  <a:lnTo>
                    <a:pt x="9780" y="36986"/>
                  </a:lnTo>
                  <a:lnTo>
                    <a:pt x="9425" y="38231"/>
                  </a:lnTo>
                  <a:lnTo>
                    <a:pt x="9247" y="38587"/>
                  </a:lnTo>
                  <a:lnTo>
                    <a:pt x="8891" y="38942"/>
                  </a:lnTo>
                  <a:lnTo>
                    <a:pt x="8535" y="38942"/>
                  </a:lnTo>
                  <a:lnTo>
                    <a:pt x="8535" y="39298"/>
                  </a:lnTo>
                  <a:lnTo>
                    <a:pt x="8358" y="39831"/>
                  </a:lnTo>
                  <a:lnTo>
                    <a:pt x="7646" y="39831"/>
                  </a:lnTo>
                  <a:lnTo>
                    <a:pt x="8002" y="40365"/>
                  </a:lnTo>
                  <a:lnTo>
                    <a:pt x="7646" y="40543"/>
                  </a:lnTo>
                  <a:lnTo>
                    <a:pt x="8002" y="41076"/>
                  </a:lnTo>
                  <a:lnTo>
                    <a:pt x="8358" y="41076"/>
                  </a:lnTo>
                  <a:lnTo>
                    <a:pt x="8358" y="41432"/>
                  </a:lnTo>
                  <a:lnTo>
                    <a:pt x="8535" y="42143"/>
                  </a:lnTo>
                  <a:lnTo>
                    <a:pt x="8180" y="42321"/>
                  </a:lnTo>
                  <a:lnTo>
                    <a:pt x="7824" y="42676"/>
                  </a:lnTo>
                  <a:lnTo>
                    <a:pt x="7291" y="42499"/>
                  </a:lnTo>
                  <a:lnTo>
                    <a:pt x="7291" y="42143"/>
                  </a:lnTo>
                  <a:lnTo>
                    <a:pt x="6935" y="42321"/>
                  </a:lnTo>
                  <a:lnTo>
                    <a:pt x="7113" y="42676"/>
                  </a:lnTo>
                  <a:lnTo>
                    <a:pt x="7291" y="42854"/>
                  </a:lnTo>
                  <a:lnTo>
                    <a:pt x="7469" y="43210"/>
                  </a:lnTo>
                  <a:lnTo>
                    <a:pt x="7646" y="43743"/>
                  </a:lnTo>
                  <a:lnTo>
                    <a:pt x="7469" y="43565"/>
                  </a:lnTo>
                  <a:lnTo>
                    <a:pt x="7469" y="44277"/>
                  </a:lnTo>
                  <a:lnTo>
                    <a:pt x="8002" y="44099"/>
                  </a:lnTo>
                  <a:lnTo>
                    <a:pt x="8358" y="44632"/>
                  </a:lnTo>
                  <a:lnTo>
                    <a:pt x="8713" y="44810"/>
                  </a:lnTo>
                  <a:lnTo>
                    <a:pt x="9069" y="44810"/>
                  </a:lnTo>
                  <a:lnTo>
                    <a:pt x="9247" y="44988"/>
                  </a:lnTo>
                  <a:lnTo>
                    <a:pt x="9425" y="45166"/>
                  </a:lnTo>
                  <a:lnTo>
                    <a:pt x="9602" y="45166"/>
                  </a:lnTo>
                  <a:lnTo>
                    <a:pt x="9602" y="45521"/>
                  </a:lnTo>
                  <a:lnTo>
                    <a:pt x="10136" y="45699"/>
                  </a:lnTo>
                  <a:lnTo>
                    <a:pt x="10491" y="45877"/>
                  </a:lnTo>
                  <a:lnTo>
                    <a:pt x="10669" y="46055"/>
                  </a:lnTo>
                  <a:lnTo>
                    <a:pt x="11025" y="46055"/>
                  </a:lnTo>
                  <a:lnTo>
                    <a:pt x="11203" y="45699"/>
                  </a:lnTo>
                  <a:lnTo>
                    <a:pt x="11558" y="45699"/>
                  </a:lnTo>
                  <a:lnTo>
                    <a:pt x="12270" y="45877"/>
                  </a:lnTo>
                  <a:lnTo>
                    <a:pt x="12447" y="46233"/>
                  </a:lnTo>
                  <a:lnTo>
                    <a:pt x="12981" y="46588"/>
                  </a:lnTo>
                  <a:lnTo>
                    <a:pt x="13337" y="46944"/>
                  </a:lnTo>
                  <a:lnTo>
                    <a:pt x="13870" y="47122"/>
                  </a:lnTo>
                  <a:lnTo>
                    <a:pt x="14403" y="47833"/>
                  </a:lnTo>
                  <a:lnTo>
                    <a:pt x="14937" y="47655"/>
                  </a:lnTo>
                  <a:lnTo>
                    <a:pt x="15292" y="47655"/>
                  </a:lnTo>
                  <a:lnTo>
                    <a:pt x="15470" y="48189"/>
                  </a:lnTo>
                  <a:lnTo>
                    <a:pt x="15648" y="48366"/>
                  </a:lnTo>
                  <a:lnTo>
                    <a:pt x="15648" y="48544"/>
                  </a:lnTo>
                  <a:lnTo>
                    <a:pt x="16004" y="48544"/>
                  </a:lnTo>
                  <a:lnTo>
                    <a:pt x="16359" y="48722"/>
                  </a:lnTo>
                  <a:lnTo>
                    <a:pt x="16715" y="48722"/>
                  </a:lnTo>
                  <a:lnTo>
                    <a:pt x="16715" y="49256"/>
                  </a:lnTo>
                  <a:lnTo>
                    <a:pt x="17604" y="49256"/>
                  </a:lnTo>
                  <a:lnTo>
                    <a:pt x="17782" y="49433"/>
                  </a:lnTo>
                  <a:lnTo>
                    <a:pt x="17960" y="49967"/>
                  </a:lnTo>
                  <a:lnTo>
                    <a:pt x="17960" y="49789"/>
                  </a:lnTo>
                  <a:lnTo>
                    <a:pt x="17960" y="49433"/>
                  </a:lnTo>
                  <a:lnTo>
                    <a:pt x="18315" y="49789"/>
                  </a:lnTo>
                  <a:lnTo>
                    <a:pt x="18671" y="49611"/>
                  </a:lnTo>
                  <a:lnTo>
                    <a:pt x="19738" y="49967"/>
                  </a:lnTo>
                  <a:lnTo>
                    <a:pt x="20449" y="49967"/>
                  </a:lnTo>
                  <a:lnTo>
                    <a:pt x="20449" y="49789"/>
                  </a:lnTo>
                  <a:lnTo>
                    <a:pt x="20805" y="49967"/>
                  </a:lnTo>
                  <a:lnTo>
                    <a:pt x="20983" y="49789"/>
                  </a:lnTo>
                  <a:lnTo>
                    <a:pt x="21694" y="49611"/>
                  </a:lnTo>
                  <a:lnTo>
                    <a:pt x="22049" y="49611"/>
                  </a:lnTo>
                  <a:lnTo>
                    <a:pt x="22049" y="50500"/>
                  </a:lnTo>
                  <a:lnTo>
                    <a:pt x="22227" y="50856"/>
                  </a:lnTo>
                  <a:lnTo>
                    <a:pt x="22405" y="50322"/>
                  </a:lnTo>
                  <a:lnTo>
                    <a:pt x="22939" y="49611"/>
                  </a:lnTo>
                  <a:lnTo>
                    <a:pt x="23472" y="49433"/>
                  </a:lnTo>
                  <a:lnTo>
                    <a:pt x="24005" y="49433"/>
                  </a:lnTo>
                  <a:lnTo>
                    <a:pt x="24717" y="49611"/>
                  </a:lnTo>
                  <a:lnTo>
                    <a:pt x="25072" y="49967"/>
                  </a:lnTo>
                  <a:lnTo>
                    <a:pt x="25250" y="49789"/>
                  </a:lnTo>
                  <a:lnTo>
                    <a:pt x="25784" y="49789"/>
                  </a:lnTo>
                  <a:lnTo>
                    <a:pt x="26139" y="50145"/>
                  </a:lnTo>
                  <a:lnTo>
                    <a:pt x="26495" y="50145"/>
                  </a:lnTo>
                  <a:lnTo>
                    <a:pt x="27028" y="49967"/>
                  </a:lnTo>
                  <a:lnTo>
                    <a:pt x="27384" y="49967"/>
                  </a:lnTo>
                  <a:lnTo>
                    <a:pt x="27562" y="49433"/>
                  </a:lnTo>
                  <a:lnTo>
                    <a:pt x="28273" y="49078"/>
                  </a:lnTo>
                  <a:lnTo>
                    <a:pt x="28273" y="48722"/>
                  </a:lnTo>
                  <a:lnTo>
                    <a:pt x="29162" y="48544"/>
                  </a:lnTo>
                  <a:lnTo>
                    <a:pt x="29518" y="48189"/>
                  </a:lnTo>
                  <a:lnTo>
                    <a:pt x="30051" y="47833"/>
                  </a:lnTo>
                  <a:lnTo>
                    <a:pt x="30585" y="47655"/>
                  </a:lnTo>
                  <a:lnTo>
                    <a:pt x="30762" y="47833"/>
                  </a:lnTo>
                  <a:lnTo>
                    <a:pt x="31118" y="48011"/>
                  </a:lnTo>
                  <a:lnTo>
                    <a:pt x="31829" y="47655"/>
                  </a:lnTo>
                  <a:lnTo>
                    <a:pt x="32541" y="47477"/>
                  </a:lnTo>
                  <a:lnTo>
                    <a:pt x="32896" y="47655"/>
                  </a:lnTo>
                  <a:lnTo>
                    <a:pt x="32718" y="48189"/>
                  </a:lnTo>
                  <a:lnTo>
                    <a:pt x="33074" y="48011"/>
                  </a:lnTo>
                  <a:lnTo>
                    <a:pt x="33252" y="48544"/>
                  </a:lnTo>
                  <a:lnTo>
                    <a:pt x="32896" y="49078"/>
                  </a:lnTo>
                  <a:lnTo>
                    <a:pt x="33608" y="49078"/>
                  </a:lnTo>
                  <a:lnTo>
                    <a:pt x="34141" y="49256"/>
                  </a:lnTo>
                  <a:lnTo>
                    <a:pt x="34319" y="49433"/>
                  </a:lnTo>
                  <a:lnTo>
                    <a:pt x="34319" y="49256"/>
                  </a:lnTo>
                  <a:lnTo>
                    <a:pt x="34497" y="48900"/>
                  </a:lnTo>
                  <a:lnTo>
                    <a:pt x="34852" y="48900"/>
                  </a:lnTo>
                  <a:lnTo>
                    <a:pt x="35208" y="49256"/>
                  </a:lnTo>
                  <a:lnTo>
                    <a:pt x="35563" y="49433"/>
                  </a:lnTo>
                  <a:lnTo>
                    <a:pt x="35741" y="50500"/>
                  </a:lnTo>
                  <a:lnTo>
                    <a:pt x="36097" y="50322"/>
                  </a:lnTo>
                  <a:lnTo>
                    <a:pt x="36275" y="50500"/>
                  </a:lnTo>
                  <a:lnTo>
                    <a:pt x="36453" y="52101"/>
                  </a:lnTo>
                  <a:lnTo>
                    <a:pt x="36275" y="52812"/>
                  </a:lnTo>
                  <a:lnTo>
                    <a:pt x="36275" y="53345"/>
                  </a:lnTo>
                  <a:lnTo>
                    <a:pt x="36097" y="53523"/>
                  </a:lnTo>
                  <a:lnTo>
                    <a:pt x="35919" y="53879"/>
                  </a:lnTo>
                  <a:lnTo>
                    <a:pt x="35563" y="53879"/>
                  </a:lnTo>
                  <a:lnTo>
                    <a:pt x="35386" y="54234"/>
                  </a:lnTo>
                  <a:lnTo>
                    <a:pt x="35030" y="54412"/>
                  </a:lnTo>
                  <a:lnTo>
                    <a:pt x="34852" y="54590"/>
                  </a:lnTo>
                  <a:lnTo>
                    <a:pt x="35030" y="54768"/>
                  </a:lnTo>
                  <a:lnTo>
                    <a:pt x="34674" y="55301"/>
                  </a:lnTo>
                  <a:lnTo>
                    <a:pt x="34674" y="55479"/>
                  </a:lnTo>
                  <a:lnTo>
                    <a:pt x="34852" y="55479"/>
                  </a:lnTo>
                  <a:lnTo>
                    <a:pt x="35030" y="56013"/>
                  </a:lnTo>
                  <a:lnTo>
                    <a:pt x="34674" y="56368"/>
                  </a:lnTo>
                  <a:lnTo>
                    <a:pt x="34674" y="56368"/>
                  </a:lnTo>
                  <a:lnTo>
                    <a:pt x="35563" y="56013"/>
                  </a:lnTo>
                  <a:lnTo>
                    <a:pt x="36453" y="56013"/>
                  </a:lnTo>
                  <a:lnTo>
                    <a:pt x="36275" y="56368"/>
                  </a:lnTo>
                  <a:lnTo>
                    <a:pt x="36630" y="56724"/>
                  </a:lnTo>
                  <a:lnTo>
                    <a:pt x="36630" y="57435"/>
                  </a:lnTo>
                  <a:lnTo>
                    <a:pt x="36986" y="57613"/>
                  </a:lnTo>
                  <a:lnTo>
                    <a:pt x="37342" y="57613"/>
                  </a:lnTo>
                  <a:lnTo>
                    <a:pt x="37519" y="57791"/>
                  </a:lnTo>
                  <a:lnTo>
                    <a:pt x="37342" y="58324"/>
                  </a:lnTo>
                  <a:lnTo>
                    <a:pt x="37342" y="58680"/>
                  </a:lnTo>
                  <a:lnTo>
                    <a:pt x="37164" y="58858"/>
                  </a:lnTo>
                  <a:lnTo>
                    <a:pt x="37164" y="59035"/>
                  </a:lnTo>
                  <a:lnTo>
                    <a:pt x="38053" y="59213"/>
                  </a:lnTo>
                  <a:lnTo>
                    <a:pt x="38231" y="59747"/>
                  </a:lnTo>
                  <a:lnTo>
                    <a:pt x="38409" y="59924"/>
                  </a:lnTo>
                  <a:lnTo>
                    <a:pt x="38409" y="60102"/>
                  </a:lnTo>
                  <a:lnTo>
                    <a:pt x="38942" y="60102"/>
                  </a:lnTo>
                  <a:lnTo>
                    <a:pt x="39831" y="59747"/>
                  </a:lnTo>
                  <a:lnTo>
                    <a:pt x="39831" y="60102"/>
                  </a:lnTo>
                  <a:lnTo>
                    <a:pt x="40009" y="60102"/>
                  </a:lnTo>
                  <a:lnTo>
                    <a:pt x="40009" y="60636"/>
                  </a:lnTo>
                  <a:lnTo>
                    <a:pt x="40365" y="60458"/>
                  </a:lnTo>
                  <a:lnTo>
                    <a:pt x="40720" y="60636"/>
                  </a:lnTo>
                  <a:lnTo>
                    <a:pt x="40542" y="60280"/>
                  </a:lnTo>
                  <a:lnTo>
                    <a:pt x="40720" y="59924"/>
                  </a:lnTo>
                  <a:lnTo>
                    <a:pt x="40542" y="59747"/>
                  </a:lnTo>
                  <a:lnTo>
                    <a:pt x="40365" y="59569"/>
                  </a:lnTo>
                  <a:lnTo>
                    <a:pt x="40365" y="58858"/>
                  </a:lnTo>
                  <a:lnTo>
                    <a:pt x="40542" y="58502"/>
                  </a:lnTo>
                  <a:lnTo>
                    <a:pt x="40898" y="58680"/>
                  </a:lnTo>
                  <a:lnTo>
                    <a:pt x="41254" y="58680"/>
                  </a:lnTo>
                  <a:lnTo>
                    <a:pt x="41609" y="58146"/>
                  </a:lnTo>
                  <a:lnTo>
                    <a:pt x="42498" y="58502"/>
                  </a:lnTo>
                  <a:lnTo>
                    <a:pt x="42854" y="58146"/>
                  </a:lnTo>
                  <a:lnTo>
                    <a:pt x="43210" y="58324"/>
                  </a:lnTo>
                  <a:lnTo>
                    <a:pt x="43565" y="58146"/>
                  </a:lnTo>
                  <a:lnTo>
                    <a:pt x="43921" y="58502"/>
                  </a:lnTo>
                  <a:lnTo>
                    <a:pt x="44099" y="58146"/>
                  </a:lnTo>
                  <a:lnTo>
                    <a:pt x="44454" y="58146"/>
                  </a:lnTo>
                  <a:lnTo>
                    <a:pt x="44810" y="57968"/>
                  </a:lnTo>
                  <a:lnTo>
                    <a:pt x="45166" y="57613"/>
                  </a:lnTo>
                  <a:lnTo>
                    <a:pt x="45877" y="57257"/>
                  </a:lnTo>
                  <a:lnTo>
                    <a:pt x="46232" y="57613"/>
                  </a:lnTo>
                  <a:lnTo>
                    <a:pt x="46766" y="57791"/>
                  </a:lnTo>
                  <a:lnTo>
                    <a:pt x="47122" y="57791"/>
                  </a:lnTo>
                  <a:lnTo>
                    <a:pt x="47299" y="57968"/>
                  </a:lnTo>
                  <a:lnTo>
                    <a:pt x="48011" y="57968"/>
                  </a:lnTo>
                  <a:lnTo>
                    <a:pt x="48011" y="58502"/>
                  </a:lnTo>
                  <a:lnTo>
                    <a:pt x="47655" y="58858"/>
                  </a:lnTo>
                  <a:lnTo>
                    <a:pt x="48011" y="59213"/>
                  </a:lnTo>
                  <a:lnTo>
                    <a:pt x="48366" y="59391"/>
                  </a:lnTo>
                  <a:lnTo>
                    <a:pt x="48900" y="59924"/>
                  </a:lnTo>
                  <a:lnTo>
                    <a:pt x="49433" y="59924"/>
                  </a:lnTo>
                  <a:lnTo>
                    <a:pt x="49789" y="60102"/>
                  </a:lnTo>
                  <a:lnTo>
                    <a:pt x="50322" y="59924"/>
                  </a:lnTo>
                  <a:lnTo>
                    <a:pt x="50500" y="59747"/>
                  </a:lnTo>
                  <a:lnTo>
                    <a:pt x="51389" y="59924"/>
                  </a:lnTo>
                  <a:lnTo>
                    <a:pt x="51389" y="60102"/>
                  </a:lnTo>
                  <a:lnTo>
                    <a:pt x="51567" y="60280"/>
                  </a:lnTo>
                  <a:lnTo>
                    <a:pt x="51745" y="60102"/>
                  </a:lnTo>
                  <a:lnTo>
                    <a:pt x="52100" y="59924"/>
                  </a:lnTo>
                  <a:lnTo>
                    <a:pt x="52456" y="60280"/>
                  </a:lnTo>
                  <a:lnTo>
                    <a:pt x="52278" y="60636"/>
                  </a:lnTo>
                  <a:lnTo>
                    <a:pt x="52278" y="60991"/>
                  </a:lnTo>
                  <a:lnTo>
                    <a:pt x="52456" y="61880"/>
                  </a:lnTo>
                  <a:lnTo>
                    <a:pt x="52634" y="62058"/>
                  </a:lnTo>
                  <a:lnTo>
                    <a:pt x="52812" y="62058"/>
                  </a:lnTo>
                  <a:lnTo>
                    <a:pt x="53167" y="61880"/>
                  </a:lnTo>
                  <a:lnTo>
                    <a:pt x="52989" y="61347"/>
                  </a:lnTo>
                  <a:lnTo>
                    <a:pt x="52812" y="60991"/>
                  </a:lnTo>
                  <a:lnTo>
                    <a:pt x="53167" y="60814"/>
                  </a:lnTo>
                  <a:lnTo>
                    <a:pt x="53701" y="60280"/>
                  </a:lnTo>
                  <a:lnTo>
                    <a:pt x="54234" y="60102"/>
                  </a:lnTo>
                  <a:lnTo>
                    <a:pt x="54768" y="60102"/>
                  </a:lnTo>
                  <a:lnTo>
                    <a:pt x="55301" y="59747"/>
                  </a:lnTo>
                  <a:lnTo>
                    <a:pt x="55479" y="59924"/>
                  </a:lnTo>
                  <a:lnTo>
                    <a:pt x="55479" y="59747"/>
                  </a:lnTo>
                  <a:lnTo>
                    <a:pt x="55834" y="59747"/>
                  </a:lnTo>
                  <a:lnTo>
                    <a:pt x="56012" y="59569"/>
                  </a:lnTo>
                  <a:lnTo>
                    <a:pt x="56368" y="59569"/>
                  </a:lnTo>
                  <a:lnTo>
                    <a:pt x="56546" y="59391"/>
                  </a:lnTo>
                  <a:lnTo>
                    <a:pt x="56724" y="59391"/>
                  </a:lnTo>
                  <a:lnTo>
                    <a:pt x="56901" y="59035"/>
                  </a:lnTo>
                  <a:lnTo>
                    <a:pt x="57435" y="59213"/>
                  </a:lnTo>
                  <a:lnTo>
                    <a:pt x="57613" y="59035"/>
                  </a:lnTo>
                  <a:lnTo>
                    <a:pt x="57790" y="58146"/>
                  </a:lnTo>
                  <a:lnTo>
                    <a:pt x="58146" y="58146"/>
                  </a:lnTo>
                  <a:lnTo>
                    <a:pt x="58502" y="58502"/>
                  </a:lnTo>
                  <a:lnTo>
                    <a:pt x="59035" y="58502"/>
                  </a:lnTo>
                  <a:lnTo>
                    <a:pt x="59213" y="58324"/>
                  </a:lnTo>
                  <a:lnTo>
                    <a:pt x="59569" y="58324"/>
                  </a:lnTo>
                  <a:lnTo>
                    <a:pt x="60280" y="58146"/>
                  </a:lnTo>
                  <a:lnTo>
                    <a:pt x="61169" y="58146"/>
                  </a:lnTo>
                  <a:lnTo>
                    <a:pt x="61702" y="57791"/>
                  </a:lnTo>
                  <a:lnTo>
                    <a:pt x="62414" y="57079"/>
                  </a:lnTo>
                  <a:lnTo>
                    <a:pt x="62769" y="57079"/>
                  </a:lnTo>
                  <a:lnTo>
                    <a:pt x="62769" y="56902"/>
                  </a:lnTo>
                  <a:lnTo>
                    <a:pt x="63303" y="56724"/>
                  </a:lnTo>
                  <a:lnTo>
                    <a:pt x="64014" y="56013"/>
                  </a:lnTo>
                  <a:lnTo>
                    <a:pt x="64192" y="55479"/>
                  </a:lnTo>
                  <a:lnTo>
                    <a:pt x="65081" y="55123"/>
                  </a:lnTo>
                  <a:lnTo>
                    <a:pt x="65437" y="54412"/>
                  </a:lnTo>
                  <a:lnTo>
                    <a:pt x="65792" y="54234"/>
                  </a:lnTo>
                  <a:lnTo>
                    <a:pt x="65970" y="53879"/>
                  </a:lnTo>
                  <a:lnTo>
                    <a:pt x="66326" y="53701"/>
                  </a:lnTo>
                  <a:lnTo>
                    <a:pt x="66681" y="52456"/>
                  </a:lnTo>
                  <a:lnTo>
                    <a:pt x="66681" y="52278"/>
                  </a:lnTo>
                  <a:lnTo>
                    <a:pt x="66503" y="51923"/>
                  </a:lnTo>
                  <a:lnTo>
                    <a:pt x="67037" y="51745"/>
                  </a:lnTo>
                  <a:lnTo>
                    <a:pt x="67570" y="51567"/>
                  </a:lnTo>
                  <a:lnTo>
                    <a:pt x="67570" y="51212"/>
                  </a:lnTo>
                  <a:lnTo>
                    <a:pt x="68459" y="49611"/>
                  </a:lnTo>
                  <a:lnTo>
                    <a:pt x="68637" y="49433"/>
                  </a:lnTo>
                  <a:lnTo>
                    <a:pt x="68815" y="49433"/>
                  </a:lnTo>
                  <a:lnTo>
                    <a:pt x="69171" y="49256"/>
                  </a:lnTo>
                  <a:lnTo>
                    <a:pt x="69349" y="47833"/>
                  </a:lnTo>
                  <a:lnTo>
                    <a:pt x="69704" y="47833"/>
                  </a:lnTo>
                  <a:lnTo>
                    <a:pt x="69882" y="47655"/>
                  </a:lnTo>
                  <a:lnTo>
                    <a:pt x="69704" y="46944"/>
                  </a:lnTo>
                  <a:lnTo>
                    <a:pt x="69882" y="46766"/>
                  </a:lnTo>
                  <a:lnTo>
                    <a:pt x="69704" y="46588"/>
                  </a:lnTo>
                  <a:lnTo>
                    <a:pt x="69526" y="46588"/>
                  </a:lnTo>
                  <a:lnTo>
                    <a:pt x="68815" y="46233"/>
                  </a:lnTo>
                  <a:lnTo>
                    <a:pt x="68104" y="46411"/>
                  </a:lnTo>
                  <a:lnTo>
                    <a:pt x="67748" y="45877"/>
                  </a:lnTo>
                  <a:lnTo>
                    <a:pt x="69526" y="44810"/>
                  </a:lnTo>
                  <a:lnTo>
                    <a:pt x="69349" y="44455"/>
                  </a:lnTo>
                  <a:lnTo>
                    <a:pt x="67926" y="43210"/>
                  </a:lnTo>
                  <a:lnTo>
                    <a:pt x="67926" y="43210"/>
                  </a:lnTo>
                  <a:lnTo>
                    <a:pt x="69349" y="43743"/>
                  </a:lnTo>
                  <a:lnTo>
                    <a:pt x="69526" y="43388"/>
                  </a:lnTo>
                  <a:lnTo>
                    <a:pt x="68282" y="41965"/>
                  </a:lnTo>
                  <a:lnTo>
                    <a:pt x="67393" y="39476"/>
                  </a:lnTo>
                  <a:lnTo>
                    <a:pt x="66148" y="38587"/>
                  </a:lnTo>
                  <a:lnTo>
                    <a:pt x="65970" y="37875"/>
                  </a:lnTo>
                  <a:lnTo>
                    <a:pt x="66326" y="36986"/>
                  </a:lnTo>
                  <a:lnTo>
                    <a:pt x="67037" y="36275"/>
                  </a:lnTo>
                  <a:lnTo>
                    <a:pt x="67215" y="35919"/>
                  </a:lnTo>
                  <a:lnTo>
                    <a:pt x="67748" y="35742"/>
                  </a:lnTo>
                  <a:lnTo>
                    <a:pt x="68459" y="34853"/>
                  </a:lnTo>
                  <a:lnTo>
                    <a:pt x="69704" y="34497"/>
                  </a:lnTo>
                  <a:lnTo>
                    <a:pt x="70415" y="34319"/>
                  </a:lnTo>
                  <a:lnTo>
                    <a:pt x="70593" y="34141"/>
                  </a:lnTo>
                  <a:lnTo>
                    <a:pt x="70593" y="33963"/>
                  </a:lnTo>
                  <a:lnTo>
                    <a:pt x="70060" y="33608"/>
                  </a:lnTo>
                  <a:lnTo>
                    <a:pt x="69171" y="33608"/>
                  </a:lnTo>
                  <a:lnTo>
                    <a:pt x="68459" y="33074"/>
                  </a:lnTo>
                  <a:lnTo>
                    <a:pt x="68282" y="33074"/>
                  </a:lnTo>
                  <a:lnTo>
                    <a:pt x="67748" y="33252"/>
                  </a:lnTo>
                  <a:lnTo>
                    <a:pt x="66859" y="33963"/>
                  </a:lnTo>
                  <a:lnTo>
                    <a:pt x="65970" y="34141"/>
                  </a:lnTo>
                  <a:lnTo>
                    <a:pt x="65614" y="33786"/>
                  </a:lnTo>
                  <a:lnTo>
                    <a:pt x="65614" y="33074"/>
                  </a:lnTo>
                  <a:lnTo>
                    <a:pt x="65259" y="32541"/>
                  </a:lnTo>
                  <a:lnTo>
                    <a:pt x="64370" y="32363"/>
                  </a:lnTo>
                  <a:lnTo>
                    <a:pt x="63658" y="31830"/>
                  </a:lnTo>
                  <a:lnTo>
                    <a:pt x="63481" y="31118"/>
                  </a:lnTo>
                  <a:lnTo>
                    <a:pt x="63658" y="30763"/>
                  </a:lnTo>
                  <a:lnTo>
                    <a:pt x="64014" y="30407"/>
                  </a:lnTo>
                  <a:lnTo>
                    <a:pt x="64725" y="30407"/>
                  </a:lnTo>
                  <a:lnTo>
                    <a:pt x="65614" y="30052"/>
                  </a:lnTo>
                  <a:lnTo>
                    <a:pt x="65970" y="29874"/>
                  </a:lnTo>
                  <a:lnTo>
                    <a:pt x="66326" y="29162"/>
                  </a:lnTo>
                  <a:lnTo>
                    <a:pt x="67393" y="28451"/>
                  </a:lnTo>
                  <a:lnTo>
                    <a:pt x="68282" y="27384"/>
                  </a:lnTo>
                  <a:lnTo>
                    <a:pt x="68815" y="27029"/>
                  </a:lnTo>
                  <a:lnTo>
                    <a:pt x="69882" y="27206"/>
                  </a:lnTo>
                  <a:lnTo>
                    <a:pt x="70238" y="27384"/>
                  </a:lnTo>
                  <a:lnTo>
                    <a:pt x="70238" y="27918"/>
                  </a:lnTo>
                  <a:lnTo>
                    <a:pt x="69882" y="28807"/>
                  </a:lnTo>
                  <a:lnTo>
                    <a:pt x="69171" y="29696"/>
                  </a:lnTo>
                  <a:lnTo>
                    <a:pt x="69526" y="30052"/>
                  </a:lnTo>
                  <a:lnTo>
                    <a:pt x="69526" y="30407"/>
                  </a:lnTo>
                  <a:lnTo>
                    <a:pt x="68993" y="30941"/>
                  </a:lnTo>
                  <a:lnTo>
                    <a:pt x="68993" y="30941"/>
                  </a:lnTo>
                  <a:lnTo>
                    <a:pt x="69349" y="30763"/>
                  </a:lnTo>
                  <a:lnTo>
                    <a:pt x="70415" y="29874"/>
                  </a:lnTo>
                  <a:lnTo>
                    <a:pt x="71127" y="29518"/>
                  </a:lnTo>
                  <a:lnTo>
                    <a:pt x="72194" y="29162"/>
                  </a:lnTo>
                  <a:lnTo>
                    <a:pt x="73083" y="28985"/>
                  </a:lnTo>
                  <a:lnTo>
                    <a:pt x="73260" y="28807"/>
                  </a:lnTo>
                  <a:lnTo>
                    <a:pt x="73438" y="28451"/>
                  </a:lnTo>
                  <a:lnTo>
                    <a:pt x="73972" y="27918"/>
                  </a:lnTo>
                  <a:lnTo>
                    <a:pt x="74505" y="27562"/>
                  </a:lnTo>
                  <a:lnTo>
                    <a:pt x="74861" y="27562"/>
                  </a:lnTo>
                  <a:lnTo>
                    <a:pt x="75216" y="27029"/>
                  </a:lnTo>
                  <a:lnTo>
                    <a:pt x="75750" y="27029"/>
                  </a:lnTo>
                  <a:lnTo>
                    <a:pt x="76461" y="26140"/>
                  </a:lnTo>
                  <a:lnTo>
                    <a:pt x="76461" y="25606"/>
                  </a:lnTo>
                  <a:lnTo>
                    <a:pt x="76639" y="25606"/>
                  </a:lnTo>
                  <a:lnTo>
                    <a:pt x="77172" y="25250"/>
                  </a:lnTo>
                  <a:lnTo>
                    <a:pt x="77350" y="25428"/>
                  </a:lnTo>
                  <a:lnTo>
                    <a:pt x="77350" y="25606"/>
                  </a:lnTo>
                  <a:lnTo>
                    <a:pt x="77528" y="25606"/>
                  </a:lnTo>
                  <a:lnTo>
                    <a:pt x="77528" y="25784"/>
                  </a:lnTo>
                  <a:lnTo>
                    <a:pt x="77706" y="25962"/>
                  </a:lnTo>
                  <a:lnTo>
                    <a:pt x="78773" y="25962"/>
                  </a:lnTo>
                  <a:lnTo>
                    <a:pt x="78951" y="25606"/>
                  </a:lnTo>
                  <a:lnTo>
                    <a:pt x="78773" y="25250"/>
                  </a:lnTo>
                  <a:lnTo>
                    <a:pt x="78773" y="24895"/>
                  </a:lnTo>
                  <a:lnTo>
                    <a:pt x="79840" y="24895"/>
                  </a:lnTo>
                  <a:lnTo>
                    <a:pt x="80551" y="24184"/>
                  </a:lnTo>
                  <a:lnTo>
                    <a:pt x="81084" y="24006"/>
                  </a:lnTo>
                  <a:lnTo>
                    <a:pt x="81084" y="23650"/>
                  </a:lnTo>
                  <a:lnTo>
                    <a:pt x="81440" y="22939"/>
                  </a:lnTo>
                  <a:lnTo>
                    <a:pt x="81973" y="23117"/>
                  </a:lnTo>
                  <a:lnTo>
                    <a:pt x="82151" y="23472"/>
                  </a:lnTo>
                  <a:lnTo>
                    <a:pt x="83040" y="22939"/>
                  </a:lnTo>
                  <a:lnTo>
                    <a:pt x="83396" y="22228"/>
                  </a:lnTo>
                  <a:lnTo>
                    <a:pt x="83218" y="21694"/>
                  </a:lnTo>
                  <a:lnTo>
                    <a:pt x="83218" y="20627"/>
                  </a:lnTo>
                  <a:lnTo>
                    <a:pt x="82863" y="19205"/>
                  </a:lnTo>
                  <a:lnTo>
                    <a:pt x="83574" y="18849"/>
                  </a:lnTo>
                  <a:lnTo>
                    <a:pt x="84107" y="18316"/>
                  </a:lnTo>
                  <a:lnTo>
                    <a:pt x="85530" y="18849"/>
                  </a:lnTo>
                  <a:lnTo>
                    <a:pt x="85885" y="18671"/>
                  </a:lnTo>
                  <a:lnTo>
                    <a:pt x="86063" y="17960"/>
                  </a:lnTo>
                  <a:lnTo>
                    <a:pt x="86419" y="17604"/>
                  </a:lnTo>
                  <a:lnTo>
                    <a:pt x="86597" y="17071"/>
                  </a:lnTo>
                  <a:lnTo>
                    <a:pt x="87130" y="16182"/>
                  </a:lnTo>
                  <a:lnTo>
                    <a:pt x="87130" y="15826"/>
                  </a:lnTo>
                  <a:lnTo>
                    <a:pt x="87486" y="14048"/>
                  </a:lnTo>
                  <a:lnTo>
                    <a:pt x="88019" y="13693"/>
                  </a:lnTo>
                  <a:lnTo>
                    <a:pt x="88197" y="13337"/>
                  </a:lnTo>
                  <a:lnTo>
                    <a:pt x="88197" y="11914"/>
                  </a:lnTo>
                  <a:lnTo>
                    <a:pt x="87664" y="11914"/>
                  </a:lnTo>
                  <a:lnTo>
                    <a:pt x="86774" y="12448"/>
                  </a:lnTo>
                  <a:lnTo>
                    <a:pt x="86063" y="12626"/>
                  </a:lnTo>
                  <a:lnTo>
                    <a:pt x="85530" y="12981"/>
                  </a:lnTo>
                  <a:lnTo>
                    <a:pt x="85174" y="13337"/>
                  </a:lnTo>
                  <a:lnTo>
                    <a:pt x="84285" y="13515"/>
                  </a:lnTo>
                  <a:lnTo>
                    <a:pt x="84107" y="13515"/>
                  </a:lnTo>
                  <a:lnTo>
                    <a:pt x="83040" y="13337"/>
                  </a:lnTo>
                  <a:lnTo>
                    <a:pt x="82507" y="12626"/>
                  </a:lnTo>
                  <a:lnTo>
                    <a:pt x="82685" y="12092"/>
                  </a:lnTo>
                  <a:lnTo>
                    <a:pt x="82329" y="11203"/>
                  </a:lnTo>
                  <a:lnTo>
                    <a:pt x="82329" y="10847"/>
                  </a:lnTo>
                  <a:lnTo>
                    <a:pt x="81618" y="10670"/>
                  </a:lnTo>
                  <a:lnTo>
                    <a:pt x="80729" y="9603"/>
                  </a:lnTo>
                  <a:lnTo>
                    <a:pt x="80195" y="9781"/>
                  </a:lnTo>
                  <a:lnTo>
                    <a:pt x="79662" y="9425"/>
                  </a:lnTo>
                  <a:lnTo>
                    <a:pt x="78773" y="9425"/>
                  </a:lnTo>
                  <a:lnTo>
                    <a:pt x="78061" y="9069"/>
                  </a:lnTo>
                  <a:lnTo>
                    <a:pt x="77884" y="8358"/>
                  </a:lnTo>
                  <a:lnTo>
                    <a:pt x="77884" y="7825"/>
                  </a:lnTo>
                  <a:lnTo>
                    <a:pt x="77706" y="7469"/>
                  </a:lnTo>
                  <a:lnTo>
                    <a:pt x="77528" y="6758"/>
                  </a:lnTo>
                  <a:lnTo>
                    <a:pt x="76995" y="5869"/>
                  </a:lnTo>
                  <a:lnTo>
                    <a:pt x="76995" y="5157"/>
                  </a:lnTo>
                  <a:lnTo>
                    <a:pt x="76461" y="3735"/>
                  </a:lnTo>
                  <a:lnTo>
                    <a:pt x="76461" y="3557"/>
                  </a:lnTo>
                  <a:lnTo>
                    <a:pt x="76106" y="3201"/>
                  </a:lnTo>
                  <a:lnTo>
                    <a:pt x="76106" y="2668"/>
                  </a:lnTo>
                  <a:lnTo>
                    <a:pt x="75750" y="2312"/>
                  </a:lnTo>
                  <a:lnTo>
                    <a:pt x="75750" y="1957"/>
                  </a:lnTo>
                  <a:lnTo>
                    <a:pt x="75216" y="1601"/>
                  </a:lnTo>
                  <a:lnTo>
                    <a:pt x="75039" y="1245"/>
                  </a:lnTo>
                  <a:lnTo>
                    <a:pt x="74683" y="1068"/>
                  </a:lnTo>
                  <a:lnTo>
                    <a:pt x="73972" y="1068"/>
                  </a:lnTo>
                  <a:lnTo>
                    <a:pt x="72549" y="179"/>
                  </a:lnTo>
                  <a:lnTo>
                    <a:pt x="7201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69" name="Google Shape;1469;p60"/>
            <p:cNvSpPr/>
            <p:nvPr/>
          </p:nvSpPr>
          <p:spPr>
            <a:xfrm>
              <a:off x="4803525" y="4484475"/>
              <a:ext cx="84500" cy="66725"/>
            </a:xfrm>
            <a:custGeom>
              <a:rect b="b" l="l" r="r" t="t"/>
              <a:pathLst>
                <a:path extrusionOk="0" h="2669" w="3380">
                  <a:moveTo>
                    <a:pt x="3024" y="1"/>
                  </a:moveTo>
                  <a:lnTo>
                    <a:pt x="2846" y="179"/>
                  </a:lnTo>
                  <a:lnTo>
                    <a:pt x="2490" y="179"/>
                  </a:lnTo>
                  <a:lnTo>
                    <a:pt x="1957" y="357"/>
                  </a:lnTo>
                  <a:lnTo>
                    <a:pt x="1423" y="179"/>
                  </a:lnTo>
                  <a:lnTo>
                    <a:pt x="1246" y="357"/>
                  </a:lnTo>
                  <a:lnTo>
                    <a:pt x="890" y="357"/>
                  </a:lnTo>
                  <a:lnTo>
                    <a:pt x="890" y="712"/>
                  </a:lnTo>
                  <a:lnTo>
                    <a:pt x="712" y="712"/>
                  </a:lnTo>
                  <a:lnTo>
                    <a:pt x="179" y="1246"/>
                  </a:lnTo>
                  <a:lnTo>
                    <a:pt x="1" y="1601"/>
                  </a:lnTo>
                  <a:lnTo>
                    <a:pt x="1" y="1779"/>
                  </a:lnTo>
                  <a:lnTo>
                    <a:pt x="179" y="1957"/>
                  </a:lnTo>
                  <a:lnTo>
                    <a:pt x="179" y="2312"/>
                  </a:lnTo>
                  <a:lnTo>
                    <a:pt x="356" y="2312"/>
                  </a:lnTo>
                  <a:lnTo>
                    <a:pt x="534" y="2490"/>
                  </a:lnTo>
                  <a:lnTo>
                    <a:pt x="712" y="2490"/>
                  </a:lnTo>
                  <a:lnTo>
                    <a:pt x="890" y="2668"/>
                  </a:lnTo>
                  <a:lnTo>
                    <a:pt x="1423" y="2668"/>
                  </a:lnTo>
                  <a:lnTo>
                    <a:pt x="1423" y="2490"/>
                  </a:lnTo>
                  <a:lnTo>
                    <a:pt x="1957" y="2490"/>
                  </a:lnTo>
                  <a:lnTo>
                    <a:pt x="1957" y="2312"/>
                  </a:lnTo>
                  <a:lnTo>
                    <a:pt x="2135" y="2135"/>
                  </a:lnTo>
                  <a:lnTo>
                    <a:pt x="2490" y="1957"/>
                  </a:lnTo>
                  <a:lnTo>
                    <a:pt x="2490" y="1779"/>
                  </a:lnTo>
                  <a:lnTo>
                    <a:pt x="2668" y="1601"/>
                  </a:lnTo>
                  <a:lnTo>
                    <a:pt x="2668" y="1423"/>
                  </a:lnTo>
                  <a:lnTo>
                    <a:pt x="2846" y="1068"/>
                  </a:lnTo>
                  <a:lnTo>
                    <a:pt x="2846" y="890"/>
                  </a:lnTo>
                  <a:lnTo>
                    <a:pt x="3024" y="890"/>
                  </a:lnTo>
                  <a:lnTo>
                    <a:pt x="3202" y="534"/>
                  </a:lnTo>
                  <a:lnTo>
                    <a:pt x="3379" y="534"/>
                  </a:lnTo>
                  <a:lnTo>
                    <a:pt x="3202" y="179"/>
                  </a:lnTo>
                  <a:lnTo>
                    <a:pt x="3024" y="179"/>
                  </a:lnTo>
                  <a:lnTo>
                    <a:pt x="302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0" name="Google Shape;1470;p60"/>
            <p:cNvSpPr/>
            <p:nvPr/>
          </p:nvSpPr>
          <p:spPr>
            <a:xfrm>
              <a:off x="5372550" y="3502050"/>
              <a:ext cx="222300" cy="244525"/>
            </a:xfrm>
            <a:custGeom>
              <a:rect b="b" l="l" r="r" t="t"/>
              <a:pathLst>
                <a:path extrusionOk="0" h="9781" w="8892">
                  <a:moveTo>
                    <a:pt x="8180" y="1"/>
                  </a:moveTo>
                  <a:lnTo>
                    <a:pt x="7824" y="712"/>
                  </a:lnTo>
                  <a:lnTo>
                    <a:pt x="7824" y="1068"/>
                  </a:lnTo>
                  <a:lnTo>
                    <a:pt x="7291" y="1245"/>
                  </a:lnTo>
                  <a:lnTo>
                    <a:pt x="6579" y="1957"/>
                  </a:lnTo>
                  <a:lnTo>
                    <a:pt x="5513" y="1957"/>
                  </a:lnTo>
                  <a:lnTo>
                    <a:pt x="5513" y="2134"/>
                  </a:lnTo>
                  <a:lnTo>
                    <a:pt x="5690" y="2490"/>
                  </a:lnTo>
                  <a:lnTo>
                    <a:pt x="5513" y="3024"/>
                  </a:lnTo>
                  <a:lnTo>
                    <a:pt x="4090" y="3024"/>
                  </a:lnTo>
                  <a:lnTo>
                    <a:pt x="3912" y="2846"/>
                  </a:lnTo>
                  <a:lnTo>
                    <a:pt x="3912" y="2668"/>
                  </a:lnTo>
                  <a:lnTo>
                    <a:pt x="3734" y="2668"/>
                  </a:lnTo>
                  <a:lnTo>
                    <a:pt x="3734" y="2490"/>
                  </a:lnTo>
                  <a:lnTo>
                    <a:pt x="3734" y="2312"/>
                  </a:lnTo>
                  <a:lnTo>
                    <a:pt x="3379" y="2668"/>
                  </a:lnTo>
                  <a:lnTo>
                    <a:pt x="3201" y="2668"/>
                  </a:lnTo>
                  <a:lnTo>
                    <a:pt x="3201" y="3201"/>
                  </a:lnTo>
                  <a:lnTo>
                    <a:pt x="2490" y="4090"/>
                  </a:lnTo>
                  <a:lnTo>
                    <a:pt x="1956" y="4090"/>
                  </a:lnTo>
                  <a:lnTo>
                    <a:pt x="1601" y="4624"/>
                  </a:lnTo>
                  <a:lnTo>
                    <a:pt x="1245" y="4624"/>
                  </a:lnTo>
                  <a:lnTo>
                    <a:pt x="712" y="4980"/>
                  </a:lnTo>
                  <a:lnTo>
                    <a:pt x="178" y="5513"/>
                  </a:lnTo>
                  <a:lnTo>
                    <a:pt x="0" y="5869"/>
                  </a:lnTo>
                  <a:lnTo>
                    <a:pt x="356" y="6046"/>
                  </a:lnTo>
                  <a:lnTo>
                    <a:pt x="534" y="6402"/>
                  </a:lnTo>
                  <a:lnTo>
                    <a:pt x="534" y="6224"/>
                  </a:lnTo>
                  <a:lnTo>
                    <a:pt x="1601" y="6580"/>
                  </a:lnTo>
                  <a:lnTo>
                    <a:pt x="1601" y="7113"/>
                  </a:lnTo>
                  <a:lnTo>
                    <a:pt x="1245" y="7825"/>
                  </a:lnTo>
                  <a:lnTo>
                    <a:pt x="1423" y="8358"/>
                  </a:lnTo>
                  <a:lnTo>
                    <a:pt x="1067" y="8536"/>
                  </a:lnTo>
                  <a:lnTo>
                    <a:pt x="534" y="9069"/>
                  </a:lnTo>
                  <a:lnTo>
                    <a:pt x="1245" y="9247"/>
                  </a:lnTo>
                  <a:lnTo>
                    <a:pt x="1067" y="9425"/>
                  </a:lnTo>
                  <a:lnTo>
                    <a:pt x="1423" y="9603"/>
                  </a:lnTo>
                  <a:lnTo>
                    <a:pt x="1601" y="9603"/>
                  </a:lnTo>
                  <a:lnTo>
                    <a:pt x="1778" y="9247"/>
                  </a:lnTo>
                  <a:lnTo>
                    <a:pt x="2312" y="9603"/>
                  </a:lnTo>
                  <a:lnTo>
                    <a:pt x="2845" y="9603"/>
                  </a:lnTo>
                  <a:lnTo>
                    <a:pt x="3023" y="9781"/>
                  </a:lnTo>
                  <a:lnTo>
                    <a:pt x="3201" y="9603"/>
                  </a:lnTo>
                  <a:lnTo>
                    <a:pt x="3201" y="9425"/>
                  </a:lnTo>
                  <a:lnTo>
                    <a:pt x="3912" y="8714"/>
                  </a:lnTo>
                  <a:lnTo>
                    <a:pt x="5335" y="8714"/>
                  </a:lnTo>
                  <a:lnTo>
                    <a:pt x="5513" y="8536"/>
                  </a:lnTo>
                  <a:lnTo>
                    <a:pt x="5690" y="8358"/>
                  </a:lnTo>
                  <a:lnTo>
                    <a:pt x="4801" y="7469"/>
                  </a:lnTo>
                  <a:lnTo>
                    <a:pt x="4446" y="7469"/>
                  </a:lnTo>
                  <a:lnTo>
                    <a:pt x="4268" y="7291"/>
                  </a:lnTo>
                  <a:lnTo>
                    <a:pt x="4268" y="6758"/>
                  </a:lnTo>
                  <a:lnTo>
                    <a:pt x="4446" y="6758"/>
                  </a:lnTo>
                  <a:lnTo>
                    <a:pt x="4446" y="6580"/>
                  </a:lnTo>
                  <a:lnTo>
                    <a:pt x="4446" y="6046"/>
                  </a:lnTo>
                  <a:lnTo>
                    <a:pt x="4979" y="5869"/>
                  </a:lnTo>
                  <a:lnTo>
                    <a:pt x="4979" y="5691"/>
                  </a:lnTo>
                  <a:lnTo>
                    <a:pt x="5513" y="5513"/>
                  </a:lnTo>
                  <a:lnTo>
                    <a:pt x="6046" y="5157"/>
                  </a:lnTo>
                  <a:lnTo>
                    <a:pt x="6046" y="4980"/>
                  </a:lnTo>
                  <a:lnTo>
                    <a:pt x="6757" y="4624"/>
                  </a:lnTo>
                  <a:lnTo>
                    <a:pt x="6935" y="4268"/>
                  </a:lnTo>
                  <a:lnTo>
                    <a:pt x="7646" y="3913"/>
                  </a:lnTo>
                  <a:lnTo>
                    <a:pt x="7646" y="3024"/>
                  </a:lnTo>
                  <a:lnTo>
                    <a:pt x="7469" y="2668"/>
                  </a:lnTo>
                  <a:lnTo>
                    <a:pt x="7646" y="2490"/>
                  </a:lnTo>
                  <a:lnTo>
                    <a:pt x="8002" y="1779"/>
                  </a:lnTo>
                  <a:lnTo>
                    <a:pt x="8535" y="1423"/>
                  </a:lnTo>
                  <a:lnTo>
                    <a:pt x="8713" y="1068"/>
                  </a:lnTo>
                  <a:lnTo>
                    <a:pt x="8891" y="1068"/>
                  </a:lnTo>
                  <a:lnTo>
                    <a:pt x="8535" y="712"/>
                  </a:lnTo>
                  <a:lnTo>
                    <a:pt x="8535" y="534"/>
                  </a:lnTo>
                  <a:lnTo>
                    <a:pt x="8358" y="179"/>
                  </a:lnTo>
                  <a:lnTo>
                    <a:pt x="818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1" name="Google Shape;1471;p60"/>
            <p:cNvSpPr/>
            <p:nvPr/>
          </p:nvSpPr>
          <p:spPr>
            <a:xfrm>
              <a:off x="5288075" y="4084400"/>
              <a:ext cx="4475" cy="4475"/>
            </a:xfrm>
            <a:custGeom>
              <a:rect b="b" l="l" r="r" t="t"/>
              <a:pathLst>
                <a:path extrusionOk="0" h="179" w="179">
                  <a:moveTo>
                    <a:pt x="1" y="1"/>
                  </a:moveTo>
                  <a:lnTo>
                    <a:pt x="179" y="178"/>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2" name="Google Shape;1472;p60"/>
            <p:cNvSpPr/>
            <p:nvPr/>
          </p:nvSpPr>
          <p:spPr>
            <a:xfrm>
              <a:off x="5216950" y="4284450"/>
              <a:ext cx="66700" cy="124500"/>
            </a:xfrm>
            <a:custGeom>
              <a:rect b="b" l="l" r="r" t="t"/>
              <a:pathLst>
                <a:path extrusionOk="0" h="4980" w="2668">
                  <a:moveTo>
                    <a:pt x="2135" y="0"/>
                  </a:moveTo>
                  <a:lnTo>
                    <a:pt x="1423" y="356"/>
                  </a:lnTo>
                  <a:lnTo>
                    <a:pt x="1068" y="1067"/>
                  </a:lnTo>
                  <a:lnTo>
                    <a:pt x="179" y="2490"/>
                  </a:lnTo>
                  <a:lnTo>
                    <a:pt x="179" y="2845"/>
                  </a:lnTo>
                  <a:lnTo>
                    <a:pt x="1" y="3379"/>
                  </a:lnTo>
                  <a:lnTo>
                    <a:pt x="179" y="3379"/>
                  </a:lnTo>
                  <a:lnTo>
                    <a:pt x="356" y="4090"/>
                  </a:lnTo>
                  <a:lnTo>
                    <a:pt x="890" y="4446"/>
                  </a:lnTo>
                  <a:lnTo>
                    <a:pt x="890" y="4979"/>
                  </a:lnTo>
                  <a:lnTo>
                    <a:pt x="1068" y="4801"/>
                  </a:lnTo>
                  <a:lnTo>
                    <a:pt x="1068" y="4446"/>
                  </a:lnTo>
                  <a:lnTo>
                    <a:pt x="1245" y="4090"/>
                  </a:lnTo>
                  <a:lnTo>
                    <a:pt x="1779" y="3379"/>
                  </a:lnTo>
                  <a:lnTo>
                    <a:pt x="1957" y="2667"/>
                  </a:lnTo>
                  <a:lnTo>
                    <a:pt x="2135" y="1601"/>
                  </a:lnTo>
                  <a:lnTo>
                    <a:pt x="2490" y="889"/>
                  </a:lnTo>
                  <a:lnTo>
                    <a:pt x="2490" y="534"/>
                  </a:lnTo>
                  <a:lnTo>
                    <a:pt x="2668" y="356"/>
                  </a:lnTo>
                  <a:lnTo>
                    <a:pt x="2490" y="178"/>
                  </a:lnTo>
                  <a:lnTo>
                    <a:pt x="2135"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3" name="Google Shape;1473;p60"/>
            <p:cNvSpPr/>
            <p:nvPr/>
          </p:nvSpPr>
          <p:spPr>
            <a:xfrm>
              <a:off x="5292525" y="4084400"/>
              <a:ext cx="4475" cy="4475"/>
            </a:xfrm>
            <a:custGeom>
              <a:rect b="b" l="l" r="r" t="t"/>
              <a:pathLst>
                <a:path extrusionOk="0" h="179" w="179">
                  <a:moveTo>
                    <a:pt x="178" y="178"/>
                  </a:moveTo>
                  <a:lnTo>
                    <a:pt x="1" y="1"/>
                  </a:lnTo>
                  <a:lnTo>
                    <a:pt x="178" y="178"/>
                  </a:lnTo>
                  <a:lnTo>
                    <a:pt x="178" y="17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4" name="Google Shape;1474;p60"/>
            <p:cNvSpPr/>
            <p:nvPr/>
          </p:nvSpPr>
          <p:spPr>
            <a:xfrm>
              <a:off x="3874450" y="883725"/>
              <a:ext cx="4475" cy="4475"/>
            </a:xfrm>
            <a:custGeom>
              <a:rect b="b" l="l" r="r" t="t"/>
              <a:pathLst>
                <a:path extrusionOk="0" h="179" w="179">
                  <a:moveTo>
                    <a:pt x="0" y="1"/>
                  </a:moveTo>
                  <a:lnTo>
                    <a:pt x="0" y="178"/>
                  </a:lnTo>
                  <a:lnTo>
                    <a:pt x="178" y="178"/>
                  </a:lnTo>
                  <a:lnTo>
                    <a:pt x="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5" name="Google Shape;1475;p60"/>
            <p:cNvSpPr/>
            <p:nvPr/>
          </p:nvSpPr>
          <p:spPr>
            <a:xfrm>
              <a:off x="2407475" y="1946175"/>
              <a:ext cx="4450" cy="4475"/>
            </a:xfrm>
            <a:custGeom>
              <a:rect b="b" l="l" r="r" t="t"/>
              <a:pathLst>
                <a:path extrusionOk="0" h="179" w="178">
                  <a:moveTo>
                    <a:pt x="0" y="0"/>
                  </a:moveTo>
                  <a:lnTo>
                    <a:pt x="178"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6" name="Google Shape;1476;p60"/>
            <p:cNvSpPr/>
            <p:nvPr/>
          </p:nvSpPr>
          <p:spPr>
            <a:xfrm>
              <a:off x="2878675" y="1737250"/>
              <a:ext cx="4475" cy="4450"/>
            </a:xfrm>
            <a:custGeom>
              <a:rect b="b" l="l" r="r" t="t"/>
              <a:pathLst>
                <a:path extrusionOk="0" h="178" w="179">
                  <a:moveTo>
                    <a:pt x="178" y="0"/>
                  </a:moveTo>
                  <a:lnTo>
                    <a:pt x="1" y="178"/>
                  </a:lnTo>
                  <a:lnTo>
                    <a:pt x="178"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7" name="Google Shape;1477;p60"/>
            <p:cNvSpPr/>
            <p:nvPr/>
          </p:nvSpPr>
          <p:spPr>
            <a:xfrm>
              <a:off x="3830000" y="883725"/>
              <a:ext cx="4450" cy="8925"/>
            </a:xfrm>
            <a:custGeom>
              <a:rect b="b" l="l" r="r" t="t"/>
              <a:pathLst>
                <a:path extrusionOk="0" h="357" w="178">
                  <a:moveTo>
                    <a:pt x="0" y="1"/>
                  </a:moveTo>
                  <a:lnTo>
                    <a:pt x="0" y="178"/>
                  </a:lnTo>
                  <a:lnTo>
                    <a:pt x="178" y="356"/>
                  </a:lnTo>
                  <a:lnTo>
                    <a:pt x="178" y="178"/>
                  </a:lnTo>
                  <a:lnTo>
                    <a:pt x="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8" name="Google Shape;1478;p60"/>
            <p:cNvSpPr/>
            <p:nvPr/>
          </p:nvSpPr>
          <p:spPr>
            <a:xfrm>
              <a:off x="4399000" y="4471150"/>
              <a:ext cx="293425" cy="546800"/>
            </a:xfrm>
            <a:custGeom>
              <a:rect b="b" l="l" r="r" t="t"/>
              <a:pathLst>
                <a:path extrusionOk="0" h="21872" w="11737">
                  <a:moveTo>
                    <a:pt x="3557" y="0"/>
                  </a:moveTo>
                  <a:lnTo>
                    <a:pt x="3379" y="178"/>
                  </a:lnTo>
                  <a:lnTo>
                    <a:pt x="3023" y="178"/>
                  </a:lnTo>
                  <a:lnTo>
                    <a:pt x="3023" y="534"/>
                  </a:lnTo>
                  <a:lnTo>
                    <a:pt x="2490" y="534"/>
                  </a:lnTo>
                  <a:lnTo>
                    <a:pt x="2312" y="890"/>
                  </a:lnTo>
                  <a:lnTo>
                    <a:pt x="2134" y="1067"/>
                  </a:lnTo>
                  <a:lnTo>
                    <a:pt x="1067" y="1245"/>
                  </a:lnTo>
                  <a:lnTo>
                    <a:pt x="890" y="1067"/>
                  </a:lnTo>
                  <a:lnTo>
                    <a:pt x="890" y="1245"/>
                  </a:lnTo>
                  <a:lnTo>
                    <a:pt x="534" y="1601"/>
                  </a:lnTo>
                  <a:lnTo>
                    <a:pt x="534" y="2134"/>
                  </a:lnTo>
                  <a:lnTo>
                    <a:pt x="356" y="2312"/>
                  </a:lnTo>
                  <a:lnTo>
                    <a:pt x="534" y="2845"/>
                  </a:lnTo>
                  <a:lnTo>
                    <a:pt x="1" y="3023"/>
                  </a:lnTo>
                  <a:lnTo>
                    <a:pt x="1" y="3201"/>
                  </a:lnTo>
                  <a:lnTo>
                    <a:pt x="356" y="3201"/>
                  </a:lnTo>
                  <a:lnTo>
                    <a:pt x="356" y="3912"/>
                  </a:lnTo>
                  <a:lnTo>
                    <a:pt x="1601" y="5157"/>
                  </a:lnTo>
                  <a:lnTo>
                    <a:pt x="1601" y="5691"/>
                  </a:lnTo>
                  <a:lnTo>
                    <a:pt x="1779" y="6046"/>
                  </a:lnTo>
                  <a:lnTo>
                    <a:pt x="2134" y="6046"/>
                  </a:lnTo>
                  <a:lnTo>
                    <a:pt x="1957" y="6580"/>
                  </a:lnTo>
                  <a:lnTo>
                    <a:pt x="1779" y="6757"/>
                  </a:lnTo>
                  <a:lnTo>
                    <a:pt x="1601" y="7824"/>
                  </a:lnTo>
                  <a:lnTo>
                    <a:pt x="1067" y="8002"/>
                  </a:lnTo>
                  <a:lnTo>
                    <a:pt x="1245" y="8358"/>
                  </a:lnTo>
                  <a:lnTo>
                    <a:pt x="1779" y="9069"/>
                  </a:lnTo>
                  <a:lnTo>
                    <a:pt x="2134" y="9602"/>
                  </a:lnTo>
                  <a:lnTo>
                    <a:pt x="2490" y="9780"/>
                  </a:lnTo>
                  <a:lnTo>
                    <a:pt x="2490" y="11025"/>
                  </a:lnTo>
                  <a:lnTo>
                    <a:pt x="2846" y="11736"/>
                  </a:lnTo>
                  <a:lnTo>
                    <a:pt x="3201" y="12981"/>
                  </a:lnTo>
                  <a:lnTo>
                    <a:pt x="2668" y="14048"/>
                  </a:lnTo>
                  <a:lnTo>
                    <a:pt x="1957" y="14759"/>
                  </a:lnTo>
                  <a:lnTo>
                    <a:pt x="1957" y="15115"/>
                  </a:lnTo>
                  <a:lnTo>
                    <a:pt x="1779" y="15470"/>
                  </a:lnTo>
                  <a:lnTo>
                    <a:pt x="1601" y="16004"/>
                  </a:lnTo>
                  <a:lnTo>
                    <a:pt x="1601" y="16359"/>
                  </a:lnTo>
                  <a:lnTo>
                    <a:pt x="1423" y="16537"/>
                  </a:lnTo>
                  <a:lnTo>
                    <a:pt x="1245" y="17071"/>
                  </a:lnTo>
                  <a:lnTo>
                    <a:pt x="1067" y="17782"/>
                  </a:lnTo>
                  <a:lnTo>
                    <a:pt x="1245" y="18671"/>
                  </a:lnTo>
                  <a:lnTo>
                    <a:pt x="1245" y="18138"/>
                  </a:lnTo>
                  <a:lnTo>
                    <a:pt x="1601" y="17960"/>
                  </a:lnTo>
                  <a:lnTo>
                    <a:pt x="1957" y="18315"/>
                  </a:lnTo>
                  <a:lnTo>
                    <a:pt x="2312" y="19027"/>
                  </a:lnTo>
                  <a:lnTo>
                    <a:pt x="2668" y="19027"/>
                  </a:lnTo>
                  <a:lnTo>
                    <a:pt x="2846" y="19382"/>
                  </a:lnTo>
                  <a:lnTo>
                    <a:pt x="2846" y="19560"/>
                  </a:lnTo>
                  <a:lnTo>
                    <a:pt x="3023" y="19560"/>
                  </a:lnTo>
                  <a:lnTo>
                    <a:pt x="3201" y="19738"/>
                  </a:lnTo>
                  <a:lnTo>
                    <a:pt x="3379" y="20094"/>
                  </a:lnTo>
                  <a:lnTo>
                    <a:pt x="3735" y="20627"/>
                  </a:lnTo>
                  <a:lnTo>
                    <a:pt x="3735" y="20449"/>
                  </a:lnTo>
                  <a:lnTo>
                    <a:pt x="4090" y="20449"/>
                  </a:lnTo>
                  <a:lnTo>
                    <a:pt x="4268" y="20627"/>
                  </a:lnTo>
                  <a:lnTo>
                    <a:pt x="4802" y="20805"/>
                  </a:lnTo>
                  <a:lnTo>
                    <a:pt x="4979" y="20983"/>
                  </a:lnTo>
                  <a:lnTo>
                    <a:pt x="5335" y="20983"/>
                  </a:lnTo>
                  <a:lnTo>
                    <a:pt x="5335" y="21694"/>
                  </a:lnTo>
                  <a:lnTo>
                    <a:pt x="6046" y="21516"/>
                  </a:lnTo>
                  <a:lnTo>
                    <a:pt x="6224" y="21694"/>
                  </a:lnTo>
                  <a:lnTo>
                    <a:pt x="6580" y="21338"/>
                  </a:lnTo>
                  <a:lnTo>
                    <a:pt x="6580" y="21160"/>
                  </a:lnTo>
                  <a:lnTo>
                    <a:pt x="6224" y="20983"/>
                  </a:lnTo>
                  <a:lnTo>
                    <a:pt x="5513" y="20271"/>
                  </a:lnTo>
                  <a:lnTo>
                    <a:pt x="4979" y="20271"/>
                  </a:lnTo>
                  <a:lnTo>
                    <a:pt x="4624" y="20094"/>
                  </a:lnTo>
                  <a:lnTo>
                    <a:pt x="4268" y="19738"/>
                  </a:lnTo>
                  <a:lnTo>
                    <a:pt x="4268" y="19560"/>
                  </a:lnTo>
                  <a:lnTo>
                    <a:pt x="4090" y="19027"/>
                  </a:lnTo>
                  <a:lnTo>
                    <a:pt x="3913" y="18315"/>
                  </a:lnTo>
                  <a:lnTo>
                    <a:pt x="3913" y="18138"/>
                  </a:lnTo>
                  <a:lnTo>
                    <a:pt x="3735" y="18138"/>
                  </a:lnTo>
                  <a:lnTo>
                    <a:pt x="3557" y="17782"/>
                  </a:lnTo>
                  <a:lnTo>
                    <a:pt x="3379" y="16893"/>
                  </a:lnTo>
                  <a:lnTo>
                    <a:pt x="3201" y="16715"/>
                  </a:lnTo>
                  <a:lnTo>
                    <a:pt x="2846" y="16893"/>
                  </a:lnTo>
                  <a:lnTo>
                    <a:pt x="2490" y="16893"/>
                  </a:lnTo>
                  <a:lnTo>
                    <a:pt x="2312" y="16004"/>
                  </a:lnTo>
                  <a:lnTo>
                    <a:pt x="2312" y="15115"/>
                  </a:lnTo>
                  <a:lnTo>
                    <a:pt x="2490" y="14937"/>
                  </a:lnTo>
                  <a:lnTo>
                    <a:pt x="2490" y="14581"/>
                  </a:lnTo>
                  <a:lnTo>
                    <a:pt x="2846" y="14226"/>
                  </a:lnTo>
                  <a:lnTo>
                    <a:pt x="2846" y="13870"/>
                  </a:lnTo>
                  <a:lnTo>
                    <a:pt x="3023" y="13337"/>
                  </a:lnTo>
                  <a:lnTo>
                    <a:pt x="3557" y="12447"/>
                  </a:lnTo>
                  <a:lnTo>
                    <a:pt x="3557" y="11736"/>
                  </a:lnTo>
                  <a:lnTo>
                    <a:pt x="3735" y="11203"/>
                  </a:lnTo>
                  <a:lnTo>
                    <a:pt x="3557" y="10669"/>
                  </a:lnTo>
                  <a:lnTo>
                    <a:pt x="3557" y="10492"/>
                  </a:lnTo>
                  <a:lnTo>
                    <a:pt x="3913" y="10492"/>
                  </a:lnTo>
                  <a:lnTo>
                    <a:pt x="4624" y="10314"/>
                  </a:lnTo>
                  <a:lnTo>
                    <a:pt x="5157" y="10492"/>
                  </a:lnTo>
                  <a:lnTo>
                    <a:pt x="4979" y="11558"/>
                  </a:lnTo>
                  <a:lnTo>
                    <a:pt x="5691" y="11736"/>
                  </a:lnTo>
                  <a:lnTo>
                    <a:pt x="6402" y="11558"/>
                  </a:lnTo>
                  <a:lnTo>
                    <a:pt x="7291" y="12447"/>
                  </a:lnTo>
                  <a:lnTo>
                    <a:pt x="7469" y="12447"/>
                  </a:lnTo>
                  <a:lnTo>
                    <a:pt x="7647" y="12092"/>
                  </a:lnTo>
                  <a:lnTo>
                    <a:pt x="7113" y="11736"/>
                  </a:lnTo>
                  <a:lnTo>
                    <a:pt x="7113" y="11381"/>
                  </a:lnTo>
                  <a:lnTo>
                    <a:pt x="6935" y="10669"/>
                  </a:lnTo>
                  <a:lnTo>
                    <a:pt x="6935" y="10314"/>
                  </a:lnTo>
                  <a:lnTo>
                    <a:pt x="7291" y="10314"/>
                  </a:lnTo>
                  <a:lnTo>
                    <a:pt x="8002" y="9247"/>
                  </a:lnTo>
                  <a:lnTo>
                    <a:pt x="8358" y="9247"/>
                  </a:lnTo>
                  <a:lnTo>
                    <a:pt x="8891" y="9069"/>
                  </a:lnTo>
                  <a:lnTo>
                    <a:pt x="10847" y="9069"/>
                  </a:lnTo>
                  <a:lnTo>
                    <a:pt x="11025" y="9247"/>
                  </a:lnTo>
                  <a:lnTo>
                    <a:pt x="11025" y="9069"/>
                  </a:lnTo>
                  <a:lnTo>
                    <a:pt x="11381" y="9069"/>
                  </a:lnTo>
                  <a:lnTo>
                    <a:pt x="11559" y="8891"/>
                  </a:lnTo>
                  <a:lnTo>
                    <a:pt x="11559" y="7646"/>
                  </a:lnTo>
                  <a:lnTo>
                    <a:pt x="11736" y="7291"/>
                  </a:lnTo>
                  <a:lnTo>
                    <a:pt x="11381" y="7113"/>
                  </a:lnTo>
                  <a:lnTo>
                    <a:pt x="11203" y="6757"/>
                  </a:lnTo>
                  <a:lnTo>
                    <a:pt x="10847" y="6580"/>
                  </a:lnTo>
                  <a:lnTo>
                    <a:pt x="10492" y="6046"/>
                  </a:lnTo>
                  <a:lnTo>
                    <a:pt x="10492" y="4801"/>
                  </a:lnTo>
                  <a:lnTo>
                    <a:pt x="9958" y="4268"/>
                  </a:lnTo>
                  <a:lnTo>
                    <a:pt x="9247" y="3379"/>
                  </a:lnTo>
                  <a:lnTo>
                    <a:pt x="8536" y="3201"/>
                  </a:lnTo>
                  <a:lnTo>
                    <a:pt x="8180" y="3735"/>
                  </a:lnTo>
                  <a:lnTo>
                    <a:pt x="7647" y="4090"/>
                  </a:lnTo>
                  <a:lnTo>
                    <a:pt x="6580" y="3557"/>
                  </a:lnTo>
                  <a:lnTo>
                    <a:pt x="6224" y="3735"/>
                  </a:lnTo>
                  <a:lnTo>
                    <a:pt x="5335" y="4624"/>
                  </a:lnTo>
                  <a:lnTo>
                    <a:pt x="4979" y="4446"/>
                  </a:lnTo>
                  <a:lnTo>
                    <a:pt x="4979" y="3912"/>
                  </a:lnTo>
                  <a:lnTo>
                    <a:pt x="5157" y="3379"/>
                  </a:lnTo>
                  <a:lnTo>
                    <a:pt x="5157" y="2845"/>
                  </a:lnTo>
                  <a:lnTo>
                    <a:pt x="5335" y="2668"/>
                  </a:lnTo>
                  <a:lnTo>
                    <a:pt x="5513" y="2134"/>
                  </a:lnTo>
                  <a:lnTo>
                    <a:pt x="5335" y="1601"/>
                  </a:lnTo>
                  <a:lnTo>
                    <a:pt x="5335" y="1423"/>
                  </a:lnTo>
                  <a:lnTo>
                    <a:pt x="5157" y="1245"/>
                  </a:lnTo>
                  <a:lnTo>
                    <a:pt x="4802" y="1423"/>
                  </a:lnTo>
                  <a:lnTo>
                    <a:pt x="4268" y="1423"/>
                  </a:lnTo>
                  <a:lnTo>
                    <a:pt x="4090" y="1067"/>
                  </a:lnTo>
                  <a:lnTo>
                    <a:pt x="4268" y="534"/>
                  </a:lnTo>
                  <a:lnTo>
                    <a:pt x="4090" y="178"/>
                  </a:lnTo>
                  <a:lnTo>
                    <a:pt x="3735" y="356"/>
                  </a:lnTo>
                  <a:lnTo>
                    <a:pt x="3735" y="178"/>
                  </a:lnTo>
                  <a:lnTo>
                    <a:pt x="3557" y="0"/>
                  </a:lnTo>
                  <a:close/>
                  <a:moveTo>
                    <a:pt x="5157" y="21694"/>
                  </a:moveTo>
                  <a:lnTo>
                    <a:pt x="5335" y="21872"/>
                  </a:lnTo>
                  <a:lnTo>
                    <a:pt x="5335" y="21694"/>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79" name="Google Shape;1479;p60"/>
            <p:cNvSpPr/>
            <p:nvPr/>
          </p:nvSpPr>
          <p:spPr>
            <a:xfrm>
              <a:off x="3718850" y="1274925"/>
              <a:ext cx="26700" cy="44475"/>
            </a:xfrm>
            <a:custGeom>
              <a:rect b="b" l="l" r="r" t="t"/>
              <a:pathLst>
                <a:path extrusionOk="0" h="1779" w="1068">
                  <a:moveTo>
                    <a:pt x="712" y="0"/>
                  </a:moveTo>
                  <a:lnTo>
                    <a:pt x="534" y="356"/>
                  </a:lnTo>
                  <a:lnTo>
                    <a:pt x="1" y="1067"/>
                  </a:lnTo>
                  <a:lnTo>
                    <a:pt x="1" y="1423"/>
                  </a:lnTo>
                  <a:lnTo>
                    <a:pt x="890" y="1778"/>
                  </a:lnTo>
                  <a:lnTo>
                    <a:pt x="1068" y="1601"/>
                  </a:lnTo>
                  <a:lnTo>
                    <a:pt x="1068" y="889"/>
                  </a:lnTo>
                  <a:lnTo>
                    <a:pt x="890" y="534"/>
                  </a:lnTo>
                  <a:lnTo>
                    <a:pt x="712"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0" name="Google Shape;1480;p60"/>
            <p:cNvSpPr/>
            <p:nvPr/>
          </p:nvSpPr>
          <p:spPr>
            <a:xfrm>
              <a:off x="1865125" y="608125"/>
              <a:ext cx="5516750" cy="2973975"/>
            </a:xfrm>
            <a:custGeom>
              <a:rect b="b" l="l" r="r" t="t"/>
              <a:pathLst>
                <a:path extrusionOk="0" h="118959" w="220670">
                  <a:moveTo>
                    <a:pt x="110958" y="0"/>
                  </a:moveTo>
                  <a:lnTo>
                    <a:pt x="110069" y="356"/>
                  </a:lnTo>
                  <a:lnTo>
                    <a:pt x="108113" y="2489"/>
                  </a:lnTo>
                  <a:lnTo>
                    <a:pt x="106868" y="4979"/>
                  </a:lnTo>
                  <a:lnTo>
                    <a:pt x="106690" y="5512"/>
                  </a:lnTo>
                  <a:lnTo>
                    <a:pt x="106690" y="6757"/>
                  </a:lnTo>
                  <a:lnTo>
                    <a:pt x="106334" y="7646"/>
                  </a:lnTo>
                  <a:lnTo>
                    <a:pt x="103845" y="8535"/>
                  </a:lnTo>
                  <a:lnTo>
                    <a:pt x="104378" y="9424"/>
                  </a:lnTo>
                  <a:lnTo>
                    <a:pt x="104378" y="9958"/>
                  </a:lnTo>
                  <a:lnTo>
                    <a:pt x="103134" y="9602"/>
                  </a:lnTo>
                  <a:lnTo>
                    <a:pt x="102245" y="10135"/>
                  </a:lnTo>
                  <a:lnTo>
                    <a:pt x="101533" y="11025"/>
                  </a:lnTo>
                  <a:lnTo>
                    <a:pt x="100822" y="10669"/>
                  </a:lnTo>
                  <a:lnTo>
                    <a:pt x="100467" y="11202"/>
                  </a:lnTo>
                  <a:lnTo>
                    <a:pt x="99044" y="11380"/>
                  </a:lnTo>
                  <a:lnTo>
                    <a:pt x="99044" y="10847"/>
                  </a:lnTo>
                  <a:lnTo>
                    <a:pt x="99400" y="9780"/>
                  </a:lnTo>
                  <a:lnTo>
                    <a:pt x="98688" y="9424"/>
                  </a:lnTo>
                  <a:lnTo>
                    <a:pt x="97088" y="10313"/>
                  </a:lnTo>
                  <a:lnTo>
                    <a:pt x="95488" y="10491"/>
                  </a:lnTo>
                  <a:lnTo>
                    <a:pt x="95310" y="10847"/>
                  </a:lnTo>
                  <a:lnTo>
                    <a:pt x="95310" y="11558"/>
                  </a:lnTo>
                  <a:lnTo>
                    <a:pt x="95132" y="11914"/>
                  </a:lnTo>
                  <a:lnTo>
                    <a:pt x="90864" y="13336"/>
                  </a:lnTo>
                  <a:lnTo>
                    <a:pt x="89975" y="14047"/>
                  </a:lnTo>
                  <a:lnTo>
                    <a:pt x="89442" y="14047"/>
                  </a:lnTo>
                  <a:lnTo>
                    <a:pt x="88019" y="15826"/>
                  </a:lnTo>
                  <a:lnTo>
                    <a:pt x="86775" y="16003"/>
                  </a:lnTo>
                  <a:lnTo>
                    <a:pt x="86597" y="17070"/>
                  </a:lnTo>
                  <a:lnTo>
                    <a:pt x="85530" y="17070"/>
                  </a:lnTo>
                  <a:lnTo>
                    <a:pt x="85352" y="17959"/>
                  </a:lnTo>
                  <a:lnTo>
                    <a:pt x="84819" y="17959"/>
                  </a:lnTo>
                  <a:lnTo>
                    <a:pt x="84641" y="18671"/>
                  </a:lnTo>
                  <a:lnTo>
                    <a:pt x="84641" y="19204"/>
                  </a:lnTo>
                  <a:lnTo>
                    <a:pt x="84997" y="18848"/>
                  </a:lnTo>
                  <a:lnTo>
                    <a:pt x="85530" y="19026"/>
                  </a:lnTo>
                  <a:lnTo>
                    <a:pt x="85530" y="19560"/>
                  </a:lnTo>
                  <a:lnTo>
                    <a:pt x="85174" y="20093"/>
                  </a:lnTo>
                  <a:lnTo>
                    <a:pt x="85708" y="20982"/>
                  </a:lnTo>
                  <a:lnTo>
                    <a:pt x="86063" y="22405"/>
                  </a:lnTo>
                  <a:lnTo>
                    <a:pt x="83752" y="23472"/>
                  </a:lnTo>
                  <a:lnTo>
                    <a:pt x="78240" y="24183"/>
                  </a:lnTo>
                  <a:lnTo>
                    <a:pt x="77350" y="24539"/>
                  </a:lnTo>
                  <a:lnTo>
                    <a:pt x="76995" y="25250"/>
                  </a:lnTo>
                  <a:lnTo>
                    <a:pt x="76995" y="26139"/>
                  </a:lnTo>
                  <a:lnTo>
                    <a:pt x="77350" y="28628"/>
                  </a:lnTo>
                  <a:lnTo>
                    <a:pt x="77528" y="29517"/>
                  </a:lnTo>
                  <a:lnTo>
                    <a:pt x="78062" y="30229"/>
                  </a:lnTo>
                  <a:lnTo>
                    <a:pt x="79306" y="30762"/>
                  </a:lnTo>
                  <a:lnTo>
                    <a:pt x="80018" y="32185"/>
                  </a:lnTo>
                  <a:lnTo>
                    <a:pt x="80729" y="32718"/>
                  </a:lnTo>
                  <a:lnTo>
                    <a:pt x="81085" y="33251"/>
                  </a:lnTo>
                  <a:lnTo>
                    <a:pt x="81085" y="33429"/>
                  </a:lnTo>
                  <a:lnTo>
                    <a:pt x="80907" y="35741"/>
                  </a:lnTo>
                  <a:lnTo>
                    <a:pt x="81262" y="38764"/>
                  </a:lnTo>
                  <a:lnTo>
                    <a:pt x="80907" y="38052"/>
                  </a:lnTo>
                  <a:lnTo>
                    <a:pt x="80729" y="38586"/>
                  </a:lnTo>
                  <a:lnTo>
                    <a:pt x="80907" y="38586"/>
                  </a:lnTo>
                  <a:lnTo>
                    <a:pt x="81085" y="39119"/>
                  </a:lnTo>
                  <a:lnTo>
                    <a:pt x="80551" y="40008"/>
                  </a:lnTo>
                  <a:lnTo>
                    <a:pt x="80907" y="40542"/>
                  </a:lnTo>
                  <a:lnTo>
                    <a:pt x="80907" y="40898"/>
                  </a:lnTo>
                  <a:lnTo>
                    <a:pt x="80196" y="40720"/>
                  </a:lnTo>
                  <a:lnTo>
                    <a:pt x="80018" y="40186"/>
                  </a:lnTo>
                  <a:lnTo>
                    <a:pt x="80373" y="38586"/>
                  </a:lnTo>
                  <a:lnTo>
                    <a:pt x="80373" y="37163"/>
                  </a:lnTo>
                  <a:lnTo>
                    <a:pt x="80018" y="37163"/>
                  </a:lnTo>
                  <a:lnTo>
                    <a:pt x="79484" y="37875"/>
                  </a:lnTo>
                  <a:lnTo>
                    <a:pt x="79306" y="36274"/>
                  </a:lnTo>
                  <a:lnTo>
                    <a:pt x="79484" y="35385"/>
                  </a:lnTo>
                  <a:lnTo>
                    <a:pt x="80018" y="34496"/>
                  </a:lnTo>
                  <a:lnTo>
                    <a:pt x="80373" y="33963"/>
                  </a:lnTo>
                  <a:lnTo>
                    <a:pt x="80373" y="33785"/>
                  </a:lnTo>
                  <a:lnTo>
                    <a:pt x="80196" y="33429"/>
                  </a:lnTo>
                  <a:lnTo>
                    <a:pt x="79840" y="33251"/>
                  </a:lnTo>
                  <a:lnTo>
                    <a:pt x="78240" y="33251"/>
                  </a:lnTo>
                  <a:lnTo>
                    <a:pt x="76817" y="31651"/>
                  </a:lnTo>
                  <a:lnTo>
                    <a:pt x="75572" y="30762"/>
                  </a:lnTo>
                  <a:lnTo>
                    <a:pt x="73616" y="30229"/>
                  </a:lnTo>
                  <a:lnTo>
                    <a:pt x="73083" y="29517"/>
                  </a:lnTo>
                  <a:lnTo>
                    <a:pt x="72727" y="29340"/>
                  </a:lnTo>
                  <a:lnTo>
                    <a:pt x="72016" y="30051"/>
                  </a:lnTo>
                  <a:lnTo>
                    <a:pt x="71838" y="30229"/>
                  </a:lnTo>
                  <a:lnTo>
                    <a:pt x="72372" y="30584"/>
                  </a:lnTo>
                  <a:lnTo>
                    <a:pt x="72727" y="31295"/>
                  </a:lnTo>
                  <a:lnTo>
                    <a:pt x="73261" y="31651"/>
                  </a:lnTo>
                  <a:lnTo>
                    <a:pt x="73261" y="32362"/>
                  </a:lnTo>
                  <a:lnTo>
                    <a:pt x="72727" y="32718"/>
                  </a:lnTo>
                  <a:lnTo>
                    <a:pt x="71305" y="32007"/>
                  </a:lnTo>
                  <a:lnTo>
                    <a:pt x="70949" y="32185"/>
                  </a:lnTo>
                  <a:lnTo>
                    <a:pt x="70771" y="32718"/>
                  </a:lnTo>
                  <a:lnTo>
                    <a:pt x="71305" y="34141"/>
                  </a:lnTo>
                  <a:lnTo>
                    <a:pt x="73439" y="35385"/>
                  </a:lnTo>
                  <a:lnTo>
                    <a:pt x="73616" y="36096"/>
                  </a:lnTo>
                  <a:lnTo>
                    <a:pt x="73616" y="36630"/>
                  </a:lnTo>
                  <a:lnTo>
                    <a:pt x="73083" y="36630"/>
                  </a:lnTo>
                  <a:lnTo>
                    <a:pt x="72372" y="35919"/>
                  </a:lnTo>
                  <a:lnTo>
                    <a:pt x="69704" y="35385"/>
                  </a:lnTo>
                  <a:lnTo>
                    <a:pt x="69349" y="34674"/>
                  </a:lnTo>
                  <a:lnTo>
                    <a:pt x="69171" y="32718"/>
                  </a:lnTo>
                  <a:lnTo>
                    <a:pt x="69527" y="30584"/>
                  </a:lnTo>
                  <a:lnTo>
                    <a:pt x="69527" y="29517"/>
                  </a:lnTo>
                  <a:lnTo>
                    <a:pt x="69171" y="28450"/>
                  </a:lnTo>
                  <a:lnTo>
                    <a:pt x="68815" y="28273"/>
                  </a:lnTo>
                  <a:lnTo>
                    <a:pt x="68815" y="30051"/>
                  </a:lnTo>
                  <a:lnTo>
                    <a:pt x="68637" y="31295"/>
                  </a:lnTo>
                  <a:lnTo>
                    <a:pt x="68282" y="31829"/>
                  </a:lnTo>
                  <a:lnTo>
                    <a:pt x="67037" y="32896"/>
                  </a:lnTo>
                  <a:lnTo>
                    <a:pt x="66326" y="34496"/>
                  </a:lnTo>
                  <a:lnTo>
                    <a:pt x="67748" y="38230"/>
                  </a:lnTo>
                  <a:lnTo>
                    <a:pt x="67571" y="39119"/>
                  </a:lnTo>
                  <a:lnTo>
                    <a:pt x="67215" y="40364"/>
                  </a:lnTo>
                  <a:lnTo>
                    <a:pt x="67037" y="41431"/>
                  </a:lnTo>
                  <a:lnTo>
                    <a:pt x="67393" y="43920"/>
                  </a:lnTo>
                  <a:lnTo>
                    <a:pt x="67748" y="44454"/>
                  </a:lnTo>
                  <a:lnTo>
                    <a:pt x="70238" y="43920"/>
                  </a:lnTo>
                  <a:lnTo>
                    <a:pt x="71305" y="44276"/>
                  </a:lnTo>
                  <a:lnTo>
                    <a:pt x="72194" y="44987"/>
                  </a:lnTo>
                  <a:lnTo>
                    <a:pt x="73083" y="47654"/>
                  </a:lnTo>
                  <a:lnTo>
                    <a:pt x="72549" y="48721"/>
                  </a:lnTo>
                  <a:lnTo>
                    <a:pt x="72549" y="49433"/>
                  </a:lnTo>
                  <a:lnTo>
                    <a:pt x="73972" y="50500"/>
                  </a:lnTo>
                  <a:lnTo>
                    <a:pt x="72549" y="50677"/>
                  </a:lnTo>
                  <a:lnTo>
                    <a:pt x="72016" y="49966"/>
                  </a:lnTo>
                  <a:lnTo>
                    <a:pt x="72016" y="48010"/>
                  </a:lnTo>
                  <a:lnTo>
                    <a:pt x="71838" y="46943"/>
                  </a:lnTo>
                  <a:lnTo>
                    <a:pt x="70771" y="45343"/>
                  </a:lnTo>
                  <a:lnTo>
                    <a:pt x="70238" y="45165"/>
                  </a:lnTo>
                  <a:lnTo>
                    <a:pt x="68460" y="46232"/>
                  </a:lnTo>
                  <a:lnTo>
                    <a:pt x="68282" y="46588"/>
                  </a:lnTo>
                  <a:lnTo>
                    <a:pt x="68104" y="47299"/>
                  </a:lnTo>
                  <a:lnTo>
                    <a:pt x="68460" y="48721"/>
                  </a:lnTo>
                  <a:lnTo>
                    <a:pt x="68460" y="49966"/>
                  </a:lnTo>
                  <a:lnTo>
                    <a:pt x="67571" y="51389"/>
                  </a:lnTo>
                  <a:lnTo>
                    <a:pt x="67037" y="52989"/>
                  </a:lnTo>
                  <a:lnTo>
                    <a:pt x="65437" y="54411"/>
                  </a:lnTo>
                  <a:lnTo>
                    <a:pt x="64726" y="55301"/>
                  </a:lnTo>
                  <a:lnTo>
                    <a:pt x="62236" y="55123"/>
                  </a:lnTo>
                  <a:lnTo>
                    <a:pt x="60814" y="54589"/>
                  </a:lnTo>
                  <a:lnTo>
                    <a:pt x="60458" y="53878"/>
                  </a:lnTo>
                  <a:lnTo>
                    <a:pt x="60814" y="53878"/>
                  </a:lnTo>
                  <a:lnTo>
                    <a:pt x="61347" y="54234"/>
                  </a:lnTo>
                  <a:lnTo>
                    <a:pt x="61525" y="54056"/>
                  </a:lnTo>
                  <a:lnTo>
                    <a:pt x="61347" y="53522"/>
                  </a:lnTo>
                  <a:lnTo>
                    <a:pt x="61703" y="53522"/>
                  </a:lnTo>
                  <a:lnTo>
                    <a:pt x="62592" y="54234"/>
                  </a:lnTo>
                  <a:lnTo>
                    <a:pt x="63481" y="53878"/>
                  </a:lnTo>
                  <a:lnTo>
                    <a:pt x="63836" y="52989"/>
                  </a:lnTo>
                  <a:lnTo>
                    <a:pt x="64370" y="52455"/>
                  </a:lnTo>
                  <a:lnTo>
                    <a:pt x="65259" y="50677"/>
                  </a:lnTo>
                  <a:lnTo>
                    <a:pt x="65970" y="49433"/>
                  </a:lnTo>
                  <a:lnTo>
                    <a:pt x="65970" y="48188"/>
                  </a:lnTo>
                  <a:lnTo>
                    <a:pt x="66504" y="46943"/>
                  </a:lnTo>
                  <a:lnTo>
                    <a:pt x="66326" y="46588"/>
                  </a:lnTo>
                  <a:lnTo>
                    <a:pt x="65437" y="45521"/>
                  </a:lnTo>
                  <a:lnTo>
                    <a:pt x="65259" y="44809"/>
                  </a:lnTo>
                  <a:lnTo>
                    <a:pt x="65259" y="41787"/>
                  </a:lnTo>
                  <a:lnTo>
                    <a:pt x="65081" y="40008"/>
                  </a:lnTo>
                  <a:lnTo>
                    <a:pt x="65437" y="38586"/>
                  </a:lnTo>
                  <a:lnTo>
                    <a:pt x="65437" y="37341"/>
                  </a:lnTo>
                  <a:lnTo>
                    <a:pt x="65081" y="36096"/>
                  </a:lnTo>
                  <a:lnTo>
                    <a:pt x="64548" y="35385"/>
                  </a:lnTo>
                  <a:lnTo>
                    <a:pt x="64370" y="34318"/>
                  </a:lnTo>
                  <a:lnTo>
                    <a:pt x="65259" y="31118"/>
                  </a:lnTo>
                  <a:lnTo>
                    <a:pt x="65259" y="29162"/>
                  </a:lnTo>
                  <a:lnTo>
                    <a:pt x="63659" y="27917"/>
                  </a:lnTo>
                  <a:lnTo>
                    <a:pt x="60814" y="27739"/>
                  </a:lnTo>
                  <a:lnTo>
                    <a:pt x="60102" y="28984"/>
                  </a:lnTo>
                  <a:lnTo>
                    <a:pt x="59569" y="32362"/>
                  </a:lnTo>
                  <a:lnTo>
                    <a:pt x="59035" y="33429"/>
                  </a:lnTo>
                  <a:lnTo>
                    <a:pt x="57435" y="35207"/>
                  </a:lnTo>
                  <a:lnTo>
                    <a:pt x="56902" y="36274"/>
                  </a:lnTo>
                  <a:lnTo>
                    <a:pt x="56902" y="36452"/>
                  </a:lnTo>
                  <a:lnTo>
                    <a:pt x="56902" y="36630"/>
                  </a:lnTo>
                  <a:lnTo>
                    <a:pt x="56902" y="37163"/>
                  </a:lnTo>
                  <a:lnTo>
                    <a:pt x="57613" y="37163"/>
                  </a:lnTo>
                  <a:lnTo>
                    <a:pt x="57791" y="37697"/>
                  </a:lnTo>
                  <a:lnTo>
                    <a:pt x="57791" y="37875"/>
                  </a:lnTo>
                  <a:lnTo>
                    <a:pt x="57613" y="39653"/>
                  </a:lnTo>
                  <a:lnTo>
                    <a:pt x="57791" y="40720"/>
                  </a:lnTo>
                  <a:lnTo>
                    <a:pt x="57257" y="41075"/>
                  </a:lnTo>
                  <a:lnTo>
                    <a:pt x="57079" y="41787"/>
                  </a:lnTo>
                  <a:lnTo>
                    <a:pt x="57079" y="42320"/>
                  </a:lnTo>
                  <a:lnTo>
                    <a:pt x="57435" y="42142"/>
                  </a:lnTo>
                  <a:lnTo>
                    <a:pt x="57613" y="42320"/>
                  </a:lnTo>
                  <a:lnTo>
                    <a:pt x="57435" y="43031"/>
                  </a:lnTo>
                  <a:lnTo>
                    <a:pt x="57435" y="43209"/>
                  </a:lnTo>
                  <a:lnTo>
                    <a:pt x="57791" y="42498"/>
                  </a:lnTo>
                  <a:lnTo>
                    <a:pt x="58680" y="42853"/>
                  </a:lnTo>
                  <a:lnTo>
                    <a:pt x="58858" y="43743"/>
                  </a:lnTo>
                  <a:lnTo>
                    <a:pt x="59391" y="44809"/>
                  </a:lnTo>
                  <a:lnTo>
                    <a:pt x="60280" y="45343"/>
                  </a:lnTo>
                  <a:lnTo>
                    <a:pt x="60280" y="46054"/>
                  </a:lnTo>
                  <a:lnTo>
                    <a:pt x="59569" y="47654"/>
                  </a:lnTo>
                  <a:lnTo>
                    <a:pt x="59213" y="48010"/>
                  </a:lnTo>
                  <a:lnTo>
                    <a:pt x="58858" y="47832"/>
                  </a:lnTo>
                  <a:lnTo>
                    <a:pt x="58680" y="47477"/>
                  </a:lnTo>
                  <a:lnTo>
                    <a:pt x="57613" y="46410"/>
                  </a:lnTo>
                  <a:lnTo>
                    <a:pt x="57079" y="45699"/>
                  </a:lnTo>
                  <a:lnTo>
                    <a:pt x="56724" y="45521"/>
                  </a:lnTo>
                  <a:lnTo>
                    <a:pt x="54946" y="44454"/>
                  </a:lnTo>
                  <a:lnTo>
                    <a:pt x="53168" y="43031"/>
                  </a:lnTo>
                  <a:lnTo>
                    <a:pt x="51567" y="42320"/>
                  </a:lnTo>
                  <a:lnTo>
                    <a:pt x="48544" y="41609"/>
                  </a:lnTo>
                  <a:lnTo>
                    <a:pt x="47655" y="42498"/>
                  </a:lnTo>
                  <a:lnTo>
                    <a:pt x="48011" y="44098"/>
                  </a:lnTo>
                  <a:lnTo>
                    <a:pt x="48366" y="44632"/>
                  </a:lnTo>
                  <a:lnTo>
                    <a:pt x="48544" y="45343"/>
                  </a:lnTo>
                  <a:lnTo>
                    <a:pt x="47833" y="46232"/>
                  </a:lnTo>
                  <a:lnTo>
                    <a:pt x="47122" y="46410"/>
                  </a:lnTo>
                  <a:lnTo>
                    <a:pt x="46944" y="47299"/>
                  </a:lnTo>
                  <a:lnTo>
                    <a:pt x="46766" y="47477"/>
                  </a:lnTo>
                  <a:lnTo>
                    <a:pt x="45877" y="47299"/>
                  </a:lnTo>
                  <a:lnTo>
                    <a:pt x="45877" y="46588"/>
                  </a:lnTo>
                  <a:lnTo>
                    <a:pt x="46055" y="46054"/>
                  </a:lnTo>
                  <a:lnTo>
                    <a:pt x="45521" y="45165"/>
                  </a:lnTo>
                  <a:lnTo>
                    <a:pt x="43921" y="46054"/>
                  </a:lnTo>
                  <a:lnTo>
                    <a:pt x="43210" y="46765"/>
                  </a:lnTo>
                  <a:lnTo>
                    <a:pt x="41432" y="46588"/>
                  </a:lnTo>
                  <a:lnTo>
                    <a:pt x="40720" y="46765"/>
                  </a:lnTo>
                  <a:lnTo>
                    <a:pt x="40009" y="47299"/>
                  </a:lnTo>
                  <a:lnTo>
                    <a:pt x="39654" y="48188"/>
                  </a:lnTo>
                  <a:lnTo>
                    <a:pt x="38942" y="47832"/>
                  </a:lnTo>
                  <a:lnTo>
                    <a:pt x="38409" y="48188"/>
                  </a:lnTo>
                  <a:lnTo>
                    <a:pt x="37520" y="48010"/>
                  </a:lnTo>
                  <a:lnTo>
                    <a:pt x="37342" y="47654"/>
                  </a:lnTo>
                  <a:lnTo>
                    <a:pt x="37520" y="47477"/>
                  </a:lnTo>
                  <a:lnTo>
                    <a:pt x="38231" y="47299"/>
                  </a:lnTo>
                  <a:lnTo>
                    <a:pt x="38053" y="46588"/>
                  </a:lnTo>
                  <a:lnTo>
                    <a:pt x="38053" y="45699"/>
                  </a:lnTo>
                  <a:lnTo>
                    <a:pt x="37875" y="45521"/>
                  </a:lnTo>
                  <a:lnTo>
                    <a:pt x="36453" y="46410"/>
                  </a:lnTo>
                  <a:lnTo>
                    <a:pt x="36453" y="47121"/>
                  </a:lnTo>
                  <a:lnTo>
                    <a:pt x="36275" y="47477"/>
                  </a:lnTo>
                  <a:lnTo>
                    <a:pt x="35919" y="47477"/>
                  </a:lnTo>
                  <a:lnTo>
                    <a:pt x="35564" y="46943"/>
                  </a:lnTo>
                  <a:lnTo>
                    <a:pt x="34675" y="47299"/>
                  </a:lnTo>
                  <a:lnTo>
                    <a:pt x="34497" y="47121"/>
                  </a:lnTo>
                  <a:lnTo>
                    <a:pt x="32541" y="48899"/>
                  </a:lnTo>
                  <a:lnTo>
                    <a:pt x="31118" y="49610"/>
                  </a:lnTo>
                  <a:lnTo>
                    <a:pt x="30763" y="50144"/>
                  </a:lnTo>
                  <a:lnTo>
                    <a:pt x="29874" y="50500"/>
                  </a:lnTo>
                  <a:lnTo>
                    <a:pt x="29518" y="51744"/>
                  </a:lnTo>
                  <a:lnTo>
                    <a:pt x="29340" y="52633"/>
                  </a:lnTo>
                  <a:lnTo>
                    <a:pt x="29162" y="52989"/>
                  </a:lnTo>
                  <a:lnTo>
                    <a:pt x="28273" y="53167"/>
                  </a:lnTo>
                  <a:lnTo>
                    <a:pt x="26851" y="53345"/>
                  </a:lnTo>
                  <a:lnTo>
                    <a:pt x="26495" y="52989"/>
                  </a:lnTo>
                  <a:lnTo>
                    <a:pt x="26140" y="52455"/>
                  </a:lnTo>
                  <a:lnTo>
                    <a:pt x="26140" y="52278"/>
                  </a:lnTo>
                  <a:lnTo>
                    <a:pt x="25428" y="51744"/>
                  </a:lnTo>
                  <a:lnTo>
                    <a:pt x="25250" y="51211"/>
                  </a:lnTo>
                  <a:lnTo>
                    <a:pt x="25962" y="49788"/>
                  </a:lnTo>
                  <a:lnTo>
                    <a:pt x="26317" y="49788"/>
                  </a:lnTo>
                  <a:lnTo>
                    <a:pt x="27562" y="49433"/>
                  </a:lnTo>
                  <a:lnTo>
                    <a:pt x="27562" y="48899"/>
                  </a:lnTo>
                  <a:lnTo>
                    <a:pt x="27384" y="48366"/>
                  </a:lnTo>
                  <a:lnTo>
                    <a:pt x="26317" y="47121"/>
                  </a:lnTo>
                  <a:lnTo>
                    <a:pt x="24184" y="46765"/>
                  </a:lnTo>
                  <a:lnTo>
                    <a:pt x="23472" y="46588"/>
                  </a:lnTo>
                  <a:lnTo>
                    <a:pt x="23472" y="46765"/>
                  </a:lnTo>
                  <a:lnTo>
                    <a:pt x="24361" y="48010"/>
                  </a:lnTo>
                  <a:lnTo>
                    <a:pt x="24361" y="48188"/>
                  </a:lnTo>
                  <a:lnTo>
                    <a:pt x="24184" y="49788"/>
                  </a:lnTo>
                  <a:lnTo>
                    <a:pt x="23828" y="51033"/>
                  </a:lnTo>
                  <a:lnTo>
                    <a:pt x="23828" y="51922"/>
                  </a:lnTo>
                  <a:lnTo>
                    <a:pt x="24361" y="52278"/>
                  </a:lnTo>
                  <a:lnTo>
                    <a:pt x="24539" y="52633"/>
                  </a:lnTo>
                  <a:lnTo>
                    <a:pt x="24717" y="53878"/>
                  </a:lnTo>
                  <a:lnTo>
                    <a:pt x="24361" y="54945"/>
                  </a:lnTo>
                  <a:lnTo>
                    <a:pt x="24184" y="56190"/>
                  </a:lnTo>
                  <a:lnTo>
                    <a:pt x="22761" y="55123"/>
                  </a:lnTo>
                  <a:lnTo>
                    <a:pt x="21338" y="54767"/>
                  </a:lnTo>
                  <a:lnTo>
                    <a:pt x="20449" y="55834"/>
                  </a:lnTo>
                  <a:lnTo>
                    <a:pt x="19383" y="56545"/>
                  </a:lnTo>
                  <a:lnTo>
                    <a:pt x="18138" y="57612"/>
                  </a:lnTo>
                  <a:lnTo>
                    <a:pt x="17960" y="58146"/>
                  </a:lnTo>
                  <a:lnTo>
                    <a:pt x="17960" y="58501"/>
                  </a:lnTo>
                  <a:lnTo>
                    <a:pt x="18849" y="60279"/>
                  </a:lnTo>
                  <a:lnTo>
                    <a:pt x="18493" y="61168"/>
                  </a:lnTo>
                  <a:lnTo>
                    <a:pt x="18138" y="60813"/>
                  </a:lnTo>
                  <a:lnTo>
                    <a:pt x="17604" y="61346"/>
                  </a:lnTo>
                  <a:lnTo>
                    <a:pt x="16004" y="60635"/>
                  </a:lnTo>
                  <a:lnTo>
                    <a:pt x="15471" y="60813"/>
                  </a:lnTo>
                  <a:lnTo>
                    <a:pt x="15293" y="60457"/>
                  </a:lnTo>
                  <a:lnTo>
                    <a:pt x="14581" y="59746"/>
                  </a:lnTo>
                  <a:lnTo>
                    <a:pt x="13870" y="59568"/>
                  </a:lnTo>
                  <a:lnTo>
                    <a:pt x="13337" y="60279"/>
                  </a:lnTo>
                  <a:lnTo>
                    <a:pt x="13337" y="60635"/>
                  </a:lnTo>
                  <a:lnTo>
                    <a:pt x="14048" y="61702"/>
                  </a:lnTo>
                  <a:lnTo>
                    <a:pt x="14937" y="61702"/>
                  </a:lnTo>
                  <a:lnTo>
                    <a:pt x="15293" y="62058"/>
                  </a:lnTo>
                  <a:lnTo>
                    <a:pt x="15293" y="63302"/>
                  </a:lnTo>
                  <a:lnTo>
                    <a:pt x="14404" y="63836"/>
                  </a:lnTo>
                  <a:lnTo>
                    <a:pt x="12803" y="63302"/>
                  </a:lnTo>
                  <a:lnTo>
                    <a:pt x="12448" y="62769"/>
                  </a:lnTo>
                  <a:lnTo>
                    <a:pt x="12448" y="62591"/>
                  </a:lnTo>
                  <a:lnTo>
                    <a:pt x="12092" y="62058"/>
                  </a:lnTo>
                  <a:lnTo>
                    <a:pt x="11381" y="62235"/>
                  </a:lnTo>
                  <a:lnTo>
                    <a:pt x="10670" y="61524"/>
                  </a:lnTo>
                  <a:lnTo>
                    <a:pt x="10670" y="60457"/>
                  </a:lnTo>
                  <a:lnTo>
                    <a:pt x="10136" y="58679"/>
                  </a:lnTo>
                  <a:lnTo>
                    <a:pt x="10492" y="57257"/>
                  </a:lnTo>
                  <a:lnTo>
                    <a:pt x="10670" y="57079"/>
                  </a:lnTo>
                  <a:lnTo>
                    <a:pt x="9958" y="56012"/>
                  </a:lnTo>
                  <a:lnTo>
                    <a:pt x="8891" y="55478"/>
                  </a:lnTo>
                  <a:lnTo>
                    <a:pt x="8536" y="54767"/>
                  </a:lnTo>
                  <a:lnTo>
                    <a:pt x="8180" y="54589"/>
                  </a:lnTo>
                  <a:lnTo>
                    <a:pt x="8002" y="54056"/>
                  </a:lnTo>
                  <a:lnTo>
                    <a:pt x="7469" y="53345"/>
                  </a:lnTo>
                  <a:lnTo>
                    <a:pt x="7113" y="52455"/>
                  </a:lnTo>
                  <a:lnTo>
                    <a:pt x="7824" y="52455"/>
                  </a:lnTo>
                  <a:lnTo>
                    <a:pt x="8714" y="53522"/>
                  </a:lnTo>
                  <a:lnTo>
                    <a:pt x="9247" y="53522"/>
                  </a:lnTo>
                  <a:lnTo>
                    <a:pt x="10314" y="54234"/>
                  </a:lnTo>
                  <a:lnTo>
                    <a:pt x="11025" y="54234"/>
                  </a:lnTo>
                  <a:lnTo>
                    <a:pt x="11914" y="54945"/>
                  </a:lnTo>
                  <a:lnTo>
                    <a:pt x="16004" y="56012"/>
                  </a:lnTo>
                  <a:lnTo>
                    <a:pt x="16715" y="55834"/>
                  </a:lnTo>
                  <a:lnTo>
                    <a:pt x="18138" y="55301"/>
                  </a:lnTo>
                  <a:lnTo>
                    <a:pt x="18671" y="54767"/>
                  </a:lnTo>
                  <a:lnTo>
                    <a:pt x="19738" y="53345"/>
                  </a:lnTo>
                  <a:lnTo>
                    <a:pt x="19916" y="52633"/>
                  </a:lnTo>
                  <a:lnTo>
                    <a:pt x="19916" y="52100"/>
                  </a:lnTo>
                  <a:lnTo>
                    <a:pt x="19738" y="51566"/>
                  </a:lnTo>
                  <a:lnTo>
                    <a:pt x="19383" y="50500"/>
                  </a:lnTo>
                  <a:lnTo>
                    <a:pt x="19205" y="50144"/>
                  </a:lnTo>
                  <a:lnTo>
                    <a:pt x="18671" y="49788"/>
                  </a:lnTo>
                  <a:lnTo>
                    <a:pt x="17960" y="48721"/>
                  </a:lnTo>
                  <a:lnTo>
                    <a:pt x="17427" y="48721"/>
                  </a:lnTo>
                  <a:lnTo>
                    <a:pt x="15826" y="47654"/>
                  </a:lnTo>
                  <a:lnTo>
                    <a:pt x="14581" y="46232"/>
                  </a:lnTo>
                  <a:lnTo>
                    <a:pt x="12803" y="44809"/>
                  </a:lnTo>
                  <a:lnTo>
                    <a:pt x="11914" y="44276"/>
                  </a:lnTo>
                  <a:lnTo>
                    <a:pt x="10136" y="43920"/>
                  </a:lnTo>
                  <a:lnTo>
                    <a:pt x="9603" y="43565"/>
                  </a:lnTo>
                  <a:lnTo>
                    <a:pt x="8714" y="44098"/>
                  </a:lnTo>
                  <a:lnTo>
                    <a:pt x="8358" y="43565"/>
                  </a:lnTo>
                  <a:lnTo>
                    <a:pt x="8002" y="43565"/>
                  </a:lnTo>
                  <a:lnTo>
                    <a:pt x="7647" y="43209"/>
                  </a:lnTo>
                  <a:lnTo>
                    <a:pt x="7291" y="43031"/>
                  </a:lnTo>
                  <a:lnTo>
                    <a:pt x="6758" y="42320"/>
                  </a:lnTo>
                  <a:lnTo>
                    <a:pt x="6935" y="42142"/>
                  </a:lnTo>
                  <a:lnTo>
                    <a:pt x="7647" y="42320"/>
                  </a:lnTo>
                  <a:lnTo>
                    <a:pt x="8002" y="42142"/>
                  </a:lnTo>
                  <a:lnTo>
                    <a:pt x="7824" y="41964"/>
                  </a:lnTo>
                  <a:lnTo>
                    <a:pt x="6758" y="41253"/>
                  </a:lnTo>
                  <a:lnTo>
                    <a:pt x="6046" y="42142"/>
                  </a:lnTo>
                  <a:lnTo>
                    <a:pt x="4979" y="41964"/>
                  </a:lnTo>
                  <a:lnTo>
                    <a:pt x="4979" y="41964"/>
                  </a:lnTo>
                  <a:lnTo>
                    <a:pt x="5157" y="42498"/>
                  </a:lnTo>
                  <a:lnTo>
                    <a:pt x="4979" y="42853"/>
                  </a:lnTo>
                  <a:lnTo>
                    <a:pt x="4268" y="42853"/>
                  </a:lnTo>
                  <a:lnTo>
                    <a:pt x="3913" y="42498"/>
                  </a:lnTo>
                  <a:lnTo>
                    <a:pt x="3913" y="42853"/>
                  </a:lnTo>
                  <a:lnTo>
                    <a:pt x="3735" y="43209"/>
                  </a:lnTo>
                  <a:lnTo>
                    <a:pt x="2846" y="43743"/>
                  </a:lnTo>
                  <a:lnTo>
                    <a:pt x="2490" y="44809"/>
                  </a:lnTo>
                  <a:lnTo>
                    <a:pt x="2134" y="44809"/>
                  </a:lnTo>
                  <a:lnTo>
                    <a:pt x="1779" y="45343"/>
                  </a:lnTo>
                  <a:lnTo>
                    <a:pt x="1957" y="45521"/>
                  </a:lnTo>
                  <a:lnTo>
                    <a:pt x="1601" y="46943"/>
                  </a:lnTo>
                  <a:lnTo>
                    <a:pt x="1779" y="47654"/>
                  </a:lnTo>
                  <a:lnTo>
                    <a:pt x="2668" y="48544"/>
                  </a:lnTo>
                  <a:lnTo>
                    <a:pt x="3735" y="50144"/>
                  </a:lnTo>
                  <a:lnTo>
                    <a:pt x="3557" y="51033"/>
                  </a:lnTo>
                  <a:lnTo>
                    <a:pt x="2490" y="52989"/>
                  </a:lnTo>
                  <a:lnTo>
                    <a:pt x="2490" y="53345"/>
                  </a:lnTo>
                  <a:lnTo>
                    <a:pt x="3201" y="54589"/>
                  </a:lnTo>
                  <a:lnTo>
                    <a:pt x="3557" y="55834"/>
                  </a:lnTo>
                  <a:lnTo>
                    <a:pt x="3913" y="57434"/>
                  </a:lnTo>
                  <a:lnTo>
                    <a:pt x="3379" y="57612"/>
                  </a:lnTo>
                  <a:lnTo>
                    <a:pt x="3557" y="57968"/>
                  </a:lnTo>
                  <a:lnTo>
                    <a:pt x="3379" y="58146"/>
                  </a:lnTo>
                  <a:lnTo>
                    <a:pt x="3201" y="58679"/>
                  </a:lnTo>
                  <a:lnTo>
                    <a:pt x="3557" y="59390"/>
                  </a:lnTo>
                  <a:lnTo>
                    <a:pt x="3201" y="59746"/>
                  </a:lnTo>
                  <a:lnTo>
                    <a:pt x="3201" y="60102"/>
                  </a:lnTo>
                  <a:lnTo>
                    <a:pt x="3735" y="60635"/>
                  </a:lnTo>
                  <a:lnTo>
                    <a:pt x="3913" y="61702"/>
                  </a:lnTo>
                  <a:lnTo>
                    <a:pt x="4446" y="62591"/>
                  </a:lnTo>
                  <a:lnTo>
                    <a:pt x="4446" y="63302"/>
                  </a:lnTo>
                  <a:lnTo>
                    <a:pt x="4268" y="63658"/>
                  </a:lnTo>
                  <a:lnTo>
                    <a:pt x="3735" y="64013"/>
                  </a:lnTo>
                  <a:lnTo>
                    <a:pt x="4268" y="64547"/>
                  </a:lnTo>
                  <a:lnTo>
                    <a:pt x="4802" y="65080"/>
                  </a:lnTo>
                  <a:lnTo>
                    <a:pt x="5513" y="65614"/>
                  </a:lnTo>
                  <a:lnTo>
                    <a:pt x="6046" y="66681"/>
                  </a:lnTo>
                  <a:lnTo>
                    <a:pt x="5513" y="68103"/>
                  </a:lnTo>
                  <a:lnTo>
                    <a:pt x="3913" y="70059"/>
                  </a:lnTo>
                  <a:lnTo>
                    <a:pt x="2490" y="72015"/>
                  </a:lnTo>
                  <a:lnTo>
                    <a:pt x="2134" y="72193"/>
                  </a:lnTo>
                  <a:lnTo>
                    <a:pt x="1957" y="72549"/>
                  </a:lnTo>
                  <a:lnTo>
                    <a:pt x="890" y="73616"/>
                  </a:lnTo>
                  <a:lnTo>
                    <a:pt x="712" y="73971"/>
                  </a:lnTo>
                  <a:lnTo>
                    <a:pt x="1779" y="73438"/>
                  </a:lnTo>
                  <a:lnTo>
                    <a:pt x="1779" y="73438"/>
                  </a:lnTo>
                  <a:lnTo>
                    <a:pt x="1601" y="74149"/>
                  </a:lnTo>
                  <a:lnTo>
                    <a:pt x="1779" y="74505"/>
                  </a:lnTo>
                  <a:lnTo>
                    <a:pt x="2490" y="74860"/>
                  </a:lnTo>
                  <a:lnTo>
                    <a:pt x="3557" y="75038"/>
                  </a:lnTo>
                  <a:lnTo>
                    <a:pt x="4090" y="75571"/>
                  </a:lnTo>
                  <a:lnTo>
                    <a:pt x="3913" y="75927"/>
                  </a:lnTo>
                  <a:lnTo>
                    <a:pt x="2668" y="75749"/>
                  </a:lnTo>
                  <a:lnTo>
                    <a:pt x="2134" y="76105"/>
                  </a:lnTo>
                  <a:lnTo>
                    <a:pt x="1601" y="76105"/>
                  </a:lnTo>
                  <a:lnTo>
                    <a:pt x="1423" y="76461"/>
                  </a:lnTo>
                  <a:lnTo>
                    <a:pt x="1067" y="76283"/>
                  </a:lnTo>
                  <a:lnTo>
                    <a:pt x="890" y="76994"/>
                  </a:lnTo>
                  <a:lnTo>
                    <a:pt x="1067" y="77172"/>
                  </a:lnTo>
                  <a:lnTo>
                    <a:pt x="1067" y="77527"/>
                  </a:lnTo>
                  <a:lnTo>
                    <a:pt x="712" y="77705"/>
                  </a:lnTo>
                  <a:lnTo>
                    <a:pt x="356" y="78594"/>
                  </a:lnTo>
                  <a:lnTo>
                    <a:pt x="1" y="79128"/>
                  </a:lnTo>
                  <a:lnTo>
                    <a:pt x="178" y="79839"/>
                  </a:lnTo>
                  <a:lnTo>
                    <a:pt x="178" y="80550"/>
                  </a:lnTo>
                  <a:lnTo>
                    <a:pt x="534" y="81617"/>
                  </a:lnTo>
                  <a:lnTo>
                    <a:pt x="178" y="81795"/>
                  </a:lnTo>
                  <a:lnTo>
                    <a:pt x="1" y="82151"/>
                  </a:lnTo>
                  <a:lnTo>
                    <a:pt x="1" y="82328"/>
                  </a:lnTo>
                  <a:lnTo>
                    <a:pt x="178" y="82328"/>
                  </a:lnTo>
                  <a:lnTo>
                    <a:pt x="178" y="82506"/>
                  </a:lnTo>
                  <a:lnTo>
                    <a:pt x="712" y="83040"/>
                  </a:lnTo>
                  <a:lnTo>
                    <a:pt x="356" y="84107"/>
                  </a:lnTo>
                  <a:lnTo>
                    <a:pt x="712" y="84107"/>
                  </a:lnTo>
                  <a:lnTo>
                    <a:pt x="1067" y="84818"/>
                  </a:lnTo>
                  <a:lnTo>
                    <a:pt x="1245" y="85885"/>
                  </a:lnTo>
                  <a:lnTo>
                    <a:pt x="1067" y="86063"/>
                  </a:lnTo>
                  <a:lnTo>
                    <a:pt x="1245" y="86240"/>
                  </a:lnTo>
                  <a:lnTo>
                    <a:pt x="1779" y="86063"/>
                  </a:lnTo>
                  <a:lnTo>
                    <a:pt x="1957" y="86418"/>
                  </a:lnTo>
                  <a:lnTo>
                    <a:pt x="2134" y="86240"/>
                  </a:lnTo>
                  <a:lnTo>
                    <a:pt x="2846" y="86418"/>
                  </a:lnTo>
                  <a:lnTo>
                    <a:pt x="2846" y="86952"/>
                  </a:lnTo>
                  <a:lnTo>
                    <a:pt x="3023" y="87129"/>
                  </a:lnTo>
                  <a:lnTo>
                    <a:pt x="3379" y="86774"/>
                  </a:lnTo>
                  <a:lnTo>
                    <a:pt x="4090" y="86774"/>
                  </a:lnTo>
                  <a:lnTo>
                    <a:pt x="4446" y="86952"/>
                  </a:lnTo>
                  <a:lnTo>
                    <a:pt x="4979" y="87485"/>
                  </a:lnTo>
                  <a:lnTo>
                    <a:pt x="5157" y="87841"/>
                  </a:lnTo>
                  <a:lnTo>
                    <a:pt x="4979" y="88374"/>
                  </a:lnTo>
                  <a:lnTo>
                    <a:pt x="5157" y="88908"/>
                  </a:lnTo>
                  <a:lnTo>
                    <a:pt x="4979" y="89263"/>
                  </a:lnTo>
                  <a:lnTo>
                    <a:pt x="4979" y="89441"/>
                  </a:lnTo>
                  <a:lnTo>
                    <a:pt x="5335" y="89797"/>
                  </a:lnTo>
                  <a:lnTo>
                    <a:pt x="5335" y="90152"/>
                  </a:lnTo>
                  <a:lnTo>
                    <a:pt x="5691" y="90864"/>
                  </a:lnTo>
                  <a:lnTo>
                    <a:pt x="6402" y="91219"/>
                  </a:lnTo>
                  <a:lnTo>
                    <a:pt x="6402" y="91930"/>
                  </a:lnTo>
                  <a:lnTo>
                    <a:pt x="6758" y="91930"/>
                  </a:lnTo>
                  <a:lnTo>
                    <a:pt x="7291" y="92108"/>
                  </a:lnTo>
                  <a:lnTo>
                    <a:pt x="7291" y="92464"/>
                  </a:lnTo>
                  <a:lnTo>
                    <a:pt x="7647" y="92820"/>
                  </a:lnTo>
                  <a:lnTo>
                    <a:pt x="7291" y="93531"/>
                  </a:lnTo>
                  <a:lnTo>
                    <a:pt x="6758" y="93709"/>
                  </a:lnTo>
                  <a:lnTo>
                    <a:pt x="6224" y="93709"/>
                  </a:lnTo>
                  <a:lnTo>
                    <a:pt x="6046" y="93531"/>
                  </a:lnTo>
                  <a:lnTo>
                    <a:pt x="5691" y="93709"/>
                  </a:lnTo>
                  <a:lnTo>
                    <a:pt x="5691" y="93886"/>
                  </a:lnTo>
                  <a:lnTo>
                    <a:pt x="6046" y="94242"/>
                  </a:lnTo>
                  <a:lnTo>
                    <a:pt x="6046" y="94598"/>
                  </a:lnTo>
                  <a:lnTo>
                    <a:pt x="6224" y="95487"/>
                  </a:lnTo>
                  <a:lnTo>
                    <a:pt x="6402" y="96020"/>
                  </a:lnTo>
                  <a:lnTo>
                    <a:pt x="6758" y="96020"/>
                  </a:lnTo>
                  <a:lnTo>
                    <a:pt x="6935" y="95842"/>
                  </a:lnTo>
                  <a:lnTo>
                    <a:pt x="7113" y="95487"/>
                  </a:lnTo>
                  <a:lnTo>
                    <a:pt x="7647" y="95665"/>
                  </a:lnTo>
                  <a:lnTo>
                    <a:pt x="8180" y="95309"/>
                  </a:lnTo>
                  <a:lnTo>
                    <a:pt x="9247" y="95487"/>
                  </a:lnTo>
                  <a:lnTo>
                    <a:pt x="9603" y="95842"/>
                  </a:lnTo>
                  <a:lnTo>
                    <a:pt x="9780" y="96198"/>
                  </a:lnTo>
                  <a:lnTo>
                    <a:pt x="10136" y="96731"/>
                  </a:lnTo>
                  <a:lnTo>
                    <a:pt x="10136" y="97087"/>
                  </a:lnTo>
                  <a:lnTo>
                    <a:pt x="9780" y="97265"/>
                  </a:lnTo>
                  <a:lnTo>
                    <a:pt x="9958" y="97265"/>
                  </a:lnTo>
                  <a:lnTo>
                    <a:pt x="9958" y="97976"/>
                  </a:lnTo>
                  <a:lnTo>
                    <a:pt x="10670" y="98154"/>
                  </a:lnTo>
                  <a:lnTo>
                    <a:pt x="11203" y="98154"/>
                  </a:lnTo>
                  <a:lnTo>
                    <a:pt x="11203" y="98332"/>
                  </a:lnTo>
                  <a:lnTo>
                    <a:pt x="11559" y="98510"/>
                  </a:lnTo>
                  <a:lnTo>
                    <a:pt x="11736" y="99043"/>
                  </a:lnTo>
                  <a:lnTo>
                    <a:pt x="11559" y="99577"/>
                  </a:lnTo>
                  <a:lnTo>
                    <a:pt x="11914" y="99932"/>
                  </a:lnTo>
                  <a:lnTo>
                    <a:pt x="12448" y="99754"/>
                  </a:lnTo>
                  <a:lnTo>
                    <a:pt x="12981" y="100110"/>
                  </a:lnTo>
                  <a:lnTo>
                    <a:pt x="13337" y="100288"/>
                  </a:lnTo>
                  <a:lnTo>
                    <a:pt x="14581" y="99932"/>
                  </a:lnTo>
                  <a:lnTo>
                    <a:pt x="14759" y="100110"/>
                  </a:lnTo>
                  <a:lnTo>
                    <a:pt x="14937" y="100643"/>
                  </a:lnTo>
                  <a:lnTo>
                    <a:pt x="15293" y="100999"/>
                  </a:lnTo>
                  <a:lnTo>
                    <a:pt x="15471" y="100643"/>
                  </a:lnTo>
                  <a:lnTo>
                    <a:pt x="16715" y="101177"/>
                  </a:lnTo>
                  <a:lnTo>
                    <a:pt x="17071" y="101177"/>
                  </a:lnTo>
                  <a:lnTo>
                    <a:pt x="17249" y="101355"/>
                  </a:lnTo>
                  <a:lnTo>
                    <a:pt x="17604" y="101355"/>
                  </a:lnTo>
                  <a:lnTo>
                    <a:pt x="17960" y="101710"/>
                  </a:lnTo>
                  <a:lnTo>
                    <a:pt x="18316" y="101710"/>
                  </a:lnTo>
                  <a:lnTo>
                    <a:pt x="18316" y="102066"/>
                  </a:lnTo>
                  <a:lnTo>
                    <a:pt x="18493" y="102244"/>
                  </a:lnTo>
                  <a:lnTo>
                    <a:pt x="18493" y="102599"/>
                  </a:lnTo>
                  <a:lnTo>
                    <a:pt x="18138" y="102955"/>
                  </a:lnTo>
                  <a:lnTo>
                    <a:pt x="17782" y="103133"/>
                  </a:lnTo>
                  <a:lnTo>
                    <a:pt x="17960" y="103311"/>
                  </a:lnTo>
                  <a:lnTo>
                    <a:pt x="18138" y="103311"/>
                  </a:lnTo>
                  <a:lnTo>
                    <a:pt x="18138" y="103666"/>
                  </a:lnTo>
                  <a:lnTo>
                    <a:pt x="17960" y="103666"/>
                  </a:lnTo>
                  <a:lnTo>
                    <a:pt x="17782" y="104022"/>
                  </a:lnTo>
                  <a:lnTo>
                    <a:pt x="18138" y="104733"/>
                  </a:lnTo>
                  <a:lnTo>
                    <a:pt x="17960" y="105622"/>
                  </a:lnTo>
                  <a:lnTo>
                    <a:pt x="17604" y="105800"/>
                  </a:lnTo>
                  <a:lnTo>
                    <a:pt x="16715" y="105800"/>
                  </a:lnTo>
                  <a:lnTo>
                    <a:pt x="16004" y="106156"/>
                  </a:lnTo>
                  <a:lnTo>
                    <a:pt x="15826" y="106334"/>
                  </a:lnTo>
                  <a:lnTo>
                    <a:pt x="15648" y="106689"/>
                  </a:lnTo>
                  <a:lnTo>
                    <a:pt x="15826" y="106867"/>
                  </a:lnTo>
                  <a:lnTo>
                    <a:pt x="15826" y="107045"/>
                  </a:lnTo>
                  <a:lnTo>
                    <a:pt x="16182" y="107045"/>
                  </a:lnTo>
                  <a:lnTo>
                    <a:pt x="16715" y="106867"/>
                  </a:lnTo>
                  <a:lnTo>
                    <a:pt x="17071" y="106867"/>
                  </a:lnTo>
                  <a:lnTo>
                    <a:pt x="17071" y="107400"/>
                  </a:lnTo>
                  <a:lnTo>
                    <a:pt x="16004" y="107934"/>
                  </a:lnTo>
                  <a:lnTo>
                    <a:pt x="16004" y="108289"/>
                  </a:lnTo>
                  <a:lnTo>
                    <a:pt x="15471" y="108112"/>
                  </a:lnTo>
                  <a:lnTo>
                    <a:pt x="15115" y="108289"/>
                  </a:lnTo>
                  <a:lnTo>
                    <a:pt x="15115" y="108467"/>
                  </a:lnTo>
                  <a:lnTo>
                    <a:pt x="15648" y="109001"/>
                  </a:lnTo>
                  <a:lnTo>
                    <a:pt x="15471" y="109534"/>
                  </a:lnTo>
                  <a:lnTo>
                    <a:pt x="15293" y="109712"/>
                  </a:lnTo>
                  <a:lnTo>
                    <a:pt x="14759" y="110423"/>
                  </a:lnTo>
                  <a:lnTo>
                    <a:pt x="14581" y="110957"/>
                  </a:lnTo>
                  <a:lnTo>
                    <a:pt x="13692" y="110957"/>
                  </a:lnTo>
                  <a:lnTo>
                    <a:pt x="13692" y="111135"/>
                  </a:lnTo>
                  <a:lnTo>
                    <a:pt x="13515" y="111135"/>
                  </a:lnTo>
                  <a:lnTo>
                    <a:pt x="14226" y="111668"/>
                  </a:lnTo>
                  <a:lnTo>
                    <a:pt x="14581" y="112201"/>
                  </a:lnTo>
                  <a:lnTo>
                    <a:pt x="15115" y="112201"/>
                  </a:lnTo>
                  <a:lnTo>
                    <a:pt x="15648" y="112735"/>
                  </a:lnTo>
                  <a:lnTo>
                    <a:pt x="16537" y="113090"/>
                  </a:lnTo>
                  <a:lnTo>
                    <a:pt x="18138" y="114691"/>
                  </a:lnTo>
                  <a:lnTo>
                    <a:pt x="18138" y="114513"/>
                  </a:lnTo>
                  <a:lnTo>
                    <a:pt x="19383" y="114513"/>
                  </a:lnTo>
                  <a:lnTo>
                    <a:pt x="20627" y="115046"/>
                  </a:lnTo>
                  <a:lnTo>
                    <a:pt x="21694" y="115046"/>
                  </a:lnTo>
                  <a:lnTo>
                    <a:pt x="21872" y="115224"/>
                  </a:lnTo>
                  <a:lnTo>
                    <a:pt x="22405" y="115224"/>
                  </a:lnTo>
                  <a:lnTo>
                    <a:pt x="22761" y="115758"/>
                  </a:lnTo>
                  <a:lnTo>
                    <a:pt x="22939" y="115758"/>
                  </a:lnTo>
                  <a:lnTo>
                    <a:pt x="23650" y="115936"/>
                  </a:lnTo>
                  <a:lnTo>
                    <a:pt x="23650" y="116291"/>
                  </a:lnTo>
                  <a:lnTo>
                    <a:pt x="23828" y="116469"/>
                  </a:lnTo>
                  <a:lnTo>
                    <a:pt x="24184" y="116291"/>
                  </a:lnTo>
                  <a:lnTo>
                    <a:pt x="24895" y="116113"/>
                  </a:lnTo>
                  <a:lnTo>
                    <a:pt x="25073" y="116113"/>
                  </a:lnTo>
                  <a:lnTo>
                    <a:pt x="25250" y="116291"/>
                  </a:lnTo>
                  <a:lnTo>
                    <a:pt x="25250" y="116113"/>
                  </a:lnTo>
                  <a:lnTo>
                    <a:pt x="25784" y="116113"/>
                  </a:lnTo>
                  <a:lnTo>
                    <a:pt x="25784" y="116291"/>
                  </a:lnTo>
                  <a:lnTo>
                    <a:pt x="25962" y="116469"/>
                  </a:lnTo>
                  <a:lnTo>
                    <a:pt x="26317" y="116469"/>
                  </a:lnTo>
                  <a:lnTo>
                    <a:pt x="26495" y="116647"/>
                  </a:lnTo>
                  <a:lnTo>
                    <a:pt x="26495" y="117002"/>
                  </a:lnTo>
                  <a:lnTo>
                    <a:pt x="26317" y="117180"/>
                  </a:lnTo>
                  <a:lnTo>
                    <a:pt x="27206" y="117536"/>
                  </a:lnTo>
                  <a:lnTo>
                    <a:pt x="27562" y="117714"/>
                  </a:lnTo>
                  <a:lnTo>
                    <a:pt x="28095" y="117891"/>
                  </a:lnTo>
                  <a:lnTo>
                    <a:pt x="28273" y="118247"/>
                  </a:lnTo>
                  <a:lnTo>
                    <a:pt x="28807" y="118958"/>
                  </a:lnTo>
                  <a:lnTo>
                    <a:pt x="29340" y="118958"/>
                  </a:lnTo>
                  <a:lnTo>
                    <a:pt x="29696" y="118603"/>
                  </a:lnTo>
                  <a:lnTo>
                    <a:pt x="30229" y="118247"/>
                  </a:lnTo>
                  <a:lnTo>
                    <a:pt x="30407" y="117891"/>
                  </a:lnTo>
                  <a:lnTo>
                    <a:pt x="30229" y="117714"/>
                  </a:lnTo>
                  <a:lnTo>
                    <a:pt x="29874" y="117002"/>
                  </a:lnTo>
                  <a:lnTo>
                    <a:pt x="29340" y="116469"/>
                  </a:lnTo>
                  <a:lnTo>
                    <a:pt x="29162" y="116113"/>
                  </a:lnTo>
                  <a:lnTo>
                    <a:pt x="28807" y="115580"/>
                  </a:lnTo>
                  <a:lnTo>
                    <a:pt x="28985" y="115046"/>
                  </a:lnTo>
                  <a:lnTo>
                    <a:pt x="28985" y="114513"/>
                  </a:lnTo>
                  <a:lnTo>
                    <a:pt x="29162" y="113980"/>
                  </a:lnTo>
                  <a:lnTo>
                    <a:pt x="28807" y="114157"/>
                  </a:lnTo>
                  <a:lnTo>
                    <a:pt x="28451" y="113446"/>
                  </a:lnTo>
                  <a:lnTo>
                    <a:pt x="27740" y="112735"/>
                  </a:lnTo>
                  <a:lnTo>
                    <a:pt x="27918" y="112201"/>
                  </a:lnTo>
                  <a:lnTo>
                    <a:pt x="28273" y="111846"/>
                  </a:lnTo>
                  <a:lnTo>
                    <a:pt x="29162" y="110245"/>
                  </a:lnTo>
                  <a:lnTo>
                    <a:pt x="29340" y="110245"/>
                  </a:lnTo>
                  <a:lnTo>
                    <a:pt x="30229" y="109890"/>
                  </a:lnTo>
                  <a:lnTo>
                    <a:pt x="30407" y="109534"/>
                  </a:lnTo>
                  <a:lnTo>
                    <a:pt x="30585" y="109534"/>
                  </a:lnTo>
                  <a:lnTo>
                    <a:pt x="30585" y="109356"/>
                  </a:lnTo>
                  <a:lnTo>
                    <a:pt x="31118" y="109356"/>
                  </a:lnTo>
                  <a:lnTo>
                    <a:pt x="31474" y="109001"/>
                  </a:lnTo>
                  <a:lnTo>
                    <a:pt x="30407" y="108289"/>
                  </a:lnTo>
                  <a:lnTo>
                    <a:pt x="30585" y="107934"/>
                  </a:lnTo>
                  <a:lnTo>
                    <a:pt x="30941" y="107934"/>
                  </a:lnTo>
                  <a:lnTo>
                    <a:pt x="30407" y="106689"/>
                  </a:lnTo>
                  <a:lnTo>
                    <a:pt x="29696" y="105978"/>
                  </a:lnTo>
                  <a:lnTo>
                    <a:pt x="28629" y="105978"/>
                  </a:lnTo>
                  <a:lnTo>
                    <a:pt x="28273" y="105622"/>
                  </a:lnTo>
                  <a:lnTo>
                    <a:pt x="28273" y="104911"/>
                  </a:lnTo>
                  <a:lnTo>
                    <a:pt x="27562" y="104378"/>
                  </a:lnTo>
                  <a:lnTo>
                    <a:pt x="27740" y="103311"/>
                  </a:lnTo>
                  <a:lnTo>
                    <a:pt x="28095" y="102777"/>
                  </a:lnTo>
                  <a:lnTo>
                    <a:pt x="27918" y="102422"/>
                  </a:lnTo>
                  <a:lnTo>
                    <a:pt x="27918" y="102244"/>
                  </a:lnTo>
                  <a:lnTo>
                    <a:pt x="28095" y="101355"/>
                  </a:lnTo>
                  <a:lnTo>
                    <a:pt x="28451" y="100821"/>
                  </a:lnTo>
                  <a:lnTo>
                    <a:pt x="28629" y="100110"/>
                  </a:lnTo>
                  <a:lnTo>
                    <a:pt x="29162" y="99932"/>
                  </a:lnTo>
                  <a:lnTo>
                    <a:pt x="29518" y="100110"/>
                  </a:lnTo>
                  <a:lnTo>
                    <a:pt x="30229" y="101177"/>
                  </a:lnTo>
                  <a:lnTo>
                    <a:pt x="30585" y="100999"/>
                  </a:lnTo>
                  <a:lnTo>
                    <a:pt x="30763" y="100643"/>
                  </a:lnTo>
                  <a:lnTo>
                    <a:pt x="30585" y="99399"/>
                  </a:lnTo>
                  <a:lnTo>
                    <a:pt x="31474" y="99043"/>
                  </a:lnTo>
                  <a:lnTo>
                    <a:pt x="31830" y="98332"/>
                  </a:lnTo>
                  <a:lnTo>
                    <a:pt x="32897" y="97798"/>
                  </a:lnTo>
                  <a:lnTo>
                    <a:pt x="33252" y="97265"/>
                  </a:lnTo>
                  <a:lnTo>
                    <a:pt x="33786" y="96909"/>
                  </a:lnTo>
                  <a:lnTo>
                    <a:pt x="34497" y="97087"/>
                  </a:lnTo>
                  <a:lnTo>
                    <a:pt x="34852" y="97443"/>
                  </a:lnTo>
                  <a:lnTo>
                    <a:pt x="34852" y="97265"/>
                  </a:lnTo>
                  <a:lnTo>
                    <a:pt x="35208" y="97087"/>
                  </a:lnTo>
                  <a:lnTo>
                    <a:pt x="35919" y="96909"/>
                  </a:lnTo>
                  <a:lnTo>
                    <a:pt x="36453" y="97443"/>
                  </a:lnTo>
                  <a:lnTo>
                    <a:pt x="37698" y="97443"/>
                  </a:lnTo>
                  <a:lnTo>
                    <a:pt x="38942" y="98687"/>
                  </a:lnTo>
                  <a:lnTo>
                    <a:pt x="39298" y="99399"/>
                  </a:lnTo>
                  <a:lnTo>
                    <a:pt x="39298" y="99043"/>
                  </a:lnTo>
                  <a:lnTo>
                    <a:pt x="39476" y="98865"/>
                  </a:lnTo>
                  <a:lnTo>
                    <a:pt x="40009" y="98865"/>
                  </a:lnTo>
                  <a:lnTo>
                    <a:pt x="40365" y="99221"/>
                  </a:lnTo>
                  <a:lnTo>
                    <a:pt x="40898" y="99399"/>
                  </a:lnTo>
                  <a:lnTo>
                    <a:pt x="41254" y="99221"/>
                  </a:lnTo>
                  <a:lnTo>
                    <a:pt x="41965" y="98510"/>
                  </a:lnTo>
                  <a:lnTo>
                    <a:pt x="43032" y="98332"/>
                  </a:lnTo>
                  <a:lnTo>
                    <a:pt x="43565" y="98687"/>
                  </a:lnTo>
                  <a:lnTo>
                    <a:pt x="43921" y="98332"/>
                  </a:lnTo>
                  <a:lnTo>
                    <a:pt x="44632" y="98332"/>
                  </a:lnTo>
                  <a:lnTo>
                    <a:pt x="44988" y="98510"/>
                  </a:lnTo>
                  <a:lnTo>
                    <a:pt x="45521" y="99043"/>
                  </a:lnTo>
                  <a:lnTo>
                    <a:pt x="46588" y="99577"/>
                  </a:lnTo>
                  <a:lnTo>
                    <a:pt x="46766" y="99399"/>
                  </a:lnTo>
                  <a:lnTo>
                    <a:pt x="47122" y="99043"/>
                  </a:lnTo>
                  <a:lnTo>
                    <a:pt x="47833" y="99221"/>
                  </a:lnTo>
                  <a:lnTo>
                    <a:pt x="48544" y="99221"/>
                  </a:lnTo>
                  <a:lnTo>
                    <a:pt x="49078" y="98865"/>
                  </a:lnTo>
                  <a:lnTo>
                    <a:pt x="49256" y="97976"/>
                  </a:lnTo>
                  <a:lnTo>
                    <a:pt x="47833" y="97265"/>
                  </a:lnTo>
                  <a:lnTo>
                    <a:pt x="47300" y="96376"/>
                  </a:lnTo>
                  <a:lnTo>
                    <a:pt x="48366" y="95487"/>
                  </a:lnTo>
                  <a:lnTo>
                    <a:pt x="48366" y="95309"/>
                  </a:lnTo>
                  <a:lnTo>
                    <a:pt x="48189" y="94598"/>
                  </a:lnTo>
                  <a:lnTo>
                    <a:pt x="48544" y="94064"/>
                  </a:lnTo>
                  <a:lnTo>
                    <a:pt x="49256" y="93886"/>
                  </a:lnTo>
                  <a:lnTo>
                    <a:pt x="49789" y="93886"/>
                  </a:lnTo>
                  <a:lnTo>
                    <a:pt x="49967" y="93709"/>
                  </a:lnTo>
                  <a:lnTo>
                    <a:pt x="49611" y="93531"/>
                  </a:lnTo>
                  <a:lnTo>
                    <a:pt x="48900" y="93175"/>
                  </a:lnTo>
                  <a:lnTo>
                    <a:pt x="48900" y="92820"/>
                  </a:lnTo>
                  <a:lnTo>
                    <a:pt x="48544" y="92464"/>
                  </a:lnTo>
                  <a:lnTo>
                    <a:pt x="48722" y="91575"/>
                  </a:lnTo>
                  <a:lnTo>
                    <a:pt x="49078" y="91219"/>
                  </a:lnTo>
                  <a:lnTo>
                    <a:pt x="49967" y="91397"/>
                  </a:lnTo>
                  <a:lnTo>
                    <a:pt x="50500" y="91397"/>
                  </a:lnTo>
                  <a:lnTo>
                    <a:pt x="50678" y="91575"/>
                  </a:lnTo>
                  <a:lnTo>
                    <a:pt x="51923" y="90864"/>
                  </a:lnTo>
                  <a:lnTo>
                    <a:pt x="53701" y="90508"/>
                  </a:lnTo>
                  <a:lnTo>
                    <a:pt x="54412" y="90508"/>
                  </a:lnTo>
                  <a:lnTo>
                    <a:pt x="54946" y="89797"/>
                  </a:lnTo>
                  <a:lnTo>
                    <a:pt x="56013" y="89797"/>
                  </a:lnTo>
                  <a:lnTo>
                    <a:pt x="58680" y="89085"/>
                  </a:lnTo>
                  <a:lnTo>
                    <a:pt x="59035" y="88552"/>
                  </a:lnTo>
                  <a:lnTo>
                    <a:pt x="60102" y="87841"/>
                  </a:lnTo>
                  <a:lnTo>
                    <a:pt x="61169" y="88019"/>
                  </a:lnTo>
                  <a:lnTo>
                    <a:pt x="61880" y="88374"/>
                  </a:lnTo>
                  <a:lnTo>
                    <a:pt x="62414" y="88196"/>
                  </a:lnTo>
                  <a:lnTo>
                    <a:pt x="62770" y="88374"/>
                  </a:lnTo>
                  <a:lnTo>
                    <a:pt x="63125" y="88730"/>
                  </a:lnTo>
                  <a:lnTo>
                    <a:pt x="63481" y="89797"/>
                  </a:lnTo>
                  <a:lnTo>
                    <a:pt x="63303" y="90508"/>
                  </a:lnTo>
                  <a:lnTo>
                    <a:pt x="63303" y="91041"/>
                  </a:lnTo>
                  <a:lnTo>
                    <a:pt x="63836" y="91041"/>
                  </a:lnTo>
                  <a:lnTo>
                    <a:pt x="64370" y="90864"/>
                  </a:lnTo>
                  <a:lnTo>
                    <a:pt x="64548" y="90686"/>
                  </a:lnTo>
                  <a:lnTo>
                    <a:pt x="65081" y="90864"/>
                  </a:lnTo>
                  <a:lnTo>
                    <a:pt x="65259" y="91397"/>
                  </a:lnTo>
                  <a:lnTo>
                    <a:pt x="65437" y="91219"/>
                  </a:lnTo>
                  <a:lnTo>
                    <a:pt x="66326" y="91397"/>
                  </a:lnTo>
                  <a:lnTo>
                    <a:pt x="66859" y="91397"/>
                  </a:lnTo>
                  <a:lnTo>
                    <a:pt x="66859" y="91753"/>
                  </a:lnTo>
                  <a:lnTo>
                    <a:pt x="66504" y="92464"/>
                  </a:lnTo>
                  <a:lnTo>
                    <a:pt x="66682" y="92642"/>
                  </a:lnTo>
                  <a:lnTo>
                    <a:pt x="67037" y="92286"/>
                  </a:lnTo>
                  <a:lnTo>
                    <a:pt x="67748" y="92464"/>
                  </a:lnTo>
                  <a:lnTo>
                    <a:pt x="68104" y="92108"/>
                  </a:lnTo>
                  <a:lnTo>
                    <a:pt x="69171" y="91575"/>
                  </a:lnTo>
                  <a:lnTo>
                    <a:pt x="69527" y="91041"/>
                  </a:lnTo>
                  <a:lnTo>
                    <a:pt x="70593" y="90686"/>
                  </a:lnTo>
                  <a:lnTo>
                    <a:pt x="71483" y="90508"/>
                  </a:lnTo>
                  <a:lnTo>
                    <a:pt x="71483" y="91041"/>
                  </a:lnTo>
                  <a:lnTo>
                    <a:pt x="71127" y="91219"/>
                  </a:lnTo>
                  <a:lnTo>
                    <a:pt x="72905" y="92997"/>
                  </a:lnTo>
                  <a:lnTo>
                    <a:pt x="73261" y="93531"/>
                  </a:lnTo>
                  <a:lnTo>
                    <a:pt x="74861" y="96376"/>
                  </a:lnTo>
                  <a:lnTo>
                    <a:pt x="76106" y="98865"/>
                  </a:lnTo>
                  <a:lnTo>
                    <a:pt x="76461" y="98687"/>
                  </a:lnTo>
                  <a:lnTo>
                    <a:pt x="76639" y="98154"/>
                  </a:lnTo>
                  <a:lnTo>
                    <a:pt x="77173" y="97976"/>
                  </a:lnTo>
                  <a:lnTo>
                    <a:pt x="77528" y="98154"/>
                  </a:lnTo>
                  <a:lnTo>
                    <a:pt x="78417" y="99043"/>
                  </a:lnTo>
                  <a:lnTo>
                    <a:pt x="79484" y="99043"/>
                  </a:lnTo>
                  <a:lnTo>
                    <a:pt x="80373" y="98510"/>
                  </a:lnTo>
                  <a:lnTo>
                    <a:pt x="81085" y="98687"/>
                  </a:lnTo>
                  <a:lnTo>
                    <a:pt x="81796" y="99043"/>
                  </a:lnTo>
                  <a:lnTo>
                    <a:pt x="82151" y="99577"/>
                  </a:lnTo>
                  <a:lnTo>
                    <a:pt x="82507" y="100288"/>
                  </a:lnTo>
                  <a:lnTo>
                    <a:pt x="83218" y="100821"/>
                  </a:lnTo>
                  <a:lnTo>
                    <a:pt x="83752" y="101710"/>
                  </a:lnTo>
                  <a:lnTo>
                    <a:pt x="84819" y="101888"/>
                  </a:lnTo>
                  <a:lnTo>
                    <a:pt x="85708" y="101355"/>
                  </a:lnTo>
                  <a:lnTo>
                    <a:pt x="85886" y="101888"/>
                  </a:lnTo>
                  <a:lnTo>
                    <a:pt x="86775" y="102777"/>
                  </a:lnTo>
                  <a:lnTo>
                    <a:pt x="87308" y="102599"/>
                  </a:lnTo>
                  <a:lnTo>
                    <a:pt x="87664" y="102422"/>
                  </a:lnTo>
                  <a:lnTo>
                    <a:pt x="87664" y="102244"/>
                  </a:lnTo>
                  <a:lnTo>
                    <a:pt x="87842" y="101888"/>
                  </a:lnTo>
                  <a:lnTo>
                    <a:pt x="88731" y="102066"/>
                  </a:lnTo>
                  <a:lnTo>
                    <a:pt x="88908" y="101888"/>
                  </a:lnTo>
                  <a:lnTo>
                    <a:pt x="89086" y="101888"/>
                  </a:lnTo>
                  <a:lnTo>
                    <a:pt x="89264" y="101710"/>
                  </a:lnTo>
                  <a:lnTo>
                    <a:pt x="89442" y="101710"/>
                  </a:lnTo>
                  <a:lnTo>
                    <a:pt x="89975" y="101532"/>
                  </a:lnTo>
                  <a:lnTo>
                    <a:pt x="89975" y="100999"/>
                  </a:lnTo>
                  <a:lnTo>
                    <a:pt x="90331" y="100821"/>
                  </a:lnTo>
                  <a:lnTo>
                    <a:pt x="90687" y="100466"/>
                  </a:lnTo>
                  <a:lnTo>
                    <a:pt x="91398" y="100288"/>
                  </a:lnTo>
                  <a:lnTo>
                    <a:pt x="91754" y="99932"/>
                  </a:lnTo>
                  <a:lnTo>
                    <a:pt x="92287" y="99754"/>
                  </a:lnTo>
                  <a:lnTo>
                    <a:pt x="92465" y="99754"/>
                  </a:lnTo>
                  <a:lnTo>
                    <a:pt x="92998" y="99221"/>
                  </a:lnTo>
                  <a:lnTo>
                    <a:pt x="93532" y="99221"/>
                  </a:lnTo>
                  <a:lnTo>
                    <a:pt x="94065" y="98865"/>
                  </a:lnTo>
                  <a:lnTo>
                    <a:pt x="94421" y="99221"/>
                  </a:lnTo>
                  <a:lnTo>
                    <a:pt x="94954" y="99043"/>
                  </a:lnTo>
                  <a:lnTo>
                    <a:pt x="94954" y="99399"/>
                  </a:lnTo>
                  <a:lnTo>
                    <a:pt x="95132" y="99577"/>
                  </a:lnTo>
                  <a:lnTo>
                    <a:pt x="96732" y="99577"/>
                  </a:lnTo>
                  <a:lnTo>
                    <a:pt x="96910" y="99754"/>
                  </a:lnTo>
                  <a:lnTo>
                    <a:pt x="97088" y="100288"/>
                  </a:lnTo>
                  <a:lnTo>
                    <a:pt x="97266" y="100643"/>
                  </a:lnTo>
                  <a:lnTo>
                    <a:pt x="97799" y="100643"/>
                  </a:lnTo>
                  <a:lnTo>
                    <a:pt x="97977" y="100999"/>
                  </a:lnTo>
                  <a:lnTo>
                    <a:pt x="98333" y="100999"/>
                  </a:lnTo>
                  <a:lnTo>
                    <a:pt x="99044" y="100821"/>
                  </a:lnTo>
                  <a:lnTo>
                    <a:pt x="99577" y="100821"/>
                  </a:lnTo>
                  <a:lnTo>
                    <a:pt x="99933" y="100999"/>
                  </a:lnTo>
                  <a:lnTo>
                    <a:pt x="100644" y="100999"/>
                  </a:lnTo>
                  <a:lnTo>
                    <a:pt x="101000" y="101355"/>
                  </a:lnTo>
                  <a:lnTo>
                    <a:pt x="101533" y="100999"/>
                  </a:lnTo>
                  <a:lnTo>
                    <a:pt x="101889" y="100821"/>
                  </a:lnTo>
                  <a:lnTo>
                    <a:pt x="102422" y="100288"/>
                  </a:lnTo>
                  <a:lnTo>
                    <a:pt x="102422" y="99754"/>
                  </a:lnTo>
                  <a:lnTo>
                    <a:pt x="102067" y="99399"/>
                  </a:lnTo>
                  <a:lnTo>
                    <a:pt x="101889" y="98865"/>
                  </a:lnTo>
                  <a:lnTo>
                    <a:pt x="101889" y="97976"/>
                  </a:lnTo>
                  <a:lnTo>
                    <a:pt x="102067" y="97621"/>
                  </a:lnTo>
                  <a:lnTo>
                    <a:pt x="102245" y="97443"/>
                  </a:lnTo>
                  <a:lnTo>
                    <a:pt x="102600" y="96909"/>
                  </a:lnTo>
                  <a:lnTo>
                    <a:pt x="102956" y="96554"/>
                  </a:lnTo>
                  <a:lnTo>
                    <a:pt x="103312" y="95842"/>
                  </a:lnTo>
                  <a:lnTo>
                    <a:pt x="105090" y="96731"/>
                  </a:lnTo>
                  <a:lnTo>
                    <a:pt x="105801" y="96909"/>
                  </a:lnTo>
                  <a:lnTo>
                    <a:pt x="107046" y="97443"/>
                  </a:lnTo>
                  <a:lnTo>
                    <a:pt x="108113" y="97621"/>
                  </a:lnTo>
                  <a:lnTo>
                    <a:pt x="108290" y="97798"/>
                  </a:lnTo>
                  <a:lnTo>
                    <a:pt x="108290" y="98865"/>
                  </a:lnTo>
                  <a:lnTo>
                    <a:pt x="108468" y="99399"/>
                  </a:lnTo>
                  <a:lnTo>
                    <a:pt x="109357" y="100110"/>
                  </a:lnTo>
                  <a:lnTo>
                    <a:pt x="110424" y="100466"/>
                  </a:lnTo>
                  <a:lnTo>
                    <a:pt x="110780" y="100466"/>
                  </a:lnTo>
                  <a:lnTo>
                    <a:pt x="111313" y="100110"/>
                  </a:lnTo>
                  <a:lnTo>
                    <a:pt x="112736" y="99754"/>
                  </a:lnTo>
                  <a:lnTo>
                    <a:pt x="113803" y="99932"/>
                  </a:lnTo>
                  <a:lnTo>
                    <a:pt x="114158" y="100110"/>
                  </a:lnTo>
                  <a:lnTo>
                    <a:pt x="114692" y="100110"/>
                  </a:lnTo>
                  <a:lnTo>
                    <a:pt x="115047" y="100288"/>
                  </a:lnTo>
                  <a:lnTo>
                    <a:pt x="115403" y="100821"/>
                  </a:lnTo>
                  <a:lnTo>
                    <a:pt x="116470" y="100999"/>
                  </a:lnTo>
                  <a:lnTo>
                    <a:pt x="116648" y="101710"/>
                  </a:lnTo>
                  <a:lnTo>
                    <a:pt x="117537" y="102244"/>
                  </a:lnTo>
                  <a:lnTo>
                    <a:pt x="118426" y="102244"/>
                  </a:lnTo>
                  <a:lnTo>
                    <a:pt x="118959" y="102599"/>
                  </a:lnTo>
                  <a:lnTo>
                    <a:pt x="120204" y="102599"/>
                  </a:lnTo>
                  <a:lnTo>
                    <a:pt x="120560" y="102777"/>
                  </a:lnTo>
                  <a:lnTo>
                    <a:pt x="121449" y="102244"/>
                  </a:lnTo>
                  <a:lnTo>
                    <a:pt x="122160" y="102066"/>
                  </a:lnTo>
                  <a:lnTo>
                    <a:pt x="123049" y="101888"/>
                  </a:lnTo>
                  <a:lnTo>
                    <a:pt x="123405" y="101888"/>
                  </a:lnTo>
                  <a:lnTo>
                    <a:pt x="123760" y="101710"/>
                  </a:lnTo>
                  <a:lnTo>
                    <a:pt x="124116" y="101177"/>
                  </a:lnTo>
                  <a:lnTo>
                    <a:pt x="124472" y="100821"/>
                  </a:lnTo>
                  <a:lnTo>
                    <a:pt x="125539" y="100288"/>
                  </a:lnTo>
                  <a:lnTo>
                    <a:pt x="126783" y="100466"/>
                  </a:lnTo>
                  <a:lnTo>
                    <a:pt x="127317" y="100999"/>
                  </a:lnTo>
                  <a:lnTo>
                    <a:pt x="127850" y="100999"/>
                  </a:lnTo>
                  <a:lnTo>
                    <a:pt x="128561" y="100821"/>
                  </a:lnTo>
                  <a:lnTo>
                    <a:pt x="129095" y="100999"/>
                  </a:lnTo>
                  <a:lnTo>
                    <a:pt x="129273" y="101177"/>
                  </a:lnTo>
                  <a:lnTo>
                    <a:pt x="129806" y="101532"/>
                  </a:lnTo>
                  <a:lnTo>
                    <a:pt x="130695" y="101888"/>
                  </a:lnTo>
                  <a:lnTo>
                    <a:pt x="131051" y="101532"/>
                  </a:lnTo>
                  <a:lnTo>
                    <a:pt x="131762" y="100999"/>
                  </a:lnTo>
                  <a:lnTo>
                    <a:pt x="132651" y="100643"/>
                  </a:lnTo>
                  <a:lnTo>
                    <a:pt x="132829" y="100288"/>
                  </a:lnTo>
                  <a:lnTo>
                    <a:pt x="132651" y="99932"/>
                  </a:lnTo>
                  <a:lnTo>
                    <a:pt x="132829" y="99577"/>
                  </a:lnTo>
                  <a:lnTo>
                    <a:pt x="133540" y="98332"/>
                  </a:lnTo>
                  <a:lnTo>
                    <a:pt x="133896" y="97087"/>
                  </a:lnTo>
                  <a:lnTo>
                    <a:pt x="134785" y="96376"/>
                  </a:lnTo>
                  <a:lnTo>
                    <a:pt x="134963" y="96020"/>
                  </a:lnTo>
                  <a:lnTo>
                    <a:pt x="134785" y="95131"/>
                  </a:lnTo>
                  <a:lnTo>
                    <a:pt x="134429" y="94953"/>
                  </a:lnTo>
                  <a:lnTo>
                    <a:pt x="134074" y="94953"/>
                  </a:lnTo>
                  <a:lnTo>
                    <a:pt x="133896" y="94776"/>
                  </a:lnTo>
                  <a:lnTo>
                    <a:pt x="134074" y="94242"/>
                  </a:lnTo>
                  <a:lnTo>
                    <a:pt x="135141" y="93175"/>
                  </a:lnTo>
                  <a:lnTo>
                    <a:pt x="137274" y="92642"/>
                  </a:lnTo>
                  <a:lnTo>
                    <a:pt x="138163" y="92642"/>
                  </a:lnTo>
                  <a:lnTo>
                    <a:pt x="138875" y="92464"/>
                  </a:lnTo>
                  <a:lnTo>
                    <a:pt x="139586" y="92642"/>
                  </a:lnTo>
                  <a:lnTo>
                    <a:pt x="141009" y="93531"/>
                  </a:lnTo>
                  <a:lnTo>
                    <a:pt x="141720" y="93531"/>
                  </a:lnTo>
                  <a:lnTo>
                    <a:pt x="142075" y="93709"/>
                  </a:lnTo>
                  <a:lnTo>
                    <a:pt x="142253" y="94064"/>
                  </a:lnTo>
                  <a:lnTo>
                    <a:pt x="142787" y="94420"/>
                  </a:lnTo>
                  <a:lnTo>
                    <a:pt x="142787" y="94776"/>
                  </a:lnTo>
                  <a:lnTo>
                    <a:pt x="143142" y="95131"/>
                  </a:lnTo>
                  <a:lnTo>
                    <a:pt x="143142" y="95665"/>
                  </a:lnTo>
                  <a:lnTo>
                    <a:pt x="143498" y="96020"/>
                  </a:lnTo>
                  <a:lnTo>
                    <a:pt x="143498" y="96376"/>
                  </a:lnTo>
                  <a:lnTo>
                    <a:pt x="144031" y="97621"/>
                  </a:lnTo>
                  <a:lnTo>
                    <a:pt x="144031" y="98332"/>
                  </a:lnTo>
                  <a:lnTo>
                    <a:pt x="144565" y="99221"/>
                  </a:lnTo>
                  <a:lnTo>
                    <a:pt x="144743" y="99932"/>
                  </a:lnTo>
                  <a:lnTo>
                    <a:pt x="144920" y="100288"/>
                  </a:lnTo>
                  <a:lnTo>
                    <a:pt x="144920" y="100999"/>
                  </a:lnTo>
                  <a:lnTo>
                    <a:pt x="145098" y="101532"/>
                  </a:lnTo>
                  <a:lnTo>
                    <a:pt x="145810" y="101888"/>
                  </a:lnTo>
                  <a:lnTo>
                    <a:pt x="146699" y="101888"/>
                  </a:lnTo>
                  <a:lnTo>
                    <a:pt x="147232" y="102244"/>
                  </a:lnTo>
                  <a:lnTo>
                    <a:pt x="147766" y="102066"/>
                  </a:lnTo>
                  <a:lnTo>
                    <a:pt x="148655" y="103133"/>
                  </a:lnTo>
                  <a:lnTo>
                    <a:pt x="149366" y="103311"/>
                  </a:lnTo>
                  <a:lnTo>
                    <a:pt x="149366" y="103844"/>
                  </a:lnTo>
                  <a:lnTo>
                    <a:pt x="149722" y="104555"/>
                  </a:lnTo>
                  <a:lnTo>
                    <a:pt x="149544" y="105089"/>
                  </a:lnTo>
                  <a:lnTo>
                    <a:pt x="150077" y="105800"/>
                  </a:lnTo>
                  <a:lnTo>
                    <a:pt x="150966" y="105978"/>
                  </a:lnTo>
                  <a:lnTo>
                    <a:pt x="151855" y="105800"/>
                  </a:lnTo>
                  <a:lnTo>
                    <a:pt x="152211" y="105444"/>
                  </a:lnTo>
                  <a:lnTo>
                    <a:pt x="152744" y="105089"/>
                  </a:lnTo>
                  <a:lnTo>
                    <a:pt x="153456" y="104911"/>
                  </a:lnTo>
                  <a:lnTo>
                    <a:pt x="154345" y="104378"/>
                  </a:lnTo>
                  <a:lnTo>
                    <a:pt x="155234" y="104378"/>
                  </a:lnTo>
                  <a:lnTo>
                    <a:pt x="155234" y="106156"/>
                  </a:lnTo>
                  <a:lnTo>
                    <a:pt x="155056" y="106511"/>
                  </a:lnTo>
                  <a:lnTo>
                    <a:pt x="154523" y="106867"/>
                  </a:lnTo>
                  <a:lnTo>
                    <a:pt x="154167" y="108645"/>
                  </a:lnTo>
                  <a:lnTo>
                    <a:pt x="154167" y="109001"/>
                  </a:lnTo>
                  <a:lnTo>
                    <a:pt x="153633" y="109890"/>
                  </a:lnTo>
                  <a:lnTo>
                    <a:pt x="153456" y="110423"/>
                  </a:lnTo>
                  <a:lnTo>
                    <a:pt x="153100" y="110779"/>
                  </a:lnTo>
                  <a:lnTo>
                    <a:pt x="152922" y="111490"/>
                  </a:lnTo>
                  <a:lnTo>
                    <a:pt x="152567" y="111668"/>
                  </a:lnTo>
                  <a:lnTo>
                    <a:pt x="151144" y="111135"/>
                  </a:lnTo>
                  <a:lnTo>
                    <a:pt x="150611" y="111668"/>
                  </a:lnTo>
                  <a:lnTo>
                    <a:pt x="149899" y="112024"/>
                  </a:lnTo>
                  <a:lnTo>
                    <a:pt x="150255" y="113268"/>
                  </a:lnTo>
                  <a:lnTo>
                    <a:pt x="150255" y="114335"/>
                  </a:lnTo>
                  <a:lnTo>
                    <a:pt x="150433" y="115046"/>
                  </a:lnTo>
                  <a:lnTo>
                    <a:pt x="150077" y="115758"/>
                  </a:lnTo>
                  <a:lnTo>
                    <a:pt x="149188" y="116291"/>
                  </a:lnTo>
                  <a:lnTo>
                    <a:pt x="149366" y="116291"/>
                  </a:lnTo>
                  <a:lnTo>
                    <a:pt x="149366" y="116647"/>
                  </a:lnTo>
                  <a:lnTo>
                    <a:pt x="149366" y="116825"/>
                  </a:lnTo>
                  <a:lnTo>
                    <a:pt x="149544" y="116647"/>
                  </a:lnTo>
                  <a:lnTo>
                    <a:pt x="149544" y="116291"/>
                  </a:lnTo>
                  <a:lnTo>
                    <a:pt x="150077" y="116291"/>
                  </a:lnTo>
                  <a:lnTo>
                    <a:pt x="150433" y="115580"/>
                  </a:lnTo>
                  <a:lnTo>
                    <a:pt x="150966" y="115046"/>
                  </a:lnTo>
                  <a:lnTo>
                    <a:pt x="151322" y="115046"/>
                  </a:lnTo>
                  <a:lnTo>
                    <a:pt x="151322" y="115402"/>
                  </a:lnTo>
                  <a:lnTo>
                    <a:pt x="151855" y="115224"/>
                  </a:lnTo>
                  <a:lnTo>
                    <a:pt x="152033" y="115758"/>
                  </a:lnTo>
                  <a:lnTo>
                    <a:pt x="152389" y="115758"/>
                  </a:lnTo>
                  <a:lnTo>
                    <a:pt x="152922" y="116113"/>
                  </a:lnTo>
                  <a:lnTo>
                    <a:pt x="153989" y="115758"/>
                  </a:lnTo>
                  <a:lnTo>
                    <a:pt x="155767" y="114513"/>
                  </a:lnTo>
                  <a:lnTo>
                    <a:pt x="156301" y="113802"/>
                  </a:lnTo>
                  <a:lnTo>
                    <a:pt x="156834" y="112913"/>
                  </a:lnTo>
                  <a:lnTo>
                    <a:pt x="157190" y="112557"/>
                  </a:lnTo>
                  <a:lnTo>
                    <a:pt x="158257" y="111135"/>
                  </a:lnTo>
                  <a:lnTo>
                    <a:pt x="159501" y="109712"/>
                  </a:lnTo>
                  <a:lnTo>
                    <a:pt x="160390" y="108467"/>
                  </a:lnTo>
                  <a:lnTo>
                    <a:pt x="160746" y="107400"/>
                  </a:lnTo>
                  <a:lnTo>
                    <a:pt x="161813" y="105622"/>
                  </a:lnTo>
                  <a:lnTo>
                    <a:pt x="163058" y="104200"/>
                  </a:lnTo>
                  <a:lnTo>
                    <a:pt x="163236" y="103133"/>
                  </a:lnTo>
                  <a:lnTo>
                    <a:pt x="163413" y="102599"/>
                  </a:lnTo>
                  <a:lnTo>
                    <a:pt x="163591" y="101888"/>
                  </a:lnTo>
                  <a:lnTo>
                    <a:pt x="163413" y="100999"/>
                  </a:lnTo>
                  <a:lnTo>
                    <a:pt x="163591" y="100643"/>
                  </a:lnTo>
                  <a:lnTo>
                    <a:pt x="163591" y="99043"/>
                  </a:lnTo>
                  <a:lnTo>
                    <a:pt x="163947" y="97443"/>
                  </a:lnTo>
                  <a:lnTo>
                    <a:pt x="164658" y="96376"/>
                  </a:lnTo>
                  <a:lnTo>
                    <a:pt x="164836" y="96020"/>
                  </a:lnTo>
                  <a:lnTo>
                    <a:pt x="164480" y="95487"/>
                  </a:lnTo>
                  <a:lnTo>
                    <a:pt x="164480" y="94598"/>
                  </a:lnTo>
                  <a:lnTo>
                    <a:pt x="164302" y="93886"/>
                  </a:lnTo>
                  <a:lnTo>
                    <a:pt x="164836" y="93353"/>
                  </a:lnTo>
                  <a:lnTo>
                    <a:pt x="163413" y="92286"/>
                  </a:lnTo>
                  <a:lnTo>
                    <a:pt x="163058" y="91575"/>
                  </a:lnTo>
                  <a:lnTo>
                    <a:pt x="162524" y="91041"/>
                  </a:lnTo>
                  <a:lnTo>
                    <a:pt x="161280" y="91041"/>
                  </a:lnTo>
                  <a:lnTo>
                    <a:pt x="161102" y="91219"/>
                  </a:lnTo>
                  <a:lnTo>
                    <a:pt x="161102" y="91930"/>
                  </a:lnTo>
                  <a:lnTo>
                    <a:pt x="160746" y="92642"/>
                  </a:lnTo>
                  <a:lnTo>
                    <a:pt x="160390" y="92642"/>
                  </a:lnTo>
                  <a:lnTo>
                    <a:pt x="160568" y="91930"/>
                  </a:lnTo>
                  <a:lnTo>
                    <a:pt x="160568" y="91930"/>
                  </a:lnTo>
                  <a:lnTo>
                    <a:pt x="160035" y="92464"/>
                  </a:lnTo>
                  <a:lnTo>
                    <a:pt x="159146" y="92642"/>
                  </a:lnTo>
                  <a:lnTo>
                    <a:pt x="158968" y="92464"/>
                  </a:lnTo>
                  <a:lnTo>
                    <a:pt x="159501" y="91753"/>
                  </a:lnTo>
                  <a:lnTo>
                    <a:pt x="159146" y="91575"/>
                  </a:lnTo>
                  <a:lnTo>
                    <a:pt x="158790" y="91930"/>
                  </a:lnTo>
                  <a:lnTo>
                    <a:pt x="158079" y="91930"/>
                  </a:lnTo>
                  <a:lnTo>
                    <a:pt x="158079" y="90152"/>
                  </a:lnTo>
                  <a:lnTo>
                    <a:pt x="156656" y="90152"/>
                  </a:lnTo>
                  <a:lnTo>
                    <a:pt x="156301" y="89975"/>
                  </a:lnTo>
                  <a:lnTo>
                    <a:pt x="156123" y="89797"/>
                  </a:lnTo>
                  <a:lnTo>
                    <a:pt x="155945" y="89263"/>
                  </a:lnTo>
                  <a:lnTo>
                    <a:pt x="156301" y="88908"/>
                  </a:lnTo>
                  <a:lnTo>
                    <a:pt x="157190" y="88196"/>
                  </a:lnTo>
                  <a:lnTo>
                    <a:pt x="157368" y="88019"/>
                  </a:lnTo>
                  <a:lnTo>
                    <a:pt x="157723" y="87485"/>
                  </a:lnTo>
                  <a:lnTo>
                    <a:pt x="159501" y="86063"/>
                  </a:lnTo>
                  <a:lnTo>
                    <a:pt x="160568" y="84107"/>
                  </a:lnTo>
                  <a:lnTo>
                    <a:pt x="161635" y="83218"/>
                  </a:lnTo>
                  <a:lnTo>
                    <a:pt x="162346" y="82506"/>
                  </a:lnTo>
                  <a:lnTo>
                    <a:pt x="162880" y="81795"/>
                  </a:lnTo>
                  <a:lnTo>
                    <a:pt x="163413" y="81439"/>
                  </a:lnTo>
                  <a:lnTo>
                    <a:pt x="163947" y="80195"/>
                  </a:lnTo>
                  <a:lnTo>
                    <a:pt x="165014" y="79306"/>
                  </a:lnTo>
                  <a:lnTo>
                    <a:pt x="166081" y="78061"/>
                  </a:lnTo>
                  <a:lnTo>
                    <a:pt x="167325" y="77350"/>
                  </a:lnTo>
                  <a:lnTo>
                    <a:pt x="171415" y="77172"/>
                  </a:lnTo>
                  <a:lnTo>
                    <a:pt x="171593" y="77705"/>
                  </a:lnTo>
                  <a:lnTo>
                    <a:pt x="171771" y="77705"/>
                  </a:lnTo>
                  <a:lnTo>
                    <a:pt x="171948" y="77172"/>
                  </a:lnTo>
                  <a:lnTo>
                    <a:pt x="172304" y="76994"/>
                  </a:lnTo>
                  <a:lnTo>
                    <a:pt x="173727" y="77527"/>
                  </a:lnTo>
                  <a:lnTo>
                    <a:pt x="174794" y="77172"/>
                  </a:lnTo>
                  <a:lnTo>
                    <a:pt x="175327" y="77527"/>
                  </a:lnTo>
                  <a:lnTo>
                    <a:pt x="175505" y="77527"/>
                  </a:lnTo>
                  <a:lnTo>
                    <a:pt x="175683" y="77350"/>
                  </a:lnTo>
                  <a:lnTo>
                    <a:pt x="175505" y="77350"/>
                  </a:lnTo>
                  <a:lnTo>
                    <a:pt x="175505" y="76994"/>
                  </a:lnTo>
                  <a:lnTo>
                    <a:pt x="176038" y="76816"/>
                  </a:lnTo>
                  <a:lnTo>
                    <a:pt x="176216" y="76461"/>
                  </a:lnTo>
                  <a:lnTo>
                    <a:pt x="176750" y="76105"/>
                  </a:lnTo>
                  <a:lnTo>
                    <a:pt x="178350" y="76638"/>
                  </a:lnTo>
                  <a:lnTo>
                    <a:pt x="178528" y="76994"/>
                  </a:lnTo>
                  <a:lnTo>
                    <a:pt x="178705" y="76638"/>
                  </a:lnTo>
                  <a:lnTo>
                    <a:pt x="179417" y="76638"/>
                  </a:lnTo>
                  <a:lnTo>
                    <a:pt x="179950" y="77350"/>
                  </a:lnTo>
                  <a:lnTo>
                    <a:pt x="180484" y="77527"/>
                  </a:lnTo>
                  <a:lnTo>
                    <a:pt x="180306" y="78061"/>
                  </a:lnTo>
                  <a:lnTo>
                    <a:pt x="179595" y="78061"/>
                  </a:lnTo>
                  <a:lnTo>
                    <a:pt x="179239" y="78239"/>
                  </a:lnTo>
                  <a:lnTo>
                    <a:pt x="179595" y="78594"/>
                  </a:lnTo>
                  <a:lnTo>
                    <a:pt x="180128" y="78594"/>
                  </a:lnTo>
                  <a:lnTo>
                    <a:pt x="180661" y="78239"/>
                  </a:lnTo>
                  <a:lnTo>
                    <a:pt x="181373" y="78417"/>
                  </a:lnTo>
                  <a:lnTo>
                    <a:pt x="182262" y="77705"/>
                  </a:lnTo>
                  <a:lnTo>
                    <a:pt x="183151" y="78061"/>
                  </a:lnTo>
                  <a:lnTo>
                    <a:pt x="183684" y="77705"/>
                  </a:lnTo>
                  <a:lnTo>
                    <a:pt x="184751" y="77705"/>
                  </a:lnTo>
                  <a:lnTo>
                    <a:pt x="184751" y="77527"/>
                  </a:lnTo>
                  <a:lnTo>
                    <a:pt x="184396" y="77172"/>
                  </a:lnTo>
                  <a:lnTo>
                    <a:pt x="183329" y="76994"/>
                  </a:lnTo>
                  <a:lnTo>
                    <a:pt x="183507" y="75927"/>
                  </a:lnTo>
                  <a:lnTo>
                    <a:pt x="183684" y="75571"/>
                  </a:lnTo>
                  <a:lnTo>
                    <a:pt x="183862" y="75038"/>
                  </a:lnTo>
                  <a:lnTo>
                    <a:pt x="185640" y="73438"/>
                  </a:lnTo>
                  <a:lnTo>
                    <a:pt x="185996" y="72726"/>
                  </a:lnTo>
                  <a:lnTo>
                    <a:pt x="186707" y="71837"/>
                  </a:lnTo>
                  <a:lnTo>
                    <a:pt x="187241" y="70770"/>
                  </a:lnTo>
                  <a:lnTo>
                    <a:pt x="188485" y="70237"/>
                  </a:lnTo>
                  <a:lnTo>
                    <a:pt x="189019" y="70237"/>
                  </a:lnTo>
                  <a:lnTo>
                    <a:pt x="190797" y="69704"/>
                  </a:lnTo>
                  <a:lnTo>
                    <a:pt x="191508" y="70415"/>
                  </a:lnTo>
                  <a:lnTo>
                    <a:pt x="192397" y="69881"/>
                  </a:lnTo>
                  <a:lnTo>
                    <a:pt x="192397" y="70415"/>
                  </a:lnTo>
                  <a:lnTo>
                    <a:pt x="192219" y="70948"/>
                  </a:lnTo>
                  <a:lnTo>
                    <a:pt x="191686" y="71837"/>
                  </a:lnTo>
                  <a:lnTo>
                    <a:pt x="191864" y="72371"/>
                  </a:lnTo>
                  <a:lnTo>
                    <a:pt x="192397" y="72549"/>
                  </a:lnTo>
                  <a:lnTo>
                    <a:pt x="192219" y="73438"/>
                  </a:lnTo>
                  <a:lnTo>
                    <a:pt x="192397" y="73616"/>
                  </a:lnTo>
                  <a:lnTo>
                    <a:pt x="192931" y="73260"/>
                  </a:lnTo>
                  <a:lnTo>
                    <a:pt x="193286" y="72549"/>
                  </a:lnTo>
                  <a:lnTo>
                    <a:pt x="195242" y="70593"/>
                  </a:lnTo>
                  <a:lnTo>
                    <a:pt x="195954" y="70415"/>
                  </a:lnTo>
                  <a:lnTo>
                    <a:pt x="196309" y="70770"/>
                  </a:lnTo>
                  <a:lnTo>
                    <a:pt x="196309" y="70593"/>
                  </a:lnTo>
                  <a:lnTo>
                    <a:pt x="196487" y="70415"/>
                  </a:lnTo>
                  <a:lnTo>
                    <a:pt x="196131" y="70059"/>
                  </a:lnTo>
                  <a:lnTo>
                    <a:pt x="196309" y="68814"/>
                  </a:lnTo>
                  <a:lnTo>
                    <a:pt x="196665" y="67925"/>
                  </a:lnTo>
                  <a:lnTo>
                    <a:pt x="198443" y="67392"/>
                  </a:lnTo>
                  <a:lnTo>
                    <a:pt x="199154" y="67925"/>
                  </a:lnTo>
                  <a:lnTo>
                    <a:pt x="199154" y="68281"/>
                  </a:lnTo>
                  <a:lnTo>
                    <a:pt x="198443" y="68281"/>
                  </a:lnTo>
                  <a:lnTo>
                    <a:pt x="197910" y="68992"/>
                  </a:lnTo>
                  <a:lnTo>
                    <a:pt x="197732" y="70415"/>
                  </a:lnTo>
                  <a:lnTo>
                    <a:pt x="197554" y="70948"/>
                  </a:lnTo>
                  <a:lnTo>
                    <a:pt x="197732" y="71660"/>
                  </a:lnTo>
                  <a:lnTo>
                    <a:pt x="197198" y="72549"/>
                  </a:lnTo>
                  <a:lnTo>
                    <a:pt x="197198" y="73082"/>
                  </a:lnTo>
                  <a:lnTo>
                    <a:pt x="196309" y="73438"/>
                  </a:lnTo>
                  <a:lnTo>
                    <a:pt x="194887" y="74327"/>
                  </a:lnTo>
                  <a:lnTo>
                    <a:pt x="194531" y="75216"/>
                  </a:lnTo>
                  <a:lnTo>
                    <a:pt x="193286" y="76638"/>
                  </a:lnTo>
                  <a:lnTo>
                    <a:pt x="192753" y="76994"/>
                  </a:lnTo>
                  <a:lnTo>
                    <a:pt x="191864" y="78061"/>
                  </a:lnTo>
                  <a:lnTo>
                    <a:pt x="191330" y="78950"/>
                  </a:lnTo>
                  <a:lnTo>
                    <a:pt x="190619" y="79839"/>
                  </a:lnTo>
                  <a:lnTo>
                    <a:pt x="189552" y="80906"/>
                  </a:lnTo>
                  <a:lnTo>
                    <a:pt x="188663" y="81262"/>
                  </a:lnTo>
                  <a:lnTo>
                    <a:pt x="188130" y="81795"/>
                  </a:lnTo>
                  <a:lnTo>
                    <a:pt x="187418" y="81795"/>
                  </a:lnTo>
                  <a:lnTo>
                    <a:pt x="187596" y="82506"/>
                  </a:lnTo>
                  <a:lnTo>
                    <a:pt x="187418" y="83040"/>
                  </a:lnTo>
                  <a:lnTo>
                    <a:pt x="187063" y="83573"/>
                  </a:lnTo>
                  <a:lnTo>
                    <a:pt x="186174" y="84818"/>
                  </a:lnTo>
                  <a:lnTo>
                    <a:pt x="185640" y="86774"/>
                  </a:lnTo>
                  <a:lnTo>
                    <a:pt x="185462" y="88019"/>
                  </a:lnTo>
                  <a:lnTo>
                    <a:pt x="185640" y="89085"/>
                  </a:lnTo>
                  <a:lnTo>
                    <a:pt x="186352" y="94064"/>
                  </a:lnTo>
                  <a:lnTo>
                    <a:pt x="186885" y="96020"/>
                  </a:lnTo>
                  <a:lnTo>
                    <a:pt x="186885" y="97621"/>
                  </a:lnTo>
                  <a:lnTo>
                    <a:pt x="187241" y="98510"/>
                  </a:lnTo>
                  <a:lnTo>
                    <a:pt x="188663" y="97087"/>
                  </a:lnTo>
                  <a:lnTo>
                    <a:pt x="189197" y="96376"/>
                  </a:lnTo>
                  <a:lnTo>
                    <a:pt x="189552" y="95487"/>
                  </a:lnTo>
                  <a:lnTo>
                    <a:pt x="189552" y="94953"/>
                  </a:lnTo>
                  <a:lnTo>
                    <a:pt x="189730" y="94420"/>
                  </a:lnTo>
                  <a:lnTo>
                    <a:pt x="189552" y="93886"/>
                  </a:lnTo>
                  <a:lnTo>
                    <a:pt x="189908" y="93886"/>
                  </a:lnTo>
                  <a:lnTo>
                    <a:pt x="191330" y="93353"/>
                  </a:lnTo>
                  <a:lnTo>
                    <a:pt x="191686" y="93353"/>
                  </a:lnTo>
                  <a:lnTo>
                    <a:pt x="191508" y="91930"/>
                  </a:lnTo>
                  <a:lnTo>
                    <a:pt x="191686" y="91219"/>
                  </a:lnTo>
                  <a:lnTo>
                    <a:pt x="191864" y="90864"/>
                  </a:lnTo>
                  <a:lnTo>
                    <a:pt x="192931" y="90152"/>
                  </a:lnTo>
                  <a:lnTo>
                    <a:pt x="194175" y="90152"/>
                  </a:lnTo>
                  <a:lnTo>
                    <a:pt x="194709" y="89619"/>
                  </a:lnTo>
                  <a:lnTo>
                    <a:pt x="194709" y="89441"/>
                  </a:lnTo>
                  <a:lnTo>
                    <a:pt x="194353" y="88552"/>
                  </a:lnTo>
                  <a:lnTo>
                    <a:pt x="194353" y="87129"/>
                  </a:lnTo>
                  <a:lnTo>
                    <a:pt x="194887" y="86240"/>
                  </a:lnTo>
                  <a:lnTo>
                    <a:pt x="195420" y="85885"/>
                  </a:lnTo>
                  <a:lnTo>
                    <a:pt x="196131" y="86240"/>
                  </a:lnTo>
                  <a:lnTo>
                    <a:pt x="196487" y="85885"/>
                  </a:lnTo>
                  <a:lnTo>
                    <a:pt x="196487" y="84818"/>
                  </a:lnTo>
                  <a:lnTo>
                    <a:pt x="195954" y="84640"/>
                  </a:lnTo>
                  <a:lnTo>
                    <a:pt x="195776" y="83929"/>
                  </a:lnTo>
                  <a:lnTo>
                    <a:pt x="195776" y="82862"/>
                  </a:lnTo>
                  <a:lnTo>
                    <a:pt x="196309" y="82328"/>
                  </a:lnTo>
                  <a:lnTo>
                    <a:pt x="196487" y="81973"/>
                  </a:lnTo>
                  <a:lnTo>
                    <a:pt x="195776" y="81439"/>
                  </a:lnTo>
                  <a:lnTo>
                    <a:pt x="195420" y="81795"/>
                  </a:lnTo>
                  <a:lnTo>
                    <a:pt x="195065" y="81795"/>
                  </a:lnTo>
                  <a:lnTo>
                    <a:pt x="194709" y="81084"/>
                  </a:lnTo>
                  <a:lnTo>
                    <a:pt x="194709" y="80906"/>
                  </a:lnTo>
                  <a:lnTo>
                    <a:pt x="194887" y="80017"/>
                  </a:lnTo>
                  <a:lnTo>
                    <a:pt x="195065" y="79483"/>
                  </a:lnTo>
                  <a:lnTo>
                    <a:pt x="195954" y="78417"/>
                  </a:lnTo>
                  <a:lnTo>
                    <a:pt x="196131" y="78061"/>
                  </a:lnTo>
                  <a:lnTo>
                    <a:pt x="196309" y="77883"/>
                  </a:lnTo>
                  <a:lnTo>
                    <a:pt x="196487" y="77350"/>
                  </a:lnTo>
                  <a:lnTo>
                    <a:pt x="196487" y="76638"/>
                  </a:lnTo>
                  <a:lnTo>
                    <a:pt x="196843" y="75927"/>
                  </a:lnTo>
                  <a:lnTo>
                    <a:pt x="197376" y="75394"/>
                  </a:lnTo>
                  <a:lnTo>
                    <a:pt x="198443" y="75216"/>
                  </a:lnTo>
                  <a:lnTo>
                    <a:pt x="198976" y="75927"/>
                  </a:lnTo>
                  <a:lnTo>
                    <a:pt x="199332" y="75038"/>
                  </a:lnTo>
                  <a:lnTo>
                    <a:pt x="200932" y="74149"/>
                  </a:lnTo>
                  <a:lnTo>
                    <a:pt x="201110" y="74505"/>
                  </a:lnTo>
                  <a:lnTo>
                    <a:pt x="201110" y="74682"/>
                  </a:lnTo>
                  <a:lnTo>
                    <a:pt x="200932" y="75571"/>
                  </a:lnTo>
                  <a:lnTo>
                    <a:pt x="201999" y="74327"/>
                  </a:lnTo>
                  <a:lnTo>
                    <a:pt x="204133" y="73793"/>
                  </a:lnTo>
                  <a:lnTo>
                    <a:pt x="205022" y="73793"/>
                  </a:lnTo>
                  <a:lnTo>
                    <a:pt x="205733" y="74149"/>
                  </a:lnTo>
                  <a:lnTo>
                    <a:pt x="206445" y="75216"/>
                  </a:lnTo>
                  <a:lnTo>
                    <a:pt x="206623" y="75394"/>
                  </a:lnTo>
                  <a:lnTo>
                    <a:pt x="207334" y="74327"/>
                  </a:lnTo>
                  <a:lnTo>
                    <a:pt x="208756" y="73082"/>
                  </a:lnTo>
                  <a:lnTo>
                    <a:pt x="209290" y="72904"/>
                  </a:lnTo>
                  <a:lnTo>
                    <a:pt x="209468" y="72371"/>
                  </a:lnTo>
                  <a:lnTo>
                    <a:pt x="209645" y="72371"/>
                  </a:lnTo>
                  <a:lnTo>
                    <a:pt x="209823" y="72015"/>
                  </a:lnTo>
                  <a:lnTo>
                    <a:pt x="210357" y="71660"/>
                  </a:lnTo>
                  <a:lnTo>
                    <a:pt x="210357" y="71304"/>
                  </a:lnTo>
                  <a:lnTo>
                    <a:pt x="210890" y="71126"/>
                  </a:lnTo>
                  <a:lnTo>
                    <a:pt x="211424" y="70415"/>
                  </a:lnTo>
                  <a:lnTo>
                    <a:pt x="211779" y="70415"/>
                  </a:lnTo>
                  <a:lnTo>
                    <a:pt x="212313" y="70059"/>
                  </a:lnTo>
                  <a:lnTo>
                    <a:pt x="213024" y="69881"/>
                  </a:lnTo>
                  <a:lnTo>
                    <a:pt x="214446" y="68814"/>
                  </a:lnTo>
                  <a:lnTo>
                    <a:pt x="216580" y="67748"/>
                  </a:lnTo>
                  <a:lnTo>
                    <a:pt x="216758" y="67748"/>
                  </a:lnTo>
                  <a:lnTo>
                    <a:pt x="218003" y="67925"/>
                  </a:lnTo>
                  <a:lnTo>
                    <a:pt x="219425" y="68459"/>
                  </a:lnTo>
                  <a:lnTo>
                    <a:pt x="219959" y="67748"/>
                  </a:lnTo>
                  <a:lnTo>
                    <a:pt x="220137" y="67392"/>
                  </a:lnTo>
                  <a:lnTo>
                    <a:pt x="219781" y="66503"/>
                  </a:lnTo>
                  <a:lnTo>
                    <a:pt x="219781" y="66147"/>
                  </a:lnTo>
                  <a:lnTo>
                    <a:pt x="219603" y="65792"/>
                  </a:lnTo>
                  <a:lnTo>
                    <a:pt x="219247" y="65436"/>
                  </a:lnTo>
                  <a:lnTo>
                    <a:pt x="219070" y="65080"/>
                  </a:lnTo>
                  <a:lnTo>
                    <a:pt x="218714" y="63658"/>
                  </a:lnTo>
                  <a:lnTo>
                    <a:pt x="218714" y="63302"/>
                  </a:lnTo>
                  <a:lnTo>
                    <a:pt x="218358" y="62591"/>
                  </a:lnTo>
                  <a:lnTo>
                    <a:pt x="217825" y="62413"/>
                  </a:lnTo>
                  <a:lnTo>
                    <a:pt x="217469" y="62235"/>
                  </a:lnTo>
                  <a:lnTo>
                    <a:pt x="217114" y="61702"/>
                  </a:lnTo>
                  <a:lnTo>
                    <a:pt x="216936" y="60991"/>
                  </a:lnTo>
                  <a:lnTo>
                    <a:pt x="215869" y="61168"/>
                  </a:lnTo>
                  <a:lnTo>
                    <a:pt x="215336" y="60635"/>
                  </a:lnTo>
                  <a:lnTo>
                    <a:pt x="216580" y="60457"/>
                  </a:lnTo>
                  <a:lnTo>
                    <a:pt x="217114" y="60102"/>
                  </a:lnTo>
                  <a:lnTo>
                    <a:pt x="217647" y="60635"/>
                  </a:lnTo>
                  <a:lnTo>
                    <a:pt x="218892" y="60813"/>
                  </a:lnTo>
                  <a:lnTo>
                    <a:pt x="219959" y="60279"/>
                  </a:lnTo>
                  <a:lnTo>
                    <a:pt x="220492" y="59390"/>
                  </a:lnTo>
                  <a:lnTo>
                    <a:pt x="220670" y="51033"/>
                  </a:lnTo>
                  <a:lnTo>
                    <a:pt x="220670" y="45521"/>
                  </a:lnTo>
                  <a:lnTo>
                    <a:pt x="219959" y="44276"/>
                  </a:lnTo>
                  <a:lnTo>
                    <a:pt x="219070" y="43565"/>
                  </a:lnTo>
                  <a:lnTo>
                    <a:pt x="216402" y="42498"/>
                  </a:lnTo>
                  <a:lnTo>
                    <a:pt x="214980" y="41609"/>
                  </a:lnTo>
                  <a:lnTo>
                    <a:pt x="212135" y="41609"/>
                  </a:lnTo>
                  <a:lnTo>
                    <a:pt x="207512" y="40542"/>
                  </a:lnTo>
                  <a:lnTo>
                    <a:pt x="207334" y="40720"/>
                  </a:lnTo>
                  <a:lnTo>
                    <a:pt x="207156" y="41787"/>
                  </a:lnTo>
                  <a:lnTo>
                    <a:pt x="206978" y="42320"/>
                  </a:lnTo>
                  <a:lnTo>
                    <a:pt x="207512" y="42853"/>
                  </a:lnTo>
                  <a:lnTo>
                    <a:pt x="207689" y="44632"/>
                  </a:lnTo>
                  <a:lnTo>
                    <a:pt x="206623" y="45876"/>
                  </a:lnTo>
                  <a:lnTo>
                    <a:pt x="205733" y="45876"/>
                  </a:lnTo>
                  <a:lnTo>
                    <a:pt x="205200" y="44809"/>
                  </a:lnTo>
                  <a:lnTo>
                    <a:pt x="203778" y="43920"/>
                  </a:lnTo>
                  <a:lnTo>
                    <a:pt x="203422" y="42142"/>
                  </a:lnTo>
                  <a:lnTo>
                    <a:pt x="203422" y="42142"/>
                  </a:lnTo>
                  <a:lnTo>
                    <a:pt x="204844" y="42498"/>
                  </a:lnTo>
                  <a:lnTo>
                    <a:pt x="205200" y="42142"/>
                  </a:lnTo>
                  <a:lnTo>
                    <a:pt x="205200" y="41787"/>
                  </a:lnTo>
                  <a:lnTo>
                    <a:pt x="205022" y="41431"/>
                  </a:lnTo>
                  <a:lnTo>
                    <a:pt x="204133" y="40898"/>
                  </a:lnTo>
                  <a:lnTo>
                    <a:pt x="203600" y="41253"/>
                  </a:lnTo>
                  <a:lnTo>
                    <a:pt x="201822" y="43031"/>
                  </a:lnTo>
                  <a:lnTo>
                    <a:pt x="201644" y="43031"/>
                  </a:lnTo>
                  <a:lnTo>
                    <a:pt x="198799" y="42676"/>
                  </a:lnTo>
                  <a:lnTo>
                    <a:pt x="197554" y="41964"/>
                  </a:lnTo>
                  <a:lnTo>
                    <a:pt x="195420" y="42320"/>
                  </a:lnTo>
                  <a:lnTo>
                    <a:pt x="194531" y="43031"/>
                  </a:lnTo>
                  <a:lnTo>
                    <a:pt x="193998" y="42853"/>
                  </a:lnTo>
                  <a:lnTo>
                    <a:pt x="193286" y="43387"/>
                  </a:lnTo>
                  <a:lnTo>
                    <a:pt x="192931" y="42498"/>
                  </a:lnTo>
                  <a:lnTo>
                    <a:pt x="191508" y="41609"/>
                  </a:lnTo>
                  <a:lnTo>
                    <a:pt x="191864" y="39831"/>
                  </a:lnTo>
                  <a:lnTo>
                    <a:pt x="191686" y="39119"/>
                  </a:lnTo>
                  <a:lnTo>
                    <a:pt x="191330" y="38230"/>
                  </a:lnTo>
                  <a:lnTo>
                    <a:pt x="190086" y="37163"/>
                  </a:lnTo>
                  <a:lnTo>
                    <a:pt x="188841" y="36452"/>
                  </a:lnTo>
                  <a:lnTo>
                    <a:pt x="187063" y="36096"/>
                  </a:lnTo>
                  <a:lnTo>
                    <a:pt x="185818" y="36274"/>
                  </a:lnTo>
                  <a:lnTo>
                    <a:pt x="182973" y="37163"/>
                  </a:lnTo>
                  <a:lnTo>
                    <a:pt x="180839" y="37163"/>
                  </a:lnTo>
                  <a:lnTo>
                    <a:pt x="180306" y="36808"/>
                  </a:lnTo>
                  <a:lnTo>
                    <a:pt x="179417" y="35030"/>
                  </a:lnTo>
                  <a:lnTo>
                    <a:pt x="178528" y="34852"/>
                  </a:lnTo>
                  <a:lnTo>
                    <a:pt x="177283" y="33607"/>
                  </a:lnTo>
                  <a:lnTo>
                    <a:pt x="176216" y="33251"/>
                  </a:lnTo>
                  <a:lnTo>
                    <a:pt x="176216" y="32718"/>
                  </a:lnTo>
                  <a:lnTo>
                    <a:pt x="176927" y="32718"/>
                  </a:lnTo>
                  <a:lnTo>
                    <a:pt x="177283" y="32362"/>
                  </a:lnTo>
                  <a:lnTo>
                    <a:pt x="176927" y="31651"/>
                  </a:lnTo>
                  <a:lnTo>
                    <a:pt x="176038" y="30940"/>
                  </a:lnTo>
                  <a:lnTo>
                    <a:pt x="174971" y="30584"/>
                  </a:lnTo>
                  <a:lnTo>
                    <a:pt x="173015" y="30584"/>
                  </a:lnTo>
                  <a:lnTo>
                    <a:pt x="170348" y="29340"/>
                  </a:lnTo>
                  <a:lnTo>
                    <a:pt x="165547" y="28450"/>
                  </a:lnTo>
                  <a:lnTo>
                    <a:pt x="164658" y="27917"/>
                  </a:lnTo>
                  <a:lnTo>
                    <a:pt x="164480" y="28095"/>
                  </a:lnTo>
                  <a:lnTo>
                    <a:pt x="164480" y="28984"/>
                  </a:lnTo>
                  <a:lnTo>
                    <a:pt x="164302" y="29340"/>
                  </a:lnTo>
                  <a:lnTo>
                    <a:pt x="162524" y="29695"/>
                  </a:lnTo>
                  <a:lnTo>
                    <a:pt x="161991" y="30584"/>
                  </a:lnTo>
                  <a:lnTo>
                    <a:pt x="161991" y="30940"/>
                  </a:lnTo>
                  <a:lnTo>
                    <a:pt x="162880" y="31118"/>
                  </a:lnTo>
                  <a:lnTo>
                    <a:pt x="162702" y="32540"/>
                  </a:lnTo>
                  <a:lnTo>
                    <a:pt x="162880" y="33963"/>
                  </a:lnTo>
                  <a:lnTo>
                    <a:pt x="162702" y="34318"/>
                  </a:lnTo>
                  <a:lnTo>
                    <a:pt x="161813" y="34496"/>
                  </a:lnTo>
                  <a:lnTo>
                    <a:pt x="160924" y="33607"/>
                  </a:lnTo>
                  <a:lnTo>
                    <a:pt x="160213" y="34318"/>
                  </a:lnTo>
                  <a:lnTo>
                    <a:pt x="160213" y="35385"/>
                  </a:lnTo>
                  <a:lnTo>
                    <a:pt x="160035" y="35563"/>
                  </a:lnTo>
                  <a:lnTo>
                    <a:pt x="159324" y="35385"/>
                  </a:lnTo>
                  <a:lnTo>
                    <a:pt x="159146" y="34674"/>
                  </a:lnTo>
                  <a:lnTo>
                    <a:pt x="159146" y="34318"/>
                  </a:lnTo>
                  <a:lnTo>
                    <a:pt x="159679" y="34141"/>
                  </a:lnTo>
                  <a:lnTo>
                    <a:pt x="158968" y="34141"/>
                  </a:lnTo>
                  <a:lnTo>
                    <a:pt x="158612" y="34318"/>
                  </a:lnTo>
                  <a:lnTo>
                    <a:pt x="157190" y="33963"/>
                  </a:lnTo>
                  <a:lnTo>
                    <a:pt x="157012" y="33963"/>
                  </a:lnTo>
                  <a:lnTo>
                    <a:pt x="156479" y="34141"/>
                  </a:lnTo>
                  <a:lnTo>
                    <a:pt x="155412" y="34674"/>
                  </a:lnTo>
                  <a:lnTo>
                    <a:pt x="154167" y="34674"/>
                  </a:lnTo>
                  <a:lnTo>
                    <a:pt x="152922" y="33785"/>
                  </a:lnTo>
                  <a:lnTo>
                    <a:pt x="152389" y="32718"/>
                  </a:lnTo>
                  <a:lnTo>
                    <a:pt x="151855" y="33785"/>
                  </a:lnTo>
                  <a:lnTo>
                    <a:pt x="150788" y="36808"/>
                  </a:lnTo>
                  <a:lnTo>
                    <a:pt x="150433" y="37519"/>
                  </a:lnTo>
                  <a:lnTo>
                    <a:pt x="149722" y="37519"/>
                  </a:lnTo>
                  <a:lnTo>
                    <a:pt x="148832" y="36808"/>
                  </a:lnTo>
                  <a:lnTo>
                    <a:pt x="147943" y="35741"/>
                  </a:lnTo>
                  <a:lnTo>
                    <a:pt x="146521" y="32896"/>
                  </a:lnTo>
                  <a:lnTo>
                    <a:pt x="146699" y="31651"/>
                  </a:lnTo>
                  <a:lnTo>
                    <a:pt x="147410" y="30762"/>
                  </a:lnTo>
                  <a:lnTo>
                    <a:pt x="147410" y="30229"/>
                  </a:lnTo>
                  <a:lnTo>
                    <a:pt x="147054" y="29517"/>
                  </a:lnTo>
                  <a:lnTo>
                    <a:pt x="147410" y="28450"/>
                  </a:lnTo>
                  <a:lnTo>
                    <a:pt x="147232" y="26850"/>
                  </a:lnTo>
                  <a:lnTo>
                    <a:pt x="145098" y="24716"/>
                  </a:lnTo>
                  <a:lnTo>
                    <a:pt x="144387" y="24716"/>
                  </a:lnTo>
                  <a:lnTo>
                    <a:pt x="143320" y="25072"/>
                  </a:lnTo>
                  <a:lnTo>
                    <a:pt x="142965" y="24539"/>
                  </a:lnTo>
                  <a:lnTo>
                    <a:pt x="141720" y="24361"/>
                  </a:lnTo>
                  <a:lnTo>
                    <a:pt x="140475" y="23294"/>
                  </a:lnTo>
                  <a:lnTo>
                    <a:pt x="139764" y="23649"/>
                  </a:lnTo>
                  <a:lnTo>
                    <a:pt x="139408" y="23649"/>
                  </a:lnTo>
                  <a:lnTo>
                    <a:pt x="139230" y="24005"/>
                  </a:lnTo>
                  <a:lnTo>
                    <a:pt x="139053" y="25072"/>
                  </a:lnTo>
                  <a:lnTo>
                    <a:pt x="139053" y="26494"/>
                  </a:lnTo>
                  <a:lnTo>
                    <a:pt x="138697" y="27206"/>
                  </a:lnTo>
                  <a:lnTo>
                    <a:pt x="137452" y="27028"/>
                  </a:lnTo>
                  <a:lnTo>
                    <a:pt x="135674" y="27384"/>
                  </a:lnTo>
                  <a:lnTo>
                    <a:pt x="134607" y="27206"/>
                  </a:lnTo>
                  <a:lnTo>
                    <a:pt x="133896" y="26494"/>
                  </a:lnTo>
                  <a:lnTo>
                    <a:pt x="133007" y="26672"/>
                  </a:lnTo>
                  <a:lnTo>
                    <a:pt x="131940" y="26139"/>
                  </a:lnTo>
                  <a:lnTo>
                    <a:pt x="131762" y="25605"/>
                  </a:lnTo>
                  <a:lnTo>
                    <a:pt x="131940" y="24894"/>
                  </a:lnTo>
                  <a:lnTo>
                    <a:pt x="131584" y="24361"/>
                  </a:lnTo>
                  <a:lnTo>
                    <a:pt x="127495" y="23649"/>
                  </a:lnTo>
                  <a:lnTo>
                    <a:pt x="125183" y="24539"/>
                  </a:lnTo>
                  <a:lnTo>
                    <a:pt x="124472" y="25605"/>
                  </a:lnTo>
                  <a:lnTo>
                    <a:pt x="124294" y="24894"/>
                  </a:lnTo>
                  <a:lnTo>
                    <a:pt x="124116" y="23472"/>
                  </a:lnTo>
                  <a:lnTo>
                    <a:pt x="123760" y="22760"/>
                  </a:lnTo>
                  <a:lnTo>
                    <a:pt x="123583" y="23294"/>
                  </a:lnTo>
                  <a:lnTo>
                    <a:pt x="122693" y="23472"/>
                  </a:lnTo>
                  <a:lnTo>
                    <a:pt x="121627" y="23116"/>
                  </a:lnTo>
                  <a:lnTo>
                    <a:pt x="121093" y="22227"/>
                  </a:lnTo>
                  <a:lnTo>
                    <a:pt x="119848" y="22227"/>
                  </a:lnTo>
                  <a:lnTo>
                    <a:pt x="119315" y="23294"/>
                  </a:lnTo>
                  <a:lnTo>
                    <a:pt x="119493" y="23472"/>
                  </a:lnTo>
                  <a:lnTo>
                    <a:pt x="120204" y="23294"/>
                  </a:lnTo>
                  <a:lnTo>
                    <a:pt x="120382" y="23472"/>
                  </a:lnTo>
                  <a:lnTo>
                    <a:pt x="119315" y="24894"/>
                  </a:lnTo>
                  <a:lnTo>
                    <a:pt x="117537" y="25605"/>
                  </a:lnTo>
                  <a:lnTo>
                    <a:pt x="116826" y="26139"/>
                  </a:lnTo>
                  <a:lnTo>
                    <a:pt x="114514" y="26494"/>
                  </a:lnTo>
                  <a:lnTo>
                    <a:pt x="113625" y="27561"/>
                  </a:lnTo>
                  <a:lnTo>
                    <a:pt x="113625" y="26672"/>
                  </a:lnTo>
                  <a:lnTo>
                    <a:pt x="113803" y="26139"/>
                  </a:lnTo>
                  <a:lnTo>
                    <a:pt x="114692" y="25250"/>
                  </a:lnTo>
                  <a:lnTo>
                    <a:pt x="115225" y="24005"/>
                  </a:lnTo>
                  <a:lnTo>
                    <a:pt x="116826" y="23472"/>
                  </a:lnTo>
                  <a:lnTo>
                    <a:pt x="117892" y="22049"/>
                  </a:lnTo>
                  <a:lnTo>
                    <a:pt x="118959" y="20982"/>
                  </a:lnTo>
                  <a:lnTo>
                    <a:pt x="119671" y="19915"/>
                  </a:lnTo>
                  <a:lnTo>
                    <a:pt x="123583" y="16359"/>
                  </a:lnTo>
                  <a:lnTo>
                    <a:pt x="124472" y="14581"/>
                  </a:lnTo>
                  <a:lnTo>
                    <a:pt x="124827" y="11736"/>
                  </a:lnTo>
                  <a:lnTo>
                    <a:pt x="124116" y="9958"/>
                  </a:lnTo>
                  <a:lnTo>
                    <a:pt x="123583" y="9780"/>
                  </a:lnTo>
                  <a:lnTo>
                    <a:pt x="122871" y="7468"/>
                  </a:lnTo>
                  <a:lnTo>
                    <a:pt x="121093" y="6401"/>
                  </a:lnTo>
                  <a:lnTo>
                    <a:pt x="117181" y="6401"/>
                  </a:lnTo>
                  <a:lnTo>
                    <a:pt x="116292" y="7468"/>
                  </a:lnTo>
                  <a:lnTo>
                    <a:pt x="114692" y="7824"/>
                  </a:lnTo>
                  <a:lnTo>
                    <a:pt x="114692" y="6935"/>
                  </a:lnTo>
                  <a:lnTo>
                    <a:pt x="115225" y="5690"/>
                  </a:lnTo>
                  <a:lnTo>
                    <a:pt x="115403" y="5157"/>
                  </a:lnTo>
                  <a:lnTo>
                    <a:pt x="114870" y="4445"/>
                  </a:lnTo>
                  <a:lnTo>
                    <a:pt x="113625" y="4623"/>
                  </a:lnTo>
                  <a:lnTo>
                    <a:pt x="112202" y="3912"/>
                  </a:lnTo>
                  <a:lnTo>
                    <a:pt x="112202" y="3378"/>
                  </a:lnTo>
                  <a:lnTo>
                    <a:pt x="113447" y="1600"/>
                  </a:lnTo>
                  <a:lnTo>
                    <a:pt x="113269" y="1067"/>
                  </a:lnTo>
                  <a:lnTo>
                    <a:pt x="111491" y="178"/>
                  </a:lnTo>
                  <a:lnTo>
                    <a:pt x="11095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1" name="Google Shape;1481;p60"/>
            <p:cNvSpPr/>
            <p:nvPr/>
          </p:nvSpPr>
          <p:spPr>
            <a:xfrm>
              <a:off x="1740650" y="1523850"/>
              <a:ext cx="4475" cy="4475"/>
            </a:xfrm>
            <a:custGeom>
              <a:rect b="b" l="l" r="r" t="t"/>
              <a:pathLst>
                <a:path extrusionOk="0" h="179" w="179">
                  <a:moveTo>
                    <a:pt x="1" y="1"/>
                  </a:moveTo>
                  <a:lnTo>
                    <a:pt x="1" y="179"/>
                  </a:lnTo>
                  <a:lnTo>
                    <a:pt x="179"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2" name="Google Shape;1482;p60"/>
            <p:cNvSpPr/>
            <p:nvPr/>
          </p:nvSpPr>
          <p:spPr>
            <a:xfrm>
              <a:off x="709325" y="2559625"/>
              <a:ext cx="4475" cy="4475"/>
            </a:xfrm>
            <a:custGeom>
              <a:rect b="b" l="l" r="r" t="t"/>
              <a:pathLst>
                <a:path extrusionOk="0" h="179" w="179">
                  <a:moveTo>
                    <a:pt x="0" y="1"/>
                  </a:move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3" name="Google Shape;1483;p60"/>
            <p:cNvSpPr/>
            <p:nvPr/>
          </p:nvSpPr>
          <p:spPr>
            <a:xfrm>
              <a:off x="4256750" y="4533375"/>
              <a:ext cx="4475" cy="4475"/>
            </a:xfrm>
            <a:custGeom>
              <a:rect b="b" l="l" r="r" t="t"/>
              <a:pathLst>
                <a:path extrusionOk="0" h="179" w="179">
                  <a:moveTo>
                    <a:pt x="0" y="1"/>
                  </a:move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4" name="Google Shape;1484;p60"/>
            <p:cNvSpPr/>
            <p:nvPr/>
          </p:nvSpPr>
          <p:spPr>
            <a:xfrm>
              <a:off x="793775" y="2484075"/>
              <a:ext cx="4475" cy="4450"/>
            </a:xfrm>
            <a:custGeom>
              <a:rect b="b" l="l" r="r" t="t"/>
              <a:pathLst>
                <a:path extrusionOk="0" h="178" w="179">
                  <a:moveTo>
                    <a:pt x="1" y="0"/>
                  </a:moveTo>
                  <a:lnTo>
                    <a:pt x="179" y="178"/>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5" name="Google Shape;1485;p60"/>
            <p:cNvSpPr/>
            <p:nvPr/>
          </p:nvSpPr>
          <p:spPr>
            <a:xfrm>
              <a:off x="1762875" y="1510525"/>
              <a:ext cx="4475" cy="4475"/>
            </a:xfrm>
            <a:custGeom>
              <a:rect b="b" l="l" r="r" t="t"/>
              <a:pathLst>
                <a:path extrusionOk="0" h="179" w="179">
                  <a:moveTo>
                    <a:pt x="1" y="0"/>
                  </a:moveTo>
                  <a:lnTo>
                    <a:pt x="179" y="178"/>
                  </a:lnTo>
                  <a:lnTo>
                    <a:pt x="179"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6" name="Google Shape;1486;p60"/>
            <p:cNvSpPr/>
            <p:nvPr/>
          </p:nvSpPr>
          <p:spPr>
            <a:xfrm>
              <a:off x="4083375" y="710350"/>
              <a:ext cx="4475" cy="4475"/>
            </a:xfrm>
            <a:custGeom>
              <a:rect b="b" l="l" r="r" t="t"/>
              <a:pathLst>
                <a:path extrusionOk="0" h="179" w="179">
                  <a:moveTo>
                    <a:pt x="1" y="1"/>
                  </a:moveTo>
                  <a:lnTo>
                    <a:pt x="1"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7" name="Google Shape;1487;p60"/>
            <p:cNvSpPr/>
            <p:nvPr/>
          </p:nvSpPr>
          <p:spPr>
            <a:xfrm>
              <a:off x="4287875" y="772600"/>
              <a:ext cx="4475" cy="8900"/>
            </a:xfrm>
            <a:custGeom>
              <a:rect b="b" l="l" r="r" t="t"/>
              <a:pathLst>
                <a:path extrusionOk="0" h="356" w="179">
                  <a:moveTo>
                    <a:pt x="178" y="0"/>
                  </a:moveTo>
                  <a:lnTo>
                    <a:pt x="0" y="178"/>
                  </a:lnTo>
                  <a:lnTo>
                    <a:pt x="178" y="356"/>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8" name="Google Shape;1488;p60"/>
            <p:cNvSpPr/>
            <p:nvPr/>
          </p:nvSpPr>
          <p:spPr>
            <a:xfrm>
              <a:off x="3883325" y="1141550"/>
              <a:ext cx="8925" cy="8925"/>
            </a:xfrm>
            <a:custGeom>
              <a:rect b="b" l="l" r="r" t="t"/>
              <a:pathLst>
                <a:path extrusionOk="0" h="357" w="357">
                  <a:moveTo>
                    <a:pt x="179" y="1"/>
                  </a:moveTo>
                  <a:lnTo>
                    <a:pt x="1" y="179"/>
                  </a:lnTo>
                  <a:lnTo>
                    <a:pt x="179" y="356"/>
                  </a:lnTo>
                  <a:lnTo>
                    <a:pt x="357" y="179"/>
                  </a:lnTo>
                  <a:lnTo>
                    <a:pt x="35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89" name="Google Shape;1489;p60"/>
            <p:cNvSpPr/>
            <p:nvPr/>
          </p:nvSpPr>
          <p:spPr>
            <a:xfrm>
              <a:off x="4759075" y="670350"/>
              <a:ext cx="8925" cy="17800"/>
            </a:xfrm>
            <a:custGeom>
              <a:rect b="b" l="l" r="r" t="t"/>
              <a:pathLst>
                <a:path extrusionOk="0" h="712" w="357">
                  <a:moveTo>
                    <a:pt x="1" y="0"/>
                  </a:moveTo>
                  <a:lnTo>
                    <a:pt x="1" y="712"/>
                  </a:lnTo>
                  <a:lnTo>
                    <a:pt x="356" y="356"/>
                  </a:lnTo>
                  <a:lnTo>
                    <a:pt x="356" y="178"/>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0" name="Google Shape;1490;p60"/>
            <p:cNvSpPr/>
            <p:nvPr/>
          </p:nvSpPr>
          <p:spPr>
            <a:xfrm>
              <a:off x="3918900" y="1159350"/>
              <a:ext cx="4475" cy="4450"/>
            </a:xfrm>
            <a:custGeom>
              <a:rect b="b" l="l" r="r" t="t"/>
              <a:pathLst>
                <a:path extrusionOk="0" h="178" w="179">
                  <a:moveTo>
                    <a:pt x="178" y="0"/>
                  </a:moveTo>
                  <a:lnTo>
                    <a:pt x="0" y="178"/>
                  </a:lnTo>
                  <a:lnTo>
                    <a:pt x="178" y="0"/>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1" name="Google Shape;1491;p60"/>
            <p:cNvSpPr/>
            <p:nvPr/>
          </p:nvSpPr>
          <p:spPr>
            <a:xfrm>
              <a:off x="3834425" y="950400"/>
              <a:ext cx="13375" cy="40050"/>
            </a:xfrm>
            <a:custGeom>
              <a:rect b="b" l="l" r="r" t="t"/>
              <a:pathLst>
                <a:path extrusionOk="0" h="1602" w="535">
                  <a:moveTo>
                    <a:pt x="179" y="1"/>
                  </a:moveTo>
                  <a:lnTo>
                    <a:pt x="179" y="890"/>
                  </a:lnTo>
                  <a:lnTo>
                    <a:pt x="1" y="890"/>
                  </a:lnTo>
                  <a:lnTo>
                    <a:pt x="179" y="1601"/>
                  </a:lnTo>
                  <a:lnTo>
                    <a:pt x="179" y="1423"/>
                  </a:lnTo>
                  <a:lnTo>
                    <a:pt x="357" y="1423"/>
                  </a:lnTo>
                  <a:lnTo>
                    <a:pt x="179" y="1068"/>
                  </a:lnTo>
                  <a:lnTo>
                    <a:pt x="534" y="890"/>
                  </a:lnTo>
                  <a:lnTo>
                    <a:pt x="357" y="179"/>
                  </a:lnTo>
                  <a:lnTo>
                    <a:pt x="35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2" name="Google Shape;1492;p60"/>
            <p:cNvSpPr/>
            <p:nvPr/>
          </p:nvSpPr>
          <p:spPr>
            <a:xfrm>
              <a:off x="1300550" y="2039525"/>
              <a:ext cx="4475" cy="8925"/>
            </a:xfrm>
            <a:custGeom>
              <a:rect b="b" l="l" r="r" t="t"/>
              <a:pathLst>
                <a:path extrusionOk="0" h="357" w="179">
                  <a:moveTo>
                    <a:pt x="1" y="1"/>
                  </a:moveTo>
                  <a:lnTo>
                    <a:pt x="1" y="178"/>
                  </a:lnTo>
                  <a:lnTo>
                    <a:pt x="179" y="356"/>
                  </a:lnTo>
                  <a:lnTo>
                    <a:pt x="179" y="178"/>
                  </a:lnTo>
                  <a:lnTo>
                    <a:pt x="1"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3" name="Google Shape;1493;p60"/>
            <p:cNvSpPr/>
            <p:nvPr/>
          </p:nvSpPr>
          <p:spPr>
            <a:xfrm>
              <a:off x="3825550" y="972625"/>
              <a:ext cx="4475" cy="4475"/>
            </a:xfrm>
            <a:custGeom>
              <a:rect b="b" l="l" r="r" t="t"/>
              <a:pathLst>
                <a:path extrusionOk="0" h="179" w="179">
                  <a:moveTo>
                    <a:pt x="0" y="1"/>
                  </a:move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4" name="Google Shape;1494;p60"/>
            <p:cNvSpPr/>
            <p:nvPr/>
          </p:nvSpPr>
          <p:spPr>
            <a:xfrm>
              <a:off x="3847775" y="634775"/>
              <a:ext cx="4475" cy="8925"/>
            </a:xfrm>
            <a:custGeom>
              <a:rect b="b" l="l" r="r" t="t"/>
              <a:pathLst>
                <a:path extrusionOk="0" h="357" w="179">
                  <a:moveTo>
                    <a:pt x="178" y="1"/>
                  </a:moveTo>
                  <a:lnTo>
                    <a:pt x="0" y="179"/>
                  </a:lnTo>
                  <a:lnTo>
                    <a:pt x="178" y="357"/>
                  </a:ln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5" name="Google Shape;1495;p60"/>
            <p:cNvSpPr/>
            <p:nvPr/>
          </p:nvSpPr>
          <p:spPr>
            <a:xfrm>
              <a:off x="3856675" y="1141550"/>
              <a:ext cx="8900" cy="8925"/>
            </a:xfrm>
            <a:custGeom>
              <a:rect b="b" l="l" r="r" t="t"/>
              <a:pathLst>
                <a:path extrusionOk="0" h="357" w="356">
                  <a:moveTo>
                    <a:pt x="356" y="1"/>
                  </a:moveTo>
                  <a:lnTo>
                    <a:pt x="0" y="179"/>
                  </a:lnTo>
                  <a:lnTo>
                    <a:pt x="178" y="356"/>
                  </a:lnTo>
                  <a:lnTo>
                    <a:pt x="356" y="179"/>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6" name="Google Shape;1496;p60"/>
            <p:cNvSpPr/>
            <p:nvPr/>
          </p:nvSpPr>
          <p:spPr>
            <a:xfrm>
              <a:off x="255900" y="3835450"/>
              <a:ext cx="573475" cy="600150"/>
            </a:xfrm>
            <a:custGeom>
              <a:rect b="b" l="l" r="r" t="t"/>
              <a:pathLst>
                <a:path extrusionOk="0" h="24006" w="22939">
                  <a:moveTo>
                    <a:pt x="16715" y="1"/>
                  </a:moveTo>
                  <a:lnTo>
                    <a:pt x="16182" y="179"/>
                  </a:lnTo>
                  <a:lnTo>
                    <a:pt x="15470" y="1957"/>
                  </a:lnTo>
                  <a:lnTo>
                    <a:pt x="14937" y="3202"/>
                  </a:lnTo>
                  <a:lnTo>
                    <a:pt x="14581" y="3379"/>
                  </a:lnTo>
                  <a:lnTo>
                    <a:pt x="13870" y="3913"/>
                  </a:lnTo>
                  <a:lnTo>
                    <a:pt x="12270" y="4802"/>
                  </a:lnTo>
                  <a:lnTo>
                    <a:pt x="11914" y="5335"/>
                  </a:lnTo>
                  <a:lnTo>
                    <a:pt x="11380" y="5869"/>
                  </a:lnTo>
                  <a:lnTo>
                    <a:pt x="11203" y="6402"/>
                  </a:lnTo>
                  <a:lnTo>
                    <a:pt x="10669" y="7291"/>
                  </a:lnTo>
                  <a:lnTo>
                    <a:pt x="10491" y="7825"/>
                  </a:lnTo>
                  <a:lnTo>
                    <a:pt x="10491" y="8892"/>
                  </a:lnTo>
                  <a:lnTo>
                    <a:pt x="10847" y="9247"/>
                  </a:lnTo>
                  <a:lnTo>
                    <a:pt x="10669" y="9781"/>
                  </a:lnTo>
                  <a:lnTo>
                    <a:pt x="10491" y="10314"/>
                  </a:lnTo>
                  <a:lnTo>
                    <a:pt x="9958" y="11203"/>
                  </a:lnTo>
                  <a:lnTo>
                    <a:pt x="9425" y="11737"/>
                  </a:lnTo>
                  <a:lnTo>
                    <a:pt x="8713" y="12270"/>
                  </a:lnTo>
                  <a:lnTo>
                    <a:pt x="8002" y="12981"/>
                  </a:lnTo>
                  <a:lnTo>
                    <a:pt x="7113" y="13337"/>
                  </a:lnTo>
                  <a:lnTo>
                    <a:pt x="6046" y="13515"/>
                  </a:lnTo>
                  <a:lnTo>
                    <a:pt x="5690" y="14048"/>
                  </a:lnTo>
                  <a:lnTo>
                    <a:pt x="4979" y="15471"/>
                  </a:lnTo>
                  <a:lnTo>
                    <a:pt x="4623" y="15826"/>
                  </a:lnTo>
                  <a:lnTo>
                    <a:pt x="4268" y="16004"/>
                  </a:lnTo>
                  <a:lnTo>
                    <a:pt x="3734" y="16360"/>
                  </a:lnTo>
                  <a:lnTo>
                    <a:pt x="3734" y="16715"/>
                  </a:lnTo>
                  <a:lnTo>
                    <a:pt x="3201" y="17782"/>
                  </a:lnTo>
                  <a:lnTo>
                    <a:pt x="3201" y="18849"/>
                  </a:lnTo>
                  <a:lnTo>
                    <a:pt x="1956" y="20094"/>
                  </a:lnTo>
                  <a:lnTo>
                    <a:pt x="1956" y="20272"/>
                  </a:lnTo>
                  <a:lnTo>
                    <a:pt x="1778" y="20450"/>
                  </a:lnTo>
                  <a:lnTo>
                    <a:pt x="1423" y="21161"/>
                  </a:lnTo>
                  <a:lnTo>
                    <a:pt x="1245" y="21339"/>
                  </a:lnTo>
                  <a:lnTo>
                    <a:pt x="1245" y="21516"/>
                  </a:lnTo>
                  <a:lnTo>
                    <a:pt x="1067" y="21694"/>
                  </a:lnTo>
                  <a:lnTo>
                    <a:pt x="889" y="22583"/>
                  </a:lnTo>
                  <a:lnTo>
                    <a:pt x="534" y="22583"/>
                  </a:lnTo>
                  <a:lnTo>
                    <a:pt x="356" y="22761"/>
                  </a:lnTo>
                  <a:lnTo>
                    <a:pt x="178" y="23295"/>
                  </a:lnTo>
                  <a:lnTo>
                    <a:pt x="0" y="24006"/>
                  </a:lnTo>
                  <a:lnTo>
                    <a:pt x="1423" y="24006"/>
                  </a:lnTo>
                  <a:lnTo>
                    <a:pt x="5690" y="23828"/>
                  </a:lnTo>
                  <a:lnTo>
                    <a:pt x="5513" y="22406"/>
                  </a:lnTo>
                  <a:lnTo>
                    <a:pt x="5513" y="21516"/>
                  </a:lnTo>
                  <a:lnTo>
                    <a:pt x="5690" y="21339"/>
                  </a:lnTo>
                  <a:lnTo>
                    <a:pt x="6224" y="20983"/>
                  </a:lnTo>
                  <a:lnTo>
                    <a:pt x="7113" y="20627"/>
                  </a:lnTo>
                  <a:lnTo>
                    <a:pt x="7113" y="16538"/>
                  </a:lnTo>
                  <a:lnTo>
                    <a:pt x="11914" y="16538"/>
                  </a:lnTo>
                  <a:lnTo>
                    <a:pt x="11914" y="14582"/>
                  </a:lnTo>
                  <a:lnTo>
                    <a:pt x="11914" y="14404"/>
                  </a:lnTo>
                  <a:lnTo>
                    <a:pt x="11914" y="13870"/>
                  </a:lnTo>
                  <a:lnTo>
                    <a:pt x="12092" y="12092"/>
                  </a:lnTo>
                  <a:lnTo>
                    <a:pt x="13514" y="11025"/>
                  </a:lnTo>
                  <a:lnTo>
                    <a:pt x="13870" y="11025"/>
                  </a:lnTo>
                  <a:lnTo>
                    <a:pt x="14403" y="10848"/>
                  </a:lnTo>
                  <a:lnTo>
                    <a:pt x="14759" y="10848"/>
                  </a:lnTo>
                  <a:lnTo>
                    <a:pt x="15470" y="10670"/>
                  </a:lnTo>
                  <a:lnTo>
                    <a:pt x="16359" y="10670"/>
                  </a:lnTo>
                  <a:lnTo>
                    <a:pt x="16359" y="10848"/>
                  </a:lnTo>
                  <a:lnTo>
                    <a:pt x="16537" y="10848"/>
                  </a:lnTo>
                  <a:lnTo>
                    <a:pt x="16893" y="10136"/>
                  </a:lnTo>
                  <a:lnTo>
                    <a:pt x="17426" y="9781"/>
                  </a:lnTo>
                  <a:lnTo>
                    <a:pt x="17782" y="9425"/>
                  </a:lnTo>
                  <a:lnTo>
                    <a:pt x="18315" y="9069"/>
                  </a:lnTo>
                  <a:lnTo>
                    <a:pt x="19204" y="8892"/>
                  </a:lnTo>
                  <a:lnTo>
                    <a:pt x="19382" y="8536"/>
                  </a:lnTo>
                  <a:lnTo>
                    <a:pt x="19027" y="7825"/>
                  </a:lnTo>
                  <a:lnTo>
                    <a:pt x="19204" y="7647"/>
                  </a:lnTo>
                  <a:lnTo>
                    <a:pt x="19204" y="7291"/>
                  </a:lnTo>
                  <a:lnTo>
                    <a:pt x="19738" y="7113"/>
                  </a:lnTo>
                  <a:lnTo>
                    <a:pt x="20449" y="6936"/>
                  </a:lnTo>
                  <a:lnTo>
                    <a:pt x="20271" y="6580"/>
                  </a:lnTo>
                  <a:lnTo>
                    <a:pt x="20449" y="6402"/>
                  </a:lnTo>
                  <a:lnTo>
                    <a:pt x="22761" y="6402"/>
                  </a:lnTo>
                  <a:lnTo>
                    <a:pt x="22761" y="6047"/>
                  </a:lnTo>
                  <a:lnTo>
                    <a:pt x="22939" y="5869"/>
                  </a:lnTo>
                  <a:lnTo>
                    <a:pt x="22583" y="5513"/>
                  </a:lnTo>
                  <a:lnTo>
                    <a:pt x="22405" y="4980"/>
                  </a:lnTo>
                  <a:lnTo>
                    <a:pt x="22049" y="4624"/>
                  </a:lnTo>
                  <a:lnTo>
                    <a:pt x="22227" y="4091"/>
                  </a:lnTo>
                  <a:lnTo>
                    <a:pt x="22049" y="3913"/>
                  </a:lnTo>
                  <a:lnTo>
                    <a:pt x="22049" y="2490"/>
                  </a:lnTo>
                  <a:lnTo>
                    <a:pt x="21872" y="2312"/>
                  </a:lnTo>
                  <a:lnTo>
                    <a:pt x="22049" y="1957"/>
                  </a:lnTo>
                  <a:lnTo>
                    <a:pt x="21516" y="1601"/>
                  </a:lnTo>
                  <a:lnTo>
                    <a:pt x="21338" y="1423"/>
                  </a:lnTo>
                  <a:lnTo>
                    <a:pt x="20449" y="1423"/>
                  </a:lnTo>
                  <a:lnTo>
                    <a:pt x="20271" y="1068"/>
                  </a:lnTo>
                  <a:lnTo>
                    <a:pt x="20093" y="1068"/>
                  </a:lnTo>
                  <a:lnTo>
                    <a:pt x="20093" y="1246"/>
                  </a:lnTo>
                  <a:lnTo>
                    <a:pt x="19382" y="1246"/>
                  </a:lnTo>
                  <a:lnTo>
                    <a:pt x="19204" y="1068"/>
                  </a:lnTo>
                  <a:lnTo>
                    <a:pt x="19204" y="1246"/>
                  </a:lnTo>
                  <a:lnTo>
                    <a:pt x="17604" y="1246"/>
                  </a:lnTo>
                  <a:lnTo>
                    <a:pt x="17604" y="1068"/>
                  </a:lnTo>
                  <a:lnTo>
                    <a:pt x="17426" y="1068"/>
                  </a:lnTo>
                  <a:lnTo>
                    <a:pt x="17071" y="712"/>
                  </a:lnTo>
                  <a:lnTo>
                    <a:pt x="16893" y="890"/>
                  </a:lnTo>
                  <a:lnTo>
                    <a:pt x="16893" y="356"/>
                  </a:lnTo>
                  <a:lnTo>
                    <a:pt x="16715" y="356"/>
                  </a:lnTo>
                  <a:lnTo>
                    <a:pt x="16715" y="1"/>
                  </a:lnTo>
                  <a:close/>
                </a:path>
              </a:pathLst>
            </a:custGeom>
            <a:solidFill>
              <a:schemeClr val="lt2"/>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7" name="Google Shape;1497;p60"/>
            <p:cNvSpPr/>
            <p:nvPr/>
          </p:nvSpPr>
          <p:spPr>
            <a:xfrm>
              <a:off x="811575" y="2444050"/>
              <a:ext cx="26700" cy="40050"/>
            </a:xfrm>
            <a:custGeom>
              <a:rect b="b" l="l" r="r" t="t"/>
              <a:pathLst>
                <a:path extrusionOk="0" h="1602" w="1068">
                  <a:moveTo>
                    <a:pt x="1067" y="1"/>
                  </a:moveTo>
                  <a:lnTo>
                    <a:pt x="889" y="179"/>
                  </a:lnTo>
                  <a:lnTo>
                    <a:pt x="712" y="712"/>
                  </a:lnTo>
                  <a:lnTo>
                    <a:pt x="889" y="356"/>
                  </a:lnTo>
                  <a:lnTo>
                    <a:pt x="1067" y="179"/>
                  </a:lnTo>
                  <a:lnTo>
                    <a:pt x="1067" y="1"/>
                  </a:lnTo>
                  <a:close/>
                  <a:moveTo>
                    <a:pt x="712" y="712"/>
                  </a:moveTo>
                  <a:lnTo>
                    <a:pt x="0" y="1245"/>
                  </a:lnTo>
                  <a:lnTo>
                    <a:pt x="356" y="1423"/>
                  </a:lnTo>
                  <a:lnTo>
                    <a:pt x="534" y="1423"/>
                  </a:lnTo>
                  <a:lnTo>
                    <a:pt x="534" y="1601"/>
                  </a:lnTo>
                  <a:lnTo>
                    <a:pt x="712" y="1068"/>
                  </a:lnTo>
                  <a:lnTo>
                    <a:pt x="712" y="712"/>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8" name="Google Shape;1498;p60"/>
            <p:cNvSpPr/>
            <p:nvPr/>
          </p:nvSpPr>
          <p:spPr>
            <a:xfrm>
              <a:off x="500400" y="2817475"/>
              <a:ext cx="151150" cy="226725"/>
            </a:xfrm>
            <a:custGeom>
              <a:rect b="b" l="l" r="r" t="t"/>
              <a:pathLst>
                <a:path extrusionOk="0" h="9069" w="6046">
                  <a:moveTo>
                    <a:pt x="4268" y="0"/>
                  </a:moveTo>
                  <a:lnTo>
                    <a:pt x="4090" y="178"/>
                  </a:lnTo>
                  <a:lnTo>
                    <a:pt x="4090" y="652"/>
                  </a:lnTo>
                  <a:lnTo>
                    <a:pt x="4090" y="652"/>
                  </a:lnTo>
                  <a:lnTo>
                    <a:pt x="4268" y="356"/>
                  </a:lnTo>
                  <a:lnTo>
                    <a:pt x="4446" y="178"/>
                  </a:lnTo>
                  <a:lnTo>
                    <a:pt x="4268" y="0"/>
                  </a:lnTo>
                  <a:close/>
                  <a:moveTo>
                    <a:pt x="4090" y="652"/>
                  </a:moveTo>
                  <a:lnTo>
                    <a:pt x="4068" y="689"/>
                  </a:lnTo>
                  <a:lnTo>
                    <a:pt x="4068" y="689"/>
                  </a:lnTo>
                  <a:lnTo>
                    <a:pt x="4090" y="711"/>
                  </a:lnTo>
                  <a:lnTo>
                    <a:pt x="4090" y="652"/>
                  </a:lnTo>
                  <a:close/>
                  <a:moveTo>
                    <a:pt x="3556" y="178"/>
                  </a:moveTo>
                  <a:lnTo>
                    <a:pt x="3023" y="356"/>
                  </a:lnTo>
                  <a:lnTo>
                    <a:pt x="2667" y="534"/>
                  </a:lnTo>
                  <a:lnTo>
                    <a:pt x="2667" y="711"/>
                  </a:lnTo>
                  <a:lnTo>
                    <a:pt x="2667" y="1067"/>
                  </a:lnTo>
                  <a:lnTo>
                    <a:pt x="2312" y="1245"/>
                  </a:lnTo>
                  <a:lnTo>
                    <a:pt x="2490" y="1423"/>
                  </a:lnTo>
                  <a:lnTo>
                    <a:pt x="2845" y="1601"/>
                  </a:lnTo>
                  <a:lnTo>
                    <a:pt x="3023" y="1956"/>
                  </a:lnTo>
                  <a:lnTo>
                    <a:pt x="3201" y="1778"/>
                  </a:lnTo>
                  <a:lnTo>
                    <a:pt x="3556" y="1601"/>
                  </a:lnTo>
                  <a:lnTo>
                    <a:pt x="3379" y="1245"/>
                  </a:lnTo>
                  <a:lnTo>
                    <a:pt x="3734" y="1245"/>
                  </a:lnTo>
                  <a:lnTo>
                    <a:pt x="4068" y="689"/>
                  </a:lnTo>
                  <a:lnTo>
                    <a:pt x="4068" y="689"/>
                  </a:lnTo>
                  <a:lnTo>
                    <a:pt x="3556" y="178"/>
                  </a:lnTo>
                  <a:close/>
                  <a:moveTo>
                    <a:pt x="3023" y="1956"/>
                  </a:moveTo>
                  <a:lnTo>
                    <a:pt x="2490" y="2312"/>
                  </a:lnTo>
                  <a:lnTo>
                    <a:pt x="2312" y="2490"/>
                  </a:lnTo>
                  <a:lnTo>
                    <a:pt x="1956" y="2490"/>
                  </a:lnTo>
                  <a:lnTo>
                    <a:pt x="1778" y="2845"/>
                  </a:lnTo>
                  <a:lnTo>
                    <a:pt x="1245" y="2490"/>
                  </a:lnTo>
                  <a:lnTo>
                    <a:pt x="534" y="2490"/>
                  </a:lnTo>
                  <a:lnTo>
                    <a:pt x="711" y="3201"/>
                  </a:lnTo>
                  <a:lnTo>
                    <a:pt x="356" y="3201"/>
                  </a:lnTo>
                  <a:lnTo>
                    <a:pt x="534" y="3379"/>
                  </a:lnTo>
                  <a:lnTo>
                    <a:pt x="1245" y="3379"/>
                  </a:lnTo>
                  <a:lnTo>
                    <a:pt x="534" y="3734"/>
                  </a:lnTo>
                  <a:lnTo>
                    <a:pt x="534" y="4090"/>
                  </a:lnTo>
                  <a:lnTo>
                    <a:pt x="178" y="4268"/>
                  </a:lnTo>
                  <a:lnTo>
                    <a:pt x="356" y="4446"/>
                  </a:lnTo>
                  <a:lnTo>
                    <a:pt x="711" y="4446"/>
                  </a:lnTo>
                  <a:lnTo>
                    <a:pt x="711" y="4623"/>
                  </a:lnTo>
                  <a:lnTo>
                    <a:pt x="889" y="4801"/>
                  </a:lnTo>
                  <a:lnTo>
                    <a:pt x="1778" y="4801"/>
                  </a:lnTo>
                  <a:lnTo>
                    <a:pt x="1956" y="4979"/>
                  </a:lnTo>
                  <a:lnTo>
                    <a:pt x="1956" y="5335"/>
                  </a:lnTo>
                  <a:lnTo>
                    <a:pt x="1423" y="5512"/>
                  </a:lnTo>
                  <a:lnTo>
                    <a:pt x="889" y="6224"/>
                  </a:lnTo>
                  <a:lnTo>
                    <a:pt x="1600" y="6757"/>
                  </a:lnTo>
                  <a:lnTo>
                    <a:pt x="1067" y="6757"/>
                  </a:lnTo>
                  <a:lnTo>
                    <a:pt x="711" y="6935"/>
                  </a:lnTo>
                  <a:lnTo>
                    <a:pt x="534" y="7468"/>
                  </a:lnTo>
                  <a:lnTo>
                    <a:pt x="0" y="7468"/>
                  </a:lnTo>
                  <a:lnTo>
                    <a:pt x="356" y="7646"/>
                  </a:lnTo>
                  <a:lnTo>
                    <a:pt x="0" y="8180"/>
                  </a:lnTo>
                  <a:lnTo>
                    <a:pt x="356" y="8357"/>
                  </a:lnTo>
                  <a:lnTo>
                    <a:pt x="356" y="8713"/>
                  </a:lnTo>
                  <a:lnTo>
                    <a:pt x="889" y="8535"/>
                  </a:lnTo>
                  <a:lnTo>
                    <a:pt x="1067" y="8891"/>
                  </a:lnTo>
                  <a:lnTo>
                    <a:pt x="1423" y="9069"/>
                  </a:lnTo>
                  <a:lnTo>
                    <a:pt x="2134" y="8713"/>
                  </a:lnTo>
                  <a:lnTo>
                    <a:pt x="3379" y="8002"/>
                  </a:lnTo>
                  <a:lnTo>
                    <a:pt x="3734" y="7824"/>
                  </a:lnTo>
                  <a:lnTo>
                    <a:pt x="3734" y="7646"/>
                  </a:lnTo>
                  <a:lnTo>
                    <a:pt x="4268" y="7468"/>
                  </a:lnTo>
                  <a:lnTo>
                    <a:pt x="4623" y="7468"/>
                  </a:lnTo>
                  <a:lnTo>
                    <a:pt x="4623" y="7291"/>
                  </a:lnTo>
                  <a:lnTo>
                    <a:pt x="5512" y="7468"/>
                  </a:lnTo>
                  <a:lnTo>
                    <a:pt x="5512" y="6935"/>
                  </a:lnTo>
                  <a:lnTo>
                    <a:pt x="5690" y="6757"/>
                  </a:lnTo>
                  <a:lnTo>
                    <a:pt x="5868" y="6046"/>
                  </a:lnTo>
                  <a:lnTo>
                    <a:pt x="6046" y="5512"/>
                  </a:lnTo>
                  <a:lnTo>
                    <a:pt x="5868" y="4979"/>
                  </a:lnTo>
                  <a:lnTo>
                    <a:pt x="5868" y="4268"/>
                  </a:lnTo>
                  <a:lnTo>
                    <a:pt x="5690" y="4090"/>
                  </a:lnTo>
                  <a:lnTo>
                    <a:pt x="5690" y="3556"/>
                  </a:lnTo>
                  <a:lnTo>
                    <a:pt x="5512" y="3201"/>
                  </a:lnTo>
                  <a:lnTo>
                    <a:pt x="5868" y="3023"/>
                  </a:lnTo>
                  <a:lnTo>
                    <a:pt x="5157" y="3023"/>
                  </a:lnTo>
                  <a:lnTo>
                    <a:pt x="5157" y="2845"/>
                  </a:lnTo>
                  <a:lnTo>
                    <a:pt x="4979" y="2667"/>
                  </a:lnTo>
                  <a:lnTo>
                    <a:pt x="4801" y="2312"/>
                  </a:lnTo>
                  <a:lnTo>
                    <a:pt x="4623" y="2134"/>
                  </a:lnTo>
                  <a:lnTo>
                    <a:pt x="4446" y="2312"/>
                  </a:lnTo>
                  <a:lnTo>
                    <a:pt x="4623" y="2667"/>
                  </a:lnTo>
                  <a:lnTo>
                    <a:pt x="4268" y="2845"/>
                  </a:lnTo>
                  <a:lnTo>
                    <a:pt x="3734" y="2845"/>
                  </a:lnTo>
                  <a:lnTo>
                    <a:pt x="3379" y="2667"/>
                  </a:lnTo>
                  <a:lnTo>
                    <a:pt x="3023" y="1956"/>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499" name="Google Shape;1499;p60"/>
            <p:cNvSpPr/>
            <p:nvPr/>
          </p:nvSpPr>
          <p:spPr>
            <a:xfrm>
              <a:off x="633750" y="2595200"/>
              <a:ext cx="297875" cy="533475"/>
            </a:xfrm>
            <a:custGeom>
              <a:rect b="b" l="l" r="r" t="t"/>
              <a:pathLst>
                <a:path extrusionOk="0" h="21339" w="11915">
                  <a:moveTo>
                    <a:pt x="4979" y="0"/>
                  </a:moveTo>
                  <a:lnTo>
                    <a:pt x="3379" y="178"/>
                  </a:lnTo>
                  <a:lnTo>
                    <a:pt x="2312" y="178"/>
                  </a:lnTo>
                  <a:lnTo>
                    <a:pt x="2134" y="889"/>
                  </a:lnTo>
                  <a:lnTo>
                    <a:pt x="1957" y="1067"/>
                  </a:lnTo>
                  <a:lnTo>
                    <a:pt x="1957" y="1423"/>
                  </a:lnTo>
                  <a:lnTo>
                    <a:pt x="1779" y="1601"/>
                  </a:lnTo>
                  <a:lnTo>
                    <a:pt x="1957" y="1956"/>
                  </a:lnTo>
                  <a:lnTo>
                    <a:pt x="1245" y="2312"/>
                  </a:lnTo>
                  <a:lnTo>
                    <a:pt x="1245" y="2845"/>
                  </a:lnTo>
                  <a:lnTo>
                    <a:pt x="1068" y="3023"/>
                  </a:lnTo>
                  <a:lnTo>
                    <a:pt x="1245" y="3201"/>
                  </a:lnTo>
                  <a:lnTo>
                    <a:pt x="2134" y="3201"/>
                  </a:lnTo>
                  <a:lnTo>
                    <a:pt x="890" y="3557"/>
                  </a:lnTo>
                  <a:lnTo>
                    <a:pt x="534" y="3379"/>
                  </a:lnTo>
                  <a:lnTo>
                    <a:pt x="534" y="2845"/>
                  </a:lnTo>
                  <a:lnTo>
                    <a:pt x="356" y="2668"/>
                  </a:lnTo>
                  <a:lnTo>
                    <a:pt x="1" y="3023"/>
                  </a:lnTo>
                  <a:lnTo>
                    <a:pt x="356" y="3735"/>
                  </a:lnTo>
                  <a:lnTo>
                    <a:pt x="712" y="3912"/>
                  </a:lnTo>
                  <a:lnTo>
                    <a:pt x="890" y="4090"/>
                  </a:lnTo>
                  <a:lnTo>
                    <a:pt x="1245" y="4090"/>
                  </a:lnTo>
                  <a:lnTo>
                    <a:pt x="1068" y="4801"/>
                  </a:lnTo>
                  <a:lnTo>
                    <a:pt x="712" y="5157"/>
                  </a:lnTo>
                  <a:lnTo>
                    <a:pt x="534" y="5513"/>
                  </a:lnTo>
                  <a:lnTo>
                    <a:pt x="534" y="6046"/>
                  </a:lnTo>
                  <a:lnTo>
                    <a:pt x="890" y="6046"/>
                  </a:lnTo>
                  <a:lnTo>
                    <a:pt x="1245" y="5513"/>
                  </a:lnTo>
                  <a:lnTo>
                    <a:pt x="1601" y="5513"/>
                  </a:lnTo>
                  <a:lnTo>
                    <a:pt x="1601" y="6224"/>
                  </a:lnTo>
                  <a:lnTo>
                    <a:pt x="1245" y="8536"/>
                  </a:lnTo>
                  <a:lnTo>
                    <a:pt x="1245" y="8536"/>
                  </a:lnTo>
                  <a:lnTo>
                    <a:pt x="1423" y="8358"/>
                  </a:lnTo>
                  <a:lnTo>
                    <a:pt x="1601" y="7824"/>
                  </a:lnTo>
                  <a:lnTo>
                    <a:pt x="1601" y="7291"/>
                  </a:lnTo>
                  <a:lnTo>
                    <a:pt x="2134" y="7291"/>
                  </a:lnTo>
                  <a:lnTo>
                    <a:pt x="2312" y="6757"/>
                  </a:lnTo>
                  <a:lnTo>
                    <a:pt x="2490" y="6402"/>
                  </a:lnTo>
                  <a:lnTo>
                    <a:pt x="2668" y="6580"/>
                  </a:lnTo>
                  <a:lnTo>
                    <a:pt x="2490" y="6935"/>
                  </a:lnTo>
                  <a:lnTo>
                    <a:pt x="2846" y="6935"/>
                  </a:lnTo>
                  <a:lnTo>
                    <a:pt x="3023" y="7113"/>
                  </a:lnTo>
                  <a:lnTo>
                    <a:pt x="3201" y="7113"/>
                  </a:lnTo>
                  <a:lnTo>
                    <a:pt x="3201" y="7291"/>
                  </a:lnTo>
                  <a:lnTo>
                    <a:pt x="2846" y="7291"/>
                  </a:lnTo>
                  <a:lnTo>
                    <a:pt x="2490" y="7113"/>
                  </a:lnTo>
                  <a:lnTo>
                    <a:pt x="2490" y="7646"/>
                  </a:lnTo>
                  <a:lnTo>
                    <a:pt x="2846" y="8002"/>
                  </a:lnTo>
                  <a:lnTo>
                    <a:pt x="2846" y="8358"/>
                  </a:lnTo>
                  <a:lnTo>
                    <a:pt x="2490" y="8891"/>
                  </a:lnTo>
                  <a:lnTo>
                    <a:pt x="2490" y="9069"/>
                  </a:lnTo>
                  <a:lnTo>
                    <a:pt x="2312" y="9247"/>
                  </a:lnTo>
                  <a:lnTo>
                    <a:pt x="2312" y="9602"/>
                  </a:lnTo>
                  <a:lnTo>
                    <a:pt x="2134" y="9602"/>
                  </a:lnTo>
                  <a:lnTo>
                    <a:pt x="2312" y="10136"/>
                  </a:lnTo>
                  <a:lnTo>
                    <a:pt x="2490" y="9780"/>
                  </a:lnTo>
                  <a:lnTo>
                    <a:pt x="3023" y="10136"/>
                  </a:lnTo>
                  <a:lnTo>
                    <a:pt x="3023" y="9780"/>
                  </a:lnTo>
                  <a:lnTo>
                    <a:pt x="3735" y="9958"/>
                  </a:lnTo>
                  <a:lnTo>
                    <a:pt x="4268" y="9602"/>
                  </a:lnTo>
                  <a:lnTo>
                    <a:pt x="5335" y="9425"/>
                  </a:lnTo>
                  <a:lnTo>
                    <a:pt x="5335" y="9425"/>
                  </a:lnTo>
                  <a:lnTo>
                    <a:pt x="4979" y="9780"/>
                  </a:lnTo>
                  <a:lnTo>
                    <a:pt x="4802" y="9780"/>
                  </a:lnTo>
                  <a:lnTo>
                    <a:pt x="4802" y="9958"/>
                  </a:lnTo>
                  <a:lnTo>
                    <a:pt x="4268" y="10669"/>
                  </a:lnTo>
                  <a:lnTo>
                    <a:pt x="4802" y="11381"/>
                  </a:lnTo>
                  <a:lnTo>
                    <a:pt x="4979" y="11736"/>
                  </a:lnTo>
                  <a:lnTo>
                    <a:pt x="5513" y="11558"/>
                  </a:lnTo>
                  <a:lnTo>
                    <a:pt x="5157" y="12447"/>
                  </a:lnTo>
                  <a:lnTo>
                    <a:pt x="5869" y="12803"/>
                  </a:lnTo>
                  <a:lnTo>
                    <a:pt x="5335" y="12803"/>
                  </a:lnTo>
                  <a:lnTo>
                    <a:pt x="5157" y="13159"/>
                  </a:lnTo>
                  <a:lnTo>
                    <a:pt x="5157" y="13337"/>
                  </a:lnTo>
                  <a:lnTo>
                    <a:pt x="5335" y="13514"/>
                  </a:lnTo>
                  <a:lnTo>
                    <a:pt x="5691" y="13514"/>
                  </a:lnTo>
                  <a:lnTo>
                    <a:pt x="5335" y="13870"/>
                  </a:lnTo>
                  <a:lnTo>
                    <a:pt x="5513" y="14048"/>
                  </a:lnTo>
                  <a:lnTo>
                    <a:pt x="5513" y="14048"/>
                  </a:lnTo>
                  <a:lnTo>
                    <a:pt x="4624" y="13692"/>
                  </a:lnTo>
                  <a:lnTo>
                    <a:pt x="4090" y="13692"/>
                  </a:lnTo>
                  <a:lnTo>
                    <a:pt x="3735" y="13870"/>
                  </a:lnTo>
                  <a:lnTo>
                    <a:pt x="3557" y="14048"/>
                  </a:lnTo>
                  <a:lnTo>
                    <a:pt x="3023" y="14759"/>
                  </a:lnTo>
                  <a:lnTo>
                    <a:pt x="3557" y="14581"/>
                  </a:lnTo>
                  <a:lnTo>
                    <a:pt x="3735" y="14937"/>
                  </a:lnTo>
                  <a:lnTo>
                    <a:pt x="3735" y="15293"/>
                  </a:lnTo>
                  <a:lnTo>
                    <a:pt x="3913" y="15470"/>
                  </a:lnTo>
                  <a:lnTo>
                    <a:pt x="3379" y="16359"/>
                  </a:lnTo>
                  <a:lnTo>
                    <a:pt x="1957" y="17071"/>
                  </a:lnTo>
                  <a:lnTo>
                    <a:pt x="2134" y="17071"/>
                  </a:lnTo>
                  <a:lnTo>
                    <a:pt x="2134" y="17426"/>
                  </a:lnTo>
                  <a:lnTo>
                    <a:pt x="2312" y="17604"/>
                  </a:lnTo>
                  <a:lnTo>
                    <a:pt x="2846" y="17426"/>
                  </a:lnTo>
                  <a:lnTo>
                    <a:pt x="4090" y="17426"/>
                  </a:lnTo>
                  <a:lnTo>
                    <a:pt x="3379" y="17782"/>
                  </a:lnTo>
                  <a:lnTo>
                    <a:pt x="3913" y="17604"/>
                  </a:lnTo>
                  <a:lnTo>
                    <a:pt x="4268" y="17960"/>
                  </a:lnTo>
                  <a:lnTo>
                    <a:pt x="4624" y="18138"/>
                  </a:lnTo>
                  <a:lnTo>
                    <a:pt x="4802" y="18138"/>
                  </a:lnTo>
                  <a:lnTo>
                    <a:pt x="4979" y="17960"/>
                  </a:lnTo>
                  <a:lnTo>
                    <a:pt x="5513" y="17604"/>
                  </a:lnTo>
                  <a:lnTo>
                    <a:pt x="5691" y="17604"/>
                  </a:lnTo>
                  <a:lnTo>
                    <a:pt x="5691" y="17426"/>
                  </a:lnTo>
                  <a:lnTo>
                    <a:pt x="5869" y="17426"/>
                  </a:lnTo>
                  <a:lnTo>
                    <a:pt x="5869" y="17782"/>
                  </a:lnTo>
                  <a:lnTo>
                    <a:pt x="5691" y="17960"/>
                  </a:lnTo>
                  <a:lnTo>
                    <a:pt x="5691" y="18138"/>
                  </a:lnTo>
                  <a:lnTo>
                    <a:pt x="5513" y="18138"/>
                  </a:lnTo>
                  <a:lnTo>
                    <a:pt x="5157" y="18849"/>
                  </a:lnTo>
                  <a:lnTo>
                    <a:pt x="4268" y="18671"/>
                  </a:lnTo>
                  <a:lnTo>
                    <a:pt x="3557" y="18849"/>
                  </a:lnTo>
                  <a:lnTo>
                    <a:pt x="3379" y="19204"/>
                  </a:lnTo>
                  <a:lnTo>
                    <a:pt x="3023" y="19204"/>
                  </a:lnTo>
                  <a:lnTo>
                    <a:pt x="3023" y="19382"/>
                  </a:lnTo>
                  <a:lnTo>
                    <a:pt x="2846" y="19916"/>
                  </a:lnTo>
                  <a:lnTo>
                    <a:pt x="2668" y="20094"/>
                  </a:lnTo>
                  <a:lnTo>
                    <a:pt x="2312" y="20271"/>
                  </a:lnTo>
                  <a:lnTo>
                    <a:pt x="2312" y="20449"/>
                  </a:lnTo>
                  <a:lnTo>
                    <a:pt x="1957" y="20983"/>
                  </a:lnTo>
                  <a:lnTo>
                    <a:pt x="1423" y="21160"/>
                  </a:lnTo>
                  <a:lnTo>
                    <a:pt x="1779" y="21160"/>
                  </a:lnTo>
                  <a:lnTo>
                    <a:pt x="2134" y="21338"/>
                  </a:lnTo>
                  <a:lnTo>
                    <a:pt x="2134" y="20983"/>
                  </a:lnTo>
                  <a:lnTo>
                    <a:pt x="2490" y="20805"/>
                  </a:lnTo>
                  <a:lnTo>
                    <a:pt x="2490" y="20627"/>
                  </a:lnTo>
                  <a:lnTo>
                    <a:pt x="3201" y="20449"/>
                  </a:lnTo>
                  <a:lnTo>
                    <a:pt x="3557" y="20094"/>
                  </a:lnTo>
                  <a:lnTo>
                    <a:pt x="3557" y="20627"/>
                  </a:lnTo>
                  <a:lnTo>
                    <a:pt x="3913" y="20627"/>
                  </a:lnTo>
                  <a:lnTo>
                    <a:pt x="4090" y="20805"/>
                  </a:lnTo>
                  <a:lnTo>
                    <a:pt x="4268" y="20449"/>
                  </a:lnTo>
                  <a:lnTo>
                    <a:pt x="4268" y="20094"/>
                  </a:lnTo>
                  <a:lnTo>
                    <a:pt x="4624" y="19916"/>
                  </a:lnTo>
                  <a:lnTo>
                    <a:pt x="5335" y="19738"/>
                  </a:lnTo>
                  <a:lnTo>
                    <a:pt x="5869" y="19916"/>
                  </a:lnTo>
                  <a:lnTo>
                    <a:pt x="6402" y="19916"/>
                  </a:lnTo>
                  <a:lnTo>
                    <a:pt x="6224" y="19738"/>
                  </a:lnTo>
                  <a:lnTo>
                    <a:pt x="6935" y="19738"/>
                  </a:lnTo>
                  <a:lnTo>
                    <a:pt x="7469" y="19560"/>
                  </a:lnTo>
                  <a:lnTo>
                    <a:pt x="7113" y="18849"/>
                  </a:lnTo>
                  <a:lnTo>
                    <a:pt x="7825" y="19560"/>
                  </a:lnTo>
                  <a:lnTo>
                    <a:pt x="8002" y="19204"/>
                  </a:lnTo>
                  <a:lnTo>
                    <a:pt x="8002" y="19027"/>
                  </a:lnTo>
                  <a:lnTo>
                    <a:pt x="8180" y="19382"/>
                  </a:lnTo>
                  <a:lnTo>
                    <a:pt x="8358" y="19738"/>
                  </a:lnTo>
                  <a:lnTo>
                    <a:pt x="9247" y="19382"/>
                  </a:lnTo>
                  <a:lnTo>
                    <a:pt x="9603" y="19560"/>
                  </a:lnTo>
                  <a:lnTo>
                    <a:pt x="9780" y="19560"/>
                  </a:lnTo>
                  <a:lnTo>
                    <a:pt x="10847" y="19204"/>
                  </a:lnTo>
                  <a:lnTo>
                    <a:pt x="10847" y="19027"/>
                  </a:lnTo>
                  <a:lnTo>
                    <a:pt x="11025" y="18849"/>
                  </a:lnTo>
                  <a:lnTo>
                    <a:pt x="11381" y="18671"/>
                  </a:lnTo>
                  <a:lnTo>
                    <a:pt x="11381" y="18493"/>
                  </a:lnTo>
                  <a:lnTo>
                    <a:pt x="11203" y="18315"/>
                  </a:lnTo>
                  <a:lnTo>
                    <a:pt x="11025" y="18493"/>
                  </a:lnTo>
                  <a:lnTo>
                    <a:pt x="10670" y="18315"/>
                  </a:lnTo>
                  <a:lnTo>
                    <a:pt x="10314" y="18315"/>
                  </a:lnTo>
                  <a:lnTo>
                    <a:pt x="10314" y="18138"/>
                  </a:lnTo>
                  <a:lnTo>
                    <a:pt x="9247" y="18138"/>
                  </a:lnTo>
                  <a:lnTo>
                    <a:pt x="9247" y="17960"/>
                  </a:lnTo>
                  <a:lnTo>
                    <a:pt x="9425" y="17960"/>
                  </a:lnTo>
                  <a:lnTo>
                    <a:pt x="9780" y="17604"/>
                  </a:lnTo>
                  <a:lnTo>
                    <a:pt x="9780" y="17960"/>
                  </a:lnTo>
                  <a:lnTo>
                    <a:pt x="9958" y="17960"/>
                  </a:lnTo>
                  <a:lnTo>
                    <a:pt x="10136" y="17782"/>
                  </a:lnTo>
                  <a:lnTo>
                    <a:pt x="10492" y="17782"/>
                  </a:lnTo>
                  <a:lnTo>
                    <a:pt x="10492" y="17604"/>
                  </a:lnTo>
                  <a:lnTo>
                    <a:pt x="10670" y="17604"/>
                  </a:lnTo>
                  <a:lnTo>
                    <a:pt x="10670" y="17248"/>
                  </a:lnTo>
                  <a:lnTo>
                    <a:pt x="11025" y="17248"/>
                  </a:lnTo>
                  <a:lnTo>
                    <a:pt x="11203" y="17071"/>
                  </a:lnTo>
                  <a:lnTo>
                    <a:pt x="11203" y="16893"/>
                  </a:lnTo>
                  <a:lnTo>
                    <a:pt x="11381" y="16893"/>
                  </a:lnTo>
                  <a:lnTo>
                    <a:pt x="11736" y="16537"/>
                  </a:lnTo>
                  <a:lnTo>
                    <a:pt x="11914" y="15470"/>
                  </a:lnTo>
                  <a:lnTo>
                    <a:pt x="11914" y="15115"/>
                  </a:lnTo>
                  <a:lnTo>
                    <a:pt x="11381" y="14759"/>
                  </a:lnTo>
                  <a:lnTo>
                    <a:pt x="11025" y="14581"/>
                  </a:lnTo>
                  <a:lnTo>
                    <a:pt x="10492" y="14581"/>
                  </a:lnTo>
                  <a:lnTo>
                    <a:pt x="10136" y="14937"/>
                  </a:lnTo>
                  <a:lnTo>
                    <a:pt x="9780" y="14937"/>
                  </a:lnTo>
                  <a:lnTo>
                    <a:pt x="9603" y="14759"/>
                  </a:lnTo>
                  <a:lnTo>
                    <a:pt x="9780" y="14226"/>
                  </a:lnTo>
                  <a:lnTo>
                    <a:pt x="9958" y="14048"/>
                  </a:lnTo>
                  <a:lnTo>
                    <a:pt x="9958" y="13870"/>
                  </a:lnTo>
                  <a:lnTo>
                    <a:pt x="9780" y="13692"/>
                  </a:lnTo>
                  <a:lnTo>
                    <a:pt x="9603" y="13337"/>
                  </a:lnTo>
                  <a:lnTo>
                    <a:pt x="9425" y="13337"/>
                  </a:lnTo>
                  <a:lnTo>
                    <a:pt x="8891" y="12803"/>
                  </a:lnTo>
                  <a:lnTo>
                    <a:pt x="8536" y="12803"/>
                  </a:lnTo>
                  <a:lnTo>
                    <a:pt x="8536" y="12625"/>
                  </a:lnTo>
                  <a:lnTo>
                    <a:pt x="9247" y="12625"/>
                  </a:lnTo>
                  <a:lnTo>
                    <a:pt x="9425" y="12803"/>
                  </a:lnTo>
                  <a:lnTo>
                    <a:pt x="9603" y="12803"/>
                  </a:lnTo>
                  <a:lnTo>
                    <a:pt x="9425" y="12625"/>
                  </a:lnTo>
                  <a:lnTo>
                    <a:pt x="9069" y="12270"/>
                  </a:lnTo>
                  <a:lnTo>
                    <a:pt x="9069" y="11736"/>
                  </a:lnTo>
                  <a:lnTo>
                    <a:pt x="8536" y="11025"/>
                  </a:lnTo>
                  <a:lnTo>
                    <a:pt x="8180" y="10669"/>
                  </a:lnTo>
                  <a:lnTo>
                    <a:pt x="8002" y="10492"/>
                  </a:lnTo>
                  <a:lnTo>
                    <a:pt x="8002" y="10669"/>
                  </a:lnTo>
                  <a:lnTo>
                    <a:pt x="7469" y="10669"/>
                  </a:lnTo>
                  <a:lnTo>
                    <a:pt x="7647" y="10492"/>
                  </a:lnTo>
                  <a:lnTo>
                    <a:pt x="7647" y="10314"/>
                  </a:lnTo>
                  <a:lnTo>
                    <a:pt x="7469" y="9780"/>
                  </a:lnTo>
                  <a:lnTo>
                    <a:pt x="7291" y="9425"/>
                  </a:lnTo>
                  <a:lnTo>
                    <a:pt x="7113" y="8180"/>
                  </a:lnTo>
                  <a:lnTo>
                    <a:pt x="6046" y="7113"/>
                  </a:lnTo>
                  <a:lnTo>
                    <a:pt x="5691" y="7113"/>
                  </a:lnTo>
                  <a:lnTo>
                    <a:pt x="5513" y="6935"/>
                  </a:lnTo>
                  <a:lnTo>
                    <a:pt x="5157" y="7113"/>
                  </a:lnTo>
                  <a:lnTo>
                    <a:pt x="4268" y="7113"/>
                  </a:lnTo>
                  <a:lnTo>
                    <a:pt x="3735" y="6402"/>
                  </a:lnTo>
                  <a:lnTo>
                    <a:pt x="4446" y="6757"/>
                  </a:lnTo>
                  <a:lnTo>
                    <a:pt x="5513" y="6224"/>
                  </a:lnTo>
                  <a:lnTo>
                    <a:pt x="5335" y="5868"/>
                  </a:lnTo>
                  <a:lnTo>
                    <a:pt x="4446" y="6402"/>
                  </a:lnTo>
                  <a:lnTo>
                    <a:pt x="4802" y="5690"/>
                  </a:lnTo>
                  <a:lnTo>
                    <a:pt x="5157" y="5690"/>
                  </a:lnTo>
                  <a:lnTo>
                    <a:pt x="5691" y="5513"/>
                  </a:lnTo>
                  <a:lnTo>
                    <a:pt x="5869" y="4979"/>
                  </a:lnTo>
                  <a:lnTo>
                    <a:pt x="6224" y="4446"/>
                  </a:lnTo>
                  <a:lnTo>
                    <a:pt x="6758" y="2845"/>
                  </a:lnTo>
                  <a:lnTo>
                    <a:pt x="6758" y="2668"/>
                  </a:lnTo>
                  <a:lnTo>
                    <a:pt x="6402" y="2490"/>
                  </a:lnTo>
                  <a:lnTo>
                    <a:pt x="4624" y="2490"/>
                  </a:lnTo>
                  <a:lnTo>
                    <a:pt x="3735" y="2845"/>
                  </a:lnTo>
                  <a:lnTo>
                    <a:pt x="3557" y="3201"/>
                  </a:lnTo>
                  <a:lnTo>
                    <a:pt x="2668" y="2845"/>
                  </a:lnTo>
                  <a:lnTo>
                    <a:pt x="3379" y="2845"/>
                  </a:lnTo>
                  <a:lnTo>
                    <a:pt x="3379" y="2668"/>
                  </a:lnTo>
                  <a:lnTo>
                    <a:pt x="3735" y="2312"/>
                  </a:lnTo>
                  <a:lnTo>
                    <a:pt x="3557" y="2134"/>
                  </a:lnTo>
                  <a:lnTo>
                    <a:pt x="3735" y="1601"/>
                  </a:lnTo>
                  <a:lnTo>
                    <a:pt x="4979" y="356"/>
                  </a:lnTo>
                  <a:lnTo>
                    <a:pt x="49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0" name="Google Shape;1500;p60"/>
            <p:cNvSpPr/>
            <p:nvPr/>
          </p:nvSpPr>
          <p:spPr>
            <a:xfrm>
              <a:off x="816025" y="2457400"/>
              <a:ext cx="4450" cy="8900"/>
            </a:xfrm>
            <a:custGeom>
              <a:rect b="b" l="l" r="r" t="t"/>
              <a:pathLst>
                <a:path extrusionOk="0" h="356" w="178">
                  <a:moveTo>
                    <a:pt x="178" y="0"/>
                  </a:moveTo>
                  <a:lnTo>
                    <a:pt x="0" y="178"/>
                  </a:lnTo>
                  <a:lnTo>
                    <a:pt x="178" y="356"/>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1" name="Google Shape;1501;p60"/>
            <p:cNvSpPr/>
            <p:nvPr/>
          </p:nvSpPr>
          <p:spPr>
            <a:xfrm>
              <a:off x="758225" y="4822325"/>
              <a:ext cx="151175" cy="226750"/>
            </a:xfrm>
            <a:custGeom>
              <a:rect b="b" l="l" r="r" t="t"/>
              <a:pathLst>
                <a:path extrusionOk="0" h="9070" w="6047">
                  <a:moveTo>
                    <a:pt x="4268" y="1"/>
                  </a:moveTo>
                  <a:lnTo>
                    <a:pt x="3735" y="356"/>
                  </a:lnTo>
                  <a:lnTo>
                    <a:pt x="2846" y="179"/>
                  </a:lnTo>
                  <a:lnTo>
                    <a:pt x="534" y="179"/>
                  </a:lnTo>
                  <a:lnTo>
                    <a:pt x="356" y="534"/>
                  </a:lnTo>
                  <a:lnTo>
                    <a:pt x="534" y="1068"/>
                  </a:lnTo>
                  <a:lnTo>
                    <a:pt x="534" y="2135"/>
                  </a:lnTo>
                  <a:lnTo>
                    <a:pt x="712" y="2312"/>
                  </a:lnTo>
                  <a:lnTo>
                    <a:pt x="890" y="2490"/>
                  </a:lnTo>
                  <a:lnTo>
                    <a:pt x="712" y="2490"/>
                  </a:lnTo>
                  <a:lnTo>
                    <a:pt x="712" y="2846"/>
                  </a:lnTo>
                  <a:lnTo>
                    <a:pt x="534" y="2846"/>
                  </a:lnTo>
                  <a:lnTo>
                    <a:pt x="890" y="3202"/>
                  </a:lnTo>
                  <a:lnTo>
                    <a:pt x="890" y="4446"/>
                  </a:lnTo>
                  <a:lnTo>
                    <a:pt x="534" y="4980"/>
                  </a:lnTo>
                  <a:lnTo>
                    <a:pt x="356" y="5691"/>
                  </a:lnTo>
                  <a:lnTo>
                    <a:pt x="0" y="6224"/>
                  </a:lnTo>
                  <a:lnTo>
                    <a:pt x="0" y="6402"/>
                  </a:lnTo>
                  <a:lnTo>
                    <a:pt x="178" y="7647"/>
                  </a:lnTo>
                  <a:lnTo>
                    <a:pt x="534" y="8003"/>
                  </a:lnTo>
                  <a:lnTo>
                    <a:pt x="712" y="8714"/>
                  </a:lnTo>
                  <a:lnTo>
                    <a:pt x="356" y="8714"/>
                  </a:lnTo>
                  <a:lnTo>
                    <a:pt x="890" y="8892"/>
                  </a:lnTo>
                  <a:lnTo>
                    <a:pt x="1245" y="8892"/>
                  </a:lnTo>
                  <a:lnTo>
                    <a:pt x="1601" y="9069"/>
                  </a:lnTo>
                  <a:lnTo>
                    <a:pt x="2134" y="8714"/>
                  </a:lnTo>
                  <a:lnTo>
                    <a:pt x="2846" y="8536"/>
                  </a:lnTo>
                  <a:lnTo>
                    <a:pt x="3201" y="8536"/>
                  </a:lnTo>
                  <a:lnTo>
                    <a:pt x="4624" y="7825"/>
                  </a:lnTo>
                  <a:lnTo>
                    <a:pt x="4801" y="7647"/>
                  </a:lnTo>
                  <a:lnTo>
                    <a:pt x="5691" y="7647"/>
                  </a:lnTo>
                  <a:lnTo>
                    <a:pt x="6046" y="7291"/>
                  </a:lnTo>
                  <a:lnTo>
                    <a:pt x="5691" y="7113"/>
                  </a:lnTo>
                  <a:lnTo>
                    <a:pt x="5513" y="6936"/>
                  </a:lnTo>
                  <a:lnTo>
                    <a:pt x="5157" y="6402"/>
                  </a:lnTo>
                  <a:lnTo>
                    <a:pt x="5335" y="5691"/>
                  </a:lnTo>
                  <a:lnTo>
                    <a:pt x="5157" y="5157"/>
                  </a:lnTo>
                  <a:lnTo>
                    <a:pt x="5335" y="4802"/>
                  </a:lnTo>
                  <a:lnTo>
                    <a:pt x="5335" y="4268"/>
                  </a:lnTo>
                  <a:lnTo>
                    <a:pt x="5513" y="4091"/>
                  </a:lnTo>
                  <a:lnTo>
                    <a:pt x="4979" y="3379"/>
                  </a:lnTo>
                  <a:lnTo>
                    <a:pt x="5157" y="3202"/>
                  </a:lnTo>
                  <a:lnTo>
                    <a:pt x="5157" y="2490"/>
                  </a:lnTo>
                  <a:lnTo>
                    <a:pt x="4624" y="2490"/>
                  </a:lnTo>
                  <a:lnTo>
                    <a:pt x="4979" y="2135"/>
                  </a:lnTo>
                  <a:lnTo>
                    <a:pt x="4979" y="1246"/>
                  </a:lnTo>
                  <a:lnTo>
                    <a:pt x="4801" y="1068"/>
                  </a:lnTo>
                  <a:lnTo>
                    <a:pt x="4268" y="712"/>
                  </a:lnTo>
                  <a:lnTo>
                    <a:pt x="4446" y="179"/>
                  </a:lnTo>
                  <a:lnTo>
                    <a:pt x="426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2" name="Google Shape;1502;p60"/>
            <p:cNvSpPr/>
            <p:nvPr/>
          </p:nvSpPr>
          <p:spPr>
            <a:xfrm>
              <a:off x="455925" y="4920125"/>
              <a:ext cx="146725" cy="146725"/>
            </a:xfrm>
            <a:custGeom>
              <a:rect b="b" l="l" r="r" t="t"/>
              <a:pathLst>
                <a:path extrusionOk="0" h="5869" w="5869">
                  <a:moveTo>
                    <a:pt x="1779" y="1"/>
                  </a:moveTo>
                  <a:lnTo>
                    <a:pt x="1779" y="356"/>
                  </a:lnTo>
                  <a:lnTo>
                    <a:pt x="1424" y="712"/>
                  </a:lnTo>
                  <a:lnTo>
                    <a:pt x="1246" y="1068"/>
                  </a:lnTo>
                  <a:lnTo>
                    <a:pt x="1" y="2312"/>
                  </a:lnTo>
                  <a:lnTo>
                    <a:pt x="357" y="2490"/>
                  </a:lnTo>
                  <a:lnTo>
                    <a:pt x="890" y="2846"/>
                  </a:lnTo>
                  <a:lnTo>
                    <a:pt x="1068" y="3024"/>
                  </a:lnTo>
                  <a:lnTo>
                    <a:pt x="1601" y="3201"/>
                  </a:lnTo>
                  <a:lnTo>
                    <a:pt x="2135" y="3557"/>
                  </a:lnTo>
                  <a:lnTo>
                    <a:pt x="3202" y="4802"/>
                  </a:lnTo>
                  <a:lnTo>
                    <a:pt x="4802" y="5513"/>
                  </a:lnTo>
                  <a:lnTo>
                    <a:pt x="5513" y="5869"/>
                  </a:lnTo>
                  <a:lnTo>
                    <a:pt x="5691" y="5869"/>
                  </a:lnTo>
                  <a:lnTo>
                    <a:pt x="5513" y="5335"/>
                  </a:lnTo>
                  <a:lnTo>
                    <a:pt x="5513" y="4802"/>
                  </a:lnTo>
                  <a:lnTo>
                    <a:pt x="5869" y="4446"/>
                  </a:lnTo>
                  <a:lnTo>
                    <a:pt x="5691" y="3913"/>
                  </a:lnTo>
                  <a:lnTo>
                    <a:pt x="5335" y="3735"/>
                  </a:lnTo>
                  <a:lnTo>
                    <a:pt x="4980" y="3201"/>
                  </a:lnTo>
                  <a:lnTo>
                    <a:pt x="4624" y="3201"/>
                  </a:lnTo>
                  <a:lnTo>
                    <a:pt x="4091" y="2846"/>
                  </a:lnTo>
                  <a:lnTo>
                    <a:pt x="4446" y="2312"/>
                  </a:lnTo>
                  <a:lnTo>
                    <a:pt x="4446" y="1957"/>
                  </a:lnTo>
                  <a:lnTo>
                    <a:pt x="4269" y="1423"/>
                  </a:lnTo>
                  <a:lnTo>
                    <a:pt x="4091" y="1245"/>
                  </a:lnTo>
                  <a:lnTo>
                    <a:pt x="3913" y="1779"/>
                  </a:lnTo>
                  <a:lnTo>
                    <a:pt x="3379" y="1779"/>
                  </a:lnTo>
                  <a:lnTo>
                    <a:pt x="3202" y="1601"/>
                  </a:lnTo>
                  <a:lnTo>
                    <a:pt x="2846" y="1601"/>
                  </a:lnTo>
                  <a:lnTo>
                    <a:pt x="3024" y="1068"/>
                  </a:lnTo>
                  <a:lnTo>
                    <a:pt x="2668" y="179"/>
                  </a:lnTo>
                  <a:lnTo>
                    <a:pt x="231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3" name="Google Shape;1503;p60"/>
            <p:cNvSpPr/>
            <p:nvPr/>
          </p:nvSpPr>
          <p:spPr>
            <a:xfrm>
              <a:off x="264775" y="4724525"/>
              <a:ext cx="102275" cy="17825"/>
            </a:xfrm>
            <a:custGeom>
              <a:rect b="b" l="l" r="r" t="t"/>
              <a:pathLst>
                <a:path extrusionOk="0" h="713" w="4091">
                  <a:moveTo>
                    <a:pt x="2135" y="1"/>
                  </a:moveTo>
                  <a:lnTo>
                    <a:pt x="1957" y="357"/>
                  </a:lnTo>
                  <a:lnTo>
                    <a:pt x="357" y="357"/>
                  </a:lnTo>
                  <a:lnTo>
                    <a:pt x="357" y="534"/>
                  </a:lnTo>
                  <a:lnTo>
                    <a:pt x="179" y="534"/>
                  </a:lnTo>
                  <a:lnTo>
                    <a:pt x="1" y="712"/>
                  </a:lnTo>
                  <a:lnTo>
                    <a:pt x="1246" y="712"/>
                  </a:lnTo>
                  <a:lnTo>
                    <a:pt x="1423" y="534"/>
                  </a:lnTo>
                  <a:lnTo>
                    <a:pt x="1957" y="534"/>
                  </a:lnTo>
                  <a:lnTo>
                    <a:pt x="2135" y="179"/>
                  </a:lnTo>
                  <a:lnTo>
                    <a:pt x="2490" y="179"/>
                  </a:lnTo>
                  <a:lnTo>
                    <a:pt x="2668" y="357"/>
                  </a:lnTo>
                  <a:lnTo>
                    <a:pt x="3557" y="712"/>
                  </a:lnTo>
                  <a:lnTo>
                    <a:pt x="4091" y="534"/>
                  </a:lnTo>
                  <a:lnTo>
                    <a:pt x="3913" y="357"/>
                  </a:lnTo>
                  <a:lnTo>
                    <a:pt x="3379" y="534"/>
                  </a:lnTo>
                  <a:lnTo>
                    <a:pt x="3202" y="179"/>
                  </a:lnTo>
                  <a:lnTo>
                    <a:pt x="2846" y="179"/>
                  </a:lnTo>
                  <a:lnTo>
                    <a:pt x="266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4" name="Google Shape;1504;p60"/>
            <p:cNvSpPr/>
            <p:nvPr/>
          </p:nvSpPr>
          <p:spPr>
            <a:xfrm>
              <a:off x="247000" y="4617850"/>
              <a:ext cx="208950" cy="155600"/>
            </a:xfrm>
            <a:custGeom>
              <a:rect b="b" l="l" r="r" t="t"/>
              <a:pathLst>
                <a:path extrusionOk="0" h="6224" w="8358">
                  <a:moveTo>
                    <a:pt x="3379" y="0"/>
                  </a:moveTo>
                  <a:lnTo>
                    <a:pt x="3024" y="178"/>
                  </a:lnTo>
                  <a:lnTo>
                    <a:pt x="1423" y="178"/>
                  </a:lnTo>
                  <a:lnTo>
                    <a:pt x="1245" y="712"/>
                  </a:lnTo>
                  <a:lnTo>
                    <a:pt x="1245" y="889"/>
                  </a:lnTo>
                  <a:lnTo>
                    <a:pt x="712" y="1956"/>
                  </a:lnTo>
                  <a:lnTo>
                    <a:pt x="178" y="2668"/>
                  </a:lnTo>
                  <a:lnTo>
                    <a:pt x="1" y="2668"/>
                  </a:lnTo>
                  <a:lnTo>
                    <a:pt x="178" y="2845"/>
                  </a:lnTo>
                  <a:lnTo>
                    <a:pt x="890" y="3734"/>
                  </a:lnTo>
                  <a:lnTo>
                    <a:pt x="890" y="4090"/>
                  </a:lnTo>
                  <a:lnTo>
                    <a:pt x="1068" y="4446"/>
                  </a:lnTo>
                  <a:lnTo>
                    <a:pt x="2490" y="4446"/>
                  </a:lnTo>
                  <a:lnTo>
                    <a:pt x="2668" y="4090"/>
                  </a:lnTo>
                  <a:lnTo>
                    <a:pt x="3557" y="4090"/>
                  </a:lnTo>
                  <a:lnTo>
                    <a:pt x="3735" y="4268"/>
                  </a:lnTo>
                  <a:lnTo>
                    <a:pt x="4090" y="4268"/>
                  </a:lnTo>
                  <a:lnTo>
                    <a:pt x="4268" y="4624"/>
                  </a:lnTo>
                  <a:lnTo>
                    <a:pt x="4802" y="4446"/>
                  </a:lnTo>
                  <a:lnTo>
                    <a:pt x="4979" y="4624"/>
                  </a:lnTo>
                  <a:lnTo>
                    <a:pt x="4979" y="4979"/>
                  </a:lnTo>
                  <a:lnTo>
                    <a:pt x="4090" y="5157"/>
                  </a:lnTo>
                  <a:lnTo>
                    <a:pt x="3201" y="4801"/>
                  </a:lnTo>
                  <a:lnTo>
                    <a:pt x="3024" y="4624"/>
                  </a:lnTo>
                  <a:lnTo>
                    <a:pt x="2846" y="4979"/>
                  </a:lnTo>
                  <a:lnTo>
                    <a:pt x="2312" y="4979"/>
                  </a:lnTo>
                  <a:lnTo>
                    <a:pt x="2134" y="5157"/>
                  </a:lnTo>
                  <a:lnTo>
                    <a:pt x="890" y="5157"/>
                  </a:lnTo>
                  <a:lnTo>
                    <a:pt x="890" y="5513"/>
                  </a:lnTo>
                  <a:lnTo>
                    <a:pt x="712" y="6046"/>
                  </a:lnTo>
                  <a:lnTo>
                    <a:pt x="890" y="6224"/>
                  </a:lnTo>
                  <a:lnTo>
                    <a:pt x="1068" y="6224"/>
                  </a:lnTo>
                  <a:lnTo>
                    <a:pt x="1601" y="6046"/>
                  </a:lnTo>
                  <a:lnTo>
                    <a:pt x="2490" y="6046"/>
                  </a:lnTo>
                  <a:lnTo>
                    <a:pt x="3024" y="5690"/>
                  </a:lnTo>
                  <a:lnTo>
                    <a:pt x="5157" y="5690"/>
                  </a:lnTo>
                  <a:lnTo>
                    <a:pt x="6046" y="5868"/>
                  </a:lnTo>
                  <a:lnTo>
                    <a:pt x="6224" y="6046"/>
                  </a:lnTo>
                  <a:lnTo>
                    <a:pt x="6402" y="6046"/>
                  </a:lnTo>
                  <a:lnTo>
                    <a:pt x="7113" y="6224"/>
                  </a:lnTo>
                  <a:lnTo>
                    <a:pt x="8358" y="6224"/>
                  </a:lnTo>
                  <a:lnTo>
                    <a:pt x="8358" y="5335"/>
                  </a:lnTo>
                  <a:lnTo>
                    <a:pt x="8180" y="4979"/>
                  </a:lnTo>
                  <a:lnTo>
                    <a:pt x="8180" y="4801"/>
                  </a:lnTo>
                  <a:lnTo>
                    <a:pt x="7825" y="4979"/>
                  </a:lnTo>
                  <a:lnTo>
                    <a:pt x="7469" y="4446"/>
                  </a:lnTo>
                  <a:lnTo>
                    <a:pt x="7647" y="4090"/>
                  </a:lnTo>
                  <a:lnTo>
                    <a:pt x="7469" y="3912"/>
                  </a:lnTo>
                  <a:lnTo>
                    <a:pt x="7469" y="3557"/>
                  </a:lnTo>
                  <a:lnTo>
                    <a:pt x="7291" y="3379"/>
                  </a:lnTo>
                  <a:lnTo>
                    <a:pt x="7291" y="3023"/>
                  </a:lnTo>
                  <a:lnTo>
                    <a:pt x="7113" y="2845"/>
                  </a:lnTo>
                  <a:lnTo>
                    <a:pt x="6935" y="2668"/>
                  </a:lnTo>
                  <a:lnTo>
                    <a:pt x="6758" y="2490"/>
                  </a:lnTo>
                  <a:lnTo>
                    <a:pt x="6402" y="2312"/>
                  </a:lnTo>
                  <a:lnTo>
                    <a:pt x="6224" y="1956"/>
                  </a:lnTo>
                  <a:lnTo>
                    <a:pt x="6046" y="1778"/>
                  </a:lnTo>
                  <a:lnTo>
                    <a:pt x="5691" y="1601"/>
                  </a:lnTo>
                  <a:lnTo>
                    <a:pt x="5513" y="889"/>
                  </a:lnTo>
                  <a:lnTo>
                    <a:pt x="4802" y="712"/>
                  </a:lnTo>
                  <a:lnTo>
                    <a:pt x="4624" y="356"/>
                  </a:lnTo>
                  <a:lnTo>
                    <a:pt x="409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5" name="Google Shape;1505;p60"/>
            <p:cNvSpPr/>
            <p:nvPr/>
          </p:nvSpPr>
          <p:spPr>
            <a:xfrm>
              <a:off x="607075" y="2324025"/>
              <a:ext cx="17800" cy="22250"/>
            </a:xfrm>
            <a:custGeom>
              <a:rect b="b" l="l" r="r" t="t"/>
              <a:pathLst>
                <a:path extrusionOk="0" h="890" w="712">
                  <a:moveTo>
                    <a:pt x="534" y="1"/>
                  </a:moveTo>
                  <a:lnTo>
                    <a:pt x="356" y="178"/>
                  </a:lnTo>
                  <a:lnTo>
                    <a:pt x="179" y="178"/>
                  </a:lnTo>
                  <a:lnTo>
                    <a:pt x="179" y="534"/>
                  </a:lnTo>
                  <a:lnTo>
                    <a:pt x="1" y="534"/>
                  </a:lnTo>
                  <a:lnTo>
                    <a:pt x="1" y="712"/>
                  </a:lnTo>
                  <a:lnTo>
                    <a:pt x="179" y="712"/>
                  </a:lnTo>
                  <a:lnTo>
                    <a:pt x="534" y="356"/>
                  </a:lnTo>
                  <a:lnTo>
                    <a:pt x="534" y="178"/>
                  </a:lnTo>
                  <a:lnTo>
                    <a:pt x="534" y="1"/>
                  </a:lnTo>
                  <a:close/>
                  <a:moveTo>
                    <a:pt x="534" y="356"/>
                  </a:moveTo>
                  <a:lnTo>
                    <a:pt x="534" y="712"/>
                  </a:lnTo>
                  <a:lnTo>
                    <a:pt x="712" y="890"/>
                  </a:lnTo>
                  <a:lnTo>
                    <a:pt x="712" y="356"/>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6" name="Google Shape;1506;p60"/>
            <p:cNvSpPr/>
            <p:nvPr/>
          </p:nvSpPr>
          <p:spPr>
            <a:xfrm>
              <a:off x="1153875" y="2230675"/>
              <a:ext cx="13350" cy="13350"/>
            </a:xfrm>
            <a:custGeom>
              <a:rect b="b" l="l" r="r" t="t"/>
              <a:pathLst>
                <a:path extrusionOk="0" h="534" w="534">
                  <a:moveTo>
                    <a:pt x="356" y="1"/>
                  </a:moveTo>
                  <a:lnTo>
                    <a:pt x="0" y="178"/>
                  </a:lnTo>
                  <a:lnTo>
                    <a:pt x="356" y="534"/>
                  </a:lnTo>
                  <a:lnTo>
                    <a:pt x="534" y="356"/>
                  </a:lnTo>
                  <a:lnTo>
                    <a:pt x="356"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7" name="Google Shape;1507;p60"/>
            <p:cNvSpPr/>
            <p:nvPr/>
          </p:nvSpPr>
          <p:spPr>
            <a:xfrm>
              <a:off x="1260550" y="2123975"/>
              <a:ext cx="4475" cy="4475"/>
            </a:xfrm>
            <a:custGeom>
              <a:rect b="b" l="l" r="r" t="t"/>
              <a:pathLst>
                <a:path extrusionOk="0" h="179" w="179">
                  <a:moveTo>
                    <a:pt x="1" y="1"/>
                  </a:moveTo>
                  <a:lnTo>
                    <a:pt x="178" y="179"/>
                  </a:lnTo>
                  <a:lnTo>
                    <a:pt x="178"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8" name="Google Shape;1508;p60"/>
            <p:cNvSpPr/>
            <p:nvPr/>
          </p:nvSpPr>
          <p:spPr>
            <a:xfrm>
              <a:off x="1336125" y="1817250"/>
              <a:ext cx="17800" cy="26700"/>
            </a:xfrm>
            <a:custGeom>
              <a:rect b="b" l="l" r="r" t="t"/>
              <a:pathLst>
                <a:path extrusionOk="0" h="1068" w="712">
                  <a:moveTo>
                    <a:pt x="712" y="1"/>
                  </a:moveTo>
                  <a:lnTo>
                    <a:pt x="356" y="356"/>
                  </a:lnTo>
                  <a:lnTo>
                    <a:pt x="1" y="890"/>
                  </a:lnTo>
                  <a:lnTo>
                    <a:pt x="178" y="1068"/>
                  </a:lnTo>
                  <a:lnTo>
                    <a:pt x="712" y="356"/>
                  </a:lnTo>
                  <a:lnTo>
                    <a:pt x="712"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09" name="Google Shape;1509;p60"/>
            <p:cNvSpPr/>
            <p:nvPr/>
          </p:nvSpPr>
          <p:spPr>
            <a:xfrm>
              <a:off x="700425" y="3070850"/>
              <a:ext cx="466800" cy="457900"/>
            </a:xfrm>
            <a:custGeom>
              <a:rect b="b" l="l" r="r" t="t"/>
              <a:pathLst>
                <a:path extrusionOk="0" h="18316" w="18672">
                  <a:moveTo>
                    <a:pt x="10492" y="1"/>
                  </a:moveTo>
                  <a:lnTo>
                    <a:pt x="10314" y="178"/>
                  </a:lnTo>
                  <a:lnTo>
                    <a:pt x="9959" y="178"/>
                  </a:lnTo>
                  <a:lnTo>
                    <a:pt x="9247" y="534"/>
                  </a:lnTo>
                  <a:lnTo>
                    <a:pt x="9247" y="1957"/>
                  </a:lnTo>
                  <a:lnTo>
                    <a:pt x="8892" y="2312"/>
                  </a:lnTo>
                  <a:lnTo>
                    <a:pt x="7291" y="3023"/>
                  </a:lnTo>
                  <a:lnTo>
                    <a:pt x="7113" y="3201"/>
                  </a:lnTo>
                  <a:lnTo>
                    <a:pt x="7113" y="3379"/>
                  </a:lnTo>
                  <a:lnTo>
                    <a:pt x="7291" y="3557"/>
                  </a:lnTo>
                  <a:lnTo>
                    <a:pt x="7469" y="3557"/>
                  </a:lnTo>
                  <a:lnTo>
                    <a:pt x="7469" y="3379"/>
                  </a:lnTo>
                  <a:lnTo>
                    <a:pt x="7647" y="3379"/>
                  </a:lnTo>
                  <a:lnTo>
                    <a:pt x="7647" y="3557"/>
                  </a:lnTo>
                  <a:lnTo>
                    <a:pt x="7825" y="3557"/>
                  </a:lnTo>
                  <a:lnTo>
                    <a:pt x="7825" y="3735"/>
                  </a:lnTo>
                  <a:lnTo>
                    <a:pt x="7291" y="3735"/>
                  </a:lnTo>
                  <a:lnTo>
                    <a:pt x="6580" y="4090"/>
                  </a:lnTo>
                  <a:lnTo>
                    <a:pt x="5513" y="3913"/>
                  </a:lnTo>
                  <a:lnTo>
                    <a:pt x="5158" y="4090"/>
                  </a:lnTo>
                  <a:lnTo>
                    <a:pt x="4980" y="3557"/>
                  </a:lnTo>
                  <a:lnTo>
                    <a:pt x="4802" y="3201"/>
                  </a:lnTo>
                  <a:lnTo>
                    <a:pt x="4268" y="3201"/>
                  </a:lnTo>
                  <a:lnTo>
                    <a:pt x="4268" y="3557"/>
                  </a:lnTo>
                  <a:lnTo>
                    <a:pt x="4624" y="4268"/>
                  </a:lnTo>
                  <a:lnTo>
                    <a:pt x="4624" y="4979"/>
                  </a:lnTo>
                  <a:lnTo>
                    <a:pt x="4802" y="5157"/>
                  </a:lnTo>
                  <a:lnTo>
                    <a:pt x="4624" y="5513"/>
                  </a:lnTo>
                  <a:lnTo>
                    <a:pt x="4091" y="5513"/>
                  </a:lnTo>
                  <a:lnTo>
                    <a:pt x="3913" y="5691"/>
                  </a:lnTo>
                  <a:lnTo>
                    <a:pt x="3379" y="5513"/>
                  </a:lnTo>
                  <a:lnTo>
                    <a:pt x="3202" y="5513"/>
                  </a:lnTo>
                  <a:lnTo>
                    <a:pt x="3202" y="5691"/>
                  </a:lnTo>
                  <a:lnTo>
                    <a:pt x="2846" y="5691"/>
                  </a:lnTo>
                  <a:lnTo>
                    <a:pt x="2135" y="4979"/>
                  </a:lnTo>
                  <a:lnTo>
                    <a:pt x="1779" y="5157"/>
                  </a:lnTo>
                  <a:lnTo>
                    <a:pt x="1601" y="5513"/>
                  </a:lnTo>
                  <a:lnTo>
                    <a:pt x="1068" y="5335"/>
                  </a:lnTo>
                  <a:lnTo>
                    <a:pt x="712" y="5513"/>
                  </a:lnTo>
                  <a:lnTo>
                    <a:pt x="179" y="5691"/>
                  </a:lnTo>
                  <a:lnTo>
                    <a:pt x="1" y="5869"/>
                  </a:lnTo>
                  <a:lnTo>
                    <a:pt x="179" y="5869"/>
                  </a:lnTo>
                  <a:lnTo>
                    <a:pt x="534" y="6046"/>
                  </a:lnTo>
                  <a:lnTo>
                    <a:pt x="534" y="6224"/>
                  </a:lnTo>
                  <a:lnTo>
                    <a:pt x="712" y="6402"/>
                  </a:lnTo>
                  <a:lnTo>
                    <a:pt x="356" y="6758"/>
                  </a:lnTo>
                  <a:lnTo>
                    <a:pt x="712" y="7113"/>
                  </a:lnTo>
                  <a:lnTo>
                    <a:pt x="1779" y="7113"/>
                  </a:lnTo>
                  <a:lnTo>
                    <a:pt x="1957" y="7469"/>
                  </a:lnTo>
                  <a:lnTo>
                    <a:pt x="2846" y="7825"/>
                  </a:lnTo>
                  <a:lnTo>
                    <a:pt x="3557" y="7825"/>
                  </a:lnTo>
                  <a:lnTo>
                    <a:pt x="3202" y="8002"/>
                  </a:lnTo>
                  <a:lnTo>
                    <a:pt x="3379" y="8180"/>
                  </a:lnTo>
                  <a:lnTo>
                    <a:pt x="3735" y="8358"/>
                  </a:lnTo>
                  <a:lnTo>
                    <a:pt x="3735" y="8536"/>
                  </a:lnTo>
                  <a:lnTo>
                    <a:pt x="4091" y="8891"/>
                  </a:lnTo>
                  <a:lnTo>
                    <a:pt x="3913" y="9247"/>
                  </a:lnTo>
                  <a:lnTo>
                    <a:pt x="4268" y="9958"/>
                  </a:lnTo>
                  <a:lnTo>
                    <a:pt x="4980" y="10314"/>
                  </a:lnTo>
                  <a:lnTo>
                    <a:pt x="5335" y="10314"/>
                  </a:lnTo>
                  <a:lnTo>
                    <a:pt x="5158" y="10670"/>
                  </a:lnTo>
                  <a:lnTo>
                    <a:pt x="5335" y="10847"/>
                  </a:lnTo>
                  <a:lnTo>
                    <a:pt x="5335" y="11381"/>
                  </a:lnTo>
                  <a:lnTo>
                    <a:pt x="5158" y="11381"/>
                  </a:lnTo>
                  <a:lnTo>
                    <a:pt x="5158" y="11559"/>
                  </a:lnTo>
                  <a:lnTo>
                    <a:pt x="5691" y="12092"/>
                  </a:lnTo>
                  <a:lnTo>
                    <a:pt x="6047" y="12981"/>
                  </a:lnTo>
                  <a:lnTo>
                    <a:pt x="5335" y="12270"/>
                  </a:lnTo>
                  <a:lnTo>
                    <a:pt x="5158" y="13515"/>
                  </a:lnTo>
                  <a:lnTo>
                    <a:pt x="5335" y="13692"/>
                  </a:lnTo>
                  <a:lnTo>
                    <a:pt x="5158" y="14048"/>
                  </a:lnTo>
                  <a:lnTo>
                    <a:pt x="4980" y="15115"/>
                  </a:lnTo>
                  <a:lnTo>
                    <a:pt x="4624" y="16182"/>
                  </a:lnTo>
                  <a:lnTo>
                    <a:pt x="4268" y="16360"/>
                  </a:lnTo>
                  <a:lnTo>
                    <a:pt x="4446" y="16537"/>
                  </a:lnTo>
                  <a:lnTo>
                    <a:pt x="4980" y="16537"/>
                  </a:lnTo>
                  <a:lnTo>
                    <a:pt x="4980" y="16893"/>
                  </a:lnTo>
                  <a:lnTo>
                    <a:pt x="5335" y="17071"/>
                  </a:lnTo>
                  <a:lnTo>
                    <a:pt x="5869" y="17249"/>
                  </a:lnTo>
                  <a:lnTo>
                    <a:pt x="6047" y="17427"/>
                  </a:lnTo>
                  <a:lnTo>
                    <a:pt x="6402" y="17427"/>
                  </a:lnTo>
                  <a:lnTo>
                    <a:pt x="6936" y="17604"/>
                  </a:lnTo>
                  <a:lnTo>
                    <a:pt x="7647" y="17604"/>
                  </a:lnTo>
                  <a:lnTo>
                    <a:pt x="7647" y="17427"/>
                  </a:lnTo>
                  <a:lnTo>
                    <a:pt x="8180" y="17427"/>
                  </a:lnTo>
                  <a:lnTo>
                    <a:pt x="8892" y="17604"/>
                  </a:lnTo>
                  <a:lnTo>
                    <a:pt x="8892" y="17782"/>
                  </a:lnTo>
                  <a:lnTo>
                    <a:pt x="9247" y="17782"/>
                  </a:lnTo>
                  <a:lnTo>
                    <a:pt x="9425" y="17960"/>
                  </a:lnTo>
                  <a:lnTo>
                    <a:pt x="9425" y="18138"/>
                  </a:lnTo>
                  <a:lnTo>
                    <a:pt x="9603" y="18138"/>
                  </a:lnTo>
                  <a:lnTo>
                    <a:pt x="9781" y="18316"/>
                  </a:lnTo>
                  <a:lnTo>
                    <a:pt x="9959" y="18138"/>
                  </a:lnTo>
                  <a:lnTo>
                    <a:pt x="10314" y="18138"/>
                  </a:lnTo>
                  <a:lnTo>
                    <a:pt x="10314" y="18316"/>
                  </a:lnTo>
                  <a:lnTo>
                    <a:pt x="10670" y="18316"/>
                  </a:lnTo>
                  <a:lnTo>
                    <a:pt x="10848" y="18138"/>
                  </a:lnTo>
                  <a:lnTo>
                    <a:pt x="11203" y="18138"/>
                  </a:lnTo>
                  <a:lnTo>
                    <a:pt x="11203" y="17071"/>
                  </a:lnTo>
                  <a:lnTo>
                    <a:pt x="11381" y="16715"/>
                  </a:lnTo>
                  <a:lnTo>
                    <a:pt x="11915" y="16360"/>
                  </a:lnTo>
                  <a:lnTo>
                    <a:pt x="12092" y="16360"/>
                  </a:lnTo>
                  <a:lnTo>
                    <a:pt x="12448" y="16004"/>
                  </a:lnTo>
                  <a:lnTo>
                    <a:pt x="12981" y="16004"/>
                  </a:lnTo>
                  <a:lnTo>
                    <a:pt x="12981" y="16182"/>
                  </a:lnTo>
                  <a:lnTo>
                    <a:pt x="13515" y="16182"/>
                  </a:lnTo>
                  <a:lnTo>
                    <a:pt x="13693" y="16360"/>
                  </a:lnTo>
                  <a:lnTo>
                    <a:pt x="14048" y="16182"/>
                  </a:lnTo>
                  <a:lnTo>
                    <a:pt x="14226" y="16360"/>
                  </a:lnTo>
                  <a:lnTo>
                    <a:pt x="14582" y="16360"/>
                  </a:lnTo>
                  <a:lnTo>
                    <a:pt x="14760" y="16715"/>
                  </a:lnTo>
                  <a:lnTo>
                    <a:pt x="15115" y="16715"/>
                  </a:lnTo>
                  <a:lnTo>
                    <a:pt x="15293" y="16893"/>
                  </a:lnTo>
                  <a:lnTo>
                    <a:pt x="15826" y="16893"/>
                  </a:lnTo>
                  <a:lnTo>
                    <a:pt x="16360" y="16715"/>
                  </a:lnTo>
                  <a:lnTo>
                    <a:pt x="16538" y="16360"/>
                  </a:lnTo>
                  <a:lnTo>
                    <a:pt x="17071" y="15826"/>
                  </a:lnTo>
                  <a:lnTo>
                    <a:pt x="17427" y="15648"/>
                  </a:lnTo>
                  <a:lnTo>
                    <a:pt x="17605" y="15471"/>
                  </a:lnTo>
                  <a:lnTo>
                    <a:pt x="17605" y="15293"/>
                  </a:lnTo>
                  <a:lnTo>
                    <a:pt x="17960" y="14937"/>
                  </a:lnTo>
                  <a:lnTo>
                    <a:pt x="17427" y="14937"/>
                  </a:lnTo>
                  <a:lnTo>
                    <a:pt x="16893" y="14759"/>
                  </a:lnTo>
                  <a:lnTo>
                    <a:pt x="16716" y="14581"/>
                  </a:lnTo>
                  <a:lnTo>
                    <a:pt x="16716" y="13692"/>
                  </a:lnTo>
                  <a:lnTo>
                    <a:pt x="16893" y="13692"/>
                  </a:lnTo>
                  <a:lnTo>
                    <a:pt x="16893" y="13515"/>
                  </a:lnTo>
                  <a:lnTo>
                    <a:pt x="16538" y="13337"/>
                  </a:lnTo>
                  <a:lnTo>
                    <a:pt x="16360" y="12803"/>
                  </a:lnTo>
                  <a:lnTo>
                    <a:pt x="17071" y="12626"/>
                  </a:lnTo>
                  <a:lnTo>
                    <a:pt x="17071" y="12270"/>
                  </a:lnTo>
                  <a:lnTo>
                    <a:pt x="16893" y="12092"/>
                  </a:lnTo>
                  <a:lnTo>
                    <a:pt x="16893" y="11914"/>
                  </a:lnTo>
                  <a:lnTo>
                    <a:pt x="16538" y="11381"/>
                  </a:lnTo>
                  <a:lnTo>
                    <a:pt x="16893" y="11203"/>
                  </a:lnTo>
                  <a:lnTo>
                    <a:pt x="16538" y="10847"/>
                  </a:lnTo>
                  <a:lnTo>
                    <a:pt x="16538" y="10314"/>
                  </a:lnTo>
                  <a:lnTo>
                    <a:pt x="16360" y="10136"/>
                  </a:lnTo>
                  <a:lnTo>
                    <a:pt x="16004" y="10492"/>
                  </a:lnTo>
                  <a:lnTo>
                    <a:pt x="16004" y="10670"/>
                  </a:lnTo>
                  <a:lnTo>
                    <a:pt x="15115" y="11025"/>
                  </a:lnTo>
                  <a:lnTo>
                    <a:pt x="15649" y="10314"/>
                  </a:lnTo>
                  <a:lnTo>
                    <a:pt x="15471" y="10314"/>
                  </a:lnTo>
                  <a:lnTo>
                    <a:pt x="15649" y="9780"/>
                  </a:lnTo>
                  <a:lnTo>
                    <a:pt x="16004" y="9425"/>
                  </a:lnTo>
                  <a:lnTo>
                    <a:pt x="16004" y="9247"/>
                  </a:lnTo>
                  <a:lnTo>
                    <a:pt x="16716" y="8536"/>
                  </a:lnTo>
                  <a:lnTo>
                    <a:pt x="16893" y="8358"/>
                  </a:lnTo>
                  <a:lnTo>
                    <a:pt x="16716" y="8002"/>
                  </a:lnTo>
                  <a:lnTo>
                    <a:pt x="17249" y="7825"/>
                  </a:lnTo>
                  <a:lnTo>
                    <a:pt x="17427" y="8002"/>
                  </a:lnTo>
                  <a:lnTo>
                    <a:pt x="17605" y="7825"/>
                  </a:lnTo>
                  <a:lnTo>
                    <a:pt x="17605" y="7647"/>
                  </a:lnTo>
                  <a:lnTo>
                    <a:pt x="17605" y="7291"/>
                  </a:lnTo>
                  <a:lnTo>
                    <a:pt x="17782" y="6758"/>
                  </a:lnTo>
                  <a:lnTo>
                    <a:pt x="17782" y="6224"/>
                  </a:lnTo>
                  <a:lnTo>
                    <a:pt x="18138" y="5335"/>
                  </a:lnTo>
                  <a:lnTo>
                    <a:pt x="18316" y="5157"/>
                  </a:lnTo>
                  <a:lnTo>
                    <a:pt x="18672" y="4802"/>
                  </a:lnTo>
                  <a:lnTo>
                    <a:pt x="18494" y="4802"/>
                  </a:lnTo>
                  <a:lnTo>
                    <a:pt x="18138" y="4624"/>
                  </a:lnTo>
                  <a:lnTo>
                    <a:pt x="17782" y="4624"/>
                  </a:lnTo>
                  <a:lnTo>
                    <a:pt x="17605" y="4446"/>
                  </a:lnTo>
                  <a:lnTo>
                    <a:pt x="17071" y="4446"/>
                  </a:lnTo>
                  <a:lnTo>
                    <a:pt x="16893" y="4268"/>
                  </a:lnTo>
                  <a:lnTo>
                    <a:pt x="16538" y="4624"/>
                  </a:lnTo>
                  <a:lnTo>
                    <a:pt x="16538" y="4268"/>
                  </a:lnTo>
                  <a:lnTo>
                    <a:pt x="16182" y="3735"/>
                  </a:lnTo>
                  <a:lnTo>
                    <a:pt x="16004" y="3735"/>
                  </a:lnTo>
                  <a:lnTo>
                    <a:pt x="15293" y="3557"/>
                  </a:lnTo>
                  <a:lnTo>
                    <a:pt x="14582" y="3557"/>
                  </a:lnTo>
                  <a:lnTo>
                    <a:pt x="14582" y="3379"/>
                  </a:lnTo>
                  <a:lnTo>
                    <a:pt x="14226" y="3201"/>
                  </a:lnTo>
                  <a:lnTo>
                    <a:pt x="13870" y="2846"/>
                  </a:lnTo>
                  <a:lnTo>
                    <a:pt x="13693" y="2490"/>
                  </a:lnTo>
                  <a:lnTo>
                    <a:pt x="13337" y="2668"/>
                  </a:lnTo>
                  <a:lnTo>
                    <a:pt x="12804" y="2668"/>
                  </a:lnTo>
                  <a:lnTo>
                    <a:pt x="12804" y="1957"/>
                  </a:lnTo>
                  <a:lnTo>
                    <a:pt x="12626" y="1601"/>
                  </a:lnTo>
                  <a:lnTo>
                    <a:pt x="12092" y="1779"/>
                  </a:lnTo>
                  <a:lnTo>
                    <a:pt x="12092" y="1423"/>
                  </a:lnTo>
                  <a:lnTo>
                    <a:pt x="11915" y="1423"/>
                  </a:lnTo>
                  <a:lnTo>
                    <a:pt x="11559" y="1245"/>
                  </a:lnTo>
                  <a:lnTo>
                    <a:pt x="11381" y="712"/>
                  </a:lnTo>
                  <a:lnTo>
                    <a:pt x="11203" y="712"/>
                  </a:lnTo>
                  <a:lnTo>
                    <a:pt x="11025" y="890"/>
                  </a:lnTo>
                  <a:lnTo>
                    <a:pt x="10492" y="534"/>
                  </a:lnTo>
                  <a:lnTo>
                    <a:pt x="10492"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0" name="Google Shape;1510;p60"/>
            <p:cNvSpPr/>
            <p:nvPr/>
          </p:nvSpPr>
          <p:spPr>
            <a:xfrm>
              <a:off x="1398350" y="1875050"/>
              <a:ext cx="4475" cy="25"/>
            </a:xfrm>
            <a:custGeom>
              <a:rect b="b" l="l" r="r" t="t"/>
              <a:pathLst>
                <a:path extrusionOk="0" h="1" w="179">
                  <a:moveTo>
                    <a:pt x="1" y="0"/>
                  </a:moveTo>
                  <a:lnTo>
                    <a:pt x="179" y="0"/>
                  </a:lnTo>
                  <a:lnTo>
                    <a:pt x="179" y="0"/>
                  </a:lnTo>
                  <a:lnTo>
                    <a:pt x="1"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1" name="Google Shape;1511;p60"/>
            <p:cNvSpPr/>
            <p:nvPr/>
          </p:nvSpPr>
          <p:spPr>
            <a:xfrm>
              <a:off x="1322800" y="1981725"/>
              <a:ext cx="4450" cy="4475"/>
            </a:xfrm>
            <a:custGeom>
              <a:rect b="b" l="l" r="r" t="t"/>
              <a:pathLst>
                <a:path extrusionOk="0" h="179" w="178">
                  <a:moveTo>
                    <a:pt x="0" y="1"/>
                  </a:moveTo>
                  <a:lnTo>
                    <a:pt x="178" y="179"/>
                  </a:lnTo>
                  <a:lnTo>
                    <a:pt x="178"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2" name="Google Shape;1512;p60"/>
            <p:cNvSpPr/>
            <p:nvPr/>
          </p:nvSpPr>
          <p:spPr>
            <a:xfrm>
              <a:off x="1002725" y="2928600"/>
              <a:ext cx="128925" cy="142275"/>
            </a:xfrm>
            <a:custGeom>
              <a:rect b="b" l="l" r="r" t="t"/>
              <a:pathLst>
                <a:path extrusionOk="0" h="5691" w="5157">
                  <a:moveTo>
                    <a:pt x="4446" y="1"/>
                  </a:moveTo>
                  <a:lnTo>
                    <a:pt x="3912" y="178"/>
                  </a:lnTo>
                  <a:lnTo>
                    <a:pt x="3734" y="178"/>
                  </a:lnTo>
                  <a:lnTo>
                    <a:pt x="3201" y="356"/>
                  </a:lnTo>
                  <a:lnTo>
                    <a:pt x="2668" y="712"/>
                  </a:lnTo>
                  <a:lnTo>
                    <a:pt x="2668" y="890"/>
                  </a:lnTo>
                  <a:lnTo>
                    <a:pt x="2312" y="1245"/>
                  </a:lnTo>
                  <a:lnTo>
                    <a:pt x="1601" y="1423"/>
                  </a:lnTo>
                  <a:lnTo>
                    <a:pt x="1601" y="1779"/>
                  </a:lnTo>
                  <a:lnTo>
                    <a:pt x="1423" y="2134"/>
                  </a:lnTo>
                  <a:lnTo>
                    <a:pt x="1423" y="2490"/>
                  </a:lnTo>
                  <a:lnTo>
                    <a:pt x="1245" y="2846"/>
                  </a:lnTo>
                  <a:lnTo>
                    <a:pt x="1245" y="3201"/>
                  </a:lnTo>
                  <a:lnTo>
                    <a:pt x="889" y="3379"/>
                  </a:lnTo>
                  <a:lnTo>
                    <a:pt x="889" y="3557"/>
                  </a:lnTo>
                  <a:lnTo>
                    <a:pt x="534" y="3557"/>
                  </a:lnTo>
                  <a:lnTo>
                    <a:pt x="712" y="3912"/>
                  </a:lnTo>
                  <a:lnTo>
                    <a:pt x="356" y="4090"/>
                  </a:lnTo>
                  <a:lnTo>
                    <a:pt x="356" y="4624"/>
                  </a:lnTo>
                  <a:lnTo>
                    <a:pt x="0" y="4624"/>
                  </a:lnTo>
                  <a:lnTo>
                    <a:pt x="356" y="4802"/>
                  </a:lnTo>
                  <a:lnTo>
                    <a:pt x="1067" y="4802"/>
                  </a:lnTo>
                  <a:lnTo>
                    <a:pt x="1067" y="4624"/>
                  </a:lnTo>
                  <a:lnTo>
                    <a:pt x="1423" y="4802"/>
                  </a:lnTo>
                  <a:lnTo>
                    <a:pt x="1778" y="4446"/>
                  </a:lnTo>
                  <a:lnTo>
                    <a:pt x="1778" y="4802"/>
                  </a:lnTo>
                  <a:lnTo>
                    <a:pt x="2134" y="4624"/>
                  </a:lnTo>
                  <a:lnTo>
                    <a:pt x="2134" y="4802"/>
                  </a:lnTo>
                  <a:lnTo>
                    <a:pt x="2490" y="5157"/>
                  </a:lnTo>
                  <a:lnTo>
                    <a:pt x="2845" y="4979"/>
                  </a:lnTo>
                  <a:lnTo>
                    <a:pt x="2845" y="5157"/>
                  </a:lnTo>
                  <a:lnTo>
                    <a:pt x="3201" y="5335"/>
                  </a:lnTo>
                  <a:lnTo>
                    <a:pt x="3201" y="5691"/>
                  </a:lnTo>
                  <a:lnTo>
                    <a:pt x="3557" y="5335"/>
                  </a:lnTo>
                  <a:lnTo>
                    <a:pt x="3379" y="5157"/>
                  </a:lnTo>
                  <a:lnTo>
                    <a:pt x="3734" y="4802"/>
                  </a:lnTo>
                  <a:lnTo>
                    <a:pt x="3557" y="4624"/>
                  </a:lnTo>
                  <a:lnTo>
                    <a:pt x="3201" y="3912"/>
                  </a:lnTo>
                  <a:lnTo>
                    <a:pt x="3557" y="3557"/>
                  </a:lnTo>
                  <a:lnTo>
                    <a:pt x="4090" y="3735"/>
                  </a:lnTo>
                  <a:lnTo>
                    <a:pt x="4446" y="3557"/>
                  </a:lnTo>
                  <a:lnTo>
                    <a:pt x="4446" y="3201"/>
                  </a:lnTo>
                  <a:lnTo>
                    <a:pt x="4801" y="2846"/>
                  </a:lnTo>
                  <a:lnTo>
                    <a:pt x="4801" y="2490"/>
                  </a:lnTo>
                  <a:lnTo>
                    <a:pt x="4268" y="2490"/>
                  </a:lnTo>
                  <a:lnTo>
                    <a:pt x="4446" y="1957"/>
                  </a:lnTo>
                  <a:lnTo>
                    <a:pt x="4801" y="1957"/>
                  </a:lnTo>
                  <a:lnTo>
                    <a:pt x="4979" y="1423"/>
                  </a:lnTo>
                  <a:lnTo>
                    <a:pt x="4979" y="1067"/>
                  </a:lnTo>
                  <a:lnTo>
                    <a:pt x="5157" y="712"/>
                  </a:lnTo>
                  <a:lnTo>
                    <a:pt x="5157" y="534"/>
                  </a:lnTo>
                  <a:lnTo>
                    <a:pt x="4801" y="534"/>
                  </a:lnTo>
                  <a:lnTo>
                    <a:pt x="4624" y="356"/>
                  </a:lnTo>
                  <a:lnTo>
                    <a:pt x="4624" y="178"/>
                  </a:lnTo>
                  <a:lnTo>
                    <a:pt x="4446"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3" name="Google Shape;1513;p60"/>
            <p:cNvSpPr/>
            <p:nvPr/>
          </p:nvSpPr>
          <p:spPr>
            <a:xfrm>
              <a:off x="1042725" y="2417375"/>
              <a:ext cx="25" cy="25"/>
            </a:xfrm>
            <a:custGeom>
              <a:rect b="b" l="l" r="r" t="t"/>
              <a:pathLst>
                <a:path extrusionOk="0" h="1" w="1">
                  <a:moveTo>
                    <a:pt x="1" y="1"/>
                  </a:moveTo>
                  <a:lnTo>
                    <a:pt x="1" y="1"/>
                  </a:lnTo>
                  <a:lnTo>
                    <a:pt x="1" y="1"/>
                  </a:lnTo>
                  <a:lnTo>
                    <a:pt x="1"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4" name="Google Shape;1514;p60"/>
            <p:cNvSpPr/>
            <p:nvPr/>
          </p:nvSpPr>
          <p:spPr>
            <a:xfrm>
              <a:off x="967150" y="3048625"/>
              <a:ext cx="133400" cy="106725"/>
            </a:xfrm>
            <a:custGeom>
              <a:rect b="b" l="l" r="r" t="t"/>
              <a:pathLst>
                <a:path extrusionOk="0" h="4269" w="5336">
                  <a:moveTo>
                    <a:pt x="2668" y="1"/>
                  </a:moveTo>
                  <a:lnTo>
                    <a:pt x="2668" y="178"/>
                  </a:lnTo>
                  <a:lnTo>
                    <a:pt x="2490" y="178"/>
                  </a:lnTo>
                  <a:lnTo>
                    <a:pt x="2312" y="356"/>
                  </a:lnTo>
                  <a:lnTo>
                    <a:pt x="1957" y="534"/>
                  </a:lnTo>
                  <a:lnTo>
                    <a:pt x="1423" y="534"/>
                  </a:lnTo>
                  <a:lnTo>
                    <a:pt x="1246" y="356"/>
                  </a:lnTo>
                  <a:lnTo>
                    <a:pt x="890" y="534"/>
                  </a:lnTo>
                  <a:lnTo>
                    <a:pt x="890" y="178"/>
                  </a:lnTo>
                  <a:lnTo>
                    <a:pt x="712" y="356"/>
                  </a:lnTo>
                  <a:lnTo>
                    <a:pt x="179" y="712"/>
                  </a:lnTo>
                  <a:lnTo>
                    <a:pt x="1" y="890"/>
                  </a:lnTo>
                  <a:lnTo>
                    <a:pt x="1" y="1245"/>
                  </a:lnTo>
                  <a:lnTo>
                    <a:pt x="356" y="1601"/>
                  </a:lnTo>
                  <a:lnTo>
                    <a:pt x="356" y="1423"/>
                  </a:lnTo>
                  <a:lnTo>
                    <a:pt x="890" y="1423"/>
                  </a:lnTo>
                  <a:lnTo>
                    <a:pt x="890" y="1601"/>
                  </a:lnTo>
                  <a:lnTo>
                    <a:pt x="1068" y="1957"/>
                  </a:lnTo>
                  <a:lnTo>
                    <a:pt x="1423" y="2134"/>
                  </a:lnTo>
                  <a:lnTo>
                    <a:pt x="1601" y="2134"/>
                  </a:lnTo>
                  <a:lnTo>
                    <a:pt x="1601" y="2490"/>
                  </a:lnTo>
                  <a:lnTo>
                    <a:pt x="2135" y="2312"/>
                  </a:lnTo>
                  <a:lnTo>
                    <a:pt x="2312" y="2668"/>
                  </a:lnTo>
                  <a:lnTo>
                    <a:pt x="2312" y="3379"/>
                  </a:lnTo>
                  <a:lnTo>
                    <a:pt x="2490" y="3379"/>
                  </a:lnTo>
                  <a:lnTo>
                    <a:pt x="2846" y="3201"/>
                  </a:lnTo>
                  <a:lnTo>
                    <a:pt x="3201" y="2490"/>
                  </a:lnTo>
                  <a:lnTo>
                    <a:pt x="3201" y="3201"/>
                  </a:lnTo>
                  <a:lnTo>
                    <a:pt x="3379" y="3557"/>
                  </a:lnTo>
                  <a:lnTo>
                    <a:pt x="3735" y="3912"/>
                  </a:lnTo>
                  <a:lnTo>
                    <a:pt x="4091" y="4090"/>
                  </a:lnTo>
                  <a:lnTo>
                    <a:pt x="4091" y="4268"/>
                  </a:lnTo>
                  <a:lnTo>
                    <a:pt x="4446" y="4268"/>
                  </a:lnTo>
                  <a:lnTo>
                    <a:pt x="4624" y="3912"/>
                  </a:lnTo>
                  <a:lnTo>
                    <a:pt x="4446" y="3735"/>
                  </a:lnTo>
                  <a:lnTo>
                    <a:pt x="4624" y="3023"/>
                  </a:lnTo>
                  <a:lnTo>
                    <a:pt x="4802" y="2846"/>
                  </a:lnTo>
                  <a:lnTo>
                    <a:pt x="4980" y="2846"/>
                  </a:lnTo>
                  <a:lnTo>
                    <a:pt x="4980" y="2668"/>
                  </a:lnTo>
                  <a:lnTo>
                    <a:pt x="5335" y="2490"/>
                  </a:lnTo>
                  <a:lnTo>
                    <a:pt x="5157" y="2312"/>
                  </a:lnTo>
                  <a:lnTo>
                    <a:pt x="4980" y="2134"/>
                  </a:lnTo>
                  <a:lnTo>
                    <a:pt x="4980" y="1957"/>
                  </a:lnTo>
                  <a:lnTo>
                    <a:pt x="4802" y="1601"/>
                  </a:lnTo>
                  <a:lnTo>
                    <a:pt x="4268" y="1601"/>
                  </a:lnTo>
                  <a:lnTo>
                    <a:pt x="4268" y="1245"/>
                  </a:lnTo>
                  <a:lnTo>
                    <a:pt x="4446" y="890"/>
                  </a:lnTo>
                  <a:lnTo>
                    <a:pt x="4446" y="712"/>
                  </a:lnTo>
                  <a:lnTo>
                    <a:pt x="4091" y="534"/>
                  </a:lnTo>
                  <a:lnTo>
                    <a:pt x="4091" y="356"/>
                  </a:lnTo>
                  <a:lnTo>
                    <a:pt x="3735" y="534"/>
                  </a:lnTo>
                  <a:lnTo>
                    <a:pt x="3379" y="178"/>
                  </a:lnTo>
                  <a:lnTo>
                    <a:pt x="3379" y="1"/>
                  </a:lnTo>
                  <a:lnTo>
                    <a:pt x="3024" y="178"/>
                  </a:lnTo>
                  <a:lnTo>
                    <a:pt x="2668"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5" name="Google Shape;1515;p60"/>
            <p:cNvSpPr/>
            <p:nvPr/>
          </p:nvSpPr>
          <p:spPr>
            <a:xfrm>
              <a:off x="1038275" y="2417375"/>
              <a:ext cx="25" cy="25"/>
            </a:xfrm>
            <a:custGeom>
              <a:rect b="b" l="l" r="r" t="t"/>
              <a:pathLst>
                <a:path extrusionOk="0" h="1" w="1">
                  <a:moveTo>
                    <a:pt x="1" y="1"/>
                  </a:moveTo>
                  <a:lnTo>
                    <a:pt x="1" y="1"/>
                  </a:lnTo>
                  <a:lnTo>
                    <a:pt x="1" y="1"/>
                  </a:lnTo>
                  <a:lnTo>
                    <a:pt x="1"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6" name="Google Shape;1516;p60"/>
            <p:cNvSpPr/>
            <p:nvPr/>
          </p:nvSpPr>
          <p:spPr>
            <a:xfrm>
              <a:off x="335900" y="4764550"/>
              <a:ext cx="257875" cy="195625"/>
            </a:xfrm>
            <a:custGeom>
              <a:rect b="b" l="l" r="r" t="t"/>
              <a:pathLst>
                <a:path extrusionOk="0" h="7825" w="10315">
                  <a:moveTo>
                    <a:pt x="1601" y="0"/>
                  </a:moveTo>
                  <a:lnTo>
                    <a:pt x="1779" y="178"/>
                  </a:lnTo>
                  <a:lnTo>
                    <a:pt x="1601" y="711"/>
                  </a:lnTo>
                  <a:lnTo>
                    <a:pt x="1423" y="711"/>
                  </a:lnTo>
                  <a:lnTo>
                    <a:pt x="1601" y="889"/>
                  </a:lnTo>
                  <a:lnTo>
                    <a:pt x="1601" y="1423"/>
                  </a:lnTo>
                  <a:lnTo>
                    <a:pt x="890" y="1601"/>
                  </a:lnTo>
                  <a:lnTo>
                    <a:pt x="534" y="1778"/>
                  </a:lnTo>
                  <a:lnTo>
                    <a:pt x="179" y="1778"/>
                  </a:lnTo>
                  <a:lnTo>
                    <a:pt x="1" y="2312"/>
                  </a:lnTo>
                  <a:lnTo>
                    <a:pt x="179" y="2312"/>
                  </a:lnTo>
                  <a:lnTo>
                    <a:pt x="357" y="2490"/>
                  </a:lnTo>
                  <a:lnTo>
                    <a:pt x="179" y="2845"/>
                  </a:lnTo>
                  <a:lnTo>
                    <a:pt x="357" y="3023"/>
                  </a:lnTo>
                  <a:lnTo>
                    <a:pt x="534" y="3201"/>
                  </a:lnTo>
                  <a:lnTo>
                    <a:pt x="534" y="3557"/>
                  </a:lnTo>
                  <a:lnTo>
                    <a:pt x="1068" y="3557"/>
                  </a:lnTo>
                  <a:lnTo>
                    <a:pt x="1779" y="4268"/>
                  </a:lnTo>
                  <a:lnTo>
                    <a:pt x="1779" y="4446"/>
                  </a:lnTo>
                  <a:lnTo>
                    <a:pt x="2135" y="4446"/>
                  </a:lnTo>
                  <a:lnTo>
                    <a:pt x="2135" y="4801"/>
                  </a:lnTo>
                  <a:lnTo>
                    <a:pt x="2313" y="4979"/>
                  </a:lnTo>
                  <a:lnTo>
                    <a:pt x="2313" y="5157"/>
                  </a:lnTo>
                  <a:lnTo>
                    <a:pt x="2490" y="5157"/>
                  </a:lnTo>
                  <a:lnTo>
                    <a:pt x="3024" y="4623"/>
                  </a:lnTo>
                  <a:lnTo>
                    <a:pt x="3202" y="4268"/>
                  </a:lnTo>
                  <a:lnTo>
                    <a:pt x="3202" y="4090"/>
                  </a:lnTo>
                  <a:lnTo>
                    <a:pt x="3735" y="3912"/>
                  </a:lnTo>
                  <a:lnTo>
                    <a:pt x="3913" y="4090"/>
                  </a:lnTo>
                  <a:lnTo>
                    <a:pt x="4446" y="3912"/>
                  </a:lnTo>
                  <a:lnTo>
                    <a:pt x="5335" y="3912"/>
                  </a:lnTo>
                  <a:lnTo>
                    <a:pt x="5513" y="4268"/>
                  </a:lnTo>
                  <a:lnTo>
                    <a:pt x="6047" y="4801"/>
                  </a:lnTo>
                  <a:lnTo>
                    <a:pt x="6047" y="5157"/>
                  </a:lnTo>
                  <a:lnTo>
                    <a:pt x="6225" y="5335"/>
                  </a:lnTo>
                  <a:lnTo>
                    <a:pt x="6225" y="5513"/>
                  </a:lnTo>
                  <a:lnTo>
                    <a:pt x="6402" y="5690"/>
                  </a:lnTo>
                  <a:lnTo>
                    <a:pt x="6047" y="6224"/>
                  </a:lnTo>
                  <a:lnTo>
                    <a:pt x="6225" y="6046"/>
                  </a:lnTo>
                  <a:lnTo>
                    <a:pt x="7291" y="6046"/>
                  </a:lnTo>
                  <a:lnTo>
                    <a:pt x="7647" y="6224"/>
                  </a:lnTo>
                  <a:lnTo>
                    <a:pt x="8003" y="7113"/>
                  </a:lnTo>
                  <a:lnTo>
                    <a:pt x="7825" y="7646"/>
                  </a:lnTo>
                  <a:lnTo>
                    <a:pt x="8180" y="7646"/>
                  </a:lnTo>
                  <a:lnTo>
                    <a:pt x="8358" y="7824"/>
                  </a:lnTo>
                  <a:lnTo>
                    <a:pt x="8536" y="7824"/>
                  </a:lnTo>
                  <a:lnTo>
                    <a:pt x="8714" y="7291"/>
                  </a:lnTo>
                  <a:lnTo>
                    <a:pt x="9070" y="7291"/>
                  </a:lnTo>
                  <a:lnTo>
                    <a:pt x="9247" y="7468"/>
                  </a:lnTo>
                  <a:lnTo>
                    <a:pt x="9425" y="7468"/>
                  </a:lnTo>
                  <a:lnTo>
                    <a:pt x="9603" y="7113"/>
                  </a:lnTo>
                  <a:lnTo>
                    <a:pt x="9603" y="6757"/>
                  </a:lnTo>
                  <a:lnTo>
                    <a:pt x="9781" y="6757"/>
                  </a:lnTo>
                  <a:lnTo>
                    <a:pt x="9425" y="6579"/>
                  </a:lnTo>
                  <a:lnTo>
                    <a:pt x="9425" y="6046"/>
                  </a:lnTo>
                  <a:lnTo>
                    <a:pt x="9959" y="6046"/>
                  </a:lnTo>
                  <a:lnTo>
                    <a:pt x="10314" y="6224"/>
                  </a:lnTo>
                  <a:lnTo>
                    <a:pt x="10314" y="6224"/>
                  </a:lnTo>
                  <a:lnTo>
                    <a:pt x="10136" y="5868"/>
                  </a:lnTo>
                  <a:lnTo>
                    <a:pt x="9781" y="5690"/>
                  </a:lnTo>
                  <a:lnTo>
                    <a:pt x="9781" y="5335"/>
                  </a:lnTo>
                  <a:lnTo>
                    <a:pt x="9959" y="5157"/>
                  </a:lnTo>
                  <a:lnTo>
                    <a:pt x="9959" y="4801"/>
                  </a:lnTo>
                  <a:lnTo>
                    <a:pt x="9603" y="4801"/>
                  </a:lnTo>
                  <a:lnTo>
                    <a:pt x="9603" y="3912"/>
                  </a:lnTo>
                  <a:lnTo>
                    <a:pt x="9781" y="3557"/>
                  </a:lnTo>
                  <a:lnTo>
                    <a:pt x="9425" y="3379"/>
                  </a:lnTo>
                  <a:lnTo>
                    <a:pt x="9425" y="3023"/>
                  </a:lnTo>
                  <a:lnTo>
                    <a:pt x="9247" y="2490"/>
                  </a:lnTo>
                  <a:lnTo>
                    <a:pt x="9070" y="2667"/>
                  </a:lnTo>
                  <a:lnTo>
                    <a:pt x="8714" y="2312"/>
                  </a:lnTo>
                  <a:lnTo>
                    <a:pt x="8892" y="2134"/>
                  </a:lnTo>
                  <a:lnTo>
                    <a:pt x="9247" y="1956"/>
                  </a:lnTo>
                  <a:lnTo>
                    <a:pt x="8714" y="1601"/>
                  </a:lnTo>
                  <a:lnTo>
                    <a:pt x="8536" y="1601"/>
                  </a:lnTo>
                  <a:lnTo>
                    <a:pt x="8536" y="1067"/>
                  </a:lnTo>
                  <a:lnTo>
                    <a:pt x="8180" y="356"/>
                  </a:lnTo>
                  <a:lnTo>
                    <a:pt x="8003" y="356"/>
                  </a:lnTo>
                  <a:lnTo>
                    <a:pt x="8003" y="711"/>
                  </a:lnTo>
                  <a:lnTo>
                    <a:pt x="7647" y="889"/>
                  </a:lnTo>
                  <a:lnTo>
                    <a:pt x="7469" y="1067"/>
                  </a:lnTo>
                  <a:lnTo>
                    <a:pt x="6580" y="711"/>
                  </a:lnTo>
                  <a:lnTo>
                    <a:pt x="6225" y="889"/>
                  </a:lnTo>
                  <a:lnTo>
                    <a:pt x="6047" y="1423"/>
                  </a:lnTo>
                  <a:lnTo>
                    <a:pt x="5691" y="889"/>
                  </a:lnTo>
                  <a:lnTo>
                    <a:pt x="5513" y="711"/>
                  </a:lnTo>
                  <a:lnTo>
                    <a:pt x="5335" y="1067"/>
                  </a:lnTo>
                  <a:lnTo>
                    <a:pt x="4980" y="1067"/>
                  </a:lnTo>
                  <a:lnTo>
                    <a:pt x="4624" y="534"/>
                  </a:lnTo>
                  <a:lnTo>
                    <a:pt x="3557" y="534"/>
                  </a:lnTo>
                  <a:lnTo>
                    <a:pt x="2668" y="356"/>
                  </a:lnTo>
                  <a:lnTo>
                    <a:pt x="2490" y="356"/>
                  </a:lnTo>
                  <a:lnTo>
                    <a:pt x="2313" y="178"/>
                  </a:lnTo>
                  <a:lnTo>
                    <a:pt x="160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7" name="Google Shape;1517;p60"/>
            <p:cNvSpPr/>
            <p:nvPr/>
          </p:nvSpPr>
          <p:spPr>
            <a:xfrm>
              <a:off x="2994250" y="4466700"/>
              <a:ext cx="8925" cy="8925"/>
            </a:xfrm>
            <a:custGeom>
              <a:rect b="b" l="l" r="r" t="t"/>
              <a:pathLst>
                <a:path extrusionOk="0" h="357" w="357">
                  <a:moveTo>
                    <a:pt x="1" y="356"/>
                  </a:moveTo>
                  <a:lnTo>
                    <a:pt x="1" y="356"/>
                  </a:lnTo>
                  <a:lnTo>
                    <a:pt x="356" y="1"/>
                  </a:lnTo>
                  <a:lnTo>
                    <a:pt x="356" y="1"/>
                  </a:lnTo>
                  <a:lnTo>
                    <a:pt x="1" y="356"/>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8" name="Google Shape;1518;p60"/>
            <p:cNvSpPr/>
            <p:nvPr/>
          </p:nvSpPr>
          <p:spPr>
            <a:xfrm>
              <a:off x="3078725" y="3791000"/>
              <a:ext cx="515675" cy="533475"/>
            </a:xfrm>
            <a:custGeom>
              <a:rect b="b" l="l" r="r" t="t"/>
              <a:pathLst>
                <a:path extrusionOk="0" h="21339" w="20627">
                  <a:moveTo>
                    <a:pt x="16893" y="1"/>
                  </a:moveTo>
                  <a:lnTo>
                    <a:pt x="16359" y="179"/>
                  </a:lnTo>
                  <a:lnTo>
                    <a:pt x="15648" y="712"/>
                  </a:lnTo>
                  <a:lnTo>
                    <a:pt x="15470" y="712"/>
                  </a:lnTo>
                  <a:lnTo>
                    <a:pt x="14937" y="1423"/>
                  </a:lnTo>
                  <a:lnTo>
                    <a:pt x="15292" y="1779"/>
                  </a:lnTo>
                  <a:lnTo>
                    <a:pt x="15470" y="2312"/>
                  </a:lnTo>
                  <a:lnTo>
                    <a:pt x="15470" y="3024"/>
                  </a:lnTo>
                  <a:lnTo>
                    <a:pt x="14581" y="4090"/>
                  </a:lnTo>
                  <a:lnTo>
                    <a:pt x="14759" y="4446"/>
                  </a:lnTo>
                  <a:lnTo>
                    <a:pt x="14581" y="4980"/>
                  </a:lnTo>
                  <a:lnTo>
                    <a:pt x="14403" y="5157"/>
                  </a:lnTo>
                  <a:lnTo>
                    <a:pt x="12981" y="5157"/>
                  </a:lnTo>
                  <a:lnTo>
                    <a:pt x="13336" y="5513"/>
                  </a:lnTo>
                  <a:lnTo>
                    <a:pt x="13514" y="6224"/>
                  </a:lnTo>
                  <a:lnTo>
                    <a:pt x="13159" y="6580"/>
                  </a:lnTo>
                  <a:lnTo>
                    <a:pt x="12447" y="6758"/>
                  </a:lnTo>
                  <a:lnTo>
                    <a:pt x="12270" y="7291"/>
                  </a:lnTo>
                  <a:lnTo>
                    <a:pt x="12270" y="7469"/>
                  </a:lnTo>
                  <a:lnTo>
                    <a:pt x="12092" y="7825"/>
                  </a:lnTo>
                  <a:lnTo>
                    <a:pt x="12092" y="8714"/>
                  </a:lnTo>
                  <a:lnTo>
                    <a:pt x="11558" y="9247"/>
                  </a:lnTo>
                  <a:lnTo>
                    <a:pt x="11025" y="9069"/>
                  </a:lnTo>
                  <a:lnTo>
                    <a:pt x="10847" y="9069"/>
                  </a:lnTo>
                  <a:lnTo>
                    <a:pt x="10491" y="8891"/>
                  </a:lnTo>
                  <a:lnTo>
                    <a:pt x="10136" y="9069"/>
                  </a:lnTo>
                  <a:lnTo>
                    <a:pt x="9602" y="9425"/>
                  </a:lnTo>
                  <a:lnTo>
                    <a:pt x="9780" y="9425"/>
                  </a:lnTo>
                  <a:lnTo>
                    <a:pt x="9780" y="9781"/>
                  </a:lnTo>
                  <a:lnTo>
                    <a:pt x="9247" y="9958"/>
                  </a:lnTo>
                  <a:lnTo>
                    <a:pt x="8713" y="9781"/>
                  </a:lnTo>
                  <a:lnTo>
                    <a:pt x="8358" y="9958"/>
                  </a:lnTo>
                  <a:lnTo>
                    <a:pt x="8180" y="10314"/>
                  </a:lnTo>
                  <a:lnTo>
                    <a:pt x="7824" y="10492"/>
                  </a:lnTo>
                  <a:lnTo>
                    <a:pt x="7824" y="11381"/>
                  </a:lnTo>
                  <a:lnTo>
                    <a:pt x="7646" y="11559"/>
                  </a:lnTo>
                  <a:lnTo>
                    <a:pt x="7824" y="12092"/>
                  </a:lnTo>
                  <a:lnTo>
                    <a:pt x="7646" y="12270"/>
                  </a:lnTo>
                  <a:lnTo>
                    <a:pt x="6046" y="12626"/>
                  </a:lnTo>
                  <a:lnTo>
                    <a:pt x="5157" y="12626"/>
                  </a:lnTo>
                  <a:lnTo>
                    <a:pt x="4624" y="12981"/>
                  </a:lnTo>
                  <a:lnTo>
                    <a:pt x="3557" y="12803"/>
                  </a:lnTo>
                  <a:lnTo>
                    <a:pt x="2134" y="12981"/>
                  </a:lnTo>
                  <a:lnTo>
                    <a:pt x="0" y="12448"/>
                  </a:lnTo>
                  <a:lnTo>
                    <a:pt x="0" y="12448"/>
                  </a:lnTo>
                  <a:lnTo>
                    <a:pt x="534" y="12803"/>
                  </a:lnTo>
                  <a:lnTo>
                    <a:pt x="889" y="13515"/>
                  </a:lnTo>
                  <a:lnTo>
                    <a:pt x="1245" y="14048"/>
                  </a:lnTo>
                  <a:lnTo>
                    <a:pt x="1601" y="14226"/>
                  </a:lnTo>
                  <a:lnTo>
                    <a:pt x="2134" y="14404"/>
                  </a:lnTo>
                  <a:lnTo>
                    <a:pt x="2312" y="14582"/>
                  </a:lnTo>
                  <a:lnTo>
                    <a:pt x="2668" y="14582"/>
                  </a:lnTo>
                  <a:lnTo>
                    <a:pt x="2845" y="16004"/>
                  </a:lnTo>
                  <a:lnTo>
                    <a:pt x="2668" y="16360"/>
                  </a:lnTo>
                  <a:lnTo>
                    <a:pt x="3201" y="16360"/>
                  </a:lnTo>
                  <a:lnTo>
                    <a:pt x="3379" y="16538"/>
                  </a:lnTo>
                  <a:lnTo>
                    <a:pt x="3379" y="17071"/>
                  </a:lnTo>
                  <a:lnTo>
                    <a:pt x="3201" y="17427"/>
                  </a:lnTo>
                  <a:lnTo>
                    <a:pt x="2668" y="17427"/>
                  </a:lnTo>
                  <a:lnTo>
                    <a:pt x="2134" y="17604"/>
                  </a:lnTo>
                  <a:lnTo>
                    <a:pt x="1956" y="17782"/>
                  </a:lnTo>
                  <a:lnTo>
                    <a:pt x="1956" y="17960"/>
                  </a:lnTo>
                  <a:lnTo>
                    <a:pt x="1423" y="18138"/>
                  </a:lnTo>
                  <a:lnTo>
                    <a:pt x="889" y="19560"/>
                  </a:lnTo>
                  <a:lnTo>
                    <a:pt x="1245" y="19916"/>
                  </a:lnTo>
                  <a:lnTo>
                    <a:pt x="1601" y="19560"/>
                  </a:lnTo>
                  <a:lnTo>
                    <a:pt x="3379" y="19560"/>
                  </a:lnTo>
                  <a:lnTo>
                    <a:pt x="3912" y="19383"/>
                  </a:lnTo>
                  <a:lnTo>
                    <a:pt x="4268" y="19383"/>
                  </a:lnTo>
                  <a:lnTo>
                    <a:pt x="4268" y="19205"/>
                  </a:lnTo>
                  <a:lnTo>
                    <a:pt x="4624" y="19205"/>
                  </a:lnTo>
                  <a:lnTo>
                    <a:pt x="4624" y="19383"/>
                  </a:lnTo>
                  <a:lnTo>
                    <a:pt x="5157" y="19560"/>
                  </a:lnTo>
                  <a:lnTo>
                    <a:pt x="5335" y="19383"/>
                  </a:lnTo>
                  <a:lnTo>
                    <a:pt x="7113" y="19205"/>
                  </a:lnTo>
                  <a:lnTo>
                    <a:pt x="7646" y="19027"/>
                  </a:lnTo>
                  <a:lnTo>
                    <a:pt x="7824" y="18849"/>
                  </a:lnTo>
                  <a:lnTo>
                    <a:pt x="7824" y="19027"/>
                  </a:lnTo>
                  <a:lnTo>
                    <a:pt x="8002" y="19027"/>
                  </a:lnTo>
                  <a:lnTo>
                    <a:pt x="8002" y="19205"/>
                  </a:lnTo>
                  <a:lnTo>
                    <a:pt x="8180" y="19205"/>
                  </a:lnTo>
                  <a:lnTo>
                    <a:pt x="8358" y="19560"/>
                  </a:lnTo>
                  <a:lnTo>
                    <a:pt x="8358" y="20272"/>
                  </a:lnTo>
                  <a:lnTo>
                    <a:pt x="8713" y="20094"/>
                  </a:lnTo>
                  <a:lnTo>
                    <a:pt x="8891" y="20272"/>
                  </a:lnTo>
                  <a:lnTo>
                    <a:pt x="9425" y="20272"/>
                  </a:lnTo>
                  <a:lnTo>
                    <a:pt x="9425" y="20627"/>
                  </a:lnTo>
                  <a:lnTo>
                    <a:pt x="9602" y="20983"/>
                  </a:lnTo>
                  <a:lnTo>
                    <a:pt x="9602" y="21339"/>
                  </a:lnTo>
                  <a:lnTo>
                    <a:pt x="9958" y="21161"/>
                  </a:lnTo>
                  <a:lnTo>
                    <a:pt x="10136" y="21339"/>
                  </a:lnTo>
                  <a:lnTo>
                    <a:pt x="10491" y="21161"/>
                  </a:lnTo>
                  <a:lnTo>
                    <a:pt x="10669" y="21339"/>
                  </a:lnTo>
                  <a:lnTo>
                    <a:pt x="10847" y="21161"/>
                  </a:lnTo>
                  <a:lnTo>
                    <a:pt x="11025" y="20983"/>
                  </a:lnTo>
                  <a:lnTo>
                    <a:pt x="11381" y="21161"/>
                  </a:lnTo>
                  <a:lnTo>
                    <a:pt x="11381" y="20983"/>
                  </a:lnTo>
                  <a:lnTo>
                    <a:pt x="11558" y="20983"/>
                  </a:lnTo>
                  <a:lnTo>
                    <a:pt x="11558" y="21161"/>
                  </a:lnTo>
                  <a:lnTo>
                    <a:pt x="13159" y="21161"/>
                  </a:lnTo>
                  <a:lnTo>
                    <a:pt x="13870" y="20805"/>
                  </a:lnTo>
                  <a:lnTo>
                    <a:pt x="14048" y="21161"/>
                  </a:lnTo>
                  <a:lnTo>
                    <a:pt x="14226" y="21161"/>
                  </a:lnTo>
                  <a:lnTo>
                    <a:pt x="14226" y="20983"/>
                  </a:lnTo>
                  <a:lnTo>
                    <a:pt x="14581" y="20805"/>
                  </a:lnTo>
                  <a:lnTo>
                    <a:pt x="14403" y="20805"/>
                  </a:lnTo>
                  <a:lnTo>
                    <a:pt x="14403" y="20449"/>
                  </a:lnTo>
                  <a:lnTo>
                    <a:pt x="14226" y="19916"/>
                  </a:lnTo>
                  <a:lnTo>
                    <a:pt x="13870" y="19383"/>
                  </a:lnTo>
                  <a:lnTo>
                    <a:pt x="13870" y="19027"/>
                  </a:lnTo>
                  <a:lnTo>
                    <a:pt x="13336" y="19027"/>
                  </a:lnTo>
                  <a:lnTo>
                    <a:pt x="12981" y="18138"/>
                  </a:lnTo>
                  <a:lnTo>
                    <a:pt x="13159" y="17782"/>
                  </a:lnTo>
                  <a:lnTo>
                    <a:pt x="13159" y="17604"/>
                  </a:lnTo>
                  <a:lnTo>
                    <a:pt x="12625" y="17604"/>
                  </a:lnTo>
                  <a:lnTo>
                    <a:pt x="12270" y="17249"/>
                  </a:lnTo>
                  <a:lnTo>
                    <a:pt x="12270" y="16538"/>
                  </a:lnTo>
                  <a:lnTo>
                    <a:pt x="12981" y="15826"/>
                  </a:lnTo>
                  <a:lnTo>
                    <a:pt x="13159" y="15293"/>
                  </a:lnTo>
                  <a:lnTo>
                    <a:pt x="13692" y="15115"/>
                  </a:lnTo>
                  <a:lnTo>
                    <a:pt x="13870" y="15115"/>
                  </a:lnTo>
                  <a:lnTo>
                    <a:pt x="14226" y="15471"/>
                  </a:lnTo>
                  <a:lnTo>
                    <a:pt x="14403" y="15471"/>
                  </a:lnTo>
                  <a:lnTo>
                    <a:pt x="15648" y="15115"/>
                  </a:lnTo>
                  <a:lnTo>
                    <a:pt x="15826" y="14759"/>
                  </a:lnTo>
                  <a:lnTo>
                    <a:pt x="16182" y="14404"/>
                  </a:lnTo>
                  <a:lnTo>
                    <a:pt x="16359" y="13870"/>
                  </a:lnTo>
                  <a:lnTo>
                    <a:pt x="17248" y="13337"/>
                  </a:lnTo>
                  <a:lnTo>
                    <a:pt x="17604" y="12626"/>
                  </a:lnTo>
                  <a:lnTo>
                    <a:pt x="17782" y="11914"/>
                  </a:lnTo>
                  <a:lnTo>
                    <a:pt x="18671" y="11559"/>
                  </a:lnTo>
                  <a:lnTo>
                    <a:pt x="18493" y="11025"/>
                  </a:lnTo>
                  <a:lnTo>
                    <a:pt x="19382" y="10136"/>
                  </a:lnTo>
                  <a:lnTo>
                    <a:pt x="19738" y="9958"/>
                  </a:lnTo>
                  <a:lnTo>
                    <a:pt x="19560" y="9958"/>
                  </a:lnTo>
                  <a:lnTo>
                    <a:pt x="19560" y="8714"/>
                  </a:lnTo>
                  <a:lnTo>
                    <a:pt x="20093" y="8358"/>
                  </a:lnTo>
                  <a:lnTo>
                    <a:pt x="20449" y="8180"/>
                  </a:lnTo>
                  <a:lnTo>
                    <a:pt x="20627" y="8002"/>
                  </a:lnTo>
                  <a:lnTo>
                    <a:pt x="20271" y="7825"/>
                  </a:lnTo>
                  <a:lnTo>
                    <a:pt x="19738" y="7647"/>
                  </a:lnTo>
                  <a:lnTo>
                    <a:pt x="19738" y="7113"/>
                  </a:lnTo>
                  <a:lnTo>
                    <a:pt x="19204" y="7291"/>
                  </a:lnTo>
                  <a:lnTo>
                    <a:pt x="18138" y="6580"/>
                  </a:lnTo>
                  <a:lnTo>
                    <a:pt x="18138" y="5157"/>
                  </a:lnTo>
                  <a:lnTo>
                    <a:pt x="17960" y="4090"/>
                  </a:lnTo>
                  <a:lnTo>
                    <a:pt x="18315" y="3557"/>
                  </a:lnTo>
                  <a:lnTo>
                    <a:pt x="18671" y="3379"/>
                  </a:lnTo>
                  <a:lnTo>
                    <a:pt x="18849" y="3201"/>
                  </a:lnTo>
                  <a:lnTo>
                    <a:pt x="18315" y="2846"/>
                  </a:lnTo>
                  <a:lnTo>
                    <a:pt x="18315" y="2490"/>
                  </a:lnTo>
                  <a:lnTo>
                    <a:pt x="17604" y="2312"/>
                  </a:lnTo>
                  <a:lnTo>
                    <a:pt x="17426" y="1957"/>
                  </a:lnTo>
                  <a:lnTo>
                    <a:pt x="16715" y="1957"/>
                  </a:lnTo>
                  <a:lnTo>
                    <a:pt x="16715" y="1068"/>
                  </a:lnTo>
                  <a:lnTo>
                    <a:pt x="17071" y="534"/>
                  </a:lnTo>
                  <a:lnTo>
                    <a:pt x="17426" y="179"/>
                  </a:lnTo>
                  <a:lnTo>
                    <a:pt x="1813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19" name="Google Shape;1519;p60"/>
            <p:cNvSpPr/>
            <p:nvPr/>
          </p:nvSpPr>
          <p:spPr>
            <a:xfrm>
              <a:off x="2754200" y="4293325"/>
              <a:ext cx="280100" cy="320100"/>
            </a:xfrm>
            <a:custGeom>
              <a:rect b="b" l="l" r="r" t="t"/>
              <a:pathLst>
                <a:path extrusionOk="0" h="12804" w="11204">
                  <a:moveTo>
                    <a:pt x="5691" y="1"/>
                  </a:moveTo>
                  <a:lnTo>
                    <a:pt x="5513" y="179"/>
                  </a:lnTo>
                  <a:lnTo>
                    <a:pt x="5513" y="1068"/>
                  </a:lnTo>
                  <a:lnTo>
                    <a:pt x="5691" y="1068"/>
                  </a:lnTo>
                  <a:lnTo>
                    <a:pt x="5869" y="1423"/>
                  </a:lnTo>
                  <a:lnTo>
                    <a:pt x="5513" y="1601"/>
                  </a:lnTo>
                  <a:lnTo>
                    <a:pt x="5335" y="1601"/>
                  </a:lnTo>
                  <a:lnTo>
                    <a:pt x="5157" y="1779"/>
                  </a:lnTo>
                  <a:lnTo>
                    <a:pt x="5157" y="2135"/>
                  </a:lnTo>
                  <a:lnTo>
                    <a:pt x="4802" y="3024"/>
                  </a:lnTo>
                  <a:lnTo>
                    <a:pt x="4624" y="3379"/>
                  </a:lnTo>
                  <a:lnTo>
                    <a:pt x="5335" y="4624"/>
                  </a:lnTo>
                  <a:lnTo>
                    <a:pt x="5157" y="5157"/>
                  </a:lnTo>
                  <a:lnTo>
                    <a:pt x="4624" y="7113"/>
                  </a:lnTo>
                  <a:lnTo>
                    <a:pt x="4446" y="7825"/>
                  </a:lnTo>
                  <a:lnTo>
                    <a:pt x="3557" y="8180"/>
                  </a:lnTo>
                  <a:lnTo>
                    <a:pt x="2490" y="8536"/>
                  </a:lnTo>
                  <a:lnTo>
                    <a:pt x="1245" y="8892"/>
                  </a:lnTo>
                  <a:lnTo>
                    <a:pt x="1" y="9425"/>
                  </a:lnTo>
                  <a:lnTo>
                    <a:pt x="1601" y="12804"/>
                  </a:lnTo>
                  <a:lnTo>
                    <a:pt x="2135" y="12626"/>
                  </a:lnTo>
                  <a:lnTo>
                    <a:pt x="3024" y="12270"/>
                  </a:lnTo>
                  <a:lnTo>
                    <a:pt x="4268" y="12270"/>
                  </a:lnTo>
                  <a:lnTo>
                    <a:pt x="4624" y="11914"/>
                  </a:lnTo>
                  <a:lnTo>
                    <a:pt x="4624" y="11381"/>
                  </a:lnTo>
                  <a:lnTo>
                    <a:pt x="4802" y="11025"/>
                  </a:lnTo>
                  <a:lnTo>
                    <a:pt x="5335" y="10848"/>
                  </a:lnTo>
                  <a:lnTo>
                    <a:pt x="6224" y="10848"/>
                  </a:lnTo>
                  <a:lnTo>
                    <a:pt x="6402" y="10492"/>
                  </a:lnTo>
                  <a:lnTo>
                    <a:pt x="6580" y="9781"/>
                  </a:lnTo>
                  <a:lnTo>
                    <a:pt x="6758" y="9603"/>
                  </a:lnTo>
                  <a:lnTo>
                    <a:pt x="8180" y="9247"/>
                  </a:lnTo>
                  <a:lnTo>
                    <a:pt x="8180" y="8003"/>
                  </a:lnTo>
                  <a:lnTo>
                    <a:pt x="8358" y="7647"/>
                  </a:lnTo>
                  <a:lnTo>
                    <a:pt x="8358" y="7291"/>
                  </a:lnTo>
                  <a:lnTo>
                    <a:pt x="8714" y="6936"/>
                  </a:lnTo>
                  <a:lnTo>
                    <a:pt x="8714" y="6758"/>
                  </a:lnTo>
                  <a:lnTo>
                    <a:pt x="9069" y="6758"/>
                  </a:lnTo>
                  <a:lnTo>
                    <a:pt x="9069" y="7113"/>
                  </a:lnTo>
                  <a:lnTo>
                    <a:pt x="9247" y="7113"/>
                  </a:lnTo>
                  <a:lnTo>
                    <a:pt x="9247" y="6936"/>
                  </a:lnTo>
                  <a:lnTo>
                    <a:pt x="9781" y="6047"/>
                  </a:lnTo>
                  <a:lnTo>
                    <a:pt x="10492" y="5513"/>
                  </a:lnTo>
                  <a:lnTo>
                    <a:pt x="10670" y="4980"/>
                  </a:lnTo>
                  <a:lnTo>
                    <a:pt x="11203" y="4268"/>
                  </a:lnTo>
                  <a:lnTo>
                    <a:pt x="11203" y="3913"/>
                  </a:lnTo>
                  <a:lnTo>
                    <a:pt x="10670" y="3913"/>
                  </a:lnTo>
                  <a:lnTo>
                    <a:pt x="9603" y="2312"/>
                  </a:lnTo>
                  <a:lnTo>
                    <a:pt x="9247" y="2135"/>
                  </a:lnTo>
                  <a:lnTo>
                    <a:pt x="7469" y="1779"/>
                  </a:lnTo>
                  <a:lnTo>
                    <a:pt x="6402" y="712"/>
                  </a:lnTo>
                  <a:lnTo>
                    <a:pt x="6224" y="1"/>
                  </a:lnTo>
                  <a:lnTo>
                    <a:pt x="6046" y="356"/>
                  </a:lnTo>
                  <a:lnTo>
                    <a:pt x="5691" y="179"/>
                  </a:lnTo>
                  <a:lnTo>
                    <a:pt x="569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0" name="Google Shape;1520;p60"/>
            <p:cNvSpPr/>
            <p:nvPr/>
          </p:nvSpPr>
          <p:spPr>
            <a:xfrm>
              <a:off x="3767750" y="4871225"/>
              <a:ext cx="4475" cy="4475"/>
            </a:xfrm>
            <a:custGeom>
              <a:rect b="b" l="l" r="r" t="t"/>
              <a:pathLst>
                <a:path extrusionOk="0" h="179" w="179">
                  <a:moveTo>
                    <a:pt x="179" y="1"/>
                  </a:moveTo>
                  <a:lnTo>
                    <a:pt x="1" y="179"/>
                  </a:lnTo>
                  <a:lnTo>
                    <a:pt x="179" y="179"/>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1" name="Google Shape;1521;p60"/>
            <p:cNvSpPr/>
            <p:nvPr/>
          </p:nvSpPr>
          <p:spPr>
            <a:xfrm>
              <a:off x="4061150" y="4235550"/>
              <a:ext cx="160050" cy="204500"/>
            </a:xfrm>
            <a:custGeom>
              <a:rect b="b" l="l" r="r" t="t"/>
              <a:pathLst>
                <a:path extrusionOk="0" h="8180" w="6402">
                  <a:moveTo>
                    <a:pt x="534" y="0"/>
                  </a:moveTo>
                  <a:lnTo>
                    <a:pt x="534" y="178"/>
                  </a:lnTo>
                  <a:lnTo>
                    <a:pt x="178" y="534"/>
                  </a:lnTo>
                  <a:lnTo>
                    <a:pt x="1" y="889"/>
                  </a:lnTo>
                  <a:lnTo>
                    <a:pt x="1067" y="1423"/>
                  </a:lnTo>
                  <a:lnTo>
                    <a:pt x="1245" y="1956"/>
                  </a:lnTo>
                  <a:lnTo>
                    <a:pt x="1067" y="1956"/>
                  </a:lnTo>
                  <a:lnTo>
                    <a:pt x="534" y="2134"/>
                  </a:lnTo>
                  <a:lnTo>
                    <a:pt x="178" y="2490"/>
                  </a:lnTo>
                  <a:lnTo>
                    <a:pt x="1" y="2667"/>
                  </a:lnTo>
                  <a:lnTo>
                    <a:pt x="178" y="3023"/>
                  </a:lnTo>
                  <a:lnTo>
                    <a:pt x="890" y="3379"/>
                  </a:lnTo>
                  <a:lnTo>
                    <a:pt x="890" y="3912"/>
                  </a:lnTo>
                  <a:lnTo>
                    <a:pt x="712" y="4268"/>
                  </a:lnTo>
                  <a:lnTo>
                    <a:pt x="890" y="4623"/>
                  </a:lnTo>
                  <a:lnTo>
                    <a:pt x="1245" y="4979"/>
                  </a:lnTo>
                  <a:lnTo>
                    <a:pt x="1245" y="5335"/>
                  </a:lnTo>
                  <a:lnTo>
                    <a:pt x="1423" y="6579"/>
                  </a:lnTo>
                  <a:lnTo>
                    <a:pt x="1423" y="6757"/>
                  </a:lnTo>
                  <a:lnTo>
                    <a:pt x="1423" y="7113"/>
                  </a:lnTo>
                  <a:lnTo>
                    <a:pt x="1601" y="7291"/>
                  </a:lnTo>
                  <a:lnTo>
                    <a:pt x="1779" y="7113"/>
                  </a:lnTo>
                  <a:lnTo>
                    <a:pt x="2134" y="6757"/>
                  </a:lnTo>
                  <a:lnTo>
                    <a:pt x="2134" y="7113"/>
                  </a:lnTo>
                  <a:lnTo>
                    <a:pt x="2312" y="7113"/>
                  </a:lnTo>
                  <a:lnTo>
                    <a:pt x="2312" y="6935"/>
                  </a:lnTo>
                  <a:lnTo>
                    <a:pt x="3023" y="7113"/>
                  </a:lnTo>
                  <a:lnTo>
                    <a:pt x="3379" y="6402"/>
                  </a:lnTo>
                  <a:lnTo>
                    <a:pt x="3379" y="6935"/>
                  </a:lnTo>
                  <a:lnTo>
                    <a:pt x="3735" y="6757"/>
                  </a:lnTo>
                  <a:lnTo>
                    <a:pt x="3913" y="6224"/>
                  </a:lnTo>
                  <a:lnTo>
                    <a:pt x="4268" y="6046"/>
                  </a:lnTo>
                  <a:lnTo>
                    <a:pt x="4446" y="5690"/>
                  </a:lnTo>
                  <a:lnTo>
                    <a:pt x="4802" y="5690"/>
                  </a:lnTo>
                  <a:lnTo>
                    <a:pt x="5335" y="6224"/>
                  </a:lnTo>
                  <a:lnTo>
                    <a:pt x="5513" y="6757"/>
                  </a:lnTo>
                  <a:lnTo>
                    <a:pt x="5513" y="7646"/>
                  </a:lnTo>
                  <a:lnTo>
                    <a:pt x="5691" y="8180"/>
                  </a:lnTo>
                  <a:lnTo>
                    <a:pt x="5869" y="7824"/>
                  </a:lnTo>
                  <a:lnTo>
                    <a:pt x="6224" y="7468"/>
                  </a:lnTo>
                  <a:lnTo>
                    <a:pt x="6224" y="7824"/>
                  </a:lnTo>
                  <a:lnTo>
                    <a:pt x="6402" y="7824"/>
                  </a:lnTo>
                  <a:lnTo>
                    <a:pt x="6402" y="7113"/>
                  </a:lnTo>
                  <a:lnTo>
                    <a:pt x="6224" y="6046"/>
                  </a:lnTo>
                  <a:lnTo>
                    <a:pt x="6046" y="5512"/>
                  </a:lnTo>
                  <a:lnTo>
                    <a:pt x="6046" y="4979"/>
                  </a:lnTo>
                  <a:lnTo>
                    <a:pt x="5869" y="4446"/>
                  </a:lnTo>
                  <a:lnTo>
                    <a:pt x="5691" y="4446"/>
                  </a:lnTo>
                  <a:lnTo>
                    <a:pt x="5513" y="4801"/>
                  </a:lnTo>
                  <a:lnTo>
                    <a:pt x="5335" y="4979"/>
                  </a:lnTo>
                  <a:lnTo>
                    <a:pt x="5335" y="5335"/>
                  </a:lnTo>
                  <a:lnTo>
                    <a:pt x="5157" y="5512"/>
                  </a:lnTo>
                  <a:lnTo>
                    <a:pt x="4802" y="5157"/>
                  </a:lnTo>
                  <a:lnTo>
                    <a:pt x="4446" y="5335"/>
                  </a:lnTo>
                  <a:lnTo>
                    <a:pt x="4268" y="4623"/>
                  </a:lnTo>
                  <a:lnTo>
                    <a:pt x="4268" y="4268"/>
                  </a:lnTo>
                  <a:lnTo>
                    <a:pt x="4446" y="3912"/>
                  </a:lnTo>
                  <a:lnTo>
                    <a:pt x="4802" y="3557"/>
                  </a:lnTo>
                  <a:lnTo>
                    <a:pt x="5335" y="3379"/>
                  </a:lnTo>
                  <a:lnTo>
                    <a:pt x="5691" y="3023"/>
                  </a:lnTo>
                  <a:lnTo>
                    <a:pt x="5869" y="2490"/>
                  </a:lnTo>
                  <a:lnTo>
                    <a:pt x="6224" y="2312"/>
                  </a:lnTo>
                  <a:lnTo>
                    <a:pt x="5869" y="2312"/>
                  </a:lnTo>
                  <a:lnTo>
                    <a:pt x="5513" y="2134"/>
                  </a:lnTo>
                  <a:lnTo>
                    <a:pt x="3201" y="2134"/>
                  </a:lnTo>
                  <a:lnTo>
                    <a:pt x="2846" y="1956"/>
                  </a:lnTo>
                  <a:lnTo>
                    <a:pt x="2490" y="1956"/>
                  </a:lnTo>
                  <a:lnTo>
                    <a:pt x="2312" y="1423"/>
                  </a:lnTo>
                  <a:lnTo>
                    <a:pt x="2312" y="889"/>
                  </a:lnTo>
                  <a:lnTo>
                    <a:pt x="2134" y="534"/>
                  </a:lnTo>
                  <a:lnTo>
                    <a:pt x="2134" y="711"/>
                  </a:lnTo>
                  <a:lnTo>
                    <a:pt x="1601" y="711"/>
                  </a:lnTo>
                  <a:lnTo>
                    <a:pt x="1245" y="178"/>
                  </a:lnTo>
                  <a:lnTo>
                    <a:pt x="1067" y="356"/>
                  </a:lnTo>
                  <a:lnTo>
                    <a:pt x="53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2" name="Google Shape;1522;p60"/>
            <p:cNvSpPr/>
            <p:nvPr/>
          </p:nvSpPr>
          <p:spPr>
            <a:xfrm>
              <a:off x="3758875" y="4880125"/>
              <a:ext cx="71150" cy="128950"/>
            </a:xfrm>
            <a:custGeom>
              <a:rect b="b" l="l" r="r" t="t"/>
              <a:pathLst>
                <a:path extrusionOk="0" h="5158" w="2846">
                  <a:moveTo>
                    <a:pt x="889" y="0"/>
                  </a:moveTo>
                  <a:lnTo>
                    <a:pt x="711" y="178"/>
                  </a:lnTo>
                  <a:lnTo>
                    <a:pt x="534" y="356"/>
                  </a:lnTo>
                  <a:lnTo>
                    <a:pt x="534" y="534"/>
                  </a:lnTo>
                  <a:lnTo>
                    <a:pt x="356" y="712"/>
                  </a:lnTo>
                  <a:lnTo>
                    <a:pt x="534" y="890"/>
                  </a:lnTo>
                  <a:lnTo>
                    <a:pt x="178" y="890"/>
                  </a:lnTo>
                  <a:lnTo>
                    <a:pt x="178" y="1067"/>
                  </a:lnTo>
                  <a:lnTo>
                    <a:pt x="356" y="1423"/>
                  </a:lnTo>
                  <a:lnTo>
                    <a:pt x="0" y="1956"/>
                  </a:lnTo>
                  <a:lnTo>
                    <a:pt x="178" y="1956"/>
                  </a:lnTo>
                  <a:lnTo>
                    <a:pt x="178" y="2134"/>
                  </a:lnTo>
                  <a:lnTo>
                    <a:pt x="0" y="2134"/>
                  </a:lnTo>
                  <a:lnTo>
                    <a:pt x="0" y="2312"/>
                  </a:lnTo>
                  <a:lnTo>
                    <a:pt x="178" y="3735"/>
                  </a:lnTo>
                  <a:lnTo>
                    <a:pt x="534" y="4801"/>
                  </a:lnTo>
                  <a:lnTo>
                    <a:pt x="711" y="4979"/>
                  </a:lnTo>
                  <a:lnTo>
                    <a:pt x="1245" y="5157"/>
                  </a:lnTo>
                  <a:lnTo>
                    <a:pt x="2134" y="4801"/>
                  </a:lnTo>
                  <a:lnTo>
                    <a:pt x="2667" y="4268"/>
                  </a:lnTo>
                  <a:lnTo>
                    <a:pt x="2845" y="3557"/>
                  </a:lnTo>
                  <a:lnTo>
                    <a:pt x="2845" y="2845"/>
                  </a:lnTo>
                  <a:lnTo>
                    <a:pt x="2312" y="2312"/>
                  </a:lnTo>
                  <a:lnTo>
                    <a:pt x="2134" y="1601"/>
                  </a:lnTo>
                  <a:lnTo>
                    <a:pt x="1956" y="1601"/>
                  </a:lnTo>
                  <a:lnTo>
                    <a:pt x="1956" y="1245"/>
                  </a:lnTo>
                  <a:lnTo>
                    <a:pt x="1423" y="356"/>
                  </a:lnTo>
                  <a:lnTo>
                    <a:pt x="1067" y="178"/>
                  </a:lnTo>
                  <a:lnTo>
                    <a:pt x="88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3" name="Google Shape;1523;p60"/>
            <p:cNvSpPr/>
            <p:nvPr/>
          </p:nvSpPr>
          <p:spPr>
            <a:xfrm>
              <a:off x="4207850" y="4151075"/>
              <a:ext cx="320100" cy="702400"/>
            </a:xfrm>
            <a:custGeom>
              <a:rect b="b" l="l" r="r" t="t"/>
              <a:pathLst>
                <a:path extrusionOk="0" h="28096" w="12804">
                  <a:moveTo>
                    <a:pt x="7824" y="1"/>
                  </a:moveTo>
                  <a:lnTo>
                    <a:pt x="7647" y="356"/>
                  </a:lnTo>
                  <a:lnTo>
                    <a:pt x="7469" y="534"/>
                  </a:lnTo>
                  <a:lnTo>
                    <a:pt x="7647" y="1068"/>
                  </a:lnTo>
                  <a:lnTo>
                    <a:pt x="7113" y="1245"/>
                  </a:lnTo>
                  <a:lnTo>
                    <a:pt x="6935" y="1423"/>
                  </a:lnTo>
                  <a:lnTo>
                    <a:pt x="7113" y="2490"/>
                  </a:lnTo>
                  <a:lnTo>
                    <a:pt x="6758" y="2135"/>
                  </a:lnTo>
                  <a:lnTo>
                    <a:pt x="6402" y="1957"/>
                  </a:lnTo>
                  <a:lnTo>
                    <a:pt x="5691" y="2135"/>
                  </a:lnTo>
                  <a:lnTo>
                    <a:pt x="4802" y="3024"/>
                  </a:lnTo>
                  <a:lnTo>
                    <a:pt x="4446" y="3201"/>
                  </a:lnTo>
                  <a:lnTo>
                    <a:pt x="4268" y="3557"/>
                  </a:lnTo>
                  <a:lnTo>
                    <a:pt x="4268" y="4090"/>
                  </a:lnTo>
                  <a:lnTo>
                    <a:pt x="3912" y="4802"/>
                  </a:lnTo>
                  <a:lnTo>
                    <a:pt x="3557" y="5157"/>
                  </a:lnTo>
                  <a:lnTo>
                    <a:pt x="3735" y="5335"/>
                  </a:lnTo>
                  <a:lnTo>
                    <a:pt x="3735" y="5691"/>
                  </a:lnTo>
                  <a:lnTo>
                    <a:pt x="3201" y="6936"/>
                  </a:lnTo>
                  <a:lnTo>
                    <a:pt x="3023" y="7469"/>
                  </a:lnTo>
                  <a:lnTo>
                    <a:pt x="1779" y="7291"/>
                  </a:lnTo>
                  <a:lnTo>
                    <a:pt x="1779" y="8714"/>
                  </a:lnTo>
                  <a:lnTo>
                    <a:pt x="1601" y="8891"/>
                  </a:lnTo>
                  <a:lnTo>
                    <a:pt x="1423" y="8891"/>
                  </a:lnTo>
                  <a:lnTo>
                    <a:pt x="1423" y="9958"/>
                  </a:lnTo>
                  <a:lnTo>
                    <a:pt x="1245" y="10314"/>
                  </a:lnTo>
                  <a:lnTo>
                    <a:pt x="890" y="10314"/>
                  </a:lnTo>
                  <a:lnTo>
                    <a:pt x="712" y="10492"/>
                  </a:lnTo>
                  <a:lnTo>
                    <a:pt x="712" y="11737"/>
                  </a:lnTo>
                  <a:lnTo>
                    <a:pt x="356" y="11381"/>
                  </a:lnTo>
                  <a:lnTo>
                    <a:pt x="178" y="11381"/>
                  </a:lnTo>
                  <a:lnTo>
                    <a:pt x="1" y="11559"/>
                  </a:lnTo>
                  <a:lnTo>
                    <a:pt x="178" y="11737"/>
                  </a:lnTo>
                  <a:lnTo>
                    <a:pt x="178" y="11914"/>
                  </a:lnTo>
                  <a:lnTo>
                    <a:pt x="356" y="12270"/>
                  </a:lnTo>
                  <a:lnTo>
                    <a:pt x="1245" y="13337"/>
                  </a:lnTo>
                  <a:lnTo>
                    <a:pt x="1601" y="13337"/>
                  </a:lnTo>
                  <a:lnTo>
                    <a:pt x="1956" y="13693"/>
                  </a:lnTo>
                  <a:lnTo>
                    <a:pt x="2312" y="13870"/>
                  </a:lnTo>
                  <a:lnTo>
                    <a:pt x="2312" y="14226"/>
                  </a:lnTo>
                  <a:lnTo>
                    <a:pt x="2134" y="14404"/>
                  </a:lnTo>
                  <a:lnTo>
                    <a:pt x="2134" y="14582"/>
                  </a:lnTo>
                  <a:lnTo>
                    <a:pt x="2490" y="14937"/>
                  </a:lnTo>
                  <a:lnTo>
                    <a:pt x="2668" y="14937"/>
                  </a:lnTo>
                  <a:lnTo>
                    <a:pt x="3379" y="16182"/>
                  </a:lnTo>
                  <a:lnTo>
                    <a:pt x="3557" y="17604"/>
                  </a:lnTo>
                  <a:lnTo>
                    <a:pt x="3023" y="19205"/>
                  </a:lnTo>
                  <a:lnTo>
                    <a:pt x="3023" y="19383"/>
                  </a:lnTo>
                  <a:lnTo>
                    <a:pt x="3379" y="19383"/>
                  </a:lnTo>
                  <a:lnTo>
                    <a:pt x="3379" y="19560"/>
                  </a:lnTo>
                  <a:lnTo>
                    <a:pt x="3912" y="19738"/>
                  </a:lnTo>
                  <a:lnTo>
                    <a:pt x="4624" y="19738"/>
                  </a:lnTo>
                  <a:lnTo>
                    <a:pt x="5157" y="19205"/>
                  </a:lnTo>
                  <a:lnTo>
                    <a:pt x="5691" y="18849"/>
                  </a:lnTo>
                  <a:lnTo>
                    <a:pt x="5868" y="18671"/>
                  </a:lnTo>
                  <a:lnTo>
                    <a:pt x="6224" y="18671"/>
                  </a:lnTo>
                  <a:lnTo>
                    <a:pt x="6402" y="18494"/>
                  </a:lnTo>
                  <a:lnTo>
                    <a:pt x="6758" y="17960"/>
                  </a:lnTo>
                  <a:lnTo>
                    <a:pt x="6758" y="17604"/>
                  </a:lnTo>
                  <a:lnTo>
                    <a:pt x="7113" y="17604"/>
                  </a:lnTo>
                  <a:lnTo>
                    <a:pt x="7824" y="19205"/>
                  </a:lnTo>
                  <a:lnTo>
                    <a:pt x="8180" y="20094"/>
                  </a:lnTo>
                  <a:lnTo>
                    <a:pt x="8180" y="21161"/>
                  </a:lnTo>
                  <a:lnTo>
                    <a:pt x="8536" y="22050"/>
                  </a:lnTo>
                  <a:lnTo>
                    <a:pt x="8713" y="22761"/>
                  </a:lnTo>
                  <a:lnTo>
                    <a:pt x="8891" y="22939"/>
                  </a:lnTo>
                  <a:lnTo>
                    <a:pt x="9069" y="23295"/>
                  </a:lnTo>
                  <a:lnTo>
                    <a:pt x="9425" y="24184"/>
                  </a:lnTo>
                  <a:lnTo>
                    <a:pt x="9247" y="24895"/>
                  </a:lnTo>
                  <a:lnTo>
                    <a:pt x="9069" y="24717"/>
                  </a:lnTo>
                  <a:lnTo>
                    <a:pt x="8891" y="24895"/>
                  </a:lnTo>
                  <a:lnTo>
                    <a:pt x="9247" y="25073"/>
                  </a:lnTo>
                  <a:lnTo>
                    <a:pt x="9425" y="25606"/>
                  </a:lnTo>
                  <a:lnTo>
                    <a:pt x="9247" y="25606"/>
                  </a:lnTo>
                  <a:lnTo>
                    <a:pt x="9603" y="25962"/>
                  </a:lnTo>
                  <a:lnTo>
                    <a:pt x="9425" y="27029"/>
                  </a:lnTo>
                  <a:lnTo>
                    <a:pt x="9247" y="27384"/>
                  </a:lnTo>
                  <a:lnTo>
                    <a:pt x="9247" y="28096"/>
                  </a:lnTo>
                  <a:lnTo>
                    <a:pt x="9425" y="27740"/>
                  </a:lnTo>
                  <a:lnTo>
                    <a:pt x="9425" y="27384"/>
                  </a:lnTo>
                  <a:lnTo>
                    <a:pt x="10136" y="26673"/>
                  </a:lnTo>
                  <a:lnTo>
                    <a:pt x="10669" y="25606"/>
                  </a:lnTo>
                  <a:lnTo>
                    <a:pt x="10314" y="24717"/>
                  </a:lnTo>
                  <a:lnTo>
                    <a:pt x="9958" y="23828"/>
                  </a:lnTo>
                  <a:lnTo>
                    <a:pt x="9958" y="22761"/>
                  </a:lnTo>
                  <a:lnTo>
                    <a:pt x="9603" y="22583"/>
                  </a:lnTo>
                  <a:lnTo>
                    <a:pt x="9247" y="22050"/>
                  </a:lnTo>
                  <a:lnTo>
                    <a:pt x="8713" y="21339"/>
                  </a:lnTo>
                  <a:lnTo>
                    <a:pt x="8536" y="20627"/>
                  </a:lnTo>
                  <a:lnTo>
                    <a:pt x="9069" y="20449"/>
                  </a:lnTo>
                  <a:lnTo>
                    <a:pt x="9247" y="19383"/>
                  </a:lnTo>
                  <a:lnTo>
                    <a:pt x="9425" y="19205"/>
                  </a:lnTo>
                  <a:lnTo>
                    <a:pt x="9603" y="19027"/>
                  </a:lnTo>
                  <a:lnTo>
                    <a:pt x="9247" y="19027"/>
                  </a:lnTo>
                  <a:lnTo>
                    <a:pt x="9069" y="18494"/>
                  </a:lnTo>
                  <a:lnTo>
                    <a:pt x="9069" y="18138"/>
                  </a:lnTo>
                  <a:lnTo>
                    <a:pt x="7824" y="16893"/>
                  </a:lnTo>
                  <a:lnTo>
                    <a:pt x="7824" y="16182"/>
                  </a:lnTo>
                  <a:lnTo>
                    <a:pt x="7469" y="16182"/>
                  </a:lnTo>
                  <a:lnTo>
                    <a:pt x="7469" y="15648"/>
                  </a:lnTo>
                  <a:lnTo>
                    <a:pt x="8002" y="15471"/>
                  </a:lnTo>
                  <a:lnTo>
                    <a:pt x="7824" y="14937"/>
                  </a:lnTo>
                  <a:lnTo>
                    <a:pt x="8002" y="14759"/>
                  </a:lnTo>
                  <a:lnTo>
                    <a:pt x="8002" y="14226"/>
                  </a:lnTo>
                  <a:lnTo>
                    <a:pt x="8358" y="13870"/>
                  </a:lnTo>
                  <a:lnTo>
                    <a:pt x="8358" y="13693"/>
                  </a:lnTo>
                  <a:lnTo>
                    <a:pt x="8891" y="13870"/>
                  </a:lnTo>
                  <a:lnTo>
                    <a:pt x="9603" y="13693"/>
                  </a:lnTo>
                  <a:lnTo>
                    <a:pt x="9780" y="13515"/>
                  </a:lnTo>
                  <a:lnTo>
                    <a:pt x="9958" y="13159"/>
                  </a:lnTo>
                  <a:lnTo>
                    <a:pt x="10492" y="13159"/>
                  </a:lnTo>
                  <a:lnTo>
                    <a:pt x="10492" y="12803"/>
                  </a:lnTo>
                  <a:lnTo>
                    <a:pt x="10847" y="12803"/>
                  </a:lnTo>
                  <a:lnTo>
                    <a:pt x="11025" y="12626"/>
                  </a:lnTo>
                  <a:lnTo>
                    <a:pt x="11381" y="12803"/>
                  </a:lnTo>
                  <a:lnTo>
                    <a:pt x="11559" y="12270"/>
                  </a:lnTo>
                  <a:lnTo>
                    <a:pt x="12092" y="12092"/>
                  </a:lnTo>
                  <a:lnTo>
                    <a:pt x="11914" y="11914"/>
                  </a:lnTo>
                  <a:lnTo>
                    <a:pt x="12092" y="11737"/>
                  </a:lnTo>
                  <a:lnTo>
                    <a:pt x="12270" y="11381"/>
                  </a:lnTo>
                  <a:lnTo>
                    <a:pt x="12625" y="11203"/>
                  </a:lnTo>
                  <a:lnTo>
                    <a:pt x="12803" y="11025"/>
                  </a:lnTo>
                  <a:lnTo>
                    <a:pt x="12803" y="10847"/>
                  </a:lnTo>
                  <a:lnTo>
                    <a:pt x="12270" y="11203"/>
                  </a:lnTo>
                  <a:lnTo>
                    <a:pt x="11381" y="11203"/>
                  </a:lnTo>
                  <a:lnTo>
                    <a:pt x="11381" y="11025"/>
                  </a:lnTo>
                  <a:lnTo>
                    <a:pt x="11203" y="10847"/>
                  </a:lnTo>
                  <a:lnTo>
                    <a:pt x="11025" y="10314"/>
                  </a:lnTo>
                  <a:lnTo>
                    <a:pt x="10136" y="10136"/>
                  </a:lnTo>
                  <a:lnTo>
                    <a:pt x="10136" y="9603"/>
                  </a:lnTo>
                  <a:lnTo>
                    <a:pt x="10314" y="9425"/>
                  </a:lnTo>
                  <a:lnTo>
                    <a:pt x="10314" y="9069"/>
                  </a:lnTo>
                  <a:lnTo>
                    <a:pt x="10492" y="8891"/>
                  </a:lnTo>
                  <a:lnTo>
                    <a:pt x="10314" y="8714"/>
                  </a:lnTo>
                  <a:lnTo>
                    <a:pt x="9958" y="8714"/>
                  </a:lnTo>
                  <a:lnTo>
                    <a:pt x="9603" y="8536"/>
                  </a:lnTo>
                  <a:lnTo>
                    <a:pt x="9603" y="7825"/>
                  </a:lnTo>
                  <a:lnTo>
                    <a:pt x="9247" y="7469"/>
                  </a:lnTo>
                  <a:lnTo>
                    <a:pt x="9425" y="7113"/>
                  </a:lnTo>
                  <a:lnTo>
                    <a:pt x="8713" y="7113"/>
                  </a:lnTo>
                  <a:lnTo>
                    <a:pt x="8002" y="7469"/>
                  </a:lnTo>
                  <a:lnTo>
                    <a:pt x="7647" y="7469"/>
                  </a:lnTo>
                  <a:lnTo>
                    <a:pt x="8002" y="6758"/>
                  </a:lnTo>
                  <a:lnTo>
                    <a:pt x="7824" y="6580"/>
                  </a:lnTo>
                  <a:lnTo>
                    <a:pt x="7647" y="6580"/>
                  </a:lnTo>
                  <a:lnTo>
                    <a:pt x="7647" y="6046"/>
                  </a:lnTo>
                  <a:lnTo>
                    <a:pt x="8002" y="5691"/>
                  </a:lnTo>
                  <a:lnTo>
                    <a:pt x="7824" y="5691"/>
                  </a:lnTo>
                  <a:lnTo>
                    <a:pt x="8002" y="5157"/>
                  </a:lnTo>
                  <a:lnTo>
                    <a:pt x="8358" y="4980"/>
                  </a:lnTo>
                  <a:lnTo>
                    <a:pt x="8536" y="4624"/>
                  </a:lnTo>
                  <a:lnTo>
                    <a:pt x="8891" y="4624"/>
                  </a:lnTo>
                  <a:lnTo>
                    <a:pt x="9069" y="4268"/>
                  </a:lnTo>
                  <a:lnTo>
                    <a:pt x="9247" y="4090"/>
                  </a:lnTo>
                  <a:lnTo>
                    <a:pt x="9247" y="3557"/>
                  </a:lnTo>
                  <a:lnTo>
                    <a:pt x="9425" y="2846"/>
                  </a:lnTo>
                  <a:lnTo>
                    <a:pt x="9247" y="1601"/>
                  </a:lnTo>
                  <a:lnTo>
                    <a:pt x="9069" y="1423"/>
                  </a:lnTo>
                  <a:lnTo>
                    <a:pt x="8713" y="1601"/>
                  </a:lnTo>
                  <a:lnTo>
                    <a:pt x="8536" y="534"/>
                  </a:lnTo>
                  <a:lnTo>
                    <a:pt x="8180" y="356"/>
                  </a:lnTo>
                  <a:lnTo>
                    <a:pt x="782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4" name="Google Shape;1524;p60"/>
            <p:cNvSpPr/>
            <p:nvPr/>
          </p:nvSpPr>
          <p:spPr>
            <a:xfrm>
              <a:off x="3367675" y="3955475"/>
              <a:ext cx="1013575" cy="973575"/>
            </a:xfrm>
            <a:custGeom>
              <a:rect b="b" l="l" r="r" t="t"/>
              <a:pathLst>
                <a:path extrusionOk="0" h="38943" w="40543">
                  <a:moveTo>
                    <a:pt x="11025" y="1"/>
                  </a:moveTo>
                  <a:lnTo>
                    <a:pt x="10136" y="534"/>
                  </a:lnTo>
                  <a:lnTo>
                    <a:pt x="10136" y="890"/>
                  </a:lnTo>
                  <a:lnTo>
                    <a:pt x="9958" y="1246"/>
                  </a:lnTo>
                  <a:lnTo>
                    <a:pt x="9602" y="1423"/>
                  </a:lnTo>
                  <a:lnTo>
                    <a:pt x="9247" y="1423"/>
                  </a:lnTo>
                  <a:lnTo>
                    <a:pt x="9247" y="1601"/>
                  </a:lnTo>
                  <a:lnTo>
                    <a:pt x="9069" y="1779"/>
                  </a:lnTo>
                  <a:lnTo>
                    <a:pt x="8713" y="1957"/>
                  </a:lnTo>
                  <a:lnTo>
                    <a:pt x="8180" y="2312"/>
                  </a:lnTo>
                  <a:lnTo>
                    <a:pt x="8180" y="3202"/>
                  </a:lnTo>
                  <a:lnTo>
                    <a:pt x="8358" y="3557"/>
                  </a:lnTo>
                  <a:lnTo>
                    <a:pt x="8002" y="3735"/>
                  </a:lnTo>
                  <a:lnTo>
                    <a:pt x="7113" y="4624"/>
                  </a:lnTo>
                  <a:lnTo>
                    <a:pt x="7291" y="5158"/>
                  </a:lnTo>
                  <a:lnTo>
                    <a:pt x="6402" y="5513"/>
                  </a:lnTo>
                  <a:lnTo>
                    <a:pt x="6224" y="6224"/>
                  </a:lnTo>
                  <a:lnTo>
                    <a:pt x="5868" y="6936"/>
                  </a:lnTo>
                  <a:lnTo>
                    <a:pt x="4979" y="7469"/>
                  </a:lnTo>
                  <a:lnTo>
                    <a:pt x="4801" y="8003"/>
                  </a:lnTo>
                  <a:lnTo>
                    <a:pt x="4446" y="8358"/>
                  </a:lnTo>
                  <a:lnTo>
                    <a:pt x="4268" y="8714"/>
                  </a:lnTo>
                  <a:lnTo>
                    <a:pt x="2845" y="9069"/>
                  </a:lnTo>
                  <a:lnTo>
                    <a:pt x="2490" y="9069"/>
                  </a:lnTo>
                  <a:lnTo>
                    <a:pt x="2134" y="8714"/>
                  </a:lnTo>
                  <a:lnTo>
                    <a:pt x="1778" y="8892"/>
                  </a:lnTo>
                  <a:lnTo>
                    <a:pt x="1601" y="9425"/>
                  </a:lnTo>
                  <a:lnTo>
                    <a:pt x="889" y="10136"/>
                  </a:lnTo>
                  <a:lnTo>
                    <a:pt x="889" y="10492"/>
                  </a:lnTo>
                  <a:lnTo>
                    <a:pt x="1245" y="10848"/>
                  </a:lnTo>
                  <a:lnTo>
                    <a:pt x="1778" y="10848"/>
                  </a:lnTo>
                  <a:lnTo>
                    <a:pt x="1778" y="11381"/>
                  </a:lnTo>
                  <a:lnTo>
                    <a:pt x="1601" y="11559"/>
                  </a:lnTo>
                  <a:lnTo>
                    <a:pt x="1956" y="12270"/>
                  </a:lnTo>
                  <a:lnTo>
                    <a:pt x="2490" y="12270"/>
                  </a:lnTo>
                  <a:lnTo>
                    <a:pt x="2490" y="12626"/>
                  </a:lnTo>
                  <a:lnTo>
                    <a:pt x="2845" y="13159"/>
                  </a:lnTo>
                  <a:lnTo>
                    <a:pt x="3023" y="13870"/>
                  </a:lnTo>
                  <a:lnTo>
                    <a:pt x="3023" y="14048"/>
                  </a:lnTo>
                  <a:lnTo>
                    <a:pt x="3201" y="14404"/>
                  </a:lnTo>
                  <a:lnTo>
                    <a:pt x="2845" y="14582"/>
                  </a:lnTo>
                  <a:lnTo>
                    <a:pt x="3201" y="14582"/>
                  </a:lnTo>
                  <a:lnTo>
                    <a:pt x="3379" y="15115"/>
                  </a:lnTo>
                  <a:lnTo>
                    <a:pt x="3023" y="15293"/>
                  </a:lnTo>
                  <a:lnTo>
                    <a:pt x="3023" y="15649"/>
                  </a:lnTo>
                  <a:lnTo>
                    <a:pt x="3201" y="15649"/>
                  </a:lnTo>
                  <a:lnTo>
                    <a:pt x="3379" y="15826"/>
                  </a:lnTo>
                  <a:lnTo>
                    <a:pt x="3379" y="16360"/>
                  </a:lnTo>
                  <a:lnTo>
                    <a:pt x="2490" y="16538"/>
                  </a:lnTo>
                  <a:lnTo>
                    <a:pt x="1778" y="17427"/>
                  </a:lnTo>
                  <a:lnTo>
                    <a:pt x="1245" y="17605"/>
                  </a:lnTo>
                  <a:lnTo>
                    <a:pt x="1067" y="17605"/>
                  </a:lnTo>
                  <a:lnTo>
                    <a:pt x="1245" y="17782"/>
                  </a:lnTo>
                  <a:lnTo>
                    <a:pt x="356" y="17782"/>
                  </a:lnTo>
                  <a:lnTo>
                    <a:pt x="178" y="17605"/>
                  </a:lnTo>
                  <a:lnTo>
                    <a:pt x="0" y="17782"/>
                  </a:lnTo>
                  <a:lnTo>
                    <a:pt x="178" y="17960"/>
                  </a:lnTo>
                  <a:lnTo>
                    <a:pt x="889" y="18494"/>
                  </a:lnTo>
                  <a:lnTo>
                    <a:pt x="1601" y="19383"/>
                  </a:lnTo>
                  <a:lnTo>
                    <a:pt x="2134" y="19916"/>
                  </a:lnTo>
                  <a:lnTo>
                    <a:pt x="2668" y="20094"/>
                  </a:lnTo>
                  <a:lnTo>
                    <a:pt x="3023" y="19916"/>
                  </a:lnTo>
                  <a:lnTo>
                    <a:pt x="4268" y="19383"/>
                  </a:lnTo>
                  <a:lnTo>
                    <a:pt x="4624" y="18671"/>
                  </a:lnTo>
                  <a:lnTo>
                    <a:pt x="4624" y="17960"/>
                  </a:lnTo>
                  <a:lnTo>
                    <a:pt x="4801" y="17605"/>
                  </a:lnTo>
                  <a:lnTo>
                    <a:pt x="5335" y="17605"/>
                  </a:lnTo>
                  <a:lnTo>
                    <a:pt x="5513" y="17782"/>
                  </a:lnTo>
                  <a:lnTo>
                    <a:pt x="5157" y="18316"/>
                  </a:lnTo>
                  <a:lnTo>
                    <a:pt x="5335" y="18494"/>
                  </a:lnTo>
                  <a:lnTo>
                    <a:pt x="5513" y="18671"/>
                  </a:lnTo>
                  <a:lnTo>
                    <a:pt x="5335" y="19383"/>
                  </a:lnTo>
                  <a:lnTo>
                    <a:pt x="5690" y="19738"/>
                  </a:lnTo>
                  <a:lnTo>
                    <a:pt x="5690" y="20627"/>
                  </a:lnTo>
                  <a:lnTo>
                    <a:pt x="5335" y="21339"/>
                  </a:lnTo>
                  <a:lnTo>
                    <a:pt x="5513" y="21517"/>
                  </a:lnTo>
                  <a:lnTo>
                    <a:pt x="5513" y="22228"/>
                  </a:lnTo>
                  <a:lnTo>
                    <a:pt x="5690" y="22761"/>
                  </a:lnTo>
                  <a:lnTo>
                    <a:pt x="5868" y="22406"/>
                  </a:lnTo>
                  <a:lnTo>
                    <a:pt x="5868" y="23295"/>
                  </a:lnTo>
                  <a:lnTo>
                    <a:pt x="5690" y="23295"/>
                  </a:lnTo>
                  <a:lnTo>
                    <a:pt x="6224" y="25606"/>
                  </a:lnTo>
                  <a:lnTo>
                    <a:pt x="6402" y="26495"/>
                  </a:lnTo>
                  <a:lnTo>
                    <a:pt x="6580" y="27207"/>
                  </a:lnTo>
                  <a:lnTo>
                    <a:pt x="7291" y="28629"/>
                  </a:lnTo>
                  <a:lnTo>
                    <a:pt x="7469" y="29163"/>
                  </a:lnTo>
                  <a:lnTo>
                    <a:pt x="7646" y="29340"/>
                  </a:lnTo>
                  <a:lnTo>
                    <a:pt x="8180" y="30585"/>
                  </a:lnTo>
                  <a:lnTo>
                    <a:pt x="8535" y="32008"/>
                  </a:lnTo>
                  <a:lnTo>
                    <a:pt x="8713" y="32363"/>
                  </a:lnTo>
                  <a:lnTo>
                    <a:pt x="9069" y="33252"/>
                  </a:lnTo>
                  <a:lnTo>
                    <a:pt x="9602" y="33608"/>
                  </a:lnTo>
                  <a:lnTo>
                    <a:pt x="9780" y="34141"/>
                  </a:lnTo>
                  <a:lnTo>
                    <a:pt x="10491" y="36097"/>
                  </a:lnTo>
                  <a:lnTo>
                    <a:pt x="10669" y="36453"/>
                  </a:lnTo>
                  <a:lnTo>
                    <a:pt x="10669" y="36986"/>
                  </a:lnTo>
                  <a:lnTo>
                    <a:pt x="11025" y="37876"/>
                  </a:lnTo>
                  <a:lnTo>
                    <a:pt x="11558" y="38587"/>
                  </a:lnTo>
                  <a:lnTo>
                    <a:pt x="12092" y="38942"/>
                  </a:lnTo>
                  <a:lnTo>
                    <a:pt x="12270" y="38942"/>
                  </a:lnTo>
                  <a:lnTo>
                    <a:pt x="12981" y="38587"/>
                  </a:lnTo>
                  <a:lnTo>
                    <a:pt x="13159" y="37876"/>
                  </a:lnTo>
                  <a:lnTo>
                    <a:pt x="13337" y="37698"/>
                  </a:lnTo>
                  <a:lnTo>
                    <a:pt x="14226" y="37342"/>
                  </a:lnTo>
                  <a:lnTo>
                    <a:pt x="14403" y="37342"/>
                  </a:lnTo>
                  <a:lnTo>
                    <a:pt x="14226" y="36986"/>
                  </a:lnTo>
                  <a:lnTo>
                    <a:pt x="14403" y="36631"/>
                  </a:lnTo>
                  <a:lnTo>
                    <a:pt x="14759" y="36097"/>
                  </a:lnTo>
                  <a:lnTo>
                    <a:pt x="14759" y="35742"/>
                  </a:lnTo>
                  <a:lnTo>
                    <a:pt x="15648" y="35742"/>
                  </a:lnTo>
                  <a:lnTo>
                    <a:pt x="15648" y="34497"/>
                  </a:lnTo>
                  <a:lnTo>
                    <a:pt x="15470" y="33786"/>
                  </a:lnTo>
                  <a:lnTo>
                    <a:pt x="15648" y="33252"/>
                  </a:lnTo>
                  <a:lnTo>
                    <a:pt x="16004" y="32541"/>
                  </a:lnTo>
                  <a:lnTo>
                    <a:pt x="16359" y="31474"/>
                  </a:lnTo>
                  <a:lnTo>
                    <a:pt x="16004" y="30407"/>
                  </a:lnTo>
                  <a:lnTo>
                    <a:pt x="16182" y="29696"/>
                  </a:lnTo>
                  <a:lnTo>
                    <a:pt x="16004" y="29518"/>
                  </a:lnTo>
                  <a:lnTo>
                    <a:pt x="16004" y="28629"/>
                  </a:lnTo>
                  <a:lnTo>
                    <a:pt x="16182" y="27740"/>
                  </a:lnTo>
                  <a:lnTo>
                    <a:pt x="16893" y="27384"/>
                  </a:lnTo>
                  <a:lnTo>
                    <a:pt x="17248" y="27740"/>
                  </a:lnTo>
                  <a:lnTo>
                    <a:pt x="17782" y="26851"/>
                  </a:lnTo>
                  <a:lnTo>
                    <a:pt x="17960" y="26673"/>
                  </a:lnTo>
                  <a:lnTo>
                    <a:pt x="18493" y="26851"/>
                  </a:lnTo>
                  <a:lnTo>
                    <a:pt x="19204" y="26495"/>
                  </a:lnTo>
                  <a:lnTo>
                    <a:pt x="19027" y="25962"/>
                  </a:lnTo>
                  <a:lnTo>
                    <a:pt x="19204" y="25606"/>
                  </a:lnTo>
                  <a:lnTo>
                    <a:pt x="19560" y="25251"/>
                  </a:lnTo>
                  <a:lnTo>
                    <a:pt x="20449" y="24895"/>
                  </a:lnTo>
                  <a:lnTo>
                    <a:pt x="20983" y="24184"/>
                  </a:lnTo>
                  <a:lnTo>
                    <a:pt x="21872" y="23828"/>
                  </a:lnTo>
                  <a:lnTo>
                    <a:pt x="22939" y="22406"/>
                  </a:lnTo>
                  <a:lnTo>
                    <a:pt x="22939" y="22228"/>
                  </a:lnTo>
                  <a:lnTo>
                    <a:pt x="24005" y="21694"/>
                  </a:lnTo>
                  <a:lnTo>
                    <a:pt x="24539" y="21517"/>
                  </a:lnTo>
                  <a:lnTo>
                    <a:pt x="24895" y="21339"/>
                  </a:lnTo>
                  <a:lnTo>
                    <a:pt x="25606" y="20627"/>
                  </a:lnTo>
                  <a:lnTo>
                    <a:pt x="25606" y="20450"/>
                  </a:lnTo>
                  <a:lnTo>
                    <a:pt x="25961" y="20094"/>
                  </a:lnTo>
                  <a:lnTo>
                    <a:pt x="25784" y="19383"/>
                  </a:lnTo>
                  <a:lnTo>
                    <a:pt x="26139" y="18849"/>
                  </a:lnTo>
                  <a:lnTo>
                    <a:pt x="27028" y="18494"/>
                  </a:lnTo>
                  <a:lnTo>
                    <a:pt x="27740" y="18138"/>
                  </a:lnTo>
                  <a:lnTo>
                    <a:pt x="27740" y="18671"/>
                  </a:lnTo>
                  <a:lnTo>
                    <a:pt x="28095" y="18494"/>
                  </a:lnTo>
                  <a:lnTo>
                    <a:pt x="28451" y="18316"/>
                  </a:lnTo>
                  <a:lnTo>
                    <a:pt x="28629" y="18671"/>
                  </a:lnTo>
                  <a:lnTo>
                    <a:pt x="28629" y="18849"/>
                  </a:lnTo>
                  <a:lnTo>
                    <a:pt x="28806" y="18494"/>
                  </a:lnTo>
                  <a:lnTo>
                    <a:pt x="28984" y="17782"/>
                  </a:lnTo>
                  <a:lnTo>
                    <a:pt x="28806" y="16715"/>
                  </a:lnTo>
                  <a:lnTo>
                    <a:pt x="28806" y="16360"/>
                  </a:lnTo>
                  <a:lnTo>
                    <a:pt x="28451" y="16004"/>
                  </a:lnTo>
                  <a:lnTo>
                    <a:pt x="28273" y="15649"/>
                  </a:lnTo>
                  <a:lnTo>
                    <a:pt x="28451" y="14937"/>
                  </a:lnTo>
                  <a:lnTo>
                    <a:pt x="28451" y="14760"/>
                  </a:lnTo>
                  <a:lnTo>
                    <a:pt x="27740" y="14404"/>
                  </a:lnTo>
                  <a:lnTo>
                    <a:pt x="27562" y="13870"/>
                  </a:lnTo>
                  <a:lnTo>
                    <a:pt x="27740" y="13515"/>
                  </a:lnTo>
                  <a:lnTo>
                    <a:pt x="28095" y="13159"/>
                  </a:lnTo>
                  <a:lnTo>
                    <a:pt x="28806" y="12981"/>
                  </a:lnTo>
                  <a:lnTo>
                    <a:pt x="28629" y="12804"/>
                  </a:lnTo>
                  <a:lnTo>
                    <a:pt x="27562" y="12270"/>
                  </a:lnTo>
                  <a:lnTo>
                    <a:pt x="27740" y="11559"/>
                  </a:lnTo>
                  <a:lnTo>
                    <a:pt x="28095" y="11203"/>
                  </a:lnTo>
                  <a:lnTo>
                    <a:pt x="28095" y="11025"/>
                  </a:lnTo>
                  <a:lnTo>
                    <a:pt x="28629" y="11381"/>
                  </a:lnTo>
                  <a:lnTo>
                    <a:pt x="28984" y="11203"/>
                  </a:lnTo>
                  <a:lnTo>
                    <a:pt x="29518" y="11737"/>
                  </a:lnTo>
                  <a:lnTo>
                    <a:pt x="29696" y="11737"/>
                  </a:lnTo>
                  <a:lnTo>
                    <a:pt x="30051" y="11559"/>
                  </a:lnTo>
                  <a:lnTo>
                    <a:pt x="30229" y="11914"/>
                  </a:lnTo>
                  <a:lnTo>
                    <a:pt x="30229" y="12626"/>
                  </a:lnTo>
                  <a:lnTo>
                    <a:pt x="30407" y="12981"/>
                  </a:lnTo>
                  <a:lnTo>
                    <a:pt x="30762" y="12981"/>
                  </a:lnTo>
                  <a:lnTo>
                    <a:pt x="31118" y="13159"/>
                  </a:lnTo>
                  <a:lnTo>
                    <a:pt x="33430" y="13159"/>
                  </a:lnTo>
                  <a:lnTo>
                    <a:pt x="33785" y="13337"/>
                  </a:lnTo>
                  <a:lnTo>
                    <a:pt x="33963" y="13337"/>
                  </a:lnTo>
                  <a:lnTo>
                    <a:pt x="34141" y="13693"/>
                  </a:lnTo>
                  <a:lnTo>
                    <a:pt x="33785" y="13870"/>
                  </a:lnTo>
                  <a:lnTo>
                    <a:pt x="33608" y="14404"/>
                  </a:lnTo>
                  <a:lnTo>
                    <a:pt x="33252" y="14760"/>
                  </a:lnTo>
                  <a:lnTo>
                    <a:pt x="33074" y="14760"/>
                  </a:lnTo>
                  <a:lnTo>
                    <a:pt x="32718" y="14937"/>
                  </a:lnTo>
                  <a:lnTo>
                    <a:pt x="32363" y="15293"/>
                  </a:lnTo>
                  <a:lnTo>
                    <a:pt x="32185" y="15649"/>
                  </a:lnTo>
                  <a:lnTo>
                    <a:pt x="32363" y="16360"/>
                  </a:lnTo>
                  <a:lnTo>
                    <a:pt x="32541" y="16182"/>
                  </a:lnTo>
                  <a:lnTo>
                    <a:pt x="32896" y="16538"/>
                  </a:lnTo>
                  <a:lnTo>
                    <a:pt x="32896" y="16360"/>
                  </a:lnTo>
                  <a:lnTo>
                    <a:pt x="32896" y="16004"/>
                  </a:lnTo>
                  <a:lnTo>
                    <a:pt x="33074" y="15826"/>
                  </a:lnTo>
                  <a:lnTo>
                    <a:pt x="33252" y="15471"/>
                  </a:lnTo>
                  <a:lnTo>
                    <a:pt x="33785" y="15471"/>
                  </a:lnTo>
                  <a:lnTo>
                    <a:pt x="33963" y="16004"/>
                  </a:lnTo>
                  <a:lnTo>
                    <a:pt x="33963" y="16715"/>
                  </a:lnTo>
                  <a:lnTo>
                    <a:pt x="34141" y="17071"/>
                  </a:lnTo>
                  <a:lnTo>
                    <a:pt x="34319" y="17960"/>
                  </a:lnTo>
                  <a:lnTo>
                    <a:pt x="34674" y="17960"/>
                  </a:lnTo>
                  <a:lnTo>
                    <a:pt x="34852" y="17605"/>
                  </a:lnTo>
                  <a:lnTo>
                    <a:pt x="34852" y="16538"/>
                  </a:lnTo>
                  <a:lnTo>
                    <a:pt x="35030" y="16538"/>
                  </a:lnTo>
                  <a:lnTo>
                    <a:pt x="35208" y="16360"/>
                  </a:lnTo>
                  <a:lnTo>
                    <a:pt x="35208" y="14937"/>
                  </a:lnTo>
                  <a:lnTo>
                    <a:pt x="36453" y="15115"/>
                  </a:lnTo>
                  <a:lnTo>
                    <a:pt x="36630" y="14582"/>
                  </a:lnTo>
                  <a:lnTo>
                    <a:pt x="37164" y="13337"/>
                  </a:lnTo>
                  <a:lnTo>
                    <a:pt x="36986" y="13159"/>
                  </a:lnTo>
                  <a:lnTo>
                    <a:pt x="36986" y="12804"/>
                  </a:lnTo>
                  <a:lnTo>
                    <a:pt x="37342" y="12448"/>
                  </a:lnTo>
                  <a:lnTo>
                    <a:pt x="37697" y="11737"/>
                  </a:lnTo>
                  <a:lnTo>
                    <a:pt x="37697" y="11203"/>
                  </a:lnTo>
                  <a:lnTo>
                    <a:pt x="37875" y="10848"/>
                  </a:lnTo>
                  <a:lnTo>
                    <a:pt x="38231" y="10670"/>
                  </a:lnTo>
                  <a:lnTo>
                    <a:pt x="39120" y="9781"/>
                  </a:lnTo>
                  <a:lnTo>
                    <a:pt x="40187" y="9603"/>
                  </a:lnTo>
                  <a:lnTo>
                    <a:pt x="40542" y="9781"/>
                  </a:lnTo>
                  <a:lnTo>
                    <a:pt x="40365" y="9425"/>
                  </a:lnTo>
                  <a:lnTo>
                    <a:pt x="40365" y="9069"/>
                  </a:lnTo>
                  <a:lnTo>
                    <a:pt x="40542" y="8892"/>
                  </a:lnTo>
                  <a:lnTo>
                    <a:pt x="39298" y="8358"/>
                  </a:lnTo>
                  <a:lnTo>
                    <a:pt x="38942" y="8358"/>
                  </a:lnTo>
                  <a:lnTo>
                    <a:pt x="38764" y="8180"/>
                  </a:lnTo>
                  <a:lnTo>
                    <a:pt x="38409" y="8358"/>
                  </a:lnTo>
                  <a:lnTo>
                    <a:pt x="38053" y="8714"/>
                  </a:lnTo>
                  <a:lnTo>
                    <a:pt x="37519" y="9069"/>
                  </a:lnTo>
                  <a:lnTo>
                    <a:pt x="36986" y="9247"/>
                  </a:lnTo>
                  <a:lnTo>
                    <a:pt x="36630" y="9425"/>
                  </a:lnTo>
                  <a:lnTo>
                    <a:pt x="36097" y="9959"/>
                  </a:lnTo>
                  <a:lnTo>
                    <a:pt x="35919" y="10314"/>
                  </a:lnTo>
                  <a:lnTo>
                    <a:pt x="34852" y="10492"/>
                  </a:lnTo>
                  <a:lnTo>
                    <a:pt x="34319" y="10314"/>
                  </a:lnTo>
                  <a:lnTo>
                    <a:pt x="33963" y="10492"/>
                  </a:lnTo>
                  <a:lnTo>
                    <a:pt x="33608" y="10492"/>
                  </a:lnTo>
                  <a:lnTo>
                    <a:pt x="32718" y="10670"/>
                  </a:lnTo>
                  <a:lnTo>
                    <a:pt x="32541" y="10492"/>
                  </a:lnTo>
                  <a:lnTo>
                    <a:pt x="32363" y="10670"/>
                  </a:lnTo>
                  <a:lnTo>
                    <a:pt x="31296" y="10670"/>
                  </a:lnTo>
                  <a:lnTo>
                    <a:pt x="31118" y="10492"/>
                  </a:lnTo>
                  <a:lnTo>
                    <a:pt x="30762" y="10670"/>
                  </a:lnTo>
                  <a:lnTo>
                    <a:pt x="30407" y="10670"/>
                  </a:lnTo>
                  <a:lnTo>
                    <a:pt x="30229" y="10848"/>
                  </a:lnTo>
                  <a:lnTo>
                    <a:pt x="29518" y="10492"/>
                  </a:lnTo>
                  <a:lnTo>
                    <a:pt x="29162" y="10670"/>
                  </a:lnTo>
                  <a:lnTo>
                    <a:pt x="28629" y="10136"/>
                  </a:lnTo>
                  <a:lnTo>
                    <a:pt x="28806" y="9603"/>
                  </a:lnTo>
                  <a:lnTo>
                    <a:pt x="28629" y="9247"/>
                  </a:lnTo>
                  <a:lnTo>
                    <a:pt x="28629" y="8536"/>
                  </a:lnTo>
                  <a:lnTo>
                    <a:pt x="28451" y="8536"/>
                  </a:lnTo>
                  <a:lnTo>
                    <a:pt x="27917" y="8714"/>
                  </a:lnTo>
                  <a:lnTo>
                    <a:pt x="27740" y="8714"/>
                  </a:lnTo>
                  <a:lnTo>
                    <a:pt x="27917" y="8892"/>
                  </a:lnTo>
                  <a:lnTo>
                    <a:pt x="27740" y="9425"/>
                  </a:lnTo>
                  <a:lnTo>
                    <a:pt x="27562" y="9959"/>
                  </a:lnTo>
                  <a:lnTo>
                    <a:pt x="27917" y="10492"/>
                  </a:lnTo>
                  <a:lnTo>
                    <a:pt x="27740" y="11203"/>
                  </a:lnTo>
                  <a:lnTo>
                    <a:pt x="27384" y="11203"/>
                  </a:lnTo>
                  <a:lnTo>
                    <a:pt x="26495" y="11381"/>
                  </a:lnTo>
                  <a:lnTo>
                    <a:pt x="26139" y="11203"/>
                  </a:lnTo>
                  <a:lnTo>
                    <a:pt x="25961" y="11025"/>
                  </a:lnTo>
                  <a:lnTo>
                    <a:pt x="25606" y="11203"/>
                  </a:lnTo>
                  <a:lnTo>
                    <a:pt x="25072" y="10848"/>
                  </a:lnTo>
                  <a:lnTo>
                    <a:pt x="24895" y="10848"/>
                  </a:lnTo>
                  <a:lnTo>
                    <a:pt x="24361" y="11025"/>
                  </a:lnTo>
                  <a:lnTo>
                    <a:pt x="24005" y="10492"/>
                  </a:lnTo>
                  <a:lnTo>
                    <a:pt x="23472" y="10670"/>
                  </a:lnTo>
                  <a:lnTo>
                    <a:pt x="22761" y="10314"/>
                  </a:lnTo>
                  <a:lnTo>
                    <a:pt x="22583" y="9781"/>
                  </a:lnTo>
                  <a:lnTo>
                    <a:pt x="21872" y="9603"/>
                  </a:lnTo>
                  <a:lnTo>
                    <a:pt x="20983" y="9603"/>
                  </a:lnTo>
                  <a:lnTo>
                    <a:pt x="20805" y="9781"/>
                  </a:lnTo>
                  <a:lnTo>
                    <a:pt x="19916" y="9425"/>
                  </a:lnTo>
                  <a:lnTo>
                    <a:pt x="19738" y="9247"/>
                  </a:lnTo>
                  <a:lnTo>
                    <a:pt x="19382" y="9069"/>
                  </a:lnTo>
                  <a:lnTo>
                    <a:pt x="18849" y="8892"/>
                  </a:lnTo>
                  <a:lnTo>
                    <a:pt x="18493" y="8892"/>
                  </a:lnTo>
                  <a:lnTo>
                    <a:pt x="17960" y="8358"/>
                  </a:lnTo>
                  <a:lnTo>
                    <a:pt x="17782" y="8358"/>
                  </a:lnTo>
                  <a:lnTo>
                    <a:pt x="17604" y="8003"/>
                  </a:lnTo>
                  <a:lnTo>
                    <a:pt x="16715" y="7647"/>
                  </a:lnTo>
                  <a:lnTo>
                    <a:pt x="16359" y="7647"/>
                  </a:lnTo>
                  <a:lnTo>
                    <a:pt x="16004" y="7291"/>
                  </a:lnTo>
                  <a:lnTo>
                    <a:pt x="16004" y="6758"/>
                  </a:lnTo>
                  <a:lnTo>
                    <a:pt x="16182" y="6580"/>
                  </a:lnTo>
                  <a:lnTo>
                    <a:pt x="16182" y="6224"/>
                  </a:lnTo>
                  <a:lnTo>
                    <a:pt x="16359" y="5869"/>
                  </a:lnTo>
                  <a:lnTo>
                    <a:pt x="16359" y="5513"/>
                  </a:lnTo>
                  <a:lnTo>
                    <a:pt x="17071" y="4980"/>
                  </a:lnTo>
                  <a:lnTo>
                    <a:pt x="17248" y="4980"/>
                  </a:lnTo>
                  <a:lnTo>
                    <a:pt x="17071" y="4802"/>
                  </a:lnTo>
                  <a:lnTo>
                    <a:pt x="16715" y="4624"/>
                  </a:lnTo>
                  <a:lnTo>
                    <a:pt x="16359" y="4446"/>
                  </a:lnTo>
                  <a:lnTo>
                    <a:pt x="16359" y="4624"/>
                  </a:lnTo>
                  <a:lnTo>
                    <a:pt x="16182" y="4446"/>
                  </a:lnTo>
                  <a:lnTo>
                    <a:pt x="15826" y="3913"/>
                  </a:lnTo>
                  <a:lnTo>
                    <a:pt x="15648" y="3735"/>
                  </a:lnTo>
                  <a:lnTo>
                    <a:pt x="15292" y="3735"/>
                  </a:lnTo>
                  <a:lnTo>
                    <a:pt x="15115" y="3557"/>
                  </a:lnTo>
                  <a:lnTo>
                    <a:pt x="14937" y="3735"/>
                  </a:lnTo>
                  <a:lnTo>
                    <a:pt x="14581" y="3735"/>
                  </a:lnTo>
                  <a:lnTo>
                    <a:pt x="14226" y="3202"/>
                  </a:lnTo>
                  <a:lnTo>
                    <a:pt x="14048" y="3202"/>
                  </a:lnTo>
                  <a:lnTo>
                    <a:pt x="14048" y="2135"/>
                  </a:lnTo>
                  <a:lnTo>
                    <a:pt x="13692" y="1779"/>
                  </a:lnTo>
                  <a:lnTo>
                    <a:pt x="13692" y="1601"/>
                  </a:lnTo>
                  <a:lnTo>
                    <a:pt x="13692" y="1423"/>
                  </a:lnTo>
                  <a:lnTo>
                    <a:pt x="13514" y="1068"/>
                  </a:lnTo>
                  <a:lnTo>
                    <a:pt x="13514" y="890"/>
                  </a:lnTo>
                  <a:lnTo>
                    <a:pt x="13514" y="712"/>
                  </a:lnTo>
                  <a:lnTo>
                    <a:pt x="12981" y="890"/>
                  </a:lnTo>
                  <a:lnTo>
                    <a:pt x="12625" y="356"/>
                  </a:lnTo>
                  <a:lnTo>
                    <a:pt x="11914" y="534"/>
                  </a:lnTo>
                  <a:lnTo>
                    <a:pt x="11558" y="356"/>
                  </a:lnTo>
                  <a:lnTo>
                    <a:pt x="1120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5" name="Google Shape;1525;p60"/>
            <p:cNvSpPr/>
            <p:nvPr/>
          </p:nvSpPr>
          <p:spPr>
            <a:xfrm>
              <a:off x="971600" y="4720100"/>
              <a:ext cx="426775" cy="351200"/>
            </a:xfrm>
            <a:custGeom>
              <a:rect b="b" l="l" r="r" t="t"/>
              <a:pathLst>
                <a:path extrusionOk="0" h="14048" w="17071">
                  <a:moveTo>
                    <a:pt x="4090" y="0"/>
                  </a:moveTo>
                  <a:lnTo>
                    <a:pt x="3735" y="178"/>
                  </a:lnTo>
                  <a:lnTo>
                    <a:pt x="2846" y="178"/>
                  </a:lnTo>
                  <a:lnTo>
                    <a:pt x="2134" y="711"/>
                  </a:lnTo>
                  <a:lnTo>
                    <a:pt x="1957" y="1423"/>
                  </a:lnTo>
                  <a:lnTo>
                    <a:pt x="1423" y="2134"/>
                  </a:lnTo>
                  <a:lnTo>
                    <a:pt x="1423" y="3201"/>
                  </a:lnTo>
                  <a:lnTo>
                    <a:pt x="1245" y="3201"/>
                  </a:lnTo>
                  <a:lnTo>
                    <a:pt x="1068" y="3556"/>
                  </a:lnTo>
                  <a:lnTo>
                    <a:pt x="1423" y="4090"/>
                  </a:lnTo>
                  <a:lnTo>
                    <a:pt x="1601" y="4801"/>
                  </a:lnTo>
                  <a:lnTo>
                    <a:pt x="1601" y="5157"/>
                  </a:lnTo>
                  <a:lnTo>
                    <a:pt x="1245" y="5157"/>
                  </a:lnTo>
                  <a:lnTo>
                    <a:pt x="1423" y="5335"/>
                  </a:lnTo>
                  <a:lnTo>
                    <a:pt x="1245" y="5868"/>
                  </a:lnTo>
                  <a:lnTo>
                    <a:pt x="890" y="6224"/>
                  </a:lnTo>
                  <a:lnTo>
                    <a:pt x="534" y="6935"/>
                  </a:lnTo>
                  <a:lnTo>
                    <a:pt x="178" y="7291"/>
                  </a:lnTo>
                  <a:lnTo>
                    <a:pt x="1" y="8180"/>
                  </a:lnTo>
                  <a:lnTo>
                    <a:pt x="1" y="8713"/>
                  </a:lnTo>
                  <a:lnTo>
                    <a:pt x="178" y="9424"/>
                  </a:lnTo>
                  <a:lnTo>
                    <a:pt x="1" y="10847"/>
                  </a:lnTo>
                  <a:lnTo>
                    <a:pt x="2312" y="10847"/>
                  </a:lnTo>
                  <a:lnTo>
                    <a:pt x="2490" y="11025"/>
                  </a:lnTo>
                  <a:lnTo>
                    <a:pt x="2846" y="11025"/>
                  </a:lnTo>
                  <a:lnTo>
                    <a:pt x="2846" y="11202"/>
                  </a:lnTo>
                  <a:lnTo>
                    <a:pt x="3023" y="11202"/>
                  </a:lnTo>
                  <a:lnTo>
                    <a:pt x="3023" y="11380"/>
                  </a:lnTo>
                  <a:lnTo>
                    <a:pt x="3379" y="11736"/>
                  </a:lnTo>
                  <a:lnTo>
                    <a:pt x="3379" y="11914"/>
                  </a:lnTo>
                  <a:lnTo>
                    <a:pt x="3557" y="11914"/>
                  </a:lnTo>
                  <a:lnTo>
                    <a:pt x="3557" y="12269"/>
                  </a:lnTo>
                  <a:lnTo>
                    <a:pt x="3913" y="12269"/>
                  </a:lnTo>
                  <a:lnTo>
                    <a:pt x="3913" y="12625"/>
                  </a:lnTo>
                  <a:lnTo>
                    <a:pt x="3913" y="12981"/>
                  </a:lnTo>
                  <a:lnTo>
                    <a:pt x="4090" y="13158"/>
                  </a:lnTo>
                  <a:lnTo>
                    <a:pt x="4090" y="13336"/>
                  </a:lnTo>
                  <a:lnTo>
                    <a:pt x="4624" y="13870"/>
                  </a:lnTo>
                  <a:lnTo>
                    <a:pt x="4802" y="13870"/>
                  </a:lnTo>
                  <a:lnTo>
                    <a:pt x="4802" y="14047"/>
                  </a:lnTo>
                  <a:lnTo>
                    <a:pt x="4979" y="13870"/>
                  </a:lnTo>
                  <a:lnTo>
                    <a:pt x="6046" y="13870"/>
                  </a:lnTo>
                  <a:lnTo>
                    <a:pt x="6046" y="13692"/>
                  </a:lnTo>
                  <a:lnTo>
                    <a:pt x="6224" y="13692"/>
                  </a:lnTo>
                  <a:lnTo>
                    <a:pt x="6224" y="13514"/>
                  </a:lnTo>
                  <a:lnTo>
                    <a:pt x="6580" y="13514"/>
                  </a:lnTo>
                  <a:lnTo>
                    <a:pt x="6580" y="13692"/>
                  </a:lnTo>
                  <a:lnTo>
                    <a:pt x="7113" y="13692"/>
                  </a:lnTo>
                  <a:lnTo>
                    <a:pt x="7291" y="13514"/>
                  </a:lnTo>
                  <a:lnTo>
                    <a:pt x="7825" y="13514"/>
                  </a:lnTo>
                  <a:lnTo>
                    <a:pt x="7825" y="13336"/>
                  </a:lnTo>
                  <a:lnTo>
                    <a:pt x="7647" y="13336"/>
                  </a:lnTo>
                  <a:lnTo>
                    <a:pt x="7647" y="12981"/>
                  </a:lnTo>
                  <a:lnTo>
                    <a:pt x="8180" y="12981"/>
                  </a:lnTo>
                  <a:lnTo>
                    <a:pt x="8180" y="13158"/>
                  </a:lnTo>
                  <a:lnTo>
                    <a:pt x="8358" y="13158"/>
                  </a:lnTo>
                  <a:lnTo>
                    <a:pt x="8714" y="12625"/>
                  </a:lnTo>
                  <a:lnTo>
                    <a:pt x="8714" y="11558"/>
                  </a:lnTo>
                  <a:lnTo>
                    <a:pt x="9603" y="10847"/>
                  </a:lnTo>
                  <a:lnTo>
                    <a:pt x="9958" y="10669"/>
                  </a:lnTo>
                  <a:lnTo>
                    <a:pt x="10136" y="10313"/>
                  </a:lnTo>
                  <a:lnTo>
                    <a:pt x="10670" y="10136"/>
                  </a:lnTo>
                  <a:lnTo>
                    <a:pt x="11025" y="10136"/>
                  </a:lnTo>
                  <a:lnTo>
                    <a:pt x="11203" y="9958"/>
                  </a:lnTo>
                  <a:lnTo>
                    <a:pt x="12270" y="10669"/>
                  </a:lnTo>
                  <a:lnTo>
                    <a:pt x="12803" y="10136"/>
                  </a:lnTo>
                  <a:lnTo>
                    <a:pt x="13337" y="9069"/>
                  </a:lnTo>
                  <a:lnTo>
                    <a:pt x="13692" y="8002"/>
                  </a:lnTo>
                  <a:lnTo>
                    <a:pt x="13870" y="7646"/>
                  </a:lnTo>
                  <a:lnTo>
                    <a:pt x="14226" y="7646"/>
                  </a:lnTo>
                  <a:lnTo>
                    <a:pt x="14404" y="7291"/>
                  </a:lnTo>
                  <a:lnTo>
                    <a:pt x="14404" y="7113"/>
                  </a:lnTo>
                  <a:lnTo>
                    <a:pt x="14582" y="6579"/>
                  </a:lnTo>
                  <a:lnTo>
                    <a:pt x="14937" y="6224"/>
                  </a:lnTo>
                  <a:lnTo>
                    <a:pt x="15115" y="5512"/>
                  </a:lnTo>
                  <a:lnTo>
                    <a:pt x="15471" y="5335"/>
                  </a:lnTo>
                  <a:lnTo>
                    <a:pt x="15648" y="4623"/>
                  </a:lnTo>
                  <a:lnTo>
                    <a:pt x="16182" y="3734"/>
                  </a:lnTo>
                  <a:lnTo>
                    <a:pt x="16537" y="3734"/>
                  </a:lnTo>
                  <a:lnTo>
                    <a:pt x="17071" y="3201"/>
                  </a:lnTo>
                  <a:lnTo>
                    <a:pt x="17071" y="2667"/>
                  </a:lnTo>
                  <a:lnTo>
                    <a:pt x="16893" y="2312"/>
                  </a:lnTo>
                  <a:lnTo>
                    <a:pt x="16360" y="2312"/>
                  </a:lnTo>
                  <a:lnTo>
                    <a:pt x="16360" y="1245"/>
                  </a:lnTo>
                  <a:lnTo>
                    <a:pt x="15648" y="356"/>
                  </a:lnTo>
                  <a:lnTo>
                    <a:pt x="15471" y="356"/>
                  </a:lnTo>
                  <a:lnTo>
                    <a:pt x="14759" y="711"/>
                  </a:lnTo>
                  <a:lnTo>
                    <a:pt x="14226" y="889"/>
                  </a:lnTo>
                  <a:lnTo>
                    <a:pt x="14048" y="1245"/>
                  </a:lnTo>
                  <a:lnTo>
                    <a:pt x="13337" y="1245"/>
                  </a:lnTo>
                  <a:lnTo>
                    <a:pt x="13159" y="1067"/>
                  </a:lnTo>
                  <a:lnTo>
                    <a:pt x="12448" y="889"/>
                  </a:lnTo>
                  <a:lnTo>
                    <a:pt x="11559" y="889"/>
                  </a:lnTo>
                  <a:lnTo>
                    <a:pt x="10670" y="1067"/>
                  </a:lnTo>
                  <a:lnTo>
                    <a:pt x="9958" y="1600"/>
                  </a:lnTo>
                  <a:lnTo>
                    <a:pt x="8714" y="1600"/>
                  </a:lnTo>
                  <a:lnTo>
                    <a:pt x="8002" y="1245"/>
                  </a:lnTo>
                  <a:lnTo>
                    <a:pt x="7647" y="889"/>
                  </a:lnTo>
                  <a:lnTo>
                    <a:pt x="7469" y="889"/>
                  </a:lnTo>
                  <a:lnTo>
                    <a:pt x="6758" y="1245"/>
                  </a:lnTo>
                  <a:lnTo>
                    <a:pt x="5869" y="1423"/>
                  </a:lnTo>
                  <a:lnTo>
                    <a:pt x="5157" y="356"/>
                  </a:lnTo>
                  <a:lnTo>
                    <a:pt x="409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6" name="Google Shape;1526;p60"/>
            <p:cNvSpPr/>
            <p:nvPr/>
          </p:nvSpPr>
          <p:spPr>
            <a:xfrm>
              <a:off x="900475" y="4777875"/>
              <a:ext cx="106725" cy="222300"/>
            </a:xfrm>
            <a:custGeom>
              <a:rect b="b" l="l" r="r" t="t"/>
              <a:pathLst>
                <a:path extrusionOk="0" h="8892" w="4269">
                  <a:moveTo>
                    <a:pt x="2846" y="1"/>
                  </a:moveTo>
                  <a:lnTo>
                    <a:pt x="2312" y="178"/>
                  </a:lnTo>
                  <a:lnTo>
                    <a:pt x="2490" y="534"/>
                  </a:lnTo>
                  <a:lnTo>
                    <a:pt x="2312" y="712"/>
                  </a:lnTo>
                  <a:lnTo>
                    <a:pt x="2312" y="1068"/>
                  </a:lnTo>
                  <a:lnTo>
                    <a:pt x="1779" y="1245"/>
                  </a:lnTo>
                  <a:lnTo>
                    <a:pt x="1067" y="1423"/>
                  </a:lnTo>
                  <a:lnTo>
                    <a:pt x="178" y="1957"/>
                  </a:lnTo>
                  <a:lnTo>
                    <a:pt x="1" y="2668"/>
                  </a:lnTo>
                  <a:lnTo>
                    <a:pt x="890" y="3379"/>
                  </a:lnTo>
                  <a:lnTo>
                    <a:pt x="890" y="4268"/>
                  </a:lnTo>
                  <a:lnTo>
                    <a:pt x="1245" y="4802"/>
                  </a:lnTo>
                  <a:lnTo>
                    <a:pt x="1245" y="8180"/>
                  </a:lnTo>
                  <a:lnTo>
                    <a:pt x="1423" y="8891"/>
                  </a:lnTo>
                  <a:lnTo>
                    <a:pt x="2134" y="8714"/>
                  </a:lnTo>
                  <a:lnTo>
                    <a:pt x="2668" y="8536"/>
                  </a:lnTo>
                  <a:lnTo>
                    <a:pt x="2846" y="7291"/>
                  </a:lnTo>
                  <a:lnTo>
                    <a:pt x="2668" y="6580"/>
                  </a:lnTo>
                  <a:lnTo>
                    <a:pt x="2668" y="5691"/>
                  </a:lnTo>
                  <a:lnTo>
                    <a:pt x="2846" y="4802"/>
                  </a:lnTo>
                  <a:lnTo>
                    <a:pt x="3201" y="4446"/>
                  </a:lnTo>
                  <a:lnTo>
                    <a:pt x="3557" y="3735"/>
                  </a:lnTo>
                  <a:lnTo>
                    <a:pt x="3913" y="3379"/>
                  </a:lnTo>
                  <a:lnTo>
                    <a:pt x="4090" y="3024"/>
                  </a:lnTo>
                  <a:lnTo>
                    <a:pt x="3913" y="2668"/>
                  </a:lnTo>
                  <a:lnTo>
                    <a:pt x="4268" y="2668"/>
                  </a:lnTo>
                  <a:lnTo>
                    <a:pt x="4268" y="2490"/>
                  </a:lnTo>
                  <a:lnTo>
                    <a:pt x="4090" y="1957"/>
                  </a:lnTo>
                  <a:lnTo>
                    <a:pt x="3735" y="1423"/>
                  </a:lnTo>
                  <a:lnTo>
                    <a:pt x="3913" y="890"/>
                  </a:lnTo>
                  <a:lnTo>
                    <a:pt x="3557" y="712"/>
                  </a:lnTo>
                  <a:lnTo>
                    <a:pt x="3379" y="356"/>
                  </a:lnTo>
                  <a:lnTo>
                    <a:pt x="284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7" name="Google Shape;1527;p60"/>
            <p:cNvSpPr/>
            <p:nvPr/>
          </p:nvSpPr>
          <p:spPr>
            <a:xfrm>
              <a:off x="1051625" y="1510525"/>
              <a:ext cx="938000" cy="1124700"/>
            </a:xfrm>
            <a:custGeom>
              <a:rect b="b" l="l" r="r" t="t"/>
              <a:pathLst>
                <a:path extrusionOk="0" h="44988" w="37520">
                  <a:moveTo>
                    <a:pt x="29873" y="0"/>
                  </a:moveTo>
                  <a:lnTo>
                    <a:pt x="29340" y="890"/>
                  </a:lnTo>
                  <a:lnTo>
                    <a:pt x="28629" y="712"/>
                  </a:lnTo>
                  <a:lnTo>
                    <a:pt x="28273" y="1245"/>
                  </a:lnTo>
                  <a:lnTo>
                    <a:pt x="28095" y="1956"/>
                  </a:lnTo>
                  <a:lnTo>
                    <a:pt x="27917" y="2312"/>
                  </a:lnTo>
                  <a:lnTo>
                    <a:pt x="27384" y="1956"/>
                  </a:lnTo>
                  <a:lnTo>
                    <a:pt x="27028" y="2490"/>
                  </a:lnTo>
                  <a:lnTo>
                    <a:pt x="26673" y="2490"/>
                  </a:lnTo>
                  <a:lnTo>
                    <a:pt x="25250" y="3735"/>
                  </a:lnTo>
                  <a:lnTo>
                    <a:pt x="24361" y="3379"/>
                  </a:lnTo>
                  <a:lnTo>
                    <a:pt x="23828" y="3912"/>
                  </a:lnTo>
                  <a:lnTo>
                    <a:pt x="24361" y="4979"/>
                  </a:lnTo>
                  <a:lnTo>
                    <a:pt x="23828" y="4979"/>
                  </a:lnTo>
                  <a:lnTo>
                    <a:pt x="23116" y="5157"/>
                  </a:lnTo>
                  <a:lnTo>
                    <a:pt x="22761" y="4268"/>
                  </a:lnTo>
                  <a:lnTo>
                    <a:pt x="22761" y="4090"/>
                  </a:lnTo>
                  <a:lnTo>
                    <a:pt x="22583" y="4446"/>
                  </a:lnTo>
                  <a:lnTo>
                    <a:pt x="22761" y="5157"/>
                  </a:lnTo>
                  <a:lnTo>
                    <a:pt x="22049" y="6935"/>
                  </a:lnTo>
                  <a:lnTo>
                    <a:pt x="21872" y="5513"/>
                  </a:lnTo>
                  <a:lnTo>
                    <a:pt x="21338" y="5868"/>
                  </a:lnTo>
                  <a:lnTo>
                    <a:pt x="20805" y="4624"/>
                  </a:lnTo>
                  <a:lnTo>
                    <a:pt x="20449" y="4268"/>
                  </a:lnTo>
                  <a:lnTo>
                    <a:pt x="20271" y="4446"/>
                  </a:lnTo>
                  <a:lnTo>
                    <a:pt x="19382" y="6224"/>
                  </a:lnTo>
                  <a:lnTo>
                    <a:pt x="19560" y="7291"/>
                  </a:lnTo>
                  <a:lnTo>
                    <a:pt x="18315" y="6757"/>
                  </a:lnTo>
                  <a:lnTo>
                    <a:pt x="17960" y="6935"/>
                  </a:lnTo>
                  <a:lnTo>
                    <a:pt x="17604" y="7469"/>
                  </a:lnTo>
                  <a:lnTo>
                    <a:pt x="17426" y="8358"/>
                  </a:lnTo>
                  <a:lnTo>
                    <a:pt x="17604" y="8536"/>
                  </a:lnTo>
                  <a:lnTo>
                    <a:pt x="18138" y="8358"/>
                  </a:lnTo>
                  <a:lnTo>
                    <a:pt x="18138" y="9425"/>
                  </a:lnTo>
                  <a:lnTo>
                    <a:pt x="16893" y="9958"/>
                  </a:lnTo>
                  <a:lnTo>
                    <a:pt x="16537" y="9069"/>
                  </a:lnTo>
                  <a:lnTo>
                    <a:pt x="15826" y="10136"/>
                  </a:lnTo>
                  <a:lnTo>
                    <a:pt x="15648" y="8891"/>
                  </a:lnTo>
                  <a:lnTo>
                    <a:pt x="16004" y="8180"/>
                  </a:lnTo>
                  <a:lnTo>
                    <a:pt x="15826" y="8002"/>
                  </a:lnTo>
                  <a:lnTo>
                    <a:pt x="15470" y="8713"/>
                  </a:lnTo>
                  <a:lnTo>
                    <a:pt x="15292" y="9958"/>
                  </a:lnTo>
                  <a:lnTo>
                    <a:pt x="14937" y="10669"/>
                  </a:lnTo>
                  <a:lnTo>
                    <a:pt x="14581" y="10847"/>
                  </a:lnTo>
                  <a:lnTo>
                    <a:pt x="13514" y="11558"/>
                  </a:lnTo>
                  <a:lnTo>
                    <a:pt x="12981" y="11736"/>
                  </a:lnTo>
                  <a:lnTo>
                    <a:pt x="12625" y="12092"/>
                  </a:lnTo>
                  <a:lnTo>
                    <a:pt x="12625" y="12270"/>
                  </a:lnTo>
                  <a:lnTo>
                    <a:pt x="13336" y="11914"/>
                  </a:lnTo>
                  <a:lnTo>
                    <a:pt x="14048" y="11914"/>
                  </a:lnTo>
                  <a:lnTo>
                    <a:pt x="14048" y="12092"/>
                  </a:lnTo>
                  <a:lnTo>
                    <a:pt x="14226" y="11736"/>
                  </a:lnTo>
                  <a:lnTo>
                    <a:pt x="14759" y="11736"/>
                  </a:lnTo>
                  <a:lnTo>
                    <a:pt x="15826" y="11025"/>
                  </a:lnTo>
                  <a:lnTo>
                    <a:pt x="16359" y="11203"/>
                  </a:lnTo>
                  <a:lnTo>
                    <a:pt x="16537" y="11558"/>
                  </a:lnTo>
                  <a:lnTo>
                    <a:pt x="16359" y="12981"/>
                  </a:lnTo>
                  <a:lnTo>
                    <a:pt x="15826" y="12092"/>
                  </a:lnTo>
                  <a:lnTo>
                    <a:pt x="15292" y="12448"/>
                  </a:lnTo>
                  <a:lnTo>
                    <a:pt x="15115" y="13159"/>
                  </a:lnTo>
                  <a:lnTo>
                    <a:pt x="14403" y="13337"/>
                  </a:lnTo>
                  <a:lnTo>
                    <a:pt x="14403" y="13870"/>
                  </a:lnTo>
                  <a:lnTo>
                    <a:pt x="14937" y="13692"/>
                  </a:lnTo>
                  <a:lnTo>
                    <a:pt x="14937" y="14048"/>
                  </a:lnTo>
                  <a:lnTo>
                    <a:pt x="14759" y="14581"/>
                  </a:lnTo>
                  <a:lnTo>
                    <a:pt x="14226" y="14937"/>
                  </a:lnTo>
                  <a:lnTo>
                    <a:pt x="13692" y="15826"/>
                  </a:lnTo>
                  <a:lnTo>
                    <a:pt x="13336" y="16182"/>
                  </a:lnTo>
                  <a:lnTo>
                    <a:pt x="12092" y="17782"/>
                  </a:lnTo>
                  <a:lnTo>
                    <a:pt x="11736" y="19560"/>
                  </a:lnTo>
                  <a:lnTo>
                    <a:pt x="11203" y="19916"/>
                  </a:lnTo>
                  <a:lnTo>
                    <a:pt x="11025" y="19916"/>
                  </a:lnTo>
                  <a:lnTo>
                    <a:pt x="10847" y="20271"/>
                  </a:lnTo>
                  <a:lnTo>
                    <a:pt x="11025" y="20983"/>
                  </a:lnTo>
                  <a:lnTo>
                    <a:pt x="10491" y="22227"/>
                  </a:lnTo>
                  <a:lnTo>
                    <a:pt x="10314" y="23828"/>
                  </a:lnTo>
                  <a:lnTo>
                    <a:pt x="9958" y="23472"/>
                  </a:lnTo>
                  <a:lnTo>
                    <a:pt x="9958" y="23294"/>
                  </a:lnTo>
                  <a:lnTo>
                    <a:pt x="9780" y="23472"/>
                  </a:lnTo>
                  <a:lnTo>
                    <a:pt x="9602" y="24006"/>
                  </a:lnTo>
                  <a:lnTo>
                    <a:pt x="8535" y="24006"/>
                  </a:lnTo>
                  <a:lnTo>
                    <a:pt x="8535" y="24183"/>
                  </a:lnTo>
                  <a:lnTo>
                    <a:pt x="9069" y="24895"/>
                  </a:lnTo>
                  <a:lnTo>
                    <a:pt x="8002" y="25784"/>
                  </a:lnTo>
                  <a:lnTo>
                    <a:pt x="8002" y="26139"/>
                  </a:lnTo>
                  <a:lnTo>
                    <a:pt x="7646" y="26317"/>
                  </a:lnTo>
                  <a:lnTo>
                    <a:pt x="7646" y="26495"/>
                  </a:lnTo>
                  <a:lnTo>
                    <a:pt x="7469" y="26673"/>
                  </a:lnTo>
                  <a:lnTo>
                    <a:pt x="7291" y="27028"/>
                  </a:lnTo>
                  <a:lnTo>
                    <a:pt x="7291" y="27384"/>
                  </a:lnTo>
                  <a:lnTo>
                    <a:pt x="6757" y="27917"/>
                  </a:lnTo>
                  <a:lnTo>
                    <a:pt x="7291" y="28629"/>
                  </a:lnTo>
                  <a:lnTo>
                    <a:pt x="8713" y="27917"/>
                  </a:lnTo>
                  <a:lnTo>
                    <a:pt x="8713" y="27917"/>
                  </a:lnTo>
                  <a:lnTo>
                    <a:pt x="8535" y="28984"/>
                  </a:lnTo>
                  <a:lnTo>
                    <a:pt x="7646" y="28984"/>
                  </a:lnTo>
                  <a:lnTo>
                    <a:pt x="7469" y="29162"/>
                  </a:lnTo>
                  <a:lnTo>
                    <a:pt x="7113" y="29162"/>
                  </a:lnTo>
                  <a:lnTo>
                    <a:pt x="6757" y="28451"/>
                  </a:lnTo>
                  <a:lnTo>
                    <a:pt x="6046" y="28629"/>
                  </a:lnTo>
                  <a:lnTo>
                    <a:pt x="5868" y="28273"/>
                  </a:lnTo>
                  <a:lnTo>
                    <a:pt x="5513" y="28273"/>
                  </a:lnTo>
                  <a:lnTo>
                    <a:pt x="5335" y="27917"/>
                  </a:lnTo>
                  <a:lnTo>
                    <a:pt x="5335" y="27740"/>
                  </a:lnTo>
                  <a:lnTo>
                    <a:pt x="5157" y="28095"/>
                  </a:lnTo>
                  <a:lnTo>
                    <a:pt x="5157" y="28451"/>
                  </a:lnTo>
                  <a:lnTo>
                    <a:pt x="4979" y="28629"/>
                  </a:lnTo>
                  <a:lnTo>
                    <a:pt x="5513" y="28807"/>
                  </a:lnTo>
                  <a:lnTo>
                    <a:pt x="5335" y="29162"/>
                  </a:lnTo>
                  <a:lnTo>
                    <a:pt x="4624" y="29696"/>
                  </a:lnTo>
                  <a:lnTo>
                    <a:pt x="4624" y="30229"/>
                  </a:lnTo>
                  <a:lnTo>
                    <a:pt x="3734" y="30051"/>
                  </a:lnTo>
                  <a:lnTo>
                    <a:pt x="3023" y="30585"/>
                  </a:lnTo>
                  <a:lnTo>
                    <a:pt x="2490" y="31474"/>
                  </a:lnTo>
                  <a:lnTo>
                    <a:pt x="1956" y="31652"/>
                  </a:lnTo>
                  <a:lnTo>
                    <a:pt x="1778" y="31829"/>
                  </a:lnTo>
                  <a:lnTo>
                    <a:pt x="2134" y="32185"/>
                  </a:lnTo>
                  <a:lnTo>
                    <a:pt x="2134" y="32541"/>
                  </a:lnTo>
                  <a:lnTo>
                    <a:pt x="889" y="32363"/>
                  </a:lnTo>
                  <a:lnTo>
                    <a:pt x="889" y="32718"/>
                  </a:lnTo>
                  <a:lnTo>
                    <a:pt x="712" y="32896"/>
                  </a:lnTo>
                  <a:lnTo>
                    <a:pt x="889" y="33430"/>
                  </a:lnTo>
                  <a:lnTo>
                    <a:pt x="889" y="33430"/>
                  </a:lnTo>
                  <a:lnTo>
                    <a:pt x="356" y="33252"/>
                  </a:lnTo>
                  <a:lnTo>
                    <a:pt x="178" y="33963"/>
                  </a:lnTo>
                  <a:lnTo>
                    <a:pt x="356" y="34852"/>
                  </a:lnTo>
                  <a:lnTo>
                    <a:pt x="0" y="35564"/>
                  </a:lnTo>
                  <a:lnTo>
                    <a:pt x="0" y="35741"/>
                  </a:lnTo>
                  <a:lnTo>
                    <a:pt x="356" y="36097"/>
                  </a:lnTo>
                  <a:lnTo>
                    <a:pt x="178" y="36630"/>
                  </a:lnTo>
                  <a:lnTo>
                    <a:pt x="356" y="36808"/>
                  </a:lnTo>
                  <a:lnTo>
                    <a:pt x="0" y="37342"/>
                  </a:lnTo>
                  <a:lnTo>
                    <a:pt x="0" y="37875"/>
                  </a:lnTo>
                  <a:lnTo>
                    <a:pt x="178" y="38764"/>
                  </a:lnTo>
                  <a:lnTo>
                    <a:pt x="356" y="38942"/>
                  </a:lnTo>
                  <a:lnTo>
                    <a:pt x="356" y="38764"/>
                  </a:lnTo>
                  <a:lnTo>
                    <a:pt x="889" y="38764"/>
                  </a:lnTo>
                  <a:lnTo>
                    <a:pt x="1067" y="38942"/>
                  </a:lnTo>
                  <a:lnTo>
                    <a:pt x="356" y="39831"/>
                  </a:lnTo>
                  <a:lnTo>
                    <a:pt x="356" y="40187"/>
                  </a:lnTo>
                  <a:lnTo>
                    <a:pt x="534" y="40009"/>
                  </a:lnTo>
                  <a:lnTo>
                    <a:pt x="889" y="39475"/>
                  </a:lnTo>
                  <a:lnTo>
                    <a:pt x="1601" y="38586"/>
                  </a:lnTo>
                  <a:lnTo>
                    <a:pt x="1601" y="39298"/>
                  </a:lnTo>
                  <a:lnTo>
                    <a:pt x="1067" y="40009"/>
                  </a:lnTo>
                  <a:lnTo>
                    <a:pt x="1245" y="40542"/>
                  </a:lnTo>
                  <a:lnTo>
                    <a:pt x="889" y="40542"/>
                  </a:lnTo>
                  <a:lnTo>
                    <a:pt x="889" y="40720"/>
                  </a:lnTo>
                  <a:lnTo>
                    <a:pt x="712" y="40898"/>
                  </a:lnTo>
                  <a:lnTo>
                    <a:pt x="534" y="40720"/>
                  </a:lnTo>
                  <a:lnTo>
                    <a:pt x="534" y="41076"/>
                  </a:lnTo>
                  <a:lnTo>
                    <a:pt x="356" y="41254"/>
                  </a:lnTo>
                  <a:lnTo>
                    <a:pt x="356" y="41609"/>
                  </a:lnTo>
                  <a:lnTo>
                    <a:pt x="534" y="41609"/>
                  </a:lnTo>
                  <a:lnTo>
                    <a:pt x="712" y="41431"/>
                  </a:lnTo>
                  <a:lnTo>
                    <a:pt x="1067" y="41254"/>
                  </a:lnTo>
                  <a:lnTo>
                    <a:pt x="1423" y="40720"/>
                  </a:lnTo>
                  <a:lnTo>
                    <a:pt x="1601" y="41431"/>
                  </a:lnTo>
                  <a:lnTo>
                    <a:pt x="1423" y="41609"/>
                  </a:lnTo>
                  <a:lnTo>
                    <a:pt x="1423" y="41787"/>
                  </a:lnTo>
                  <a:lnTo>
                    <a:pt x="1423" y="42321"/>
                  </a:lnTo>
                  <a:lnTo>
                    <a:pt x="1067" y="42321"/>
                  </a:lnTo>
                  <a:lnTo>
                    <a:pt x="889" y="43032"/>
                  </a:lnTo>
                  <a:lnTo>
                    <a:pt x="1067" y="43387"/>
                  </a:lnTo>
                  <a:lnTo>
                    <a:pt x="2134" y="44099"/>
                  </a:lnTo>
                  <a:lnTo>
                    <a:pt x="2490" y="44454"/>
                  </a:lnTo>
                  <a:lnTo>
                    <a:pt x="2490" y="44632"/>
                  </a:lnTo>
                  <a:lnTo>
                    <a:pt x="2845" y="44988"/>
                  </a:lnTo>
                  <a:lnTo>
                    <a:pt x="3023" y="44810"/>
                  </a:lnTo>
                  <a:lnTo>
                    <a:pt x="3734" y="44988"/>
                  </a:lnTo>
                  <a:lnTo>
                    <a:pt x="4624" y="44632"/>
                  </a:lnTo>
                  <a:lnTo>
                    <a:pt x="6046" y="42854"/>
                  </a:lnTo>
                  <a:lnTo>
                    <a:pt x="6224" y="42854"/>
                  </a:lnTo>
                  <a:lnTo>
                    <a:pt x="6224" y="42676"/>
                  </a:lnTo>
                  <a:lnTo>
                    <a:pt x="6579" y="42498"/>
                  </a:lnTo>
                  <a:lnTo>
                    <a:pt x="6935" y="41965"/>
                  </a:lnTo>
                  <a:lnTo>
                    <a:pt x="7291" y="42143"/>
                  </a:lnTo>
                  <a:lnTo>
                    <a:pt x="7469" y="42143"/>
                  </a:lnTo>
                  <a:lnTo>
                    <a:pt x="7646" y="41787"/>
                  </a:lnTo>
                  <a:lnTo>
                    <a:pt x="7824" y="41787"/>
                  </a:lnTo>
                  <a:lnTo>
                    <a:pt x="7824" y="41254"/>
                  </a:lnTo>
                  <a:lnTo>
                    <a:pt x="7646" y="40720"/>
                  </a:lnTo>
                  <a:lnTo>
                    <a:pt x="7646" y="40187"/>
                  </a:lnTo>
                  <a:lnTo>
                    <a:pt x="7824" y="40187"/>
                  </a:lnTo>
                  <a:lnTo>
                    <a:pt x="7824" y="40009"/>
                  </a:lnTo>
                  <a:lnTo>
                    <a:pt x="8180" y="39653"/>
                  </a:lnTo>
                  <a:lnTo>
                    <a:pt x="8535" y="39653"/>
                  </a:lnTo>
                  <a:lnTo>
                    <a:pt x="8535" y="40009"/>
                  </a:lnTo>
                  <a:lnTo>
                    <a:pt x="8358" y="40009"/>
                  </a:lnTo>
                  <a:lnTo>
                    <a:pt x="8180" y="40365"/>
                  </a:lnTo>
                  <a:lnTo>
                    <a:pt x="8358" y="40720"/>
                  </a:lnTo>
                  <a:lnTo>
                    <a:pt x="8358" y="41254"/>
                  </a:lnTo>
                  <a:lnTo>
                    <a:pt x="8713" y="41965"/>
                  </a:lnTo>
                  <a:lnTo>
                    <a:pt x="8713" y="42143"/>
                  </a:lnTo>
                  <a:lnTo>
                    <a:pt x="8891" y="41787"/>
                  </a:lnTo>
                  <a:lnTo>
                    <a:pt x="9069" y="41965"/>
                  </a:lnTo>
                  <a:lnTo>
                    <a:pt x="9425" y="42143"/>
                  </a:lnTo>
                  <a:lnTo>
                    <a:pt x="9425" y="42498"/>
                  </a:lnTo>
                  <a:lnTo>
                    <a:pt x="9602" y="42498"/>
                  </a:lnTo>
                  <a:lnTo>
                    <a:pt x="9780" y="41609"/>
                  </a:lnTo>
                  <a:lnTo>
                    <a:pt x="9780" y="41431"/>
                  </a:lnTo>
                  <a:lnTo>
                    <a:pt x="9602" y="40542"/>
                  </a:lnTo>
                  <a:lnTo>
                    <a:pt x="9958" y="40187"/>
                  </a:lnTo>
                  <a:lnTo>
                    <a:pt x="9780" y="39831"/>
                  </a:lnTo>
                  <a:lnTo>
                    <a:pt x="10314" y="39653"/>
                  </a:lnTo>
                  <a:lnTo>
                    <a:pt x="10669" y="38942"/>
                  </a:lnTo>
                  <a:lnTo>
                    <a:pt x="10847" y="38053"/>
                  </a:lnTo>
                  <a:lnTo>
                    <a:pt x="10491" y="36453"/>
                  </a:lnTo>
                  <a:lnTo>
                    <a:pt x="11025" y="36275"/>
                  </a:lnTo>
                  <a:lnTo>
                    <a:pt x="11203" y="35564"/>
                  </a:lnTo>
                  <a:lnTo>
                    <a:pt x="11203" y="35386"/>
                  </a:lnTo>
                  <a:lnTo>
                    <a:pt x="11025" y="35030"/>
                  </a:lnTo>
                  <a:lnTo>
                    <a:pt x="10669" y="34852"/>
                  </a:lnTo>
                  <a:lnTo>
                    <a:pt x="10314" y="34319"/>
                  </a:lnTo>
                  <a:lnTo>
                    <a:pt x="10491" y="32541"/>
                  </a:lnTo>
                  <a:lnTo>
                    <a:pt x="10136" y="31652"/>
                  </a:lnTo>
                  <a:lnTo>
                    <a:pt x="10314" y="31118"/>
                  </a:lnTo>
                  <a:lnTo>
                    <a:pt x="10136" y="30585"/>
                  </a:lnTo>
                  <a:lnTo>
                    <a:pt x="10314" y="30229"/>
                  </a:lnTo>
                  <a:lnTo>
                    <a:pt x="10136" y="29696"/>
                  </a:lnTo>
                  <a:lnTo>
                    <a:pt x="10136" y="28984"/>
                  </a:lnTo>
                  <a:lnTo>
                    <a:pt x="10314" y="28629"/>
                  </a:lnTo>
                  <a:lnTo>
                    <a:pt x="10314" y="28273"/>
                  </a:lnTo>
                  <a:lnTo>
                    <a:pt x="11025" y="27028"/>
                  </a:lnTo>
                  <a:lnTo>
                    <a:pt x="11736" y="26673"/>
                  </a:lnTo>
                  <a:lnTo>
                    <a:pt x="11914" y="26673"/>
                  </a:lnTo>
                  <a:lnTo>
                    <a:pt x="12981" y="26851"/>
                  </a:lnTo>
                  <a:lnTo>
                    <a:pt x="13159" y="26495"/>
                  </a:lnTo>
                  <a:lnTo>
                    <a:pt x="13159" y="25784"/>
                  </a:lnTo>
                  <a:lnTo>
                    <a:pt x="12447" y="25072"/>
                  </a:lnTo>
                  <a:lnTo>
                    <a:pt x="13514" y="23116"/>
                  </a:lnTo>
                  <a:lnTo>
                    <a:pt x="13514" y="22761"/>
                  </a:lnTo>
                  <a:lnTo>
                    <a:pt x="13692" y="22583"/>
                  </a:lnTo>
                  <a:lnTo>
                    <a:pt x="13692" y="21516"/>
                  </a:lnTo>
                  <a:lnTo>
                    <a:pt x="13870" y="20983"/>
                  </a:lnTo>
                  <a:lnTo>
                    <a:pt x="13692" y="20271"/>
                  </a:lnTo>
                  <a:lnTo>
                    <a:pt x="13692" y="19560"/>
                  </a:lnTo>
                  <a:lnTo>
                    <a:pt x="14403" y="19560"/>
                  </a:lnTo>
                  <a:lnTo>
                    <a:pt x="14759" y="19205"/>
                  </a:lnTo>
                  <a:lnTo>
                    <a:pt x="15115" y="19027"/>
                  </a:lnTo>
                  <a:lnTo>
                    <a:pt x="14937" y="18315"/>
                  </a:lnTo>
                  <a:lnTo>
                    <a:pt x="15292" y="18138"/>
                  </a:lnTo>
                  <a:lnTo>
                    <a:pt x="16004" y="16893"/>
                  </a:lnTo>
                  <a:lnTo>
                    <a:pt x="16359" y="16359"/>
                  </a:lnTo>
                  <a:lnTo>
                    <a:pt x="16359" y="15826"/>
                  </a:lnTo>
                  <a:lnTo>
                    <a:pt x="16004" y="14759"/>
                  </a:lnTo>
                  <a:lnTo>
                    <a:pt x="16537" y="14404"/>
                  </a:lnTo>
                  <a:lnTo>
                    <a:pt x="16893" y="13159"/>
                  </a:lnTo>
                  <a:lnTo>
                    <a:pt x="17782" y="12270"/>
                  </a:lnTo>
                  <a:lnTo>
                    <a:pt x="18493" y="12625"/>
                  </a:lnTo>
                  <a:lnTo>
                    <a:pt x="18671" y="12803"/>
                  </a:lnTo>
                  <a:lnTo>
                    <a:pt x="18849" y="12092"/>
                  </a:lnTo>
                  <a:lnTo>
                    <a:pt x="18849" y="10669"/>
                  </a:lnTo>
                  <a:lnTo>
                    <a:pt x="19560" y="10492"/>
                  </a:lnTo>
                  <a:lnTo>
                    <a:pt x="21516" y="11203"/>
                  </a:lnTo>
                  <a:lnTo>
                    <a:pt x="21872" y="10847"/>
                  </a:lnTo>
                  <a:lnTo>
                    <a:pt x="21694" y="10669"/>
                  </a:lnTo>
                  <a:lnTo>
                    <a:pt x="22049" y="9603"/>
                  </a:lnTo>
                  <a:lnTo>
                    <a:pt x="21872" y="8713"/>
                  </a:lnTo>
                  <a:lnTo>
                    <a:pt x="22405" y="8536"/>
                  </a:lnTo>
                  <a:lnTo>
                    <a:pt x="22939" y="8358"/>
                  </a:lnTo>
                  <a:lnTo>
                    <a:pt x="23116" y="8536"/>
                  </a:lnTo>
                  <a:lnTo>
                    <a:pt x="23116" y="7824"/>
                  </a:lnTo>
                  <a:lnTo>
                    <a:pt x="23472" y="7469"/>
                  </a:lnTo>
                  <a:lnTo>
                    <a:pt x="24005" y="7647"/>
                  </a:lnTo>
                  <a:lnTo>
                    <a:pt x="24183" y="7647"/>
                  </a:lnTo>
                  <a:lnTo>
                    <a:pt x="24183" y="7824"/>
                  </a:lnTo>
                  <a:lnTo>
                    <a:pt x="24717" y="8536"/>
                  </a:lnTo>
                  <a:lnTo>
                    <a:pt x="25250" y="9780"/>
                  </a:lnTo>
                  <a:lnTo>
                    <a:pt x="26317" y="10136"/>
                  </a:lnTo>
                  <a:lnTo>
                    <a:pt x="26850" y="9958"/>
                  </a:lnTo>
                  <a:lnTo>
                    <a:pt x="27206" y="9425"/>
                  </a:lnTo>
                  <a:lnTo>
                    <a:pt x="27562" y="9425"/>
                  </a:lnTo>
                  <a:lnTo>
                    <a:pt x="28629" y="10492"/>
                  </a:lnTo>
                  <a:lnTo>
                    <a:pt x="28984" y="10136"/>
                  </a:lnTo>
                  <a:lnTo>
                    <a:pt x="29162" y="9425"/>
                  </a:lnTo>
                  <a:lnTo>
                    <a:pt x="29873" y="9069"/>
                  </a:lnTo>
                  <a:lnTo>
                    <a:pt x="29873" y="7824"/>
                  </a:lnTo>
                  <a:lnTo>
                    <a:pt x="30051" y="7469"/>
                  </a:lnTo>
                  <a:lnTo>
                    <a:pt x="30051" y="6935"/>
                  </a:lnTo>
                  <a:lnTo>
                    <a:pt x="30229" y="6402"/>
                  </a:lnTo>
                  <a:lnTo>
                    <a:pt x="30229" y="5868"/>
                  </a:lnTo>
                  <a:lnTo>
                    <a:pt x="31118" y="4802"/>
                  </a:lnTo>
                  <a:lnTo>
                    <a:pt x="31829" y="4979"/>
                  </a:lnTo>
                  <a:lnTo>
                    <a:pt x="32718" y="4268"/>
                  </a:lnTo>
                  <a:lnTo>
                    <a:pt x="33252" y="4268"/>
                  </a:lnTo>
                  <a:lnTo>
                    <a:pt x="33963" y="5335"/>
                  </a:lnTo>
                  <a:lnTo>
                    <a:pt x="34497" y="5691"/>
                  </a:lnTo>
                  <a:lnTo>
                    <a:pt x="35030" y="5868"/>
                  </a:lnTo>
                  <a:lnTo>
                    <a:pt x="35386" y="6935"/>
                  </a:lnTo>
                  <a:lnTo>
                    <a:pt x="34674" y="8002"/>
                  </a:lnTo>
                  <a:lnTo>
                    <a:pt x="34497" y="8180"/>
                  </a:lnTo>
                  <a:lnTo>
                    <a:pt x="34674" y="8536"/>
                  </a:lnTo>
                  <a:lnTo>
                    <a:pt x="34852" y="8536"/>
                  </a:lnTo>
                  <a:lnTo>
                    <a:pt x="35208" y="7469"/>
                  </a:lnTo>
                  <a:lnTo>
                    <a:pt x="36097" y="6935"/>
                  </a:lnTo>
                  <a:lnTo>
                    <a:pt x="36275" y="6580"/>
                  </a:lnTo>
                  <a:lnTo>
                    <a:pt x="36275" y="5868"/>
                  </a:lnTo>
                  <a:lnTo>
                    <a:pt x="36986" y="6580"/>
                  </a:lnTo>
                  <a:lnTo>
                    <a:pt x="37342" y="6580"/>
                  </a:lnTo>
                  <a:lnTo>
                    <a:pt x="37519" y="6224"/>
                  </a:lnTo>
                  <a:lnTo>
                    <a:pt x="37342" y="5868"/>
                  </a:lnTo>
                  <a:lnTo>
                    <a:pt x="35919" y="5335"/>
                  </a:lnTo>
                  <a:lnTo>
                    <a:pt x="35386" y="4446"/>
                  </a:lnTo>
                  <a:lnTo>
                    <a:pt x="37164" y="3379"/>
                  </a:lnTo>
                  <a:lnTo>
                    <a:pt x="37342" y="3023"/>
                  </a:lnTo>
                  <a:lnTo>
                    <a:pt x="36275" y="1956"/>
                  </a:lnTo>
                  <a:lnTo>
                    <a:pt x="35386" y="1779"/>
                  </a:lnTo>
                  <a:lnTo>
                    <a:pt x="34674" y="1245"/>
                  </a:lnTo>
                  <a:lnTo>
                    <a:pt x="34497" y="1423"/>
                  </a:lnTo>
                  <a:lnTo>
                    <a:pt x="33963" y="2312"/>
                  </a:lnTo>
                  <a:lnTo>
                    <a:pt x="33607" y="2668"/>
                  </a:lnTo>
                  <a:lnTo>
                    <a:pt x="33430" y="1423"/>
                  </a:lnTo>
                  <a:lnTo>
                    <a:pt x="33607" y="712"/>
                  </a:lnTo>
                  <a:lnTo>
                    <a:pt x="33074" y="178"/>
                  </a:lnTo>
                  <a:lnTo>
                    <a:pt x="32541" y="534"/>
                  </a:lnTo>
                  <a:lnTo>
                    <a:pt x="32363" y="1423"/>
                  </a:lnTo>
                  <a:lnTo>
                    <a:pt x="31652" y="2668"/>
                  </a:lnTo>
                  <a:lnTo>
                    <a:pt x="31296" y="2668"/>
                  </a:lnTo>
                  <a:lnTo>
                    <a:pt x="31296" y="1245"/>
                  </a:lnTo>
                  <a:lnTo>
                    <a:pt x="31296" y="1067"/>
                  </a:lnTo>
                  <a:lnTo>
                    <a:pt x="29340" y="3735"/>
                  </a:lnTo>
                  <a:lnTo>
                    <a:pt x="28984" y="3557"/>
                  </a:lnTo>
                  <a:lnTo>
                    <a:pt x="29162" y="2668"/>
                  </a:lnTo>
                  <a:lnTo>
                    <a:pt x="30051" y="534"/>
                  </a:lnTo>
                  <a:lnTo>
                    <a:pt x="30051" y="178"/>
                  </a:lnTo>
                  <a:lnTo>
                    <a:pt x="29873"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8" name="Google Shape;1528;p60"/>
            <p:cNvSpPr/>
            <p:nvPr/>
          </p:nvSpPr>
          <p:spPr>
            <a:xfrm>
              <a:off x="5590375" y="3515400"/>
              <a:ext cx="4475" cy="4450"/>
            </a:xfrm>
            <a:custGeom>
              <a:rect b="b" l="l" r="r" t="t"/>
              <a:pathLst>
                <a:path extrusionOk="0" h="178" w="179">
                  <a:moveTo>
                    <a:pt x="178" y="178"/>
                  </a:moveTo>
                  <a:lnTo>
                    <a:pt x="178" y="178"/>
                  </a:lnTo>
                  <a:lnTo>
                    <a:pt x="0" y="0"/>
                  </a:lnTo>
                  <a:lnTo>
                    <a:pt x="0" y="0"/>
                  </a:lnTo>
                  <a:lnTo>
                    <a:pt x="178" y="17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29" name="Google Shape;1529;p60"/>
            <p:cNvSpPr/>
            <p:nvPr/>
          </p:nvSpPr>
          <p:spPr>
            <a:xfrm>
              <a:off x="4052250" y="3008625"/>
              <a:ext cx="1155850" cy="555700"/>
            </a:xfrm>
            <a:custGeom>
              <a:rect b="b" l="l" r="r" t="t"/>
              <a:pathLst>
                <a:path extrusionOk="0" h="22228" w="46234">
                  <a:moveTo>
                    <a:pt x="16004" y="0"/>
                  </a:moveTo>
                  <a:lnTo>
                    <a:pt x="15649" y="711"/>
                  </a:lnTo>
                  <a:lnTo>
                    <a:pt x="15293" y="1067"/>
                  </a:lnTo>
                  <a:lnTo>
                    <a:pt x="14937" y="1601"/>
                  </a:lnTo>
                  <a:lnTo>
                    <a:pt x="14760" y="1778"/>
                  </a:lnTo>
                  <a:lnTo>
                    <a:pt x="14582" y="2134"/>
                  </a:lnTo>
                  <a:lnTo>
                    <a:pt x="14582" y="2845"/>
                  </a:lnTo>
                  <a:lnTo>
                    <a:pt x="14760" y="3201"/>
                  </a:lnTo>
                  <a:lnTo>
                    <a:pt x="15115" y="3557"/>
                  </a:lnTo>
                  <a:lnTo>
                    <a:pt x="15115" y="4446"/>
                  </a:lnTo>
                  <a:lnTo>
                    <a:pt x="14582" y="4979"/>
                  </a:lnTo>
                  <a:lnTo>
                    <a:pt x="14226" y="5157"/>
                  </a:lnTo>
                  <a:lnTo>
                    <a:pt x="13693" y="5512"/>
                  </a:lnTo>
                  <a:lnTo>
                    <a:pt x="13337" y="5512"/>
                  </a:lnTo>
                  <a:lnTo>
                    <a:pt x="12982" y="5157"/>
                  </a:lnTo>
                  <a:lnTo>
                    <a:pt x="12270" y="5157"/>
                  </a:lnTo>
                  <a:lnTo>
                    <a:pt x="11915" y="4979"/>
                  </a:lnTo>
                  <a:lnTo>
                    <a:pt x="11559" y="4979"/>
                  </a:lnTo>
                  <a:lnTo>
                    <a:pt x="11026" y="5157"/>
                  </a:lnTo>
                  <a:lnTo>
                    <a:pt x="10314" y="5157"/>
                  </a:lnTo>
                  <a:lnTo>
                    <a:pt x="10136" y="4801"/>
                  </a:lnTo>
                  <a:lnTo>
                    <a:pt x="9603" y="4801"/>
                  </a:lnTo>
                  <a:lnTo>
                    <a:pt x="9425" y="4446"/>
                  </a:lnTo>
                  <a:lnTo>
                    <a:pt x="9247" y="3912"/>
                  </a:lnTo>
                  <a:lnTo>
                    <a:pt x="9070" y="3734"/>
                  </a:lnTo>
                  <a:lnTo>
                    <a:pt x="7469" y="3734"/>
                  </a:lnTo>
                  <a:lnTo>
                    <a:pt x="7291" y="3557"/>
                  </a:lnTo>
                  <a:lnTo>
                    <a:pt x="7291" y="3201"/>
                  </a:lnTo>
                  <a:lnTo>
                    <a:pt x="6758" y="3379"/>
                  </a:lnTo>
                  <a:lnTo>
                    <a:pt x="6580" y="3023"/>
                  </a:lnTo>
                  <a:lnTo>
                    <a:pt x="6225" y="3379"/>
                  </a:lnTo>
                  <a:lnTo>
                    <a:pt x="5691" y="3379"/>
                  </a:lnTo>
                  <a:lnTo>
                    <a:pt x="5158" y="3912"/>
                  </a:lnTo>
                  <a:lnTo>
                    <a:pt x="4802" y="3912"/>
                  </a:lnTo>
                  <a:lnTo>
                    <a:pt x="4446" y="4090"/>
                  </a:lnTo>
                  <a:lnTo>
                    <a:pt x="4091" y="4446"/>
                  </a:lnTo>
                  <a:lnTo>
                    <a:pt x="3379" y="4623"/>
                  </a:lnTo>
                  <a:lnTo>
                    <a:pt x="3024" y="4979"/>
                  </a:lnTo>
                  <a:lnTo>
                    <a:pt x="2668" y="5157"/>
                  </a:lnTo>
                  <a:lnTo>
                    <a:pt x="2668" y="5690"/>
                  </a:lnTo>
                  <a:lnTo>
                    <a:pt x="2135" y="5868"/>
                  </a:lnTo>
                  <a:lnTo>
                    <a:pt x="1957" y="5868"/>
                  </a:lnTo>
                  <a:lnTo>
                    <a:pt x="1779" y="6046"/>
                  </a:lnTo>
                  <a:lnTo>
                    <a:pt x="1601" y="6046"/>
                  </a:lnTo>
                  <a:lnTo>
                    <a:pt x="1423" y="6224"/>
                  </a:lnTo>
                  <a:lnTo>
                    <a:pt x="534" y="6046"/>
                  </a:lnTo>
                  <a:lnTo>
                    <a:pt x="357" y="6402"/>
                  </a:lnTo>
                  <a:lnTo>
                    <a:pt x="357" y="6579"/>
                  </a:lnTo>
                  <a:lnTo>
                    <a:pt x="1" y="6757"/>
                  </a:lnTo>
                  <a:lnTo>
                    <a:pt x="1" y="7291"/>
                  </a:lnTo>
                  <a:lnTo>
                    <a:pt x="357" y="7646"/>
                  </a:lnTo>
                  <a:lnTo>
                    <a:pt x="357" y="8002"/>
                  </a:lnTo>
                  <a:lnTo>
                    <a:pt x="890" y="8358"/>
                  </a:lnTo>
                  <a:lnTo>
                    <a:pt x="1246" y="8891"/>
                  </a:lnTo>
                  <a:lnTo>
                    <a:pt x="1779" y="9247"/>
                  </a:lnTo>
                  <a:lnTo>
                    <a:pt x="2490" y="9247"/>
                  </a:lnTo>
                  <a:lnTo>
                    <a:pt x="2846" y="9602"/>
                  </a:lnTo>
                  <a:lnTo>
                    <a:pt x="3202" y="9602"/>
                  </a:lnTo>
                  <a:lnTo>
                    <a:pt x="3557" y="9958"/>
                  </a:lnTo>
                  <a:lnTo>
                    <a:pt x="3913" y="10847"/>
                  </a:lnTo>
                  <a:lnTo>
                    <a:pt x="4446" y="11558"/>
                  </a:lnTo>
                  <a:lnTo>
                    <a:pt x="4624" y="12092"/>
                  </a:lnTo>
                  <a:lnTo>
                    <a:pt x="4624" y="12625"/>
                  </a:lnTo>
                  <a:lnTo>
                    <a:pt x="4446" y="12981"/>
                  </a:lnTo>
                  <a:lnTo>
                    <a:pt x="4624" y="13514"/>
                  </a:lnTo>
                  <a:lnTo>
                    <a:pt x="4269" y="14048"/>
                  </a:lnTo>
                  <a:lnTo>
                    <a:pt x="4091" y="14403"/>
                  </a:lnTo>
                  <a:lnTo>
                    <a:pt x="4446" y="15115"/>
                  </a:lnTo>
                  <a:lnTo>
                    <a:pt x="4802" y="15115"/>
                  </a:lnTo>
                  <a:lnTo>
                    <a:pt x="5335" y="15292"/>
                  </a:lnTo>
                  <a:lnTo>
                    <a:pt x="6402" y="15470"/>
                  </a:lnTo>
                  <a:lnTo>
                    <a:pt x="7291" y="15470"/>
                  </a:lnTo>
                  <a:lnTo>
                    <a:pt x="8358" y="15648"/>
                  </a:lnTo>
                  <a:lnTo>
                    <a:pt x="9247" y="16181"/>
                  </a:lnTo>
                  <a:lnTo>
                    <a:pt x="9959" y="16893"/>
                  </a:lnTo>
                  <a:lnTo>
                    <a:pt x="10314" y="17070"/>
                  </a:lnTo>
                  <a:lnTo>
                    <a:pt x="10848" y="16893"/>
                  </a:lnTo>
                  <a:lnTo>
                    <a:pt x="10848" y="17426"/>
                  </a:lnTo>
                  <a:lnTo>
                    <a:pt x="11203" y="17604"/>
                  </a:lnTo>
                  <a:lnTo>
                    <a:pt x="11559" y="18493"/>
                  </a:lnTo>
                  <a:lnTo>
                    <a:pt x="11737" y="19026"/>
                  </a:lnTo>
                  <a:lnTo>
                    <a:pt x="12270" y="19738"/>
                  </a:lnTo>
                  <a:lnTo>
                    <a:pt x="12448" y="20093"/>
                  </a:lnTo>
                  <a:lnTo>
                    <a:pt x="13515" y="19916"/>
                  </a:lnTo>
                  <a:lnTo>
                    <a:pt x="14937" y="20271"/>
                  </a:lnTo>
                  <a:lnTo>
                    <a:pt x="15471" y="20271"/>
                  </a:lnTo>
                  <a:lnTo>
                    <a:pt x="16538" y="20449"/>
                  </a:lnTo>
                  <a:lnTo>
                    <a:pt x="18138" y="20093"/>
                  </a:lnTo>
                  <a:lnTo>
                    <a:pt x="18849" y="20271"/>
                  </a:lnTo>
                  <a:lnTo>
                    <a:pt x="19027" y="20271"/>
                  </a:lnTo>
                  <a:lnTo>
                    <a:pt x="20094" y="20449"/>
                  </a:lnTo>
                  <a:lnTo>
                    <a:pt x="20272" y="20805"/>
                  </a:lnTo>
                  <a:lnTo>
                    <a:pt x="20628" y="20982"/>
                  </a:lnTo>
                  <a:lnTo>
                    <a:pt x="21517" y="21160"/>
                  </a:lnTo>
                  <a:lnTo>
                    <a:pt x="22584" y="21694"/>
                  </a:lnTo>
                  <a:lnTo>
                    <a:pt x="23295" y="21871"/>
                  </a:lnTo>
                  <a:lnTo>
                    <a:pt x="24006" y="21871"/>
                  </a:lnTo>
                  <a:lnTo>
                    <a:pt x="24184" y="22227"/>
                  </a:lnTo>
                  <a:lnTo>
                    <a:pt x="24540" y="22227"/>
                  </a:lnTo>
                  <a:lnTo>
                    <a:pt x="25784" y="21516"/>
                  </a:lnTo>
                  <a:lnTo>
                    <a:pt x="27918" y="20805"/>
                  </a:lnTo>
                  <a:lnTo>
                    <a:pt x="28096" y="20627"/>
                  </a:lnTo>
                  <a:lnTo>
                    <a:pt x="30230" y="20805"/>
                  </a:lnTo>
                  <a:lnTo>
                    <a:pt x="31119" y="20627"/>
                  </a:lnTo>
                  <a:lnTo>
                    <a:pt x="31830" y="20271"/>
                  </a:lnTo>
                  <a:lnTo>
                    <a:pt x="32363" y="20093"/>
                  </a:lnTo>
                  <a:lnTo>
                    <a:pt x="33253" y="19026"/>
                  </a:lnTo>
                  <a:lnTo>
                    <a:pt x="34142" y="18493"/>
                  </a:lnTo>
                  <a:lnTo>
                    <a:pt x="34675" y="18137"/>
                  </a:lnTo>
                  <a:lnTo>
                    <a:pt x="34675" y="17960"/>
                  </a:lnTo>
                  <a:lnTo>
                    <a:pt x="34142" y="17426"/>
                  </a:lnTo>
                  <a:lnTo>
                    <a:pt x="33964" y="17070"/>
                  </a:lnTo>
                  <a:lnTo>
                    <a:pt x="34142" y="16181"/>
                  </a:lnTo>
                  <a:lnTo>
                    <a:pt x="34497" y="15470"/>
                  </a:lnTo>
                  <a:lnTo>
                    <a:pt x="35031" y="15292"/>
                  </a:lnTo>
                  <a:lnTo>
                    <a:pt x="35564" y="15292"/>
                  </a:lnTo>
                  <a:lnTo>
                    <a:pt x="36098" y="15826"/>
                  </a:lnTo>
                  <a:lnTo>
                    <a:pt x="37164" y="16004"/>
                  </a:lnTo>
                  <a:lnTo>
                    <a:pt x="37876" y="15648"/>
                  </a:lnTo>
                  <a:lnTo>
                    <a:pt x="38231" y="15115"/>
                  </a:lnTo>
                  <a:lnTo>
                    <a:pt x="38409" y="14759"/>
                  </a:lnTo>
                  <a:lnTo>
                    <a:pt x="38587" y="14581"/>
                  </a:lnTo>
                  <a:lnTo>
                    <a:pt x="39654" y="14759"/>
                  </a:lnTo>
                  <a:lnTo>
                    <a:pt x="40187" y="14581"/>
                  </a:lnTo>
                  <a:lnTo>
                    <a:pt x="40899" y="14048"/>
                  </a:lnTo>
                  <a:lnTo>
                    <a:pt x="41076" y="13514"/>
                  </a:lnTo>
                  <a:lnTo>
                    <a:pt x="41432" y="12803"/>
                  </a:lnTo>
                  <a:lnTo>
                    <a:pt x="41965" y="12625"/>
                  </a:lnTo>
                  <a:lnTo>
                    <a:pt x="42499" y="12625"/>
                  </a:lnTo>
                  <a:lnTo>
                    <a:pt x="42677" y="12269"/>
                  </a:lnTo>
                  <a:lnTo>
                    <a:pt x="43032" y="12269"/>
                  </a:lnTo>
                  <a:lnTo>
                    <a:pt x="44099" y="11914"/>
                  </a:lnTo>
                  <a:lnTo>
                    <a:pt x="44988" y="11914"/>
                  </a:lnTo>
                  <a:lnTo>
                    <a:pt x="45344" y="12092"/>
                  </a:lnTo>
                  <a:lnTo>
                    <a:pt x="46055" y="12092"/>
                  </a:lnTo>
                  <a:lnTo>
                    <a:pt x="46233" y="11914"/>
                  </a:lnTo>
                  <a:lnTo>
                    <a:pt x="46233" y="11736"/>
                  </a:lnTo>
                  <a:lnTo>
                    <a:pt x="46055" y="11203"/>
                  </a:lnTo>
                  <a:lnTo>
                    <a:pt x="44277" y="9424"/>
                  </a:lnTo>
                  <a:lnTo>
                    <a:pt x="43921" y="9247"/>
                  </a:lnTo>
                  <a:lnTo>
                    <a:pt x="43388" y="9424"/>
                  </a:lnTo>
                  <a:lnTo>
                    <a:pt x="42677" y="10136"/>
                  </a:lnTo>
                  <a:lnTo>
                    <a:pt x="42143" y="9780"/>
                  </a:lnTo>
                  <a:lnTo>
                    <a:pt x="41788" y="9602"/>
                  </a:lnTo>
                  <a:lnTo>
                    <a:pt x="41076" y="9602"/>
                  </a:lnTo>
                  <a:lnTo>
                    <a:pt x="40721" y="9958"/>
                  </a:lnTo>
                  <a:lnTo>
                    <a:pt x="40010" y="9602"/>
                  </a:lnTo>
                  <a:lnTo>
                    <a:pt x="39832" y="8891"/>
                  </a:lnTo>
                  <a:lnTo>
                    <a:pt x="40187" y="8713"/>
                  </a:lnTo>
                  <a:lnTo>
                    <a:pt x="40365" y="8002"/>
                  </a:lnTo>
                  <a:lnTo>
                    <a:pt x="40721" y="7468"/>
                  </a:lnTo>
                  <a:lnTo>
                    <a:pt x="40721" y="7291"/>
                  </a:lnTo>
                  <a:lnTo>
                    <a:pt x="41610" y="5335"/>
                  </a:lnTo>
                  <a:lnTo>
                    <a:pt x="41432" y="5157"/>
                  </a:lnTo>
                  <a:lnTo>
                    <a:pt x="40899" y="4979"/>
                  </a:lnTo>
                  <a:lnTo>
                    <a:pt x="40365" y="5157"/>
                  </a:lnTo>
                  <a:lnTo>
                    <a:pt x="39654" y="5157"/>
                  </a:lnTo>
                  <a:lnTo>
                    <a:pt x="39120" y="4623"/>
                  </a:lnTo>
                  <a:lnTo>
                    <a:pt x="38231" y="4446"/>
                  </a:lnTo>
                  <a:lnTo>
                    <a:pt x="37164" y="4979"/>
                  </a:lnTo>
                  <a:lnTo>
                    <a:pt x="36809" y="5335"/>
                  </a:lnTo>
                  <a:lnTo>
                    <a:pt x="36453" y="5868"/>
                  </a:lnTo>
                  <a:lnTo>
                    <a:pt x="36098" y="6046"/>
                  </a:lnTo>
                  <a:lnTo>
                    <a:pt x="35742" y="6046"/>
                  </a:lnTo>
                  <a:lnTo>
                    <a:pt x="34853" y="6224"/>
                  </a:lnTo>
                  <a:lnTo>
                    <a:pt x="34142" y="6402"/>
                  </a:lnTo>
                  <a:lnTo>
                    <a:pt x="33253" y="6935"/>
                  </a:lnTo>
                  <a:lnTo>
                    <a:pt x="32541" y="6757"/>
                  </a:lnTo>
                  <a:lnTo>
                    <a:pt x="31297" y="6757"/>
                  </a:lnTo>
                  <a:lnTo>
                    <a:pt x="30763" y="6402"/>
                  </a:lnTo>
                  <a:lnTo>
                    <a:pt x="29874" y="6402"/>
                  </a:lnTo>
                  <a:lnTo>
                    <a:pt x="28985" y="5868"/>
                  </a:lnTo>
                  <a:lnTo>
                    <a:pt x="28807" y="5157"/>
                  </a:lnTo>
                  <a:lnTo>
                    <a:pt x="27740" y="4979"/>
                  </a:lnTo>
                  <a:lnTo>
                    <a:pt x="27385" y="4446"/>
                  </a:lnTo>
                  <a:lnTo>
                    <a:pt x="27029" y="4268"/>
                  </a:lnTo>
                  <a:lnTo>
                    <a:pt x="26496" y="4268"/>
                  </a:lnTo>
                  <a:lnTo>
                    <a:pt x="26140" y="4090"/>
                  </a:lnTo>
                  <a:lnTo>
                    <a:pt x="25429" y="3912"/>
                  </a:lnTo>
                  <a:lnTo>
                    <a:pt x="24006" y="4268"/>
                  </a:lnTo>
                  <a:lnTo>
                    <a:pt x="23473" y="4623"/>
                  </a:lnTo>
                  <a:lnTo>
                    <a:pt x="22761" y="4623"/>
                  </a:lnTo>
                  <a:lnTo>
                    <a:pt x="21694" y="4268"/>
                  </a:lnTo>
                  <a:lnTo>
                    <a:pt x="20805" y="3557"/>
                  </a:lnTo>
                  <a:lnTo>
                    <a:pt x="20628" y="2845"/>
                  </a:lnTo>
                  <a:lnTo>
                    <a:pt x="20628" y="1956"/>
                  </a:lnTo>
                  <a:lnTo>
                    <a:pt x="20450" y="1778"/>
                  </a:lnTo>
                  <a:lnTo>
                    <a:pt x="19383" y="1601"/>
                  </a:lnTo>
                  <a:lnTo>
                    <a:pt x="18138" y="1067"/>
                  </a:lnTo>
                  <a:lnTo>
                    <a:pt x="17427" y="889"/>
                  </a:lnTo>
                  <a:lnTo>
                    <a:pt x="1600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0" name="Google Shape;1530;p60"/>
            <p:cNvSpPr/>
            <p:nvPr/>
          </p:nvSpPr>
          <p:spPr>
            <a:xfrm>
              <a:off x="3736650" y="3955475"/>
              <a:ext cx="8900" cy="22250"/>
            </a:xfrm>
            <a:custGeom>
              <a:rect b="b" l="l" r="r" t="t"/>
              <a:pathLst>
                <a:path extrusionOk="0" h="890" w="356">
                  <a:moveTo>
                    <a:pt x="0" y="1"/>
                  </a:moveTo>
                  <a:lnTo>
                    <a:pt x="178" y="534"/>
                  </a:lnTo>
                  <a:lnTo>
                    <a:pt x="178" y="890"/>
                  </a:lnTo>
                  <a:lnTo>
                    <a:pt x="356" y="712"/>
                  </a:ln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1" name="Google Shape;1531;p60"/>
            <p:cNvSpPr/>
            <p:nvPr/>
          </p:nvSpPr>
          <p:spPr>
            <a:xfrm>
              <a:off x="4576825" y="4693425"/>
              <a:ext cx="186725" cy="151150"/>
            </a:xfrm>
            <a:custGeom>
              <a:rect b="b" l="l" r="r" t="t"/>
              <a:pathLst>
                <a:path extrusionOk="0" h="6046" w="7469">
                  <a:moveTo>
                    <a:pt x="5868" y="0"/>
                  </a:moveTo>
                  <a:lnTo>
                    <a:pt x="5868" y="178"/>
                  </a:lnTo>
                  <a:lnTo>
                    <a:pt x="5690" y="178"/>
                  </a:lnTo>
                  <a:lnTo>
                    <a:pt x="5513" y="356"/>
                  </a:lnTo>
                  <a:lnTo>
                    <a:pt x="5335" y="356"/>
                  </a:lnTo>
                  <a:lnTo>
                    <a:pt x="5513" y="889"/>
                  </a:lnTo>
                  <a:lnTo>
                    <a:pt x="5335" y="1067"/>
                  </a:lnTo>
                  <a:lnTo>
                    <a:pt x="4979" y="1067"/>
                  </a:lnTo>
                  <a:lnTo>
                    <a:pt x="4623" y="711"/>
                  </a:lnTo>
                  <a:lnTo>
                    <a:pt x="4268" y="711"/>
                  </a:lnTo>
                  <a:lnTo>
                    <a:pt x="4090" y="356"/>
                  </a:lnTo>
                  <a:lnTo>
                    <a:pt x="3912" y="534"/>
                  </a:lnTo>
                  <a:lnTo>
                    <a:pt x="3557" y="356"/>
                  </a:lnTo>
                  <a:lnTo>
                    <a:pt x="1956" y="356"/>
                  </a:lnTo>
                  <a:lnTo>
                    <a:pt x="1245" y="534"/>
                  </a:lnTo>
                  <a:lnTo>
                    <a:pt x="1067" y="534"/>
                  </a:lnTo>
                  <a:lnTo>
                    <a:pt x="356" y="1601"/>
                  </a:lnTo>
                  <a:lnTo>
                    <a:pt x="0" y="1601"/>
                  </a:lnTo>
                  <a:lnTo>
                    <a:pt x="0" y="1778"/>
                  </a:lnTo>
                  <a:lnTo>
                    <a:pt x="178" y="2312"/>
                  </a:lnTo>
                  <a:lnTo>
                    <a:pt x="178" y="2667"/>
                  </a:lnTo>
                  <a:lnTo>
                    <a:pt x="711" y="3023"/>
                  </a:lnTo>
                  <a:lnTo>
                    <a:pt x="534" y="3556"/>
                  </a:lnTo>
                  <a:lnTo>
                    <a:pt x="889" y="4090"/>
                  </a:lnTo>
                  <a:lnTo>
                    <a:pt x="889" y="4623"/>
                  </a:lnTo>
                  <a:lnTo>
                    <a:pt x="1067" y="4623"/>
                  </a:lnTo>
                  <a:lnTo>
                    <a:pt x="1067" y="5335"/>
                  </a:lnTo>
                  <a:lnTo>
                    <a:pt x="1245" y="5335"/>
                  </a:lnTo>
                  <a:lnTo>
                    <a:pt x="1778" y="4979"/>
                  </a:lnTo>
                  <a:lnTo>
                    <a:pt x="1956" y="5335"/>
                  </a:lnTo>
                  <a:lnTo>
                    <a:pt x="1778" y="5868"/>
                  </a:lnTo>
                  <a:lnTo>
                    <a:pt x="2667" y="5868"/>
                  </a:lnTo>
                  <a:lnTo>
                    <a:pt x="3023" y="6046"/>
                  </a:lnTo>
                  <a:lnTo>
                    <a:pt x="3379" y="5868"/>
                  </a:lnTo>
                  <a:lnTo>
                    <a:pt x="3557" y="5868"/>
                  </a:lnTo>
                  <a:lnTo>
                    <a:pt x="3734" y="5690"/>
                  </a:lnTo>
                  <a:lnTo>
                    <a:pt x="3734" y="5335"/>
                  </a:lnTo>
                  <a:lnTo>
                    <a:pt x="4268" y="5335"/>
                  </a:lnTo>
                  <a:lnTo>
                    <a:pt x="4979" y="5157"/>
                  </a:lnTo>
                  <a:lnTo>
                    <a:pt x="5157" y="5335"/>
                  </a:lnTo>
                  <a:lnTo>
                    <a:pt x="5335" y="5335"/>
                  </a:lnTo>
                  <a:lnTo>
                    <a:pt x="4979" y="4979"/>
                  </a:lnTo>
                  <a:lnTo>
                    <a:pt x="4801" y="4268"/>
                  </a:lnTo>
                  <a:lnTo>
                    <a:pt x="5157" y="4090"/>
                  </a:lnTo>
                  <a:lnTo>
                    <a:pt x="5690" y="4268"/>
                  </a:lnTo>
                  <a:lnTo>
                    <a:pt x="5690" y="3734"/>
                  </a:lnTo>
                  <a:lnTo>
                    <a:pt x="6224" y="3734"/>
                  </a:lnTo>
                  <a:lnTo>
                    <a:pt x="6224" y="3556"/>
                  </a:lnTo>
                  <a:lnTo>
                    <a:pt x="6579" y="3556"/>
                  </a:lnTo>
                  <a:lnTo>
                    <a:pt x="6935" y="3379"/>
                  </a:lnTo>
                  <a:lnTo>
                    <a:pt x="6935" y="3023"/>
                  </a:lnTo>
                  <a:lnTo>
                    <a:pt x="7291" y="3379"/>
                  </a:lnTo>
                  <a:lnTo>
                    <a:pt x="7291" y="3201"/>
                  </a:lnTo>
                  <a:lnTo>
                    <a:pt x="7468" y="2845"/>
                  </a:lnTo>
                  <a:lnTo>
                    <a:pt x="7291" y="2490"/>
                  </a:lnTo>
                  <a:lnTo>
                    <a:pt x="7468" y="1778"/>
                  </a:lnTo>
                  <a:lnTo>
                    <a:pt x="7113" y="711"/>
                  </a:lnTo>
                  <a:lnTo>
                    <a:pt x="7113" y="534"/>
                  </a:lnTo>
                  <a:lnTo>
                    <a:pt x="7113" y="178"/>
                  </a:lnTo>
                  <a:lnTo>
                    <a:pt x="6579" y="534"/>
                  </a:lnTo>
                  <a:lnTo>
                    <a:pt x="6224" y="534"/>
                  </a:lnTo>
                  <a:lnTo>
                    <a:pt x="586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2" name="Google Shape;1532;p60"/>
            <p:cNvSpPr/>
            <p:nvPr/>
          </p:nvSpPr>
          <p:spPr>
            <a:xfrm>
              <a:off x="4185625" y="4115525"/>
              <a:ext cx="208950" cy="97825"/>
            </a:xfrm>
            <a:custGeom>
              <a:rect b="b" l="l" r="r" t="t"/>
              <a:pathLst>
                <a:path extrusionOk="0" h="3913" w="8358">
                  <a:moveTo>
                    <a:pt x="6402" y="0"/>
                  </a:moveTo>
                  <a:lnTo>
                    <a:pt x="6046" y="178"/>
                  </a:lnTo>
                  <a:lnTo>
                    <a:pt x="5335" y="534"/>
                  </a:lnTo>
                  <a:lnTo>
                    <a:pt x="4624" y="356"/>
                  </a:lnTo>
                  <a:lnTo>
                    <a:pt x="4446" y="178"/>
                  </a:lnTo>
                  <a:lnTo>
                    <a:pt x="4268" y="356"/>
                  </a:lnTo>
                  <a:lnTo>
                    <a:pt x="3735" y="711"/>
                  </a:lnTo>
                  <a:lnTo>
                    <a:pt x="3379" y="1067"/>
                  </a:lnTo>
                  <a:lnTo>
                    <a:pt x="2490" y="1245"/>
                  </a:lnTo>
                  <a:lnTo>
                    <a:pt x="2490" y="1601"/>
                  </a:lnTo>
                  <a:lnTo>
                    <a:pt x="1779" y="1956"/>
                  </a:lnTo>
                  <a:lnTo>
                    <a:pt x="1601" y="2490"/>
                  </a:lnTo>
                  <a:lnTo>
                    <a:pt x="1067" y="2490"/>
                  </a:lnTo>
                  <a:lnTo>
                    <a:pt x="712" y="2667"/>
                  </a:lnTo>
                  <a:lnTo>
                    <a:pt x="0" y="2667"/>
                  </a:lnTo>
                  <a:lnTo>
                    <a:pt x="178" y="2845"/>
                  </a:lnTo>
                  <a:lnTo>
                    <a:pt x="712" y="3023"/>
                  </a:lnTo>
                  <a:lnTo>
                    <a:pt x="890" y="3201"/>
                  </a:lnTo>
                  <a:lnTo>
                    <a:pt x="712" y="3557"/>
                  </a:lnTo>
                  <a:lnTo>
                    <a:pt x="890" y="3912"/>
                  </a:lnTo>
                  <a:lnTo>
                    <a:pt x="1067" y="3912"/>
                  </a:lnTo>
                  <a:lnTo>
                    <a:pt x="1423" y="3734"/>
                  </a:lnTo>
                  <a:lnTo>
                    <a:pt x="2312" y="3912"/>
                  </a:lnTo>
                  <a:lnTo>
                    <a:pt x="3023" y="3734"/>
                  </a:lnTo>
                  <a:lnTo>
                    <a:pt x="3201" y="3379"/>
                  </a:lnTo>
                  <a:lnTo>
                    <a:pt x="3735" y="2845"/>
                  </a:lnTo>
                  <a:lnTo>
                    <a:pt x="4090" y="2667"/>
                  </a:lnTo>
                  <a:lnTo>
                    <a:pt x="4624" y="2490"/>
                  </a:lnTo>
                  <a:lnTo>
                    <a:pt x="5157" y="2134"/>
                  </a:lnTo>
                  <a:lnTo>
                    <a:pt x="5513" y="1778"/>
                  </a:lnTo>
                  <a:lnTo>
                    <a:pt x="6224" y="1601"/>
                  </a:lnTo>
                  <a:lnTo>
                    <a:pt x="6402" y="1778"/>
                  </a:lnTo>
                  <a:lnTo>
                    <a:pt x="6757" y="1778"/>
                  </a:lnTo>
                  <a:lnTo>
                    <a:pt x="8002" y="2312"/>
                  </a:lnTo>
                  <a:lnTo>
                    <a:pt x="8002" y="2490"/>
                  </a:lnTo>
                  <a:lnTo>
                    <a:pt x="8358" y="2312"/>
                  </a:lnTo>
                  <a:lnTo>
                    <a:pt x="8180" y="1956"/>
                  </a:lnTo>
                  <a:lnTo>
                    <a:pt x="8002" y="1778"/>
                  </a:lnTo>
                  <a:lnTo>
                    <a:pt x="7469" y="1601"/>
                  </a:lnTo>
                  <a:lnTo>
                    <a:pt x="6757" y="1601"/>
                  </a:lnTo>
                  <a:lnTo>
                    <a:pt x="6757" y="1245"/>
                  </a:lnTo>
                  <a:lnTo>
                    <a:pt x="7113" y="711"/>
                  </a:lnTo>
                  <a:lnTo>
                    <a:pt x="6935" y="534"/>
                  </a:lnTo>
                  <a:lnTo>
                    <a:pt x="6580" y="711"/>
                  </a:lnTo>
                  <a:lnTo>
                    <a:pt x="6580" y="356"/>
                  </a:lnTo>
                  <a:lnTo>
                    <a:pt x="6757" y="178"/>
                  </a:lnTo>
                  <a:lnTo>
                    <a:pt x="6402"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3" name="Google Shape;1533;p60"/>
            <p:cNvSpPr/>
            <p:nvPr/>
          </p:nvSpPr>
          <p:spPr>
            <a:xfrm>
              <a:off x="4496800" y="4391125"/>
              <a:ext cx="266750" cy="324550"/>
            </a:xfrm>
            <a:custGeom>
              <a:rect b="b" l="l" r="r" t="t"/>
              <a:pathLst>
                <a:path extrusionOk="0" h="12982" w="10670">
                  <a:moveTo>
                    <a:pt x="2312" y="1"/>
                  </a:moveTo>
                  <a:lnTo>
                    <a:pt x="2134" y="356"/>
                  </a:lnTo>
                  <a:lnTo>
                    <a:pt x="2134" y="712"/>
                  </a:lnTo>
                  <a:lnTo>
                    <a:pt x="2312" y="890"/>
                  </a:lnTo>
                  <a:lnTo>
                    <a:pt x="2490" y="1245"/>
                  </a:lnTo>
                  <a:lnTo>
                    <a:pt x="2312" y="1601"/>
                  </a:lnTo>
                  <a:lnTo>
                    <a:pt x="2490" y="2135"/>
                  </a:lnTo>
                  <a:lnTo>
                    <a:pt x="2134" y="2135"/>
                  </a:lnTo>
                  <a:lnTo>
                    <a:pt x="1957" y="1957"/>
                  </a:lnTo>
                  <a:lnTo>
                    <a:pt x="1423" y="2135"/>
                  </a:lnTo>
                  <a:lnTo>
                    <a:pt x="1423" y="1601"/>
                  </a:lnTo>
                  <a:lnTo>
                    <a:pt x="1245" y="1779"/>
                  </a:lnTo>
                  <a:lnTo>
                    <a:pt x="890" y="1957"/>
                  </a:lnTo>
                  <a:lnTo>
                    <a:pt x="712" y="2312"/>
                  </a:lnTo>
                  <a:lnTo>
                    <a:pt x="534" y="2312"/>
                  </a:lnTo>
                  <a:lnTo>
                    <a:pt x="712" y="2668"/>
                  </a:lnTo>
                  <a:lnTo>
                    <a:pt x="178" y="2846"/>
                  </a:lnTo>
                  <a:lnTo>
                    <a:pt x="1" y="3379"/>
                  </a:lnTo>
                  <a:lnTo>
                    <a:pt x="356" y="3201"/>
                  </a:lnTo>
                  <a:lnTo>
                    <a:pt x="534" y="3557"/>
                  </a:lnTo>
                  <a:lnTo>
                    <a:pt x="356" y="4091"/>
                  </a:lnTo>
                  <a:lnTo>
                    <a:pt x="534" y="4446"/>
                  </a:lnTo>
                  <a:lnTo>
                    <a:pt x="712" y="4446"/>
                  </a:lnTo>
                  <a:lnTo>
                    <a:pt x="1245" y="4268"/>
                  </a:lnTo>
                  <a:lnTo>
                    <a:pt x="1601" y="4446"/>
                  </a:lnTo>
                  <a:lnTo>
                    <a:pt x="1601" y="4802"/>
                  </a:lnTo>
                  <a:lnTo>
                    <a:pt x="1779" y="5335"/>
                  </a:lnTo>
                  <a:lnTo>
                    <a:pt x="1601" y="6046"/>
                  </a:lnTo>
                  <a:lnTo>
                    <a:pt x="1423" y="6224"/>
                  </a:lnTo>
                  <a:lnTo>
                    <a:pt x="1423" y="6758"/>
                  </a:lnTo>
                  <a:lnTo>
                    <a:pt x="1245" y="7291"/>
                  </a:lnTo>
                  <a:lnTo>
                    <a:pt x="1245" y="7469"/>
                  </a:lnTo>
                  <a:lnTo>
                    <a:pt x="1423" y="7647"/>
                  </a:lnTo>
                  <a:lnTo>
                    <a:pt x="2134" y="6758"/>
                  </a:lnTo>
                  <a:lnTo>
                    <a:pt x="2846" y="6580"/>
                  </a:lnTo>
                  <a:lnTo>
                    <a:pt x="3557" y="7113"/>
                  </a:lnTo>
                  <a:lnTo>
                    <a:pt x="4090" y="6758"/>
                  </a:lnTo>
                  <a:lnTo>
                    <a:pt x="4446" y="6224"/>
                  </a:lnTo>
                  <a:lnTo>
                    <a:pt x="5513" y="6402"/>
                  </a:lnTo>
                  <a:lnTo>
                    <a:pt x="6224" y="7291"/>
                  </a:lnTo>
                  <a:lnTo>
                    <a:pt x="6758" y="7825"/>
                  </a:lnTo>
                  <a:lnTo>
                    <a:pt x="6758" y="9069"/>
                  </a:lnTo>
                  <a:lnTo>
                    <a:pt x="7113" y="9603"/>
                  </a:lnTo>
                  <a:lnTo>
                    <a:pt x="7469" y="9781"/>
                  </a:lnTo>
                  <a:lnTo>
                    <a:pt x="7647" y="10136"/>
                  </a:lnTo>
                  <a:lnTo>
                    <a:pt x="8002" y="10314"/>
                  </a:lnTo>
                  <a:lnTo>
                    <a:pt x="7824" y="11025"/>
                  </a:lnTo>
                  <a:lnTo>
                    <a:pt x="7824" y="12270"/>
                  </a:lnTo>
                  <a:lnTo>
                    <a:pt x="7647" y="12448"/>
                  </a:lnTo>
                  <a:lnTo>
                    <a:pt x="7469" y="12448"/>
                  </a:lnTo>
                  <a:lnTo>
                    <a:pt x="7647" y="12626"/>
                  </a:lnTo>
                  <a:lnTo>
                    <a:pt x="8002" y="12626"/>
                  </a:lnTo>
                  <a:lnTo>
                    <a:pt x="8358" y="12981"/>
                  </a:lnTo>
                  <a:lnTo>
                    <a:pt x="8536" y="12803"/>
                  </a:lnTo>
                  <a:lnTo>
                    <a:pt x="8358" y="12448"/>
                  </a:lnTo>
                  <a:lnTo>
                    <a:pt x="8358" y="12270"/>
                  </a:lnTo>
                  <a:lnTo>
                    <a:pt x="8536" y="12270"/>
                  </a:lnTo>
                  <a:lnTo>
                    <a:pt x="8714" y="12092"/>
                  </a:lnTo>
                  <a:lnTo>
                    <a:pt x="8891" y="12092"/>
                  </a:lnTo>
                  <a:lnTo>
                    <a:pt x="9247" y="11914"/>
                  </a:lnTo>
                  <a:lnTo>
                    <a:pt x="9603" y="12448"/>
                  </a:lnTo>
                  <a:lnTo>
                    <a:pt x="10136" y="12092"/>
                  </a:lnTo>
                  <a:lnTo>
                    <a:pt x="10136" y="11737"/>
                  </a:lnTo>
                  <a:lnTo>
                    <a:pt x="10314" y="12092"/>
                  </a:lnTo>
                  <a:lnTo>
                    <a:pt x="10492" y="11737"/>
                  </a:lnTo>
                  <a:lnTo>
                    <a:pt x="10492" y="11381"/>
                  </a:lnTo>
                  <a:lnTo>
                    <a:pt x="10669" y="11025"/>
                  </a:lnTo>
                  <a:lnTo>
                    <a:pt x="10314" y="10670"/>
                  </a:lnTo>
                  <a:lnTo>
                    <a:pt x="10136" y="10136"/>
                  </a:lnTo>
                  <a:lnTo>
                    <a:pt x="10314" y="9958"/>
                  </a:lnTo>
                  <a:lnTo>
                    <a:pt x="9958" y="9781"/>
                  </a:lnTo>
                  <a:lnTo>
                    <a:pt x="9603" y="9247"/>
                  </a:lnTo>
                  <a:lnTo>
                    <a:pt x="9247" y="9247"/>
                  </a:lnTo>
                  <a:lnTo>
                    <a:pt x="9069" y="9069"/>
                  </a:lnTo>
                  <a:lnTo>
                    <a:pt x="9069" y="8536"/>
                  </a:lnTo>
                  <a:lnTo>
                    <a:pt x="8002" y="7469"/>
                  </a:lnTo>
                  <a:lnTo>
                    <a:pt x="7647" y="6758"/>
                  </a:lnTo>
                  <a:lnTo>
                    <a:pt x="7113" y="6580"/>
                  </a:lnTo>
                  <a:lnTo>
                    <a:pt x="7113" y="6046"/>
                  </a:lnTo>
                  <a:lnTo>
                    <a:pt x="6402" y="5691"/>
                  </a:lnTo>
                  <a:lnTo>
                    <a:pt x="5335" y="4980"/>
                  </a:lnTo>
                  <a:lnTo>
                    <a:pt x="5513" y="4624"/>
                  </a:lnTo>
                  <a:lnTo>
                    <a:pt x="5513" y="4268"/>
                  </a:lnTo>
                  <a:lnTo>
                    <a:pt x="6402" y="4268"/>
                  </a:lnTo>
                  <a:lnTo>
                    <a:pt x="6580" y="4091"/>
                  </a:lnTo>
                  <a:lnTo>
                    <a:pt x="6758" y="3735"/>
                  </a:lnTo>
                  <a:lnTo>
                    <a:pt x="6580" y="3557"/>
                  </a:lnTo>
                  <a:lnTo>
                    <a:pt x="6224" y="3201"/>
                  </a:lnTo>
                  <a:lnTo>
                    <a:pt x="6224" y="3024"/>
                  </a:lnTo>
                  <a:lnTo>
                    <a:pt x="5691" y="2490"/>
                  </a:lnTo>
                  <a:lnTo>
                    <a:pt x="5157" y="2668"/>
                  </a:lnTo>
                  <a:lnTo>
                    <a:pt x="4446" y="2668"/>
                  </a:lnTo>
                  <a:lnTo>
                    <a:pt x="3735" y="1957"/>
                  </a:lnTo>
                  <a:lnTo>
                    <a:pt x="3912" y="1423"/>
                  </a:lnTo>
                  <a:lnTo>
                    <a:pt x="3912" y="1245"/>
                  </a:lnTo>
                  <a:lnTo>
                    <a:pt x="3379" y="1068"/>
                  </a:lnTo>
                  <a:lnTo>
                    <a:pt x="2668" y="179"/>
                  </a:lnTo>
                  <a:lnTo>
                    <a:pt x="2312" y="179"/>
                  </a:lnTo>
                  <a:lnTo>
                    <a:pt x="231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4" name="Google Shape;1534;p60"/>
            <p:cNvSpPr/>
            <p:nvPr/>
          </p:nvSpPr>
          <p:spPr>
            <a:xfrm>
              <a:off x="5999350" y="2875250"/>
              <a:ext cx="93375" cy="471250"/>
            </a:xfrm>
            <a:custGeom>
              <a:rect b="b" l="l" r="r" t="t"/>
              <a:pathLst>
                <a:path extrusionOk="0" h="18850" w="3735">
                  <a:moveTo>
                    <a:pt x="1423" y="1"/>
                  </a:moveTo>
                  <a:lnTo>
                    <a:pt x="1067" y="356"/>
                  </a:lnTo>
                  <a:lnTo>
                    <a:pt x="1423" y="890"/>
                  </a:lnTo>
                  <a:lnTo>
                    <a:pt x="1601" y="1601"/>
                  </a:lnTo>
                  <a:lnTo>
                    <a:pt x="1245" y="1957"/>
                  </a:lnTo>
                  <a:lnTo>
                    <a:pt x="1245" y="2135"/>
                  </a:lnTo>
                  <a:lnTo>
                    <a:pt x="1067" y="2312"/>
                  </a:lnTo>
                  <a:lnTo>
                    <a:pt x="712" y="2312"/>
                  </a:lnTo>
                  <a:lnTo>
                    <a:pt x="534" y="2135"/>
                  </a:lnTo>
                  <a:lnTo>
                    <a:pt x="178" y="2312"/>
                  </a:lnTo>
                  <a:lnTo>
                    <a:pt x="356" y="3024"/>
                  </a:lnTo>
                  <a:lnTo>
                    <a:pt x="356" y="3201"/>
                  </a:lnTo>
                  <a:lnTo>
                    <a:pt x="178" y="4624"/>
                  </a:lnTo>
                  <a:lnTo>
                    <a:pt x="0" y="4980"/>
                  </a:lnTo>
                  <a:lnTo>
                    <a:pt x="0" y="5691"/>
                  </a:lnTo>
                  <a:lnTo>
                    <a:pt x="178" y="6402"/>
                  </a:lnTo>
                  <a:lnTo>
                    <a:pt x="534" y="6758"/>
                  </a:lnTo>
                  <a:lnTo>
                    <a:pt x="889" y="7647"/>
                  </a:lnTo>
                  <a:lnTo>
                    <a:pt x="534" y="8892"/>
                  </a:lnTo>
                  <a:lnTo>
                    <a:pt x="712" y="9781"/>
                  </a:lnTo>
                  <a:lnTo>
                    <a:pt x="712" y="11203"/>
                  </a:lnTo>
                  <a:lnTo>
                    <a:pt x="534" y="12626"/>
                  </a:lnTo>
                  <a:lnTo>
                    <a:pt x="356" y="12981"/>
                  </a:lnTo>
                  <a:lnTo>
                    <a:pt x="712" y="13870"/>
                  </a:lnTo>
                  <a:lnTo>
                    <a:pt x="712" y="14404"/>
                  </a:lnTo>
                  <a:lnTo>
                    <a:pt x="534" y="15649"/>
                  </a:lnTo>
                  <a:lnTo>
                    <a:pt x="534" y="16715"/>
                  </a:lnTo>
                  <a:lnTo>
                    <a:pt x="178" y="17782"/>
                  </a:lnTo>
                  <a:lnTo>
                    <a:pt x="356" y="18671"/>
                  </a:lnTo>
                  <a:lnTo>
                    <a:pt x="534" y="18849"/>
                  </a:lnTo>
                  <a:lnTo>
                    <a:pt x="534" y="18671"/>
                  </a:lnTo>
                  <a:lnTo>
                    <a:pt x="889" y="17604"/>
                  </a:lnTo>
                  <a:lnTo>
                    <a:pt x="1423" y="17249"/>
                  </a:lnTo>
                  <a:lnTo>
                    <a:pt x="1601" y="17427"/>
                  </a:lnTo>
                  <a:lnTo>
                    <a:pt x="2312" y="17604"/>
                  </a:lnTo>
                  <a:lnTo>
                    <a:pt x="2490" y="18316"/>
                  </a:lnTo>
                  <a:lnTo>
                    <a:pt x="2668" y="17960"/>
                  </a:lnTo>
                  <a:lnTo>
                    <a:pt x="2490" y="17427"/>
                  </a:lnTo>
                  <a:lnTo>
                    <a:pt x="1956" y="17071"/>
                  </a:lnTo>
                  <a:lnTo>
                    <a:pt x="1778" y="16360"/>
                  </a:lnTo>
                  <a:lnTo>
                    <a:pt x="1245" y="15649"/>
                  </a:lnTo>
                  <a:lnTo>
                    <a:pt x="1067" y="15293"/>
                  </a:lnTo>
                  <a:lnTo>
                    <a:pt x="1245" y="14048"/>
                  </a:lnTo>
                  <a:lnTo>
                    <a:pt x="1778" y="12626"/>
                  </a:lnTo>
                  <a:lnTo>
                    <a:pt x="1778" y="12092"/>
                  </a:lnTo>
                  <a:lnTo>
                    <a:pt x="2134" y="11737"/>
                  </a:lnTo>
                  <a:lnTo>
                    <a:pt x="3379" y="11737"/>
                  </a:lnTo>
                  <a:lnTo>
                    <a:pt x="3734" y="12092"/>
                  </a:lnTo>
                  <a:lnTo>
                    <a:pt x="3379" y="10847"/>
                  </a:lnTo>
                  <a:lnTo>
                    <a:pt x="2845" y="9425"/>
                  </a:lnTo>
                  <a:lnTo>
                    <a:pt x="2490" y="7647"/>
                  </a:lnTo>
                  <a:lnTo>
                    <a:pt x="2312" y="7113"/>
                  </a:lnTo>
                  <a:lnTo>
                    <a:pt x="2312" y="6758"/>
                  </a:lnTo>
                  <a:lnTo>
                    <a:pt x="2134" y="6758"/>
                  </a:lnTo>
                  <a:lnTo>
                    <a:pt x="2134" y="6224"/>
                  </a:lnTo>
                  <a:lnTo>
                    <a:pt x="1956" y="5691"/>
                  </a:lnTo>
                  <a:lnTo>
                    <a:pt x="1956" y="4802"/>
                  </a:lnTo>
                  <a:lnTo>
                    <a:pt x="2134" y="4624"/>
                  </a:lnTo>
                  <a:lnTo>
                    <a:pt x="2134" y="3735"/>
                  </a:lnTo>
                  <a:lnTo>
                    <a:pt x="1956" y="3201"/>
                  </a:lnTo>
                  <a:lnTo>
                    <a:pt x="1956" y="2846"/>
                  </a:lnTo>
                  <a:lnTo>
                    <a:pt x="1956" y="2490"/>
                  </a:lnTo>
                  <a:lnTo>
                    <a:pt x="1956" y="2135"/>
                  </a:lnTo>
                  <a:lnTo>
                    <a:pt x="1601" y="1245"/>
                  </a:lnTo>
                  <a:lnTo>
                    <a:pt x="1778" y="534"/>
                  </a:lnTo>
                  <a:lnTo>
                    <a:pt x="142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5" name="Google Shape;1535;p60"/>
            <p:cNvSpPr/>
            <p:nvPr/>
          </p:nvSpPr>
          <p:spPr>
            <a:xfrm>
              <a:off x="5545925" y="3906575"/>
              <a:ext cx="4450" cy="4475"/>
            </a:xfrm>
            <a:custGeom>
              <a:rect b="b" l="l" r="r" t="t"/>
              <a:pathLst>
                <a:path extrusionOk="0" h="179" w="178">
                  <a:moveTo>
                    <a:pt x="0" y="1"/>
                  </a:moveTo>
                  <a:lnTo>
                    <a:pt x="0"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6" name="Google Shape;1536;p60"/>
            <p:cNvSpPr/>
            <p:nvPr/>
          </p:nvSpPr>
          <p:spPr>
            <a:xfrm>
              <a:off x="5843750" y="2821900"/>
              <a:ext cx="22250" cy="31150"/>
            </a:xfrm>
            <a:custGeom>
              <a:rect b="b" l="l" r="r" t="t"/>
              <a:pathLst>
                <a:path extrusionOk="0" h="1246" w="890">
                  <a:moveTo>
                    <a:pt x="356" y="1"/>
                  </a:moveTo>
                  <a:lnTo>
                    <a:pt x="356" y="179"/>
                  </a:lnTo>
                  <a:lnTo>
                    <a:pt x="179" y="357"/>
                  </a:lnTo>
                  <a:lnTo>
                    <a:pt x="1" y="712"/>
                  </a:lnTo>
                  <a:lnTo>
                    <a:pt x="179" y="712"/>
                  </a:lnTo>
                  <a:lnTo>
                    <a:pt x="534" y="1246"/>
                  </a:lnTo>
                  <a:lnTo>
                    <a:pt x="712" y="890"/>
                  </a:lnTo>
                  <a:lnTo>
                    <a:pt x="712" y="534"/>
                  </a:lnTo>
                  <a:lnTo>
                    <a:pt x="890" y="357"/>
                  </a:lnTo>
                  <a:lnTo>
                    <a:pt x="712" y="357"/>
                  </a:lnTo>
                  <a:lnTo>
                    <a:pt x="712" y="179"/>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7" name="Google Shape;1537;p60"/>
            <p:cNvSpPr/>
            <p:nvPr/>
          </p:nvSpPr>
          <p:spPr>
            <a:xfrm>
              <a:off x="5834875" y="2879700"/>
              <a:ext cx="13350" cy="8925"/>
            </a:xfrm>
            <a:custGeom>
              <a:rect b="b" l="l" r="r" t="t"/>
              <a:pathLst>
                <a:path extrusionOk="0" h="357" w="534">
                  <a:moveTo>
                    <a:pt x="534" y="1"/>
                  </a:moveTo>
                  <a:lnTo>
                    <a:pt x="178" y="178"/>
                  </a:lnTo>
                  <a:lnTo>
                    <a:pt x="356" y="178"/>
                  </a:lnTo>
                  <a:lnTo>
                    <a:pt x="534" y="1"/>
                  </a:lnTo>
                  <a:close/>
                  <a:moveTo>
                    <a:pt x="178" y="178"/>
                  </a:moveTo>
                  <a:lnTo>
                    <a:pt x="0" y="356"/>
                  </a:lnTo>
                  <a:lnTo>
                    <a:pt x="178" y="356"/>
                  </a:lnTo>
                  <a:lnTo>
                    <a:pt x="178" y="17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8" name="Google Shape;1538;p60"/>
            <p:cNvSpPr/>
            <p:nvPr/>
          </p:nvSpPr>
          <p:spPr>
            <a:xfrm>
              <a:off x="5821525" y="3764325"/>
              <a:ext cx="17800" cy="8925"/>
            </a:xfrm>
            <a:custGeom>
              <a:rect b="b" l="l" r="r" t="t"/>
              <a:pathLst>
                <a:path extrusionOk="0" h="357" w="712">
                  <a:moveTo>
                    <a:pt x="712" y="1"/>
                  </a:moveTo>
                  <a:lnTo>
                    <a:pt x="178" y="179"/>
                  </a:lnTo>
                  <a:lnTo>
                    <a:pt x="1" y="356"/>
                  </a:lnTo>
                  <a:lnTo>
                    <a:pt x="178" y="356"/>
                  </a:lnTo>
                  <a:lnTo>
                    <a:pt x="534" y="179"/>
                  </a:lnTo>
                  <a:lnTo>
                    <a:pt x="71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39" name="Google Shape;1539;p60"/>
            <p:cNvSpPr/>
            <p:nvPr/>
          </p:nvSpPr>
          <p:spPr>
            <a:xfrm>
              <a:off x="4087825" y="4164425"/>
              <a:ext cx="115600" cy="57800"/>
            </a:xfrm>
            <a:custGeom>
              <a:rect b="b" l="l" r="r" t="t"/>
              <a:pathLst>
                <a:path extrusionOk="0" h="2312" w="4624">
                  <a:moveTo>
                    <a:pt x="1423" y="0"/>
                  </a:moveTo>
                  <a:lnTo>
                    <a:pt x="1067" y="178"/>
                  </a:lnTo>
                  <a:lnTo>
                    <a:pt x="534" y="889"/>
                  </a:lnTo>
                  <a:lnTo>
                    <a:pt x="356" y="1423"/>
                  </a:lnTo>
                  <a:lnTo>
                    <a:pt x="356" y="1778"/>
                  </a:lnTo>
                  <a:lnTo>
                    <a:pt x="178" y="1423"/>
                  </a:lnTo>
                  <a:lnTo>
                    <a:pt x="0" y="1601"/>
                  </a:lnTo>
                  <a:lnTo>
                    <a:pt x="534" y="2134"/>
                  </a:lnTo>
                  <a:lnTo>
                    <a:pt x="890" y="1956"/>
                  </a:lnTo>
                  <a:lnTo>
                    <a:pt x="1245" y="2312"/>
                  </a:lnTo>
                  <a:lnTo>
                    <a:pt x="1423" y="2134"/>
                  </a:lnTo>
                  <a:lnTo>
                    <a:pt x="1779" y="2134"/>
                  </a:lnTo>
                  <a:lnTo>
                    <a:pt x="2312" y="1956"/>
                  </a:lnTo>
                  <a:lnTo>
                    <a:pt x="2668" y="2134"/>
                  </a:lnTo>
                  <a:lnTo>
                    <a:pt x="3379" y="2134"/>
                  </a:lnTo>
                  <a:lnTo>
                    <a:pt x="3557" y="1956"/>
                  </a:lnTo>
                  <a:lnTo>
                    <a:pt x="3912" y="1956"/>
                  </a:lnTo>
                  <a:lnTo>
                    <a:pt x="4090" y="2134"/>
                  </a:lnTo>
                  <a:lnTo>
                    <a:pt x="4624" y="1956"/>
                  </a:lnTo>
                  <a:lnTo>
                    <a:pt x="4446" y="1601"/>
                  </a:lnTo>
                  <a:lnTo>
                    <a:pt x="4624" y="1423"/>
                  </a:lnTo>
                  <a:lnTo>
                    <a:pt x="4446" y="1245"/>
                  </a:lnTo>
                  <a:lnTo>
                    <a:pt x="3912" y="1067"/>
                  </a:lnTo>
                  <a:lnTo>
                    <a:pt x="3735" y="711"/>
                  </a:lnTo>
                  <a:lnTo>
                    <a:pt x="3912" y="534"/>
                  </a:lnTo>
                  <a:lnTo>
                    <a:pt x="3557" y="356"/>
                  </a:lnTo>
                  <a:lnTo>
                    <a:pt x="3379" y="356"/>
                  </a:lnTo>
                  <a:lnTo>
                    <a:pt x="3201" y="534"/>
                  </a:lnTo>
                  <a:lnTo>
                    <a:pt x="2490" y="178"/>
                  </a:lnTo>
                  <a:lnTo>
                    <a:pt x="17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0" name="Google Shape;1540;p60"/>
            <p:cNvSpPr/>
            <p:nvPr/>
          </p:nvSpPr>
          <p:spPr>
            <a:xfrm>
              <a:off x="5821525" y="2830800"/>
              <a:ext cx="8925" cy="4475"/>
            </a:xfrm>
            <a:custGeom>
              <a:rect b="b" l="l" r="r" t="t"/>
              <a:pathLst>
                <a:path extrusionOk="0" h="179" w="357">
                  <a:moveTo>
                    <a:pt x="356" y="1"/>
                  </a:moveTo>
                  <a:lnTo>
                    <a:pt x="1" y="178"/>
                  </a:lnTo>
                  <a:lnTo>
                    <a:pt x="178" y="178"/>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1" name="Google Shape;1541;p60"/>
            <p:cNvSpPr/>
            <p:nvPr/>
          </p:nvSpPr>
          <p:spPr>
            <a:xfrm>
              <a:off x="5692625" y="3813225"/>
              <a:ext cx="4450" cy="4475"/>
            </a:xfrm>
            <a:custGeom>
              <a:rect b="b" l="l" r="r" t="t"/>
              <a:pathLst>
                <a:path extrusionOk="0" h="179" w="178">
                  <a:moveTo>
                    <a:pt x="178" y="1"/>
                  </a:moveTo>
                  <a:lnTo>
                    <a:pt x="0" y="179"/>
                  </a:lnTo>
                  <a:lnTo>
                    <a:pt x="0" y="179"/>
                  </a:lnTo>
                  <a:lnTo>
                    <a:pt x="0" y="179"/>
                  </a:lnTo>
                  <a:lnTo>
                    <a:pt x="178" y="1"/>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2" name="Google Shape;1542;p60"/>
            <p:cNvSpPr/>
            <p:nvPr/>
          </p:nvSpPr>
          <p:spPr>
            <a:xfrm>
              <a:off x="6101600" y="3190875"/>
              <a:ext cx="4450" cy="4475"/>
            </a:xfrm>
            <a:custGeom>
              <a:rect b="b" l="l" r="r" t="t"/>
              <a:pathLst>
                <a:path extrusionOk="0" h="179" w="178">
                  <a:moveTo>
                    <a:pt x="178" y="178"/>
                  </a:moveTo>
                  <a:lnTo>
                    <a:pt x="178" y="178"/>
                  </a:lnTo>
                  <a:lnTo>
                    <a:pt x="178" y="178"/>
                  </a:lnTo>
                  <a:lnTo>
                    <a:pt x="0" y="1"/>
                  </a:lnTo>
                  <a:lnTo>
                    <a:pt x="178" y="17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3" name="Google Shape;1543;p60"/>
            <p:cNvSpPr/>
            <p:nvPr/>
          </p:nvSpPr>
          <p:spPr>
            <a:xfrm>
              <a:off x="5874875" y="3728775"/>
              <a:ext cx="4475" cy="8900"/>
            </a:xfrm>
            <a:custGeom>
              <a:rect b="b" l="l" r="r" t="t"/>
              <a:pathLst>
                <a:path extrusionOk="0" h="356" w="179">
                  <a:moveTo>
                    <a:pt x="178" y="0"/>
                  </a:moveTo>
                  <a:lnTo>
                    <a:pt x="0" y="356"/>
                  </a:lnTo>
                  <a:lnTo>
                    <a:pt x="178" y="356"/>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4" name="Google Shape;1544;p60"/>
            <p:cNvSpPr/>
            <p:nvPr/>
          </p:nvSpPr>
          <p:spPr>
            <a:xfrm>
              <a:off x="5879325" y="3737650"/>
              <a:ext cx="25" cy="25"/>
            </a:xfrm>
            <a:custGeom>
              <a:rect b="b" l="l" r="r" t="t"/>
              <a:pathLst>
                <a:path extrusionOk="0" h="1" w="1">
                  <a:moveTo>
                    <a:pt x="0" y="1"/>
                  </a:moveTo>
                  <a:lnTo>
                    <a:pt x="0" y="1"/>
                  </a:lnTo>
                  <a:lnTo>
                    <a:pt x="0" y="1"/>
                  </a:lnTo>
                  <a:lnTo>
                    <a:pt x="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5" name="Google Shape;1545;p60"/>
            <p:cNvSpPr/>
            <p:nvPr/>
          </p:nvSpPr>
          <p:spPr>
            <a:xfrm>
              <a:off x="278125" y="4764550"/>
              <a:ext cx="97825" cy="57800"/>
            </a:xfrm>
            <a:custGeom>
              <a:rect b="b" l="l" r="r" t="t"/>
              <a:pathLst>
                <a:path extrusionOk="0" h="2312" w="3913">
                  <a:moveTo>
                    <a:pt x="1956" y="0"/>
                  </a:moveTo>
                  <a:lnTo>
                    <a:pt x="1423" y="356"/>
                  </a:lnTo>
                  <a:lnTo>
                    <a:pt x="356" y="356"/>
                  </a:lnTo>
                  <a:lnTo>
                    <a:pt x="0" y="534"/>
                  </a:lnTo>
                  <a:lnTo>
                    <a:pt x="712" y="534"/>
                  </a:lnTo>
                  <a:lnTo>
                    <a:pt x="178" y="889"/>
                  </a:lnTo>
                  <a:lnTo>
                    <a:pt x="356" y="1067"/>
                  </a:lnTo>
                  <a:lnTo>
                    <a:pt x="712" y="1067"/>
                  </a:lnTo>
                  <a:lnTo>
                    <a:pt x="889" y="1245"/>
                  </a:lnTo>
                  <a:lnTo>
                    <a:pt x="1423" y="1067"/>
                  </a:lnTo>
                  <a:lnTo>
                    <a:pt x="1423" y="1423"/>
                  </a:lnTo>
                  <a:lnTo>
                    <a:pt x="1601" y="1778"/>
                  </a:lnTo>
                  <a:lnTo>
                    <a:pt x="1601" y="1956"/>
                  </a:lnTo>
                  <a:lnTo>
                    <a:pt x="1956" y="2134"/>
                  </a:lnTo>
                  <a:lnTo>
                    <a:pt x="2134" y="2312"/>
                  </a:lnTo>
                  <a:lnTo>
                    <a:pt x="2134" y="2134"/>
                  </a:lnTo>
                  <a:lnTo>
                    <a:pt x="2312" y="1601"/>
                  </a:lnTo>
                  <a:lnTo>
                    <a:pt x="2668" y="1601"/>
                  </a:lnTo>
                  <a:lnTo>
                    <a:pt x="3023" y="1423"/>
                  </a:lnTo>
                  <a:lnTo>
                    <a:pt x="3734" y="1245"/>
                  </a:lnTo>
                  <a:lnTo>
                    <a:pt x="3734" y="1067"/>
                  </a:lnTo>
                  <a:lnTo>
                    <a:pt x="3201" y="534"/>
                  </a:lnTo>
                  <a:lnTo>
                    <a:pt x="3734" y="534"/>
                  </a:lnTo>
                  <a:lnTo>
                    <a:pt x="3912" y="178"/>
                  </a:lnTo>
                  <a:lnTo>
                    <a:pt x="373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6" name="Google Shape;1546;p60"/>
            <p:cNvSpPr/>
            <p:nvPr/>
          </p:nvSpPr>
          <p:spPr>
            <a:xfrm>
              <a:off x="602625" y="2661875"/>
              <a:ext cx="8925" cy="31150"/>
            </a:xfrm>
            <a:custGeom>
              <a:rect b="b" l="l" r="r" t="t"/>
              <a:pathLst>
                <a:path extrusionOk="0" h="1246" w="357">
                  <a:moveTo>
                    <a:pt x="1" y="1"/>
                  </a:moveTo>
                  <a:lnTo>
                    <a:pt x="179" y="178"/>
                  </a:lnTo>
                  <a:lnTo>
                    <a:pt x="1" y="1068"/>
                  </a:lnTo>
                  <a:lnTo>
                    <a:pt x="179" y="1245"/>
                  </a:lnTo>
                  <a:lnTo>
                    <a:pt x="179" y="356"/>
                  </a:lnTo>
                  <a:lnTo>
                    <a:pt x="357" y="178"/>
                  </a:lnTo>
                  <a:lnTo>
                    <a:pt x="35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7" name="Google Shape;1547;p60"/>
            <p:cNvSpPr/>
            <p:nvPr/>
          </p:nvSpPr>
          <p:spPr>
            <a:xfrm>
              <a:off x="624850" y="2381825"/>
              <a:ext cx="25" cy="25"/>
            </a:xfrm>
            <a:custGeom>
              <a:rect b="b" l="l" r="r" t="t"/>
              <a:pathLst>
                <a:path extrusionOk="0" h="1" w="1">
                  <a:moveTo>
                    <a:pt x="1" y="0"/>
                  </a:moveTo>
                  <a:lnTo>
                    <a:pt x="1" y="0"/>
                  </a:lnTo>
                  <a:lnTo>
                    <a:pt x="1" y="0"/>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8" name="Google Shape;1548;p60"/>
            <p:cNvSpPr/>
            <p:nvPr/>
          </p:nvSpPr>
          <p:spPr>
            <a:xfrm>
              <a:off x="1767325" y="4022175"/>
              <a:ext cx="395675" cy="386775"/>
            </a:xfrm>
            <a:custGeom>
              <a:rect b="b" l="l" r="r" t="t"/>
              <a:pathLst>
                <a:path extrusionOk="0" h="15471" w="15827">
                  <a:moveTo>
                    <a:pt x="15471" y="12092"/>
                  </a:moveTo>
                  <a:lnTo>
                    <a:pt x="15471" y="12163"/>
                  </a:lnTo>
                  <a:lnTo>
                    <a:pt x="15471" y="12163"/>
                  </a:lnTo>
                  <a:lnTo>
                    <a:pt x="15826" y="12447"/>
                  </a:lnTo>
                  <a:lnTo>
                    <a:pt x="15471" y="12092"/>
                  </a:lnTo>
                  <a:close/>
                  <a:moveTo>
                    <a:pt x="534" y="0"/>
                  </a:moveTo>
                  <a:lnTo>
                    <a:pt x="178" y="356"/>
                  </a:lnTo>
                  <a:lnTo>
                    <a:pt x="356" y="889"/>
                  </a:lnTo>
                  <a:lnTo>
                    <a:pt x="356" y="1956"/>
                  </a:lnTo>
                  <a:lnTo>
                    <a:pt x="1" y="2490"/>
                  </a:lnTo>
                  <a:lnTo>
                    <a:pt x="356" y="3912"/>
                  </a:lnTo>
                  <a:lnTo>
                    <a:pt x="356" y="15470"/>
                  </a:lnTo>
                  <a:lnTo>
                    <a:pt x="9247" y="15470"/>
                  </a:lnTo>
                  <a:lnTo>
                    <a:pt x="9781" y="14937"/>
                  </a:lnTo>
                  <a:lnTo>
                    <a:pt x="9781" y="15470"/>
                  </a:lnTo>
                  <a:lnTo>
                    <a:pt x="13337" y="15470"/>
                  </a:lnTo>
                  <a:lnTo>
                    <a:pt x="13515" y="15114"/>
                  </a:lnTo>
                  <a:lnTo>
                    <a:pt x="14226" y="14937"/>
                  </a:lnTo>
                  <a:lnTo>
                    <a:pt x="14582" y="14047"/>
                  </a:lnTo>
                  <a:lnTo>
                    <a:pt x="15115" y="14225"/>
                  </a:lnTo>
                  <a:lnTo>
                    <a:pt x="15648" y="13692"/>
                  </a:lnTo>
                  <a:lnTo>
                    <a:pt x="15471" y="13158"/>
                  </a:lnTo>
                  <a:lnTo>
                    <a:pt x="15471" y="12163"/>
                  </a:lnTo>
                  <a:lnTo>
                    <a:pt x="15471" y="12163"/>
                  </a:lnTo>
                  <a:lnTo>
                    <a:pt x="14937" y="11736"/>
                  </a:lnTo>
                  <a:lnTo>
                    <a:pt x="14226" y="10136"/>
                  </a:lnTo>
                  <a:lnTo>
                    <a:pt x="13159" y="8180"/>
                  </a:lnTo>
                  <a:lnTo>
                    <a:pt x="13337" y="7824"/>
                  </a:lnTo>
                  <a:lnTo>
                    <a:pt x="12981" y="7468"/>
                  </a:lnTo>
                  <a:lnTo>
                    <a:pt x="12981" y="7291"/>
                  </a:lnTo>
                  <a:lnTo>
                    <a:pt x="12803" y="6757"/>
                  </a:lnTo>
                  <a:lnTo>
                    <a:pt x="12626" y="6401"/>
                  </a:lnTo>
                  <a:lnTo>
                    <a:pt x="12626" y="6224"/>
                  </a:lnTo>
                  <a:lnTo>
                    <a:pt x="12092" y="5512"/>
                  </a:lnTo>
                  <a:lnTo>
                    <a:pt x="11381" y="4445"/>
                  </a:lnTo>
                  <a:lnTo>
                    <a:pt x="11203" y="3734"/>
                  </a:lnTo>
                  <a:lnTo>
                    <a:pt x="10847" y="3379"/>
                  </a:lnTo>
                  <a:lnTo>
                    <a:pt x="11381" y="2490"/>
                  </a:lnTo>
                  <a:lnTo>
                    <a:pt x="11559" y="3379"/>
                  </a:lnTo>
                  <a:lnTo>
                    <a:pt x="12270" y="4268"/>
                  </a:lnTo>
                  <a:lnTo>
                    <a:pt x="12448" y="4979"/>
                  </a:lnTo>
                  <a:lnTo>
                    <a:pt x="12803" y="5335"/>
                  </a:lnTo>
                  <a:lnTo>
                    <a:pt x="13159" y="5868"/>
                  </a:lnTo>
                  <a:lnTo>
                    <a:pt x="13515" y="6224"/>
                  </a:lnTo>
                  <a:lnTo>
                    <a:pt x="13870" y="5868"/>
                  </a:lnTo>
                  <a:lnTo>
                    <a:pt x="13870" y="5335"/>
                  </a:lnTo>
                  <a:lnTo>
                    <a:pt x="14226" y="4623"/>
                  </a:lnTo>
                  <a:lnTo>
                    <a:pt x="14404" y="3734"/>
                  </a:lnTo>
                  <a:lnTo>
                    <a:pt x="14582" y="3379"/>
                  </a:lnTo>
                  <a:lnTo>
                    <a:pt x="13870" y="1067"/>
                  </a:lnTo>
                  <a:lnTo>
                    <a:pt x="13692" y="711"/>
                  </a:lnTo>
                  <a:lnTo>
                    <a:pt x="13515" y="534"/>
                  </a:lnTo>
                  <a:lnTo>
                    <a:pt x="12981" y="889"/>
                  </a:lnTo>
                  <a:lnTo>
                    <a:pt x="12092" y="889"/>
                  </a:lnTo>
                  <a:lnTo>
                    <a:pt x="12092" y="711"/>
                  </a:lnTo>
                  <a:lnTo>
                    <a:pt x="11914" y="889"/>
                  </a:lnTo>
                  <a:lnTo>
                    <a:pt x="11381" y="889"/>
                  </a:lnTo>
                  <a:lnTo>
                    <a:pt x="10314" y="178"/>
                  </a:lnTo>
                  <a:lnTo>
                    <a:pt x="9958" y="178"/>
                  </a:lnTo>
                  <a:lnTo>
                    <a:pt x="9069" y="0"/>
                  </a:lnTo>
                  <a:lnTo>
                    <a:pt x="8180" y="178"/>
                  </a:lnTo>
                  <a:lnTo>
                    <a:pt x="8002" y="534"/>
                  </a:lnTo>
                  <a:lnTo>
                    <a:pt x="7647" y="534"/>
                  </a:lnTo>
                  <a:lnTo>
                    <a:pt x="6758" y="1245"/>
                  </a:lnTo>
                  <a:lnTo>
                    <a:pt x="6224" y="1245"/>
                  </a:lnTo>
                  <a:lnTo>
                    <a:pt x="5335" y="889"/>
                  </a:lnTo>
                  <a:lnTo>
                    <a:pt x="4624" y="889"/>
                  </a:lnTo>
                  <a:lnTo>
                    <a:pt x="4268" y="711"/>
                  </a:lnTo>
                  <a:lnTo>
                    <a:pt x="3913" y="711"/>
                  </a:lnTo>
                  <a:lnTo>
                    <a:pt x="3557" y="356"/>
                  </a:lnTo>
                  <a:lnTo>
                    <a:pt x="1779" y="0"/>
                  </a:lnTo>
                  <a:lnTo>
                    <a:pt x="1068" y="178"/>
                  </a:lnTo>
                  <a:lnTo>
                    <a:pt x="534" y="178"/>
                  </a:lnTo>
                  <a:lnTo>
                    <a:pt x="53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49" name="Google Shape;1549;p60"/>
            <p:cNvSpPr/>
            <p:nvPr/>
          </p:nvSpPr>
          <p:spPr>
            <a:xfrm>
              <a:off x="5968225" y="3573175"/>
              <a:ext cx="17800" cy="17825"/>
            </a:xfrm>
            <a:custGeom>
              <a:rect b="b" l="l" r="r" t="t"/>
              <a:pathLst>
                <a:path extrusionOk="0" h="713" w="712">
                  <a:moveTo>
                    <a:pt x="178" y="1"/>
                  </a:moveTo>
                  <a:lnTo>
                    <a:pt x="1" y="356"/>
                  </a:lnTo>
                  <a:lnTo>
                    <a:pt x="1" y="534"/>
                  </a:lnTo>
                  <a:lnTo>
                    <a:pt x="534" y="356"/>
                  </a:lnTo>
                  <a:lnTo>
                    <a:pt x="712" y="712"/>
                  </a:lnTo>
                  <a:lnTo>
                    <a:pt x="712" y="356"/>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0" name="Google Shape;1550;p60"/>
            <p:cNvSpPr/>
            <p:nvPr/>
          </p:nvSpPr>
          <p:spPr>
            <a:xfrm>
              <a:off x="993825" y="3053075"/>
              <a:ext cx="4475" cy="4475"/>
            </a:xfrm>
            <a:custGeom>
              <a:rect b="b" l="l" r="r" t="t"/>
              <a:pathLst>
                <a:path extrusionOk="0" h="179" w="179">
                  <a:moveTo>
                    <a:pt x="1" y="0"/>
                  </a:moveTo>
                  <a:lnTo>
                    <a:pt x="1" y="178"/>
                  </a:lnTo>
                  <a:lnTo>
                    <a:pt x="179"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1" name="Google Shape;1551;p60"/>
            <p:cNvSpPr/>
            <p:nvPr/>
          </p:nvSpPr>
          <p:spPr>
            <a:xfrm>
              <a:off x="1078300" y="3075300"/>
              <a:ext cx="8900" cy="8925"/>
            </a:xfrm>
            <a:custGeom>
              <a:rect b="b" l="l" r="r" t="t"/>
              <a:pathLst>
                <a:path extrusionOk="0" h="357" w="356">
                  <a:moveTo>
                    <a:pt x="178" y="0"/>
                  </a:moveTo>
                  <a:lnTo>
                    <a:pt x="0" y="356"/>
                  </a:lnTo>
                  <a:lnTo>
                    <a:pt x="356" y="356"/>
                  </a:lnTo>
                  <a:lnTo>
                    <a:pt x="356" y="178"/>
                  </a:lnTo>
                  <a:lnTo>
                    <a:pt x="178"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2" name="Google Shape;1552;p60"/>
            <p:cNvSpPr/>
            <p:nvPr/>
          </p:nvSpPr>
          <p:spPr>
            <a:xfrm>
              <a:off x="2558600" y="4084400"/>
              <a:ext cx="62275" cy="62250"/>
            </a:xfrm>
            <a:custGeom>
              <a:rect b="b" l="l" r="r" t="t"/>
              <a:pathLst>
                <a:path extrusionOk="0" h="2490" w="2491">
                  <a:moveTo>
                    <a:pt x="1246" y="1"/>
                  </a:moveTo>
                  <a:lnTo>
                    <a:pt x="890" y="178"/>
                  </a:lnTo>
                  <a:lnTo>
                    <a:pt x="356" y="1067"/>
                  </a:lnTo>
                  <a:lnTo>
                    <a:pt x="1" y="1601"/>
                  </a:lnTo>
                  <a:lnTo>
                    <a:pt x="890" y="1601"/>
                  </a:lnTo>
                  <a:lnTo>
                    <a:pt x="1246" y="1779"/>
                  </a:lnTo>
                  <a:lnTo>
                    <a:pt x="1601" y="2490"/>
                  </a:lnTo>
                  <a:lnTo>
                    <a:pt x="2490" y="2490"/>
                  </a:lnTo>
                  <a:lnTo>
                    <a:pt x="2490" y="2312"/>
                  </a:lnTo>
                  <a:lnTo>
                    <a:pt x="2312" y="2312"/>
                  </a:lnTo>
                  <a:lnTo>
                    <a:pt x="2312" y="2134"/>
                  </a:lnTo>
                  <a:lnTo>
                    <a:pt x="2135" y="1956"/>
                  </a:lnTo>
                  <a:lnTo>
                    <a:pt x="1957" y="1245"/>
                  </a:lnTo>
                  <a:lnTo>
                    <a:pt x="1601" y="1423"/>
                  </a:lnTo>
                  <a:lnTo>
                    <a:pt x="1601" y="890"/>
                  </a:lnTo>
                  <a:lnTo>
                    <a:pt x="1779" y="712"/>
                  </a:lnTo>
                  <a:lnTo>
                    <a:pt x="2135" y="712"/>
                  </a:lnTo>
                  <a:lnTo>
                    <a:pt x="2312" y="534"/>
                  </a:lnTo>
                  <a:lnTo>
                    <a:pt x="2490" y="534"/>
                  </a:lnTo>
                  <a:lnTo>
                    <a:pt x="2135" y="178"/>
                  </a:lnTo>
                  <a:lnTo>
                    <a:pt x="1601" y="178"/>
                  </a:lnTo>
                  <a:lnTo>
                    <a:pt x="142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3" name="Google Shape;1553;p60"/>
            <p:cNvSpPr/>
            <p:nvPr/>
          </p:nvSpPr>
          <p:spPr>
            <a:xfrm>
              <a:off x="562625" y="4840125"/>
              <a:ext cx="213400" cy="226725"/>
            </a:xfrm>
            <a:custGeom>
              <a:rect b="b" l="l" r="r" t="t"/>
              <a:pathLst>
                <a:path extrusionOk="0" h="9069" w="8536">
                  <a:moveTo>
                    <a:pt x="3201" y="0"/>
                  </a:moveTo>
                  <a:lnTo>
                    <a:pt x="3023" y="178"/>
                  </a:lnTo>
                  <a:lnTo>
                    <a:pt x="2846" y="178"/>
                  </a:lnTo>
                  <a:lnTo>
                    <a:pt x="2846" y="356"/>
                  </a:lnTo>
                  <a:lnTo>
                    <a:pt x="2312" y="534"/>
                  </a:lnTo>
                  <a:lnTo>
                    <a:pt x="2312" y="711"/>
                  </a:lnTo>
                  <a:lnTo>
                    <a:pt x="1601" y="534"/>
                  </a:lnTo>
                  <a:lnTo>
                    <a:pt x="1423" y="356"/>
                  </a:lnTo>
                  <a:lnTo>
                    <a:pt x="1245" y="356"/>
                  </a:lnTo>
                  <a:lnTo>
                    <a:pt x="1067" y="711"/>
                  </a:lnTo>
                  <a:lnTo>
                    <a:pt x="890" y="711"/>
                  </a:lnTo>
                  <a:lnTo>
                    <a:pt x="712" y="1067"/>
                  </a:lnTo>
                  <a:lnTo>
                    <a:pt x="712" y="1600"/>
                  </a:lnTo>
                  <a:lnTo>
                    <a:pt x="1067" y="1600"/>
                  </a:lnTo>
                  <a:lnTo>
                    <a:pt x="1067" y="2312"/>
                  </a:lnTo>
                  <a:lnTo>
                    <a:pt x="890" y="2490"/>
                  </a:lnTo>
                  <a:lnTo>
                    <a:pt x="1245" y="2667"/>
                  </a:lnTo>
                  <a:lnTo>
                    <a:pt x="1423" y="3379"/>
                  </a:lnTo>
                  <a:lnTo>
                    <a:pt x="712" y="3201"/>
                  </a:lnTo>
                  <a:lnTo>
                    <a:pt x="534" y="3201"/>
                  </a:lnTo>
                  <a:lnTo>
                    <a:pt x="534" y="3379"/>
                  </a:lnTo>
                  <a:lnTo>
                    <a:pt x="890" y="3556"/>
                  </a:lnTo>
                  <a:lnTo>
                    <a:pt x="890" y="3912"/>
                  </a:lnTo>
                  <a:lnTo>
                    <a:pt x="712" y="3912"/>
                  </a:lnTo>
                  <a:lnTo>
                    <a:pt x="712" y="4268"/>
                  </a:lnTo>
                  <a:lnTo>
                    <a:pt x="534" y="4623"/>
                  </a:lnTo>
                  <a:lnTo>
                    <a:pt x="178" y="4623"/>
                  </a:lnTo>
                  <a:lnTo>
                    <a:pt x="356" y="4979"/>
                  </a:lnTo>
                  <a:lnTo>
                    <a:pt x="356" y="5690"/>
                  </a:lnTo>
                  <a:lnTo>
                    <a:pt x="1" y="5868"/>
                  </a:lnTo>
                  <a:lnTo>
                    <a:pt x="534" y="6224"/>
                  </a:lnTo>
                  <a:lnTo>
                    <a:pt x="890" y="6224"/>
                  </a:lnTo>
                  <a:lnTo>
                    <a:pt x="1245" y="6757"/>
                  </a:lnTo>
                  <a:lnTo>
                    <a:pt x="1601" y="6935"/>
                  </a:lnTo>
                  <a:lnTo>
                    <a:pt x="1779" y="7824"/>
                  </a:lnTo>
                  <a:lnTo>
                    <a:pt x="1423" y="8180"/>
                  </a:lnTo>
                  <a:lnTo>
                    <a:pt x="1423" y="8357"/>
                  </a:lnTo>
                  <a:lnTo>
                    <a:pt x="1601" y="9069"/>
                  </a:lnTo>
                  <a:lnTo>
                    <a:pt x="2312" y="8535"/>
                  </a:lnTo>
                  <a:lnTo>
                    <a:pt x="3913" y="8002"/>
                  </a:lnTo>
                  <a:lnTo>
                    <a:pt x="6402" y="7824"/>
                  </a:lnTo>
                  <a:lnTo>
                    <a:pt x="7824" y="8002"/>
                  </a:lnTo>
                  <a:lnTo>
                    <a:pt x="8358" y="7824"/>
                  </a:lnTo>
                  <a:lnTo>
                    <a:pt x="8180" y="7468"/>
                  </a:lnTo>
                  <a:lnTo>
                    <a:pt x="7824" y="7113"/>
                  </a:lnTo>
                  <a:lnTo>
                    <a:pt x="7647" y="5868"/>
                  </a:lnTo>
                  <a:lnTo>
                    <a:pt x="7647" y="5335"/>
                  </a:lnTo>
                  <a:lnTo>
                    <a:pt x="8002" y="4801"/>
                  </a:lnTo>
                  <a:lnTo>
                    <a:pt x="8180" y="4090"/>
                  </a:lnTo>
                  <a:lnTo>
                    <a:pt x="8536" y="3556"/>
                  </a:lnTo>
                  <a:lnTo>
                    <a:pt x="8536" y="2667"/>
                  </a:lnTo>
                  <a:lnTo>
                    <a:pt x="8180" y="2134"/>
                  </a:lnTo>
                  <a:lnTo>
                    <a:pt x="8358" y="1956"/>
                  </a:lnTo>
                  <a:lnTo>
                    <a:pt x="8358" y="1778"/>
                  </a:lnTo>
                  <a:lnTo>
                    <a:pt x="8180" y="1778"/>
                  </a:lnTo>
                  <a:lnTo>
                    <a:pt x="7647" y="1245"/>
                  </a:lnTo>
                  <a:lnTo>
                    <a:pt x="7113" y="1067"/>
                  </a:lnTo>
                  <a:lnTo>
                    <a:pt x="6224" y="1423"/>
                  </a:lnTo>
                  <a:lnTo>
                    <a:pt x="6046" y="1600"/>
                  </a:lnTo>
                  <a:lnTo>
                    <a:pt x="5691" y="1423"/>
                  </a:lnTo>
                  <a:lnTo>
                    <a:pt x="5335" y="1423"/>
                  </a:lnTo>
                  <a:lnTo>
                    <a:pt x="5335" y="1245"/>
                  </a:lnTo>
                  <a:lnTo>
                    <a:pt x="5157" y="1067"/>
                  </a:lnTo>
                  <a:lnTo>
                    <a:pt x="4802" y="534"/>
                  </a:lnTo>
                  <a:lnTo>
                    <a:pt x="4446" y="534"/>
                  </a:lnTo>
                  <a:lnTo>
                    <a:pt x="4268" y="356"/>
                  </a:lnTo>
                  <a:lnTo>
                    <a:pt x="4090" y="356"/>
                  </a:lnTo>
                  <a:lnTo>
                    <a:pt x="3735" y="711"/>
                  </a:lnTo>
                  <a:lnTo>
                    <a:pt x="3379" y="711"/>
                  </a:lnTo>
                  <a:lnTo>
                    <a:pt x="3201" y="356"/>
                  </a:lnTo>
                  <a:lnTo>
                    <a:pt x="3379" y="178"/>
                  </a:lnTo>
                  <a:lnTo>
                    <a:pt x="320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4" name="Google Shape;1554;p60"/>
            <p:cNvSpPr/>
            <p:nvPr/>
          </p:nvSpPr>
          <p:spPr>
            <a:xfrm>
              <a:off x="1002725" y="3053075"/>
              <a:ext cx="4475" cy="4475"/>
            </a:xfrm>
            <a:custGeom>
              <a:rect b="b" l="l" r="r" t="t"/>
              <a:pathLst>
                <a:path extrusionOk="0" h="179" w="179">
                  <a:moveTo>
                    <a:pt x="178" y="178"/>
                  </a:moveTo>
                  <a:lnTo>
                    <a:pt x="0" y="0"/>
                  </a:lnTo>
                  <a:lnTo>
                    <a:pt x="178" y="178"/>
                  </a:lnTo>
                  <a:lnTo>
                    <a:pt x="178" y="178"/>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5" name="Google Shape;1555;p60"/>
            <p:cNvSpPr/>
            <p:nvPr/>
          </p:nvSpPr>
          <p:spPr>
            <a:xfrm>
              <a:off x="1011600" y="3053075"/>
              <a:ext cx="4475" cy="4475"/>
            </a:xfrm>
            <a:custGeom>
              <a:rect b="b" l="l" r="r" t="t"/>
              <a:pathLst>
                <a:path extrusionOk="0" h="179" w="179">
                  <a:moveTo>
                    <a:pt x="1" y="178"/>
                  </a:moveTo>
                  <a:lnTo>
                    <a:pt x="179" y="0"/>
                  </a:lnTo>
                  <a:lnTo>
                    <a:pt x="179" y="0"/>
                  </a:lnTo>
                  <a:lnTo>
                    <a:pt x="1" y="178"/>
                  </a:lnTo>
                  <a:lnTo>
                    <a:pt x="1" y="178"/>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6" name="Google Shape;1556;p60"/>
            <p:cNvSpPr/>
            <p:nvPr/>
          </p:nvSpPr>
          <p:spPr>
            <a:xfrm>
              <a:off x="3354325" y="4324450"/>
              <a:ext cx="88950" cy="53375"/>
            </a:xfrm>
            <a:custGeom>
              <a:rect b="b" l="l" r="r" t="t"/>
              <a:pathLst>
                <a:path extrusionOk="0" h="2135" w="3558">
                  <a:moveTo>
                    <a:pt x="890" y="1"/>
                  </a:moveTo>
                  <a:lnTo>
                    <a:pt x="1068" y="178"/>
                  </a:lnTo>
                  <a:lnTo>
                    <a:pt x="1601" y="356"/>
                  </a:lnTo>
                  <a:lnTo>
                    <a:pt x="1601" y="712"/>
                  </a:lnTo>
                  <a:lnTo>
                    <a:pt x="890" y="534"/>
                  </a:lnTo>
                  <a:lnTo>
                    <a:pt x="357" y="712"/>
                  </a:lnTo>
                  <a:lnTo>
                    <a:pt x="1" y="890"/>
                  </a:lnTo>
                  <a:lnTo>
                    <a:pt x="1" y="1067"/>
                  </a:lnTo>
                  <a:lnTo>
                    <a:pt x="179" y="1423"/>
                  </a:lnTo>
                  <a:lnTo>
                    <a:pt x="890" y="1956"/>
                  </a:lnTo>
                  <a:lnTo>
                    <a:pt x="1601" y="2134"/>
                  </a:lnTo>
                  <a:lnTo>
                    <a:pt x="2135" y="1779"/>
                  </a:lnTo>
                  <a:lnTo>
                    <a:pt x="2312" y="1423"/>
                  </a:lnTo>
                  <a:lnTo>
                    <a:pt x="3024" y="1423"/>
                  </a:lnTo>
                  <a:lnTo>
                    <a:pt x="3557" y="890"/>
                  </a:lnTo>
                  <a:lnTo>
                    <a:pt x="3202" y="712"/>
                  </a:lnTo>
                  <a:lnTo>
                    <a:pt x="3202" y="534"/>
                  </a:lnTo>
                  <a:lnTo>
                    <a:pt x="3024" y="534"/>
                  </a:lnTo>
                  <a:lnTo>
                    <a:pt x="3024" y="712"/>
                  </a:lnTo>
                  <a:lnTo>
                    <a:pt x="2846" y="890"/>
                  </a:lnTo>
                  <a:lnTo>
                    <a:pt x="2312" y="1245"/>
                  </a:lnTo>
                  <a:lnTo>
                    <a:pt x="1779" y="1067"/>
                  </a:lnTo>
                  <a:lnTo>
                    <a:pt x="1779" y="534"/>
                  </a:lnTo>
                  <a:lnTo>
                    <a:pt x="1601" y="178"/>
                  </a:lnTo>
                  <a:lnTo>
                    <a:pt x="195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7" name="Google Shape;1557;p60"/>
            <p:cNvSpPr/>
            <p:nvPr/>
          </p:nvSpPr>
          <p:spPr>
            <a:xfrm>
              <a:off x="2469700" y="3662100"/>
              <a:ext cx="689050" cy="622375"/>
            </a:xfrm>
            <a:custGeom>
              <a:rect b="b" l="l" r="r" t="t"/>
              <a:pathLst>
                <a:path extrusionOk="0" h="24895" w="27562">
                  <a:moveTo>
                    <a:pt x="534" y="0"/>
                  </a:moveTo>
                  <a:lnTo>
                    <a:pt x="356" y="534"/>
                  </a:lnTo>
                  <a:lnTo>
                    <a:pt x="1" y="534"/>
                  </a:lnTo>
                  <a:lnTo>
                    <a:pt x="178" y="889"/>
                  </a:lnTo>
                  <a:lnTo>
                    <a:pt x="178" y="1423"/>
                  </a:lnTo>
                  <a:lnTo>
                    <a:pt x="356" y="2134"/>
                  </a:lnTo>
                  <a:lnTo>
                    <a:pt x="534" y="2312"/>
                  </a:lnTo>
                  <a:lnTo>
                    <a:pt x="178" y="3023"/>
                  </a:lnTo>
                  <a:lnTo>
                    <a:pt x="534" y="3201"/>
                  </a:lnTo>
                  <a:lnTo>
                    <a:pt x="712" y="3379"/>
                  </a:lnTo>
                  <a:lnTo>
                    <a:pt x="712" y="3912"/>
                  </a:lnTo>
                  <a:lnTo>
                    <a:pt x="1067" y="4268"/>
                  </a:lnTo>
                  <a:lnTo>
                    <a:pt x="1067" y="4445"/>
                  </a:lnTo>
                  <a:lnTo>
                    <a:pt x="1067" y="4623"/>
                  </a:lnTo>
                  <a:lnTo>
                    <a:pt x="1067" y="5157"/>
                  </a:lnTo>
                  <a:lnTo>
                    <a:pt x="1423" y="5335"/>
                  </a:lnTo>
                  <a:lnTo>
                    <a:pt x="1423" y="5690"/>
                  </a:lnTo>
                  <a:lnTo>
                    <a:pt x="1601" y="5868"/>
                  </a:lnTo>
                  <a:lnTo>
                    <a:pt x="1779" y="6579"/>
                  </a:lnTo>
                  <a:lnTo>
                    <a:pt x="2134" y="6579"/>
                  </a:lnTo>
                  <a:lnTo>
                    <a:pt x="2490" y="6935"/>
                  </a:lnTo>
                  <a:lnTo>
                    <a:pt x="2846" y="6757"/>
                  </a:lnTo>
                  <a:lnTo>
                    <a:pt x="3023" y="6935"/>
                  </a:lnTo>
                  <a:lnTo>
                    <a:pt x="2668" y="7468"/>
                  </a:lnTo>
                  <a:lnTo>
                    <a:pt x="3023" y="8357"/>
                  </a:lnTo>
                  <a:lnTo>
                    <a:pt x="2668" y="8357"/>
                  </a:lnTo>
                  <a:lnTo>
                    <a:pt x="2312" y="8891"/>
                  </a:lnTo>
                  <a:lnTo>
                    <a:pt x="2312" y="9246"/>
                  </a:lnTo>
                  <a:lnTo>
                    <a:pt x="2134" y="9246"/>
                  </a:lnTo>
                  <a:lnTo>
                    <a:pt x="1957" y="9424"/>
                  </a:lnTo>
                  <a:lnTo>
                    <a:pt x="2134" y="9958"/>
                  </a:lnTo>
                  <a:lnTo>
                    <a:pt x="1957" y="10136"/>
                  </a:lnTo>
                  <a:lnTo>
                    <a:pt x="2312" y="10491"/>
                  </a:lnTo>
                  <a:lnTo>
                    <a:pt x="2312" y="10669"/>
                  </a:lnTo>
                  <a:lnTo>
                    <a:pt x="2668" y="10847"/>
                  </a:lnTo>
                  <a:lnTo>
                    <a:pt x="3023" y="11380"/>
                  </a:lnTo>
                  <a:lnTo>
                    <a:pt x="3023" y="11914"/>
                  </a:lnTo>
                  <a:lnTo>
                    <a:pt x="3557" y="12091"/>
                  </a:lnTo>
                  <a:lnTo>
                    <a:pt x="4446" y="12625"/>
                  </a:lnTo>
                  <a:lnTo>
                    <a:pt x="4802" y="12803"/>
                  </a:lnTo>
                  <a:lnTo>
                    <a:pt x="5335" y="13870"/>
                  </a:lnTo>
                  <a:lnTo>
                    <a:pt x="5335" y="14225"/>
                  </a:lnTo>
                  <a:lnTo>
                    <a:pt x="5157" y="14759"/>
                  </a:lnTo>
                  <a:lnTo>
                    <a:pt x="5157" y="15114"/>
                  </a:lnTo>
                  <a:lnTo>
                    <a:pt x="5335" y="15114"/>
                  </a:lnTo>
                  <a:lnTo>
                    <a:pt x="5691" y="15292"/>
                  </a:lnTo>
                  <a:lnTo>
                    <a:pt x="5691" y="16003"/>
                  </a:lnTo>
                  <a:lnTo>
                    <a:pt x="6224" y="16537"/>
                  </a:lnTo>
                  <a:lnTo>
                    <a:pt x="6402" y="16893"/>
                  </a:lnTo>
                  <a:lnTo>
                    <a:pt x="6758" y="16893"/>
                  </a:lnTo>
                  <a:lnTo>
                    <a:pt x="6758" y="16359"/>
                  </a:lnTo>
                  <a:lnTo>
                    <a:pt x="7469" y="16715"/>
                  </a:lnTo>
                  <a:lnTo>
                    <a:pt x="7824" y="16715"/>
                  </a:lnTo>
                  <a:lnTo>
                    <a:pt x="8002" y="16893"/>
                  </a:lnTo>
                  <a:lnTo>
                    <a:pt x="8358" y="16537"/>
                  </a:lnTo>
                  <a:lnTo>
                    <a:pt x="8536" y="16715"/>
                  </a:lnTo>
                  <a:lnTo>
                    <a:pt x="8714" y="17070"/>
                  </a:lnTo>
                  <a:lnTo>
                    <a:pt x="9425" y="17782"/>
                  </a:lnTo>
                  <a:lnTo>
                    <a:pt x="9425" y="18315"/>
                  </a:lnTo>
                  <a:lnTo>
                    <a:pt x="9780" y="18493"/>
                  </a:lnTo>
                  <a:lnTo>
                    <a:pt x="9780" y="18671"/>
                  </a:lnTo>
                  <a:lnTo>
                    <a:pt x="10136" y="19382"/>
                  </a:lnTo>
                  <a:lnTo>
                    <a:pt x="10492" y="20271"/>
                  </a:lnTo>
                  <a:lnTo>
                    <a:pt x="11025" y="20449"/>
                  </a:lnTo>
                  <a:lnTo>
                    <a:pt x="11559" y="20449"/>
                  </a:lnTo>
                  <a:lnTo>
                    <a:pt x="12092" y="20804"/>
                  </a:lnTo>
                  <a:lnTo>
                    <a:pt x="12270" y="21160"/>
                  </a:lnTo>
                  <a:lnTo>
                    <a:pt x="12803" y="21694"/>
                  </a:lnTo>
                  <a:lnTo>
                    <a:pt x="13515" y="21871"/>
                  </a:lnTo>
                  <a:lnTo>
                    <a:pt x="13870" y="22227"/>
                  </a:lnTo>
                  <a:lnTo>
                    <a:pt x="14759" y="22405"/>
                  </a:lnTo>
                  <a:lnTo>
                    <a:pt x="15293" y="22583"/>
                  </a:lnTo>
                  <a:lnTo>
                    <a:pt x="16182" y="22227"/>
                  </a:lnTo>
                  <a:lnTo>
                    <a:pt x="16537" y="21871"/>
                  </a:lnTo>
                  <a:lnTo>
                    <a:pt x="17249" y="21694"/>
                  </a:lnTo>
                  <a:lnTo>
                    <a:pt x="17782" y="21516"/>
                  </a:lnTo>
                  <a:lnTo>
                    <a:pt x="18138" y="21694"/>
                  </a:lnTo>
                  <a:lnTo>
                    <a:pt x="18671" y="22227"/>
                  </a:lnTo>
                  <a:lnTo>
                    <a:pt x="18849" y="22938"/>
                  </a:lnTo>
                  <a:lnTo>
                    <a:pt x="19205" y="23827"/>
                  </a:lnTo>
                  <a:lnTo>
                    <a:pt x="19916" y="24005"/>
                  </a:lnTo>
                  <a:lnTo>
                    <a:pt x="20272" y="24183"/>
                  </a:lnTo>
                  <a:lnTo>
                    <a:pt x="21161" y="24183"/>
                  </a:lnTo>
                  <a:lnTo>
                    <a:pt x="21694" y="24361"/>
                  </a:lnTo>
                  <a:lnTo>
                    <a:pt x="21872" y="24361"/>
                  </a:lnTo>
                  <a:lnTo>
                    <a:pt x="22761" y="24539"/>
                  </a:lnTo>
                  <a:lnTo>
                    <a:pt x="23294" y="24539"/>
                  </a:lnTo>
                  <a:lnTo>
                    <a:pt x="23828" y="24361"/>
                  </a:lnTo>
                  <a:lnTo>
                    <a:pt x="24006" y="24716"/>
                  </a:lnTo>
                  <a:lnTo>
                    <a:pt x="24717" y="24894"/>
                  </a:lnTo>
                  <a:lnTo>
                    <a:pt x="25073" y="24716"/>
                  </a:lnTo>
                  <a:lnTo>
                    <a:pt x="25606" y="23116"/>
                  </a:lnTo>
                  <a:lnTo>
                    <a:pt x="26139" y="22938"/>
                  </a:lnTo>
                  <a:lnTo>
                    <a:pt x="26139" y="22760"/>
                  </a:lnTo>
                  <a:lnTo>
                    <a:pt x="26317" y="22583"/>
                  </a:lnTo>
                  <a:lnTo>
                    <a:pt x="27029" y="22405"/>
                  </a:lnTo>
                  <a:lnTo>
                    <a:pt x="27384" y="22405"/>
                  </a:lnTo>
                  <a:lnTo>
                    <a:pt x="27562" y="22049"/>
                  </a:lnTo>
                  <a:lnTo>
                    <a:pt x="27562" y="21871"/>
                  </a:lnTo>
                  <a:lnTo>
                    <a:pt x="27384" y="21694"/>
                  </a:lnTo>
                  <a:lnTo>
                    <a:pt x="26851" y="21694"/>
                  </a:lnTo>
                  <a:lnTo>
                    <a:pt x="27029" y="20982"/>
                  </a:lnTo>
                  <a:lnTo>
                    <a:pt x="26851" y="19915"/>
                  </a:lnTo>
                  <a:lnTo>
                    <a:pt x="26495" y="19915"/>
                  </a:lnTo>
                  <a:lnTo>
                    <a:pt x="26317" y="19738"/>
                  </a:lnTo>
                  <a:lnTo>
                    <a:pt x="25784" y="19560"/>
                  </a:lnTo>
                  <a:lnTo>
                    <a:pt x="25428" y="19382"/>
                  </a:lnTo>
                  <a:lnTo>
                    <a:pt x="25073" y="18848"/>
                  </a:lnTo>
                  <a:lnTo>
                    <a:pt x="24717" y="18137"/>
                  </a:lnTo>
                  <a:lnTo>
                    <a:pt x="24006" y="17426"/>
                  </a:lnTo>
                  <a:lnTo>
                    <a:pt x="23828" y="17070"/>
                  </a:lnTo>
                  <a:lnTo>
                    <a:pt x="24006" y="17248"/>
                  </a:lnTo>
                  <a:lnTo>
                    <a:pt x="25428" y="15648"/>
                  </a:lnTo>
                  <a:lnTo>
                    <a:pt x="25428" y="15292"/>
                  </a:lnTo>
                  <a:lnTo>
                    <a:pt x="25250" y="14759"/>
                  </a:lnTo>
                  <a:lnTo>
                    <a:pt x="24006" y="14581"/>
                  </a:lnTo>
                  <a:lnTo>
                    <a:pt x="24006" y="13158"/>
                  </a:lnTo>
                  <a:lnTo>
                    <a:pt x="23650" y="11558"/>
                  </a:lnTo>
                  <a:lnTo>
                    <a:pt x="24006" y="11025"/>
                  </a:lnTo>
                  <a:lnTo>
                    <a:pt x="23650" y="11025"/>
                  </a:lnTo>
                  <a:lnTo>
                    <a:pt x="23472" y="9958"/>
                  </a:lnTo>
                  <a:lnTo>
                    <a:pt x="23828" y="9602"/>
                  </a:lnTo>
                  <a:lnTo>
                    <a:pt x="24006" y="9602"/>
                  </a:lnTo>
                  <a:lnTo>
                    <a:pt x="24006" y="9246"/>
                  </a:lnTo>
                  <a:lnTo>
                    <a:pt x="24183" y="8891"/>
                  </a:lnTo>
                  <a:lnTo>
                    <a:pt x="24361" y="8180"/>
                  </a:lnTo>
                  <a:lnTo>
                    <a:pt x="24361" y="7824"/>
                  </a:lnTo>
                  <a:lnTo>
                    <a:pt x="24539" y="7824"/>
                  </a:lnTo>
                  <a:lnTo>
                    <a:pt x="24717" y="7290"/>
                  </a:lnTo>
                  <a:lnTo>
                    <a:pt x="24539" y="6757"/>
                  </a:lnTo>
                  <a:lnTo>
                    <a:pt x="24539" y="5690"/>
                  </a:lnTo>
                  <a:lnTo>
                    <a:pt x="24361" y="5512"/>
                  </a:lnTo>
                  <a:lnTo>
                    <a:pt x="23294" y="5512"/>
                  </a:lnTo>
                  <a:lnTo>
                    <a:pt x="22939" y="4979"/>
                  </a:lnTo>
                  <a:lnTo>
                    <a:pt x="22228" y="4623"/>
                  </a:lnTo>
                  <a:lnTo>
                    <a:pt x="22050" y="4445"/>
                  </a:lnTo>
                  <a:lnTo>
                    <a:pt x="21872" y="3912"/>
                  </a:lnTo>
                  <a:lnTo>
                    <a:pt x="21161" y="3734"/>
                  </a:lnTo>
                  <a:lnTo>
                    <a:pt x="20449" y="3734"/>
                  </a:lnTo>
                  <a:lnTo>
                    <a:pt x="20272" y="3556"/>
                  </a:lnTo>
                  <a:lnTo>
                    <a:pt x="19205" y="3201"/>
                  </a:lnTo>
                  <a:lnTo>
                    <a:pt x="18849" y="2667"/>
                  </a:lnTo>
                  <a:lnTo>
                    <a:pt x="17782" y="2667"/>
                  </a:lnTo>
                  <a:lnTo>
                    <a:pt x="17604" y="3023"/>
                  </a:lnTo>
                  <a:lnTo>
                    <a:pt x="16893" y="2845"/>
                  </a:lnTo>
                  <a:lnTo>
                    <a:pt x="16360" y="3023"/>
                  </a:lnTo>
                  <a:lnTo>
                    <a:pt x="16004" y="3201"/>
                  </a:lnTo>
                  <a:lnTo>
                    <a:pt x="15471" y="3556"/>
                  </a:lnTo>
                  <a:lnTo>
                    <a:pt x="15471" y="3912"/>
                  </a:lnTo>
                  <a:lnTo>
                    <a:pt x="15293" y="4090"/>
                  </a:lnTo>
                  <a:lnTo>
                    <a:pt x="14759" y="4268"/>
                  </a:lnTo>
                  <a:lnTo>
                    <a:pt x="14226" y="4268"/>
                  </a:lnTo>
                  <a:lnTo>
                    <a:pt x="14404" y="4801"/>
                  </a:lnTo>
                  <a:lnTo>
                    <a:pt x="14404" y="5157"/>
                  </a:lnTo>
                  <a:lnTo>
                    <a:pt x="14226" y="5335"/>
                  </a:lnTo>
                  <a:lnTo>
                    <a:pt x="13337" y="5157"/>
                  </a:lnTo>
                  <a:lnTo>
                    <a:pt x="11203" y="5690"/>
                  </a:lnTo>
                  <a:lnTo>
                    <a:pt x="9958" y="5512"/>
                  </a:lnTo>
                  <a:lnTo>
                    <a:pt x="9069" y="4801"/>
                  </a:lnTo>
                  <a:lnTo>
                    <a:pt x="8714" y="4623"/>
                  </a:lnTo>
                  <a:lnTo>
                    <a:pt x="8536" y="4268"/>
                  </a:lnTo>
                  <a:lnTo>
                    <a:pt x="8180" y="4090"/>
                  </a:lnTo>
                  <a:lnTo>
                    <a:pt x="7469" y="4090"/>
                  </a:lnTo>
                  <a:lnTo>
                    <a:pt x="6935" y="3556"/>
                  </a:lnTo>
                  <a:lnTo>
                    <a:pt x="6758" y="3023"/>
                  </a:lnTo>
                  <a:lnTo>
                    <a:pt x="6758" y="2312"/>
                  </a:lnTo>
                  <a:lnTo>
                    <a:pt x="6402" y="2312"/>
                  </a:lnTo>
                  <a:lnTo>
                    <a:pt x="5513" y="1600"/>
                  </a:lnTo>
                  <a:lnTo>
                    <a:pt x="5513" y="1245"/>
                  </a:lnTo>
                  <a:lnTo>
                    <a:pt x="5868" y="1067"/>
                  </a:lnTo>
                  <a:lnTo>
                    <a:pt x="5691" y="711"/>
                  </a:lnTo>
                  <a:lnTo>
                    <a:pt x="5868" y="534"/>
                  </a:lnTo>
                  <a:lnTo>
                    <a:pt x="5513" y="0"/>
                  </a:lnTo>
                  <a:lnTo>
                    <a:pt x="5335" y="0"/>
                  </a:lnTo>
                  <a:lnTo>
                    <a:pt x="3912" y="1067"/>
                  </a:lnTo>
                  <a:lnTo>
                    <a:pt x="3557" y="1423"/>
                  </a:lnTo>
                  <a:lnTo>
                    <a:pt x="3379" y="1600"/>
                  </a:lnTo>
                  <a:lnTo>
                    <a:pt x="3379" y="1423"/>
                  </a:lnTo>
                  <a:lnTo>
                    <a:pt x="3201" y="1423"/>
                  </a:lnTo>
                  <a:lnTo>
                    <a:pt x="2846" y="1600"/>
                  </a:lnTo>
                  <a:lnTo>
                    <a:pt x="2668" y="1600"/>
                  </a:lnTo>
                  <a:lnTo>
                    <a:pt x="2134" y="1423"/>
                  </a:lnTo>
                  <a:lnTo>
                    <a:pt x="1779" y="1245"/>
                  </a:lnTo>
                  <a:lnTo>
                    <a:pt x="1601" y="889"/>
                  </a:lnTo>
                  <a:lnTo>
                    <a:pt x="1423" y="889"/>
                  </a:lnTo>
                  <a:lnTo>
                    <a:pt x="89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8" name="Google Shape;1558;p60"/>
            <p:cNvSpPr/>
            <p:nvPr/>
          </p:nvSpPr>
          <p:spPr>
            <a:xfrm>
              <a:off x="3807775" y="4075500"/>
              <a:ext cx="4450" cy="8925"/>
            </a:xfrm>
            <a:custGeom>
              <a:rect b="b" l="l" r="r" t="t"/>
              <a:pathLst>
                <a:path extrusionOk="0" h="357" w="178">
                  <a:moveTo>
                    <a:pt x="178" y="1"/>
                  </a:moveTo>
                  <a:lnTo>
                    <a:pt x="0" y="179"/>
                  </a:lnTo>
                  <a:lnTo>
                    <a:pt x="0" y="357"/>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59" name="Google Shape;1559;p60"/>
            <p:cNvSpPr/>
            <p:nvPr/>
          </p:nvSpPr>
          <p:spPr>
            <a:xfrm>
              <a:off x="2416350" y="4528950"/>
              <a:ext cx="373450" cy="235625"/>
            </a:xfrm>
            <a:custGeom>
              <a:rect b="b" l="l" r="r" t="t"/>
              <a:pathLst>
                <a:path extrusionOk="0" h="9425" w="14938">
                  <a:moveTo>
                    <a:pt x="13337" y="0"/>
                  </a:moveTo>
                  <a:lnTo>
                    <a:pt x="11737" y="356"/>
                  </a:lnTo>
                  <a:lnTo>
                    <a:pt x="9247" y="533"/>
                  </a:lnTo>
                  <a:lnTo>
                    <a:pt x="8002" y="1245"/>
                  </a:lnTo>
                  <a:lnTo>
                    <a:pt x="7469" y="1956"/>
                  </a:lnTo>
                  <a:lnTo>
                    <a:pt x="7291" y="2312"/>
                  </a:lnTo>
                  <a:lnTo>
                    <a:pt x="6936" y="2845"/>
                  </a:lnTo>
                  <a:lnTo>
                    <a:pt x="6580" y="3023"/>
                  </a:lnTo>
                  <a:lnTo>
                    <a:pt x="6046" y="3023"/>
                  </a:lnTo>
                  <a:lnTo>
                    <a:pt x="5691" y="2667"/>
                  </a:lnTo>
                  <a:lnTo>
                    <a:pt x="5157" y="2667"/>
                  </a:lnTo>
                  <a:lnTo>
                    <a:pt x="4268" y="2489"/>
                  </a:lnTo>
                  <a:lnTo>
                    <a:pt x="3735" y="2489"/>
                  </a:lnTo>
                  <a:lnTo>
                    <a:pt x="3379" y="2312"/>
                  </a:lnTo>
                  <a:lnTo>
                    <a:pt x="2490" y="2312"/>
                  </a:lnTo>
                  <a:lnTo>
                    <a:pt x="2135" y="2489"/>
                  </a:lnTo>
                  <a:lnTo>
                    <a:pt x="1423" y="2489"/>
                  </a:lnTo>
                  <a:lnTo>
                    <a:pt x="1068" y="2134"/>
                  </a:lnTo>
                  <a:lnTo>
                    <a:pt x="890" y="2312"/>
                  </a:lnTo>
                  <a:lnTo>
                    <a:pt x="890" y="2489"/>
                  </a:lnTo>
                  <a:lnTo>
                    <a:pt x="712" y="2667"/>
                  </a:lnTo>
                  <a:lnTo>
                    <a:pt x="890" y="2845"/>
                  </a:lnTo>
                  <a:lnTo>
                    <a:pt x="712" y="3023"/>
                  </a:lnTo>
                  <a:lnTo>
                    <a:pt x="890" y="3201"/>
                  </a:lnTo>
                  <a:lnTo>
                    <a:pt x="890" y="3556"/>
                  </a:lnTo>
                  <a:lnTo>
                    <a:pt x="712" y="3556"/>
                  </a:lnTo>
                  <a:lnTo>
                    <a:pt x="712" y="3734"/>
                  </a:lnTo>
                  <a:lnTo>
                    <a:pt x="534" y="3734"/>
                  </a:lnTo>
                  <a:lnTo>
                    <a:pt x="356" y="3912"/>
                  </a:lnTo>
                  <a:lnTo>
                    <a:pt x="179" y="3912"/>
                  </a:lnTo>
                  <a:lnTo>
                    <a:pt x="179" y="5512"/>
                  </a:lnTo>
                  <a:lnTo>
                    <a:pt x="1" y="5512"/>
                  </a:lnTo>
                  <a:lnTo>
                    <a:pt x="356" y="5690"/>
                  </a:lnTo>
                  <a:lnTo>
                    <a:pt x="712" y="7290"/>
                  </a:lnTo>
                  <a:lnTo>
                    <a:pt x="890" y="7824"/>
                  </a:lnTo>
                  <a:lnTo>
                    <a:pt x="890" y="8535"/>
                  </a:lnTo>
                  <a:lnTo>
                    <a:pt x="1245" y="9246"/>
                  </a:lnTo>
                  <a:lnTo>
                    <a:pt x="1957" y="9424"/>
                  </a:lnTo>
                  <a:lnTo>
                    <a:pt x="2846" y="9069"/>
                  </a:lnTo>
                  <a:lnTo>
                    <a:pt x="3024" y="9246"/>
                  </a:lnTo>
                  <a:lnTo>
                    <a:pt x="3379" y="8891"/>
                  </a:lnTo>
                  <a:lnTo>
                    <a:pt x="3735" y="8713"/>
                  </a:lnTo>
                  <a:lnTo>
                    <a:pt x="4268" y="8357"/>
                  </a:lnTo>
                  <a:lnTo>
                    <a:pt x="4980" y="8180"/>
                  </a:lnTo>
                  <a:lnTo>
                    <a:pt x="5691" y="8180"/>
                  </a:lnTo>
                  <a:lnTo>
                    <a:pt x="6758" y="7824"/>
                  </a:lnTo>
                  <a:lnTo>
                    <a:pt x="7469" y="7290"/>
                  </a:lnTo>
                  <a:lnTo>
                    <a:pt x="8536" y="7290"/>
                  </a:lnTo>
                  <a:lnTo>
                    <a:pt x="9247" y="6579"/>
                  </a:lnTo>
                  <a:lnTo>
                    <a:pt x="9781" y="6224"/>
                  </a:lnTo>
                  <a:lnTo>
                    <a:pt x="12270" y="5512"/>
                  </a:lnTo>
                  <a:lnTo>
                    <a:pt x="13515" y="4979"/>
                  </a:lnTo>
                  <a:lnTo>
                    <a:pt x="13693" y="4801"/>
                  </a:lnTo>
                  <a:lnTo>
                    <a:pt x="13693" y="4445"/>
                  </a:lnTo>
                  <a:lnTo>
                    <a:pt x="13870" y="3912"/>
                  </a:lnTo>
                  <a:lnTo>
                    <a:pt x="14048" y="3734"/>
                  </a:lnTo>
                  <a:lnTo>
                    <a:pt x="14937" y="3379"/>
                  </a:lnTo>
                  <a:lnTo>
                    <a:pt x="1333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0" name="Google Shape;1560;p60"/>
            <p:cNvSpPr/>
            <p:nvPr/>
          </p:nvSpPr>
          <p:spPr>
            <a:xfrm>
              <a:off x="2887575" y="4213325"/>
              <a:ext cx="13350" cy="8900"/>
            </a:xfrm>
            <a:custGeom>
              <a:rect b="b" l="l" r="r" t="t"/>
              <a:pathLst>
                <a:path extrusionOk="0" h="356" w="534">
                  <a:moveTo>
                    <a:pt x="178" y="0"/>
                  </a:moveTo>
                  <a:lnTo>
                    <a:pt x="0" y="178"/>
                  </a:lnTo>
                  <a:lnTo>
                    <a:pt x="0" y="356"/>
                  </a:lnTo>
                  <a:lnTo>
                    <a:pt x="178" y="178"/>
                  </a:lnTo>
                  <a:lnTo>
                    <a:pt x="356" y="356"/>
                  </a:lnTo>
                  <a:lnTo>
                    <a:pt x="534" y="0"/>
                  </a:lnTo>
                  <a:lnTo>
                    <a:pt x="534" y="0"/>
                  </a:lnTo>
                  <a:lnTo>
                    <a:pt x="356"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1" name="Google Shape;1561;p60"/>
            <p:cNvSpPr/>
            <p:nvPr/>
          </p:nvSpPr>
          <p:spPr>
            <a:xfrm>
              <a:off x="3772200" y="4071075"/>
              <a:ext cx="288975" cy="164500"/>
            </a:xfrm>
            <a:custGeom>
              <a:rect b="b" l="l" r="r" t="t"/>
              <a:pathLst>
                <a:path extrusionOk="0" h="6580" w="11559">
                  <a:moveTo>
                    <a:pt x="1957" y="0"/>
                  </a:moveTo>
                  <a:lnTo>
                    <a:pt x="1601" y="711"/>
                  </a:lnTo>
                  <a:lnTo>
                    <a:pt x="1245" y="711"/>
                  </a:lnTo>
                  <a:lnTo>
                    <a:pt x="1245" y="356"/>
                  </a:lnTo>
                  <a:lnTo>
                    <a:pt x="1067" y="534"/>
                  </a:lnTo>
                  <a:lnTo>
                    <a:pt x="356" y="1067"/>
                  </a:lnTo>
                  <a:lnTo>
                    <a:pt x="356" y="1423"/>
                  </a:lnTo>
                  <a:lnTo>
                    <a:pt x="178" y="1778"/>
                  </a:lnTo>
                  <a:lnTo>
                    <a:pt x="178" y="2134"/>
                  </a:lnTo>
                  <a:lnTo>
                    <a:pt x="1" y="2312"/>
                  </a:lnTo>
                  <a:lnTo>
                    <a:pt x="1" y="2489"/>
                  </a:lnTo>
                  <a:lnTo>
                    <a:pt x="356" y="2845"/>
                  </a:lnTo>
                  <a:lnTo>
                    <a:pt x="712" y="2845"/>
                  </a:lnTo>
                  <a:lnTo>
                    <a:pt x="1601" y="3201"/>
                  </a:lnTo>
                  <a:lnTo>
                    <a:pt x="1779" y="3556"/>
                  </a:lnTo>
                  <a:lnTo>
                    <a:pt x="1957" y="3556"/>
                  </a:lnTo>
                  <a:lnTo>
                    <a:pt x="2490" y="4090"/>
                  </a:lnTo>
                  <a:lnTo>
                    <a:pt x="2846" y="4090"/>
                  </a:lnTo>
                  <a:lnTo>
                    <a:pt x="3379" y="4268"/>
                  </a:lnTo>
                  <a:lnTo>
                    <a:pt x="3735" y="4445"/>
                  </a:lnTo>
                  <a:lnTo>
                    <a:pt x="3913" y="4623"/>
                  </a:lnTo>
                  <a:lnTo>
                    <a:pt x="4446" y="4979"/>
                  </a:lnTo>
                  <a:lnTo>
                    <a:pt x="4624" y="4801"/>
                  </a:lnTo>
                  <a:lnTo>
                    <a:pt x="5868" y="4801"/>
                  </a:lnTo>
                  <a:lnTo>
                    <a:pt x="6580" y="4979"/>
                  </a:lnTo>
                  <a:lnTo>
                    <a:pt x="6758" y="5512"/>
                  </a:lnTo>
                  <a:lnTo>
                    <a:pt x="7469" y="5868"/>
                  </a:lnTo>
                  <a:lnTo>
                    <a:pt x="8002" y="5690"/>
                  </a:lnTo>
                  <a:lnTo>
                    <a:pt x="8358" y="6224"/>
                  </a:lnTo>
                  <a:lnTo>
                    <a:pt x="8714" y="6046"/>
                  </a:lnTo>
                  <a:lnTo>
                    <a:pt x="9069" y="6046"/>
                  </a:lnTo>
                  <a:lnTo>
                    <a:pt x="9603" y="6401"/>
                  </a:lnTo>
                  <a:lnTo>
                    <a:pt x="9958" y="6224"/>
                  </a:lnTo>
                  <a:lnTo>
                    <a:pt x="10136" y="6401"/>
                  </a:lnTo>
                  <a:lnTo>
                    <a:pt x="10492" y="6579"/>
                  </a:lnTo>
                  <a:lnTo>
                    <a:pt x="11025" y="6401"/>
                  </a:lnTo>
                  <a:lnTo>
                    <a:pt x="11381" y="6401"/>
                  </a:lnTo>
                  <a:lnTo>
                    <a:pt x="11559" y="6046"/>
                  </a:lnTo>
                  <a:lnTo>
                    <a:pt x="11203" y="5512"/>
                  </a:lnTo>
                  <a:lnTo>
                    <a:pt x="11381" y="4623"/>
                  </a:lnTo>
                  <a:lnTo>
                    <a:pt x="11559" y="4445"/>
                  </a:lnTo>
                  <a:lnTo>
                    <a:pt x="11381" y="4268"/>
                  </a:lnTo>
                  <a:lnTo>
                    <a:pt x="11203" y="4090"/>
                  </a:lnTo>
                  <a:lnTo>
                    <a:pt x="11203" y="4268"/>
                  </a:lnTo>
                  <a:lnTo>
                    <a:pt x="10136" y="4268"/>
                  </a:lnTo>
                  <a:lnTo>
                    <a:pt x="9425" y="3912"/>
                  </a:lnTo>
                  <a:lnTo>
                    <a:pt x="9069" y="4090"/>
                  </a:lnTo>
                  <a:lnTo>
                    <a:pt x="8714" y="4090"/>
                  </a:lnTo>
                  <a:lnTo>
                    <a:pt x="8358" y="4268"/>
                  </a:lnTo>
                  <a:lnTo>
                    <a:pt x="8180" y="3734"/>
                  </a:lnTo>
                  <a:lnTo>
                    <a:pt x="8002" y="3556"/>
                  </a:lnTo>
                  <a:lnTo>
                    <a:pt x="7113" y="3556"/>
                  </a:lnTo>
                  <a:lnTo>
                    <a:pt x="7113" y="3023"/>
                  </a:lnTo>
                  <a:lnTo>
                    <a:pt x="6758" y="3023"/>
                  </a:lnTo>
                  <a:lnTo>
                    <a:pt x="6402" y="2845"/>
                  </a:lnTo>
                  <a:lnTo>
                    <a:pt x="6046" y="2845"/>
                  </a:lnTo>
                  <a:lnTo>
                    <a:pt x="6046" y="2667"/>
                  </a:lnTo>
                  <a:lnTo>
                    <a:pt x="5868" y="2489"/>
                  </a:lnTo>
                  <a:lnTo>
                    <a:pt x="5691" y="1956"/>
                  </a:lnTo>
                  <a:lnTo>
                    <a:pt x="5513" y="1956"/>
                  </a:lnTo>
                  <a:lnTo>
                    <a:pt x="4802" y="2134"/>
                  </a:lnTo>
                  <a:lnTo>
                    <a:pt x="4268" y="1423"/>
                  </a:lnTo>
                  <a:lnTo>
                    <a:pt x="3735" y="1245"/>
                  </a:lnTo>
                  <a:lnTo>
                    <a:pt x="3379" y="889"/>
                  </a:lnTo>
                  <a:lnTo>
                    <a:pt x="2846" y="534"/>
                  </a:lnTo>
                  <a:lnTo>
                    <a:pt x="2668" y="178"/>
                  </a:lnTo>
                  <a:lnTo>
                    <a:pt x="195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2" name="Google Shape;1562;p60"/>
            <p:cNvSpPr/>
            <p:nvPr/>
          </p:nvSpPr>
          <p:spPr>
            <a:xfrm>
              <a:off x="1176100" y="5093500"/>
              <a:ext cx="17800" cy="13350"/>
            </a:xfrm>
            <a:custGeom>
              <a:rect b="b" l="l" r="r" t="t"/>
              <a:pathLst>
                <a:path extrusionOk="0" h="534" w="712">
                  <a:moveTo>
                    <a:pt x="534" y="1"/>
                  </a:moveTo>
                  <a:lnTo>
                    <a:pt x="356" y="178"/>
                  </a:lnTo>
                  <a:lnTo>
                    <a:pt x="356" y="356"/>
                  </a:lnTo>
                  <a:lnTo>
                    <a:pt x="711" y="1"/>
                  </a:lnTo>
                  <a:close/>
                  <a:moveTo>
                    <a:pt x="0" y="356"/>
                  </a:moveTo>
                  <a:lnTo>
                    <a:pt x="178" y="534"/>
                  </a:lnTo>
                  <a:lnTo>
                    <a:pt x="356" y="534"/>
                  </a:lnTo>
                  <a:lnTo>
                    <a:pt x="356" y="356"/>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3" name="Google Shape;1563;p60"/>
            <p:cNvSpPr/>
            <p:nvPr/>
          </p:nvSpPr>
          <p:spPr>
            <a:xfrm>
              <a:off x="869350" y="4826775"/>
              <a:ext cx="62275" cy="177850"/>
            </a:xfrm>
            <a:custGeom>
              <a:rect b="b" l="l" r="r" t="t"/>
              <a:pathLst>
                <a:path extrusionOk="0" h="7114" w="2491">
                  <a:moveTo>
                    <a:pt x="179" y="1"/>
                  </a:moveTo>
                  <a:lnTo>
                    <a:pt x="1" y="356"/>
                  </a:lnTo>
                  <a:lnTo>
                    <a:pt x="534" y="712"/>
                  </a:lnTo>
                  <a:lnTo>
                    <a:pt x="712" y="890"/>
                  </a:lnTo>
                  <a:lnTo>
                    <a:pt x="712" y="2134"/>
                  </a:lnTo>
                  <a:lnTo>
                    <a:pt x="890" y="2134"/>
                  </a:lnTo>
                  <a:lnTo>
                    <a:pt x="890" y="3201"/>
                  </a:lnTo>
                  <a:lnTo>
                    <a:pt x="712" y="3201"/>
                  </a:lnTo>
                  <a:lnTo>
                    <a:pt x="1246" y="3735"/>
                  </a:lnTo>
                  <a:lnTo>
                    <a:pt x="1068" y="4268"/>
                  </a:lnTo>
                  <a:lnTo>
                    <a:pt x="1068" y="4802"/>
                  </a:lnTo>
                  <a:lnTo>
                    <a:pt x="890" y="4979"/>
                  </a:lnTo>
                  <a:lnTo>
                    <a:pt x="1068" y="5335"/>
                  </a:lnTo>
                  <a:lnTo>
                    <a:pt x="890" y="6046"/>
                  </a:lnTo>
                  <a:lnTo>
                    <a:pt x="1246" y="6580"/>
                  </a:lnTo>
                  <a:lnTo>
                    <a:pt x="1423" y="6758"/>
                  </a:lnTo>
                  <a:lnTo>
                    <a:pt x="1957" y="7113"/>
                  </a:lnTo>
                  <a:lnTo>
                    <a:pt x="2312" y="6935"/>
                  </a:lnTo>
                  <a:lnTo>
                    <a:pt x="2490" y="6758"/>
                  </a:lnTo>
                  <a:lnTo>
                    <a:pt x="2312" y="6224"/>
                  </a:lnTo>
                  <a:lnTo>
                    <a:pt x="2312" y="3024"/>
                  </a:lnTo>
                  <a:lnTo>
                    <a:pt x="1957" y="2490"/>
                  </a:lnTo>
                  <a:lnTo>
                    <a:pt x="1957" y="1601"/>
                  </a:lnTo>
                  <a:lnTo>
                    <a:pt x="1068" y="890"/>
                  </a:lnTo>
                  <a:lnTo>
                    <a:pt x="1246" y="1"/>
                  </a:lnTo>
                  <a:lnTo>
                    <a:pt x="712" y="178"/>
                  </a:lnTo>
                  <a:lnTo>
                    <a:pt x="71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4" name="Google Shape;1564;p60"/>
            <p:cNvSpPr/>
            <p:nvPr/>
          </p:nvSpPr>
          <p:spPr>
            <a:xfrm>
              <a:off x="3727750" y="4031050"/>
              <a:ext cx="13350" cy="13375"/>
            </a:xfrm>
            <a:custGeom>
              <a:rect b="b" l="l" r="r" t="t"/>
              <a:pathLst>
                <a:path extrusionOk="0" h="535" w="534">
                  <a:moveTo>
                    <a:pt x="178" y="1"/>
                  </a:moveTo>
                  <a:lnTo>
                    <a:pt x="0" y="179"/>
                  </a:lnTo>
                  <a:lnTo>
                    <a:pt x="356" y="534"/>
                  </a:lnTo>
                  <a:lnTo>
                    <a:pt x="534" y="356"/>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5" name="Google Shape;1565;p60"/>
            <p:cNvSpPr/>
            <p:nvPr/>
          </p:nvSpPr>
          <p:spPr>
            <a:xfrm>
              <a:off x="753775" y="2577425"/>
              <a:ext cx="25" cy="25"/>
            </a:xfrm>
            <a:custGeom>
              <a:rect b="b" l="l" r="r" t="t"/>
              <a:pathLst>
                <a:path extrusionOk="0" h="1" w="1">
                  <a:moveTo>
                    <a:pt x="1" y="0"/>
                  </a:moveTo>
                  <a:lnTo>
                    <a:pt x="1" y="0"/>
                  </a:lnTo>
                  <a:lnTo>
                    <a:pt x="1" y="0"/>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6" name="Google Shape;1566;p60"/>
            <p:cNvSpPr/>
            <p:nvPr/>
          </p:nvSpPr>
          <p:spPr>
            <a:xfrm>
              <a:off x="3607725" y="1221575"/>
              <a:ext cx="8925" cy="8925"/>
            </a:xfrm>
            <a:custGeom>
              <a:rect b="b" l="l" r="r" t="t"/>
              <a:pathLst>
                <a:path extrusionOk="0" h="357" w="357">
                  <a:moveTo>
                    <a:pt x="0" y="1"/>
                  </a:moveTo>
                  <a:lnTo>
                    <a:pt x="0" y="356"/>
                  </a:lnTo>
                  <a:lnTo>
                    <a:pt x="178" y="356"/>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7" name="Google Shape;1567;p60"/>
            <p:cNvSpPr/>
            <p:nvPr/>
          </p:nvSpPr>
          <p:spPr>
            <a:xfrm>
              <a:off x="4314550" y="772600"/>
              <a:ext cx="4450" cy="8900"/>
            </a:xfrm>
            <a:custGeom>
              <a:rect b="b" l="l" r="r" t="t"/>
              <a:pathLst>
                <a:path extrusionOk="0" h="356" w="178">
                  <a:moveTo>
                    <a:pt x="178" y="0"/>
                  </a:moveTo>
                  <a:lnTo>
                    <a:pt x="0" y="356"/>
                  </a:lnTo>
                  <a:lnTo>
                    <a:pt x="178"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8" name="Google Shape;1568;p60"/>
            <p:cNvSpPr/>
            <p:nvPr/>
          </p:nvSpPr>
          <p:spPr>
            <a:xfrm>
              <a:off x="3554375" y="1274925"/>
              <a:ext cx="17800" cy="26700"/>
            </a:xfrm>
            <a:custGeom>
              <a:rect b="b" l="l" r="r" t="t"/>
              <a:pathLst>
                <a:path extrusionOk="0" h="1068" w="712">
                  <a:moveTo>
                    <a:pt x="356" y="0"/>
                  </a:moveTo>
                  <a:lnTo>
                    <a:pt x="1" y="178"/>
                  </a:lnTo>
                  <a:lnTo>
                    <a:pt x="1" y="356"/>
                  </a:lnTo>
                  <a:lnTo>
                    <a:pt x="178" y="712"/>
                  </a:lnTo>
                  <a:lnTo>
                    <a:pt x="534" y="1067"/>
                  </a:lnTo>
                  <a:lnTo>
                    <a:pt x="712" y="534"/>
                  </a:lnTo>
                  <a:lnTo>
                    <a:pt x="712"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69" name="Google Shape;1569;p60"/>
            <p:cNvSpPr/>
            <p:nvPr/>
          </p:nvSpPr>
          <p:spPr>
            <a:xfrm>
              <a:off x="3403225" y="1230475"/>
              <a:ext cx="57825" cy="53350"/>
            </a:xfrm>
            <a:custGeom>
              <a:rect b="b" l="l" r="r" t="t"/>
              <a:pathLst>
                <a:path extrusionOk="0" h="2134" w="2313">
                  <a:moveTo>
                    <a:pt x="1068" y="0"/>
                  </a:moveTo>
                  <a:lnTo>
                    <a:pt x="179" y="356"/>
                  </a:lnTo>
                  <a:lnTo>
                    <a:pt x="1" y="1778"/>
                  </a:lnTo>
                  <a:lnTo>
                    <a:pt x="179" y="2134"/>
                  </a:lnTo>
                  <a:lnTo>
                    <a:pt x="890" y="1778"/>
                  </a:lnTo>
                  <a:lnTo>
                    <a:pt x="2312" y="1245"/>
                  </a:lnTo>
                  <a:lnTo>
                    <a:pt x="1779" y="178"/>
                  </a:lnTo>
                  <a:lnTo>
                    <a:pt x="106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0" name="Google Shape;1570;p60"/>
            <p:cNvSpPr/>
            <p:nvPr/>
          </p:nvSpPr>
          <p:spPr>
            <a:xfrm>
              <a:off x="4101150" y="674800"/>
              <a:ext cx="13375" cy="17800"/>
            </a:xfrm>
            <a:custGeom>
              <a:rect b="b" l="l" r="r" t="t"/>
              <a:pathLst>
                <a:path extrusionOk="0" h="712" w="535">
                  <a:moveTo>
                    <a:pt x="357" y="0"/>
                  </a:moveTo>
                  <a:lnTo>
                    <a:pt x="1" y="356"/>
                  </a:lnTo>
                  <a:lnTo>
                    <a:pt x="1" y="534"/>
                  </a:lnTo>
                  <a:lnTo>
                    <a:pt x="357" y="711"/>
                  </a:lnTo>
                  <a:lnTo>
                    <a:pt x="534" y="534"/>
                  </a:lnTo>
                  <a:lnTo>
                    <a:pt x="357" y="356"/>
                  </a:lnTo>
                  <a:lnTo>
                    <a:pt x="35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1" name="Google Shape;1571;p60"/>
            <p:cNvSpPr/>
            <p:nvPr/>
          </p:nvSpPr>
          <p:spPr>
            <a:xfrm>
              <a:off x="4910225" y="1088225"/>
              <a:ext cx="62250" cy="57800"/>
            </a:xfrm>
            <a:custGeom>
              <a:rect b="b" l="l" r="r" t="t"/>
              <a:pathLst>
                <a:path extrusionOk="0" h="2312" w="2490">
                  <a:moveTo>
                    <a:pt x="712" y="0"/>
                  </a:moveTo>
                  <a:lnTo>
                    <a:pt x="712" y="889"/>
                  </a:lnTo>
                  <a:lnTo>
                    <a:pt x="178" y="889"/>
                  </a:lnTo>
                  <a:lnTo>
                    <a:pt x="0" y="1067"/>
                  </a:lnTo>
                  <a:lnTo>
                    <a:pt x="889" y="1956"/>
                  </a:lnTo>
                  <a:lnTo>
                    <a:pt x="1601" y="2312"/>
                  </a:lnTo>
                  <a:lnTo>
                    <a:pt x="2134" y="1600"/>
                  </a:lnTo>
                  <a:lnTo>
                    <a:pt x="2490" y="711"/>
                  </a:lnTo>
                  <a:lnTo>
                    <a:pt x="2490" y="533"/>
                  </a:lnTo>
                  <a:lnTo>
                    <a:pt x="2134" y="178"/>
                  </a:lnTo>
                  <a:lnTo>
                    <a:pt x="712"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2" name="Google Shape;1572;p60"/>
            <p:cNvSpPr/>
            <p:nvPr/>
          </p:nvSpPr>
          <p:spPr>
            <a:xfrm>
              <a:off x="5528125" y="3973275"/>
              <a:ext cx="4475" cy="4450"/>
            </a:xfrm>
            <a:custGeom>
              <a:rect b="b" l="l" r="r" t="t"/>
              <a:pathLst>
                <a:path extrusionOk="0" h="178" w="179">
                  <a:moveTo>
                    <a:pt x="1" y="0"/>
                  </a:moveTo>
                  <a:lnTo>
                    <a:pt x="179" y="178"/>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3" name="Google Shape;1573;p60"/>
            <p:cNvSpPr/>
            <p:nvPr/>
          </p:nvSpPr>
          <p:spPr>
            <a:xfrm>
              <a:off x="6723950" y="1666125"/>
              <a:ext cx="4475" cy="8900"/>
            </a:xfrm>
            <a:custGeom>
              <a:rect b="b" l="l" r="r" t="t"/>
              <a:pathLst>
                <a:path extrusionOk="0" h="356" w="179">
                  <a:moveTo>
                    <a:pt x="0" y="0"/>
                  </a:moveTo>
                  <a:lnTo>
                    <a:pt x="0" y="178"/>
                  </a:lnTo>
                  <a:lnTo>
                    <a:pt x="178" y="356"/>
                  </a:lnTo>
                  <a:lnTo>
                    <a:pt x="178" y="178"/>
                  </a:lnTo>
                  <a:lnTo>
                    <a:pt x="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4" name="Google Shape;1574;p60"/>
            <p:cNvSpPr/>
            <p:nvPr/>
          </p:nvSpPr>
          <p:spPr>
            <a:xfrm>
              <a:off x="4350100" y="772600"/>
              <a:ext cx="4475" cy="8900"/>
            </a:xfrm>
            <a:custGeom>
              <a:rect b="b" l="l" r="r" t="t"/>
              <a:pathLst>
                <a:path extrusionOk="0" h="356" w="179">
                  <a:moveTo>
                    <a:pt x="178" y="0"/>
                  </a:moveTo>
                  <a:lnTo>
                    <a:pt x="1" y="356"/>
                  </a:lnTo>
                  <a:lnTo>
                    <a:pt x="178"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5" name="Google Shape;1575;p60"/>
            <p:cNvSpPr/>
            <p:nvPr/>
          </p:nvSpPr>
          <p:spPr>
            <a:xfrm>
              <a:off x="749325" y="2559625"/>
              <a:ext cx="8925" cy="8925"/>
            </a:xfrm>
            <a:custGeom>
              <a:rect b="b" l="l" r="r" t="t"/>
              <a:pathLst>
                <a:path extrusionOk="0" h="357" w="357">
                  <a:moveTo>
                    <a:pt x="179" y="1"/>
                  </a:moveTo>
                  <a:lnTo>
                    <a:pt x="1" y="357"/>
                  </a:lnTo>
                  <a:lnTo>
                    <a:pt x="356" y="357"/>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6" name="Google Shape;1576;p60"/>
            <p:cNvSpPr/>
            <p:nvPr/>
          </p:nvSpPr>
          <p:spPr>
            <a:xfrm>
              <a:off x="6306075" y="3337575"/>
              <a:ext cx="8925" cy="4475"/>
            </a:xfrm>
            <a:custGeom>
              <a:rect b="b" l="l" r="r" t="t"/>
              <a:pathLst>
                <a:path extrusionOk="0" h="179" w="357">
                  <a:moveTo>
                    <a:pt x="178" y="1"/>
                  </a:moveTo>
                  <a:lnTo>
                    <a:pt x="1" y="178"/>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7" name="Google Shape;1577;p60"/>
            <p:cNvSpPr/>
            <p:nvPr/>
          </p:nvSpPr>
          <p:spPr>
            <a:xfrm>
              <a:off x="6470550" y="3155325"/>
              <a:ext cx="4475" cy="4450"/>
            </a:xfrm>
            <a:custGeom>
              <a:rect b="b" l="l" r="r" t="t"/>
              <a:pathLst>
                <a:path extrusionOk="0" h="178" w="179">
                  <a:moveTo>
                    <a:pt x="179" y="0"/>
                  </a:moveTo>
                  <a:lnTo>
                    <a:pt x="179" y="0"/>
                  </a:lnTo>
                  <a:lnTo>
                    <a:pt x="1" y="178"/>
                  </a:lnTo>
                  <a:lnTo>
                    <a:pt x="179" y="0"/>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8" name="Google Shape;1578;p60"/>
            <p:cNvSpPr/>
            <p:nvPr/>
          </p:nvSpPr>
          <p:spPr>
            <a:xfrm>
              <a:off x="6883975" y="2826350"/>
              <a:ext cx="13375" cy="17825"/>
            </a:xfrm>
            <a:custGeom>
              <a:rect b="b" l="l" r="r" t="t"/>
              <a:pathLst>
                <a:path extrusionOk="0" h="713" w="535">
                  <a:moveTo>
                    <a:pt x="1" y="1"/>
                  </a:moveTo>
                  <a:lnTo>
                    <a:pt x="1" y="179"/>
                  </a:lnTo>
                  <a:lnTo>
                    <a:pt x="178" y="356"/>
                  </a:lnTo>
                  <a:lnTo>
                    <a:pt x="356" y="712"/>
                  </a:lnTo>
                  <a:lnTo>
                    <a:pt x="534" y="712"/>
                  </a:lnTo>
                  <a:lnTo>
                    <a:pt x="356" y="534"/>
                  </a:lnTo>
                  <a:lnTo>
                    <a:pt x="178" y="179"/>
                  </a:lnTo>
                  <a:lnTo>
                    <a:pt x="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79" name="Google Shape;1579;p60"/>
            <p:cNvSpPr/>
            <p:nvPr/>
          </p:nvSpPr>
          <p:spPr>
            <a:xfrm>
              <a:off x="6870650" y="2813025"/>
              <a:ext cx="13350" cy="8900"/>
            </a:xfrm>
            <a:custGeom>
              <a:rect b="b" l="l" r="r" t="t"/>
              <a:pathLst>
                <a:path extrusionOk="0" h="356" w="534">
                  <a:moveTo>
                    <a:pt x="0" y="0"/>
                  </a:moveTo>
                  <a:lnTo>
                    <a:pt x="356" y="178"/>
                  </a:lnTo>
                  <a:lnTo>
                    <a:pt x="534" y="356"/>
                  </a:lnTo>
                  <a:lnTo>
                    <a:pt x="53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0" name="Google Shape;1580;p60"/>
            <p:cNvSpPr/>
            <p:nvPr/>
          </p:nvSpPr>
          <p:spPr>
            <a:xfrm>
              <a:off x="6288300" y="3346475"/>
              <a:ext cx="17800" cy="13350"/>
            </a:xfrm>
            <a:custGeom>
              <a:rect b="b" l="l" r="r" t="t"/>
              <a:pathLst>
                <a:path extrusionOk="0" h="534" w="712">
                  <a:moveTo>
                    <a:pt x="534" y="0"/>
                  </a:moveTo>
                  <a:lnTo>
                    <a:pt x="178" y="356"/>
                  </a:lnTo>
                  <a:lnTo>
                    <a:pt x="356" y="356"/>
                  </a:lnTo>
                  <a:lnTo>
                    <a:pt x="712" y="0"/>
                  </a:lnTo>
                  <a:close/>
                  <a:moveTo>
                    <a:pt x="0" y="356"/>
                  </a:moveTo>
                  <a:lnTo>
                    <a:pt x="0" y="534"/>
                  </a:lnTo>
                  <a:lnTo>
                    <a:pt x="178" y="356"/>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1" name="Google Shape;1581;p60"/>
            <p:cNvSpPr/>
            <p:nvPr/>
          </p:nvSpPr>
          <p:spPr>
            <a:xfrm>
              <a:off x="762675" y="2568525"/>
              <a:ext cx="4475" cy="4475"/>
            </a:xfrm>
            <a:custGeom>
              <a:rect b="b" l="l" r="r" t="t"/>
              <a:pathLst>
                <a:path extrusionOk="0" h="179" w="179">
                  <a:moveTo>
                    <a:pt x="0" y="1"/>
                  </a:moveTo>
                  <a:lnTo>
                    <a:pt x="178"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2" name="Google Shape;1582;p60"/>
            <p:cNvSpPr/>
            <p:nvPr/>
          </p:nvSpPr>
          <p:spPr>
            <a:xfrm>
              <a:off x="5537025" y="3959925"/>
              <a:ext cx="4475" cy="4475"/>
            </a:xfrm>
            <a:custGeom>
              <a:rect b="b" l="l" r="r" t="t"/>
              <a:pathLst>
                <a:path extrusionOk="0" h="179" w="179">
                  <a:moveTo>
                    <a:pt x="178" y="1"/>
                  </a:moveTo>
                  <a:lnTo>
                    <a:pt x="0" y="178"/>
                  </a:lnTo>
                  <a:lnTo>
                    <a:pt x="178"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3" name="Google Shape;1583;p60"/>
            <p:cNvSpPr/>
            <p:nvPr/>
          </p:nvSpPr>
          <p:spPr>
            <a:xfrm>
              <a:off x="633750" y="2324025"/>
              <a:ext cx="25" cy="25"/>
            </a:xfrm>
            <a:custGeom>
              <a:rect b="b" l="l" r="r" t="t"/>
              <a:pathLst>
                <a:path extrusionOk="0" h="1" w="1">
                  <a:moveTo>
                    <a:pt x="1" y="1"/>
                  </a:moveTo>
                  <a:lnTo>
                    <a:pt x="1" y="1"/>
                  </a:lnTo>
                  <a:lnTo>
                    <a:pt x="1" y="1"/>
                  </a:lnTo>
                  <a:lnTo>
                    <a:pt x="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4" name="Google Shape;1584;p60"/>
            <p:cNvSpPr/>
            <p:nvPr/>
          </p:nvSpPr>
          <p:spPr>
            <a:xfrm>
              <a:off x="238125" y="4688975"/>
              <a:ext cx="4450" cy="25"/>
            </a:xfrm>
            <a:custGeom>
              <a:rect b="b" l="l" r="r" t="t"/>
              <a:pathLst>
                <a:path extrusionOk="0" h="1" w="178">
                  <a:moveTo>
                    <a:pt x="178" y="0"/>
                  </a:moveTo>
                  <a:lnTo>
                    <a:pt x="0" y="0"/>
                  </a:lnTo>
                  <a:lnTo>
                    <a:pt x="178" y="0"/>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5" name="Google Shape;1585;p60"/>
            <p:cNvSpPr/>
            <p:nvPr/>
          </p:nvSpPr>
          <p:spPr>
            <a:xfrm>
              <a:off x="4701300" y="674800"/>
              <a:ext cx="4450" cy="8900"/>
            </a:xfrm>
            <a:custGeom>
              <a:rect b="b" l="l" r="r" t="t"/>
              <a:pathLst>
                <a:path extrusionOk="0" h="356" w="178">
                  <a:moveTo>
                    <a:pt x="178" y="0"/>
                  </a:moveTo>
                  <a:lnTo>
                    <a:pt x="0" y="178"/>
                  </a:lnTo>
                  <a:lnTo>
                    <a:pt x="0" y="356"/>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6" name="Google Shape;1586;p60"/>
            <p:cNvSpPr/>
            <p:nvPr/>
          </p:nvSpPr>
          <p:spPr>
            <a:xfrm>
              <a:off x="2171850" y="2088425"/>
              <a:ext cx="4475" cy="4475"/>
            </a:xfrm>
            <a:custGeom>
              <a:rect b="b" l="l" r="r" t="t"/>
              <a:pathLst>
                <a:path extrusionOk="0" h="179" w="179">
                  <a:moveTo>
                    <a:pt x="1" y="0"/>
                  </a:moveTo>
                  <a:lnTo>
                    <a:pt x="179" y="178"/>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7" name="Google Shape;1587;p60"/>
            <p:cNvSpPr/>
            <p:nvPr/>
          </p:nvSpPr>
          <p:spPr>
            <a:xfrm>
              <a:off x="6217175" y="3382025"/>
              <a:ext cx="17800" cy="17800"/>
            </a:xfrm>
            <a:custGeom>
              <a:rect b="b" l="l" r="r" t="t"/>
              <a:pathLst>
                <a:path extrusionOk="0" h="712" w="712">
                  <a:moveTo>
                    <a:pt x="356" y="1"/>
                  </a:moveTo>
                  <a:lnTo>
                    <a:pt x="178" y="356"/>
                  </a:lnTo>
                  <a:lnTo>
                    <a:pt x="0" y="534"/>
                  </a:lnTo>
                  <a:lnTo>
                    <a:pt x="178" y="712"/>
                  </a:lnTo>
                  <a:lnTo>
                    <a:pt x="712" y="179"/>
                  </a:lnTo>
                  <a:lnTo>
                    <a:pt x="356" y="179"/>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8" name="Google Shape;1588;p60"/>
            <p:cNvSpPr/>
            <p:nvPr/>
          </p:nvSpPr>
          <p:spPr>
            <a:xfrm>
              <a:off x="2158525" y="2092875"/>
              <a:ext cx="8925" cy="8900"/>
            </a:xfrm>
            <a:custGeom>
              <a:rect b="b" l="l" r="r" t="t"/>
              <a:pathLst>
                <a:path extrusionOk="0" h="356" w="357">
                  <a:moveTo>
                    <a:pt x="178" y="0"/>
                  </a:moveTo>
                  <a:lnTo>
                    <a:pt x="0" y="178"/>
                  </a:lnTo>
                  <a:lnTo>
                    <a:pt x="178" y="356"/>
                  </a:lnTo>
                  <a:lnTo>
                    <a:pt x="35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89" name="Google Shape;1589;p60"/>
            <p:cNvSpPr/>
            <p:nvPr/>
          </p:nvSpPr>
          <p:spPr>
            <a:xfrm>
              <a:off x="2994250" y="1581650"/>
              <a:ext cx="66725" cy="75600"/>
            </a:xfrm>
            <a:custGeom>
              <a:rect b="b" l="l" r="r" t="t"/>
              <a:pathLst>
                <a:path extrusionOk="0" h="3024" w="2669">
                  <a:moveTo>
                    <a:pt x="356" y="1"/>
                  </a:moveTo>
                  <a:lnTo>
                    <a:pt x="356" y="178"/>
                  </a:lnTo>
                  <a:lnTo>
                    <a:pt x="179" y="534"/>
                  </a:lnTo>
                  <a:lnTo>
                    <a:pt x="179" y="1067"/>
                  </a:lnTo>
                  <a:lnTo>
                    <a:pt x="1" y="1067"/>
                  </a:lnTo>
                  <a:lnTo>
                    <a:pt x="179" y="1601"/>
                  </a:lnTo>
                  <a:lnTo>
                    <a:pt x="712" y="2312"/>
                  </a:lnTo>
                  <a:lnTo>
                    <a:pt x="1246" y="2312"/>
                  </a:lnTo>
                  <a:lnTo>
                    <a:pt x="1423" y="2490"/>
                  </a:lnTo>
                  <a:lnTo>
                    <a:pt x="1423" y="3023"/>
                  </a:lnTo>
                  <a:lnTo>
                    <a:pt x="2490" y="3023"/>
                  </a:lnTo>
                  <a:lnTo>
                    <a:pt x="2668" y="2668"/>
                  </a:lnTo>
                  <a:lnTo>
                    <a:pt x="2490" y="2312"/>
                  </a:lnTo>
                  <a:lnTo>
                    <a:pt x="1246" y="1067"/>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0" name="Google Shape;1590;p60"/>
            <p:cNvSpPr/>
            <p:nvPr/>
          </p:nvSpPr>
          <p:spPr>
            <a:xfrm>
              <a:off x="2616400" y="1683900"/>
              <a:ext cx="71150" cy="75600"/>
            </a:xfrm>
            <a:custGeom>
              <a:rect b="b" l="l" r="r" t="t"/>
              <a:pathLst>
                <a:path extrusionOk="0" h="3024" w="2846">
                  <a:moveTo>
                    <a:pt x="890" y="0"/>
                  </a:moveTo>
                  <a:lnTo>
                    <a:pt x="356" y="534"/>
                  </a:lnTo>
                  <a:lnTo>
                    <a:pt x="178" y="1067"/>
                  </a:lnTo>
                  <a:lnTo>
                    <a:pt x="0" y="1778"/>
                  </a:lnTo>
                  <a:lnTo>
                    <a:pt x="0" y="2312"/>
                  </a:lnTo>
                  <a:lnTo>
                    <a:pt x="534" y="2845"/>
                  </a:lnTo>
                  <a:lnTo>
                    <a:pt x="712" y="3023"/>
                  </a:lnTo>
                  <a:lnTo>
                    <a:pt x="712" y="2845"/>
                  </a:lnTo>
                  <a:lnTo>
                    <a:pt x="1779" y="2668"/>
                  </a:lnTo>
                  <a:lnTo>
                    <a:pt x="2846" y="1245"/>
                  </a:lnTo>
                  <a:lnTo>
                    <a:pt x="2490" y="712"/>
                  </a:lnTo>
                  <a:lnTo>
                    <a:pt x="1423"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1" name="Google Shape;1591;p60"/>
            <p:cNvSpPr/>
            <p:nvPr/>
          </p:nvSpPr>
          <p:spPr>
            <a:xfrm>
              <a:off x="6199400" y="3395375"/>
              <a:ext cx="13350" cy="17800"/>
            </a:xfrm>
            <a:custGeom>
              <a:rect b="b" l="l" r="r" t="t"/>
              <a:pathLst>
                <a:path extrusionOk="0" h="712" w="534">
                  <a:moveTo>
                    <a:pt x="533" y="0"/>
                  </a:moveTo>
                  <a:lnTo>
                    <a:pt x="533" y="0"/>
                  </a:lnTo>
                  <a:lnTo>
                    <a:pt x="356" y="356"/>
                  </a:lnTo>
                  <a:lnTo>
                    <a:pt x="0" y="711"/>
                  </a:lnTo>
                  <a:lnTo>
                    <a:pt x="0" y="711"/>
                  </a:lnTo>
                  <a:lnTo>
                    <a:pt x="356" y="356"/>
                  </a:lnTo>
                  <a:lnTo>
                    <a:pt x="533"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2" name="Google Shape;1592;p60"/>
            <p:cNvSpPr/>
            <p:nvPr/>
          </p:nvSpPr>
          <p:spPr>
            <a:xfrm>
              <a:off x="5932675" y="3377575"/>
              <a:ext cx="200050" cy="195625"/>
            </a:xfrm>
            <a:custGeom>
              <a:rect b="b" l="l" r="r" t="t"/>
              <a:pathLst>
                <a:path extrusionOk="0" h="7825" w="8002">
                  <a:moveTo>
                    <a:pt x="2845" y="1"/>
                  </a:moveTo>
                  <a:lnTo>
                    <a:pt x="2667" y="357"/>
                  </a:lnTo>
                  <a:lnTo>
                    <a:pt x="2845" y="1957"/>
                  </a:lnTo>
                  <a:lnTo>
                    <a:pt x="2667" y="2846"/>
                  </a:lnTo>
                  <a:lnTo>
                    <a:pt x="2312" y="3557"/>
                  </a:lnTo>
                  <a:lnTo>
                    <a:pt x="2312" y="4268"/>
                  </a:lnTo>
                  <a:lnTo>
                    <a:pt x="1778" y="4624"/>
                  </a:lnTo>
                  <a:lnTo>
                    <a:pt x="1067" y="4268"/>
                  </a:lnTo>
                  <a:lnTo>
                    <a:pt x="889" y="4446"/>
                  </a:lnTo>
                  <a:lnTo>
                    <a:pt x="889" y="5158"/>
                  </a:lnTo>
                  <a:lnTo>
                    <a:pt x="178" y="5691"/>
                  </a:lnTo>
                  <a:lnTo>
                    <a:pt x="178" y="5869"/>
                  </a:lnTo>
                  <a:lnTo>
                    <a:pt x="0" y="6224"/>
                  </a:lnTo>
                  <a:lnTo>
                    <a:pt x="356" y="6936"/>
                  </a:lnTo>
                  <a:lnTo>
                    <a:pt x="356" y="7825"/>
                  </a:lnTo>
                  <a:lnTo>
                    <a:pt x="711" y="7647"/>
                  </a:lnTo>
                  <a:lnTo>
                    <a:pt x="711" y="7469"/>
                  </a:lnTo>
                  <a:lnTo>
                    <a:pt x="889" y="7469"/>
                  </a:lnTo>
                  <a:lnTo>
                    <a:pt x="1067" y="7113"/>
                  </a:lnTo>
                  <a:lnTo>
                    <a:pt x="1600" y="7291"/>
                  </a:lnTo>
                  <a:lnTo>
                    <a:pt x="1778" y="7113"/>
                  </a:lnTo>
                  <a:lnTo>
                    <a:pt x="1245" y="6758"/>
                  </a:lnTo>
                  <a:lnTo>
                    <a:pt x="534" y="6402"/>
                  </a:lnTo>
                  <a:lnTo>
                    <a:pt x="534" y="6047"/>
                  </a:lnTo>
                  <a:lnTo>
                    <a:pt x="889" y="5691"/>
                  </a:lnTo>
                  <a:lnTo>
                    <a:pt x="1245" y="5691"/>
                  </a:lnTo>
                  <a:lnTo>
                    <a:pt x="1600" y="6047"/>
                  </a:lnTo>
                  <a:lnTo>
                    <a:pt x="1778" y="6047"/>
                  </a:lnTo>
                  <a:lnTo>
                    <a:pt x="2312" y="5513"/>
                  </a:lnTo>
                  <a:lnTo>
                    <a:pt x="2845" y="5513"/>
                  </a:lnTo>
                  <a:lnTo>
                    <a:pt x="3556" y="6047"/>
                  </a:lnTo>
                  <a:lnTo>
                    <a:pt x="4801" y="6758"/>
                  </a:lnTo>
                  <a:lnTo>
                    <a:pt x="5157" y="6047"/>
                  </a:lnTo>
                  <a:lnTo>
                    <a:pt x="5157" y="5869"/>
                  </a:lnTo>
                  <a:lnTo>
                    <a:pt x="5512" y="5513"/>
                  </a:lnTo>
                  <a:lnTo>
                    <a:pt x="5868" y="4980"/>
                  </a:lnTo>
                  <a:lnTo>
                    <a:pt x="6401" y="4802"/>
                  </a:lnTo>
                  <a:lnTo>
                    <a:pt x="7291" y="4802"/>
                  </a:lnTo>
                  <a:lnTo>
                    <a:pt x="8002" y="4268"/>
                  </a:lnTo>
                  <a:lnTo>
                    <a:pt x="7824" y="4268"/>
                  </a:lnTo>
                  <a:lnTo>
                    <a:pt x="7468" y="3557"/>
                  </a:lnTo>
                  <a:lnTo>
                    <a:pt x="7646" y="2846"/>
                  </a:lnTo>
                  <a:lnTo>
                    <a:pt x="7291" y="3024"/>
                  </a:lnTo>
                  <a:lnTo>
                    <a:pt x="6579" y="3024"/>
                  </a:lnTo>
                  <a:lnTo>
                    <a:pt x="5157" y="2312"/>
                  </a:lnTo>
                  <a:lnTo>
                    <a:pt x="4268" y="1601"/>
                  </a:lnTo>
                  <a:lnTo>
                    <a:pt x="2845"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3" name="Google Shape;1593;p60"/>
            <p:cNvSpPr/>
            <p:nvPr/>
          </p:nvSpPr>
          <p:spPr>
            <a:xfrm>
              <a:off x="5577025" y="3982150"/>
              <a:ext cx="4475" cy="8925"/>
            </a:xfrm>
            <a:custGeom>
              <a:rect b="b" l="l" r="r" t="t"/>
              <a:pathLst>
                <a:path extrusionOk="0" h="357" w="179">
                  <a:moveTo>
                    <a:pt x="179" y="1"/>
                  </a:moveTo>
                  <a:lnTo>
                    <a:pt x="1" y="356"/>
                  </a:lnTo>
                  <a:lnTo>
                    <a:pt x="1" y="356"/>
                  </a:lnTo>
                  <a:lnTo>
                    <a:pt x="179" y="179"/>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4" name="Google Shape;1594;p60"/>
            <p:cNvSpPr/>
            <p:nvPr/>
          </p:nvSpPr>
          <p:spPr>
            <a:xfrm>
              <a:off x="6141600" y="3448700"/>
              <a:ext cx="4475" cy="4475"/>
            </a:xfrm>
            <a:custGeom>
              <a:rect b="b" l="l" r="r" t="t"/>
              <a:pathLst>
                <a:path extrusionOk="0" h="179" w="179">
                  <a:moveTo>
                    <a:pt x="0" y="179"/>
                  </a:moveTo>
                  <a:lnTo>
                    <a:pt x="178" y="1"/>
                  </a:lnTo>
                  <a:lnTo>
                    <a:pt x="178" y="1"/>
                  </a:lnTo>
                  <a:lnTo>
                    <a:pt x="178" y="1"/>
                  </a:lnTo>
                  <a:lnTo>
                    <a:pt x="0" y="179"/>
                  </a:lnTo>
                  <a:lnTo>
                    <a:pt x="0" y="179"/>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5" name="Google Shape;1595;p60"/>
            <p:cNvSpPr/>
            <p:nvPr/>
          </p:nvSpPr>
          <p:spPr>
            <a:xfrm>
              <a:off x="6150500" y="3426475"/>
              <a:ext cx="13350" cy="13375"/>
            </a:xfrm>
            <a:custGeom>
              <a:rect b="b" l="l" r="r" t="t"/>
              <a:pathLst>
                <a:path extrusionOk="0" h="535" w="534">
                  <a:moveTo>
                    <a:pt x="356" y="1"/>
                  </a:moveTo>
                  <a:lnTo>
                    <a:pt x="178" y="179"/>
                  </a:lnTo>
                  <a:lnTo>
                    <a:pt x="178" y="356"/>
                  </a:lnTo>
                  <a:lnTo>
                    <a:pt x="533" y="356"/>
                  </a:lnTo>
                  <a:lnTo>
                    <a:pt x="533" y="179"/>
                  </a:lnTo>
                  <a:lnTo>
                    <a:pt x="356" y="179"/>
                  </a:lnTo>
                  <a:lnTo>
                    <a:pt x="356" y="1"/>
                  </a:lnTo>
                  <a:close/>
                  <a:moveTo>
                    <a:pt x="178" y="356"/>
                  </a:moveTo>
                  <a:lnTo>
                    <a:pt x="0" y="534"/>
                  </a:lnTo>
                  <a:lnTo>
                    <a:pt x="178" y="534"/>
                  </a:lnTo>
                  <a:lnTo>
                    <a:pt x="178" y="356"/>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6" name="Google Shape;1596;p60"/>
            <p:cNvSpPr/>
            <p:nvPr/>
          </p:nvSpPr>
          <p:spPr>
            <a:xfrm>
              <a:off x="3629950" y="1261575"/>
              <a:ext cx="13350" cy="4475"/>
            </a:xfrm>
            <a:custGeom>
              <a:rect b="b" l="l" r="r" t="t"/>
              <a:pathLst>
                <a:path extrusionOk="0" h="179" w="534">
                  <a:moveTo>
                    <a:pt x="0" y="1"/>
                  </a:moveTo>
                  <a:lnTo>
                    <a:pt x="0" y="179"/>
                  </a:lnTo>
                  <a:lnTo>
                    <a:pt x="534" y="179"/>
                  </a:lnTo>
                  <a:lnTo>
                    <a:pt x="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7" name="Google Shape;1597;p60"/>
            <p:cNvSpPr/>
            <p:nvPr/>
          </p:nvSpPr>
          <p:spPr>
            <a:xfrm>
              <a:off x="3963350" y="1052650"/>
              <a:ext cx="4475" cy="4475"/>
            </a:xfrm>
            <a:custGeom>
              <a:rect b="b" l="l" r="r" t="t"/>
              <a:pathLst>
                <a:path extrusionOk="0" h="179" w="179">
                  <a:moveTo>
                    <a:pt x="178" y="1"/>
                  </a:moveTo>
                  <a:lnTo>
                    <a:pt x="1" y="178"/>
                  </a:lnTo>
                  <a:lnTo>
                    <a:pt x="178"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8" name="Google Shape;1598;p60"/>
            <p:cNvSpPr/>
            <p:nvPr/>
          </p:nvSpPr>
          <p:spPr>
            <a:xfrm>
              <a:off x="4332325" y="688125"/>
              <a:ext cx="31150" cy="40050"/>
            </a:xfrm>
            <a:custGeom>
              <a:rect b="b" l="l" r="r" t="t"/>
              <a:pathLst>
                <a:path extrusionOk="0" h="1602" w="1246">
                  <a:moveTo>
                    <a:pt x="1067" y="1"/>
                  </a:moveTo>
                  <a:lnTo>
                    <a:pt x="1067" y="356"/>
                  </a:lnTo>
                  <a:lnTo>
                    <a:pt x="889" y="712"/>
                  </a:lnTo>
                  <a:lnTo>
                    <a:pt x="178" y="1068"/>
                  </a:lnTo>
                  <a:lnTo>
                    <a:pt x="0" y="1423"/>
                  </a:lnTo>
                  <a:lnTo>
                    <a:pt x="356" y="1245"/>
                  </a:lnTo>
                  <a:lnTo>
                    <a:pt x="356" y="1601"/>
                  </a:lnTo>
                  <a:lnTo>
                    <a:pt x="534" y="1423"/>
                  </a:lnTo>
                  <a:lnTo>
                    <a:pt x="889" y="1423"/>
                  </a:lnTo>
                  <a:lnTo>
                    <a:pt x="889" y="1068"/>
                  </a:lnTo>
                  <a:lnTo>
                    <a:pt x="1067" y="890"/>
                  </a:lnTo>
                  <a:lnTo>
                    <a:pt x="1245" y="356"/>
                  </a:lnTo>
                  <a:lnTo>
                    <a:pt x="106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599" name="Google Shape;1599;p60"/>
            <p:cNvSpPr/>
            <p:nvPr/>
          </p:nvSpPr>
          <p:spPr>
            <a:xfrm>
              <a:off x="3954475" y="1083775"/>
              <a:ext cx="8900" cy="13350"/>
            </a:xfrm>
            <a:custGeom>
              <a:rect b="b" l="l" r="r" t="t"/>
              <a:pathLst>
                <a:path extrusionOk="0" h="534" w="356">
                  <a:moveTo>
                    <a:pt x="178" y="0"/>
                  </a:moveTo>
                  <a:lnTo>
                    <a:pt x="0" y="356"/>
                  </a:lnTo>
                  <a:lnTo>
                    <a:pt x="178" y="356"/>
                  </a:lnTo>
                  <a:lnTo>
                    <a:pt x="178" y="534"/>
                  </a:lnTo>
                  <a:lnTo>
                    <a:pt x="356" y="356"/>
                  </a:lnTo>
                  <a:lnTo>
                    <a:pt x="356" y="178"/>
                  </a:lnTo>
                  <a:lnTo>
                    <a:pt x="35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0" name="Google Shape;1600;p60"/>
            <p:cNvSpPr/>
            <p:nvPr/>
          </p:nvSpPr>
          <p:spPr>
            <a:xfrm>
              <a:off x="4363450" y="839275"/>
              <a:ext cx="4450" cy="4475"/>
            </a:xfrm>
            <a:custGeom>
              <a:rect b="b" l="l" r="r" t="t"/>
              <a:pathLst>
                <a:path extrusionOk="0" h="179" w="178">
                  <a:moveTo>
                    <a:pt x="0" y="0"/>
                  </a:moveTo>
                  <a:lnTo>
                    <a:pt x="178"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1" name="Google Shape;1601;p60"/>
            <p:cNvSpPr/>
            <p:nvPr/>
          </p:nvSpPr>
          <p:spPr>
            <a:xfrm>
              <a:off x="4376775" y="834825"/>
              <a:ext cx="4475" cy="8925"/>
            </a:xfrm>
            <a:custGeom>
              <a:rect b="b" l="l" r="r" t="t"/>
              <a:pathLst>
                <a:path extrusionOk="0" h="357" w="179">
                  <a:moveTo>
                    <a:pt x="178" y="1"/>
                  </a:moveTo>
                  <a:lnTo>
                    <a:pt x="1" y="178"/>
                  </a:lnTo>
                  <a:lnTo>
                    <a:pt x="178" y="356"/>
                  </a:lnTo>
                  <a:lnTo>
                    <a:pt x="178"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2" name="Google Shape;1602;p60"/>
            <p:cNvSpPr/>
            <p:nvPr/>
          </p:nvSpPr>
          <p:spPr>
            <a:xfrm>
              <a:off x="4350100" y="737025"/>
              <a:ext cx="4475" cy="4475"/>
            </a:xfrm>
            <a:custGeom>
              <a:rect b="b" l="l" r="r" t="t"/>
              <a:pathLst>
                <a:path extrusionOk="0" h="179" w="179">
                  <a:moveTo>
                    <a:pt x="178" y="1"/>
                  </a:moveTo>
                  <a:lnTo>
                    <a:pt x="1" y="178"/>
                  </a:lnTo>
                  <a:lnTo>
                    <a:pt x="178"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3" name="Google Shape;1603;p60"/>
            <p:cNvSpPr/>
            <p:nvPr/>
          </p:nvSpPr>
          <p:spPr>
            <a:xfrm>
              <a:off x="3278775" y="1523850"/>
              <a:ext cx="4450" cy="13375"/>
            </a:xfrm>
            <a:custGeom>
              <a:rect b="b" l="l" r="r" t="t"/>
              <a:pathLst>
                <a:path extrusionOk="0" h="535" w="178">
                  <a:moveTo>
                    <a:pt x="178" y="1"/>
                  </a:moveTo>
                  <a:lnTo>
                    <a:pt x="0" y="357"/>
                  </a:lnTo>
                  <a:lnTo>
                    <a:pt x="0" y="534"/>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4" name="Google Shape;1604;p60"/>
            <p:cNvSpPr/>
            <p:nvPr/>
          </p:nvSpPr>
          <p:spPr>
            <a:xfrm>
              <a:off x="3941125" y="1083775"/>
              <a:ext cx="4475" cy="8900"/>
            </a:xfrm>
            <a:custGeom>
              <a:rect b="b" l="l" r="r" t="t"/>
              <a:pathLst>
                <a:path extrusionOk="0" h="356" w="179">
                  <a:moveTo>
                    <a:pt x="1" y="0"/>
                  </a:moveTo>
                  <a:lnTo>
                    <a:pt x="1" y="178"/>
                  </a:lnTo>
                  <a:lnTo>
                    <a:pt x="1" y="356"/>
                  </a:lnTo>
                  <a:lnTo>
                    <a:pt x="178" y="356"/>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5" name="Google Shape;1605;p60"/>
            <p:cNvSpPr/>
            <p:nvPr/>
          </p:nvSpPr>
          <p:spPr>
            <a:xfrm>
              <a:off x="3305425" y="1750575"/>
              <a:ext cx="4475" cy="4475"/>
            </a:xfrm>
            <a:custGeom>
              <a:rect b="b" l="l" r="r" t="t"/>
              <a:pathLst>
                <a:path extrusionOk="0" h="179" w="179">
                  <a:moveTo>
                    <a:pt x="1" y="1"/>
                  </a:moveTo>
                  <a:lnTo>
                    <a:pt x="179" y="178"/>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6" name="Google Shape;1606;p60"/>
            <p:cNvSpPr/>
            <p:nvPr/>
          </p:nvSpPr>
          <p:spPr>
            <a:xfrm>
              <a:off x="3932225" y="1092650"/>
              <a:ext cx="4475" cy="8925"/>
            </a:xfrm>
            <a:custGeom>
              <a:rect b="b" l="l" r="r" t="t"/>
              <a:pathLst>
                <a:path extrusionOk="0" h="357" w="179">
                  <a:moveTo>
                    <a:pt x="179" y="1"/>
                  </a:moveTo>
                  <a:lnTo>
                    <a:pt x="1" y="179"/>
                  </a:lnTo>
                  <a:lnTo>
                    <a:pt x="1" y="356"/>
                  </a:lnTo>
                  <a:lnTo>
                    <a:pt x="179" y="356"/>
                  </a:lnTo>
                  <a:lnTo>
                    <a:pt x="179" y="179"/>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7" name="Google Shape;1607;p60"/>
            <p:cNvSpPr/>
            <p:nvPr/>
          </p:nvSpPr>
          <p:spPr>
            <a:xfrm>
              <a:off x="393700" y="4866775"/>
              <a:ext cx="102275" cy="106725"/>
            </a:xfrm>
            <a:custGeom>
              <a:rect b="b" l="l" r="r" t="t"/>
              <a:pathLst>
                <a:path extrusionOk="0" h="4269" w="4091">
                  <a:moveTo>
                    <a:pt x="1245" y="1"/>
                  </a:moveTo>
                  <a:lnTo>
                    <a:pt x="1067" y="179"/>
                  </a:lnTo>
                  <a:lnTo>
                    <a:pt x="1067" y="357"/>
                  </a:lnTo>
                  <a:lnTo>
                    <a:pt x="890" y="712"/>
                  </a:lnTo>
                  <a:lnTo>
                    <a:pt x="356" y="1246"/>
                  </a:lnTo>
                  <a:lnTo>
                    <a:pt x="1" y="1246"/>
                  </a:lnTo>
                  <a:lnTo>
                    <a:pt x="1" y="1779"/>
                  </a:lnTo>
                  <a:lnTo>
                    <a:pt x="356" y="2135"/>
                  </a:lnTo>
                  <a:lnTo>
                    <a:pt x="1" y="2135"/>
                  </a:lnTo>
                  <a:lnTo>
                    <a:pt x="534" y="2668"/>
                  </a:lnTo>
                  <a:lnTo>
                    <a:pt x="534" y="2846"/>
                  </a:lnTo>
                  <a:lnTo>
                    <a:pt x="890" y="3202"/>
                  </a:lnTo>
                  <a:lnTo>
                    <a:pt x="712" y="3379"/>
                  </a:lnTo>
                  <a:lnTo>
                    <a:pt x="1957" y="3913"/>
                  </a:lnTo>
                  <a:lnTo>
                    <a:pt x="2312" y="4269"/>
                  </a:lnTo>
                  <a:lnTo>
                    <a:pt x="3557" y="3024"/>
                  </a:lnTo>
                  <a:lnTo>
                    <a:pt x="3735" y="2668"/>
                  </a:lnTo>
                  <a:lnTo>
                    <a:pt x="4090" y="2313"/>
                  </a:lnTo>
                  <a:lnTo>
                    <a:pt x="4090" y="2135"/>
                  </a:lnTo>
                  <a:lnTo>
                    <a:pt x="3913" y="2313"/>
                  </a:lnTo>
                  <a:lnTo>
                    <a:pt x="3557" y="2313"/>
                  </a:lnTo>
                  <a:lnTo>
                    <a:pt x="3557" y="1957"/>
                  </a:lnTo>
                  <a:lnTo>
                    <a:pt x="3913" y="1601"/>
                  </a:lnTo>
                  <a:lnTo>
                    <a:pt x="3735" y="1601"/>
                  </a:lnTo>
                  <a:lnTo>
                    <a:pt x="3735" y="1424"/>
                  </a:lnTo>
                  <a:lnTo>
                    <a:pt x="3557" y="1246"/>
                  </a:lnTo>
                  <a:lnTo>
                    <a:pt x="3557" y="890"/>
                  </a:lnTo>
                  <a:lnTo>
                    <a:pt x="3023" y="357"/>
                  </a:lnTo>
                  <a:lnTo>
                    <a:pt x="2846" y="1"/>
                  </a:lnTo>
                  <a:lnTo>
                    <a:pt x="2134" y="1"/>
                  </a:lnTo>
                  <a:lnTo>
                    <a:pt x="1423" y="179"/>
                  </a:lnTo>
                  <a:lnTo>
                    <a:pt x="1245"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8" name="Google Shape;1608;p60"/>
            <p:cNvSpPr/>
            <p:nvPr/>
          </p:nvSpPr>
          <p:spPr>
            <a:xfrm>
              <a:off x="1807325" y="3711000"/>
              <a:ext cx="8925" cy="17800"/>
            </a:xfrm>
            <a:custGeom>
              <a:rect b="b" l="l" r="r" t="t"/>
              <a:pathLst>
                <a:path extrusionOk="0" h="712" w="357">
                  <a:moveTo>
                    <a:pt x="179" y="0"/>
                  </a:moveTo>
                  <a:lnTo>
                    <a:pt x="1" y="178"/>
                  </a:lnTo>
                  <a:lnTo>
                    <a:pt x="179" y="178"/>
                  </a:lnTo>
                  <a:lnTo>
                    <a:pt x="179" y="0"/>
                  </a:lnTo>
                  <a:close/>
                  <a:moveTo>
                    <a:pt x="179" y="178"/>
                  </a:moveTo>
                  <a:lnTo>
                    <a:pt x="179" y="533"/>
                  </a:lnTo>
                  <a:lnTo>
                    <a:pt x="357" y="356"/>
                  </a:lnTo>
                  <a:lnTo>
                    <a:pt x="357" y="178"/>
                  </a:lnTo>
                  <a:close/>
                  <a:moveTo>
                    <a:pt x="1" y="533"/>
                  </a:moveTo>
                  <a:lnTo>
                    <a:pt x="179" y="711"/>
                  </a:lnTo>
                  <a:lnTo>
                    <a:pt x="179" y="533"/>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09" name="Google Shape;1609;p60"/>
            <p:cNvSpPr/>
            <p:nvPr/>
          </p:nvSpPr>
          <p:spPr>
            <a:xfrm>
              <a:off x="1807325" y="3862125"/>
              <a:ext cx="13375" cy="8925"/>
            </a:xfrm>
            <a:custGeom>
              <a:rect b="b" l="l" r="r" t="t"/>
              <a:pathLst>
                <a:path extrusionOk="0" h="357" w="535">
                  <a:moveTo>
                    <a:pt x="357" y="1"/>
                  </a:moveTo>
                  <a:lnTo>
                    <a:pt x="1" y="356"/>
                  </a:lnTo>
                  <a:lnTo>
                    <a:pt x="179" y="356"/>
                  </a:lnTo>
                  <a:lnTo>
                    <a:pt x="53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0" name="Google Shape;1610;p60"/>
            <p:cNvSpPr/>
            <p:nvPr/>
          </p:nvSpPr>
          <p:spPr>
            <a:xfrm>
              <a:off x="1785100" y="3648750"/>
              <a:ext cx="4475" cy="4475"/>
            </a:xfrm>
            <a:custGeom>
              <a:rect b="b" l="l" r="r" t="t"/>
              <a:pathLst>
                <a:path extrusionOk="0" h="179" w="179">
                  <a:moveTo>
                    <a:pt x="1" y="1"/>
                  </a:moveTo>
                  <a:lnTo>
                    <a:pt x="1" y="178"/>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1" name="Google Shape;1611;p60"/>
            <p:cNvSpPr/>
            <p:nvPr/>
          </p:nvSpPr>
          <p:spPr>
            <a:xfrm>
              <a:off x="1878475" y="3813225"/>
              <a:ext cx="13350" cy="13375"/>
            </a:xfrm>
            <a:custGeom>
              <a:rect b="b" l="l" r="r" t="t"/>
              <a:pathLst>
                <a:path extrusionOk="0" h="535" w="534">
                  <a:moveTo>
                    <a:pt x="533" y="1"/>
                  </a:moveTo>
                  <a:lnTo>
                    <a:pt x="178" y="179"/>
                  </a:lnTo>
                  <a:lnTo>
                    <a:pt x="0" y="356"/>
                  </a:lnTo>
                  <a:lnTo>
                    <a:pt x="0" y="534"/>
                  </a:lnTo>
                  <a:lnTo>
                    <a:pt x="178" y="356"/>
                  </a:lnTo>
                  <a:lnTo>
                    <a:pt x="53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2" name="Google Shape;1612;p60"/>
            <p:cNvSpPr/>
            <p:nvPr/>
          </p:nvSpPr>
          <p:spPr>
            <a:xfrm>
              <a:off x="1749550" y="3728775"/>
              <a:ext cx="4475" cy="4475"/>
            </a:xfrm>
            <a:custGeom>
              <a:rect b="b" l="l" r="r" t="t"/>
              <a:pathLst>
                <a:path extrusionOk="0" h="179" w="179">
                  <a:moveTo>
                    <a:pt x="178" y="178"/>
                  </a:moveTo>
                  <a:lnTo>
                    <a:pt x="0" y="0"/>
                  </a:lnTo>
                  <a:lnTo>
                    <a:pt x="178" y="178"/>
                  </a:lnTo>
                  <a:lnTo>
                    <a:pt x="178" y="17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3" name="Google Shape;1613;p60"/>
            <p:cNvSpPr/>
            <p:nvPr/>
          </p:nvSpPr>
          <p:spPr>
            <a:xfrm>
              <a:off x="1616175" y="3702100"/>
              <a:ext cx="4475" cy="4475"/>
            </a:xfrm>
            <a:custGeom>
              <a:rect b="b" l="l" r="r" t="t"/>
              <a:pathLst>
                <a:path extrusionOk="0" h="179" w="179">
                  <a:moveTo>
                    <a:pt x="179" y="0"/>
                  </a:moveTo>
                  <a:lnTo>
                    <a:pt x="1" y="178"/>
                  </a:lnTo>
                  <a:lnTo>
                    <a:pt x="179" y="178"/>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4" name="Google Shape;1614;p60"/>
            <p:cNvSpPr/>
            <p:nvPr/>
          </p:nvSpPr>
          <p:spPr>
            <a:xfrm>
              <a:off x="1722875" y="3848800"/>
              <a:ext cx="80050" cy="22250"/>
            </a:xfrm>
            <a:custGeom>
              <a:rect b="b" l="l" r="r" t="t"/>
              <a:pathLst>
                <a:path extrusionOk="0" h="890" w="3202">
                  <a:moveTo>
                    <a:pt x="890" y="0"/>
                  </a:moveTo>
                  <a:lnTo>
                    <a:pt x="356" y="178"/>
                  </a:lnTo>
                  <a:lnTo>
                    <a:pt x="178" y="178"/>
                  </a:lnTo>
                  <a:lnTo>
                    <a:pt x="0" y="356"/>
                  </a:lnTo>
                  <a:lnTo>
                    <a:pt x="178" y="534"/>
                  </a:lnTo>
                  <a:lnTo>
                    <a:pt x="1245" y="534"/>
                  </a:lnTo>
                  <a:lnTo>
                    <a:pt x="1779" y="712"/>
                  </a:lnTo>
                  <a:lnTo>
                    <a:pt x="1956" y="889"/>
                  </a:lnTo>
                  <a:lnTo>
                    <a:pt x="3201" y="889"/>
                  </a:lnTo>
                  <a:lnTo>
                    <a:pt x="3023" y="534"/>
                  </a:lnTo>
                  <a:lnTo>
                    <a:pt x="2668" y="534"/>
                  </a:lnTo>
                  <a:lnTo>
                    <a:pt x="2312" y="356"/>
                  </a:lnTo>
                  <a:lnTo>
                    <a:pt x="1067" y="356"/>
                  </a:lnTo>
                  <a:lnTo>
                    <a:pt x="890" y="178"/>
                  </a:lnTo>
                  <a:lnTo>
                    <a:pt x="89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5" name="Google Shape;1615;p60"/>
            <p:cNvSpPr/>
            <p:nvPr/>
          </p:nvSpPr>
          <p:spPr>
            <a:xfrm>
              <a:off x="1807325" y="3679875"/>
              <a:ext cx="8925" cy="4475"/>
            </a:xfrm>
            <a:custGeom>
              <a:rect b="b" l="l" r="r" t="t"/>
              <a:pathLst>
                <a:path extrusionOk="0" h="179" w="357">
                  <a:moveTo>
                    <a:pt x="1" y="0"/>
                  </a:moveTo>
                  <a:lnTo>
                    <a:pt x="179" y="178"/>
                  </a:lnTo>
                  <a:lnTo>
                    <a:pt x="357"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6" name="Google Shape;1616;p60"/>
            <p:cNvSpPr/>
            <p:nvPr/>
          </p:nvSpPr>
          <p:spPr>
            <a:xfrm>
              <a:off x="1762875" y="3608750"/>
              <a:ext cx="4475" cy="8900"/>
            </a:xfrm>
            <a:custGeom>
              <a:rect b="b" l="l" r="r" t="t"/>
              <a:pathLst>
                <a:path extrusionOk="0" h="356" w="179">
                  <a:moveTo>
                    <a:pt x="1" y="0"/>
                  </a:moveTo>
                  <a:lnTo>
                    <a:pt x="1" y="356"/>
                  </a:lnTo>
                  <a:lnTo>
                    <a:pt x="179" y="178"/>
                  </a:lnTo>
                  <a:lnTo>
                    <a:pt x="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7" name="Google Shape;1617;p60"/>
            <p:cNvSpPr/>
            <p:nvPr/>
          </p:nvSpPr>
          <p:spPr>
            <a:xfrm>
              <a:off x="2105175" y="4373350"/>
              <a:ext cx="97825" cy="35600"/>
            </a:xfrm>
            <a:custGeom>
              <a:rect b="b" l="l" r="r" t="t"/>
              <a:pathLst>
                <a:path extrusionOk="0" h="1424" w="3913">
                  <a:moveTo>
                    <a:pt x="2134" y="0"/>
                  </a:moveTo>
                  <a:lnTo>
                    <a:pt x="1779" y="356"/>
                  </a:lnTo>
                  <a:lnTo>
                    <a:pt x="1245" y="178"/>
                  </a:lnTo>
                  <a:lnTo>
                    <a:pt x="890" y="1067"/>
                  </a:lnTo>
                  <a:lnTo>
                    <a:pt x="178" y="1245"/>
                  </a:lnTo>
                  <a:lnTo>
                    <a:pt x="1" y="1423"/>
                  </a:lnTo>
                  <a:lnTo>
                    <a:pt x="3913" y="1423"/>
                  </a:lnTo>
                  <a:lnTo>
                    <a:pt x="3379" y="1067"/>
                  </a:lnTo>
                  <a:lnTo>
                    <a:pt x="3024" y="534"/>
                  </a:lnTo>
                  <a:lnTo>
                    <a:pt x="2490" y="356"/>
                  </a:lnTo>
                  <a:lnTo>
                    <a:pt x="2134"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8" name="Google Shape;1618;p60"/>
            <p:cNvSpPr/>
            <p:nvPr/>
          </p:nvSpPr>
          <p:spPr>
            <a:xfrm>
              <a:off x="1718425" y="3644300"/>
              <a:ext cx="25" cy="25"/>
            </a:xfrm>
            <a:custGeom>
              <a:rect b="b" l="l" r="r" t="t"/>
              <a:pathLst>
                <a:path extrusionOk="0" h="1" w="1">
                  <a:moveTo>
                    <a:pt x="1" y="1"/>
                  </a:moveTo>
                  <a:lnTo>
                    <a:pt x="1" y="1"/>
                  </a:lnTo>
                  <a:lnTo>
                    <a:pt x="1" y="1"/>
                  </a:lnTo>
                  <a:lnTo>
                    <a:pt x="1" y="1"/>
                  </a:lnTo>
                  <a:lnTo>
                    <a:pt x="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19" name="Google Shape;1619;p60"/>
            <p:cNvSpPr/>
            <p:nvPr/>
          </p:nvSpPr>
          <p:spPr>
            <a:xfrm>
              <a:off x="1509500" y="3506500"/>
              <a:ext cx="13350" cy="4475"/>
            </a:xfrm>
            <a:custGeom>
              <a:rect b="b" l="l" r="r" t="t"/>
              <a:pathLst>
                <a:path extrusionOk="0" h="179" w="534">
                  <a:moveTo>
                    <a:pt x="0" y="1"/>
                  </a:moveTo>
                  <a:lnTo>
                    <a:pt x="356" y="178"/>
                  </a:lnTo>
                  <a:lnTo>
                    <a:pt x="534"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0" name="Google Shape;1620;p60"/>
            <p:cNvSpPr/>
            <p:nvPr/>
          </p:nvSpPr>
          <p:spPr>
            <a:xfrm>
              <a:off x="1820675" y="3675425"/>
              <a:ext cx="8925" cy="13350"/>
            </a:xfrm>
            <a:custGeom>
              <a:rect b="b" l="l" r="r" t="t"/>
              <a:pathLst>
                <a:path extrusionOk="0" h="534" w="357">
                  <a:moveTo>
                    <a:pt x="0" y="1"/>
                  </a:moveTo>
                  <a:lnTo>
                    <a:pt x="0" y="534"/>
                  </a:lnTo>
                  <a:lnTo>
                    <a:pt x="356" y="534"/>
                  </a:lnTo>
                  <a:lnTo>
                    <a:pt x="178" y="178"/>
                  </a:lnTo>
                  <a:lnTo>
                    <a:pt x="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1" name="Google Shape;1621;p60"/>
            <p:cNvSpPr/>
            <p:nvPr/>
          </p:nvSpPr>
          <p:spPr>
            <a:xfrm>
              <a:off x="2323000" y="4653400"/>
              <a:ext cx="25" cy="25"/>
            </a:xfrm>
            <a:custGeom>
              <a:rect b="b" l="l" r="r" t="t"/>
              <a:pathLst>
                <a:path extrusionOk="0" h="1" w="1">
                  <a:moveTo>
                    <a:pt x="1" y="1"/>
                  </a:moveTo>
                  <a:lnTo>
                    <a:pt x="1" y="1"/>
                  </a:lnTo>
                  <a:lnTo>
                    <a:pt x="1" y="1"/>
                  </a:lnTo>
                  <a:lnTo>
                    <a:pt x="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2" name="Google Shape;1622;p60"/>
            <p:cNvSpPr/>
            <p:nvPr/>
          </p:nvSpPr>
          <p:spPr>
            <a:xfrm>
              <a:off x="1260550" y="3924375"/>
              <a:ext cx="8925" cy="4450"/>
            </a:xfrm>
            <a:custGeom>
              <a:rect b="b" l="l" r="r" t="t"/>
              <a:pathLst>
                <a:path extrusionOk="0" h="178" w="357">
                  <a:moveTo>
                    <a:pt x="178" y="0"/>
                  </a:moveTo>
                  <a:lnTo>
                    <a:pt x="1" y="178"/>
                  </a:lnTo>
                  <a:lnTo>
                    <a:pt x="178" y="178"/>
                  </a:lnTo>
                  <a:lnTo>
                    <a:pt x="35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3" name="Google Shape;1623;p60"/>
            <p:cNvSpPr/>
            <p:nvPr/>
          </p:nvSpPr>
          <p:spPr>
            <a:xfrm>
              <a:off x="1616175" y="3533175"/>
              <a:ext cx="84500" cy="66700"/>
            </a:xfrm>
            <a:custGeom>
              <a:rect b="b" l="l" r="r" t="t"/>
              <a:pathLst>
                <a:path extrusionOk="0" h="2668" w="3380">
                  <a:moveTo>
                    <a:pt x="2313" y="0"/>
                  </a:moveTo>
                  <a:lnTo>
                    <a:pt x="1601" y="178"/>
                  </a:lnTo>
                  <a:lnTo>
                    <a:pt x="1246" y="178"/>
                  </a:lnTo>
                  <a:lnTo>
                    <a:pt x="1068" y="534"/>
                  </a:lnTo>
                  <a:lnTo>
                    <a:pt x="712" y="356"/>
                  </a:lnTo>
                  <a:lnTo>
                    <a:pt x="357" y="712"/>
                  </a:lnTo>
                  <a:lnTo>
                    <a:pt x="357" y="889"/>
                  </a:lnTo>
                  <a:lnTo>
                    <a:pt x="179" y="889"/>
                  </a:lnTo>
                  <a:lnTo>
                    <a:pt x="1" y="1067"/>
                  </a:lnTo>
                  <a:lnTo>
                    <a:pt x="1" y="1779"/>
                  </a:lnTo>
                  <a:lnTo>
                    <a:pt x="179" y="2312"/>
                  </a:lnTo>
                  <a:lnTo>
                    <a:pt x="357" y="2668"/>
                  </a:lnTo>
                  <a:lnTo>
                    <a:pt x="1601" y="2668"/>
                  </a:lnTo>
                  <a:lnTo>
                    <a:pt x="1779" y="2312"/>
                  </a:lnTo>
                  <a:lnTo>
                    <a:pt x="2490" y="2134"/>
                  </a:lnTo>
                  <a:lnTo>
                    <a:pt x="3024" y="2134"/>
                  </a:lnTo>
                  <a:lnTo>
                    <a:pt x="3024" y="1956"/>
                  </a:lnTo>
                  <a:lnTo>
                    <a:pt x="3202" y="1779"/>
                  </a:lnTo>
                  <a:lnTo>
                    <a:pt x="3379" y="1779"/>
                  </a:lnTo>
                  <a:lnTo>
                    <a:pt x="3379" y="1245"/>
                  </a:lnTo>
                  <a:lnTo>
                    <a:pt x="3202" y="712"/>
                  </a:lnTo>
                  <a:lnTo>
                    <a:pt x="2668" y="356"/>
                  </a:lnTo>
                  <a:lnTo>
                    <a:pt x="2668" y="178"/>
                  </a:lnTo>
                  <a:lnTo>
                    <a:pt x="2313"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4" name="Google Shape;1624;p60"/>
            <p:cNvSpPr/>
            <p:nvPr/>
          </p:nvSpPr>
          <p:spPr>
            <a:xfrm>
              <a:off x="1838450" y="3746550"/>
              <a:ext cx="4475" cy="4475"/>
            </a:xfrm>
            <a:custGeom>
              <a:rect b="b" l="l" r="r" t="t"/>
              <a:pathLst>
                <a:path extrusionOk="0" h="179" w="179">
                  <a:moveTo>
                    <a:pt x="1" y="1"/>
                  </a:moveTo>
                  <a:lnTo>
                    <a:pt x="179" y="178"/>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5" name="Google Shape;1625;p60"/>
            <p:cNvSpPr/>
            <p:nvPr/>
          </p:nvSpPr>
          <p:spPr>
            <a:xfrm>
              <a:off x="2109625" y="3848800"/>
              <a:ext cx="25" cy="25"/>
            </a:xfrm>
            <a:custGeom>
              <a:rect b="b" l="l" r="r" t="t"/>
              <a:pathLst>
                <a:path extrusionOk="0" h="1" w="1">
                  <a:moveTo>
                    <a:pt x="0" y="0"/>
                  </a:moveTo>
                  <a:lnTo>
                    <a:pt x="0" y="0"/>
                  </a:lnTo>
                  <a:lnTo>
                    <a:pt x="0" y="0"/>
                  </a:lnTo>
                  <a:lnTo>
                    <a:pt x="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6" name="Google Shape;1626;p60"/>
            <p:cNvSpPr/>
            <p:nvPr/>
          </p:nvSpPr>
          <p:spPr>
            <a:xfrm>
              <a:off x="1727325" y="3635425"/>
              <a:ext cx="8900" cy="8900"/>
            </a:xfrm>
            <a:custGeom>
              <a:rect b="b" l="l" r="r" t="t"/>
              <a:pathLst>
                <a:path extrusionOk="0" h="356" w="356">
                  <a:moveTo>
                    <a:pt x="0" y="0"/>
                  </a:moveTo>
                  <a:lnTo>
                    <a:pt x="356" y="356"/>
                  </a:lnTo>
                  <a:lnTo>
                    <a:pt x="356" y="178"/>
                  </a:lnTo>
                  <a:lnTo>
                    <a:pt x="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7" name="Google Shape;1627;p60"/>
            <p:cNvSpPr/>
            <p:nvPr/>
          </p:nvSpPr>
          <p:spPr>
            <a:xfrm>
              <a:off x="2042950" y="3853250"/>
              <a:ext cx="62250" cy="31125"/>
            </a:xfrm>
            <a:custGeom>
              <a:rect b="b" l="l" r="r" t="t"/>
              <a:pathLst>
                <a:path extrusionOk="0" h="1245" w="2490">
                  <a:moveTo>
                    <a:pt x="2312" y="0"/>
                  </a:moveTo>
                  <a:lnTo>
                    <a:pt x="2134" y="178"/>
                  </a:lnTo>
                  <a:lnTo>
                    <a:pt x="2312" y="178"/>
                  </a:lnTo>
                  <a:lnTo>
                    <a:pt x="2490" y="0"/>
                  </a:lnTo>
                  <a:close/>
                  <a:moveTo>
                    <a:pt x="889" y="178"/>
                  </a:moveTo>
                  <a:lnTo>
                    <a:pt x="889" y="534"/>
                  </a:lnTo>
                  <a:lnTo>
                    <a:pt x="356" y="534"/>
                  </a:lnTo>
                  <a:lnTo>
                    <a:pt x="178" y="711"/>
                  </a:lnTo>
                  <a:lnTo>
                    <a:pt x="0" y="711"/>
                  </a:lnTo>
                  <a:lnTo>
                    <a:pt x="0" y="889"/>
                  </a:lnTo>
                  <a:lnTo>
                    <a:pt x="178" y="889"/>
                  </a:lnTo>
                  <a:lnTo>
                    <a:pt x="178" y="1245"/>
                  </a:lnTo>
                  <a:lnTo>
                    <a:pt x="1245" y="1245"/>
                  </a:lnTo>
                  <a:lnTo>
                    <a:pt x="1601" y="1067"/>
                  </a:lnTo>
                  <a:lnTo>
                    <a:pt x="1778" y="889"/>
                  </a:lnTo>
                  <a:lnTo>
                    <a:pt x="1778" y="711"/>
                  </a:lnTo>
                  <a:lnTo>
                    <a:pt x="2312" y="711"/>
                  </a:lnTo>
                  <a:lnTo>
                    <a:pt x="2134" y="356"/>
                  </a:lnTo>
                  <a:lnTo>
                    <a:pt x="2134" y="178"/>
                  </a:lnTo>
                  <a:lnTo>
                    <a:pt x="1956" y="178"/>
                  </a:lnTo>
                  <a:lnTo>
                    <a:pt x="1601" y="356"/>
                  </a:lnTo>
                  <a:lnTo>
                    <a:pt x="889" y="178"/>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8" name="Google Shape;1628;p60"/>
            <p:cNvSpPr/>
            <p:nvPr/>
          </p:nvSpPr>
          <p:spPr>
            <a:xfrm>
              <a:off x="1789550" y="3777675"/>
              <a:ext cx="4475" cy="4475"/>
            </a:xfrm>
            <a:custGeom>
              <a:rect b="b" l="l" r="r" t="t"/>
              <a:pathLst>
                <a:path extrusionOk="0" h="179" w="179">
                  <a:moveTo>
                    <a:pt x="179" y="0"/>
                  </a:moveTo>
                  <a:lnTo>
                    <a:pt x="1" y="178"/>
                  </a:lnTo>
                  <a:lnTo>
                    <a:pt x="179" y="178"/>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29" name="Google Shape;1629;p60"/>
            <p:cNvSpPr/>
            <p:nvPr/>
          </p:nvSpPr>
          <p:spPr>
            <a:xfrm>
              <a:off x="1620625" y="3746550"/>
              <a:ext cx="4475" cy="4475"/>
            </a:xfrm>
            <a:custGeom>
              <a:rect b="b" l="l" r="r" t="t"/>
              <a:pathLst>
                <a:path extrusionOk="0" h="179" w="179">
                  <a:moveTo>
                    <a:pt x="1" y="1"/>
                  </a:moveTo>
                  <a:lnTo>
                    <a:pt x="179" y="178"/>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0" name="Google Shape;1630;p60"/>
            <p:cNvSpPr/>
            <p:nvPr/>
          </p:nvSpPr>
          <p:spPr>
            <a:xfrm>
              <a:off x="1442825" y="3386475"/>
              <a:ext cx="133375" cy="133375"/>
            </a:xfrm>
            <a:custGeom>
              <a:rect b="b" l="l" r="r" t="t"/>
              <a:pathLst>
                <a:path extrusionOk="0" h="5335" w="5335">
                  <a:moveTo>
                    <a:pt x="1778" y="1"/>
                  </a:moveTo>
                  <a:lnTo>
                    <a:pt x="1600" y="178"/>
                  </a:lnTo>
                  <a:lnTo>
                    <a:pt x="1245" y="178"/>
                  </a:lnTo>
                  <a:lnTo>
                    <a:pt x="889" y="534"/>
                  </a:lnTo>
                  <a:lnTo>
                    <a:pt x="178" y="178"/>
                  </a:lnTo>
                  <a:lnTo>
                    <a:pt x="0" y="712"/>
                  </a:lnTo>
                  <a:lnTo>
                    <a:pt x="0" y="890"/>
                  </a:lnTo>
                  <a:lnTo>
                    <a:pt x="356" y="1067"/>
                  </a:lnTo>
                  <a:lnTo>
                    <a:pt x="534" y="1423"/>
                  </a:lnTo>
                  <a:lnTo>
                    <a:pt x="534" y="1601"/>
                  </a:lnTo>
                  <a:lnTo>
                    <a:pt x="711" y="1779"/>
                  </a:lnTo>
                  <a:lnTo>
                    <a:pt x="711" y="2134"/>
                  </a:lnTo>
                  <a:lnTo>
                    <a:pt x="1245" y="2490"/>
                  </a:lnTo>
                  <a:lnTo>
                    <a:pt x="1778" y="3379"/>
                  </a:lnTo>
                  <a:lnTo>
                    <a:pt x="2134" y="3379"/>
                  </a:lnTo>
                  <a:lnTo>
                    <a:pt x="2312" y="3557"/>
                  </a:lnTo>
                  <a:lnTo>
                    <a:pt x="2312" y="3735"/>
                  </a:lnTo>
                  <a:lnTo>
                    <a:pt x="2490" y="4090"/>
                  </a:lnTo>
                  <a:lnTo>
                    <a:pt x="2845" y="4446"/>
                  </a:lnTo>
                  <a:lnTo>
                    <a:pt x="2845" y="4624"/>
                  </a:lnTo>
                  <a:lnTo>
                    <a:pt x="3023" y="4624"/>
                  </a:lnTo>
                  <a:lnTo>
                    <a:pt x="3556" y="5157"/>
                  </a:lnTo>
                  <a:lnTo>
                    <a:pt x="3734" y="5335"/>
                  </a:lnTo>
                  <a:lnTo>
                    <a:pt x="3912" y="5157"/>
                  </a:lnTo>
                  <a:lnTo>
                    <a:pt x="3734" y="4802"/>
                  </a:lnTo>
                  <a:lnTo>
                    <a:pt x="3912" y="4446"/>
                  </a:lnTo>
                  <a:lnTo>
                    <a:pt x="4090" y="4268"/>
                  </a:lnTo>
                  <a:lnTo>
                    <a:pt x="4090" y="3912"/>
                  </a:lnTo>
                  <a:lnTo>
                    <a:pt x="4445" y="3735"/>
                  </a:lnTo>
                  <a:lnTo>
                    <a:pt x="4445" y="3379"/>
                  </a:lnTo>
                  <a:lnTo>
                    <a:pt x="4801" y="3379"/>
                  </a:lnTo>
                  <a:lnTo>
                    <a:pt x="5335" y="3201"/>
                  </a:lnTo>
                  <a:lnTo>
                    <a:pt x="4979" y="2490"/>
                  </a:lnTo>
                  <a:lnTo>
                    <a:pt x="5335" y="2490"/>
                  </a:lnTo>
                  <a:lnTo>
                    <a:pt x="4801" y="1779"/>
                  </a:lnTo>
                  <a:lnTo>
                    <a:pt x="4801" y="1423"/>
                  </a:lnTo>
                  <a:lnTo>
                    <a:pt x="4979" y="890"/>
                  </a:lnTo>
                  <a:lnTo>
                    <a:pt x="4268" y="890"/>
                  </a:lnTo>
                  <a:lnTo>
                    <a:pt x="4268" y="534"/>
                  </a:lnTo>
                  <a:lnTo>
                    <a:pt x="3912" y="356"/>
                  </a:lnTo>
                  <a:lnTo>
                    <a:pt x="3379" y="356"/>
                  </a:lnTo>
                  <a:lnTo>
                    <a:pt x="2845" y="534"/>
                  </a:lnTo>
                  <a:lnTo>
                    <a:pt x="2667" y="356"/>
                  </a:lnTo>
                  <a:lnTo>
                    <a:pt x="1778" y="178"/>
                  </a:lnTo>
                  <a:lnTo>
                    <a:pt x="17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1" name="Google Shape;1631;p60"/>
            <p:cNvSpPr/>
            <p:nvPr/>
          </p:nvSpPr>
          <p:spPr>
            <a:xfrm>
              <a:off x="967150" y="3648750"/>
              <a:ext cx="26700" cy="26700"/>
            </a:xfrm>
            <a:custGeom>
              <a:rect b="b" l="l" r="r" t="t"/>
              <a:pathLst>
                <a:path extrusionOk="0" h="1068" w="1068">
                  <a:moveTo>
                    <a:pt x="534" y="1"/>
                  </a:moveTo>
                  <a:lnTo>
                    <a:pt x="1" y="534"/>
                  </a:lnTo>
                  <a:lnTo>
                    <a:pt x="356" y="890"/>
                  </a:lnTo>
                  <a:lnTo>
                    <a:pt x="534" y="890"/>
                  </a:lnTo>
                  <a:lnTo>
                    <a:pt x="712" y="1068"/>
                  </a:lnTo>
                  <a:lnTo>
                    <a:pt x="1068" y="534"/>
                  </a:lnTo>
                  <a:lnTo>
                    <a:pt x="1068" y="356"/>
                  </a:lnTo>
                  <a:lnTo>
                    <a:pt x="712" y="356"/>
                  </a:lnTo>
                  <a:lnTo>
                    <a:pt x="712" y="178"/>
                  </a:lnTo>
                  <a:lnTo>
                    <a:pt x="534" y="178"/>
                  </a:lnTo>
                  <a:lnTo>
                    <a:pt x="534"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2" name="Google Shape;1632;p60"/>
            <p:cNvSpPr/>
            <p:nvPr/>
          </p:nvSpPr>
          <p:spPr>
            <a:xfrm>
              <a:off x="1540625" y="3475375"/>
              <a:ext cx="66700" cy="80050"/>
            </a:xfrm>
            <a:custGeom>
              <a:rect b="b" l="l" r="r" t="t"/>
              <a:pathLst>
                <a:path extrusionOk="0" h="3202" w="2668">
                  <a:moveTo>
                    <a:pt x="711" y="1"/>
                  </a:moveTo>
                  <a:lnTo>
                    <a:pt x="889" y="179"/>
                  </a:lnTo>
                  <a:lnTo>
                    <a:pt x="889" y="712"/>
                  </a:lnTo>
                  <a:lnTo>
                    <a:pt x="533" y="356"/>
                  </a:lnTo>
                  <a:lnTo>
                    <a:pt x="356" y="534"/>
                  </a:lnTo>
                  <a:lnTo>
                    <a:pt x="356" y="890"/>
                  </a:lnTo>
                  <a:lnTo>
                    <a:pt x="178" y="1068"/>
                  </a:lnTo>
                  <a:lnTo>
                    <a:pt x="0" y="1246"/>
                  </a:lnTo>
                  <a:lnTo>
                    <a:pt x="178" y="1779"/>
                  </a:lnTo>
                  <a:lnTo>
                    <a:pt x="0" y="1779"/>
                  </a:lnTo>
                  <a:lnTo>
                    <a:pt x="178" y="1957"/>
                  </a:lnTo>
                  <a:lnTo>
                    <a:pt x="178" y="2135"/>
                  </a:lnTo>
                  <a:lnTo>
                    <a:pt x="356" y="2135"/>
                  </a:lnTo>
                  <a:lnTo>
                    <a:pt x="356" y="2312"/>
                  </a:lnTo>
                  <a:lnTo>
                    <a:pt x="711" y="2312"/>
                  </a:lnTo>
                  <a:lnTo>
                    <a:pt x="711" y="2490"/>
                  </a:lnTo>
                  <a:lnTo>
                    <a:pt x="1067" y="2846"/>
                  </a:lnTo>
                  <a:lnTo>
                    <a:pt x="1067" y="3024"/>
                  </a:lnTo>
                  <a:lnTo>
                    <a:pt x="1245" y="3201"/>
                  </a:lnTo>
                  <a:lnTo>
                    <a:pt x="1245" y="2846"/>
                  </a:lnTo>
                  <a:lnTo>
                    <a:pt x="1067" y="2668"/>
                  </a:lnTo>
                  <a:lnTo>
                    <a:pt x="1245" y="2135"/>
                  </a:lnTo>
                  <a:lnTo>
                    <a:pt x="1600" y="1779"/>
                  </a:lnTo>
                  <a:lnTo>
                    <a:pt x="1600" y="1601"/>
                  </a:lnTo>
                  <a:lnTo>
                    <a:pt x="1956" y="1601"/>
                  </a:lnTo>
                  <a:lnTo>
                    <a:pt x="1956" y="1957"/>
                  </a:lnTo>
                  <a:lnTo>
                    <a:pt x="2134" y="1779"/>
                  </a:lnTo>
                  <a:lnTo>
                    <a:pt x="2134" y="1423"/>
                  </a:lnTo>
                  <a:lnTo>
                    <a:pt x="2667" y="1246"/>
                  </a:lnTo>
                  <a:lnTo>
                    <a:pt x="2489" y="1246"/>
                  </a:lnTo>
                  <a:lnTo>
                    <a:pt x="2489" y="1068"/>
                  </a:lnTo>
                  <a:lnTo>
                    <a:pt x="2134" y="1068"/>
                  </a:lnTo>
                  <a:lnTo>
                    <a:pt x="1600" y="712"/>
                  </a:lnTo>
                  <a:lnTo>
                    <a:pt x="88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3" name="Google Shape;1633;p60"/>
            <p:cNvSpPr/>
            <p:nvPr/>
          </p:nvSpPr>
          <p:spPr>
            <a:xfrm>
              <a:off x="2078500" y="4413350"/>
              <a:ext cx="22250" cy="4475"/>
            </a:xfrm>
            <a:custGeom>
              <a:rect b="b" l="l" r="r" t="t"/>
              <a:pathLst>
                <a:path extrusionOk="0" h="179" w="890">
                  <a:moveTo>
                    <a:pt x="1" y="1"/>
                  </a:moveTo>
                  <a:lnTo>
                    <a:pt x="356" y="179"/>
                  </a:lnTo>
                  <a:lnTo>
                    <a:pt x="890" y="179"/>
                  </a:lnTo>
                  <a:lnTo>
                    <a:pt x="890"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4" name="Google Shape;1634;p60"/>
            <p:cNvSpPr/>
            <p:nvPr/>
          </p:nvSpPr>
          <p:spPr>
            <a:xfrm>
              <a:off x="638200" y="2701875"/>
              <a:ext cx="4475" cy="4475"/>
            </a:xfrm>
            <a:custGeom>
              <a:rect b="b" l="l" r="r" t="t"/>
              <a:pathLst>
                <a:path extrusionOk="0" h="179" w="179">
                  <a:moveTo>
                    <a:pt x="0" y="1"/>
                  </a:move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5" name="Google Shape;1635;p60"/>
            <p:cNvSpPr/>
            <p:nvPr/>
          </p:nvSpPr>
          <p:spPr>
            <a:xfrm>
              <a:off x="642650" y="2786350"/>
              <a:ext cx="8900" cy="4475"/>
            </a:xfrm>
            <a:custGeom>
              <a:rect b="b" l="l" r="r" t="t"/>
              <a:pathLst>
                <a:path extrusionOk="0" h="179" w="356">
                  <a:moveTo>
                    <a:pt x="178" y="0"/>
                  </a:moveTo>
                  <a:lnTo>
                    <a:pt x="0" y="178"/>
                  </a:lnTo>
                  <a:lnTo>
                    <a:pt x="356"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6" name="Google Shape;1636;p60"/>
            <p:cNvSpPr/>
            <p:nvPr/>
          </p:nvSpPr>
          <p:spPr>
            <a:xfrm>
              <a:off x="642650" y="2777450"/>
              <a:ext cx="8900" cy="4475"/>
            </a:xfrm>
            <a:custGeom>
              <a:rect b="b" l="l" r="r" t="t"/>
              <a:pathLst>
                <a:path extrusionOk="0" h="179" w="356">
                  <a:moveTo>
                    <a:pt x="178" y="1"/>
                  </a:moveTo>
                  <a:lnTo>
                    <a:pt x="0" y="179"/>
                  </a:lnTo>
                  <a:lnTo>
                    <a:pt x="178" y="179"/>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7" name="Google Shape;1637;p60"/>
            <p:cNvSpPr/>
            <p:nvPr/>
          </p:nvSpPr>
          <p:spPr>
            <a:xfrm>
              <a:off x="1389475" y="3404250"/>
              <a:ext cx="4475" cy="8925"/>
            </a:xfrm>
            <a:custGeom>
              <a:rect b="b" l="l" r="r" t="t"/>
              <a:pathLst>
                <a:path extrusionOk="0" h="357" w="179">
                  <a:moveTo>
                    <a:pt x="0" y="1"/>
                  </a:moveTo>
                  <a:lnTo>
                    <a:pt x="178" y="356"/>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8" name="Google Shape;1638;p60"/>
            <p:cNvSpPr/>
            <p:nvPr/>
          </p:nvSpPr>
          <p:spPr>
            <a:xfrm>
              <a:off x="1487275" y="3497600"/>
              <a:ext cx="4475" cy="4475"/>
            </a:xfrm>
            <a:custGeom>
              <a:rect b="b" l="l" r="r" t="t"/>
              <a:pathLst>
                <a:path extrusionOk="0" h="179" w="179">
                  <a:moveTo>
                    <a:pt x="178" y="1"/>
                  </a:moveTo>
                  <a:lnTo>
                    <a:pt x="0" y="179"/>
                  </a:lnTo>
                  <a:lnTo>
                    <a:pt x="178"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39" name="Google Shape;1639;p60"/>
            <p:cNvSpPr/>
            <p:nvPr/>
          </p:nvSpPr>
          <p:spPr>
            <a:xfrm>
              <a:off x="1607300" y="3724325"/>
              <a:ext cx="8900" cy="8925"/>
            </a:xfrm>
            <a:custGeom>
              <a:rect b="b" l="l" r="r" t="t"/>
              <a:pathLst>
                <a:path extrusionOk="0" h="357" w="356">
                  <a:moveTo>
                    <a:pt x="178" y="0"/>
                  </a:moveTo>
                  <a:lnTo>
                    <a:pt x="0" y="178"/>
                  </a:lnTo>
                  <a:lnTo>
                    <a:pt x="178" y="178"/>
                  </a:lnTo>
                  <a:lnTo>
                    <a:pt x="356" y="356"/>
                  </a:lnTo>
                  <a:lnTo>
                    <a:pt x="356" y="178"/>
                  </a:lnTo>
                  <a:lnTo>
                    <a:pt x="356"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0" name="Google Shape;1640;p60"/>
            <p:cNvSpPr/>
            <p:nvPr/>
          </p:nvSpPr>
          <p:spPr>
            <a:xfrm>
              <a:off x="1585075" y="3657650"/>
              <a:ext cx="4475" cy="4475"/>
            </a:xfrm>
            <a:custGeom>
              <a:rect b="b" l="l" r="r" t="t"/>
              <a:pathLst>
                <a:path extrusionOk="0" h="179" w="179">
                  <a:moveTo>
                    <a:pt x="0" y="0"/>
                  </a:moveTo>
                  <a:lnTo>
                    <a:pt x="178"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1" name="Google Shape;1641;p60"/>
            <p:cNvSpPr/>
            <p:nvPr/>
          </p:nvSpPr>
          <p:spPr>
            <a:xfrm>
              <a:off x="1322800" y="3728775"/>
              <a:ext cx="106700" cy="66700"/>
            </a:xfrm>
            <a:custGeom>
              <a:rect b="b" l="l" r="r" t="t"/>
              <a:pathLst>
                <a:path extrusionOk="0" h="2668" w="4268">
                  <a:moveTo>
                    <a:pt x="1245" y="0"/>
                  </a:moveTo>
                  <a:lnTo>
                    <a:pt x="889" y="356"/>
                  </a:lnTo>
                  <a:lnTo>
                    <a:pt x="534" y="356"/>
                  </a:lnTo>
                  <a:lnTo>
                    <a:pt x="356" y="178"/>
                  </a:lnTo>
                  <a:lnTo>
                    <a:pt x="178" y="356"/>
                  </a:lnTo>
                  <a:lnTo>
                    <a:pt x="0" y="712"/>
                  </a:lnTo>
                  <a:lnTo>
                    <a:pt x="356" y="1067"/>
                  </a:lnTo>
                  <a:lnTo>
                    <a:pt x="711" y="1067"/>
                  </a:lnTo>
                  <a:lnTo>
                    <a:pt x="1778" y="1778"/>
                  </a:lnTo>
                  <a:lnTo>
                    <a:pt x="2845" y="2134"/>
                  </a:lnTo>
                  <a:lnTo>
                    <a:pt x="3023" y="2490"/>
                  </a:lnTo>
                  <a:lnTo>
                    <a:pt x="3734" y="2668"/>
                  </a:lnTo>
                  <a:lnTo>
                    <a:pt x="3734" y="2312"/>
                  </a:lnTo>
                  <a:lnTo>
                    <a:pt x="3912" y="1956"/>
                  </a:lnTo>
                  <a:lnTo>
                    <a:pt x="3912" y="1778"/>
                  </a:lnTo>
                  <a:lnTo>
                    <a:pt x="3734" y="1601"/>
                  </a:lnTo>
                  <a:lnTo>
                    <a:pt x="3734" y="1245"/>
                  </a:lnTo>
                  <a:lnTo>
                    <a:pt x="3912" y="534"/>
                  </a:lnTo>
                  <a:lnTo>
                    <a:pt x="4268" y="0"/>
                  </a:lnTo>
                  <a:lnTo>
                    <a:pt x="3912" y="178"/>
                  </a:lnTo>
                  <a:lnTo>
                    <a:pt x="3379" y="178"/>
                  </a:lnTo>
                  <a:lnTo>
                    <a:pt x="2845" y="356"/>
                  </a:lnTo>
                  <a:lnTo>
                    <a:pt x="2489" y="356"/>
                  </a:lnTo>
                  <a:lnTo>
                    <a:pt x="1778" y="534"/>
                  </a:lnTo>
                  <a:lnTo>
                    <a:pt x="1245"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2" name="Google Shape;1642;p60"/>
            <p:cNvSpPr/>
            <p:nvPr/>
          </p:nvSpPr>
          <p:spPr>
            <a:xfrm>
              <a:off x="1816225" y="3546500"/>
              <a:ext cx="102275" cy="93375"/>
            </a:xfrm>
            <a:custGeom>
              <a:rect b="b" l="l" r="r" t="t"/>
              <a:pathLst>
                <a:path extrusionOk="0" h="3735" w="4091">
                  <a:moveTo>
                    <a:pt x="1423" y="1"/>
                  </a:moveTo>
                  <a:lnTo>
                    <a:pt x="1423" y="179"/>
                  </a:lnTo>
                  <a:lnTo>
                    <a:pt x="1245" y="179"/>
                  </a:lnTo>
                  <a:lnTo>
                    <a:pt x="712" y="356"/>
                  </a:lnTo>
                  <a:lnTo>
                    <a:pt x="712" y="534"/>
                  </a:lnTo>
                  <a:lnTo>
                    <a:pt x="356" y="534"/>
                  </a:lnTo>
                  <a:lnTo>
                    <a:pt x="534" y="712"/>
                  </a:lnTo>
                  <a:lnTo>
                    <a:pt x="712" y="712"/>
                  </a:lnTo>
                  <a:lnTo>
                    <a:pt x="890" y="1423"/>
                  </a:lnTo>
                  <a:lnTo>
                    <a:pt x="356" y="1601"/>
                  </a:lnTo>
                  <a:lnTo>
                    <a:pt x="356" y="2135"/>
                  </a:lnTo>
                  <a:lnTo>
                    <a:pt x="1" y="2668"/>
                  </a:lnTo>
                  <a:lnTo>
                    <a:pt x="1245" y="2668"/>
                  </a:lnTo>
                  <a:lnTo>
                    <a:pt x="356" y="3379"/>
                  </a:lnTo>
                  <a:lnTo>
                    <a:pt x="178" y="3557"/>
                  </a:lnTo>
                  <a:lnTo>
                    <a:pt x="356" y="3735"/>
                  </a:lnTo>
                  <a:lnTo>
                    <a:pt x="1068" y="2846"/>
                  </a:lnTo>
                  <a:lnTo>
                    <a:pt x="1601" y="2490"/>
                  </a:lnTo>
                  <a:lnTo>
                    <a:pt x="1957" y="1957"/>
                  </a:lnTo>
                  <a:lnTo>
                    <a:pt x="2668" y="1957"/>
                  </a:lnTo>
                  <a:lnTo>
                    <a:pt x="3023" y="1779"/>
                  </a:lnTo>
                  <a:lnTo>
                    <a:pt x="3735" y="1957"/>
                  </a:lnTo>
                  <a:lnTo>
                    <a:pt x="3913" y="1957"/>
                  </a:lnTo>
                  <a:lnTo>
                    <a:pt x="4090" y="1601"/>
                  </a:lnTo>
                  <a:lnTo>
                    <a:pt x="2846" y="1068"/>
                  </a:lnTo>
                  <a:lnTo>
                    <a:pt x="2846" y="890"/>
                  </a:lnTo>
                  <a:lnTo>
                    <a:pt x="2668" y="356"/>
                  </a:lnTo>
                  <a:lnTo>
                    <a:pt x="2668" y="179"/>
                  </a:lnTo>
                  <a:lnTo>
                    <a:pt x="1957" y="356"/>
                  </a:lnTo>
                  <a:lnTo>
                    <a:pt x="1601"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3" name="Google Shape;1643;p60"/>
            <p:cNvSpPr/>
            <p:nvPr/>
          </p:nvSpPr>
          <p:spPr>
            <a:xfrm>
              <a:off x="1571725" y="3524275"/>
              <a:ext cx="57825" cy="133400"/>
            </a:xfrm>
            <a:custGeom>
              <a:rect b="b" l="l" r="r" t="t"/>
              <a:pathLst>
                <a:path extrusionOk="0" h="5336" w="2313">
                  <a:moveTo>
                    <a:pt x="534" y="1"/>
                  </a:moveTo>
                  <a:lnTo>
                    <a:pt x="179" y="356"/>
                  </a:lnTo>
                  <a:lnTo>
                    <a:pt x="1" y="534"/>
                  </a:lnTo>
                  <a:lnTo>
                    <a:pt x="179" y="712"/>
                  </a:lnTo>
                  <a:lnTo>
                    <a:pt x="179" y="1245"/>
                  </a:lnTo>
                  <a:lnTo>
                    <a:pt x="356" y="1245"/>
                  </a:lnTo>
                  <a:lnTo>
                    <a:pt x="356" y="1957"/>
                  </a:lnTo>
                  <a:lnTo>
                    <a:pt x="179" y="2135"/>
                  </a:lnTo>
                  <a:lnTo>
                    <a:pt x="356" y="2312"/>
                  </a:lnTo>
                  <a:lnTo>
                    <a:pt x="179" y="3024"/>
                  </a:lnTo>
                  <a:lnTo>
                    <a:pt x="1" y="3557"/>
                  </a:lnTo>
                  <a:lnTo>
                    <a:pt x="179" y="3913"/>
                  </a:lnTo>
                  <a:lnTo>
                    <a:pt x="179" y="4091"/>
                  </a:lnTo>
                  <a:lnTo>
                    <a:pt x="890" y="4624"/>
                  </a:lnTo>
                  <a:lnTo>
                    <a:pt x="1068" y="4980"/>
                  </a:lnTo>
                  <a:lnTo>
                    <a:pt x="1068" y="5335"/>
                  </a:lnTo>
                  <a:lnTo>
                    <a:pt x="1245" y="5335"/>
                  </a:lnTo>
                  <a:lnTo>
                    <a:pt x="1245" y="5157"/>
                  </a:lnTo>
                  <a:lnTo>
                    <a:pt x="1423" y="5157"/>
                  </a:lnTo>
                  <a:lnTo>
                    <a:pt x="1423" y="4624"/>
                  </a:lnTo>
                  <a:lnTo>
                    <a:pt x="1779" y="4624"/>
                  </a:lnTo>
                  <a:lnTo>
                    <a:pt x="1957" y="4091"/>
                  </a:lnTo>
                  <a:lnTo>
                    <a:pt x="2312" y="3557"/>
                  </a:lnTo>
                  <a:lnTo>
                    <a:pt x="2312" y="3201"/>
                  </a:lnTo>
                  <a:lnTo>
                    <a:pt x="1957" y="3201"/>
                  </a:lnTo>
                  <a:lnTo>
                    <a:pt x="1779" y="2846"/>
                  </a:lnTo>
                  <a:lnTo>
                    <a:pt x="1601" y="2135"/>
                  </a:lnTo>
                  <a:lnTo>
                    <a:pt x="1601" y="1245"/>
                  </a:lnTo>
                  <a:lnTo>
                    <a:pt x="1779" y="1068"/>
                  </a:lnTo>
                  <a:lnTo>
                    <a:pt x="1601" y="1068"/>
                  </a:lnTo>
                  <a:lnTo>
                    <a:pt x="1601" y="712"/>
                  </a:lnTo>
                  <a:lnTo>
                    <a:pt x="890" y="1"/>
                  </a:lnTo>
                  <a:lnTo>
                    <a:pt x="534" y="179"/>
                  </a:lnTo>
                  <a:lnTo>
                    <a:pt x="53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4" name="Google Shape;1644;p60"/>
            <p:cNvSpPr/>
            <p:nvPr/>
          </p:nvSpPr>
          <p:spPr>
            <a:xfrm>
              <a:off x="1602850" y="3564300"/>
              <a:ext cx="231175" cy="240075"/>
            </a:xfrm>
            <a:custGeom>
              <a:rect b="b" l="l" r="r" t="t"/>
              <a:pathLst>
                <a:path extrusionOk="0" h="9603" w="9247">
                  <a:moveTo>
                    <a:pt x="4090" y="6935"/>
                  </a:moveTo>
                  <a:lnTo>
                    <a:pt x="4090" y="7113"/>
                  </a:lnTo>
                  <a:lnTo>
                    <a:pt x="4268" y="6935"/>
                  </a:lnTo>
                  <a:close/>
                  <a:moveTo>
                    <a:pt x="8713" y="0"/>
                  </a:moveTo>
                  <a:lnTo>
                    <a:pt x="8713" y="534"/>
                  </a:lnTo>
                  <a:lnTo>
                    <a:pt x="8536" y="711"/>
                  </a:lnTo>
                  <a:lnTo>
                    <a:pt x="8358" y="711"/>
                  </a:lnTo>
                  <a:lnTo>
                    <a:pt x="8358" y="889"/>
                  </a:lnTo>
                  <a:lnTo>
                    <a:pt x="7113" y="889"/>
                  </a:lnTo>
                  <a:lnTo>
                    <a:pt x="7113" y="711"/>
                  </a:lnTo>
                  <a:lnTo>
                    <a:pt x="6580" y="711"/>
                  </a:lnTo>
                  <a:lnTo>
                    <a:pt x="6046" y="356"/>
                  </a:lnTo>
                  <a:lnTo>
                    <a:pt x="5691" y="356"/>
                  </a:lnTo>
                  <a:lnTo>
                    <a:pt x="5513" y="534"/>
                  </a:lnTo>
                  <a:lnTo>
                    <a:pt x="4979" y="711"/>
                  </a:lnTo>
                  <a:lnTo>
                    <a:pt x="3912" y="711"/>
                  </a:lnTo>
                  <a:lnTo>
                    <a:pt x="3735" y="889"/>
                  </a:lnTo>
                  <a:lnTo>
                    <a:pt x="3735" y="1067"/>
                  </a:lnTo>
                  <a:lnTo>
                    <a:pt x="3201" y="1067"/>
                  </a:lnTo>
                  <a:lnTo>
                    <a:pt x="3201" y="1423"/>
                  </a:lnTo>
                  <a:lnTo>
                    <a:pt x="2846" y="1067"/>
                  </a:lnTo>
                  <a:lnTo>
                    <a:pt x="2490" y="1245"/>
                  </a:lnTo>
                  <a:lnTo>
                    <a:pt x="2312" y="1600"/>
                  </a:lnTo>
                  <a:lnTo>
                    <a:pt x="1245" y="1600"/>
                  </a:lnTo>
                  <a:lnTo>
                    <a:pt x="1245" y="2134"/>
                  </a:lnTo>
                  <a:lnTo>
                    <a:pt x="890" y="2667"/>
                  </a:lnTo>
                  <a:lnTo>
                    <a:pt x="712" y="3201"/>
                  </a:lnTo>
                  <a:lnTo>
                    <a:pt x="356" y="3201"/>
                  </a:lnTo>
                  <a:lnTo>
                    <a:pt x="356" y="3734"/>
                  </a:lnTo>
                  <a:lnTo>
                    <a:pt x="178" y="3734"/>
                  </a:lnTo>
                  <a:lnTo>
                    <a:pt x="178" y="3912"/>
                  </a:lnTo>
                  <a:lnTo>
                    <a:pt x="0" y="3912"/>
                  </a:lnTo>
                  <a:lnTo>
                    <a:pt x="178" y="4446"/>
                  </a:lnTo>
                  <a:lnTo>
                    <a:pt x="534" y="4446"/>
                  </a:lnTo>
                  <a:lnTo>
                    <a:pt x="890" y="4979"/>
                  </a:lnTo>
                  <a:lnTo>
                    <a:pt x="1423" y="4979"/>
                  </a:lnTo>
                  <a:lnTo>
                    <a:pt x="1423" y="5335"/>
                  </a:lnTo>
                  <a:lnTo>
                    <a:pt x="1067" y="5335"/>
                  </a:lnTo>
                  <a:lnTo>
                    <a:pt x="890" y="5512"/>
                  </a:lnTo>
                  <a:lnTo>
                    <a:pt x="1245" y="5868"/>
                  </a:lnTo>
                  <a:lnTo>
                    <a:pt x="1423" y="6224"/>
                  </a:lnTo>
                  <a:lnTo>
                    <a:pt x="2312" y="6224"/>
                  </a:lnTo>
                  <a:lnTo>
                    <a:pt x="2668" y="6046"/>
                  </a:lnTo>
                  <a:lnTo>
                    <a:pt x="2846" y="6224"/>
                  </a:lnTo>
                  <a:lnTo>
                    <a:pt x="3023" y="6224"/>
                  </a:lnTo>
                  <a:lnTo>
                    <a:pt x="3379" y="6046"/>
                  </a:lnTo>
                  <a:lnTo>
                    <a:pt x="3557" y="6224"/>
                  </a:lnTo>
                  <a:lnTo>
                    <a:pt x="4268" y="6579"/>
                  </a:lnTo>
                  <a:lnTo>
                    <a:pt x="4624" y="6579"/>
                  </a:lnTo>
                  <a:lnTo>
                    <a:pt x="4268" y="6935"/>
                  </a:lnTo>
                  <a:lnTo>
                    <a:pt x="4979" y="6757"/>
                  </a:lnTo>
                  <a:lnTo>
                    <a:pt x="4979" y="6935"/>
                  </a:lnTo>
                  <a:lnTo>
                    <a:pt x="5157" y="6935"/>
                  </a:lnTo>
                  <a:lnTo>
                    <a:pt x="5157" y="7113"/>
                  </a:lnTo>
                  <a:lnTo>
                    <a:pt x="5513" y="7468"/>
                  </a:lnTo>
                  <a:lnTo>
                    <a:pt x="5513" y="7291"/>
                  </a:lnTo>
                  <a:lnTo>
                    <a:pt x="5513" y="6757"/>
                  </a:lnTo>
                  <a:lnTo>
                    <a:pt x="4979" y="6401"/>
                  </a:lnTo>
                  <a:lnTo>
                    <a:pt x="4979" y="6224"/>
                  </a:lnTo>
                  <a:lnTo>
                    <a:pt x="5513" y="6224"/>
                  </a:lnTo>
                  <a:lnTo>
                    <a:pt x="5691" y="6401"/>
                  </a:lnTo>
                  <a:lnTo>
                    <a:pt x="5691" y="6401"/>
                  </a:lnTo>
                  <a:lnTo>
                    <a:pt x="5513" y="5868"/>
                  </a:lnTo>
                  <a:lnTo>
                    <a:pt x="4801" y="5512"/>
                  </a:lnTo>
                  <a:lnTo>
                    <a:pt x="4446" y="5157"/>
                  </a:lnTo>
                  <a:lnTo>
                    <a:pt x="4268" y="5335"/>
                  </a:lnTo>
                  <a:lnTo>
                    <a:pt x="4979" y="6046"/>
                  </a:lnTo>
                  <a:lnTo>
                    <a:pt x="4446" y="6046"/>
                  </a:lnTo>
                  <a:lnTo>
                    <a:pt x="4268" y="5868"/>
                  </a:lnTo>
                  <a:lnTo>
                    <a:pt x="4090" y="5868"/>
                  </a:lnTo>
                  <a:lnTo>
                    <a:pt x="3912" y="5690"/>
                  </a:lnTo>
                  <a:lnTo>
                    <a:pt x="3379" y="5512"/>
                  </a:lnTo>
                  <a:lnTo>
                    <a:pt x="3379" y="5157"/>
                  </a:lnTo>
                  <a:lnTo>
                    <a:pt x="3912" y="5157"/>
                  </a:lnTo>
                  <a:lnTo>
                    <a:pt x="3912" y="4979"/>
                  </a:lnTo>
                  <a:lnTo>
                    <a:pt x="3735" y="4623"/>
                  </a:lnTo>
                  <a:lnTo>
                    <a:pt x="3735" y="4446"/>
                  </a:lnTo>
                  <a:lnTo>
                    <a:pt x="4268" y="4446"/>
                  </a:lnTo>
                  <a:lnTo>
                    <a:pt x="4446" y="4801"/>
                  </a:lnTo>
                  <a:lnTo>
                    <a:pt x="4446" y="4623"/>
                  </a:lnTo>
                  <a:lnTo>
                    <a:pt x="4090" y="4268"/>
                  </a:lnTo>
                  <a:lnTo>
                    <a:pt x="3735" y="4090"/>
                  </a:lnTo>
                  <a:lnTo>
                    <a:pt x="3735" y="3734"/>
                  </a:lnTo>
                  <a:lnTo>
                    <a:pt x="3379" y="3379"/>
                  </a:lnTo>
                  <a:lnTo>
                    <a:pt x="3379" y="2134"/>
                  </a:lnTo>
                  <a:lnTo>
                    <a:pt x="3557" y="2134"/>
                  </a:lnTo>
                  <a:lnTo>
                    <a:pt x="3912" y="1778"/>
                  </a:lnTo>
                  <a:lnTo>
                    <a:pt x="3912" y="2312"/>
                  </a:lnTo>
                  <a:lnTo>
                    <a:pt x="4090" y="2490"/>
                  </a:lnTo>
                  <a:lnTo>
                    <a:pt x="4446" y="2667"/>
                  </a:lnTo>
                  <a:lnTo>
                    <a:pt x="4979" y="2667"/>
                  </a:lnTo>
                  <a:lnTo>
                    <a:pt x="5157" y="2490"/>
                  </a:lnTo>
                  <a:lnTo>
                    <a:pt x="5157" y="2312"/>
                  </a:lnTo>
                  <a:lnTo>
                    <a:pt x="4979" y="2134"/>
                  </a:lnTo>
                  <a:lnTo>
                    <a:pt x="4979" y="1600"/>
                  </a:lnTo>
                  <a:lnTo>
                    <a:pt x="5335" y="1600"/>
                  </a:lnTo>
                  <a:lnTo>
                    <a:pt x="5513" y="1778"/>
                  </a:lnTo>
                  <a:lnTo>
                    <a:pt x="6046" y="1245"/>
                  </a:lnTo>
                  <a:lnTo>
                    <a:pt x="6580" y="1423"/>
                  </a:lnTo>
                  <a:lnTo>
                    <a:pt x="7113" y="1245"/>
                  </a:lnTo>
                  <a:lnTo>
                    <a:pt x="8002" y="1423"/>
                  </a:lnTo>
                  <a:lnTo>
                    <a:pt x="8358" y="1600"/>
                  </a:lnTo>
                  <a:lnTo>
                    <a:pt x="8358" y="1778"/>
                  </a:lnTo>
                  <a:lnTo>
                    <a:pt x="8713" y="1245"/>
                  </a:lnTo>
                  <a:lnTo>
                    <a:pt x="8713" y="711"/>
                  </a:lnTo>
                  <a:lnTo>
                    <a:pt x="9247" y="534"/>
                  </a:lnTo>
                  <a:lnTo>
                    <a:pt x="9069" y="178"/>
                  </a:lnTo>
                  <a:lnTo>
                    <a:pt x="8891" y="178"/>
                  </a:lnTo>
                  <a:lnTo>
                    <a:pt x="8713" y="0"/>
                  </a:lnTo>
                  <a:close/>
                  <a:moveTo>
                    <a:pt x="4268" y="7824"/>
                  </a:moveTo>
                  <a:lnTo>
                    <a:pt x="4268" y="8002"/>
                  </a:lnTo>
                  <a:lnTo>
                    <a:pt x="4624" y="8002"/>
                  </a:lnTo>
                  <a:lnTo>
                    <a:pt x="4446" y="7824"/>
                  </a:lnTo>
                  <a:close/>
                  <a:moveTo>
                    <a:pt x="2490" y="6401"/>
                  </a:moveTo>
                  <a:lnTo>
                    <a:pt x="2134" y="6757"/>
                  </a:lnTo>
                  <a:lnTo>
                    <a:pt x="1779" y="6579"/>
                  </a:lnTo>
                  <a:lnTo>
                    <a:pt x="1779" y="6757"/>
                  </a:lnTo>
                  <a:lnTo>
                    <a:pt x="1423" y="6935"/>
                  </a:lnTo>
                  <a:lnTo>
                    <a:pt x="1601" y="7113"/>
                  </a:lnTo>
                  <a:lnTo>
                    <a:pt x="1956" y="7646"/>
                  </a:lnTo>
                  <a:lnTo>
                    <a:pt x="2134" y="8002"/>
                  </a:lnTo>
                  <a:lnTo>
                    <a:pt x="2134" y="8535"/>
                  </a:lnTo>
                  <a:lnTo>
                    <a:pt x="2312" y="8891"/>
                  </a:lnTo>
                  <a:lnTo>
                    <a:pt x="2312" y="9069"/>
                  </a:lnTo>
                  <a:lnTo>
                    <a:pt x="2490" y="8713"/>
                  </a:lnTo>
                  <a:lnTo>
                    <a:pt x="2846" y="8713"/>
                  </a:lnTo>
                  <a:lnTo>
                    <a:pt x="3023" y="9069"/>
                  </a:lnTo>
                  <a:lnTo>
                    <a:pt x="3201" y="9602"/>
                  </a:lnTo>
                  <a:lnTo>
                    <a:pt x="3379" y="9247"/>
                  </a:lnTo>
                  <a:lnTo>
                    <a:pt x="3557" y="9069"/>
                  </a:lnTo>
                  <a:lnTo>
                    <a:pt x="4090" y="9247"/>
                  </a:lnTo>
                  <a:lnTo>
                    <a:pt x="3912" y="8713"/>
                  </a:lnTo>
                  <a:lnTo>
                    <a:pt x="3735" y="8713"/>
                  </a:lnTo>
                  <a:lnTo>
                    <a:pt x="3557" y="8002"/>
                  </a:lnTo>
                  <a:lnTo>
                    <a:pt x="3557" y="7646"/>
                  </a:lnTo>
                  <a:lnTo>
                    <a:pt x="4268" y="7824"/>
                  </a:lnTo>
                  <a:lnTo>
                    <a:pt x="4090" y="7291"/>
                  </a:lnTo>
                  <a:lnTo>
                    <a:pt x="4090" y="7113"/>
                  </a:lnTo>
                  <a:lnTo>
                    <a:pt x="3735" y="7113"/>
                  </a:lnTo>
                  <a:lnTo>
                    <a:pt x="3201" y="6757"/>
                  </a:lnTo>
                  <a:lnTo>
                    <a:pt x="3023" y="6757"/>
                  </a:lnTo>
                  <a:lnTo>
                    <a:pt x="2490" y="640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5" name="Google Shape;1645;p60"/>
            <p:cNvSpPr/>
            <p:nvPr/>
          </p:nvSpPr>
          <p:spPr>
            <a:xfrm>
              <a:off x="1167200" y="3586525"/>
              <a:ext cx="57825" cy="106700"/>
            </a:xfrm>
            <a:custGeom>
              <a:rect b="b" l="l" r="r" t="t"/>
              <a:pathLst>
                <a:path extrusionOk="0" h="4268" w="2313">
                  <a:moveTo>
                    <a:pt x="1601" y="0"/>
                  </a:moveTo>
                  <a:lnTo>
                    <a:pt x="1067" y="534"/>
                  </a:lnTo>
                  <a:lnTo>
                    <a:pt x="1067" y="711"/>
                  </a:lnTo>
                  <a:lnTo>
                    <a:pt x="356" y="889"/>
                  </a:lnTo>
                  <a:lnTo>
                    <a:pt x="178" y="711"/>
                  </a:lnTo>
                  <a:lnTo>
                    <a:pt x="1" y="1067"/>
                  </a:lnTo>
                  <a:lnTo>
                    <a:pt x="356" y="1067"/>
                  </a:lnTo>
                  <a:lnTo>
                    <a:pt x="356" y="1423"/>
                  </a:lnTo>
                  <a:lnTo>
                    <a:pt x="534" y="1778"/>
                  </a:lnTo>
                  <a:lnTo>
                    <a:pt x="356" y="2312"/>
                  </a:lnTo>
                  <a:lnTo>
                    <a:pt x="534" y="2490"/>
                  </a:lnTo>
                  <a:lnTo>
                    <a:pt x="534" y="3023"/>
                  </a:lnTo>
                  <a:lnTo>
                    <a:pt x="356" y="3379"/>
                  </a:lnTo>
                  <a:lnTo>
                    <a:pt x="356" y="3734"/>
                  </a:lnTo>
                  <a:lnTo>
                    <a:pt x="534" y="3734"/>
                  </a:lnTo>
                  <a:lnTo>
                    <a:pt x="356" y="3912"/>
                  </a:lnTo>
                  <a:lnTo>
                    <a:pt x="356" y="4090"/>
                  </a:lnTo>
                  <a:lnTo>
                    <a:pt x="534" y="4090"/>
                  </a:lnTo>
                  <a:lnTo>
                    <a:pt x="712" y="4268"/>
                  </a:lnTo>
                  <a:lnTo>
                    <a:pt x="890" y="4268"/>
                  </a:lnTo>
                  <a:lnTo>
                    <a:pt x="1067" y="4090"/>
                  </a:lnTo>
                  <a:lnTo>
                    <a:pt x="1245" y="3734"/>
                  </a:lnTo>
                  <a:lnTo>
                    <a:pt x="1779" y="3734"/>
                  </a:lnTo>
                  <a:lnTo>
                    <a:pt x="1956" y="3912"/>
                  </a:lnTo>
                  <a:lnTo>
                    <a:pt x="1956" y="3023"/>
                  </a:lnTo>
                  <a:lnTo>
                    <a:pt x="2134" y="2312"/>
                  </a:lnTo>
                  <a:lnTo>
                    <a:pt x="1956" y="1778"/>
                  </a:lnTo>
                  <a:lnTo>
                    <a:pt x="2312" y="1423"/>
                  </a:lnTo>
                  <a:lnTo>
                    <a:pt x="2134" y="1245"/>
                  </a:lnTo>
                  <a:lnTo>
                    <a:pt x="1779" y="356"/>
                  </a:lnTo>
                  <a:lnTo>
                    <a:pt x="1779" y="178"/>
                  </a:lnTo>
                  <a:lnTo>
                    <a:pt x="160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6" name="Google Shape;1646;p60"/>
            <p:cNvSpPr/>
            <p:nvPr/>
          </p:nvSpPr>
          <p:spPr>
            <a:xfrm>
              <a:off x="2874225" y="4222200"/>
              <a:ext cx="13375" cy="4475"/>
            </a:xfrm>
            <a:custGeom>
              <a:rect b="b" l="l" r="r" t="t"/>
              <a:pathLst>
                <a:path extrusionOk="0" h="179" w="535">
                  <a:moveTo>
                    <a:pt x="356" y="1"/>
                  </a:moveTo>
                  <a:lnTo>
                    <a:pt x="1" y="179"/>
                  </a:lnTo>
                  <a:lnTo>
                    <a:pt x="534"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7" name="Google Shape;1647;p60"/>
            <p:cNvSpPr/>
            <p:nvPr/>
          </p:nvSpPr>
          <p:spPr>
            <a:xfrm>
              <a:off x="1184975" y="3515400"/>
              <a:ext cx="31150" cy="62250"/>
            </a:xfrm>
            <a:custGeom>
              <a:rect b="b" l="l" r="r" t="t"/>
              <a:pathLst>
                <a:path extrusionOk="0" h="2490" w="1246">
                  <a:moveTo>
                    <a:pt x="712" y="0"/>
                  </a:moveTo>
                  <a:lnTo>
                    <a:pt x="356" y="178"/>
                  </a:lnTo>
                  <a:lnTo>
                    <a:pt x="179" y="356"/>
                  </a:lnTo>
                  <a:lnTo>
                    <a:pt x="1" y="711"/>
                  </a:lnTo>
                  <a:lnTo>
                    <a:pt x="179" y="1423"/>
                  </a:lnTo>
                  <a:lnTo>
                    <a:pt x="356" y="1956"/>
                  </a:lnTo>
                  <a:lnTo>
                    <a:pt x="356" y="2134"/>
                  </a:lnTo>
                  <a:lnTo>
                    <a:pt x="712" y="2490"/>
                  </a:lnTo>
                  <a:lnTo>
                    <a:pt x="890" y="1956"/>
                  </a:lnTo>
                  <a:lnTo>
                    <a:pt x="890" y="1600"/>
                  </a:lnTo>
                  <a:lnTo>
                    <a:pt x="1068" y="1245"/>
                  </a:lnTo>
                  <a:lnTo>
                    <a:pt x="1245" y="889"/>
                  </a:lnTo>
                  <a:lnTo>
                    <a:pt x="1068" y="711"/>
                  </a:lnTo>
                  <a:lnTo>
                    <a:pt x="1068"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8" name="Google Shape;1648;p60"/>
            <p:cNvSpPr/>
            <p:nvPr/>
          </p:nvSpPr>
          <p:spPr>
            <a:xfrm>
              <a:off x="1180525" y="3253125"/>
              <a:ext cx="4475" cy="4450"/>
            </a:xfrm>
            <a:custGeom>
              <a:rect b="b" l="l" r="r" t="t"/>
              <a:pathLst>
                <a:path extrusionOk="0" h="178" w="179">
                  <a:moveTo>
                    <a:pt x="1" y="178"/>
                  </a:moveTo>
                  <a:lnTo>
                    <a:pt x="1" y="178"/>
                  </a:lnTo>
                  <a:lnTo>
                    <a:pt x="179" y="0"/>
                  </a:lnTo>
                  <a:lnTo>
                    <a:pt x="179" y="0"/>
                  </a:lnTo>
                  <a:lnTo>
                    <a:pt x="1" y="178"/>
                  </a:lnTo>
                  <a:close/>
                </a:path>
              </a:pathLst>
            </a:custGeom>
            <a:solidFill>
              <a:srgbClr val="FDDAD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49" name="Google Shape;1649;p60"/>
            <p:cNvSpPr/>
            <p:nvPr/>
          </p:nvSpPr>
          <p:spPr>
            <a:xfrm>
              <a:off x="1580625" y="2466275"/>
              <a:ext cx="22250" cy="22250"/>
            </a:xfrm>
            <a:custGeom>
              <a:rect b="b" l="l" r="r" t="t"/>
              <a:pathLst>
                <a:path extrusionOk="0" h="890" w="890">
                  <a:moveTo>
                    <a:pt x="534" y="1"/>
                  </a:moveTo>
                  <a:lnTo>
                    <a:pt x="356" y="712"/>
                  </a:lnTo>
                  <a:lnTo>
                    <a:pt x="178" y="356"/>
                  </a:lnTo>
                  <a:lnTo>
                    <a:pt x="0" y="534"/>
                  </a:lnTo>
                  <a:lnTo>
                    <a:pt x="534" y="801"/>
                  </a:lnTo>
                  <a:lnTo>
                    <a:pt x="534" y="801"/>
                  </a:lnTo>
                  <a:lnTo>
                    <a:pt x="534" y="534"/>
                  </a:lnTo>
                  <a:lnTo>
                    <a:pt x="712" y="534"/>
                  </a:lnTo>
                  <a:lnTo>
                    <a:pt x="889" y="356"/>
                  </a:lnTo>
                  <a:lnTo>
                    <a:pt x="712" y="179"/>
                  </a:lnTo>
                  <a:lnTo>
                    <a:pt x="534" y="1"/>
                  </a:lnTo>
                  <a:close/>
                  <a:moveTo>
                    <a:pt x="534" y="801"/>
                  </a:moveTo>
                  <a:lnTo>
                    <a:pt x="534" y="890"/>
                  </a:lnTo>
                  <a:lnTo>
                    <a:pt x="712" y="890"/>
                  </a:lnTo>
                  <a:lnTo>
                    <a:pt x="534" y="80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0" name="Google Shape;1650;p60"/>
            <p:cNvSpPr/>
            <p:nvPr/>
          </p:nvSpPr>
          <p:spPr>
            <a:xfrm>
              <a:off x="1260550" y="2835250"/>
              <a:ext cx="4475" cy="4475"/>
            </a:xfrm>
            <a:custGeom>
              <a:rect b="b" l="l" r="r" t="t"/>
              <a:pathLst>
                <a:path extrusionOk="0" h="179" w="179">
                  <a:moveTo>
                    <a:pt x="178" y="0"/>
                  </a:moveTo>
                  <a:lnTo>
                    <a:pt x="1" y="178"/>
                  </a:lnTo>
                  <a:lnTo>
                    <a:pt x="1" y="178"/>
                  </a:lnTo>
                  <a:lnTo>
                    <a:pt x="178"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1" name="Google Shape;1651;p60"/>
            <p:cNvSpPr/>
            <p:nvPr/>
          </p:nvSpPr>
          <p:spPr>
            <a:xfrm>
              <a:off x="1762875" y="2097325"/>
              <a:ext cx="4475" cy="8900"/>
            </a:xfrm>
            <a:custGeom>
              <a:rect b="b" l="l" r="r" t="t"/>
              <a:pathLst>
                <a:path extrusionOk="0" h="356" w="179">
                  <a:moveTo>
                    <a:pt x="179" y="0"/>
                  </a:moveTo>
                  <a:lnTo>
                    <a:pt x="1" y="178"/>
                  </a:lnTo>
                  <a:lnTo>
                    <a:pt x="179" y="356"/>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2" name="Google Shape;1652;p60"/>
            <p:cNvSpPr/>
            <p:nvPr/>
          </p:nvSpPr>
          <p:spPr>
            <a:xfrm>
              <a:off x="1042725" y="2950825"/>
              <a:ext cx="4475" cy="4475"/>
            </a:xfrm>
            <a:custGeom>
              <a:rect b="b" l="l" r="r" t="t"/>
              <a:pathLst>
                <a:path extrusionOk="0" h="179" w="179">
                  <a:moveTo>
                    <a:pt x="1" y="178"/>
                  </a:moveTo>
                  <a:lnTo>
                    <a:pt x="1" y="178"/>
                  </a:lnTo>
                  <a:lnTo>
                    <a:pt x="178" y="1"/>
                  </a:lnTo>
                  <a:lnTo>
                    <a:pt x="1" y="178"/>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3" name="Google Shape;1653;p60"/>
            <p:cNvSpPr/>
            <p:nvPr/>
          </p:nvSpPr>
          <p:spPr>
            <a:xfrm>
              <a:off x="1265000" y="2684100"/>
              <a:ext cx="4475" cy="4475"/>
            </a:xfrm>
            <a:custGeom>
              <a:rect b="b" l="l" r="r" t="t"/>
              <a:pathLst>
                <a:path extrusionOk="0" h="179" w="179">
                  <a:moveTo>
                    <a:pt x="0" y="1"/>
                  </a:moveTo>
                  <a:lnTo>
                    <a:pt x="178" y="179"/>
                  </a:lnTo>
                  <a:lnTo>
                    <a:pt x="178"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4" name="Google Shape;1654;p60"/>
            <p:cNvSpPr/>
            <p:nvPr/>
          </p:nvSpPr>
          <p:spPr>
            <a:xfrm>
              <a:off x="1638400" y="2470725"/>
              <a:ext cx="4475" cy="4475"/>
            </a:xfrm>
            <a:custGeom>
              <a:rect b="b" l="l" r="r" t="t"/>
              <a:pathLst>
                <a:path extrusionOk="0" h="179" w="179">
                  <a:moveTo>
                    <a:pt x="1" y="1"/>
                  </a:moveTo>
                  <a:lnTo>
                    <a:pt x="179" y="178"/>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5" name="Google Shape;1655;p60"/>
            <p:cNvSpPr/>
            <p:nvPr/>
          </p:nvSpPr>
          <p:spPr>
            <a:xfrm>
              <a:off x="1225000" y="2799675"/>
              <a:ext cx="35575" cy="35600"/>
            </a:xfrm>
            <a:custGeom>
              <a:rect b="b" l="l" r="r" t="t"/>
              <a:pathLst>
                <a:path extrusionOk="0" h="1424" w="1423">
                  <a:moveTo>
                    <a:pt x="889" y="1"/>
                  </a:moveTo>
                  <a:lnTo>
                    <a:pt x="0" y="179"/>
                  </a:lnTo>
                  <a:lnTo>
                    <a:pt x="178" y="534"/>
                  </a:lnTo>
                  <a:lnTo>
                    <a:pt x="534" y="890"/>
                  </a:lnTo>
                  <a:lnTo>
                    <a:pt x="534" y="1068"/>
                  </a:lnTo>
                  <a:lnTo>
                    <a:pt x="1067" y="1068"/>
                  </a:lnTo>
                  <a:lnTo>
                    <a:pt x="1245" y="1423"/>
                  </a:lnTo>
                  <a:lnTo>
                    <a:pt x="1423" y="890"/>
                  </a:lnTo>
                  <a:lnTo>
                    <a:pt x="1245" y="1"/>
                  </a:lnTo>
                  <a:lnTo>
                    <a:pt x="1245" y="357"/>
                  </a:lnTo>
                  <a:lnTo>
                    <a:pt x="889"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6" name="Google Shape;1656;p60"/>
            <p:cNvSpPr/>
            <p:nvPr/>
          </p:nvSpPr>
          <p:spPr>
            <a:xfrm>
              <a:off x="1509500" y="2328475"/>
              <a:ext cx="4475" cy="4475"/>
            </a:xfrm>
            <a:custGeom>
              <a:rect b="b" l="l" r="r" t="t"/>
              <a:pathLst>
                <a:path extrusionOk="0" h="179" w="179">
                  <a:moveTo>
                    <a:pt x="0" y="0"/>
                  </a:moveTo>
                  <a:lnTo>
                    <a:pt x="0" y="178"/>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7" name="Google Shape;1657;p60"/>
            <p:cNvSpPr/>
            <p:nvPr/>
          </p:nvSpPr>
          <p:spPr>
            <a:xfrm>
              <a:off x="1273900" y="2764125"/>
              <a:ext cx="48925" cy="93375"/>
            </a:xfrm>
            <a:custGeom>
              <a:rect b="b" l="l" r="r" t="t"/>
              <a:pathLst>
                <a:path extrusionOk="0" h="3735" w="1957">
                  <a:moveTo>
                    <a:pt x="1778" y="0"/>
                  </a:moveTo>
                  <a:lnTo>
                    <a:pt x="1245" y="356"/>
                  </a:lnTo>
                  <a:lnTo>
                    <a:pt x="1245" y="712"/>
                  </a:lnTo>
                  <a:lnTo>
                    <a:pt x="1423" y="534"/>
                  </a:lnTo>
                  <a:lnTo>
                    <a:pt x="1423" y="1067"/>
                  </a:lnTo>
                  <a:lnTo>
                    <a:pt x="1067" y="1067"/>
                  </a:lnTo>
                  <a:lnTo>
                    <a:pt x="889" y="1423"/>
                  </a:lnTo>
                  <a:lnTo>
                    <a:pt x="711" y="534"/>
                  </a:lnTo>
                  <a:lnTo>
                    <a:pt x="356" y="889"/>
                  </a:lnTo>
                  <a:lnTo>
                    <a:pt x="0" y="1067"/>
                  </a:lnTo>
                  <a:lnTo>
                    <a:pt x="356" y="2134"/>
                  </a:lnTo>
                  <a:lnTo>
                    <a:pt x="889" y="2312"/>
                  </a:lnTo>
                  <a:lnTo>
                    <a:pt x="1245" y="3023"/>
                  </a:lnTo>
                  <a:lnTo>
                    <a:pt x="534" y="3201"/>
                  </a:lnTo>
                  <a:lnTo>
                    <a:pt x="178" y="3023"/>
                  </a:lnTo>
                  <a:lnTo>
                    <a:pt x="0" y="3023"/>
                  </a:lnTo>
                  <a:lnTo>
                    <a:pt x="0" y="3201"/>
                  </a:lnTo>
                  <a:lnTo>
                    <a:pt x="534" y="3557"/>
                  </a:lnTo>
                  <a:lnTo>
                    <a:pt x="1067" y="3735"/>
                  </a:lnTo>
                  <a:lnTo>
                    <a:pt x="1423" y="3023"/>
                  </a:lnTo>
                  <a:lnTo>
                    <a:pt x="1778" y="2845"/>
                  </a:lnTo>
                  <a:lnTo>
                    <a:pt x="1600" y="2845"/>
                  </a:lnTo>
                  <a:lnTo>
                    <a:pt x="1600" y="2668"/>
                  </a:lnTo>
                  <a:lnTo>
                    <a:pt x="1423" y="2668"/>
                  </a:lnTo>
                  <a:lnTo>
                    <a:pt x="1423" y="2134"/>
                  </a:lnTo>
                  <a:lnTo>
                    <a:pt x="1778" y="1956"/>
                  </a:lnTo>
                  <a:lnTo>
                    <a:pt x="1423" y="1779"/>
                  </a:lnTo>
                  <a:lnTo>
                    <a:pt x="1423" y="1423"/>
                  </a:lnTo>
                  <a:lnTo>
                    <a:pt x="1778" y="1245"/>
                  </a:lnTo>
                  <a:lnTo>
                    <a:pt x="1956" y="1067"/>
                  </a:lnTo>
                  <a:lnTo>
                    <a:pt x="1956" y="889"/>
                  </a:lnTo>
                  <a:lnTo>
                    <a:pt x="1956" y="178"/>
                  </a:lnTo>
                  <a:lnTo>
                    <a:pt x="1778" y="0"/>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8" name="Google Shape;1658;p60"/>
            <p:cNvSpPr/>
            <p:nvPr/>
          </p:nvSpPr>
          <p:spPr>
            <a:xfrm>
              <a:off x="1593950" y="2817475"/>
              <a:ext cx="102275" cy="57800"/>
            </a:xfrm>
            <a:custGeom>
              <a:rect b="b" l="l" r="r" t="t"/>
              <a:pathLst>
                <a:path extrusionOk="0" h="2312" w="4091">
                  <a:moveTo>
                    <a:pt x="2135" y="0"/>
                  </a:moveTo>
                  <a:lnTo>
                    <a:pt x="1957" y="178"/>
                  </a:lnTo>
                  <a:lnTo>
                    <a:pt x="1957" y="711"/>
                  </a:lnTo>
                  <a:lnTo>
                    <a:pt x="1779" y="889"/>
                  </a:lnTo>
                  <a:lnTo>
                    <a:pt x="179" y="889"/>
                  </a:lnTo>
                  <a:lnTo>
                    <a:pt x="179" y="1067"/>
                  </a:lnTo>
                  <a:lnTo>
                    <a:pt x="356" y="1601"/>
                  </a:lnTo>
                  <a:lnTo>
                    <a:pt x="1" y="1956"/>
                  </a:lnTo>
                  <a:lnTo>
                    <a:pt x="534" y="1956"/>
                  </a:lnTo>
                  <a:lnTo>
                    <a:pt x="2312" y="2312"/>
                  </a:lnTo>
                  <a:lnTo>
                    <a:pt x="3913" y="2134"/>
                  </a:lnTo>
                  <a:lnTo>
                    <a:pt x="3913" y="1601"/>
                  </a:lnTo>
                  <a:lnTo>
                    <a:pt x="4091" y="1245"/>
                  </a:lnTo>
                  <a:lnTo>
                    <a:pt x="3735" y="534"/>
                  </a:lnTo>
                  <a:lnTo>
                    <a:pt x="3024" y="534"/>
                  </a:lnTo>
                  <a:lnTo>
                    <a:pt x="2135"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59" name="Google Shape;1659;p60"/>
            <p:cNvSpPr/>
            <p:nvPr/>
          </p:nvSpPr>
          <p:spPr>
            <a:xfrm>
              <a:off x="2900900" y="4244425"/>
              <a:ext cx="8925" cy="17825"/>
            </a:xfrm>
            <a:custGeom>
              <a:rect b="b" l="l" r="r" t="t"/>
              <a:pathLst>
                <a:path extrusionOk="0" h="713" w="357">
                  <a:moveTo>
                    <a:pt x="178" y="1"/>
                  </a:moveTo>
                  <a:lnTo>
                    <a:pt x="1" y="179"/>
                  </a:lnTo>
                  <a:lnTo>
                    <a:pt x="178" y="179"/>
                  </a:lnTo>
                  <a:lnTo>
                    <a:pt x="178" y="712"/>
                  </a:lnTo>
                  <a:lnTo>
                    <a:pt x="356" y="179"/>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0" name="Google Shape;1660;p60"/>
            <p:cNvSpPr/>
            <p:nvPr/>
          </p:nvSpPr>
          <p:spPr>
            <a:xfrm>
              <a:off x="2385250" y="4764550"/>
              <a:ext cx="53350" cy="62250"/>
            </a:xfrm>
            <a:custGeom>
              <a:rect b="b" l="l" r="r" t="t"/>
              <a:pathLst>
                <a:path extrusionOk="0" h="2490" w="2134">
                  <a:moveTo>
                    <a:pt x="1778" y="0"/>
                  </a:moveTo>
                  <a:lnTo>
                    <a:pt x="1600" y="178"/>
                  </a:lnTo>
                  <a:lnTo>
                    <a:pt x="1423" y="534"/>
                  </a:lnTo>
                  <a:lnTo>
                    <a:pt x="889" y="356"/>
                  </a:lnTo>
                  <a:lnTo>
                    <a:pt x="0" y="1423"/>
                  </a:lnTo>
                  <a:lnTo>
                    <a:pt x="0" y="2312"/>
                  </a:lnTo>
                  <a:lnTo>
                    <a:pt x="356" y="2490"/>
                  </a:lnTo>
                  <a:lnTo>
                    <a:pt x="889" y="2312"/>
                  </a:lnTo>
                  <a:lnTo>
                    <a:pt x="1600" y="2312"/>
                  </a:lnTo>
                  <a:lnTo>
                    <a:pt x="1778" y="1956"/>
                  </a:lnTo>
                  <a:lnTo>
                    <a:pt x="1956" y="1778"/>
                  </a:lnTo>
                  <a:lnTo>
                    <a:pt x="1778" y="1601"/>
                  </a:lnTo>
                  <a:lnTo>
                    <a:pt x="889" y="1601"/>
                  </a:lnTo>
                  <a:lnTo>
                    <a:pt x="1245" y="1245"/>
                  </a:lnTo>
                  <a:lnTo>
                    <a:pt x="1600" y="1245"/>
                  </a:lnTo>
                  <a:lnTo>
                    <a:pt x="2134" y="711"/>
                  </a:lnTo>
                  <a:lnTo>
                    <a:pt x="2134" y="356"/>
                  </a:lnTo>
                  <a:lnTo>
                    <a:pt x="17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1" name="Google Shape;1661;p60"/>
            <p:cNvSpPr/>
            <p:nvPr/>
          </p:nvSpPr>
          <p:spPr>
            <a:xfrm>
              <a:off x="2709750" y="4248875"/>
              <a:ext cx="26700" cy="62275"/>
            </a:xfrm>
            <a:custGeom>
              <a:rect b="b" l="l" r="r" t="t"/>
              <a:pathLst>
                <a:path extrusionOk="0" h="2491" w="1068">
                  <a:moveTo>
                    <a:pt x="712" y="1"/>
                  </a:moveTo>
                  <a:lnTo>
                    <a:pt x="356" y="356"/>
                  </a:lnTo>
                  <a:lnTo>
                    <a:pt x="178" y="890"/>
                  </a:lnTo>
                  <a:lnTo>
                    <a:pt x="1" y="1068"/>
                  </a:lnTo>
                  <a:lnTo>
                    <a:pt x="178" y="1779"/>
                  </a:lnTo>
                  <a:lnTo>
                    <a:pt x="178" y="1957"/>
                  </a:lnTo>
                  <a:lnTo>
                    <a:pt x="356" y="2312"/>
                  </a:lnTo>
                  <a:lnTo>
                    <a:pt x="534" y="2490"/>
                  </a:lnTo>
                  <a:lnTo>
                    <a:pt x="534" y="2312"/>
                  </a:lnTo>
                  <a:lnTo>
                    <a:pt x="712" y="2312"/>
                  </a:lnTo>
                  <a:lnTo>
                    <a:pt x="712" y="2134"/>
                  </a:lnTo>
                  <a:lnTo>
                    <a:pt x="890" y="2134"/>
                  </a:lnTo>
                  <a:lnTo>
                    <a:pt x="1067" y="1601"/>
                  </a:lnTo>
                  <a:lnTo>
                    <a:pt x="890" y="712"/>
                  </a:lnTo>
                  <a:lnTo>
                    <a:pt x="1067" y="356"/>
                  </a:lnTo>
                  <a:lnTo>
                    <a:pt x="71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2" name="Google Shape;1662;p60"/>
            <p:cNvSpPr/>
            <p:nvPr/>
          </p:nvSpPr>
          <p:spPr>
            <a:xfrm>
              <a:off x="615975" y="2608525"/>
              <a:ext cx="26700" cy="44475"/>
            </a:xfrm>
            <a:custGeom>
              <a:rect b="b" l="l" r="r" t="t"/>
              <a:pathLst>
                <a:path extrusionOk="0" h="1779" w="1068">
                  <a:moveTo>
                    <a:pt x="1067" y="1"/>
                  </a:moveTo>
                  <a:lnTo>
                    <a:pt x="0" y="712"/>
                  </a:lnTo>
                  <a:lnTo>
                    <a:pt x="0" y="1068"/>
                  </a:lnTo>
                  <a:lnTo>
                    <a:pt x="178" y="1246"/>
                  </a:lnTo>
                  <a:lnTo>
                    <a:pt x="0" y="1601"/>
                  </a:lnTo>
                  <a:lnTo>
                    <a:pt x="178" y="1779"/>
                  </a:lnTo>
                  <a:lnTo>
                    <a:pt x="889" y="1068"/>
                  </a:lnTo>
                  <a:lnTo>
                    <a:pt x="889" y="890"/>
                  </a:lnTo>
                  <a:lnTo>
                    <a:pt x="889" y="534"/>
                  </a:lnTo>
                  <a:lnTo>
                    <a:pt x="1067"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3" name="Google Shape;1663;p60"/>
            <p:cNvSpPr/>
            <p:nvPr/>
          </p:nvSpPr>
          <p:spPr>
            <a:xfrm>
              <a:off x="1233875" y="3328675"/>
              <a:ext cx="4475" cy="4475"/>
            </a:xfrm>
            <a:custGeom>
              <a:rect b="b" l="l" r="r" t="t"/>
              <a:pathLst>
                <a:path extrusionOk="0" h="179" w="179">
                  <a:moveTo>
                    <a:pt x="1" y="1"/>
                  </a:moveTo>
                  <a:lnTo>
                    <a:pt x="179" y="179"/>
                  </a:lnTo>
                  <a:lnTo>
                    <a:pt x="179" y="1"/>
                  </a:lnTo>
                  <a:close/>
                </a:path>
              </a:pathLst>
            </a:custGeom>
            <a:solidFill>
              <a:srgbClr val="FDDAD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4" name="Google Shape;1664;p60"/>
            <p:cNvSpPr/>
            <p:nvPr/>
          </p:nvSpPr>
          <p:spPr>
            <a:xfrm>
              <a:off x="758225" y="2933050"/>
              <a:ext cx="4475" cy="4475"/>
            </a:xfrm>
            <a:custGeom>
              <a:rect b="b" l="l" r="r" t="t"/>
              <a:pathLst>
                <a:path extrusionOk="0" h="179" w="179">
                  <a:moveTo>
                    <a:pt x="0" y="0"/>
                  </a:moveTo>
                  <a:lnTo>
                    <a:pt x="0" y="0"/>
                  </a:lnTo>
                  <a:lnTo>
                    <a:pt x="178" y="178"/>
                  </a:lnTo>
                  <a:lnTo>
                    <a:pt x="0"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5" name="Google Shape;1665;p60"/>
            <p:cNvSpPr/>
            <p:nvPr/>
          </p:nvSpPr>
          <p:spPr>
            <a:xfrm>
              <a:off x="1362800" y="4355575"/>
              <a:ext cx="373425" cy="595700"/>
            </a:xfrm>
            <a:custGeom>
              <a:rect b="b" l="l" r="r" t="t"/>
              <a:pathLst>
                <a:path extrusionOk="0" h="23828" w="14937">
                  <a:moveTo>
                    <a:pt x="3379" y="0"/>
                  </a:moveTo>
                  <a:lnTo>
                    <a:pt x="2134" y="711"/>
                  </a:lnTo>
                  <a:lnTo>
                    <a:pt x="2490" y="2134"/>
                  </a:lnTo>
                  <a:lnTo>
                    <a:pt x="2490" y="2845"/>
                  </a:lnTo>
                  <a:lnTo>
                    <a:pt x="3023" y="3557"/>
                  </a:lnTo>
                  <a:lnTo>
                    <a:pt x="3023" y="3912"/>
                  </a:lnTo>
                  <a:lnTo>
                    <a:pt x="3379" y="4446"/>
                  </a:lnTo>
                  <a:lnTo>
                    <a:pt x="3557" y="4623"/>
                  </a:lnTo>
                  <a:lnTo>
                    <a:pt x="3379" y="5335"/>
                  </a:lnTo>
                  <a:lnTo>
                    <a:pt x="3201" y="5513"/>
                  </a:lnTo>
                  <a:lnTo>
                    <a:pt x="3201" y="6046"/>
                  </a:lnTo>
                  <a:lnTo>
                    <a:pt x="3023" y="6402"/>
                  </a:lnTo>
                  <a:lnTo>
                    <a:pt x="3023" y="7113"/>
                  </a:lnTo>
                  <a:lnTo>
                    <a:pt x="2845" y="10136"/>
                  </a:lnTo>
                  <a:lnTo>
                    <a:pt x="1245" y="11914"/>
                  </a:lnTo>
                  <a:lnTo>
                    <a:pt x="534" y="12981"/>
                  </a:lnTo>
                  <a:lnTo>
                    <a:pt x="178" y="13692"/>
                  </a:lnTo>
                  <a:lnTo>
                    <a:pt x="0" y="13692"/>
                  </a:lnTo>
                  <a:lnTo>
                    <a:pt x="178" y="14759"/>
                  </a:lnTo>
                  <a:lnTo>
                    <a:pt x="889" y="15648"/>
                  </a:lnTo>
                  <a:lnTo>
                    <a:pt x="1423" y="15648"/>
                  </a:lnTo>
                  <a:lnTo>
                    <a:pt x="1601" y="16181"/>
                  </a:lnTo>
                  <a:lnTo>
                    <a:pt x="1956" y="16359"/>
                  </a:lnTo>
                  <a:lnTo>
                    <a:pt x="1956" y="16893"/>
                  </a:lnTo>
                  <a:lnTo>
                    <a:pt x="2312" y="17604"/>
                  </a:lnTo>
                  <a:lnTo>
                    <a:pt x="2312" y="18137"/>
                  </a:lnTo>
                  <a:lnTo>
                    <a:pt x="2134" y="18671"/>
                  </a:lnTo>
                  <a:lnTo>
                    <a:pt x="2312" y="19204"/>
                  </a:lnTo>
                  <a:lnTo>
                    <a:pt x="2312" y="19382"/>
                  </a:lnTo>
                  <a:lnTo>
                    <a:pt x="3023" y="20093"/>
                  </a:lnTo>
                  <a:lnTo>
                    <a:pt x="2845" y="20449"/>
                  </a:lnTo>
                  <a:lnTo>
                    <a:pt x="1067" y="20449"/>
                  </a:lnTo>
                  <a:lnTo>
                    <a:pt x="712" y="20805"/>
                  </a:lnTo>
                  <a:lnTo>
                    <a:pt x="1601" y="21694"/>
                  </a:lnTo>
                  <a:lnTo>
                    <a:pt x="1601" y="21872"/>
                  </a:lnTo>
                  <a:lnTo>
                    <a:pt x="2312" y="22227"/>
                  </a:lnTo>
                  <a:lnTo>
                    <a:pt x="2490" y="22405"/>
                  </a:lnTo>
                  <a:lnTo>
                    <a:pt x="2490" y="22583"/>
                  </a:lnTo>
                  <a:lnTo>
                    <a:pt x="2668" y="23116"/>
                  </a:lnTo>
                  <a:lnTo>
                    <a:pt x="3023" y="23472"/>
                  </a:lnTo>
                  <a:lnTo>
                    <a:pt x="2845" y="23827"/>
                  </a:lnTo>
                  <a:lnTo>
                    <a:pt x="3379" y="23827"/>
                  </a:lnTo>
                  <a:lnTo>
                    <a:pt x="3912" y="23650"/>
                  </a:lnTo>
                  <a:lnTo>
                    <a:pt x="4446" y="23294"/>
                  </a:lnTo>
                  <a:lnTo>
                    <a:pt x="4801" y="23827"/>
                  </a:lnTo>
                  <a:lnTo>
                    <a:pt x="5868" y="23116"/>
                  </a:lnTo>
                  <a:lnTo>
                    <a:pt x="7113" y="23116"/>
                  </a:lnTo>
                  <a:lnTo>
                    <a:pt x="7646" y="22583"/>
                  </a:lnTo>
                  <a:lnTo>
                    <a:pt x="7646" y="22405"/>
                  </a:lnTo>
                  <a:lnTo>
                    <a:pt x="7824" y="22227"/>
                  </a:lnTo>
                  <a:lnTo>
                    <a:pt x="7646" y="21872"/>
                  </a:lnTo>
                  <a:lnTo>
                    <a:pt x="7646" y="21694"/>
                  </a:lnTo>
                  <a:lnTo>
                    <a:pt x="8713" y="21694"/>
                  </a:lnTo>
                  <a:lnTo>
                    <a:pt x="9425" y="21516"/>
                  </a:lnTo>
                  <a:lnTo>
                    <a:pt x="9780" y="21516"/>
                  </a:lnTo>
                  <a:lnTo>
                    <a:pt x="9780" y="21338"/>
                  </a:lnTo>
                  <a:lnTo>
                    <a:pt x="10492" y="20982"/>
                  </a:lnTo>
                  <a:lnTo>
                    <a:pt x="10669" y="20627"/>
                  </a:lnTo>
                  <a:lnTo>
                    <a:pt x="10669" y="20449"/>
                  </a:lnTo>
                  <a:lnTo>
                    <a:pt x="11203" y="20271"/>
                  </a:lnTo>
                  <a:lnTo>
                    <a:pt x="11381" y="19916"/>
                  </a:lnTo>
                  <a:lnTo>
                    <a:pt x="11736" y="19738"/>
                  </a:lnTo>
                  <a:lnTo>
                    <a:pt x="11736" y="19204"/>
                  </a:lnTo>
                  <a:lnTo>
                    <a:pt x="11914" y="19026"/>
                  </a:lnTo>
                  <a:lnTo>
                    <a:pt x="12803" y="18671"/>
                  </a:lnTo>
                  <a:lnTo>
                    <a:pt x="13337" y="18849"/>
                  </a:lnTo>
                  <a:lnTo>
                    <a:pt x="13514" y="18493"/>
                  </a:lnTo>
                  <a:lnTo>
                    <a:pt x="12981" y="17960"/>
                  </a:lnTo>
                  <a:lnTo>
                    <a:pt x="12981" y="17426"/>
                  </a:lnTo>
                  <a:lnTo>
                    <a:pt x="12803" y="17248"/>
                  </a:lnTo>
                  <a:lnTo>
                    <a:pt x="12625" y="16537"/>
                  </a:lnTo>
                  <a:lnTo>
                    <a:pt x="12448" y="16359"/>
                  </a:lnTo>
                  <a:lnTo>
                    <a:pt x="12092" y="16537"/>
                  </a:lnTo>
                  <a:lnTo>
                    <a:pt x="11914" y="16004"/>
                  </a:lnTo>
                  <a:lnTo>
                    <a:pt x="12092" y="15648"/>
                  </a:lnTo>
                  <a:lnTo>
                    <a:pt x="12448" y="15292"/>
                  </a:lnTo>
                  <a:lnTo>
                    <a:pt x="12448" y="15115"/>
                  </a:lnTo>
                  <a:lnTo>
                    <a:pt x="12270" y="14581"/>
                  </a:lnTo>
                  <a:lnTo>
                    <a:pt x="12803" y="14048"/>
                  </a:lnTo>
                  <a:lnTo>
                    <a:pt x="12625" y="13514"/>
                  </a:lnTo>
                  <a:lnTo>
                    <a:pt x="13159" y="13159"/>
                  </a:lnTo>
                  <a:lnTo>
                    <a:pt x="13159" y="12981"/>
                  </a:lnTo>
                  <a:lnTo>
                    <a:pt x="13514" y="12447"/>
                  </a:lnTo>
                  <a:lnTo>
                    <a:pt x="13514" y="11914"/>
                  </a:lnTo>
                  <a:lnTo>
                    <a:pt x="13692" y="11736"/>
                  </a:lnTo>
                  <a:lnTo>
                    <a:pt x="14937" y="11736"/>
                  </a:lnTo>
                  <a:lnTo>
                    <a:pt x="14937" y="6046"/>
                  </a:lnTo>
                  <a:lnTo>
                    <a:pt x="14759" y="6046"/>
                  </a:lnTo>
                  <a:lnTo>
                    <a:pt x="14226" y="5690"/>
                  </a:lnTo>
                  <a:lnTo>
                    <a:pt x="14048" y="5690"/>
                  </a:lnTo>
                  <a:lnTo>
                    <a:pt x="13337" y="5335"/>
                  </a:lnTo>
                  <a:lnTo>
                    <a:pt x="12092" y="4623"/>
                  </a:lnTo>
                  <a:lnTo>
                    <a:pt x="9780" y="3379"/>
                  </a:lnTo>
                  <a:lnTo>
                    <a:pt x="8536" y="2667"/>
                  </a:lnTo>
                  <a:lnTo>
                    <a:pt x="33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6" name="Google Shape;1666;p60"/>
            <p:cNvSpPr/>
            <p:nvPr/>
          </p:nvSpPr>
          <p:spPr>
            <a:xfrm>
              <a:off x="820450" y="3088625"/>
              <a:ext cx="8925" cy="8925"/>
            </a:xfrm>
            <a:custGeom>
              <a:rect b="b" l="l" r="r" t="t"/>
              <a:pathLst>
                <a:path extrusionOk="0" h="357" w="357">
                  <a:moveTo>
                    <a:pt x="179" y="1"/>
                  </a:moveTo>
                  <a:lnTo>
                    <a:pt x="1" y="179"/>
                  </a:lnTo>
                  <a:lnTo>
                    <a:pt x="179" y="357"/>
                  </a:lnTo>
                  <a:lnTo>
                    <a:pt x="357" y="179"/>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7" name="Google Shape;1667;p60"/>
            <p:cNvSpPr/>
            <p:nvPr/>
          </p:nvSpPr>
          <p:spPr>
            <a:xfrm>
              <a:off x="1460600" y="3213100"/>
              <a:ext cx="235625" cy="146725"/>
            </a:xfrm>
            <a:custGeom>
              <a:rect b="b" l="l" r="r" t="t"/>
              <a:pathLst>
                <a:path extrusionOk="0" h="5869" w="9425">
                  <a:moveTo>
                    <a:pt x="6224" y="1"/>
                  </a:moveTo>
                  <a:lnTo>
                    <a:pt x="6046" y="179"/>
                  </a:lnTo>
                  <a:lnTo>
                    <a:pt x="5868" y="534"/>
                  </a:lnTo>
                  <a:lnTo>
                    <a:pt x="5513" y="890"/>
                  </a:lnTo>
                  <a:lnTo>
                    <a:pt x="5157" y="890"/>
                  </a:lnTo>
                  <a:lnTo>
                    <a:pt x="4979" y="712"/>
                  </a:lnTo>
                  <a:lnTo>
                    <a:pt x="4624" y="1068"/>
                  </a:lnTo>
                  <a:lnTo>
                    <a:pt x="3912" y="1068"/>
                  </a:lnTo>
                  <a:lnTo>
                    <a:pt x="3734" y="1245"/>
                  </a:lnTo>
                  <a:lnTo>
                    <a:pt x="3734" y="1601"/>
                  </a:lnTo>
                  <a:lnTo>
                    <a:pt x="3023" y="1779"/>
                  </a:lnTo>
                  <a:lnTo>
                    <a:pt x="1956" y="1779"/>
                  </a:lnTo>
                  <a:lnTo>
                    <a:pt x="1423" y="1245"/>
                  </a:lnTo>
                  <a:lnTo>
                    <a:pt x="1245" y="1779"/>
                  </a:lnTo>
                  <a:lnTo>
                    <a:pt x="889" y="1957"/>
                  </a:lnTo>
                  <a:lnTo>
                    <a:pt x="534" y="1779"/>
                  </a:lnTo>
                  <a:lnTo>
                    <a:pt x="356" y="1779"/>
                  </a:lnTo>
                  <a:lnTo>
                    <a:pt x="712" y="1957"/>
                  </a:lnTo>
                  <a:lnTo>
                    <a:pt x="534" y="2490"/>
                  </a:lnTo>
                  <a:lnTo>
                    <a:pt x="356" y="2668"/>
                  </a:lnTo>
                  <a:lnTo>
                    <a:pt x="356" y="3379"/>
                  </a:lnTo>
                  <a:lnTo>
                    <a:pt x="0" y="3379"/>
                  </a:lnTo>
                  <a:lnTo>
                    <a:pt x="178" y="3557"/>
                  </a:lnTo>
                  <a:lnTo>
                    <a:pt x="178" y="3735"/>
                  </a:lnTo>
                  <a:lnTo>
                    <a:pt x="534" y="4268"/>
                  </a:lnTo>
                  <a:lnTo>
                    <a:pt x="889" y="4624"/>
                  </a:lnTo>
                  <a:lnTo>
                    <a:pt x="1423" y="4980"/>
                  </a:lnTo>
                  <a:lnTo>
                    <a:pt x="1601" y="5335"/>
                  </a:lnTo>
                  <a:lnTo>
                    <a:pt x="1956" y="5335"/>
                  </a:lnTo>
                  <a:lnTo>
                    <a:pt x="2134" y="5513"/>
                  </a:lnTo>
                  <a:lnTo>
                    <a:pt x="2490" y="5691"/>
                  </a:lnTo>
                  <a:lnTo>
                    <a:pt x="3023" y="5869"/>
                  </a:lnTo>
                  <a:lnTo>
                    <a:pt x="3379" y="5513"/>
                  </a:lnTo>
                  <a:lnTo>
                    <a:pt x="3734" y="5513"/>
                  </a:lnTo>
                  <a:lnTo>
                    <a:pt x="3912" y="5335"/>
                  </a:lnTo>
                  <a:lnTo>
                    <a:pt x="3912" y="5157"/>
                  </a:lnTo>
                  <a:lnTo>
                    <a:pt x="4268" y="5335"/>
                  </a:lnTo>
                  <a:lnTo>
                    <a:pt x="4801" y="4802"/>
                  </a:lnTo>
                  <a:lnTo>
                    <a:pt x="5335" y="4980"/>
                  </a:lnTo>
                  <a:lnTo>
                    <a:pt x="6224" y="4980"/>
                  </a:lnTo>
                  <a:lnTo>
                    <a:pt x="6402" y="4624"/>
                  </a:lnTo>
                  <a:lnTo>
                    <a:pt x="6757" y="4802"/>
                  </a:lnTo>
                  <a:lnTo>
                    <a:pt x="7113" y="4446"/>
                  </a:lnTo>
                  <a:lnTo>
                    <a:pt x="7113" y="4090"/>
                  </a:lnTo>
                  <a:lnTo>
                    <a:pt x="7291" y="3913"/>
                  </a:lnTo>
                  <a:lnTo>
                    <a:pt x="7646" y="3201"/>
                  </a:lnTo>
                  <a:lnTo>
                    <a:pt x="8180" y="2312"/>
                  </a:lnTo>
                  <a:lnTo>
                    <a:pt x="8180" y="2135"/>
                  </a:lnTo>
                  <a:lnTo>
                    <a:pt x="8891" y="1423"/>
                  </a:lnTo>
                  <a:lnTo>
                    <a:pt x="9069" y="1423"/>
                  </a:lnTo>
                  <a:lnTo>
                    <a:pt x="9425" y="1068"/>
                  </a:lnTo>
                  <a:lnTo>
                    <a:pt x="9069" y="890"/>
                  </a:lnTo>
                  <a:lnTo>
                    <a:pt x="8891" y="712"/>
                  </a:lnTo>
                  <a:lnTo>
                    <a:pt x="8358" y="356"/>
                  </a:lnTo>
                  <a:lnTo>
                    <a:pt x="7824" y="356"/>
                  </a:lnTo>
                  <a:lnTo>
                    <a:pt x="7646" y="179"/>
                  </a:lnTo>
                  <a:lnTo>
                    <a:pt x="7469" y="1"/>
                  </a:lnTo>
                  <a:lnTo>
                    <a:pt x="7113" y="179"/>
                  </a:lnTo>
                  <a:lnTo>
                    <a:pt x="6402"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8" name="Google Shape;1668;p60"/>
            <p:cNvSpPr/>
            <p:nvPr/>
          </p:nvSpPr>
          <p:spPr>
            <a:xfrm>
              <a:off x="1638400" y="2239575"/>
              <a:ext cx="4475" cy="13350"/>
            </a:xfrm>
            <a:custGeom>
              <a:rect b="b" l="l" r="r" t="t"/>
              <a:pathLst>
                <a:path extrusionOk="0" h="534" w="179">
                  <a:moveTo>
                    <a:pt x="179" y="0"/>
                  </a:moveTo>
                  <a:lnTo>
                    <a:pt x="1" y="178"/>
                  </a:lnTo>
                  <a:lnTo>
                    <a:pt x="179" y="534"/>
                  </a:lnTo>
                  <a:lnTo>
                    <a:pt x="179" y="356"/>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69" name="Google Shape;1669;p60"/>
            <p:cNvSpPr/>
            <p:nvPr/>
          </p:nvSpPr>
          <p:spPr>
            <a:xfrm>
              <a:off x="1687300" y="2052850"/>
              <a:ext cx="4475" cy="4475"/>
            </a:xfrm>
            <a:custGeom>
              <a:rect b="b" l="l" r="r" t="t"/>
              <a:pathLst>
                <a:path extrusionOk="0" h="179" w="179">
                  <a:moveTo>
                    <a:pt x="179" y="1"/>
                  </a:moveTo>
                  <a:lnTo>
                    <a:pt x="1" y="179"/>
                  </a:lnTo>
                  <a:lnTo>
                    <a:pt x="179" y="179"/>
                  </a:lnTo>
                  <a:lnTo>
                    <a:pt x="179"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0" name="Google Shape;1670;p60"/>
            <p:cNvSpPr/>
            <p:nvPr/>
          </p:nvSpPr>
          <p:spPr>
            <a:xfrm>
              <a:off x="1878475" y="3622075"/>
              <a:ext cx="4450" cy="4475"/>
            </a:xfrm>
            <a:custGeom>
              <a:rect b="b" l="l" r="r" t="t"/>
              <a:pathLst>
                <a:path extrusionOk="0" h="179" w="178">
                  <a:moveTo>
                    <a:pt x="0" y="1"/>
                  </a:moveTo>
                  <a:lnTo>
                    <a:pt x="0" y="179"/>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1" name="Google Shape;1671;p60"/>
            <p:cNvSpPr/>
            <p:nvPr/>
          </p:nvSpPr>
          <p:spPr>
            <a:xfrm>
              <a:off x="1167200" y="2661875"/>
              <a:ext cx="97825" cy="182300"/>
            </a:xfrm>
            <a:custGeom>
              <a:rect b="b" l="l" r="r" t="t"/>
              <a:pathLst>
                <a:path extrusionOk="0" h="7292" w="3913">
                  <a:moveTo>
                    <a:pt x="3201" y="1"/>
                  </a:moveTo>
                  <a:lnTo>
                    <a:pt x="2668" y="178"/>
                  </a:lnTo>
                  <a:lnTo>
                    <a:pt x="1779" y="1245"/>
                  </a:lnTo>
                  <a:lnTo>
                    <a:pt x="712" y="1423"/>
                  </a:lnTo>
                  <a:lnTo>
                    <a:pt x="178" y="2134"/>
                  </a:lnTo>
                  <a:lnTo>
                    <a:pt x="356" y="2312"/>
                  </a:lnTo>
                  <a:lnTo>
                    <a:pt x="534" y="2312"/>
                  </a:lnTo>
                  <a:lnTo>
                    <a:pt x="712" y="2134"/>
                  </a:lnTo>
                  <a:lnTo>
                    <a:pt x="712" y="2312"/>
                  </a:lnTo>
                  <a:lnTo>
                    <a:pt x="890" y="2134"/>
                  </a:lnTo>
                  <a:lnTo>
                    <a:pt x="1067" y="1601"/>
                  </a:lnTo>
                  <a:lnTo>
                    <a:pt x="1601" y="1601"/>
                  </a:lnTo>
                  <a:lnTo>
                    <a:pt x="1601" y="2134"/>
                  </a:lnTo>
                  <a:lnTo>
                    <a:pt x="1779" y="2668"/>
                  </a:lnTo>
                  <a:lnTo>
                    <a:pt x="1245" y="2846"/>
                  </a:lnTo>
                  <a:lnTo>
                    <a:pt x="1245" y="2490"/>
                  </a:lnTo>
                  <a:lnTo>
                    <a:pt x="1245" y="2312"/>
                  </a:lnTo>
                  <a:lnTo>
                    <a:pt x="890" y="2668"/>
                  </a:lnTo>
                  <a:lnTo>
                    <a:pt x="890" y="3023"/>
                  </a:lnTo>
                  <a:lnTo>
                    <a:pt x="712" y="3201"/>
                  </a:lnTo>
                  <a:lnTo>
                    <a:pt x="178" y="2668"/>
                  </a:lnTo>
                  <a:lnTo>
                    <a:pt x="1" y="2846"/>
                  </a:lnTo>
                  <a:lnTo>
                    <a:pt x="178" y="3201"/>
                  </a:lnTo>
                  <a:lnTo>
                    <a:pt x="1" y="3735"/>
                  </a:lnTo>
                  <a:lnTo>
                    <a:pt x="356" y="4624"/>
                  </a:lnTo>
                  <a:lnTo>
                    <a:pt x="178" y="4802"/>
                  </a:lnTo>
                  <a:lnTo>
                    <a:pt x="1" y="5157"/>
                  </a:lnTo>
                  <a:lnTo>
                    <a:pt x="356" y="5869"/>
                  </a:lnTo>
                  <a:lnTo>
                    <a:pt x="534" y="5691"/>
                  </a:lnTo>
                  <a:lnTo>
                    <a:pt x="712" y="5869"/>
                  </a:lnTo>
                  <a:lnTo>
                    <a:pt x="712" y="6224"/>
                  </a:lnTo>
                  <a:lnTo>
                    <a:pt x="712" y="6758"/>
                  </a:lnTo>
                  <a:lnTo>
                    <a:pt x="712" y="6935"/>
                  </a:lnTo>
                  <a:lnTo>
                    <a:pt x="1245" y="7113"/>
                  </a:lnTo>
                  <a:lnTo>
                    <a:pt x="1423" y="7113"/>
                  </a:lnTo>
                  <a:lnTo>
                    <a:pt x="1601" y="7291"/>
                  </a:lnTo>
                  <a:lnTo>
                    <a:pt x="1779" y="7113"/>
                  </a:lnTo>
                  <a:lnTo>
                    <a:pt x="1956" y="6935"/>
                  </a:lnTo>
                  <a:lnTo>
                    <a:pt x="1956" y="7113"/>
                  </a:lnTo>
                  <a:lnTo>
                    <a:pt x="2668" y="7113"/>
                  </a:lnTo>
                  <a:lnTo>
                    <a:pt x="2490" y="6935"/>
                  </a:lnTo>
                  <a:lnTo>
                    <a:pt x="2312" y="6758"/>
                  </a:lnTo>
                  <a:lnTo>
                    <a:pt x="1956" y="6758"/>
                  </a:lnTo>
                  <a:lnTo>
                    <a:pt x="1956" y="6402"/>
                  </a:lnTo>
                  <a:lnTo>
                    <a:pt x="2134" y="6046"/>
                  </a:lnTo>
                  <a:lnTo>
                    <a:pt x="1956" y="5691"/>
                  </a:lnTo>
                  <a:lnTo>
                    <a:pt x="2312" y="5335"/>
                  </a:lnTo>
                  <a:lnTo>
                    <a:pt x="1956" y="4979"/>
                  </a:lnTo>
                  <a:lnTo>
                    <a:pt x="2490" y="4979"/>
                  </a:lnTo>
                  <a:lnTo>
                    <a:pt x="2490" y="4624"/>
                  </a:lnTo>
                  <a:lnTo>
                    <a:pt x="2846" y="4446"/>
                  </a:lnTo>
                  <a:lnTo>
                    <a:pt x="3023" y="3735"/>
                  </a:lnTo>
                  <a:lnTo>
                    <a:pt x="3379" y="3379"/>
                  </a:lnTo>
                  <a:lnTo>
                    <a:pt x="3379" y="3735"/>
                  </a:lnTo>
                  <a:lnTo>
                    <a:pt x="3557" y="3735"/>
                  </a:lnTo>
                  <a:lnTo>
                    <a:pt x="3912" y="3201"/>
                  </a:lnTo>
                  <a:lnTo>
                    <a:pt x="3735" y="3023"/>
                  </a:lnTo>
                  <a:lnTo>
                    <a:pt x="3201" y="3023"/>
                  </a:lnTo>
                  <a:lnTo>
                    <a:pt x="3023" y="2668"/>
                  </a:lnTo>
                  <a:lnTo>
                    <a:pt x="2668" y="2668"/>
                  </a:lnTo>
                  <a:lnTo>
                    <a:pt x="3023" y="2312"/>
                  </a:lnTo>
                  <a:lnTo>
                    <a:pt x="3023" y="1779"/>
                  </a:lnTo>
                  <a:lnTo>
                    <a:pt x="3379" y="890"/>
                  </a:lnTo>
                  <a:lnTo>
                    <a:pt x="3201" y="1"/>
                  </a:lnTo>
                  <a:close/>
                </a:path>
              </a:pathLst>
            </a:custGeom>
            <a:solidFill>
              <a:srgbClr val="F8485E"/>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2" name="Google Shape;1672;p60"/>
            <p:cNvSpPr/>
            <p:nvPr/>
          </p:nvSpPr>
          <p:spPr>
            <a:xfrm>
              <a:off x="1482825" y="3155325"/>
              <a:ext cx="204500" cy="97825"/>
            </a:xfrm>
            <a:custGeom>
              <a:rect b="b" l="l" r="r" t="t"/>
              <a:pathLst>
                <a:path extrusionOk="0" h="3913" w="8180">
                  <a:moveTo>
                    <a:pt x="3735" y="0"/>
                  </a:moveTo>
                  <a:lnTo>
                    <a:pt x="3379" y="356"/>
                  </a:lnTo>
                  <a:lnTo>
                    <a:pt x="3023" y="356"/>
                  </a:lnTo>
                  <a:lnTo>
                    <a:pt x="2845" y="178"/>
                  </a:lnTo>
                  <a:lnTo>
                    <a:pt x="2490" y="178"/>
                  </a:lnTo>
                  <a:lnTo>
                    <a:pt x="2312" y="534"/>
                  </a:lnTo>
                  <a:lnTo>
                    <a:pt x="2134" y="711"/>
                  </a:lnTo>
                  <a:lnTo>
                    <a:pt x="1956" y="711"/>
                  </a:lnTo>
                  <a:lnTo>
                    <a:pt x="1779" y="1245"/>
                  </a:lnTo>
                  <a:lnTo>
                    <a:pt x="1245" y="1600"/>
                  </a:lnTo>
                  <a:lnTo>
                    <a:pt x="890" y="1778"/>
                  </a:lnTo>
                  <a:lnTo>
                    <a:pt x="534" y="1600"/>
                  </a:lnTo>
                  <a:lnTo>
                    <a:pt x="178" y="2134"/>
                  </a:lnTo>
                  <a:lnTo>
                    <a:pt x="178" y="2312"/>
                  </a:lnTo>
                  <a:lnTo>
                    <a:pt x="0" y="2490"/>
                  </a:lnTo>
                  <a:lnTo>
                    <a:pt x="178" y="3023"/>
                  </a:lnTo>
                  <a:lnTo>
                    <a:pt x="356" y="3023"/>
                  </a:lnTo>
                  <a:lnTo>
                    <a:pt x="534" y="3379"/>
                  </a:lnTo>
                  <a:lnTo>
                    <a:pt x="1245" y="3912"/>
                  </a:lnTo>
                  <a:lnTo>
                    <a:pt x="2134" y="3912"/>
                  </a:lnTo>
                  <a:lnTo>
                    <a:pt x="2668" y="3734"/>
                  </a:lnTo>
                  <a:lnTo>
                    <a:pt x="2668" y="3379"/>
                  </a:lnTo>
                  <a:lnTo>
                    <a:pt x="2845" y="3201"/>
                  </a:lnTo>
                  <a:lnTo>
                    <a:pt x="3557" y="3201"/>
                  </a:lnTo>
                  <a:lnTo>
                    <a:pt x="3912" y="2845"/>
                  </a:lnTo>
                  <a:lnTo>
                    <a:pt x="4446" y="3023"/>
                  </a:lnTo>
                  <a:lnTo>
                    <a:pt x="4801" y="2667"/>
                  </a:lnTo>
                  <a:lnTo>
                    <a:pt x="4979" y="2312"/>
                  </a:lnTo>
                  <a:lnTo>
                    <a:pt x="5157" y="2134"/>
                  </a:lnTo>
                  <a:lnTo>
                    <a:pt x="5691" y="2134"/>
                  </a:lnTo>
                  <a:lnTo>
                    <a:pt x="6046" y="2312"/>
                  </a:lnTo>
                  <a:lnTo>
                    <a:pt x="6580" y="2134"/>
                  </a:lnTo>
                  <a:lnTo>
                    <a:pt x="6935" y="2312"/>
                  </a:lnTo>
                  <a:lnTo>
                    <a:pt x="7113" y="2490"/>
                  </a:lnTo>
                  <a:lnTo>
                    <a:pt x="7469" y="2490"/>
                  </a:lnTo>
                  <a:lnTo>
                    <a:pt x="7469" y="2134"/>
                  </a:lnTo>
                  <a:lnTo>
                    <a:pt x="7824" y="1778"/>
                  </a:lnTo>
                  <a:lnTo>
                    <a:pt x="7824" y="1423"/>
                  </a:lnTo>
                  <a:lnTo>
                    <a:pt x="8180" y="1067"/>
                  </a:lnTo>
                  <a:lnTo>
                    <a:pt x="7469" y="889"/>
                  </a:lnTo>
                  <a:lnTo>
                    <a:pt x="7113" y="534"/>
                  </a:lnTo>
                  <a:lnTo>
                    <a:pt x="6402" y="356"/>
                  </a:lnTo>
                  <a:lnTo>
                    <a:pt x="6224" y="356"/>
                  </a:lnTo>
                  <a:lnTo>
                    <a:pt x="5868" y="711"/>
                  </a:lnTo>
                  <a:lnTo>
                    <a:pt x="5513" y="356"/>
                  </a:lnTo>
                  <a:lnTo>
                    <a:pt x="5335" y="534"/>
                  </a:lnTo>
                  <a:lnTo>
                    <a:pt x="4979" y="356"/>
                  </a:lnTo>
                  <a:lnTo>
                    <a:pt x="4801" y="534"/>
                  </a:lnTo>
                  <a:lnTo>
                    <a:pt x="4624" y="889"/>
                  </a:lnTo>
                  <a:lnTo>
                    <a:pt x="4090" y="889"/>
                  </a:lnTo>
                  <a:lnTo>
                    <a:pt x="4090" y="534"/>
                  </a:lnTo>
                  <a:lnTo>
                    <a:pt x="3735"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3" name="Google Shape;1673;p60"/>
            <p:cNvSpPr/>
            <p:nvPr/>
          </p:nvSpPr>
          <p:spPr>
            <a:xfrm>
              <a:off x="704875" y="2933050"/>
              <a:ext cx="13375" cy="13350"/>
            </a:xfrm>
            <a:custGeom>
              <a:rect b="b" l="l" r="r" t="t"/>
              <a:pathLst>
                <a:path extrusionOk="0" h="534" w="535">
                  <a:moveTo>
                    <a:pt x="178" y="0"/>
                  </a:moveTo>
                  <a:lnTo>
                    <a:pt x="1" y="178"/>
                  </a:lnTo>
                  <a:lnTo>
                    <a:pt x="356" y="534"/>
                  </a:lnTo>
                  <a:lnTo>
                    <a:pt x="534" y="356"/>
                  </a:lnTo>
                  <a:lnTo>
                    <a:pt x="178"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4" name="Google Shape;1674;p60"/>
            <p:cNvSpPr/>
            <p:nvPr/>
          </p:nvSpPr>
          <p:spPr>
            <a:xfrm>
              <a:off x="700425" y="2875250"/>
              <a:ext cx="13375" cy="13375"/>
            </a:xfrm>
            <a:custGeom>
              <a:rect b="b" l="l" r="r" t="t"/>
              <a:pathLst>
                <a:path extrusionOk="0" h="535" w="535">
                  <a:moveTo>
                    <a:pt x="356" y="1"/>
                  </a:moveTo>
                  <a:lnTo>
                    <a:pt x="1" y="356"/>
                  </a:lnTo>
                  <a:lnTo>
                    <a:pt x="1" y="534"/>
                  </a:lnTo>
                  <a:lnTo>
                    <a:pt x="356" y="356"/>
                  </a:lnTo>
                  <a:lnTo>
                    <a:pt x="534" y="179"/>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5" name="Google Shape;1675;p60"/>
            <p:cNvSpPr/>
            <p:nvPr/>
          </p:nvSpPr>
          <p:spPr>
            <a:xfrm>
              <a:off x="664875" y="2857475"/>
              <a:ext cx="4475" cy="4475"/>
            </a:xfrm>
            <a:custGeom>
              <a:rect b="b" l="l" r="r" t="t"/>
              <a:pathLst>
                <a:path extrusionOk="0" h="179" w="179">
                  <a:moveTo>
                    <a:pt x="0" y="1"/>
                  </a:moveTo>
                  <a:lnTo>
                    <a:pt x="178"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6" name="Google Shape;1676;p60"/>
            <p:cNvSpPr/>
            <p:nvPr/>
          </p:nvSpPr>
          <p:spPr>
            <a:xfrm>
              <a:off x="2194075" y="4564500"/>
              <a:ext cx="235650" cy="208950"/>
            </a:xfrm>
            <a:custGeom>
              <a:rect b="b" l="l" r="r" t="t"/>
              <a:pathLst>
                <a:path extrusionOk="0" h="8358" w="9426">
                  <a:moveTo>
                    <a:pt x="2846" y="1"/>
                  </a:moveTo>
                  <a:lnTo>
                    <a:pt x="2490" y="712"/>
                  </a:lnTo>
                  <a:lnTo>
                    <a:pt x="1957" y="890"/>
                  </a:lnTo>
                  <a:lnTo>
                    <a:pt x="1779" y="1067"/>
                  </a:lnTo>
                  <a:lnTo>
                    <a:pt x="1601" y="1067"/>
                  </a:lnTo>
                  <a:lnTo>
                    <a:pt x="1246" y="1423"/>
                  </a:lnTo>
                  <a:lnTo>
                    <a:pt x="712" y="1423"/>
                  </a:lnTo>
                  <a:lnTo>
                    <a:pt x="712" y="1957"/>
                  </a:lnTo>
                  <a:lnTo>
                    <a:pt x="534" y="2134"/>
                  </a:lnTo>
                  <a:lnTo>
                    <a:pt x="712" y="2490"/>
                  </a:lnTo>
                  <a:lnTo>
                    <a:pt x="534" y="3201"/>
                  </a:lnTo>
                  <a:lnTo>
                    <a:pt x="179" y="4090"/>
                  </a:lnTo>
                  <a:lnTo>
                    <a:pt x="1" y="4446"/>
                  </a:lnTo>
                  <a:lnTo>
                    <a:pt x="1" y="5335"/>
                  </a:lnTo>
                  <a:lnTo>
                    <a:pt x="179" y="5513"/>
                  </a:lnTo>
                  <a:lnTo>
                    <a:pt x="534" y="5513"/>
                  </a:lnTo>
                  <a:lnTo>
                    <a:pt x="1068" y="5335"/>
                  </a:lnTo>
                  <a:lnTo>
                    <a:pt x="1246" y="5513"/>
                  </a:lnTo>
                  <a:lnTo>
                    <a:pt x="1957" y="4624"/>
                  </a:lnTo>
                  <a:lnTo>
                    <a:pt x="2846" y="5335"/>
                  </a:lnTo>
                  <a:lnTo>
                    <a:pt x="3202" y="5157"/>
                  </a:lnTo>
                  <a:lnTo>
                    <a:pt x="3735" y="4979"/>
                  </a:lnTo>
                  <a:lnTo>
                    <a:pt x="4091" y="5157"/>
                  </a:lnTo>
                  <a:lnTo>
                    <a:pt x="4446" y="4979"/>
                  </a:lnTo>
                  <a:lnTo>
                    <a:pt x="4802" y="5335"/>
                  </a:lnTo>
                  <a:lnTo>
                    <a:pt x="4980" y="5157"/>
                  </a:lnTo>
                  <a:lnTo>
                    <a:pt x="5513" y="5335"/>
                  </a:lnTo>
                  <a:lnTo>
                    <a:pt x="6402" y="5691"/>
                  </a:lnTo>
                  <a:lnTo>
                    <a:pt x="6936" y="6580"/>
                  </a:lnTo>
                  <a:lnTo>
                    <a:pt x="7469" y="6935"/>
                  </a:lnTo>
                  <a:lnTo>
                    <a:pt x="8003" y="7647"/>
                  </a:lnTo>
                  <a:lnTo>
                    <a:pt x="8358" y="7824"/>
                  </a:lnTo>
                  <a:lnTo>
                    <a:pt x="8536" y="8180"/>
                  </a:lnTo>
                  <a:lnTo>
                    <a:pt x="8714" y="8180"/>
                  </a:lnTo>
                  <a:lnTo>
                    <a:pt x="8892" y="8358"/>
                  </a:lnTo>
                  <a:lnTo>
                    <a:pt x="9070" y="8002"/>
                  </a:lnTo>
                  <a:lnTo>
                    <a:pt x="9425" y="7824"/>
                  </a:lnTo>
                  <a:lnTo>
                    <a:pt x="9070" y="7824"/>
                  </a:lnTo>
                  <a:lnTo>
                    <a:pt x="9070" y="7647"/>
                  </a:lnTo>
                  <a:lnTo>
                    <a:pt x="8892" y="7647"/>
                  </a:lnTo>
                  <a:lnTo>
                    <a:pt x="8536" y="7291"/>
                  </a:lnTo>
                  <a:lnTo>
                    <a:pt x="8358" y="7291"/>
                  </a:lnTo>
                  <a:lnTo>
                    <a:pt x="8180" y="6580"/>
                  </a:lnTo>
                  <a:lnTo>
                    <a:pt x="7647" y="6224"/>
                  </a:lnTo>
                  <a:lnTo>
                    <a:pt x="7291" y="6046"/>
                  </a:lnTo>
                  <a:lnTo>
                    <a:pt x="6580" y="5157"/>
                  </a:lnTo>
                  <a:lnTo>
                    <a:pt x="6047" y="4979"/>
                  </a:lnTo>
                  <a:lnTo>
                    <a:pt x="5691" y="4624"/>
                  </a:lnTo>
                  <a:lnTo>
                    <a:pt x="5158" y="4624"/>
                  </a:lnTo>
                  <a:lnTo>
                    <a:pt x="4980" y="4446"/>
                  </a:lnTo>
                  <a:lnTo>
                    <a:pt x="4980" y="4090"/>
                  </a:lnTo>
                  <a:lnTo>
                    <a:pt x="4980" y="3912"/>
                  </a:lnTo>
                  <a:lnTo>
                    <a:pt x="4802" y="4090"/>
                  </a:lnTo>
                  <a:lnTo>
                    <a:pt x="4802" y="4268"/>
                  </a:lnTo>
                  <a:lnTo>
                    <a:pt x="4446" y="4446"/>
                  </a:lnTo>
                  <a:lnTo>
                    <a:pt x="3913" y="3023"/>
                  </a:lnTo>
                  <a:lnTo>
                    <a:pt x="3379" y="1067"/>
                  </a:lnTo>
                  <a:lnTo>
                    <a:pt x="284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7" name="Google Shape;1677;p60"/>
            <p:cNvSpPr/>
            <p:nvPr/>
          </p:nvSpPr>
          <p:spPr>
            <a:xfrm>
              <a:off x="1611750" y="2488500"/>
              <a:ext cx="4450" cy="8925"/>
            </a:xfrm>
            <a:custGeom>
              <a:rect b="b" l="l" r="r" t="t"/>
              <a:pathLst>
                <a:path extrusionOk="0" h="357" w="178">
                  <a:moveTo>
                    <a:pt x="0" y="1"/>
                  </a:moveTo>
                  <a:lnTo>
                    <a:pt x="0" y="179"/>
                  </a:lnTo>
                  <a:lnTo>
                    <a:pt x="0" y="356"/>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8" name="Google Shape;1678;p60"/>
            <p:cNvSpPr/>
            <p:nvPr/>
          </p:nvSpPr>
          <p:spPr>
            <a:xfrm>
              <a:off x="678200" y="2790800"/>
              <a:ext cx="4475" cy="8900"/>
            </a:xfrm>
            <a:custGeom>
              <a:rect b="b" l="l" r="r" t="t"/>
              <a:pathLst>
                <a:path extrusionOk="0" h="356" w="179">
                  <a:moveTo>
                    <a:pt x="1" y="0"/>
                  </a:moveTo>
                  <a:lnTo>
                    <a:pt x="179" y="356"/>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79" name="Google Shape;1679;p60"/>
            <p:cNvSpPr/>
            <p:nvPr/>
          </p:nvSpPr>
          <p:spPr>
            <a:xfrm>
              <a:off x="1465050" y="2693000"/>
              <a:ext cx="22250" cy="53375"/>
            </a:xfrm>
            <a:custGeom>
              <a:rect b="b" l="l" r="r" t="t"/>
              <a:pathLst>
                <a:path extrusionOk="0" h="2135" w="890">
                  <a:moveTo>
                    <a:pt x="889" y="0"/>
                  </a:moveTo>
                  <a:lnTo>
                    <a:pt x="534" y="712"/>
                  </a:lnTo>
                  <a:lnTo>
                    <a:pt x="178" y="1067"/>
                  </a:lnTo>
                  <a:lnTo>
                    <a:pt x="0" y="1778"/>
                  </a:lnTo>
                  <a:lnTo>
                    <a:pt x="0" y="2134"/>
                  </a:lnTo>
                  <a:lnTo>
                    <a:pt x="178" y="1601"/>
                  </a:lnTo>
                  <a:lnTo>
                    <a:pt x="88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80" name="Google Shape;1680;p60"/>
            <p:cNvSpPr/>
            <p:nvPr/>
          </p:nvSpPr>
          <p:spPr>
            <a:xfrm>
              <a:off x="1402800" y="2817475"/>
              <a:ext cx="13375" cy="13350"/>
            </a:xfrm>
            <a:custGeom>
              <a:rect b="b" l="l" r="r" t="t"/>
              <a:pathLst>
                <a:path extrusionOk="0" h="534" w="535">
                  <a:moveTo>
                    <a:pt x="179" y="0"/>
                  </a:moveTo>
                  <a:lnTo>
                    <a:pt x="179" y="178"/>
                  </a:lnTo>
                  <a:lnTo>
                    <a:pt x="1" y="356"/>
                  </a:lnTo>
                  <a:lnTo>
                    <a:pt x="179" y="356"/>
                  </a:lnTo>
                  <a:lnTo>
                    <a:pt x="534" y="534"/>
                  </a:lnTo>
                  <a:lnTo>
                    <a:pt x="534" y="356"/>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81" name="Google Shape;1681;p60"/>
            <p:cNvSpPr/>
            <p:nvPr/>
          </p:nvSpPr>
          <p:spPr>
            <a:xfrm>
              <a:off x="1682875" y="2564075"/>
              <a:ext cx="17800" cy="22250"/>
            </a:xfrm>
            <a:custGeom>
              <a:rect b="b" l="l" r="r" t="t"/>
              <a:pathLst>
                <a:path extrusionOk="0" h="890" w="712">
                  <a:moveTo>
                    <a:pt x="356" y="1"/>
                  </a:moveTo>
                  <a:lnTo>
                    <a:pt x="0" y="534"/>
                  </a:lnTo>
                  <a:lnTo>
                    <a:pt x="178" y="890"/>
                  </a:lnTo>
                  <a:lnTo>
                    <a:pt x="711" y="534"/>
                  </a:lnTo>
                  <a:lnTo>
                    <a:pt x="356"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82" name="Google Shape;1682;p60"/>
            <p:cNvSpPr/>
            <p:nvPr/>
          </p:nvSpPr>
          <p:spPr>
            <a:xfrm>
              <a:off x="1527275" y="2639650"/>
              <a:ext cx="35600" cy="57825"/>
            </a:xfrm>
            <a:custGeom>
              <a:rect b="b" l="l" r="r" t="t"/>
              <a:pathLst>
                <a:path extrusionOk="0" h="2313" w="1424">
                  <a:moveTo>
                    <a:pt x="1423" y="1"/>
                  </a:moveTo>
                  <a:lnTo>
                    <a:pt x="890" y="356"/>
                  </a:lnTo>
                  <a:lnTo>
                    <a:pt x="890" y="178"/>
                  </a:lnTo>
                  <a:lnTo>
                    <a:pt x="534" y="534"/>
                  </a:lnTo>
                  <a:lnTo>
                    <a:pt x="1" y="1245"/>
                  </a:lnTo>
                  <a:lnTo>
                    <a:pt x="178" y="1423"/>
                  </a:lnTo>
                  <a:lnTo>
                    <a:pt x="1" y="1779"/>
                  </a:lnTo>
                  <a:lnTo>
                    <a:pt x="178" y="1957"/>
                  </a:lnTo>
                  <a:lnTo>
                    <a:pt x="178" y="2312"/>
                  </a:lnTo>
                  <a:lnTo>
                    <a:pt x="1067" y="1423"/>
                  </a:lnTo>
                  <a:lnTo>
                    <a:pt x="890" y="1067"/>
                  </a:lnTo>
                  <a:lnTo>
                    <a:pt x="890" y="712"/>
                  </a:lnTo>
                  <a:lnTo>
                    <a:pt x="1423" y="178"/>
                  </a:lnTo>
                  <a:lnTo>
                    <a:pt x="1423"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83" name="Google Shape;1683;p60"/>
            <p:cNvSpPr/>
            <p:nvPr/>
          </p:nvSpPr>
          <p:spPr>
            <a:xfrm>
              <a:off x="1665075" y="2484075"/>
              <a:ext cx="4475" cy="4450"/>
            </a:xfrm>
            <a:custGeom>
              <a:rect b="b" l="l" r="r" t="t"/>
              <a:pathLst>
                <a:path extrusionOk="0" h="178" w="179">
                  <a:moveTo>
                    <a:pt x="1" y="0"/>
                  </a:moveTo>
                  <a:lnTo>
                    <a:pt x="179" y="178"/>
                  </a:lnTo>
                  <a:lnTo>
                    <a:pt x="179"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84" name="Google Shape;1684;p60"/>
            <p:cNvSpPr/>
            <p:nvPr/>
          </p:nvSpPr>
          <p:spPr>
            <a:xfrm>
              <a:off x="1705100" y="2590750"/>
              <a:ext cx="8900" cy="8925"/>
            </a:xfrm>
            <a:custGeom>
              <a:rect b="b" l="l" r="r" t="t"/>
              <a:pathLst>
                <a:path extrusionOk="0" h="357" w="356">
                  <a:moveTo>
                    <a:pt x="178" y="1"/>
                  </a:moveTo>
                  <a:lnTo>
                    <a:pt x="0" y="178"/>
                  </a:lnTo>
                  <a:lnTo>
                    <a:pt x="356" y="356"/>
                  </a:lnTo>
                  <a:lnTo>
                    <a:pt x="356" y="178"/>
                  </a:lnTo>
                  <a:lnTo>
                    <a:pt x="178" y="1"/>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sp>
          <p:nvSpPr>
            <p:cNvPr id="1685" name="Google Shape;1685;p60"/>
            <p:cNvSpPr/>
            <p:nvPr/>
          </p:nvSpPr>
          <p:spPr>
            <a:xfrm>
              <a:off x="1665075" y="2595200"/>
              <a:ext cx="44500" cy="31150"/>
            </a:xfrm>
            <a:custGeom>
              <a:rect b="b" l="l" r="r" t="t"/>
              <a:pathLst>
                <a:path extrusionOk="0" h="1246" w="1780">
                  <a:moveTo>
                    <a:pt x="890" y="0"/>
                  </a:moveTo>
                  <a:lnTo>
                    <a:pt x="712" y="356"/>
                  </a:lnTo>
                  <a:lnTo>
                    <a:pt x="534" y="356"/>
                  </a:lnTo>
                  <a:lnTo>
                    <a:pt x="357" y="534"/>
                  </a:lnTo>
                  <a:lnTo>
                    <a:pt x="179" y="534"/>
                  </a:lnTo>
                  <a:lnTo>
                    <a:pt x="1" y="889"/>
                  </a:lnTo>
                  <a:lnTo>
                    <a:pt x="357" y="1245"/>
                  </a:lnTo>
                  <a:lnTo>
                    <a:pt x="357" y="1067"/>
                  </a:lnTo>
                  <a:lnTo>
                    <a:pt x="1068" y="889"/>
                  </a:lnTo>
                  <a:lnTo>
                    <a:pt x="1601" y="534"/>
                  </a:lnTo>
                  <a:lnTo>
                    <a:pt x="1779" y="534"/>
                  </a:lnTo>
                  <a:lnTo>
                    <a:pt x="1601" y="356"/>
                  </a:lnTo>
                  <a:lnTo>
                    <a:pt x="1601" y="0"/>
                  </a:lnTo>
                  <a:close/>
                </a:path>
              </a:pathLst>
            </a:custGeom>
            <a:solidFill>
              <a:srgbClr val="EFEADC"/>
            </a:solidFill>
            <a:ln>
              <a:noFill/>
            </a:ln>
          </p:spPr>
          <p:txBody>
            <a:bodyPr anchorCtr="0" anchor="ctr" bIns="160800" lIns="160800" spcFirstLastPara="1" rIns="160800" wrap="square" tIns="160800">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61"/>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Our presence</a:t>
            </a:r>
            <a:endParaRPr/>
          </a:p>
        </p:txBody>
      </p:sp>
      <p:sp>
        <p:nvSpPr>
          <p:cNvPr id="1691" name="Google Shape;1691;p61"/>
          <p:cNvSpPr txBox="1"/>
          <p:nvPr>
            <p:ph idx="4294967295" type="subTitle"/>
          </p:nvPr>
        </p:nvSpPr>
        <p:spPr>
          <a:xfrm>
            <a:off x="540000" y="126000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692" name="Google Shape;1692;p61"/>
          <p:cNvSpPr txBox="1"/>
          <p:nvPr>
            <p:ph idx="4294967295" type="subTitle"/>
          </p:nvPr>
        </p:nvSpPr>
        <p:spPr>
          <a:xfrm>
            <a:off x="540000" y="1884175"/>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693" name="Google Shape;1693;p61"/>
          <p:cNvSpPr txBox="1"/>
          <p:nvPr>
            <p:ph idx="4294967295" type="subTitle"/>
          </p:nvPr>
        </p:nvSpPr>
        <p:spPr>
          <a:xfrm>
            <a:off x="540000" y="250835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1694" name="Google Shape;1694;p61"/>
          <p:cNvSpPr txBox="1"/>
          <p:nvPr/>
        </p:nvSpPr>
        <p:spPr>
          <a:xfrm>
            <a:off x="810800" y="4046200"/>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1</a:t>
            </a:r>
            <a:endParaRPr sz="800">
              <a:solidFill>
                <a:schemeClr val="dk1"/>
              </a:solidFill>
              <a:latin typeface="Montserrat"/>
              <a:ea typeface="Montserrat"/>
              <a:cs typeface="Montserrat"/>
              <a:sym typeface="Montserrat"/>
            </a:endParaRPr>
          </a:p>
        </p:txBody>
      </p:sp>
      <p:sp>
        <p:nvSpPr>
          <p:cNvPr id="1695" name="Google Shape;1695;p61"/>
          <p:cNvSpPr/>
          <p:nvPr/>
        </p:nvSpPr>
        <p:spPr>
          <a:xfrm>
            <a:off x="540084" y="4046197"/>
            <a:ext cx="170100" cy="170400"/>
          </a:xfrm>
          <a:prstGeom prst="ellipse">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61"/>
          <p:cNvSpPr txBox="1"/>
          <p:nvPr/>
        </p:nvSpPr>
        <p:spPr>
          <a:xfrm>
            <a:off x="810725" y="4376875"/>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2</a:t>
            </a:r>
            <a:endParaRPr sz="800">
              <a:solidFill>
                <a:schemeClr val="dk1"/>
              </a:solidFill>
              <a:latin typeface="Montserrat"/>
              <a:ea typeface="Montserrat"/>
              <a:cs typeface="Montserrat"/>
              <a:sym typeface="Montserrat"/>
            </a:endParaRPr>
          </a:p>
        </p:txBody>
      </p:sp>
      <p:sp>
        <p:nvSpPr>
          <p:cNvPr id="1697" name="Google Shape;1697;p61"/>
          <p:cNvSpPr/>
          <p:nvPr/>
        </p:nvSpPr>
        <p:spPr>
          <a:xfrm>
            <a:off x="540009" y="4376872"/>
            <a:ext cx="170100" cy="170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8" name="Google Shape;1698;p61"/>
          <p:cNvGrpSpPr/>
          <p:nvPr/>
        </p:nvGrpSpPr>
        <p:grpSpPr>
          <a:xfrm>
            <a:off x="4126294" y="53308"/>
            <a:ext cx="5071666" cy="4838268"/>
            <a:chOff x="1068250" y="245750"/>
            <a:chExt cx="5483475" cy="5231125"/>
          </a:xfrm>
        </p:grpSpPr>
        <p:sp>
          <p:nvSpPr>
            <p:cNvPr id="1699" name="Google Shape;1699;p61"/>
            <p:cNvSpPr/>
            <p:nvPr/>
          </p:nvSpPr>
          <p:spPr>
            <a:xfrm>
              <a:off x="5373950" y="1484700"/>
              <a:ext cx="298300" cy="229475"/>
            </a:xfrm>
            <a:custGeom>
              <a:rect b="b" l="l" r="r" t="t"/>
              <a:pathLst>
                <a:path extrusionOk="0" h="9179" w="11932">
                  <a:moveTo>
                    <a:pt x="11931" y="1224"/>
                  </a:moveTo>
                  <a:lnTo>
                    <a:pt x="11931" y="2754"/>
                  </a:lnTo>
                  <a:lnTo>
                    <a:pt x="11319" y="3366"/>
                  </a:lnTo>
                  <a:lnTo>
                    <a:pt x="11013" y="3060"/>
                  </a:lnTo>
                  <a:lnTo>
                    <a:pt x="11013" y="2754"/>
                  </a:lnTo>
                  <a:lnTo>
                    <a:pt x="10402" y="3060"/>
                  </a:lnTo>
                  <a:lnTo>
                    <a:pt x="10402" y="4895"/>
                  </a:lnTo>
                  <a:lnTo>
                    <a:pt x="10707" y="4895"/>
                  </a:lnTo>
                  <a:lnTo>
                    <a:pt x="11013" y="5201"/>
                  </a:lnTo>
                  <a:lnTo>
                    <a:pt x="10402" y="5507"/>
                  </a:lnTo>
                  <a:lnTo>
                    <a:pt x="10096" y="5507"/>
                  </a:lnTo>
                  <a:lnTo>
                    <a:pt x="9790" y="5813"/>
                  </a:lnTo>
                  <a:lnTo>
                    <a:pt x="9790" y="6425"/>
                  </a:lnTo>
                  <a:lnTo>
                    <a:pt x="9178" y="7954"/>
                  </a:lnTo>
                  <a:lnTo>
                    <a:pt x="8872" y="8566"/>
                  </a:lnTo>
                  <a:lnTo>
                    <a:pt x="8872" y="8872"/>
                  </a:lnTo>
                  <a:lnTo>
                    <a:pt x="8566" y="9178"/>
                  </a:lnTo>
                  <a:lnTo>
                    <a:pt x="2448" y="8260"/>
                  </a:lnTo>
                  <a:lnTo>
                    <a:pt x="1" y="5507"/>
                  </a:lnTo>
                  <a:lnTo>
                    <a:pt x="1" y="4895"/>
                  </a:lnTo>
                  <a:lnTo>
                    <a:pt x="306" y="4895"/>
                  </a:lnTo>
                  <a:lnTo>
                    <a:pt x="612" y="5507"/>
                  </a:lnTo>
                  <a:lnTo>
                    <a:pt x="918" y="5507"/>
                  </a:lnTo>
                  <a:lnTo>
                    <a:pt x="1530" y="5507"/>
                  </a:lnTo>
                  <a:lnTo>
                    <a:pt x="2448" y="5201"/>
                  </a:lnTo>
                  <a:lnTo>
                    <a:pt x="5507" y="5201"/>
                  </a:lnTo>
                  <a:lnTo>
                    <a:pt x="5813" y="5201"/>
                  </a:lnTo>
                  <a:lnTo>
                    <a:pt x="6425" y="4589"/>
                  </a:lnTo>
                  <a:lnTo>
                    <a:pt x="7037" y="4589"/>
                  </a:lnTo>
                  <a:lnTo>
                    <a:pt x="6731" y="4283"/>
                  </a:lnTo>
                  <a:lnTo>
                    <a:pt x="7342" y="3978"/>
                  </a:lnTo>
                  <a:lnTo>
                    <a:pt x="7648" y="3366"/>
                  </a:lnTo>
                  <a:lnTo>
                    <a:pt x="8872" y="2448"/>
                  </a:lnTo>
                  <a:lnTo>
                    <a:pt x="8872" y="2142"/>
                  </a:lnTo>
                  <a:lnTo>
                    <a:pt x="9790" y="1224"/>
                  </a:lnTo>
                  <a:lnTo>
                    <a:pt x="10707" y="613"/>
                  </a:lnTo>
                  <a:lnTo>
                    <a:pt x="11013" y="1"/>
                  </a:lnTo>
                  <a:lnTo>
                    <a:pt x="11319" y="1"/>
                  </a:lnTo>
                  <a:lnTo>
                    <a:pt x="11319" y="918"/>
                  </a:lnTo>
                  <a:lnTo>
                    <a:pt x="11625" y="918"/>
                  </a:lnTo>
                  <a:lnTo>
                    <a:pt x="11931" y="1224"/>
                  </a:lnTo>
                  <a:close/>
                  <a:moveTo>
                    <a:pt x="11319" y="2142"/>
                  </a:moveTo>
                  <a:lnTo>
                    <a:pt x="11625" y="2142"/>
                  </a:lnTo>
                  <a:lnTo>
                    <a:pt x="11931" y="1836"/>
                  </a:lnTo>
                  <a:lnTo>
                    <a:pt x="11625" y="1836"/>
                  </a:lnTo>
                  <a:lnTo>
                    <a:pt x="11319" y="214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0" name="Google Shape;1700;p61"/>
            <p:cNvSpPr/>
            <p:nvPr/>
          </p:nvSpPr>
          <p:spPr>
            <a:xfrm>
              <a:off x="5373950" y="1484700"/>
              <a:ext cx="298300" cy="229475"/>
            </a:xfrm>
            <a:custGeom>
              <a:rect b="b" l="l" r="r" t="t"/>
              <a:pathLst>
                <a:path extrusionOk="0" fill="none" h="9179" w="11932">
                  <a:moveTo>
                    <a:pt x="11931" y="1224"/>
                  </a:moveTo>
                  <a:lnTo>
                    <a:pt x="11931" y="2754"/>
                  </a:lnTo>
                  <a:lnTo>
                    <a:pt x="11319" y="3366"/>
                  </a:lnTo>
                  <a:lnTo>
                    <a:pt x="11013" y="3060"/>
                  </a:lnTo>
                  <a:lnTo>
                    <a:pt x="11013" y="2754"/>
                  </a:lnTo>
                  <a:lnTo>
                    <a:pt x="10402" y="3060"/>
                  </a:lnTo>
                  <a:lnTo>
                    <a:pt x="10402" y="4895"/>
                  </a:lnTo>
                  <a:lnTo>
                    <a:pt x="10707" y="4895"/>
                  </a:lnTo>
                  <a:lnTo>
                    <a:pt x="11013" y="5201"/>
                  </a:lnTo>
                  <a:lnTo>
                    <a:pt x="10402" y="5507"/>
                  </a:lnTo>
                  <a:lnTo>
                    <a:pt x="10096" y="5507"/>
                  </a:lnTo>
                  <a:lnTo>
                    <a:pt x="9790" y="5813"/>
                  </a:lnTo>
                  <a:lnTo>
                    <a:pt x="9790" y="6425"/>
                  </a:lnTo>
                  <a:lnTo>
                    <a:pt x="9178" y="7954"/>
                  </a:lnTo>
                  <a:lnTo>
                    <a:pt x="8872" y="8566"/>
                  </a:lnTo>
                  <a:lnTo>
                    <a:pt x="8872" y="8872"/>
                  </a:lnTo>
                  <a:lnTo>
                    <a:pt x="8566" y="9178"/>
                  </a:lnTo>
                  <a:lnTo>
                    <a:pt x="2448" y="8260"/>
                  </a:lnTo>
                  <a:lnTo>
                    <a:pt x="1" y="5507"/>
                  </a:lnTo>
                  <a:lnTo>
                    <a:pt x="1" y="4895"/>
                  </a:lnTo>
                  <a:lnTo>
                    <a:pt x="306" y="4895"/>
                  </a:lnTo>
                  <a:lnTo>
                    <a:pt x="612" y="5507"/>
                  </a:lnTo>
                  <a:lnTo>
                    <a:pt x="918" y="5507"/>
                  </a:lnTo>
                  <a:lnTo>
                    <a:pt x="1530" y="5507"/>
                  </a:lnTo>
                  <a:lnTo>
                    <a:pt x="2448" y="5201"/>
                  </a:lnTo>
                  <a:lnTo>
                    <a:pt x="5507" y="5201"/>
                  </a:lnTo>
                  <a:lnTo>
                    <a:pt x="5813" y="5201"/>
                  </a:lnTo>
                  <a:lnTo>
                    <a:pt x="6425" y="4589"/>
                  </a:lnTo>
                  <a:lnTo>
                    <a:pt x="7037" y="4589"/>
                  </a:lnTo>
                  <a:lnTo>
                    <a:pt x="6731" y="4283"/>
                  </a:lnTo>
                  <a:lnTo>
                    <a:pt x="7342" y="3978"/>
                  </a:lnTo>
                  <a:lnTo>
                    <a:pt x="7648" y="3366"/>
                  </a:lnTo>
                  <a:lnTo>
                    <a:pt x="8872" y="2448"/>
                  </a:lnTo>
                  <a:lnTo>
                    <a:pt x="8872" y="2142"/>
                  </a:lnTo>
                  <a:lnTo>
                    <a:pt x="9790" y="1224"/>
                  </a:lnTo>
                  <a:lnTo>
                    <a:pt x="10707" y="613"/>
                  </a:lnTo>
                  <a:lnTo>
                    <a:pt x="11013" y="1"/>
                  </a:lnTo>
                  <a:lnTo>
                    <a:pt x="11319" y="1"/>
                  </a:lnTo>
                  <a:lnTo>
                    <a:pt x="11319" y="918"/>
                  </a:lnTo>
                  <a:lnTo>
                    <a:pt x="11625" y="918"/>
                  </a:lnTo>
                  <a:lnTo>
                    <a:pt x="11931" y="1224"/>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1" name="Google Shape;1701;p61"/>
            <p:cNvSpPr/>
            <p:nvPr/>
          </p:nvSpPr>
          <p:spPr>
            <a:xfrm>
              <a:off x="5656925" y="1530600"/>
              <a:ext cx="15325" cy="7675"/>
            </a:xfrm>
            <a:custGeom>
              <a:rect b="b" l="l" r="r" t="t"/>
              <a:pathLst>
                <a:path extrusionOk="0" fill="none" h="307" w="613">
                  <a:moveTo>
                    <a:pt x="0" y="306"/>
                  </a:moveTo>
                  <a:lnTo>
                    <a:pt x="306" y="306"/>
                  </a:lnTo>
                  <a:lnTo>
                    <a:pt x="612" y="0"/>
                  </a:lnTo>
                  <a:lnTo>
                    <a:pt x="306" y="0"/>
                  </a:lnTo>
                  <a:lnTo>
                    <a:pt x="0"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2" name="Google Shape;1702;p61"/>
            <p:cNvSpPr/>
            <p:nvPr/>
          </p:nvSpPr>
          <p:spPr>
            <a:xfrm>
              <a:off x="5503975" y="1607075"/>
              <a:ext cx="15300" cy="7675"/>
            </a:xfrm>
            <a:custGeom>
              <a:rect b="b" l="l" r="r" t="t"/>
              <a:pathLst>
                <a:path extrusionOk="0" h="307" w="612">
                  <a:moveTo>
                    <a:pt x="612" y="306"/>
                  </a:moveTo>
                  <a:lnTo>
                    <a:pt x="0" y="306"/>
                  </a:lnTo>
                  <a:lnTo>
                    <a:pt x="0" y="0"/>
                  </a:lnTo>
                  <a:lnTo>
                    <a:pt x="0" y="0"/>
                  </a:lnTo>
                  <a:lnTo>
                    <a:pt x="306" y="0"/>
                  </a:lnTo>
                  <a:lnTo>
                    <a:pt x="612" y="0"/>
                  </a:lnTo>
                  <a:lnTo>
                    <a:pt x="612"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3" name="Google Shape;1703;p61"/>
            <p:cNvSpPr/>
            <p:nvPr/>
          </p:nvSpPr>
          <p:spPr>
            <a:xfrm>
              <a:off x="5503975" y="1607075"/>
              <a:ext cx="15300" cy="7675"/>
            </a:xfrm>
            <a:custGeom>
              <a:rect b="b" l="l" r="r" t="t"/>
              <a:pathLst>
                <a:path extrusionOk="0" fill="none" h="307" w="612">
                  <a:moveTo>
                    <a:pt x="612" y="306"/>
                  </a:moveTo>
                  <a:lnTo>
                    <a:pt x="0" y="306"/>
                  </a:lnTo>
                  <a:lnTo>
                    <a:pt x="0" y="0"/>
                  </a:lnTo>
                  <a:lnTo>
                    <a:pt x="0" y="0"/>
                  </a:lnTo>
                  <a:lnTo>
                    <a:pt x="306" y="0"/>
                  </a:lnTo>
                  <a:lnTo>
                    <a:pt x="612" y="0"/>
                  </a:lnTo>
                  <a:lnTo>
                    <a:pt x="612"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4" name="Google Shape;1704;p61"/>
            <p:cNvSpPr/>
            <p:nvPr/>
          </p:nvSpPr>
          <p:spPr>
            <a:xfrm>
              <a:off x="5412200" y="1584125"/>
              <a:ext cx="7650" cy="7675"/>
            </a:xfrm>
            <a:custGeom>
              <a:rect b="b" l="l" r="r" t="t"/>
              <a:pathLst>
                <a:path extrusionOk="0" h="307" w="306">
                  <a:moveTo>
                    <a:pt x="306" y="1"/>
                  </a:moveTo>
                  <a:lnTo>
                    <a:pt x="306" y="306"/>
                  </a:lnTo>
                  <a:lnTo>
                    <a:pt x="0" y="306"/>
                  </a:lnTo>
                  <a:lnTo>
                    <a:pt x="306"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5" name="Google Shape;1705;p61"/>
            <p:cNvSpPr/>
            <p:nvPr/>
          </p:nvSpPr>
          <p:spPr>
            <a:xfrm>
              <a:off x="5412200" y="1584125"/>
              <a:ext cx="7650" cy="7675"/>
            </a:xfrm>
            <a:custGeom>
              <a:rect b="b" l="l" r="r" t="t"/>
              <a:pathLst>
                <a:path extrusionOk="0" fill="none" h="307" w="306">
                  <a:moveTo>
                    <a:pt x="306" y="1"/>
                  </a:moveTo>
                  <a:lnTo>
                    <a:pt x="306" y="306"/>
                  </a:lnTo>
                  <a:lnTo>
                    <a:pt x="0" y="306"/>
                  </a:lnTo>
                  <a:lnTo>
                    <a:pt x="306"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6" name="Google Shape;1706;p61"/>
            <p:cNvSpPr/>
            <p:nvPr/>
          </p:nvSpPr>
          <p:spPr>
            <a:xfrm>
              <a:off x="5534550" y="1538250"/>
              <a:ext cx="7675" cy="25"/>
            </a:xfrm>
            <a:custGeom>
              <a:rect b="b" l="l" r="r" t="t"/>
              <a:pathLst>
                <a:path extrusionOk="0" h="1" w="307">
                  <a:moveTo>
                    <a:pt x="307" y="0"/>
                  </a:moveTo>
                  <a:lnTo>
                    <a:pt x="307" y="0"/>
                  </a:lnTo>
                  <a:lnTo>
                    <a:pt x="1" y="0"/>
                  </a:lnTo>
                  <a:lnTo>
                    <a:pt x="1" y="0"/>
                  </a:lnTo>
                  <a:lnTo>
                    <a:pt x="1"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7" name="Google Shape;1707;p61"/>
            <p:cNvSpPr/>
            <p:nvPr/>
          </p:nvSpPr>
          <p:spPr>
            <a:xfrm>
              <a:off x="5534550" y="1538250"/>
              <a:ext cx="7675" cy="25"/>
            </a:xfrm>
            <a:custGeom>
              <a:rect b="b" l="l" r="r" t="t"/>
              <a:pathLst>
                <a:path extrusionOk="0" fill="none" h="1" w="307">
                  <a:moveTo>
                    <a:pt x="307" y="0"/>
                  </a:moveTo>
                  <a:lnTo>
                    <a:pt x="307" y="0"/>
                  </a:lnTo>
                  <a:lnTo>
                    <a:pt x="1" y="0"/>
                  </a:lnTo>
                  <a:lnTo>
                    <a:pt x="1" y="0"/>
                  </a:lnTo>
                  <a:lnTo>
                    <a:pt x="1"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8" name="Google Shape;1708;p61"/>
            <p:cNvSpPr/>
            <p:nvPr/>
          </p:nvSpPr>
          <p:spPr>
            <a:xfrm>
              <a:off x="5435125" y="1599425"/>
              <a:ext cx="25" cy="7675"/>
            </a:xfrm>
            <a:custGeom>
              <a:rect b="b" l="l" r="r" t="t"/>
              <a:pathLst>
                <a:path extrusionOk="0" h="307" w="1">
                  <a:moveTo>
                    <a:pt x="1" y="0"/>
                  </a:moveTo>
                  <a:lnTo>
                    <a:pt x="1" y="306"/>
                  </a:lnTo>
                  <a:lnTo>
                    <a:pt x="1" y="0"/>
                  </a:lnTo>
                  <a:lnTo>
                    <a:pt x="1" y="0"/>
                  </a:lnTo>
                  <a:lnTo>
                    <a:pt x="1" y="0"/>
                  </a:lnTo>
                  <a:lnTo>
                    <a:pt x="1"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09" name="Google Shape;1709;p61"/>
            <p:cNvSpPr/>
            <p:nvPr/>
          </p:nvSpPr>
          <p:spPr>
            <a:xfrm>
              <a:off x="5435125" y="1599425"/>
              <a:ext cx="25" cy="7675"/>
            </a:xfrm>
            <a:custGeom>
              <a:rect b="b" l="l" r="r" t="t"/>
              <a:pathLst>
                <a:path extrusionOk="0" fill="none" h="307" w="1">
                  <a:moveTo>
                    <a:pt x="1" y="0"/>
                  </a:moveTo>
                  <a:lnTo>
                    <a:pt x="1" y="306"/>
                  </a:lnTo>
                  <a:lnTo>
                    <a:pt x="1" y="0"/>
                  </a:lnTo>
                  <a:lnTo>
                    <a:pt x="1" y="0"/>
                  </a:lnTo>
                  <a:lnTo>
                    <a:pt x="1" y="0"/>
                  </a:lnTo>
                  <a:lnTo>
                    <a:pt x="1"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0" name="Google Shape;1710;p61"/>
            <p:cNvSpPr/>
            <p:nvPr/>
          </p:nvSpPr>
          <p:spPr>
            <a:xfrm>
              <a:off x="2896075" y="3526675"/>
              <a:ext cx="764800" cy="780100"/>
            </a:xfrm>
            <a:custGeom>
              <a:rect b="b" l="l" r="r" t="t"/>
              <a:pathLst>
                <a:path extrusionOk="0" h="31204" w="30592">
                  <a:moveTo>
                    <a:pt x="5201" y="0"/>
                  </a:moveTo>
                  <a:lnTo>
                    <a:pt x="6730" y="306"/>
                  </a:lnTo>
                  <a:lnTo>
                    <a:pt x="11625" y="0"/>
                  </a:lnTo>
                  <a:lnTo>
                    <a:pt x="12236" y="918"/>
                  </a:lnTo>
                  <a:lnTo>
                    <a:pt x="12236" y="1530"/>
                  </a:lnTo>
                  <a:lnTo>
                    <a:pt x="12542" y="2448"/>
                  </a:lnTo>
                  <a:lnTo>
                    <a:pt x="12542" y="2754"/>
                  </a:lnTo>
                  <a:lnTo>
                    <a:pt x="12848" y="3671"/>
                  </a:lnTo>
                  <a:lnTo>
                    <a:pt x="13460" y="3977"/>
                  </a:lnTo>
                  <a:lnTo>
                    <a:pt x="14378" y="5507"/>
                  </a:lnTo>
                  <a:lnTo>
                    <a:pt x="14378" y="5813"/>
                  </a:lnTo>
                  <a:lnTo>
                    <a:pt x="15602" y="5507"/>
                  </a:lnTo>
                  <a:lnTo>
                    <a:pt x="15907" y="5507"/>
                  </a:lnTo>
                  <a:lnTo>
                    <a:pt x="16519" y="5507"/>
                  </a:lnTo>
                  <a:lnTo>
                    <a:pt x="16825" y="5201"/>
                  </a:lnTo>
                  <a:lnTo>
                    <a:pt x="17437" y="5201"/>
                  </a:lnTo>
                  <a:lnTo>
                    <a:pt x="17437" y="5507"/>
                  </a:lnTo>
                  <a:lnTo>
                    <a:pt x="18661" y="5507"/>
                  </a:lnTo>
                  <a:lnTo>
                    <a:pt x="18967" y="4283"/>
                  </a:lnTo>
                  <a:lnTo>
                    <a:pt x="19272" y="3977"/>
                  </a:lnTo>
                  <a:lnTo>
                    <a:pt x="19272" y="3671"/>
                  </a:lnTo>
                  <a:lnTo>
                    <a:pt x="19272" y="3059"/>
                  </a:lnTo>
                  <a:lnTo>
                    <a:pt x="21108" y="2754"/>
                  </a:lnTo>
                  <a:lnTo>
                    <a:pt x="21414" y="2754"/>
                  </a:lnTo>
                  <a:lnTo>
                    <a:pt x="21720" y="2754"/>
                  </a:lnTo>
                  <a:lnTo>
                    <a:pt x="22026" y="2754"/>
                  </a:lnTo>
                  <a:lnTo>
                    <a:pt x="21720" y="3365"/>
                  </a:lnTo>
                  <a:lnTo>
                    <a:pt x="21720" y="3671"/>
                  </a:lnTo>
                  <a:lnTo>
                    <a:pt x="24779" y="3671"/>
                  </a:lnTo>
                  <a:lnTo>
                    <a:pt x="25085" y="4283"/>
                  </a:lnTo>
                  <a:lnTo>
                    <a:pt x="24779" y="5201"/>
                  </a:lnTo>
                  <a:lnTo>
                    <a:pt x="25391" y="6730"/>
                  </a:lnTo>
                  <a:lnTo>
                    <a:pt x="24779" y="8872"/>
                  </a:lnTo>
                  <a:lnTo>
                    <a:pt x="25085" y="9484"/>
                  </a:lnTo>
                  <a:lnTo>
                    <a:pt x="25697" y="10401"/>
                  </a:lnTo>
                  <a:lnTo>
                    <a:pt x="26308" y="11319"/>
                  </a:lnTo>
                  <a:lnTo>
                    <a:pt x="26308" y="12237"/>
                  </a:lnTo>
                  <a:lnTo>
                    <a:pt x="25697" y="12543"/>
                  </a:lnTo>
                  <a:lnTo>
                    <a:pt x="26003" y="13460"/>
                  </a:lnTo>
                  <a:lnTo>
                    <a:pt x="26614" y="13460"/>
                  </a:lnTo>
                  <a:lnTo>
                    <a:pt x="26614" y="13155"/>
                  </a:lnTo>
                  <a:lnTo>
                    <a:pt x="26920" y="13155"/>
                  </a:lnTo>
                  <a:lnTo>
                    <a:pt x="28144" y="13155"/>
                  </a:lnTo>
                  <a:lnTo>
                    <a:pt x="29062" y="12849"/>
                  </a:lnTo>
                  <a:lnTo>
                    <a:pt x="29979" y="13155"/>
                  </a:lnTo>
                  <a:lnTo>
                    <a:pt x="30285" y="12849"/>
                  </a:lnTo>
                  <a:lnTo>
                    <a:pt x="30591" y="14072"/>
                  </a:lnTo>
                  <a:lnTo>
                    <a:pt x="30285" y="14684"/>
                  </a:lnTo>
                  <a:lnTo>
                    <a:pt x="30285" y="15908"/>
                  </a:lnTo>
                  <a:lnTo>
                    <a:pt x="30591" y="16214"/>
                  </a:lnTo>
                  <a:lnTo>
                    <a:pt x="30285" y="16826"/>
                  </a:lnTo>
                  <a:lnTo>
                    <a:pt x="29979" y="17437"/>
                  </a:lnTo>
                  <a:lnTo>
                    <a:pt x="30285" y="18049"/>
                  </a:lnTo>
                  <a:lnTo>
                    <a:pt x="26920" y="18049"/>
                  </a:lnTo>
                  <a:lnTo>
                    <a:pt x="25391" y="18049"/>
                  </a:lnTo>
                  <a:lnTo>
                    <a:pt x="25391" y="26003"/>
                  </a:lnTo>
                  <a:lnTo>
                    <a:pt x="25697" y="27227"/>
                  </a:lnTo>
                  <a:lnTo>
                    <a:pt x="26920" y="28450"/>
                  </a:lnTo>
                  <a:lnTo>
                    <a:pt x="28450" y="29674"/>
                  </a:lnTo>
                  <a:lnTo>
                    <a:pt x="29062" y="29980"/>
                  </a:lnTo>
                  <a:lnTo>
                    <a:pt x="27532" y="30286"/>
                  </a:lnTo>
                  <a:lnTo>
                    <a:pt x="26920" y="30592"/>
                  </a:lnTo>
                  <a:lnTo>
                    <a:pt x="24167" y="30897"/>
                  </a:lnTo>
                  <a:lnTo>
                    <a:pt x="23249" y="30897"/>
                  </a:lnTo>
                  <a:lnTo>
                    <a:pt x="22332" y="31203"/>
                  </a:lnTo>
                  <a:lnTo>
                    <a:pt x="21108" y="30592"/>
                  </a:lnTo>
                  <a:lnTo>
                    <a:pt x="20496" y="30897"/>
                  </a:lnTo>
                  <a:lnTo>
                    <a:pt x="17743" y="30592"/>
                  </a:lnTo>
                  <a:lnTo>
                    <a:pt x="16213" y="29368"/>
                  </a:lnTo>
                  <a:lnTo>
                    <a:pt x="5506" y="29368"/>
                  </a:lnTo>
                  <a:lnTo>
                    <a:pt x="4283" y="28756"/>
                  </a:lnTo>
                  <a:lnTo>
                    <a:pt x="3977" y="28450"/>
                  </a:lnTo>
                  <a:lnTo>
                    <a:pt x="3365" y="28450"/>
                  </a:lnTo>
                  <a:lnTo>
                    <a:pt x="2753" y="28450"/>
                  </a:lnTo>
                  <a:lnTo>
                    <a:pt x="1835" y="29062"/>
                  </a:lnTo>
                  <a:lnTo>
                    <a:pt x="1224" y="29062"/>
                  </a:lnTo>
                  <a:lnTo>
                    <a:pt x="612" y="28756"/>
                  </a:lnTo>
                  <a:lnTo>
                    <a:pt x="0" y="29062"/>
                  </a:lnTo>
                  <a:lnTo>
                    <a:pt x="0" y="26921"/>
                  </a:lnTo>
                  <a:lnTo>
                    <a:pt x="0" y="25391"/>
                  </a:lnTo>
                  <a:lnTo>
                    <a:pt x="612" y="24779"/>
                  </a:lnTo>
                  <a:lnTo>
                    <a:pt x="612" y="23862"/>
                  </a:lnTo>
                  <a:lnTo>
                    <a:pt x="1224" y="22638"/>
                  </a:lnTo>
                  <a:lnTo>
                    <a:pt x="1530" y="20802"/>
                  </a:lnTo>
                  <a:lnTo>
                    <a:pt x="1835" y="20191"/>
                  </a:lnTo>
                  <a:lnTo>
                    <a:pt x="1835" y="19273"/>
                  </a:lnTo>
                  <a:lnTo>
                    <a:pt x="2753" y="18049"/>
                  </a:lnTo>
                  <a:lnTo>
                    <a:pt x="3059" y="17437"/>
                  </a:lnTo>
                  <a:lnTo>
                    <a:pt x="3365" y="17131"/>
                  </a:lnTo>
                  <a:lnTo>
                    <a:pt x="3977" y="17131"/>
                  </a:lnTo>
                  <a:lnTo>
                    <a:pt x="4283" y="16826"/>
                  </a:lnTo>
                  <a:lnTo>
                    <a:pt x="4589" y="16214"/>
                  </a:lnTo>
                  <a:lnTo>
                    <a:pt x="4895" y="15296"/>
                  </a:lnTo>
                  <a:lnTo>
                    <a:pt x="5201" y="12849"/>
                  </a:lnTo>
                  <a:lnTo>
                    <a:pt x="4895" y="12543"/>
                  </a:lnTo>
                  <a:lnTo>
                    <a:pt x="4895" y="11931"/>
                  </a:lnTo>
                  <a:lnTo>
                    <a:pt x="4283" y="11625"/>
                  </a:lnTo>
                  <a:lnTo>
                    <a:pt x="3671" y="10401"/>
                  </a:lnTo>
                  <a:lnTo>
                    <a:pt x="3059" y="8566"/>
                  </a:lnTo>
                  <a:lnTo>
                    <a:pt x="3059" y="8260"/>
                  </a:lnTo>
                  <a:lnTo>
                    <a:pt x="3671" y="7342"/>
                  </a:lnTo>
                  <a:lnTo>
                    <a:pt x="3977" y="7342"/>
                  </a:lnTo>
                  <a:lnTo>
                    <a:pt x="3977" y="7036"/>
                  </a:lnTo>
                  <a:lnTo>
                    <a:pt x="3977" y="6425"/>
                  </a:lnTo>
                  <a:lnTo>
                    <a:pt x="3059" y="4895"/>
                  </a:lnTo>
                  <a:lnTo>
                    <a:pt x="2753" y="3671"/>
                  </a:lnTo>
                  <a:lnTo>
                    <a:pt x="2447" y="3059"/>
                  </a:lnTo>
                  <a:lnTo>
                    <a:pt x="2447" y="2448"/>
                  </a:lnTo>
                  <a:lnTo>
                    <a:pt x="1835" y="2142"/>
                  </a:lnTo>
                  <a:lnTo>
                    <a:pt x="1224" y="612"/>
                  </a:lnTo>
                  <a:lnTo>
                    <a:pt x="1224" y="612"/>
                  </a:lnTo>
                  <a:lnTo>
                    <a:pt x="1835" y="612"/>
                  </a:lnTo>
                  <a:lnTo>
                    <a:pt x="1835" y="612"/>
                  </a:lnTo>
                  <a:lnTo>
                    <a:pt x="2141" y="612"/>
                  </a:lnTo>
                  <a:lnTo>
                    <a:pt x="2447" y="306"/>
                  </a:lnTo>
                  <a:lnTo>
                    <a:pt x="2753" y="306"/>
                  </a:lnTo>
                  <a:lnTo>
                    <a:pt x="2753" y="306"/>
                  </a:lnTo>
                  <a:lnTo>
                    <a:pt x="3365" y="0"/>
                  </a:lnTo>
                  <a:lnTo>
                    <a:pt x="5201"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1" name="Google Shape;1711;p61"/>
            <p:cNvSpPr/>
            <p:nvPr/>
          </p:nvSpPr>
          <p:spPr>
            <a:xfrm>
              <a:off x="2896075" y="3526675"/>
              <a:ext cx="764800" cy="780100"/>
            </a:xfrm>
            <a:custGeom>
              <a:rect b="b" l="l" r="r" t="t"/>
              <a:pathLst>
                <a:path extrusionOk="0" fill="none" h="31204" w="30592">
                  <a:moveTo>
                    <a:pt x="5201" y="0"/>
                  </a:moveTo>
                  <a:lnTo>
                    <a:pt x="6730" y="306"/>
                  </a:lnTo>
                  <a:lnTo>
                    <a:pt x="11625" y="0"/>
                  </a:lnTo>
                  <a:lnTo>
                    <a:pt x="12236" y="918"/>
                  </a:lnTo>
                  <a:lnTo>
                    <a:pt x="12236" y="1530"/>
                  </a:lnTo>
                  <a:lnTo>
                    <a:pt x="12542" y="2448"/>
                  </a:lnTo>
                  <a:lnTo>
                    <a:pt x="12542" y="2754"/>
                  </a:lnTo>
                  <a:lnTo>
                    <a:pt x="12848" y="3671"/>
                  </a:lnTo>
                  <a:lnTo>
                    <a:pt x="13460" y="3977"/>
                  </a:lnTo>
                  <a:lnTo>
                    <a:pt x="14378" y="5507"/>
                  </a:lnTo>
                  <a:lnTo>
                    <a:pt x="14378" y="5813"/>
                  </a:lnTo>
                  <a:lnTo>
                    <a:pt x="15602" y="5507"/>
                  </a:lnTo>
                  <a:lnTo>
                    <a:pt x="15907" y="5507"/>
                  </a:lnTo>
                  <a:lnTo>
                    <a:pt x="16519" y="5507"/>
                  </a:lnTo>
                  <a:lnTo>
                    <a:pt x="16825" y="5201"/>
                  </a:lnTo>
                  <a:lnTo>
                    <a:pt x="17437" y="5201"/>
                  </a:lnTo>
                  <a:lnTo>
                    <a:pt x="17437" y="5507"/>
                  </a:lnTo>
                  <a:lnTo>
                    <a:pt x="18661" y="5507"/>
                  </a:lnTo>
                  <a:lnTo>
                    <a:pt x="18967" y="4283"/>
                  </a:lnTo>
                  <a:lnTo>
                    <a:pt x="19272" y="3977"/>
                  </a:lnTo>
                  <a:lnTo>
                    <a:pt x="19272" y="3671"/>
                  </a:lnTo>
                  <a:lnTo>
                    <a:pt x="19272" y="3059"/>
                  </a:lnTo>
                  <a:lnTo>
                    <a:pt x="21108" y="2754"/>
                  </a:lnTo>
                  <a:lnTo>
                    <a:pt x="21414" y="2754"/>
                  </a:lnTo>
                  <a:lnTo>
                    <a:pt x="21720" y="2754"/>
                  </a:lnTo>
                  <a:lnTo>
                    <a:pt x="22026" y="2754"/>
                  </a:lnTo>
                  <a:lnTo>
                    <a:pt x="21720" y="3365"/>
                  </a:lnTo>
                  <a:lnTo>
                    <a:pt x="21720" y="3671"/>
                  </a:lnTo>
                  <a:lnTo>
                    <a:pt x="24779" y="3671"/>
                  </a:lnTo>
                  <a:lnTo>
                    <a:pt x="25085" y="4283"/>
                  </a:lnTo>
                  <a:lnTo>
                    <a:pt x="24779" y="5201"/>
                  </a:lnTo>
                  <a:lnTo>
                    <a:pt x="25391" y="6730"/>
                  </a:lnTo>
                  <a:lnTo>
                    <a:pt x="24779" y="8872"/>
                  </a:lnTo>
                  <a:lnTo>
                    <a:pt x="25085" y="9484"/>
                  </a:lnTo>
                  <a:lnTo>
                    <a:pt x="25697" y="10401"/>
                  </a:lnTo>
                  <a:lnTo>
                    <a:pt x="26308" y="11319"/>
                  </a:lnTo>
                  <a:lnTo>
                    <a:pt x="26308" y="12237"/>
                  </a:lnTo>
                  <a:lnTo>
                    <a:pt x="25697" y="12543"/>
                  </a:lnTo>
                  <a:lnTo>
                    <a:pt x="26003" y="13460"/>
                  </a:lnTo>
                  <a:lnTo>
                    <a:pt x="26614" y="13460"/>
                  </a:lnTo>
                  <a:lnTo>
                    <a:pt x="26614" y="13155"/>
                  </a:lnTo>
                  <a:lnTo>
                    <a:pt x="26920" y="13155"/>
                  </a:lnTo>
                  <a:lnTo>
                    <a:pt x="28144" y="13155"/>
                  </a:lnTo>
                  <a:lnTo>
                    <a:pt x="29062" y="12849"/>
                  </a:lnTo>
                  <a:lnTo>
                    <a:pt x="29979" y="13155"/>
                  </a:lnTo>
                  <a:lnTo>
                    <a:pt x="30285" y="12849"/>
                  </a:lnTo>
                  <a:lnTo>
                    <a:pt x="30591" y="14072"/>
                  </a:lnTo>
                  <a:lnTo>
                    <a:pt x="30285" y="14684"/>
                  </a:lnTo>
                  <a:lnTo>
                    <a:pt x="30285" y="15908"/>
                  </a:lnTo>
                  <a:lnTo>
                    <a:pt x="30591" y="16214"/>
                  </a:lnTo>
                  <a:lnTo>
                    <a:pt x="30285" y="16826"/>
                  </a:lnTo>
                  <a:lnTo>
                    <a:pt x="29979" y="17437"/>
                  </a:lnTo>
                  <a:lnTo>
                    <a:pt x="30285" y="18049"/>
                  </a:lnTo>
                  <a:lnTo>
                    <a:pt x="26920" y="18049"/>
                  </a:lnTo>
                  <a:lnTo>
                    <a:pt x="25391" y="18049"/>
                  </a:lnTo>
                  <a:lnTo>
                    <a:pt x="25391" y="26003"/>
                  </a:lnTo>
                  <a:lnTo>
                    <a:pt x="25697" y="27227"/>
                  </a:lnTo>
                  <a:lnTo>
                    <a:pt x="26920" y="28450"/>
                  </a:lnTo>
                  <a:lnTo>
                    <a:pt x="28450" y="29674"/>
                  </a:lnTo>
                  <a:lnTo>
                    <a:pt x="29062" y="29980"/>
                  </a:lnTo>
                  <a:lnTo>
                    <a:pt x="27532" y="30286"/>
                  </a:lnTo>
                  <a:lnTo>
                    <a:pt x="26920" y="30592"/>
                  </a:lnTo>
                  <a:lnTo>
                    <a:pt x="24167" y="30897"/>
                  </a:lnTo>
                  <a:lnTo>
                    <a:pt x="23249" y="30897"/>
                  </a:lnTo>
                  <a:lnTo>
                    <a:pt x="22332" y="31203"/>
                  </a:lnTo>
                  <a:lnTo>
                    <a:pt x="21108" y="30592"/>
                  </a:lnTo>
                  <a:lnTo>
                    <a:pt x="20496" y="30897"/>
                  </a:lnTo>
                  <a:lnTo>
                    <a:pt x="17743" y="30592"/>
                  </a:lnTo>
                  <a:lnTo>
                    <a:pt x="16213" y="29368"/>
                  </a:lnTo>
                  <a:lnTo>
                    <a:pt x="5506" y="29368"/>
                  </a:lnTo>
                  <a:lnTo>
                    <a:pt x="4283" y="28756"/>
                  </a:lnTo>
                  <a:lnTo>
                    <a:pt x="3977" y="28450"/>
                  </a:lnTo>
                  <a:lnTo>
                    <a:pt x="3365" y="28450"/>
                  </a:lnTo>
                  <a:lnTo>
                    <a:pt x="2753" y="28450"/>
                  </a:lnTo>
                  <a:lnTo>
                    <a:pt x="1835" y="29062"/>
                  </a:lnTo>
                  <a:lnTo>
                    <a:pt x="1224" y="29062"/>
                  </a:lnTo>
                  <a:lnTo>
                    <a:pt x="612" y="28756"/>
                  </a:lnTo>
                  <a:lnTo>
                    <a:pt x="0" y="29062"/>
                  </a:lnTo>
                  <a:lnTo>
                    <a:pt x="0" y="26921"/>
                  </a:lnTo>
                  <a:lnTo>
                    <a:pt x="0" y="25391"/>
                  </a:lnTo>
                  <a:lnTo>
                    <a:pt x="612" y="24779"/>
                  </a:lnTo>
                  <a:lnTo>
                    <a:pt x="612" y="23862"/>
                  </a:lnTo>
                  <a:lnTo>
                    <a:pt x="1224" y="22638"/>
                  </a:lnTo>
                  <a:lnTo>
                    <a:pt x="1530" y="20802"/>
                  </a:lnTo>
                  <a:lnTo>
                    <a:pt x="1835" y="20191"/>
                  </a:lnTo>
                  <a:lnTo>
                    <a:pt x="1835" y="19273"/>
                  </a:lnTo>
                  <a:lnTo>
                    <a:pt x="2753" y="18049"/>
                  </a:lnTo>
                  <a:lnTo>
                    <a:pt x="3059" y="17437"/>
                  </a:lnTo>
                  <a:lnTo>
                    <a:pt x="3365" y="17131"/>
                  </a:lnTo>
                  <a:lnTo>
                    <a:pt x="3977" y="17131"/>
                  </a:lnTo>
                  <a:lnTo>
                    <a:pt x="4283" y="16826"/>
                  </a:lnTo>
                  <a:lnTo>
                    <a:pt x="4589" y="16214"/>
                  </a:lnTo>
                  <a:lnTo>
                    <a:pt x="4895" y="15296"/>
                  </a:lnTo>
                  <a:lnTo>
                    <a:pt x="5201" y="12849"/>
                  </a:lnTo>
                  <a:lnTo>
                    <a:pt x="4895" y="12543"/>
                  </a:lnTo>
                  <a:lnTo>
                    <a:pt x="4895" y="11931"/>
                  </a:lnTo>
                  <a:lnTo>
                    <a:pt x="4283" y="11625"/>
                  </a:lnTo>
                  <a:lnTo>
                    <a:pt x="3671" y="10401"/>
                  </a:lnTo>
                  <a:lnTo>
                    <a:pt x="3059" y="8566"/>
                  </a:lnTo>
                  <a:lnTo>
                    <a:pt x="3059" y="8260"/>
                  </a:lnTo>
                  <a:lnTo>
                    <a:pt x="3671" y="7342"/>
                  </a:lnTo>
                  <a:lnTo>
                    <a:pt x="3977" y="7342"/>
                  </a:lnTo>
                  <a:lnTo>
                    <a:pt x="3977" y="7036"/>
                  </a:lnTo>
                  <a:lnTo>
                    <a:pt x="3977" y="6425"/>
                  </a:lnTo>
                  <a:lnTo>
                    <a:pt x="3059" y="4895"/>
                  </a:lnTo>
                  <a:lnTo>
                    <a:pt x="2753" y="3671"/>
                  </a:lnTo>
                  <a:lnTo>
                    <a:pt x="2447" y="3059"/>
                  </a:lnTo>
                  <a:lnTo>
                    <a:pt x="2447" y="2448"/>
                  </a:lnTo>
                  <a:lnTo>
                    <a:pt x="1835" y="2142"/>
                  </a:lnTo>
                  <a:lnTo>
                    <a:pt x="1224" y="612"/>
                  </a:lnTo>
                  <a:lnTo>
                    <a:pt x="1224" y="612"/>
                  </a:lnTo>
                  <a:lnTo>
                    <a:pt x="1835" y="612"/>
                  </a:lnTo>
                  <a:lnTo>
                    <a:pt x="1835" y="612"/>
                  </a:lnTo>
                  <a:lnTo>
                    <a:pt x="2141" y="612"/>
                  </a:lnTo>
                  <a:lnTo>
                    <a:pt x="2447" y="306"/>
                  </a:lnTo>
                  <a:lnTo>
                    <a:pt x="2753" y="306"/>
                  </a:lnTo>
                  <a:lnTo>
                    <a:pt x="2753" y="306"/>
                  </a:lnTo>
                  <a:lnTo>
                    <a:pt x="3365" y="0"/>
                  </a:lnTo>
                  <a:lnTo>
                    <a:pt x="5201"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2" name="Google Shape;1712;p61"/>
            <p:cNvSpPr/>
            <p:nvPr/>
          </p:nvSpPr>
          <p:spPr>
            <a:xfrm>
              <a:off x="2903700" y="3434900"/>
              <a:ext cx="68875" cy="84150"/>
            </a:xfrm>
            <a:custGeom>
              <a:rect b="b" l="l" r="r" t="t"/>
              <a:pathLst>
                <a:path extrusionOk="0" h="3366" w="2755">
                  <a:moveTo>
                    <a:pt x="1530" y="3365"/>
                  </a:moveTo>
                  <a:lnTo>
                    <a:pt x="613" y="3365"/>
                  </a:lnTo>
                  <a:lnTo>
                    <a:pt x="613" y="3060"/>
                  </a:lnTo>
                  <a:lnTo>
                    <a:pt x="613" y="2754"/>
                  </a:lnTo>
                  <a:lnTo>
                    <a:pt x="1" y="1530"/>
                  </a:lnTo>
                  <a:lnTo>
                    <a:pt x="919" y="918"/>
                  </a:lnTo>
                  <a:lnTo>
                    <a:pt x="1225" y="612"/>
                  </a:lnTo>
                  <a:lnTo>
                    <a:pt x="2142" y="0"/>
                  </a:lnTo>
                  <a:lnTo>
                    <a:pt x="2754" y="918"/>
                  </a:lnTo>
                  <a:lnTo>
                    <a:pt x="2448" y="918"/>
                  </a:lnTo>
                  <a:lnTo>
                    <a:pt x="1836" y="1530"/>
                  </a:lnTo>
                  <a:lnTo>
                    <a:pt x="1530" y="1836"/>
                  </a:lnTo>
                  <a:lnTo>
                    <a:pt x="1530" y="2142"/>
                  </a:lnTo>
                  <a:lnTo>
                    <a:pt x="1530" y="3365"/>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3" name="Google Shape;1713;p61"/>
            <p:cNvSpPr/>
            <p:nvPr/>
          </p:nvSpPr>
          <p:spPr>
            <a:xfrm>
              <a:off x="2903700" y="3434900"/>
              <a:ext cx="68875" cy="84150"/>
            </a:xfrm>
            <a:custGeom>
              <a:rect b="b" l="l" r="r" t="t"/>
              <a:pathLst>
                <a:path extrusionOk="0" fill="none" h="3366" w="2755">
                  <a:moveTo>
                    <a:pt x="1530" y="3365"/>
                  </a:moveTo>
                  <a:lnTo>
                    <a:pt x="613" y="3365"/>
                  </a:lnTo>
                  <a:lnTo>
                    <a:pt x="613" y="3060"/>
                  </a:lnTo>
                  <a:lnTo>
                    <a:pt x="613" y="2754"/>
                  </a:lnTo>
                  <a:lnTo>
                    <a:pt x="1" y="1530"/>
                  </a:lnTo>
                  <a:lnTo>
                    <a:pt x="919" y="918"/>
                  </a:lnTo>
                  <a:lnTo>
                    <a:pt x="1225" y="612"/>
                  </a:lnTo>
                  <a:lnTo>
                    <a:pt x="2142" y="0"/>
                  </a:lnTo>
                  <a:lnTo>
                    <a:pt x="2754" y="918"/>
                  </a:lnTo>
                  <a:lnTo>
                    <a:pt x="2448" y="918"/>
                  </a:lnTo>
                  <a:lnTo>
                    <a:pt x="1836" y="1530"/>
                  </a:lnTo>
                  <a:lnTo>
                    <a:pt x="1530" y="1836"/>
                  </a:lnTo>
                  <a:lnTo>
                    <a:pt x="1530" y="2142"/>
                  </a:lnTo>
                  <a:lnTo>
                    <a:pt x="1530" y="3365"/>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4" name="Google Shape;1714;p61"/>
            <p:cNvSpPr/>
            <p:nvPr/>
          </p:nvSpPr>
          <p:spPr>
            <a:xfrm>
              <a:off x="2888425" y="4207325"/>
              <a:ext cx="25" cy="7675"/>
            </a:xfrm>
            <a:custGeom>
              <a:rect b="b" l="l" r="r" t="t"/>
              <a:pathLst>
                <a:path extrusionOk="0" h="307" w="1">
                  <a:moveTo>
                    <a:pt x="0" y="306"/>
                  </a:moveTo>
                  <a:lnTo>
                    <a:pt x="0" y="306"/>
                  </a:lnTo>
                  <a:lnTo>
                    <a:pt x="0" y="1"/>
                  </a:lnTo>
                  <a:lnTo>
                    <a:pt x="0" y="1"/>
                  </a:lnTo>
                  <a:lnTo>
                    <a:pt x="0"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5" name="Google Shape;1715;p61"/>
            <p:cNvSpPr/>
            <p:nvPr/>
          </p:nvSpPr>
          <p:spPr>
            <a:xfrm>
              <a:off x="2888425" y="4207325"/>
              <a:ext cx="25" cy="7675"/>
            </a:xfrm>
            <a:custGeom>
              <a:rect b="b" l="l" r="r" t="t"/>
              <a:pathLst>
                <a:path extrusionOk="0" fill="none" h="307" w="1">
                  <a:moveTo>
                    <a:pt x="0" y="306"/>
                  </a:moveTo>
                  <a:lnTo>
                    <a:pt x="0" y="306"/>
                  </a:lnTo>
                  <a:lnTo>
                    <a:pt x="0" y="1"/>
                  </a:lnTo>
                  <a:lnTo>
                    <a:pt x="0" y="1"/>
                  </a:lnTo>
                  <a:lnTo>
                    <a:pt x="0"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6" name="Google Shape;1716;p61"/>
            <p:cNvSpPr/>
            <p:nvPr/>
          </p:nvSpPr>
          <p:spPr>
            <a:xfrm>
              <a:off x="4173250" y="781100"/>
              <a:ext cx="137675" cy="84150"/>
            </a:xfrm>
            <a:custGeom>
              <a:rect b="b" l="l" r="r" t="t"/>
              <a:pathLst>
                <a:path extrusionOk="0" h="3366" w="5507">
                  <a:moveTo>
                    <a:pt x="0" y="1836"/>
                  </a:moveTo>
                  <a:lnTo>
                    <a:pt x="0" y="1836"/>
                  </a:lnTo>
                  <a:lnTo>
                    <a:pt x="306" y="1836"/>
                  </a:lnTo>
                  <a:lnTo>
                    <a:pt x="306" y="1836"/>
                  </a:lnTo>
                  <a:lnTo>
                    <a:pt x="612" y="1530"/>
                  </a:lnTo>
                  <a:lnTo>
                    <a:pt x="918" y="1530"/>
                  </a:lnTo>
                  <a:lnTo>
                    <a:pt x="1224" y="1530"/>
                  </a:lnTo>
                  <a:lnTo>
                    <a:pt x="1530" y="1530"/>
                  </a:lnTo>
                  <a:lnTo>
                    <a:pt x="1530" y="1224"/>
                  </a:lnTo>
                  <a:lnTo>
                    <a:pt x="1530" y="919"/>
                  </a:lnTo>
                  <a:lnTo>
                    <a:pt x="1530" y="919"/>
                  </a:lnTo>
                  <a:lnTo>
                    <a:pt x="2754" y="1224"/>
                  </a:lnTo>
                  <a:lnTo>
                    <a:pt x="3365" y="919"/>
                  </a:lnTo>
                  <a:lnTo>
                    <a:pt x="3671" y="919"/>
                  </a:lnTo>
                  <a:lnTo>
                    <a:pt x="3671" y="919"/>
                  </a:lnTo>
                  <a:lnTo>
                    <a:pt x="3977" y="613"/>
                  </a:lnTo>
                  <a:lnTo>
                    <a:pt x="4589" y="613"/>
                  </a:lnTo>
                  <a:lnTo>
                    <a:pt x="4589" y="307"/>
                  </a:lnTo>
                  <a:lnTo>
                    <a:pt x="4895" y="307"/>
                  </a:lnTo>
                  <a:lnTo>
                    <a:pt x="4895" y="307"/>
                  </a:lnTo>
                  <a:lnTo>
                    <a:pt x="5507" y="1"/>
                  </a:lnTo>
                  <a:lnTo>
                    <a:pt x="5507" y="1"/>
                  </a:lnTo>
                  <a:lnTo>
                    <a:pt x="5201" y="307"/>
                  </a:lnTo>
                  <a:lnTo>
                    <a:pt x="5201" y="307"/>
                  </a:lnTo>
                  <a:lnTo>
                    <a:pt x="4895" y="613"/>
                  </a:lnTo>
                  <a:lnTo>
                    <a:pt x="4589" y="919"/>
                  </a:lnTo>
                  <a:lnTo>
                    <a:pt x="4283" y="1224"/>
                  </a:lnTo>
                  <a:lnTo>
                    <a:pt x="3977" y="1224"/>
                  </a:lnTo>
                  <a:lnTo>
                    <a:pt x="3977" y="1224"/>
                  </a:lnTo>
                  <a:lnTo>
                    <a:pt x="3977" y="1530"/>
                  </a:lnTo>
                  <a:lnTo>
                    <a:pt x="4283" y="2142"/>
                  </a:lnTo>
                  <a:lnTo>
                    <a:pt x="3977" y="2142"/>
                  </a:lnTo>
                  <a:lnTo>
                    <a:pt x="3671" y="2142"/>
                  </a:lnTo>
                  <a:lnTo>
                    <a:pt x="3365" y="2142"/>
                  </a:lnTo>
                  <a:lnTo>
                    <a:pt x="3365" y="2448"/>
                  </a:lnTo>
                  <a:lnTo>
                    <a:pt x="3059" y="2754"/>
                  </a:lnTo>
                  <a:lnTo>
                    <a:pt x="2448" y="3060"/>
                  </a:lnTo>
                  <a:lnTo>
                    <a:pt x="2142" y="3060"/>
                  </a:lnTo>
                  <a:lnTo>
                    <a:pt x="1836" y="3060"/>
                  </a:lnTo>
                  <a:lnTo>
                    <a:pt x="1836" y="3366"/>
                  </a:lnTo>
                  <a:lnTo>
                    <a:pt x="1530" y="3366"/>
                  </a:lnTo>
                  <a:lnTo>
                    <a:pt x="1530" y="3060"/>
                  </a:lnTo>
                  <a:lnTo>
                    <a:pt x="918" y="3060"/>
                  </a:lnTo>
                  <a:lnTo>
                    <a:pt x="306" y="3060"/>
                  </a:lnTo>
                  <a:lnTo>
                    <a:pt x="306" y="2754"/>
                  </a:lnTo>
                  <a:lnTo>
                    <a:pt x="306" y="2448"/>
                  </a:lnTo>
                  <a:lnTo>
                    <a:pt x="0" y="2448"/>
                  </a:lnTo>
                  <a:lnTo>
                    <a:pt x="0" y="2142"/>
                  </a:lnTo>
                  <a:lnTo>
                    <a:pt x="0" y="183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7" name="Google Shape;1717;p61"/>
            <p:cNvSpPr/>
            <p:nvPr/>
          </p:nvSpPr>
          <p:spPr>
            <a:xfrm>
              <a:off x="4173250" y="781100"/>
              <a:ext cx="137675" cy="84150"/>
            </a:xfrm>
            <a:custGeom>
              <a:rect b="b" l="l" r="r" t="t"/>
              <a:pathLst>
                <a:path extrusionOk="0" fill="none" h="3366" w="5507">
                  <a:moveTo>
                    <a:pt x="0" y="1836"/>
                  </a:moveTo>
                  <a:lnTo>
                    <a:pt x="0" y="1836"/>
                  </a:lnTo>
                  <a:lnTo>
                    <a:pt x="306" y="1836"/>
                  </a:lnTo>
                  <a:lnTo>
                    <a:pt x="306" y="1836"/>
                  </a:lnTo>
                  <a:lnTo>
                    <a:pt x="612" y="1530"/>
                  </a:lnTo>
                  <a:lnTo>
                    <a:pt x="918" y="1530"/>
                  </a:lnTo>
                  <a:lnTo>
                    <a:pt x="1224" y="1530"/>
                  </a:lnTo>
                  <a:lnTo>
                    <a:pt x="1530" y="1530"/>
                  </a:lnTo>
                  <a:lnTo>
                    <a:pt x="1530" y="1224"/>
                  </a:lnTo>
                  <a:lnTo>
                    <a:pt x="1530" y="919"/>
                  </a:lnTo>
                  <a:lnTo>
                    <a:pt x="1530" y="919"/>
                  </a:lnTo>
                  <a:lnTo>
                    <a:pt x="2754" y="1224"/>
                  </a:lnTo>
                  <a:lnTo>
                    <a:pt x="3365" y="919"/>
                  </a:lnTo>
                  <a:lnTo>
                    <a:pt x="3671" y="919"/>
                  </a:lnTo>
                  <a:lnTo>
                    <a:pt x="3671" y="919"/>
                  </a:lnTo>
                  <a:lnTo>
                    <a:pt x="3977" y="613"/>
                  </a:lnTo>
                  <a:lnTo>
                    <a:pt x="4589" y="613"/>
                  </a:lnTo>
                  <a:lnTo>
                    <a:pt x="4589" y="307"/>
                  </a:lnTo>
                  <a:lnTo>
                    <a:pt x="4895" y="307"/>
                  </a:lnTo>
                  <a:lnTo>
                    <a:pt x="4895" y="307"/>
                  </a:lnTo>
                  <a:lnTo>
                    <a:pt x="5507" y="1"/>
                  </a:lnTo>
                  <a:lnTo>
                    <a:pt x="5507" y="1"/>
                  </a:lnTo>
                  <a:lnTo>
                    <a:pt x="5201" y="307"/>
                  </a:lnTo>
                  <a:lnTo>
                    <a:pt x="5201" y="307"/>
                  </a:lnTo>
                  <a:lnTo>
                    <a:pt x="4895" y="613"/>
                  </a:lnTo>
                  <a:lnTo>
                    <a:pt x="4589" y="919"/>
                  </a:lnTo>
                  <a:lnTo>
                    <a:pt x="4283" y="1224"/>
                  </a:lnTo>
                  <a:lnTo>
                    <a:pt x="3977" y="1224"/>
                  </a:lnTo>
                  <a:lnTo>
                    <a:pt x="3977" y="1224"/>
                  </a:lnTo>
                  <a:lnTo>
                    <a:pt x="3977" y="1530"/>
                  </a:lnTo>
                  <a:lnTo>
                    <a:pt x="4283" y="2142"/>
                  </a:lnTo>
                  <a:lnTo>
                    <a:pt x="3977" y="2142"/>
                  </a:lnTo>
                  <a:lnTo>
                    <a:pt x="3671" y="2142"/>
                  </a:lnTo>
                  <a:lnTo>
                    <a:pt x="3365" y="2142"/>
                  </a:lnTo>
                  <a:lnTo>
                    <a:pt x="3365" y="2448"/>
                  </a:lnTo>
                  <a:lnTo>
                    <a:pt x="3059" y="2754"/>
                  </a:lnTo>
                  <a:lnTo>
                    <a:pt x="2448" y="3060"/>
                  </a:lnTo>
                  <a:lnTo>
                    <a:pt x="2142" y="3060"/>
                  </a:lnTo>
                  <a:lnTo>
                    <a:pt x="1836" y="3060"/>
                  </a:lnTo>
                  <a:lnTo>
                    <a:pt x="1836" y="3366"/>
                  </a:lnTo>
                  <a:lnTo>
                    <a:pt x="1530" y="3366"/>
                  </a:lnTo>
                  <a:lnTo>
                    <a:pt x="1530" y="3060"/>
                  </a:lnTo>
                  <a:lnTo>
                    <a:pt x="918" y="3060"/>
                  </a:lnTo>
                  <a:lnTo>
                    <a:pt x="306" y="3060"/>
                  </a:lnTo>
                  <a:lnTo>
                    <a:pt x="306" y="2754"/>
                  </a:lnTo>
                  <a:lnTo>
                    <a:pt x="306" y="2448"/>
                  </a:lnTo>
                  <a:lnTo>
                    <a:pt x="0" y="2448"/>
                  </a:lnTo>
                  <a:lnTo>
                    <a:pt x="0" y="2142"/>
                  </a:lnTo>
                  <a:lnTo>
                    <a:pt x="0" y="183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8" name="Google Shape;1718;p61"/>
            <p:cNvSpPr/>
            <p:nvPr/>
          </p:nvSpPr>
          <p:spPr>
            <a:xfrm>
              <a:off x="2689575" y="2341250"/>
              <a:ext cx="481825" cy="718925"/>
            </a:xfrm>
            <a:custGeom>
              <a:rect b="b" l="l" r="r" t="t"/>
              <a:pathLst>
                <a:path extrusionOk="0" h="28757" w="19273">
                  <a:moveTo>
                    <a:pt x="17437" y="14073"/>
                  </a:moveTo>
                  <a:lnTo>
                    <a:pt x="16826" y="14685"/>
                  </a:lnTo>
                  <a:lnTo>
                    <a:pt x="16520" y="15908"/>
                  </a:lnTo>
                  <a:lnTo>
                    <a:pt x="15908" y="16214"/>
                  </a:lnTo>
                  <a:lnTo>
                    <a:pt x="15602" y="17132"/>
                  </a:lnTo>
                  <a:lnTo>
                    <a:pt x="14990" y="17438"/>
                  </a:lnTo>
                  <a:lnTo>
                    <a:pt x="14684" y="17744"/>
                  </a:lnTo>
                  <a:lnTo>
                    <a:pt x="15296" y="18356"/>
                  </a:lnTo>
                  <a:lnTo>
                    <a:pt x="15296" y="19273"/>
                  </a:lnTo>
                  <a:lnTo>
                    <a:pt x="14990" y="19579"/>
                  </a:lnTo>
                  <a:lnTo>
                    <a:pt x="15296" y="20191"/>
                  </a:lnTo>
                  <a:lnTo>
                    <a:pt x="15602" y="21415"/>
                  </a:lnTo>
                  <a:lnTo>
                    <a:pt x="16214" y="22027"/>
                  </a:lnTo>
                  <a:lnTo>
                    <a:pt x="16520" y="22638"/>
                  </a:lnTo>
                  <a:lnTo>
                    <a:pt x="16520" y="22944"/>
                  </a:lnTo>
                  <a:lnTo>
                    <a:pt x="16826" y="23556"/>
                  </a:lnTo>
                  <a:lnTo>
                    <a:pt x="18049" y="25086"/>
                  </a:lnTo>
                  <a:lnTo>
                    <a:pt x="18967" y="25698"/>
                  </a:lnTo>
                  <a:lnTo>
                    <a:pt x="18967" y="26615"/>
                  </a:lnTo>
                  <a:lnTo>
                    <a:pt x="19273" y="27227"/>
                  </a:lnTo>
                  <a:lnTo>
                    <a:pt x="18967" y="27533"/>
                  </a:lnTo>
                  <a:lnTo>
                    <a:pt x="18967" y="27839"/>
                  </a:lnTo>
                  <a:lnTo>
                    <a:pt x="18967" y="28451"/>
                  </a:lnTo>
                  <a:lnTo>
                    <a:pt x="18967" y="28757"/>
                  </a:lnTo>
                  <a:lnTo>
                    <a:pt x="18661" y="28451"/>
                  </a:lnTo>
                  <a:lnTo>
                    <a:pt x="18049" y="28145"/>
                  </a:lnTo>
                  <a:lnTo>
                    <a:pt x="17437" y="27839"/>
                  </a:lnTo>
                  <a:lnTo>
                    <a:pt x="17131" y="28145"/>
                  </a:lnTo>
                  <a:lnTo>
                    <a:pt x="16826" y="27839"/>
                  </a:lnTo>
                  <a:lnTo>
                    <a:pt x="16520" y="27839"/>
                  </a:lnTo>
                  <a:lnTo>
                    <a:pt x="15908" y="27839"/>
                  </a:lnTo>
                  <a:lnTo>
                    <a:pt x="15296" y="27227"/>
                  </a:lnTo>
                  <a:lnTo>
                    <a:pt x="14684" y="27533"/>
                  </a:lnTo>
                  <a:lnTo>
                    <a:pt x="11931" y="27533"/>
                  </a:lnTo>
                  <a:lnTo>
                    <a:pt x="11625" y="27227"/>
                  </a:lnTo>
                  <a:lnTo>
                    <a:pt x="10707" y="27227"/>
                  </a:lnTo>
                  <a:lnTo>
                    <a:pt x="7954" y="27227"/>
                  </a:lnTo>
                  <a:lnTo>
                    <a:pt x="7342" y="27227"/>
                  </a:lnTo>
                  <a:lnTo>
                    <a:pt x="7036" y="27533"/>
                  </a:lnTo>
                  <a:lnTo>
                    <a:pt x="3977" y="27533"/>
                  </a:lnTo>
                  <a:lnTo>
                    <a:pt x="3365" y="27227"/>
                  </a:lnTo>
                  <a:lnTo>
                    <a:pt x="3365" y="26921"/>
                  </a:lnTo>
                  <a:lnTo>
                    <a:pt x="3671" y="25086"/>
                  </a:lnTo>
                  <a:lnTo>
                    <a:pt x="3365" y="24474"/>
                  </a:lnTo>
                  <a:lnTo>
                    <a:pt x="2754" y="23862"/>
                  </a:lnTo>
                  <a:lnTo>
                    <a:pt x="2754" y="23556"/>
                  </a:lnTo>
                  <a:lnTo>
                    <a:pt x="3059" y="22944"/>
                  </a:lnTo>
                  <a:lnTo>
                    <a:pt x="2754" y="22944"/>
                  </a:lnTo>
                  <a:lnTo>
                    <a:pt x="2142" y="22944"/>
                  </a:lnTo>
                  <a:lnTo>
                    <a:pt x="1224" y="22638"/>
                  </a:lnTo>
                  <a:lnTo>
                    <a:pt x="918" y="21721"/>
                  </a:lnTo>
                  <a:lnTo>
                    <a:pt x="612" y="21415"/>
                  </a:lnTo>
                  <a:lnTo>
                    <a:pt x="306" y="21721"/>
                  </a:lnTo>
                  <a:lnTo>
                    <a:pt x="0" y="21415"/>
                  </a:lnTo>
                  <a:lnTo>
                    <a:pt x="0" y="20803"/>
                  </a:lnTo>
                  <a:lnTo>
                    <a:pt x="306" y="20803"/>
                  </a:lnTo>
                  <a:lnTo>
                    <a:pt x="306" y="20803"/>
                  </a:lnTo>
                  <a:lnTo>
                    <a:pt x="306" y="20803"/>
                  </a:lnTo>
                  <a:lnTo>
                    <a:pt x="306" y="20803"/>
                  </a:lnTo>
                  <a:lnTo>
                    <a:pt x="306" y="20803"/>
                  </a:lnTo>
                  <a:lnTo>
                    <a:pt x="306" y="20803"/>
                  </a:lnTo>
                  <a:lnTo>
                    <a:pt x="306" y="20803"/>
                  </a:lnTo>
                  <a:lnTo>
                    <a:pt x="306" y="20803"/>
                  </a:lnTo>
                  <a:lnTo>
                    <a:pt x="306" y="20803"/>
                  </a:lnTo>
                  <a:lnTo>
                    <a:pt x="306" y="20803"/>
                  </a:lnTo>
                  <a:lnTo>
                    <a:pt x="918" y="19885"/>
                  </a:lnTo>
                  <a:lnTo>
                    <a:pt x="918" y="18050"/>
                  </a:lnTo>
                  <a:lnTo>
                    <a:pt x="2448" y="16826"/>
                  </a:lnTo>
                  <a:lnTo>
                    <a:pt x="3059" y="16520"/>
                  </a:lnTo>
                  <a:lnTo>
                    <a:pt x="3365" y="15908"/>
                  </a:lnTo>
                  <a:lnTo>
                    <a:pt x="3977" y="15602"/>
                  </a:lnTo>
                  <a:lnTo>
                    <a:pt x="4895" y="15602"/>
                  </a:lnTo>
                  <a:lnTo>
                    <a:pt x="5201" y="15297"/>
                  </a:lnTo>
                  <a:lnTo>
                    <a:pt x="6730" y="16520"/>
                  </a:lnTo>
                  <a:lnTo>
                    <a:pt x="7036" y="16520"/>
                  </a:lnTo>
                  <a:lnTo>
                    <a:pt x="7342" y="16214"/>
                  </a:lnTo>
                  <a:lnTo>
                    <a:pt x="7954" y="15602"/>
                  </a:lnTo>
                  <a:lnTo>
                    <a:pt x="8260" y="14991"/>
                  </a:lnTo>
                  <a:lnTo>
                    <a:pt x="8872" y="13767"/>
                  </a:lnTo>
                  <a:lnTo>
                    <a:pt x="9178" y="12849"/>
                  </a:lnTo>
                  <a:lnTo>
                    <a:pt x="9484" y="11932"/>
                  </a:lnTo>
                  <a:lnTo>
                    <a:pt x="9484" y="11932"/>
                  </a:lnTo>
                  <a:lnTo>
                    <a:pt x="9790" y="11320"/>
                  </a:lnTo>
                  <a:lnTo>
                    <a:pt x="10401" y="11320"/>
                  </a:lnTo>
                  <a:lnTo>
                    <a:pt x="10707" y="10708"/>
                  </a:lnTo>
                  <a:lnTo>
                    <a:pt x="10707" y="10402"/>
                  </a:lnTo>
                  <a:lnTo>
                    <a:pt x="11013" y="9484"/>
                  </a:lnTo>
                  <a:lnTo>
                    <a:pt x="11625" y="8872"/>
                  </a:lnTo>
                  <a:lnTo>
                    <a:pt x="11931" y="7649"/>
                  </a:lnTo>
                  <a:lnTo>
                    <a:pt x="12543" y="7343"/>
                  </a:lnTo>
                  <a:lnTo>
                    <a:pt x="12849" y="6119"/>
                  </a:lnTo>
                  <a:lnTo>
                    <a:pt x="13766" y="4590"/>
                  </a:lnTo>
                  <a:lnTo>
                    <a:pt x="14378" y="4590"/>
                  </a:lnTo>
                  <a:lnTo>
                    <a:pt x="15296" y="3672"/>
                  </a:lnTo>
                  <a:lnTo>
                    <a:pt x="15296" y="3366"/>
                  </a:lnTo>
                  <a:lnTo>
                    <a:pt x="15296" y="2448"/>
                  </a:lnTo>
                  <a:lnTo>
                    <a:pt x="14990" y="1836"/>
                  </a:lnTo>
                  <a:lnTo>
                    <a:pt x="14072" y="1836"/>
                  </a:lnTo>
                  <a:lnTo>
                    <a:pt x="14072" y="1"/>
                  </a:lnTo>
                  <a:lnTo>
                    <a:pt x="14990" y="1"/>
                  </a:lnTo>
                  <a:lnTo>
                    <a:pt x="15296" y="919"/>
                  </a:lnTo>
                  <a:lnTo>
                    <a:pt x="15908" y="1225"/>
                  </a:lnTo>
                  <a:lnTo>
                    <a:pt x="15908" y="2142"/>
                  </a:lnTo>
                  <a:lnTo>
                    <a:pt x="16214" y="2754"/>
                  </a:lnTo>
                  <a:lnTo>
                    <a:pt x="16520" y="3366"/>
                  </a:lnTo>
                  <a:lnTo>
                    <a:pt x="16520" y="3978"/>
                  </a:lnTo>
                  <a:lnTo>
                    <a:pt x="16214" y="4896"/>
                  </a:lnTo>
                  <a:lnTo>
                    <a:pt x="16520" y="6119"/>
                  </a:lnTo>
                  <a:lnTo>
                    <a:pt x="16520" y="6425"/>
                  </a:lnTo>
                  <a:lnTo>
                    <a:pt x="17131" y="7037"/>
                  </a:lnTo>
                  <a:lnTo>
                    <a:pt x="17437" y="7343"/>
                  </a:lnTo>
                  <a:lnTo>
                    <a:pt x="17743" y="7649"/>
                  </a:lnTo>
                  <a:lnTo>
                    <a:pt x="17437" y="7955"/>
                  </a:lnTo>
                  <a:lnTo>
                    <a:pt x="14378" y="7955"/>
                  </a:lnTo>
                  <a:lnTo>
                    <a:pt x="13766" y="8566"/>
                  </a:lnTo>
                  <a:lnTo>
                    <a:pt x="15296" y="10402"/>
                  </a:lnTo>
                  <a:lnTo>
                    <a:pt x="15296" y="10708"/>
                  </a:lnTo>
                  <a:lnTo>
                    <a:pt x="16520" y="11320"/>
                  </a:lnTo>
                  <a:lnTo>
                    <a:pt x="16826" y="11626"/>
                  </a:lnTo>
                  <a:lnTo>
                    <a:pt x="16826" y="11932"/>
                  </a:lnTo>
                  <a:lnTo>
                    <a:pt x="17131" y="12849"/>
                  </a:lnTo>
                  <a:lnTo>
                    <a:pt x="17743" y="13461"/>
                  </a:lnTo>
                  <a:lnTo>
                    <a:pt x="17437" y="1407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19" name="Google Shape;1719;p61"/>
            <p:cNvSpPr/>
            <p:nvPr/>
          </p:nvSpPr>
          <p:spPr>
            <a:xfrm>
              <a:off x="2689575" y="2341250"/>
              <a:ext cx="481825" cy="718925"/>
            </a:xfrm>
            <a:custGeom>
              <a:rect b="b" l="l" r="r" t="t"/>
              <a:pathLst>
                <a:path extrusionOk="0" fill="none" h="28757" w="19273">
                  <a:moveTo>
                    <a:pt x="17437" y="14073"/>
                  </a:moveTo>
                  <a:lnTo>
                    <a:pt x="16826" y="14685"/>
                  </a:lnTo>
                  <a:lnTo>
                    <a:pt x="16520" y="15908"/>
                  </a:lnTo>
                  <a:lnTo>
                    <a:pt x="15908" y="16214"/>
                  </a:lnTo>
                  <a:lnTo>
                    <a:pt x="15602" y="17132"/>
                  </a:lnTo>
                  <a:lnTo>
                    <a:pt x="14990" y="17438"/>
                  </a:lnTo>
                  <a:lnTo>
                    <a:pt x="14684" y="17744"/>
                  </a:lnTo>
                  <a:lnTo>
                    <a:pt x="15296" y="18356"/>
                  </a:lnTo>
                  <a:lnTo>
                    <a:pt x="15296" y="19273"/>
                  </a:lnTo>
                  <a:lnTo>
                    <a:pt x="14990" y="19579"/>
                  </a:lnTo>
                  <a:lnTo>
                    <a:pt x="15296" y="20191"/>
                  </a:lnTo>
                  <a:lnTo>
                    <a:pt x="15602" y="21415"/>
                  </a:lnTo>
                  <a:lnTo>
                    <a:pt x="16214" y="22027"/>
                  </a:lnTo>
                  <a:lnTo>
                    <a:pt x="16520" y="22638"/>
                  </a:lnTo>
                  <a:lnTo>
                    <a:pt x="16520" y="22944"/>
                  </a:lnTo>
                  <a:lnTo>
                    <a:pt x="16826" y="23556"/>
                  </a:lnTo>
                  <a:lnTo>
                    <a:pt x="18049" y="25086"/>
                  </a:lnTo>
                  <a:lnTo>
                    <a:pt x="18967" y="25698"/>
                  </a:lnTo>
                  <a:lnTo>
                    <a:pt x="18967" y="26615"/>
                  </a:lnTo>
                  <a:lnTo>
                    <a:pt x="19273" y="27227"/>
                  </a:lnTo>
                  <a:lnTo>
                    <a:pt x="18967" y="27533"/>
                  </a:lnTo>
                  <a:lnTo>
                    <a:pt x="18967" y="27839"/>
                  </a:lnTo>
                  <a:lnTo>
                    <a:pt x="18967" y="28451"/>
                  </a:lnTo>
                  <a:lnTo>
                    <a:pt x="18967" y="28757"/>
                  </a:lnTo>
                  <a:lnTo>
                    <a:pt x="18661" y="28451"/>
                  </a:lnTo>
                  <a:lnTo>
                    <a:pt x="18049" y="28145"/>
                  </a:lnTo>
                  <a:lnTo>
                    <a:pt x="17437" y="27839"/>
                  </a:lnTo>
                  <a:lnTo>
                    <a:pt x="17131" y="28145"/>
                  </a:lnTo>
                  <a:lnTo>
                    <a:pt x="16826" y="27839"/>
                  </a:lnTo>
                  <a:lnTo>
                    <a:pt x="16520" y="27839"/>
                  </a:lnTo>
                  <a:lnTo>
                    <a:pt x="15908" y="27839"/>
                  </a:lnTo>
                  <a:lnTo>
                    <a:pt x="15296" y="27227"/>
                  </a:lnTo>
                  <a:lnTo>
                    <a:pt x="14684" y="27533"/>
                  </a:lnTo>
                  <a:lnTo>
                    <a:pt x="11931" y="27533"/>
                  </a:lnTo>
                  <a:lnTo>
                    <a:pt x="11625" y="27227"/>
                  </a:lnTo>
                  <a:lnTo>
                    <a:pt x="10707" y="27227"/>
                  </a:lnTo>
                  <a:lnTo>
                    <a:pt x="7954" y="27227"/>
                  </a:lnTo>
                  <a:lnTo>
                    <a:pt x="7342" y="27227"/>
                  </a:lnTo>
                  <a:lnTo>
                    <a:pt x="7036" y="27533"/>
                  </a:lnTo>
                  <a:lnTo>
                    <a:pt x="3977" y="27533"/>
                  </a:lnTo>
                  <a:lnTo>
                    <a:pt x="3365" y="27227"/>
                  </a:lnTo>
                  <a:lnTo>
                    <a:pt x="3365" y="26921"/>
                  </a:lnTo>
                  <a:lnTo>
                    <a:pt x="3671" y="25086"/>
                  </a:lnTo>
                  <a:lnTo>
                    <a:pt x="3365" y="24474"/>
                  </a:lnTo>
                  <a:lnTo>
                    <a:pt x="2754" y="23862"/>
                  </a:lnTo>
                  <a:lnTo>
                    <a:pt x="2754" y="23556"/>
                  </a:lnTo>
                  <a:lnTo>
                    <a:pt x="3059" y="22944"/>
                  </a:lnTo>
                  <a:lnTo>
                    <a:pt x="2754" y="22944"/>
                  </a:lnTo>
                  <a:lnTo>
                    <a:pt x="2142" y="22944"/>
                  </a:lnTo>
                  <a:lnTo>
                    <a:pt x="1224" y="22638"/>
                  </a:lnTo>
                  <a:lnTo>
                    <a:pt x="918" y="21721"/>
                  </a:lnTo>
                  <a:lnTo>
                    <a:pt x="612" y="21415"/>
                  </a:lnTo>
                  <a:lnTo>
                    <a:pt x="306" y="21721"/>
                  </a:lnTo>
                  <a:lnTo>
                    <a:pt x="0" y="21415"/>
                  </a:lnTo>
                  <a:lnTo>
                    <a:pt x="0" y="20803"/>
                  </a:lnTo>
                  <a:lnTo>
                    <a:pt x="306" y="20803"/>
                  </a:lnTo>
                  <a:lnTo>
                    <a:pt x="306" y="20803"/>
                  </a:lnTo>
                  <a:lnTo>
                    <a:pt x="306" y="20803"/>
                  </a:lnTo>
                  <a:lnTo>
                    <a:pt x="306" y="20803"/>
                  </a:lnTo>
                  <a:lnTo>
                    <a:pt x="306" y="20803"/>
                  </a:lnTo>
                  <a:lnTo>
                    <a:pt x="306" y="20803"/>
                  </a:lnTo>
                  <a:lnTo>
                    <a:pt x="306" y="20803"/>
                  </a:lnTo>
                  <a:lnTo>
                    <a:pt x="306" y="20803"/>
                  </a:lnTo>
                  <a:lnTo>
                    <a:pt x="306" y="20803"/>
                  </a:lnTo>
                  <a:lnTo>
                    <a:pt x="306" y="20803"/>
                  </a:lnTo>
                  <a:lnTo>
                    <a:pt x="918" y="19885"/>
                  </a:lnTo>
                  <a:lnTo>
                    <a:pt x="918" y="18050"/>
                  </a:lnTo>
                  <a:lnTo>
                    <a:pt x="2448" y="16826"/>
                  </a:lnTo>
                  <a:lnTo>
                    <a:pt x="3059" y="16520"/>
                  </a:lnTo>
                  <a:lnTo>
                    <a:pt x="3365" y="15908"/>
                  </a:lnTo>
                  <a:lnTo>
                    <a:pt x="3977" y="15602"/>
                  </a:lnTo>
                  <a:lnTo>
                    <a:pt x="4895" y="15602"/>
                  </a:lnTo>
                  <a:lnTo>
                    <a:pt x="5201" y="15297"/>
                  </a:lnTo>
                  <a:lnTo>
                    <a:pt x="6730" y="16520"/>
                  </a:lnTo>
                  <a:lnTo>
                    <a:pt x="7036" y="16520"/>
                  </a:lnTo>
                  <a:lnTo>
                    <a:pt x="7342" y="16214"/>
                  </a:lnTo>
                  <a:lnTo>
                    <a:pt x="7954" y="15602"/>
                  </a:lnTo>
                  <a:lnTo>
                    <a:pt x="8260" y="14991"/>
                  </a:lnTo>
                  <a:lnTo>
                    <a:pt x="8872" y="13767"/>
                  </a:lnTo>
                  <a:lnTo>
                    <a:pt x="9178" y="12849"/>
                  </a:lnTo>
                  <a:lnTo>
                    <a:pt x="9484" y="11932"/>
                  </a:lnTo>
                  <a:lnTo>
                    <a:pt x="9484" y="11932"/>
                  </a:lnTo>
                  <a:lnTo>
                    <a:pt x="9790" y="11320"/>
                  </a:lnTo>
                  <a:lnTo>
                    <a:pt x="10401" y="11320"/>
                  </a:lnTo>
                  <a:lnTo>
                    <a:pt x="10707" y="10708"/>
                  </a:lnTo>
                  <a:lnTo>
                    <a:pt x="10707" y="10402"/>
                  </a:lnTo>
                  <a:lnTo>
                    <a:pt x="11013" y="9484"/>
                  </a:lnTo>
                  <a:lnTo>
                    <a:pt x="11625" y="8872"/>
                  </a:lnTo>
                  <a:lnTo>
                    <a:pt x="11931" y="7649"/>
                  </a:lnTo>
                  <a:lnTo>
                    <a:pt x="12543" y="7343"/>
                  </a:lnTo>
                  <a:lnTo>
                    <a:pt x="12849" y="6119"/>
                  </a:lnTo>
                  <a:lnTo>
                    <a:pt x="13766" y="4590"/>
                  </a:lnTo>
                  <a:lnTo>
                    <a:pt x="14378" y="4590"/>
                  </a:lnTo>
                  <a:lnTo>
                    <a:pt x="15296" y="3672"/>
                  </a:lnTo>
                  <a:lnTo>
                    <a:pt x="15296" y="3366"/>
                  </a:lnTo>
                  <a:lnTo>
                    <a:pt x="15296" y="2448"/>
                  </a:lnTo>
                  <a:lnTo>
                    <a:pt x="14990" y="1836"/>
                  </a:lnTo>
                  <a:lnTo>
                    <a:pt x="14072" y="1836"/>
                  </a:lnTo>
                  <a:lnTo>
                    <a:pt x="14072" y="1"/>
                  </a:lnTo>
                  <a:lnTo>
                    <a:pt x="14990" y="1"/>
                  </a:lnTo>
                  <a:lnTo>
                    <a:pt x="15296" y="919"/>
                  </a:lnTo>
                  <a:lnTo>
                    <a:pt x="15908" y="1225"/>
                  </a:lnTo>
                  <a:lnTo>
                    <a:pt x="15908" y="2142"/>
                  </a:lnTo>
                  <a:lnTo>
                    <a:pt x="16214" y="2754"/>
                  </a:lnTo>
                  <a:lnTo>
                    <a:pt x="16520" y="3366"/>
                  </a:lnTo>
                  <a:lnTo>
                    <a:pt x="16520" y="3978"/>
                  </a:lnTo>
                  <a:lnTo>
                    <a:pt x="16214" y="4896"/>
                  </a:lnTo>
                  <a:lnTo>
                    <a:pt x="16520" y="6119"/>
                  </a:lnTo>
                  <a:lnTo>
                    <a:pt x="16520" y="6425"/>
                  </a:lnTo>
                  <a:lnTo>
                    <a:pt x="17131" y="7037"/>
                  </a:lnTo>
                  <a:lnTo>
                    <a:pt x="17437" y="7343"/>
                  </a:lnTo>
                  <a:lnTo>
                    <a:pt x="17743" y="7649"/>
                  </a:lnTo>
                  <a:lnTo>
                    <a:pt x="17437" y="7955"/>
                  </a:lnTo>
                  <a:lnTo>
                    <a:pt x="14378" y="7955"/>
                  </a:lnTo>
                  <a:lnTo>
                    <a:pt x="13766" y="8566"/>
                  </a:lnTo>
                  <a:lnTo>
                    <a:pt x="15296" y="10402"/>
                  </a:lnTo>
                  <a:lnTo>
                    <a:pt x="15296" y="10708"/>
                  </a:lnTo>
                  <a:lnTo>
                    <a:pt x="16520" y="11320"/>
                  </a:lnTo>
                  <a:lnTo>
                    <a:pt x="16826" y="11626"/>
                  </a:lnTo>
                  <a:lnTo>
                    <a:pt x="16826" y="11932"/>
                  </a:lnTo>
                  <a:lnTo>
                    <a:pt x="17131" y="12849"/>
                  </a:lnTo>
                  <a:lnTo>
                    <a:pt x="17743" y="13461"/>
                  </a:lnTo>
                  <a:lnTo>
                    <a:pt x="17437" y="1407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0" name="Google Shape;1720;p61"/>
            <p:cNvSpPr/>
            <p:nvPr/>
          </p:nvSpPr>
          <p:spPr>
            <a:xfrm>
              <a:off x="4945675" y="459900"/>
              <a:ext cx="84150" cy="76500"/>
            </a:xfrm>
            <a:custGeom>
              <a:rect b="b" l="l" r="r" t="t"/>
              <a:pathLst>
                <a:path extrusionOk="0" h="3060" w="3366">
                  <a:moveTo>
                    <a:pt x="1224" y="612"/>
                  </a:moveTo>
                  <a:lnTo>
                    <a:pt x="1836" y="918"/>
                  </a:lnTo>
                  <a:lnTo>
                    <a:pt x="2448" y="612"/>
                  </a:lnTo>
                  <a:lnTo>
                    <a:pt x="2754" y="612"/>
                  </a:lnTo>
                  <a:lnTo>
                    <a:pt x="2754" y="1224"/>
                  </a:lnTo>
                  <a:lnTo>
                    <a:pt x="3060" y="1530"/>
                  </a:lnTo>
                  <a:lnTo>
                    <a:pt x="3365" y="3060"/>
                  </a:lnTo>
                  <a:lnTo>
                    <a:pt x="2448" y="2754"/>
                  </a:lnTo>
                  <a:lnTo>
                    <a:pt x="1836" y="2448"/>
                  </a:lnTo>
                  <a:lnTo>
                    <a:pt x="1530" y="1836"/>
                  </a:lnTo>
                  <a:lnTo>
                    <a:pt x="1224" y="1836"/>
                  </a:lnTo>
                  <a:lnTo>
                    <a:pt x="306" y="306"/>
                  </a:lnTo>
                  <a:lnTo>
                    <a:pt x="0" y="306"/>
                  </a:lnTo>
                  <a:lnTo>
                    <a:pt x="918" y="0"/>
                  </a:lnTo>
                  <a:lnTo>
                    <a:pt x="1224"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1" name="Google Shape;1721;p61"/>
            <p:cNvSpPr/>
            <p:nvPr/>
          </p:nvSpPr>
          <p:spPr>
            <a:xfrm>
              <a:off x="4945675" y="459900"/>
              <a:ext cx="84150" cy="76500"/>
            </a:xfrm>
            <a:custGeom>
              <a:rect b="b" l="l" r="r" t="t"/>
              <a:pathLst>
                <a:path extrusionOk="0" fill="none" h="3060" w="3366">
                  <a:moveTo>
                    <a:pt x="1224" y="612"/>
                  </a:moveTo>
                  <a:lnTo>
                    <a:pt x="1836" y="918"/>
                  </a:lnTo>
                  <a:lnTo>
                    <a:pt x="2448" y="612"/>
                  </a:lnTo>
                  <a:lnTo>
                    <a:pt x="2754" y="612"/>
                  </a:lnTo>
                  <a:lnTo>
                    <a:pt x="2754" y="1224"/>
                  </a:lnTo>
                  <a:lnTo>
                    <a:pt x="3060" y="1530"/>
                  </a:lnTo>
                  <a:lnTo>
                    <a:pt x="3365" y="3060"/>
                  </a:lnTo>
                  <a:lnTo>
                    <a:pt x="2448" y="2754"/>
                  </a:lnTo>
                  <a:lnTo>
                    <a:pt x="1836" y="2448"/>
                  </a:lnTo>
                  <a:lnTo>
                    <a:pt x="1530" y="1836"/>
                  </a:lnTo>
                  <a:lnTo>
                    <a:pt x="1224" y="1836"/>
                  </a:lnTo>
                  <a:lnTo>
                    <a:pt x="306" y="306"/>
                  </a:lnTo>
                  <a:lnTo>
                    <a:pt x="0" y="306"/>
                  </a:lnTo>
                  <a:lnTo>
                    <a:pt x="918" y="0"/>
                  </a:lnTo>
                  <a:lnTo>
                    <a:pt x="1224"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2" name="Google Shape;1722;p61"/>
            <p:cNvSpPr/>
            <p:nvPr/>
          </p:nvSpPr>
          <p:spPr>
            <a:xfrm>
              <a:off x="1817725" y="2211250"/>
              <a:ext cx="489475" cy="359475"/>
            </a:xfrm>
            <a:custGeom>
              <a:rect b="b" l="l" r="r" t="t"/>
              <a:pathLst>
                <a:path extrusionOk="0" h="14379" w="19579">
                  <a:moveTo>
                    <a:pt x="14378" y="306"/>
                  </a:moveTo>
                  <a:lnTo>
                    <a:pt x="14072" y="1530"/>
                  </a:lnTo>
                  <a:lnTo>
                    <a:pt x="14378" y="1836"/>
                  </a:lnTo>
                  <a:lnTo>
                    <a:pt x="14684" y="2142"/>
                  </a:lnTo>
                  <a:lnTo>
                    <a:pt x="14684" y="2754"/>
                  </a:lnTo>
                  <a:lnTo>
                    <a:pt x="15296" y="3671"/>
                  </a:lnTo>
                  <a:lnTo>
                    <a:pt x="15908" y="3977"/>
                  </a:lnTo>
                  <a:lnTo>
                    <a:pt x="16520" y="4283"/>
                  </a:lnTo>
                  <a:lnTo>
                    <a:pt x="16214" y="4589"/>
                  </a:lnTo>
                  <a:lnTo>
                    <a:pt x="16520" y="5507"/>
                  </a:lnTo>
                  <a:lnTo>
                    <a:pt x="17743" y="6425"/>
                  </a:lnTo>
                  <a:lnTo>
                    <a:pt x="18355" y="6425"/>
                  </a:lnTo>
                  <a:lnTo>
                    <a:pt x="18661" y="6119"/>
                  </a:lnTo>
                  <a:lnTo>
                    <a:pt x="19273" y="6425"/>
                  </a:lnTo>
                  <a:lnTo>
                    <a:pt x="19273" y="6730"/>
                  </a:lnTo>
                  <a:lnTo>
                    <a:pt x="18967" y="7036"/>
                  </a:lnTo>
                  <a:lnTo>
                    <a:pt x="19579" y="8260"/>
                  </a:lnTo>
                  <a:lnTo>
                    <a:pt x="19579" y="8872"/>
                  </a:lnTo>
                  <a:lnTo>
                    <a:pt x="18661" y="9178"/>
                  </a:lnTo>
                  <a:lnTo>
                    <a:pt x="17437" y="9484"/>
                  </a:lnTo>
                  <a:lnTo>
                    <a:pt x="15908" y="10401"/>
                  </a:lnTo>
                  <a:lnTo>
                    <a:pt x="14990" y="10707"/>
                  </a:lnTo>
                  <a:lnTo>
                    <a:pt x="14990" y="10401"/>
                  </a:lnTo>
                  <a:lnTo>
                    <a:pt x="14378" y="10401"/>
                  </a:lnTo>
                  <a:lnTo>
                    <a:pt x="13461" y="10096"/>
                  </a:lnTo>
                  <a:lnTo>
                    <a:pt x="13155" y="10096"/>
                  </a:lnTo>
                  <a:lnTo>
                    <a:pt x="12237" y="10707"/>
                  </a:lnTo>
                  <a:lnTo>
                    <a:pt x="11013" y="10401"/>
                  </a:lnTo>
                  <a:lnTo>
                    <a:pt x="10095" y="10401"/>
                  </a:lnTo>
                  <a:lnTo>
                    <a:pt x="8872" y="10401"/>
                  </a:lnTo>
                  <a:lnTo>
                    <a:pt x="8566" y="10401"/>
                  </a:lnTo>
                  <a:lnTo>
                    <a:pt x="7342" y="10401"/>
                  </a:lnTo>
                  <a:lnTo>
                    <a:pt x="7342" y="10401"/>
                  </a:lnTo>
                  <a:lnTo>
                    <a:pt x="6730" y="10401"/>
                  </a:lnTo>
                  <a:lnTo>
                    <a:pt x="6425" y="11319"/>
                  </a:lnTo>
                  <a:lnTo>
                    <a:pt x="6730" y="12237"/>
                  </a:lnTo>
                  <a:lnTo>
                    <a:pt x="6730" y="13766"/>
                  </a:lnTo>
                  <a:lnTo>
                    <a:pt x="6730" y="14072"/>
                  </a:lnTo>
                  <a:lnTo>
                    <a:pt x="7036" y="14378"/>
                  </a:lnTo>
                  <a:lnTo>
                    <a:pt x="6730" y="14378"/>
                  </a:lnTo>
                  <a:lnTo>
                    <a:pt x="6119" y="13766"/>
                  </a:lnTo>
                  <a:lnTo>
                    <a:pt x="5813" y="13461"/>
                  </a:lnTo>
                  <a:lnTo>
                    <a:pt x="4589" y="13155"/>
                  </a:lnTo>
                  <a:lnTo>
                    <a:pt x="3060" y="13766"/>
                  </a:lnTo>
                  <a:lnTo>
                    <a:pt x="2754" y="14072"/>
                  </a:lnTo>
                  <a:lnTo>
                    <a:pt x="2448" y="13766"/>
                  </a:lnTo>
                  <a:lnTo>
                    <a:pt x="2142" y="13766"/>
                  </a:lnTo>
                  <a:lnTo>
                    <a:pt x="1836" y="13766"/>
                  </a:lnTo>
                  <a:lnTo>
                    <a:pt x="1836" y="13461"/>
                  </a:lnTo>
                  <a:lnTo>
                    <a:pt x="1530" y="13155"/>
                  </a:lnTo>
                  <a:lnTo>
                    <a:pt x="918" y="12237"/>
                  </a:lnTo>
                  <a:lnTo>
                    <a:pt x="306" y="12237"/>
                  </a:lnTo>
                  <a:lnTo>
                    <a:pt x="0" y="11931"/>
                  </a:lnTo>
                  <a:lnTo>
                    <a:pt x="306" y="11013"/>
                  </a:lnTo>
                  <a:lnTo>
                    <a:pt x="0" y="10401"/>
                  </a:lnTo>
                  <a:lnTo>
                    <a:pt x="612" y="9790"/>
                  </a:lnTo>
                  <a:lnTo>
                    <a:pt x="918" y="9178"/>
                  </a:lnTo>
                  <a:lnTo>
                    <a:pt x="612" y="8566"/>
                  </a:lnTo>
                  <a:lnTo>
                    <a:pt x="918" y="7954"/>
                  </a:lnTo>
                  <a:lnTo>
                    <a:pt x="1836" y="7954"/>
                  </a:lnTo>
                  <a:lnTo>
                    <a:pt x="2142" y="7648"/>
                  </a:lnTo>
                  <a:lnTo>
                    <a:pt x="2754" y="7036"/>
                  </a:lnTo>
                  <a:lnTo>
                    <a:pt x="2754" y="6425"/>
                  </a:lnTo>
                  <a:lnTo>
                    <a:pt x="2448" y="6119"/>
                  </a:lnTo>
                  <a:lnTo>
                    <a:pt x="3060" y="6119"/>
                  </a:lnTo>
                  <a:lnTo>
                    <a:pt x="3060" y="5813"/>
                  </a:lnTo>
                  <a:lnTo>
                    <a:pt x="3060" y="4895"/>
                  </a:lnTo>
                  <a:lnTo>
                    <a:pt x="3671" y="4283"/>
                  </a:lnTo>
                  <a:lnTo>
                    <a:pt x="3977" y="4283"/>
                  </a:lnTo>
                  <a:lnTo>
                    <a:pt x="3977" y="4283"/>
                  </a:lnTo>
                  <a:lnTo>
                    <a:pt x="5201" y="4895"/>
                  </a:lnTo>
                  <a:lnTo>
                    <a:pt x="5201" y="4895"/>
                  </a:lnTo>
                  <a:lnTo>
                    <a:pt x="5507" y="4589"/>
                  </a:lnTo>
                  <a:lnTo>
                    <a:pt x="5507" y="3671"/>
                  </a:lnTo>
                  <a:lnTo>
                    <a:pt x="6425" y="3671"/>
                  </a:lnTo>
                  <a:lnTo>
                    <a:pt x="6730" y="2754"/>
                  </a:lnTo>
                  <a:lnTo>
                    <a:pt x="7342" y="2142"/>
                  </a:lnTo>
                  <a:lnTo>
                    <a:pt x="7342" y="2142"/>
                  </a:lnTo>
                  <a:lnTo>
                    <a:pt x="7648" y="2142"/>
                  </a:lnTo>
                  <a:lnTo>
                    <a:pt x="8566" y="2448"/>
                  </a:lnTo>
                  <a:lnTo>
                    <a:pt x="8872" y="2142"/>
                  </a:lnTo>
                  <a:lnTo>
                    <a:pt x="8872" y="1530"/>
                  </a:lnTo>
                  <a:lnTo>
                    <a:pt x="9484" y="1530"/>
                  </a:lnTo>
                  <a:lnTo>
                    <a:pt x="11013" y="612"/>
                  </a:lnTo>
                  <a:lnTo>
                    <a:pt x="11931" y="0"/>
                  </a:lnTo>
                  <a:lnTo>
                    <a:pt x="14378"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3" name="Google Shape;1723;p61"/>
            <p:cNvSpPr/>
            <p:nvPr/>
          </p:nvSpPr>
          <p:spPr>
            <a:xfrm>
              <a:off x="1817725" y="2211250"/>
              <a:ext cx="489475" cy="359475"/>
            </a:xfrm>
            <a:custGeom>
              <a:rect b="b" l="l" r="r" t="t"/>
              <a:pathLst>
                <a:path extrusionOk="0" fill="none" h="14379" w="19579">
                  <a:moveTo>
                    <a:pt x="14378" y="306"/>
                  </a:moveTo>
                  <a:lnTo>
                    <a:pt x="14072" y="1530"/>
                  </a:lnTo>
                  <a:lnTo>
                    <a:pt x="14378" y="1836"/>
                  </a:lnTo>
                  <a:lnTo>
                    <a:pt x="14684" y="2142"/>
                  </a:lnTo>
                  <a:lnTo>
                    <a:pt x="14684" y="2754"/>
                  </a:lnTo>
                  <a:lnTo>
                    <a:pt x="15296" y="3671"/>
                  </a:lnTo>
                  <a:lnTo>
                    <a:pt x="15908" y="3977"/>
                  </a:lnTo>
                  <a:lnTo>
                    <a:pt x="16520" y="4283"/>
                  </a:lnTo>
                  <a:lnTo>
                    <a:pt x="16214" y="4589"/>
                  </a:lnTo>
                  <a:lnTo>
                    <a:pt x="16520" y="5507"/>
                  </a:lnTo>
                  <a:lnTo>
                    <a:pt x="17743" y="6425"/>
                  </a:lnTo>
                  <a:lnTo>
                    <a:pt x="18355" y="6425"/>
                  </a:lnTo>
                  <a:lnTo>
                    <a:pt x="18661" y="6119"/>
                  </a:lnTo>
                  <a:lnTo>
                    <a:pt x="19273" y="6425"/>
                  </a:lnTo>
                  <a:lnTo>
                    <a:pt x="19273" y="6730"/>
                  </a:lnTo>
                  <a:lnTo>
                    <a:pt x="18967" y="7036"/>
                  </a:lnTo>
                  <a:lnTo>
                    <a:pt x="19579" y="8260"/>
                  </a:lnTo>
                  <a:lnTo>
                    <a:pt x="19579" y="8872"/>
                  </a:lnTo>
                  <a:lnTo>
                    <a:pt x="18661" y="9178"/>
                  </a:lnTo>
                  <a:lnTo>
                    <a:pt x="17437" y="9484"/>
                  </a:lnTo>
                  <a:lnTo>
                    <a:pt x="15908" y="10401"/>
                  </a:lnTo>
                  <a:lnTo>
                    <a:pt x="14990" y="10707"/>
                  </a:lnTo>
                  <a:lnTo>
                    <a:pt x="14990" y="10401"/>
                  </a:lnTo>
                  <a:lnTo>
                    <a:pt x="14378" y="10401"/>
                  </a:lnTo>
                  <a:lnTo>
                    <a:pt x="13461" y="10096"/>
                  </a:lnTo>
                  <a:lnTo>
                    <a:pt x="13155" y="10096"/>
                  </a:lnTo>
                  <a:lnTo>
                    <a:pt x="12237" y="10707"/>
                  </a:lnTo>
                  <a:lnTo>
                    <a:pt x="11013" y="10401"/>
                  </a:lnTo>
                  <a:lnTo>
                    <a:pt x="10095" y="10401"/>
                  </a:lnTo>
                  <a:lnTo>
                    <a:pt x="8872" y="10401"/>
                  </a:lnTo>
                  <a:lnTo>
                    <a:pt x="8566" y="10401"/>
                  </a:lnTo>
                  <a:lnTo>
                    <a:pt x="7342" y="10401"/>
                  </a:lnTo>
                  <a:lnTo>
                    <a:pt x="7342" y="10401"/>
                  </a:lnTo>
                  <a:lnTo>
                    <a:pt x="6730" y="10401"/>
                  </a:lnTo>
                  <a:lnTo>
                    <a:pt x="6425" y="11319"/>
                  </a:lnTo>
                  <a:lnTo>
                    <a:pt x="6730" y="12237"/>
                  </a:lnTo>
                  <a:lnTo>
                    <a:pt x="6730" y="13766"/>
                  </a:lnTo>
                  <a:lnTo>
                    <a:pt x="6730" y="14072"/>
                  </a:lnTo>
                  <a:lnTo>
                    <a:pt x="7036" y="14378"/>
                  </a:lnTo>
                  <a:lnTo>
                    <a:pt x="6730" y="14378"/>
                  </a:lnTo>
                  <a:lnTo>
                    <a:pt x="6119" y="13766"/>
                  </a:lnTo>
                  <a:lnTo>
                    <a:pt x="5813" y="13461"/>
                  </a:lnTo>
                  <a:lnTo>
                    <a:pt x="4589" y="13155"/>
                  </a:lnTo>
                  <a:lnTo>
                    <a:pt x="3060" y="13766"/>
                  </a:lnTo>
                  <a:lnTo>
                    <a:pt x="2754" y="14072"/>
                  </a:lnTo>
                  <a:lnTo>
                    <a:pt x="2448" y="13766"/>
                  </a:lnTo>
                  <a:lnTo>
                    <a:pt x="2142" y="13766"/>
                  </a:lnTo>
                  <a:lnTo>
                    <a:pt x="1836" y="13766"/>
                  </a:lnTo>
                  <a:lnTo>
                    <a:pt x="1836" y="13461"/>
                  </a:lnTo>
                  <a:lnTo>
                    <a:pt x="1530" y="13155"/>
                  </a:lnTo>
                  <a:lnTo>
                    <a:pt x="918" y="12237"/>
                  </a:lnTo>
                  <a:lnTo>
                    <a:pt x="306" y="12237"/>
                  </a:lnTo>
                  <a:lnTo>
                    <a:pt x="0" y="11931"/>
                  </a:lnTo>
                  <a:lnTo>
                    <a:pt x="306" y="11013"/>
                  </a:lnTo>
                  <a:lnTo>
                    <a:pt x="0" y="10401"/>
                  </a:lnTo>
                  <a:lnTo>
                    <a:pt x="612" y="9790"/>
                  </a:lnTo>
                  <a:lnTo>
                    <a:pt x="918" y="9178"/>
                  </a:lnTo>
                  <a:lnTo>
                    <a:pt x="612" y="8566"/>
                  </a:lnTo>
                  <a:lnTo>
                    <a:pt x="918" y="7954"/>
                  </a:lnTo>
                  <a:lnTo>
                    <a:pt x="1836" y="7954"/>
                  </a:lnTo>
                  <a:lnTo>
                    <a:pt x="2142" y="7648"/>
                  </a:lnTo>
                  <a:lnTo>
                    <a:pt x="2754" y="7036"/>
                  </a:lnTo>
                  <a:lnTo>
                    <a:pt x="2754" y="6425"/>
                  </a:lnTo>
                  <a:lnTo>
                    <a:pt x="2448" y="6119"/>
                  </a:lnTo>
                  <a:lnTo>
                    <a:pt x="3060" y="6119"/>
                  </a:lnTo>
                  <a:lnTo>
                    <a:pt x="3060" y="5813"/>
                  </a:lnTo>
                  <a:lnTo>
                    <a:pt x="3060" y="4895"/>
                  </a:lnTo>
                  <a:lnTo>
                    <a:pt x="3671" y="4283"/>
                  </a:lnTo>
                  <a:lnTo>
                    <a:pt x="3977" y="4283"/>
                  </a:lnTo>
                  <a:lnTo>
                    <a:pt x="3977" y="4283"/>
                  </a:lnTo>
                  <a:lnTo>
                    <a:pt x="5201" y="4895"/>
                  </a:lnTo>
                  <a:lnTo>
                    <a:pt x="5201" y="4895"/>
                  </a:lnTo>
                  <a:lnTo>
                    <a:pt x="5507" y="4589"/>
                  </a:lnTo>
                  <a:lnTo>
                    <a:pt x="5507" y="3671"/>
                  </a:lnTo>
                  <a:lnTo>
                    <a:pt x="6425" y="3671"/>
                  </a:lnTo>
                  <a:lnTo>
                    <a:pt x="6730" y="2754"/>
                  </a:lnTo>
                  <a:lnTo>
                    <a:pt x="7342" y="2142"/>
                  </a:lnTo>
                  <a:lnTo>
                    <a:pt x="7342" y="2142"/>
                  </a:lnTo>
                  <a:lnTo>
                    <a:pt x="7648" y="2142"/>
                  </a:lnTo>
                  <a:lnTo>
                    <a:pt x="8566" y="2448"/>
                  </a:lnTo>
                  <a:lnTo>
                    <a:pt x="8872" y="2142"/>
                  </a:lnTo>
                  <a:lnTo>
                    <a:pt x="8872" y="1530"/>
                  </a:lnTo>
                  <a:lnTo>
                    <a:pt x="9484" y="1530"/>
                  </a:lnTo>
                  <a:lnTo>
                    <a:pt x="11013" y="612"/>
                  </a:lnTo>
                  <a:lnTo>
                    <a:pt x="11931" y="0"/>
                  </a:lnTo>
                  <a:lnTo>
                    <a:pt x="14378"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4" name="Google Shape;1724;p61"/>
            <p:cNvSpPr/>
            <p:nvPr/>
          </p:nvSpPr>
          <p:spPr>
            <a:xfrm>
              <a:off x="5297475" y="1469400"/>
              <a:ext cx="15325" cy="30625"/>
            </a:xfrm>
            <a:custGeom>
              <a:rect b="b" l="l" r="r" t="t"/>
              <a:pathLst>
                <a:path extrusionOk="0" h="1225" w="613">
                  <a:moveTo>
                    <a:pt x="0" y="307"/>
                  </a:moveTo>
                  <a:lnTo>
                    <a:pt x="306" y="1"/>
                  </a:lnTo>
                  <a:lnTo>
                    <a:pt x="306" y="1"/>
                  </a:lnTo>
                  <a:lnTo>
                    <a:pt x="612" y="307"/>
                  </a:lnTo>
                  <a:lnTo>
                    <a:pt x="612" y="919"/>
                  </a:lnTo>
                  <a:lnTo>
                    <a:pt x="612" y="1225"/>
                  </a:lnTo>
                  <a:lnTo>
                    <a:pt x="306" y="919"/>
                  </a:lnTo>
                  <a:lnTo>
                    <a:pt x="306" y="919"/>
                  </a:lnTo>
                  <a:lnTo>
                    <a:pt x="306" y="613"/>
                  </a:lnTo>
                  <a:lnTo>
                    <a:pt x="306" y="307"/>
                  </a:lnTo>
                  <a:lnTo>
                    <a:pt x="0"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5" name="Google Shape;1725;p61"/>
            <p:cNvSpPr/>
            <p:nvPr/>
          </p:nvSpPr>
          <p:spPr>
            <a:xfrm>
              <a:off x="5297475" y="1469400"/>
              <a:ext cx="15325" cy="30625"/>
            </a:xfrm>
            <a:custGeom>
              <a:rect b="b" l="l" r="r" t="t"/>
              <a:pathLst>
                <a:path extrusionOk="0" fill="none" h="1225" w="613">
                  <a:moveTo>
                    <a:pt x="0" y="307"/>
                  </a:moveTo>
                  <a:lnTo>
                    <a:pt x="306" y="1"/>
                  </a:lnTo>
                  <a:lnTo>
                    <a:pt x="306" y="1"/>
                  </a:lnTo>
                  <a:lnTo>
                    <a:pt x="612" y="307"/>
                  </a:lnTo>
                  <a:lnTo>
                    <a:pt x="612" y="919"/>
                  </a:lnTo>
                  <a:lnTo>
                    <a:pt x="612" y="1225"/>
                  </a:lnTo>
                  <a:lnTo>
                    <a:pt x="306" y="919"/>
                  </a:lnTo>
                  <a:lnTo>
                    <a:pt x="306" y="919"/>
                  </a:lnTo>
                  <a:lnTo>
                    <a:pt x="306" y="613"/>
                  </a:lnTo>
                  <a:lnTo>
                    <a:pt x="306" y="307"/>
                  </a:lnTo>
                  <a:lnTo>
                    <a:pt x="0"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6" name="Google Shape;1726;p61"/>
            <p:cNvSpPr/>
            <p:nvPr/>
          </p:nvSpPr>
          <p:spPr>
            <a:xfrm>
              <a:off x="3966750" y="3304875"/>
              <a:ext cx="114750" cy="137700"/>
            </a:xfrm>
            <a:custGeom>
              <a:rect b="b" l="l" r="r" t="t"/>
              <a:pathLst>
                <a:path extrusionOk="0" h="5508" w="4590">
                  <a:moveTo>
                    <a:pt x="3978" y="307"/>
                  </a:moveTo>
                  <a:lnTo>
                    <a:pt x="3672" y="919"/>
                  </a:lnTo>
                  <a:lnTo>
                    <a:pt x="3672" y="919"/>
                  </a:lnTo>
                  <a:lnTo>
                    <a:pt x="3672" y="1225"/>
                  </a:lnTo>
                  <a:lnTo>
                    <a:pt x="3672" y="1530"/>
                  </a:lnTo>
                  <a:lnTo>
                    <a:pt x="3672" y="1530"/>
                  </a:lnTo>
                  <a:lnTo>
                    <a:pt x="4589" y="1836"/>
                  </a:lnTo>
                  <a:lnTo>
                    <a:pt x="4589" y="2448"/>
                  </a:lnTo>
                  <a:lnTo>
                    <a:pt x="3672" y="3060"/>
                  </a:lnTo>
                  <a:lnTo>
                    <a:pt x="3366" y="3672"/>
                  </a:lnTo>
                  <a:lnTo>
                    <a:pt x="2448" y="4895"/>
                  </a:lnTo>
                  <a:lnTo>
                    <a:pt x="1836" y="5507"/>
                  </a:lnTo>
                  <a:lnTo>
                    <a:pt x="918" y="5507"/>
                  </a:lnTo>
                  <a:lnTo>
                    <a:pt x="918" y="4590"/>
                  </a:lnTo>
                  <a:lnTo>
                    <a:pt x="613" y="3978"/>
                  </a:lnTo>
                  <a:lnTo>
                    <a:pt x="613" y="2142"/>
                  </a:lnTo>
                  <a:lnTo>
                    <a:pt x="1" y="1225"/>
                  </a:lnTo>
                  <a:lnTo>
                    <a:pt x="1" y="1225"/>
                  </a:lnTo>
                  <a:lnTo>
                    <a:pt x="307" y="919"/>
                  </a:lnTo>
                  <a:lnTo>
                    <a:pt x="307" y="919"/>
                  </a:lnTo>
                  <a:lnTo>
                    <a:pt x="613" y="919"/>
                  </a:lnTo>
                  <a:lnTo>
                    <a:pt x="918" y="1225"/>
                  </a:lnTo>
                  <a:lnTo>
                    <a:pt x="918" y="1225"/>
                  </a:lnTo>
                  <a:lnTo>
                    <a:pt x="1836" y="1225"/>
                  </a:lnTo>
                  <a:lnTo>
                    <a:pt x="2142" y="1225"/>
                  </a:lnTo>
                  <a:lnTo>
                    <a:pt x="2142" y="919"/>
                  </a:lnTo>
                  <a:lnTo>
                    <a:pt x="2448" y="1"/>
                  </a:lnTo>
                  <a:lnTo>
                    <a:pt x="2754" y="307"/>
                  </a:lnTo>
                  <a:lnTo>
                    <a:pt x="3672" y="1"/>
                  </a:lnTo>
                  <a:lnTo>
                    <a:pt x="3978"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7" name="Google Shape;1727;p61"/>
            <p:cNvSpPr/>
            <p:nvPr/>
          </p:nvSpPr>
          <p:spPr>
            <a:xfrm>
              <a:off x="3966750" y="3304875"/>
              <a:ext cx="114750" cy="137700"/>
            </a:xfrm>
            <a:custGeom>
              <a:rect b="b" l="l" r="r" t="t"/>
              <a:pathLst>
                <a:path extrusionOk="0" fill="none" h="5508" w="4590">
                  <a:moveTo>
                    <a:pt x="3978" y="307"/>
                  </a:moveTo>
                  <a:lnTo>
                    <a:pt x="3672" y="919"/>
                  </a:lnTo>
                  <a:lnTo>
                    <a:pt x="3672" y="919"/>
                  </a:lnTo>
                  <a:lnTo>
                    <a:pt x="3672" y="1225"/>
                  </a:lnTo>
                  <a:lnTo>
                    <a:pt x="3672" y="1530"/>
                  </a:lnTo>
                  <a:lnTo>
                    <a:pt x="3672" y="1530"/>
                  </a:lnTo>
                  <a:lnTo>
                    <a:pt x="4589" y="1836"/>
                  </a:lnTo>
                  <a:lnTo>
                    <a:pt x="4589" y="2448"/>
                  </a:lnTo>
                  <a:lnTo>
                    <a:pt x="3672" y="3060"/>
                  </a:lnTo>
                  <a:lnTo>
                    <a:pt x="3366" y="3672"/>
                  </a:lnTo>
                  <a:lnTo>
                    <a:pt x="2448" y="4895"/>
                  </a:lnTo>
                  <a:lnTo>
                    <a:pt x="1836" y="5507"/>
                  </a:lnTo>
                  <a:lnTo>
                    <a:pt x="918" y="5507"/>
                  </a:lnTo>
                  <a:lnTo>
                    <a:pt x="918" y="4590"/>
                  </a:lnTo>
                  <a:lnTo>
                    <a:pt x="613" y="3978"/>
                  </a:lnTo>
                  <a:lnTo>
                    <a:pt x="613" y="2142"/>
                  </a:lnTo>
                  <a:lnTo>
                    <a:pt x="1" y="1225"/>
                  </a:lnTo>
                  <a:lnTo>
                    <a:pt x="1" y="1225"/>
                  </a:lnTo>
                  <a:lnTo>
                    <a:pt x="307" y="919"/>
                  </a:lnTo>
                  <a:lnTo>
                    <a:pt x="307" y="919"/>
                  </a:lnTo>
                  <a:lnTo>
                    <a:pt x="613" y="919"/>
                  </a:lnTo>
                  <a:lnTo>
                    <a:pt x="918" y="1225"/>
                  </a:lnTo>
                  <a:lnTo>
                    <a:pt x="918" y="1225"/>
                  </a:lnTo>
                  <a:lnTo>
                    <a:pt x="1836" y="1225"/>
                  </a:lnTo>
                  <a:lnTo>
                    <a:pt x="2142" y="1225"/>
                  </a:lnTo>
                  <a:lnTo>
                    <a:pt x="2142" y="919"/>
                  </a:lnTo>
                  <a:lnTo>
                    <a:pt x="2448" y="1"/>
                  </a:lnTo>
                  <a:lnTo>
                    <a:pt x="2754" y="307"/>
                  </a:lnTo>
                  <a:lnTo>
                    <a:pt x="3672" y="1"/>
                  </a:lnTo>
                  <a:lnTo>
                    <a:pt x="3978"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8" name="Google Shape;1728;p61"/>
            <p:cNvSpPr/>
            <p:nvPr/>
          </p:nvSpPr>
          <p:spPr>
            <a:xfrm>
              <a:off x="2207750" y="2387150"/>
              <a:ext cx="191225" cy="390050"/>
            </a:xfrm>
            <a:custGeom>
              <a:rect b="b" l="l" r="r" t="t"/>
              <a:pathLst>
                <a:path extrusionOk="0" h="15602" w="7649">
                  <a:moveTo>
                    <a:pt x="7037" y="1530"/>
                  </a:moveTo>
                  <a:lnTo>
                    <a:pt x="6731" y="2448"/>
                  </a:lnTo>
                  <a:lnTo>
                    <a:pt x="7343" y="3365"/>
                  </a:lnTo>
                  <a:lnTo>
                    <a:pt x="7649" y="4589"/>
                  </a:lnTo>
                  <a:lnTo>
                    <a:pt x="7649" y="4895"/>
                  </a:lnTo>
                  <a:lnTo>
                    <a:pt x="7037" y="4895"/>
                  </a:lnTo>
                  <a:lnTo>
                    <a:pt x="7343" y="5507"/>
                  </a:lnTo>
                  <a:lnTo>
                    <a:pt x="7037" y="6119"/>
                  </a:lnTo>
                  <a:lnTo>
                    <a:pt x="6425" y="6730"/>
                  </a:lnTo>
                  <a:lnTo>
                    <a:pt x="6119" y="7342"/>
                  </a:lnTo>
                  <a:lnTo>
                    <a:pt x="5813" y="7954"/>
                  </a:lnTo>
                  <a:lnTo>
                    <a:pt x="5201" y="8566"/>
                  </a:lnTo>
                  <a:lnTo>
                    <a:pt x="4896" y="10096"/>
                  </a:lnTo>
                  <a:lnTo>
                    <a:pt x="4896" y="11319"/>
                  </a:lnTo>
                  <a:lnTo>
                    <a:pt x="5201" y="12543"/>
                  </a:lnTo>
                  <a:lnTo>
                    <a:pt x="4896" y="14990"/>
                  </a:lnTo>
                  <a:lnTo>
                    <a:pt x="3978" y="15296"/>
                  </a:lnTo>
                  <a:lnTo>
                    <a:pt x="2142" y="15602"/>
                  </a:lnTo>
                  <a:lnTo>
                    <a:pt x="2448" y="15296"/>
                  </a:lnTo>
                  <a:lnTo>
                    <a:pt x="2142" y="14378"/>
                  </a:lnTo>
                  <a:lnTo>
                    <a:pt x="2142" y="12237"/>
                  </a:lnTo>
                  <a:lnTo>
                    <a:pt x="2142" y="8566"/>
                  </a:lnTo>
                  <a:lnTo>
                    <a:pt x="1530" y="7648"/>
                  </a:lnTo>
                  <a:lnTo>
                    <a:pt x="1530" y="6119"/>
                  </a:lnTo>
                  <a:lnTo>
                    <a:pt x="1" y="4895"/>
                  </a:lnTo>
                  <a:lnTo>
                    <a:pt x="307" y="3365"/>
                  </a:lnTo>
                  <a:lnTo>
                    <a:pt x="1836" y="2448"/>
                  </a:lnTo>
                  <a:lnTo>
                    <a:pt x="3060" y="2142"/>
                  </a:lnTo>
                  <a:lnTo>
                    <a:pt x="3978" y="1836"/>
                  </a:lnTo>
                  <a:lnTo>
                    <a:pt x="3978" y="1224"/>
                  </a:lnTo>
                  <a:lnTo>
                    <a:pt x="4284" y="918"/>
                  </a:lnTo>
                  <a:lnTo>
                    <a:pt x="3978" y="306"/>
                  </a:lnTo>
                  <a:lnTo>
                    <a:pt x="5201" y="0"/>
                  </a:lnTo>
                  <a:lnTo>
                    <a:pt x="6119" y="612"/>
                  </a:lnTo>
                  <a:lnTo>
                    <a:pt x="6425" y="1224"/>
                  </a:lnTo>
                  <a:lnTo>
                    <a:pt x="7037" y="1530"/>
                  </a:lnTo>
                  <a:lnTo>
                    <a:pt x="7037" y="1530"/>
                  </a:lnTo>
                  <a:lnTo>
                    <a:pt x="7037" y="153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29" name="Google Shape;1729;p61"/>
            <p:cNvSpPr/>
            <p:nvPr/>
          </p:nvSpPr>
          <p:spPr>
            <a:xfrm>
              <a:off x="2207750" y="2387150"/>
              <a:ext cx="191225" cy="390050"/>
            </a:xfrm>
            <a:custGeom>
              <a:rect b="b" l="l" r="r" t="t"/>
              <a:pathLst>
                <a:path extrusionOk="0" fill="none" h="15602" w="7649">
                  <a:moveTo>
                    <a:pt x="7037" y="1530"/>
                  </a:moveTo>
                  <a:lnTo>
                    <a:pt x="6731" y="2448"/>
                  </a:lnTo>
                  <a:lnTo>
                    <a:pt x="7343" y="3365"/>
                  </a:lnTo>
                  <a:lnTo>
                    <a:pt x="7649" y="4589"/>
                  </a:lnTo>
                  <a:lnTo>
                    <a:pt x="7649" y="4895"/>
                  </a:lnTo>
                  <a:lnTo>
                    <a:pt x="7037" y="4895"/>
                  </a:lnTo>
                  <a:lnTo>
                    <a:pt x="7343" y="5507"/>
                  </a:lnTo>
                  <a:lnTo>
                    <a:pt x="7037" y="6119"/>
                  </a:lnTo>
                  <a:lnTo>
                    <a:pt x="6425" y="6730"/>
                  </a:lnTo>
                  <a:lnTo>
                    <a:pt x="6119" y="7342"/>
                  </a:lnTo>
                  <a:lnTo>
                    <a:pt x="5813" y="7954"/>
                  </a:lnTo>
                  <a:lnTo>
                    <a:pt x="5201" y="8566"/>
                  </a:lnTo>
                  <a:lnTo>
                    <a:pt x="4896" y="10096"/>
                  </a:lnTo>
                  <a:lnTo>
                    <a:pt x="4896" y="11319"/>
                  </a:lnTo>
                  <a:lnTo>
                    <a:pt x="5201" y="12543"/>
                  </a:lnTo>
                  <a:lnTo>
                    <a:pt x="4896" y="14990"/>
                  </a:lnTo>
                  <a:lnTo>
                    <a:pt x="3978" y="15296"/>
                  </a:lnTo>
                  <a:lnTo>
                    <a:pt x="2142" y="15602"/>
                  </a:lnTo>
                  <a:lnTo>
                    <a:pt x="2448" y="15296"/>
                  </a:lnTo>
                  <a:lnTo>
                    <a:pt x="2142" y="14378"/>
                  </a:lnTo>
                  <a:lnTo>
                    <a:pt x="2142" y="12237"/>
                  </a:lnTo>
                  <a:lnTo>
                    <a:pt x="2142" y="8566"/>
                  </a:lnTo>
                  <a:lnTo>
                    <a:pt x="1530" y="7648"/>
                  </a:lnTo>
                  <a:lnTo>
                    <a:pt x="1530" y="6119"/>
                  </a:lnTo>
                  <a:lnTo>
                    <a:pt x="1" y="4895"/>
                  </a:lnTo>
                  <a:lnTo>
                    <a:pt x="307" y="3365"/>
                  </a:lnTo>
                  <a:lnTo>
                    <a:pt x="1836" y="2448"/>
                  </a:lnTo>
                  <a:lnTo>
                    <a:pt x="3060" y="2142"/>
                  </a:lnTo>
                  <a:lnTo>
                    <a:pt x="3978" y="1836"/>
                  </a:lnTo>
                  <a:lnTo>
                    <a:pt x="3978" y="1224"/>
                  </a:lnTo>
                  <a:lnTo>
                    <a:pt x="4284" y="918"/>
                  </a:lnTo>
                  <a:lnTo>
                    <a:pt x="3978" y="306"/>
                  </a:lnTo>
                  <a:lnTo>
                    <a:pt x="5201" y="0"/>
                  </a:lnTo>
                  <a:lnTo>
                    <a:pt x="6119" y="612"/>
                  </a:lnTo>
                  <a:lnTo>
                    <a:pt x="6425" y="1224"/>
                  </a:lnTo>
                  <a:lnTo>
                    <a:pt x="7037" y="1530"/>
                  </a:lnTo>
                  <a:lnTo>
                    <a:pt x="7037" y="1530"/>
                  </a:lnTo>
                  <a:lnTo>
                    <a:pt x="7037" y="153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0" name="Google Shape;1730;p61"/>
            <p:cNvSpPr/>
            <p:nvPr/>
          </p:nvSpPr>
          <p:spPr>
            <a:xfrm>
              <a:off x="3408475" y="4291450"/>
              <a:ext cx="581250" cy="604200"/>
            </a:xfrm>
            <a:custGeom>
              <a:rect b="b" l="l" r="r" t="t"/>
              <a:pathLst>
                <a:path extrusionOk="0" h="24168" w="23250">
                  <a:moveTo>
                    <a:pt x="13154" y="1"/>
                  </a:moveTo>
                  <a:lnTo>
                    <a:pt x="13154" y="612"/>
                  </a:lnTo>
                  <a:lnTo>
                    <a:pt x="14684" y="3060"/>
                  </a:lnTo>
                  <a:lnTo>
                    <a:pt x="15296" y="4589"/>
                  </a:lnTo>
                  <a:lnTo>
                    <a:pt x="16825" y="5507"/>
                  </a:lnTo>
                  <a:lnTo>
                    <a:pt x="17743" y="6119"/>
                  </a:lnTo>
                  <a:lnTo>
                    <a:pt x="18049" y="7037"/>
                  </a:lnTo>
                  <a:lnTo>
                    <a:pt x="18967" y="7037"/>
                  </a:lnTo>
                  <a:lnTo>
                    <a:pt x="18967" y="8566"/>
                  </a:lnTo>
                  <a:lnTo>
                    <a:pt x="19884" y="9790"/>
                  </a:lnTo>
                  <a:lnTo>
                    <a:pt x="22332" y="10402"/>
                  </a:lnTo>
                  <a:lnTo>
                    <a:pt x="22638" y="11013"/>
                  </a:lnTo>
                  <a:lnTo>
                    <a:pt x="23249" y="11625"/>
                  </a:lnTo>
                  <a:lnTo>
                    <a:pt x="22332" y="11625"/>
                  </a:lnTo>
                  <a:lnTo>
                    <a:pt x="22026" y="12237"/>
                  </a:lnTo>
                  <a:lnTo>
                    <a:pt x="20496" y="12849"/>
                  </a:lnTo>
                  <a:lnTo>
                    <a:pt x="19273" y="14073"/>
                  </a:lnTo>
                  <a:lnTo>
                    <a:pt x="18049" y="14990"/>
                  </a:lnTo>
                  <a:lnTo>
                    <a:pt x="17437" y="15602"/>
                  </a:lnTo>
                  <a:lnTo>
                    <a:pt x="16825" y="17132"/>
                  </a:lnTo>
                  <a:lnTo>
                    <a:pt x="15908" y="18049"/>
                  </a:lnTo>
                  <a:lnTo>
                    <a:pt x="14684" y="18661"/>
                  </a:lnTo>
                  <a:lnTo>
                    <a:pt x="13766" y="20803"/>
                  </a:lnTo>
                  <a:lnTo>
                    <a:pt x="13460" y="21109"/>
                  </a:lnTo>
                  <a:lnTo>
                    <a:pt x="11319" y="21414"/>
                  </a:lnTo>
                  <a:lnTo>
                    <a:pt x="10707" y="21109"/>
                  </a:lnTo>
                  <a:lnTo>
                    <a:pt x="10401" y="20803"/>
                  </a:lnTo>
                  <a:lnTo>
                    <a:pt x="9789" y="20803"/>
                  </a:lnTo>
                  <a:lnTo>
                    <a:pt x="8566" y="19885"/>
                  </a:lnTo>
                  <a:lnTo>
                    <a:pt x="7342" y="19885"/>
                  </a:lnTo>
                  <a:lnTo>
                    <a:pt x="7036" y="20497"/>
                  </a:lnTo>
                  <a:lnTo>
                    <a:pt x="6730" y="22026"/>
                  </a:lnTo>
                  <a:lnTo>
                    <a:pt x="6424" y="22332"/>
                  </a:lnTo>
                  <a:lnTo>
                    <a:pt x="5507" y="22944"/>
                  </a:lnTo>
                  <a:lnTo>
                    <a:pt x="4895" y="23556"/>
                  </a:lnTo>
                  <a:lnTo>
                    <a:pt x="4589" y="23862"/>
                  </a:lnTo>
                  <a:lnTo>
                    <a:pt x="3977" y="24168"/>
                  </a:lnTo>
                  <a:lnTo>
                    <a:pt x="1530" y="24168"/>
                  </a:lnTo>
                  <a:lnTo>
                    <a:pt x="1530" y="23250"/>
                  </a:lnTo>
                  <a:lnTo>
                    <a:pt x="2142" y="22332"/>
                  </a:lnTo>
                  <a:lnTo>
                    <a:pt x="1836" y="21414"/>
                  </a:lnTo>
                  <a:lnTo>
                    <a:pt x="918" y="19273"/>
                  </a:lnTo>
                  <a:lnTo>
                    <a:pt x="0" y="18355"/>
                  </a:lnTo>
                  <a:lnTo>
                    <a:pt x="0" y="17438"/>
                  </a:lnTo>
                  <a:lnTo>
                    <a:pt x="0" y="15908"/>
                  </a:lnTo>
                  <a:lnTo>
                    <a:pt x="0" y="14990"/>
                  </a:lnTo>
                  <a:lnTo>
                    <a:pt x="0" y="11013"/>
                  </a:lnTo>
                  <a:lnTo>
                    <a:pt x="2447" y="11013"/>
                  </a:lnTo>
                  <a:lnTo>
                    <a:pt x="2447" y="1224"/>
                  </a:lnTo>
                  <a:lnTo>
                    <a:pt x="6424" y="612"/>
                  </a:lnTo>
                  <a:lnTo>
                    <a:pt x="7954" y="306"/>
                  </a:lnTo>
                  <a:lnTo>
                    <a:pt x="8872" y="1530"/>
                  </a:lnTo>
                  <a:lnTo>
                    <a:pt x="10401" y="612"/>
                  </a:lnTo>
                  <a:lnTo>
                    <a:pt x="11013" y="306"/>
                  </a:lnTo>
                  <a:lnTo>
                    <a:pt x="11319" y="612"/>
                  </a:lnTo>
                  <a:lnTo>
                    <a:pt x="11931" y="1"/>
                  </a:lnTo>
                  <a:lnTo>
                    <a:pt x="13154" y="1"/>
                  </a:lnTo>
                  <a:lnTo>
                    <a:pt x="13154"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1" name="Google Shape;1731;p61"/>
            <p:cNvSpPr/>
            <p:nvPr/>
          </p:nvSpPr>
          <p:spPr>
            <a:xfrm>
              <a:off x="3408475" y="4291450"/>
              <a:ext cx="581250" cy="604200"/>
            </a:xfrm>
            <a:custGeom>
              <a:rect b="b" l="l" r="r" t="t"/>
              <a:pathLst>
                <a:path extrusionOk="0" fill="none" h="24168" w="23250">
                  <a:moveTo>
                    <a:pt x="13154" y="1"/>
                  </a:moveTo>
                  <a:lnTo>
                    <a:pt x="13154" y="612"/>
                  </a:lnTo>
                  <a:lnTo>
                    <a:pt x="14684" y="3060"/>
                  </a:lnTo>
                  <a:lnTo>
                    <a:pt x="15296" y="4589"/>
                  </a:lnTo>
                  <a:lnTo>
                    <a:pt x="16825" y="5507"/>
                  </a:lnTo>
                  <a:lnTo>
                    <a:pt x="17743" y="6119"/>
                  </a:lnTo>
                  <a:lnTo>
                    <a:pt x="18049" y="7037"/>
                  </a:lnTo>
                  <a:lnTo>
                    <a:pt x="18967" y="7037"/>
                  </a:lnTo>
                  <a:lnTo>
                    <a:pt x="18967" y="8566"/>
                  </a:lnTo>
                  <a:lnTo>
                    <a:pt x="19884" y="9790"/>
                  </a:lnTo>
                  <a:lnTo>
                    <a:pt x="22332" y="10402"/>
                  </a:lnTo>
                  <a:lnTo>
                    <a:pt x="22638" y="11013"/>
                  </a:lnTo>
                  <a:lnTo>
                    <a:pt x="23249" y="11625"/>
                  </a:lnTo>
                  <a:lnTo>
                    <a:pt x="22332" y="11625"/>
                  </a:lnTo>
                  <a:lnTo>
                    <a:pt x="22026" y="12237"/>
                  </a:lnTo>
                  <a:lnTo>
                    <a:pt x="20496" y="12849"/>
                  </a:lnTo>
                  <a:lnTo>
                    <a:pt x="19273" y="14073"/>
                  </a:lnTo>
                  <a:lnTo>
                    <a:pt x="18049" y="14990"/>
                  </a:lnTo>
                  <a:lnTo>
                    <a:pt x="17437" y="15602"/>
                  </a:lnTo>
                  <a:lnTo>
                    <a:pt x="16825" y="17132"/>
                  </a:lnTo>
                  <a:lnTo>
                    <a:pt x="15908" y="18049"/>
                  </a:lnTo>
                  <a:lnTo>
                    <a:pt x="14684" y="18661"/>
                  </a:lnTo>
                  <a:lnTo>
                    <a:pt x="13766" y="20803"/>
                  </a:lnTo>
                  <a:lnTo>
                    <a:pt x="13460" y="21109"/>
                  </a:lnTo>
                  <a:lnTo>
                    <a:pt x="11319" y="21414"/>
                  </a:lnTo>
                  <a:lnTo>
                    <a:pt x="10707" y="21109"/>
                  </a:lnTo>
                  <a:lnTo>
                    <a:pt x="10401" y="20803"/>
                  </a:lnTo>
                  <a:lnTo>
                    <a:pt x="9789" y="20803"/>
                  </a:lnTo>
                  <a:lnTo>
                    <a:pt x="8566" y="19885"/>
                  </a:lnTo>
                  <a:lnTo>
                    <a:pt x="7342" y="19885"/>
                  </a:lnTo>
                  <a:lnTo>
                    <a:pt x="7036" y="20497"/>
                  </a:lnTo>
                  <a:lnTo>
                    <a:pt x="6730" y="22026"/>
                  </a:lnTo>
                  <a:lnTo>
                    <a:pt x="6424" y="22332"/>
                  </a:lnTo>
                  <a:lnTo>
                    <a:pt x="5507" y="22944"/>
                  </a:lnTo>
                  <a:lnTo>
                    <a:pt x="4895" y="23556"/>
                  </a:lnTo>
                  <a:lnTo>
                    <a:pt x="4589" y="23862"/>
                  </a:lnTo>
                  <a:lnTo>
                    <a:pt x="3977" y="24168"/>
                  </a:lnTo>
                  <a:lnTo>
                    <a:pt x="1530" y="24168"/>
                  </a:lnTo>
                  <a:lnTo>
                    <a:pt x="1530" y="23250"/>
                  </a:lnTo>
                  <a:lnTo>
                    <a:pt x="2142" y="22332"/>
                  </a:lnTo>
                  <a:lnTo>
                    <a:pt x="1836" y="21414"/>
                  </a:lnTo>
                  <a:lnTo>
                    <a:pt x="918" y="19273"/>
                  </a:lnTo>
                  <a:lnTo>
                    <a:pt x="0" y="18355"/>
                  </a:lnTo>
                  <a:lnTo>
                    <a:pt x="0" y="17438"/>
                  </a:lnTo>
                  <a:lnTo>
                    <a:pt x="0" y="15908"/>
                  </a:lnTo>
                  <a:lnTo>
                    <a:pt x="0" y="14990"/>
                  </a:lnTo>
                  <a:lnTo>
                    <a:pt x="0" y="11013"/>
                  </a:lnTo>
                  <a:lnTo>
                    <a:pt x="2447" y="11013"/>
                  </a:lnTo>
                  <a:lnTo>
                    <a:pt x="2447" y="1224"/>
                  </a:lnTo>
                  <a:lnTo>
                    <a:pt x="6424" y="612"/>
                  </a:lnTo>
                  <a:lnTo>
                    <a:pt x="7954" y="306"/>
                  </a:lnTo>
                  <a:lnTo>
                    <a:pt x="8872" y="1530"/>
                  </a:lnTo>
                  <a:lnTo>
                    <a:pt x="10401" y="612"/>
                  </a:lnTo>
                  <a:lnTo>
                    <a:pt x="11013" y="306"/>
                  </a:lnTo>
                  <a:lnTo>
                    <a:pt x="11319" y="612"/>
                  </a:lnTo>
                  <a:lnTo>
                    <a:pt x="11931" y="1"/>
                  </a:lnTo>
                  <a:lnTo>
                    <a:pt x="13154" y="1"/>
                  </a:lnTo>
                  <a:lnTo>
                    <a:pt x="13154"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2" name="Google Shape;1732;p61"/>
            <p:cNvSpPr/>
            <p:nvPr/>
          </p:nvSpPr>
          <p:spPr>
            <a:xfrm>
              <a:off x="2919000" y="2830725"/>
              <a:ext cx="1193100" cy="1177775"/>
            </a:xfrm>
            <a:custGeom>
              <a:rect b="b" l="l" r="r" t="t"/>
              <a:pathLst>
                <a:path extrusionOk="0" h="47111" w="47724">
                  <a:moveTo>
                    <a:pt x="37934" y="612"/>
                  </a:moveTo>
                  <a:lnTo>
                    <a:pt x="38546" y="1224"/>
                  </a:lnTo>
                  <a:lnTo>
                    <a:pt x="39157" y="1836"/>
                  </a:lnTo>
                  <a:lnTo>
                    <a:pt x="39463" y="1836"/>
                  </a:lnTo>
                  <a:lnTo>
                    <a:pt x="39463" y="2142"/>
                  </a:lnTo>
                  <a:lnTo>
                    <a:pt x="40381" y="2448"/>
                  </a:lnTo>
                  <a:lnTo>
                    <a:pt x="41299" y="1836"/>
                  </a:lnTo>
                  <a:lnTo>
                    <a:pt x="42523" y="2448"/>
                  </a:lnTo>
                  <a:lnTo>
                    <a:pt x="42828" y="2142"/>
                  </a:lnTo>
                  <a:lnTo>
                    <a:pt x="43134" y="1530"/>
                  </a:lnTo>
                  <a:lnTo>
                    <a:pt x="43134" y="1530"/>
                  </a:lnTo>
                  <a:lnTo>
                    <a:pt x="43746" y="1836"/>
                  </a:lnTo>
                  <a:lnTo>
                    <a:pt x="44052" y="2448"/>
                  </a:lnTo>
                  <a:lnTo>
                    <a:pt x="44358" y="2754"/>
                  </a:lnTo>
                  <a:lnTo>
                    <a:pt x="44970" y="3365"/>
                  </a:lnTo>
                  <a:lnTo>
                    <a:pt x="45888" y="3671"/>
                  </a:lnTo>
                  <a:lnTo>
                    <a:pt x="45888" y="4283"/>
                  </a:lnTo>
                  <a:lnTo>
                    <a:pt x="46193" y="4283"/>
                  </a:lnTo>
                  <a:lnTo>
                    <a:pt x="46499" y="4589"/>
                  </a:lnTo>
                  <a:lnTo>
                    <a:pt x="46805" y="4589"/>
                  </a:lnTo>
                  <a:lnTo>
                    <a:pt x="46805" y="4589"/>
                  </a:lnTo>
                  <a:lnTo>
                    <a:pt x="46193" y="5507"/>
                  </a:lnTo>
                  <a:lnTo>
                    <a:pt x="46499" y="6119"/>
                  </a:lnTo>
                  <a:lnTo>
                    <a:pt x="46193" y="7036"/>
                  </a:lnTo>
                  <a:lnTo>
                    <a:pt x="46499" y="7342"/>
                  </a:lnTo>
                  <a:lnTo>
                    <a:pt x="46805" y="7342"/>
                  </a:lnTo>
                  <a:lnTo>
                    <a:pt x="47417" y="7648"/>
                  </a:lnTo>
                  <a:lnTo>
                    <a:pt x="47723" y="7954"/>
                  </a:lnTo>
                  <a:lnTo>
                    <a:pt x="46805" y="8872"/>
                  </a:lnTo>
                  <a:lnTo>
                    <a:pt x="44970" y="10401"/>
                  </a:lnTo>
                  <a:lnTo>
                    <a:pt x="44970" y="11013"/>
                  </a:lnTo>
                  <a:lnTo>
                    <a:pt x="44358" y="11319"/>
                  </a:lnTo>
                  <a:lnTo>
                    <a:pt x="44358" y="11931"/>
                  </a:lnTo>
                  <a:lnTo>
                    <a:pt x="44358" y="12237"/>
                  </a:lnTo>
                  <a:lnTo>
                    <a:pt x="43746" y="13155"/>
                  </a:lnTo>
                  <a:lnTo>
                    <a:pt x="43746" y="14072"/>
                  </a:lnTo>
                  <a:lnTo>
                    <a:pt x="43440" y="14684"/>
                  </a:lnTo>
                  <a:lnTo>
                    <a:pt x="43440" y="15908"/>
                  </a:lnTo>
                  <a:lnTo>
                    <a:pt x="43440" y="16825"/>
                  </a:lnTo>
                  <a:lnTo>
                    <a:pt x="43134" y="16825"/>
                  </a:lnTo>
                  <a:lnTo>
                    <a:pt x="42828" y="17131"/>
                  </a:lnTo>
                  <a:lnTo>
                    <a:pt x="42217" y="17743"/>
                  </a:lnTo>
                  <a:lnTo>
                    <a:pt x="42217" y="18661"/>
                  </a:lnTo>
                  <a:lnTo>
                    <a:pt x="41605" y="19273"/>
                  </a:lnTo>
                  <a:lnTo>
                    <a:pt x="41605" y="19885"/>
                  </a:lnTo>
                  <a:lnTo>
                    <a:pt x="41911" y="20191"/>
                  </a:lnTo>
                  <a:lnTo>
                    <a:pt x="41911" y="20191"/>
                  </a:lnTo>
                  <a:lnTo>
                    <a:pt x="42523" y="21108"/>
                  </a:lnTo>
                  <a:lnTo>
                    <a:pt x="42523" y="22944"/>
                  </a:lnTo>
                  <a:lnTo>
                    <a:pt x="42828" y="23556"/>
                  </a:lnTo>
                  <a:lnTo>
                    <a:pt x="42828" y="24473"/>
                  </a:lnTo>
                  <a:lnTo>
                    <a:pt x="42828" y="25697"/>
                  </a:lnTo>
                  <a:lnTo>
                    <a:pt x="43440" y="27532"/>
                  </a:lnTo>
                  <a:lnTo>
                    <a:pt x="43134" y="28144"/>
                  </a:lnTo>
                  <a:lnTo>
                    <a:pt x="43134" y="28756"/>
                  </a:lnTo>
                  <a:lnTo>
                    <a:pt x="43746" y="29674"/>
                  </a:lnTo>
                  <a:lnTo>
                    <a:pt x="44664" y="30286"/>
                  </a:lnTo>
                  <a:lnTo>
                    <a:pt x="45276" y="31203"/>
                  </a:lnTo>
                  <a:lnTo>
                    <a:pt x="45582" y="32121"/>
                  </a:lnTo>
                  <a:lnTo>
                    <a:pt x="46193" y="33651"/>
                  </a:lnTo>
                  <a:lnTo>
                    <a:pt x="45888" y="33957"/>
                  </a:lnTo>
                  <a:lnTo>
                    <a:pt x="41911" y="34568"/>
                  </a:lnTo>
                  <a:lnTo>
                    <a:pt x="41605" y="35486"/>
                  </a:lnTo>
                  <a:lnTo>
                    <a:pt x="40381" y="36404"/>
                  </a:lnTo>
                  <a:lnTo>
                    <a:pt x="40687" y="36710"/>
                  </a:lnTo>
                  <a:lnTo>
                    <a:pt x="40993" y="37933"/>
                  </a:lnTo>
                  <a:lnTo>
                    <a:pt x="40993" y="38851"/>
                  </a:lnTo>
                  <a:lnTo>
                    <a:pt x="40993" y="40075"/>
                  </a:lnTo>
                  <a:lnTo>
                    <a:pt x="40687" y="40381"/>
                  </a:lnTo>
                  <a:lnTo>
                    <a:pt x="40381" y="41910"/>
                  </a:lnTo>
                  <a:lnTo>
                    <a:pt x="40381" y="42828"/>
                  </a:lnTo>
                  <a:lnTo>
                    <a:pt x="41299" y="43440"/>
                  </a:lnTo>
                  <a:lnTo>
                    <a:pt x="41911" y="44358"/>
                  </a:lnTo>
                  <a:lnTo>
                    <a:pt x="43134" y="44664"/>
                  </a:lnTo>
                  <a:lnTo>
                    <a:pt x="43134" y="44664"/>
                  </a:lnTo>
                  <a:lnTo>
                    <a:pt x="43134" y="44358"/>
                  </a:lnTo>
                  <a:lnTo>
                    <a:pt x="43134" y="44052"/>
                  </a:lnTo>
                  <a:lnTo>
                    <a:pt x="43746" y="43746"/>
                  </a:lnTo>
                  <a:lnTo>
                    <a:pt x="44052" y="44664"/>
                  </a:lnTo>
                  <a:lnTo>
                    <a:pt x="44052" y="46805"/>
                  </a:lnTo>
                  <a:lnTo>
                    <a:pt x="43746" y="47111"/>
                  </a:lnTo>
                  <a:lnTo>
                    <a:pt x="43440" y="47111"/>
                  </a:lnTo>
                  <a:lnTo>
                    <a:pt x="43440" y="46499"/>
                  </a:lnTo>
                  <a:lnTo>
                    <a:pt x="43440" y="46499"/>
                  </a:lnTo>
                  <a:lnTo>
                    <a:pt x="42523" y="47111"/>
                  </a:lnTo>
                  <a:lnTo>
                    <a:pt x="41911" y="46805"/>
                  </a:lnTo>
                  <a:lnTo>
                    <a:pt x="41299" y="45887"/>
                  </a:lnTo>
                  <a:lnTo>
                    <a:pt x="40993" y="45581"/>
                  </a:lnTo>
                  <a:lnTo>
                    <a:pt x="40687" y="45581"/>
                  </a:lnTo>
                  <a:lnTo>
                    <a:pt x="40687" y="45275"/>
                  </a:lnTo>
                  <a:lnTo>
                    <a:pt x="40687" y="44969"/>
                  </a:lnTo>
                  <a:lnTo>
                    <a:pt x="40381" y="44664"/>
                  </a:lnTo>
                  <a:lnTo>
                    <a:pt x="39463" y="44358"/>
                  </a:lnTo>
                  <a:lnTo>
                    <a:pt x="39157" y="44052"/>
                  </a:lnTo>
                  <a:lnTo>
                    <a:pt x="38546" y="44052"/>
                  </a:lnTo>
                  <a:lnTo>
                    <a:pt x="38240" y="43746"/>
                  </a:lnTo>
                  <a:lnTo>
                    <a:pt x="37934" y="43134"/>
                  </a:lnTo>
                  <a:lnTo>
                    <a:pt x="37628" y="42828"/>
                  </a:lnTo>
                  <a:lnTo>
                    <a:pt x="37322" y="42216"/>
                  </a:lnTo>
                  <a:lnTo>
                    <a:pt x="37016" y="42522"/>
                  </a:lnTo>
                  <a:lnTo>
                    <a:pt x="37016" y="43134"/>
                  </a:lnTo>
                  <a:lnTo>
                    <a:pt x="36710" y="43440"/>
                  </a:lnTo>
                  <a:lnTo>
                    <a:pt x="36098" y="43440"/>
                  </a:lnTo>
                  <a:lnTo>
                    <a:pt x="35487" y="43134"/>
                  </a:lnTo>
                  <a:lnTo>
                    <a:pt x="34569" y="43134"/>
                  </a:lnTo>
                  <a:lnTo>
                    <a:pt x="33651" y="42828"/>
                  </a:lnTo>
                  <a:lnTo>
                    <a:pt x="33345" y="42828"/>
                  </a:lnTo>
                  <a:lnTo>
                    <a:pt x="32733" y="42522"/>
                  </a:lnTo>
                  <a:lnTo>
                    <a:pt x="32733" y="41910"/>
                  </a:lnTo>
                  <a:lnTo>
                    <a:pt x="32733" y="41298"/>
                  </a:lnTo>
                  <a:lnTo>
                    <a:pt x="31816" y="41604"/>
                  </a:lnTo>
                  <a:lnTo>
                    <a:pt x="30592" y="41910"/>
                  </a:lnTo>
                  <a:lnTo>
                    <a:pt x="30286" y="41910"/>
                  </a:lnTo>
                  <a:lnTo>
                    <a:pt x="30286" y="41604"/>
                  </a:lnTo>
                  <a:lnTo>
                    <a:pt x="30286" y="40993"/>
                  </a:lnTo>
                  <a:lnTo>
                    <a:pt x="29980" y="40993"/>
                  </a:lnTo>
                  <a:lnTo>
                    <a:pt x="29674" y="40687"/>
                  </a:lnTo>
                  <a:lnTo>
                    <a:pt x="29368" y="40687"/>
                  </a:lnTo>
                  <a:lnTo>
                    <a:pt x="29062" y="40993"/>
                  </a:lnTo>
                  <a:lnTo>
                    <a:pt x="28145" y="40687"/>
                  </a:lnTo>
                  <a:lnTo>
                    <a:pt x="27227" y="40993"/>
                  </a:lnTo>
                  <a:lnTo>
                    <a:pt x="26003" y="40993"/>
                  </a:lnTo>
                  <a:lnTo>
                    <a:pt x="25697" y="40993"/>
                  </a:lnTo>
                  <a:lnTo>
                    <a:pt x="25697" y="41298"/>
                  </a:lnTo>
                  <a:lnTo>
                    <a:pt x="25086" y="41298"/>
                  </a:lnTo>
                  <a:lnTo>
                    <a:pt x="24780" y="40381"/>
                  </a:lnTo>
                  <a:lnTo>
                    <a:pt x="25391" y="40075"/>
                  </a:lnTo>
                  <a:lnTo>
                    <a:pt x="25391" y="39157"/>
                  </a:lnTo>
                  <a:lnTo>
                    <a:pt x="24780" y="38239"/>
                  </a:lnTo>
                  <a:lnTo>
                    <a:pt x="24168" y="37322"/>
                  </a:lnTo>
                  <a:lnTo>
                    <a:pt x="23862" y="36710"/>
                  </a:lnTo>
                  <a:lnTo>
                    <a:pt x="24474" y="34568"/>
                  </a:lnTo>
                  <a:lnTo>
                    <a:pt x="23862" y="33039"/>
                  </a:lnTo>
                  <a:lnTo>
                    <a:pt x="24168" y="32121"/>
                  </a:lnTo>
                  <a:lnTo>
                    <a:pt x="23862" y="31509"/>
                  </a:lnTo>
                  <a:lnTo>
                    <a:pt x="20803" y="31509"/>
                  </a:lnTo>
                  <a:lnTo>
                    <a:pt x="20803" y="31203"/>
                  </a:lnTo>
                  <a:lnTo>
                    <a:pt x="21109" y="30592"/>
                  </a:lnTo>
                  <a:lnTo>
                    <a:pt x="20803" y="30592"/>
                  </a:lnTo>
                  <a:lnTo>
                    <a:pt x="20497" y="30592"/>
                  </a:lnTo>
                  <a:lnTo>
                    <a:pt x="20191" y="30592"/>
                  </a:lnTo>
                  <a:lnTo>
                    <a:pt x="18355" y="30897"/>
                  </a:lnTo>
                  <a:lnTo>
                    <a:pt x="18355" y="31509"/>
                  </a:lnTo>
                  <a:lnTo>
                    <a:pt x="18355" y="31815"/>
                  </a:lnTo>
                  <a:lnTo>
                    <a:pt x="18050" y="32121"/>
                  </a:lnTo>
                  <a:lnTo>
                    <a:pt x="17744" y="33345"/>
                  </a:lnTo>
                  <a:lnTo>
                    <a:pt x="16520" y="33345"/>
                  </a:lnTo>
                  <a:lnTo>
                    <a:pt x="16520" y="33039"/>
                  </a:lnTo>
                  <a:lnTo>
                    <a:pt x="15908" y="33039"/>
                  </a:lnTo>
                  <a:lnTo>
                    <a:pt x="15602" y="33345"/>
                  </a:lnTo>
                  <a:lnTo>
                    <a:pt x="14990" y="33345"/>
                  </a:lnTo>
                  <a:lnTo>
                    <a:pt x="14685" y="33345"/>
                  </a:lnTo>
                  <a:lnTo>
                    <a:pt x="13461" y="33651"/>
                  </a:lnTo>
                  <a:lnTo>
                    <a:pt x="13461" y="33345"/>
                  </a:lnTo>
                  <a:lnTo>
                    <a:pt x="12543" y="31815"/>
                  </a:lnTo>
                  <a:lnTo>
                    <a:pt x="11931" y="31509"/>
                  </a:lnTo>
                  <a:lnTo>
                    <a:pt x="11625" y="30592"/>
                  </a:lnTo>
                  <a:lnTo>
                    <a:pt x="11625" y="30286"/>
                  </a:lnTo>
                  <a:lnTo>
                    <a:pt x="11319" y="29368"/>
                  </a:lnTo>
                  <a:lnTo>
                    <a:pt x="11319" y="28756"/>
                  </a:lnTo>
                  <a:lnTo>
                    <a:pt x="10708" y="27838"/>
                  </a:lnTo>
                  <a:lnTo>
                    <a:pt x="5813" y="28144"/>
                  </a:lnTo>
                  <a:lnTo>
                    <a:pt x="4284" y="27838"/>
                  </a:lnTo>
                  <a:lnTo>
                    <a:pt x="2448" y="27838"/>
                  </a:lnTo>
                  <a:lnTo>
                    <a:pt x="2142" y="27838"/>
                  </a:lnTo>
                  <a:lnTo>
                    <a:pt x="2142" y="27838"/>
                  </a:lnTo>
                  <a:lnTo>
                    <a:pt x="1836" y="27838"/>
                  </a:lnTo>
                  <a:lnTo>
                    <a:pt x="1836" y="28144"/>
                  </a:lnTo>
                  <a:lnTo>
                    <a:pt x="1530" y="28144"/>
                  </a:lnTo>
                  <a:lnTo>
                    <a:pt x="1530" y="28144"/>
                  </a:lnTo>
                  <a:lnTo>
                    <a:pt x="1530" y="28144"/>
                  </a:lnTo>
                  <a:lnTo>
                    <a:pt x="918" y="28144"/>
                  </a:lnTo>
                  <a:lnTo>
                    <a:pt x="613" y="28144"/>
                  </a:lnTo>
                  <a:lnTo>
                    <a:pt x="1" y="27532"/>
                  </a:lnTo>
                  <a:lnTo>
                    <a:pt x="918" y="27532"/>
                  </a:lnTo>
                  <a:lnTo>
                    <a:pt x="918" y="26309"/>
                  </a:lnTo>
                  <a:lnTo>
                    <a:pt x="918" y="26003"/>
                  </a:lnTo>
                  <a:lnTo>
                    <a:pt x="1224" y="25697"/>
                  </a:lnTo>
                  <a:lnTo>
                    <a:pt x="1836" y="25085"/>
                  </a:lnTo>
                  <a:lnTo>
                    <a:pt x="2142" y="25085"/>
                  </a:lnTo>
                  <a:lnTo>
                    <a:pt x="2448" y="24779"/>
                  </a:lnTo>
                  <a:lnTo>
                    <a:pt x="3366" y="25391"/>
                  </a:lnTo>
                  <a:lnTo>
                    <a:pt x="3672" y="25085"/>
                  </a:lnTo>
                  <a:lnTo>
                    <a:pt x="3978" y="24473"/>
                  </a:lnTo>
                  <a:lnTo>
                    <a:pt x="4589" y="24473"/>
                  </a:lnTo>
                  <a:lnTo>
                    <a:pt x="5507" y="24167"/>
                  </a:lnTo>
                  <a:lnTo>
                    <a:pt x="5507" y="24167"/>
                  </a:lnTo>
                  <a:lnTo>
                    <a:pt x="5507" y="24779"/>
                  </a:lnTo>
                  <a:lnTo>
                    <a:pt x="5507" y="25391"/>
                  </a:lnTo>
                  <a:lnTo>
                    <a:pt x="6425" y="25391"/>
                  </a:lnTo>
                  <a:lnTo>
                    <a:pt x="6731" y="25085"/>
                  </a:lnTo>
                  <a:lnTo>
                    <a:pt x="7649" y="24167"/>
                  </a:lnTo>
                  <a:lnTo>
                    <a:pt x="8260" y="23861"/>
                  </a:lnTo>
                  <a:lnTo>
                    <a:pt x="8566" y="23250"/>
                  </a:lnTo>
                  <a:lnTo>
                    <a:pt x="9178" y="22944"/>
                  </a:lnTo>
                  <a:lnTo>
                    <a:pt x="10096" y="21720"/>
                  </a:lnTo>
                  <a:lnTo>
                    <a:pt x="10096" y="18661"/>
                  </a:lnTo>
                  <a:lnTo>
                    <a:pt x="11014" y="17743"/>
                  </a:lnTo>
                  <a:lnTo>
                    <a:pt x="11319" y="16825"/>
                  </a:lnTo>
                  <a:lnTo>
                    <a:pt x="11625" y="16520"/>
                  </a:lnTo>
                  <a:lnTo>
                    <a:pt x="11931" y="15908"/>
                  </a:lnTo>
                  <a:lnTo>
                    <a:pt x="12849" y="15602"/>
                  </a:lnTo>
                  <a:lnTo>
                    <a:pt x="13767" y="14684"/>
                  </a:lnTo>
                  <a:lnTo>
                    <a:pt x="13767" y="14684"/>
                  </a:lnTo>
                  <a:lnTo>
                    <a:pt x="13767" y="14072"/>
                  </a:lnTo>
                  <a:lnTo>
                    <a:pt x="13767" y="13766"/>
                  </a:lnTo>
                  <a:lnTo>
                    <a:pt x="14073" y="12849"/>
                  </a:lnTo>
                  <a:lnTo>
                    <a:pt x="14379" y="12237"/>
                  </a:lnTo>
                  <a:lnTo>
                    <a:pt x="14379" y="11931"/>
                  </a:lnTo>
                  <a:lnTo>
                    <a:pt x="14073" y="11625"/>
                  </a:lnTo>
                  <a:lnTo>
                    <a:pt x="14073" y="10707"/>
                  </a:lnTo>
                  <a:lnTo>
                    <a:pt x="14685" y="9484"/>
                  </a:lnTo>
                  <a:lnTo>
                    <a:pt x="14685" y="7648"/>
                  </a:lnTo>
                  <a:lnTo>
                    <a:pt x="15908" y="5507"/>
                  </a:lnTo>
                  <a:lnTo>
                    <a:pt x="16214" y="4589"/>
                  </a:lnTo>
                  <a:lnTo>
                    <a:pt x="15908" y="3977"/>
                  </a:lnTo>
                  <a:lnTo>
                    <a:pt x="16214" y="3059"/>
                  </a:lnTo>
                  <a:lnTo>
                    <a:pt x="15908" y="2448"/>
                  </a:lnTo>
                  <a:lnTo>
                    <a:pt x="16520" y="2142"/>
                  </a:lnTo>
                  <a:lnTo>
                    <a:pt x="17132" y="918"/>
                  </a:lnTo>
                  <a:lnTo>
                    <a:pt x="18050" y="612"/>
                  </a:lnTo>
                  <a:lnTo>
                    <a:pt x="18661" y="612"/>
                  </a:lnTo>
                  <a:lnTo>
                    <a:pt x="20191" y="1530"/>
                  </a:lnTo>
                  <a:lnTo>
                    <a:pt x="20497" y="1530"/>
                  </a:lnTo>
                  <a:lnTo>
                    <a:pt x="20803" y="2142"/>
                  </a:lnTo>
                  <a:lnTo>
                    <a:pt x="21721" y="2142"/>
                  </a:lnTo>
                  <a:lnTo>
                    <a:pt x="22026" y="2448"/>
                  </a:lnTo>
                  <a:lnTo>
                    <a:pt x="22332" y="2448"/>
                  </a:lnTo>
                  <a:lnTo>
                    <a:pt x="23250" y="2754"/>
                  </a:lnTo>
                  <a:lnTo>
                    <a:pt x="23862" y="2448"/>
                  </a:lnTo>
                  <a:lnTo>
                    <a:pt x="25086" y="2754"/>
                  </a:lnTo>
                  <a:lnTo>
                    <a:pt x="25391" y="3059"/>
                  </a:lnTo>
                  <a:lnTo>
                    <a:pt x="25697" y="2754"/>
                  </a:lnTo>
                  <a:lnTo>
                    <a:pt x="26003" y="2142"/>
                  </a:lnTo>
                  <a:lnTo>
                    <a:pt x="26921" y="1224"/>
                  </a:lnTo>
                  <a:lnTo>
                    <a:pt x="27533" y="1530"/>
                  </a:lnTo>
                  <a:lnTo>
                    <a:pt x="27839" y="1836"/>
                  </a:lnTo>
                  <a:lnTo>
                    <a:pt x="28451" y="1530"/>
                  </a:lnTo>
                  <a:lnTo>
                    <a:pt x="29980" y="918"/>
                  </a:lnTo>
                  <a:lnTo>
                    <a:pt x="30286" y="612"/>
                  </a:lnTo>
                  <a:lnTo>
                    <a:pt x="30898" y="612"/>
                  </a:lnTo>
                  <a:lnTo>
                    <a:pt x="31204" y="918"/>
                  </a:lnTo>
                  <a:lnTo>
                    <a:pt x="32427" y="918"/>
                  </a:lnTo>
                  <a:lnTo>
                    <a:pt x="32733" y="612"/>
                  </a:lnTo>
                  <a:lnTo>
                    <a:pt x="32733" y="0"/>
                  </a:lnTo>
                  <a:lnTo>
                    <a:pt x="33039" y="0"/>
                  </a:lnTo>
                  <a:lnTo>
                    <a:pt x="33345" y="0"/>
                  </a:lnTo>
                  <a:lnTo>
                    <a:pt x="33957" y="306"/>
                  </a:lnTo>
                  <a:lnTo>
                    <a:pt x="34875" y="306"/>
                  </a:lnTo>
                  <a:lnTo>
                    <a:pt x="35792" y="612"/>
                  </a:lnTo>
                  <a:lnTo>
                    <a:pt x="36098" y="612"/>
                  </a:lnTo>
                  <a:lnTo>
                    <a:pt x="36710" y="612"/>
                  </a:lnTo>
                  <a:lnTo>
                    <a:pt x="37016" y="306"/>
                  </a:lnTo>
                  <a:lnTo>
                    <a:pt x="37934" y="612"/>
                  </a:lnTo>
                  <a:lnTo>
                    <a:pt x="37934"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3" name="Google Shape;1733;p61"/>
            <p:cNvSpPr/>
            <p:nvPr/>
          </p:nvSpPr>
          <p:spPr>
            <a:xfrm>
              <a:off x="2919000" y="2830725"/>
              <a:ext cx="1193100" cy="1177775"/>
            </a:xfrm>
            <a:custGeom>
              <a:rect b="b" l="l" r="r" t="t"/>
              <a:pathLst>
                <a:path extrusionOk="0" fill="none" h="47111" w="47724">
                  <a:moveTo>
                    <a:pt x="37934" y="612"/>
                  </a:moveTo>
                  <a:lnTo>
                    <a:pt x="38546" y="1224"/>
                  </a:lnTo>
                  <a:lnTo>
                    <a:pt x="39157" y="1836"/>
                  </a:lnTo>
                  <a:lnTo>
                    <a:pt x="39463" y="1836"/>
                  </a:lnTo>
                  <a:lnTo>
                    <a:pt x="39463" y="2142"/>
                  </a:lnTo>
                  <a:lnTo>
                    <a:pt x="40381" y="2448"/>
                  </a:lnTo>
                  <a:lnTo>
                    <a:pt x="41299" y="1836"/>
                  </a:lnTo>
                  <a:lnTo>
                    <a:pt x="42523" y="2448"/>
                  </a:lnTo>
                  <a:lnTo>
                    <a:pt x="42828" y="2142"/>
                  </a:lnTo>
                  <a:lnTo>
                    <a:pt x="43134" y="1530"/>
                  </a:lnTo>
                  <a:lnTo>
                    <a:pt x="43134" y="1530"/>
                  </a:lnTo>
                  <a:lnTo>
                    <a:pt x="43746" y="1836"/>
                  </a:lnTo>
                  <a:lnTo>
                    <a:pt x="44052" y="2448"/>
                  </a:lnTo>
                  <a:lnTo>
                    <a:pt x="44358" y="2754"/>
                  </a:lnTo>
                  <a:lnTo>
                    <a:pt x="44970" y="3365"/>
                  </a:lnTo>
                  <a:lnTo>
                    <a:pt x="45888" y="3671"/>
                  </a:lnTo>
                  <a:lnTo>
                    <a:pt x="45888" y="4283"/>
                  </a:lnTo>
                  <a:lnTo>
                    <a:pt x="46193" y="4283"/>
                  </a:lnTo>
                  <a:lnTo>
                    <a:pt x="46499" y="4589"/>
                  </a:lnTo>
                  <a:lnTo>
                    <a:pt x="46805" y="4589"/>
                  </a:lnTo>
                  <a:lnTo>
                    <a:pt x="46805" y="4589"/>
                  </a:lnTo>
                  <a:lnTo>
                    <a:pt x="46193" y="5507"/>
                  </a:lnTo>
                  <a:lnTo>
                    <a:pt x="46499" y="6119"/>
                  </a:lnTo>
                  <a:lnTo>
                    <a:pt x="46193" y="7036"/>
                  </a:lnTo>
                  <a:lnTo>
                    <a:pt x="46499" y="7342"/>
                  </a:lnTo>
                  <a:lnTo>
                    <a:pt x="46805" y="7342"/>
                  </a:lnTo>
                  <a:lnTo>
                    <a:pt x="47417" y="7648"/>
                  </a:lnTo>
                  <a:lnTo>
                    <a:pt x="47723" y="7954"/>
                  </a:lnTo>
                  <a:lnTo>
                    <a:pt x="46805" y="8872"/>
                  </a:lnTo>
                  <a:lnTo>
                    <a:pt x="44970" y="10401"/>
                  </a:lnTo>
                  <a:lnTo>
                    <a:pt x="44970" y="11013"/>
                  </a:lnTo>
                  <a:lnTo>
                    <a:pt x="44358" y="11319"/>
                  </a:lnTo>
                  <a:lnTo>
                    <a:pt x="44358" y="11931"/>
                  </a:lnTo>
                  <a:lnTo>
                    <a:pt x="44358" y="12237"/>
                  </a:lnTo>
                  <a:lnTo>
                    <a:pt x="43746" y="13155"/>
                  </a:lnTo>
                  <a:lnTo>
                    <a:pt x="43746" y="14072"/>
                  </a:lnTo>
                  <a:lnTo>
                    <a:pt x="43440" y="14684"/>
                  </a:lnTo>
                  <a:lnTo>
                    <a:pt x="43440" y="15908"/>
                  </a:lnTo>
                  <a:lnTo>
                    <a:pt x="43440" y="16825"/>
                  </a:lnTo>
                  <a:lnTo>
                    <a:pt x="43134" y="16825"/>
                  </a:lnTo>
                  <a:lnTo>
                    <a:pt x="42828" y="17131"/>
                  </a:lnTo>
                  <a:lnTo>
                    <a:pt x="42217" y="17743"/>
                  </a:lnTo>
                  <a:lnTo>
                    <a:pt x="42217" y="18661"/>
                  </a:lnTo>
                  <a:lnTo>
                    <a:pt x="41605" y="19273"/>
                  </a:lnTo>
                  <a:lnTo>
                    <a:pt x="41605" y="19885"/>
                  </a:lnTo>
                  <a:lnTo>
                    <a:pt x="41911" y="20191"/>
                  </a:lnTo>
                  <a:lnTo>
                    <a:pt x="41911" y="20191"/>
                  </a:lnTo>
                  <a:lnTo>
                    <a:pt x="42523" y="21108"/>
                  </a:lnTo>
                  <a:lnTo>
                    <a:pt x="42523" y="22944"/>
                  </a:lnTo>
                  <a:lnTo>
                    <a:pt x="42828" y="23556"/>
                  </a:lnTo>
                  <a:lnTo>
                    <a:pt x="42828" y="24473"/>
                  </a:lnTo>
                  <a:lnTo>
                    <a:pt x="42828" y="25697"/>
                  </a:lnTo>
                  <a:lnTo>
                    <a:pt x="43440" y="27532"/>
                  </a:lnTo>
                  <a:lnTo>
                    <a:pt x="43134" y="28144"/>
                  </a:lnTo>
                  <a:lnTo>
                    <a:pt x="43134" y="28756"/>
                  </a:lnTo>
                  <a:lnTo>
                    <a:pt x="43746" y="29674"/>
                  </a:lnTo>
                  <a:lnTo>
                    <a:pt x="44664" y="30286"/>
                  </a:lnTo>
                  <a:lnTo>
                    <a:pt x="45276" y="31203"/>
                  </a:lnTo>
                  <a:lnTo>
                    <a:pt x="45582" y="32121"/>
                  </a:lnTo>
                  <a:lnTo>
                    <a:pt x="46193" y="33651"/>
                  </a:lnTo>
                  <a:lnTo>
                    <a:pt x="45888" y="33957"/>
                  </a:lnTo>
                  <a:lnTo>
                    <a:pt x="41911" y="34568"/>
                  </a:lnTo>
                  <a:lnTo>
                    <a:pt x="41605" y="35486"/>
                  </a:lnTo>
                  <a:lnTo>
                    <a:pt x="40381" y="36404"/>
                  </a:lnTo>
                  <a:lnTo>
                    <a:pt x="40687" y="36710"/>
                  </a:lnTo>
                  <a:lnTo>
                    <a:pt x="40993" y="37933"/>
                  </a:lnTo>
                  <a:lnTo>
                    <a:pt x="40993" y="38851"/>
                  </a:lnTo>
                  <a:lnTo>
                    <a:pt x="40993" y="40075"/>
                  </a:lnTo>
                  <a:lnTo>
                    <a:pt x="40687" y="40381"/>
                  </a:lnTo>
                  <a:lnTo>
                    <a:pt x="40381" y="41910"/>
                  </a:lnTo>
                  <a:lnTo>
                    <a:pt x="40381" y="42828"/>
                  </a:lnTo>
                  <a:lnTo>
                    <a:pt x="41299" y="43440"/>
                  </a:lnTo>
                  <a:lnTo>
                    <a:pt x="41911" y="44358"/>
                  </a:lnTo>
                  <a:lnTo>
                    <a:pt x="43134" y="44664"/>
                  </a:lnTo>
                  <a:lnTo>
                    <a:pt x="43134" y="44664"/>
                  </a:lnTo>
                  <a:lnTo>
                    <a:pt x="43134" y="44358"/>
                  </a:lnTo>
                  <a:lnTo>
                    <a:pt x="43134" y="44052"/>
                  </a:lnTo>
                  <a:lnTo>
                    <a:pt x="43746" y="43746"/>
                  </a:lnTo>
                  <a:lnTo>
                    <a:pt x="44052" y="44664"/>
                  </a:lnTo>
                  <a:lnTo>
                    <a:pt x="44052" y="46805"/>
                  </a:lnTo>
                  <a:lnTo>
                    <a:pt x="43746" y="47111"/>
                  </a:lnTo>
                  <a:lnTo>
                    <a:pt x="43440" y="47111"/>
                  </a:lnTo>
                  <a:lnTo>
                    <a:pt x="43440" y="46499"/>
                  </a:lnTo>
                  <a:lnTo>
                    <a:pt x="43440" y="46499"/>
                  </a:lnTo>
                  <a:lnTo>
                    <a:pt x="42523" y="47111"/>
                  </a:lnTo>
                  <a:lnTo>
                    <a:pt x="41911" y="46805"/>
                  </a:lnTo>
                  <a:lnTo>
                    <a:pt x="41299" y="45887"/>
                  </a:lnTo>
                  <a:lnTo>
                    <a:pt x="40993" y="45581"/>
                  </a:lnTo>
                  <a:lnTo>
                    <a:pt x="40687" y="45581"/>
                  </a:lnTo>
                  <a:lnTo>
                    <a:pt x="40687" y="45275"/>
                  </a:lnTo>
                  <a:lnTo>
                    <a:pt x="40687" y="44969"/>
                  </a:lnTo>
                  <a:lnTo>
                    <a:pt x="40381" y="44664"/>
                  </a:lnTo>
                  <a:lnTo>
                    <a:pt x="39463" y="44358"/>
                  </a:lnTo>
                  <a:lnTo>
                    <a:pt x="39157" y="44052"/>
                  </a:lnTo>
                  <a:lnTo>
                    <a:pt x="38546" y="44052"/>
                  </a:lnTo>
                  <a:lnTo>
                    <a:pt x="38240" y="43746"/>
                  </a:lnTo>
                  <a:lnTo>
                    <a:pt x="37934" y="43134"/>
                  </a:lnTo>
                  <a:lnTo>
                    <a:pt x="37628" y="42828"/>
                  </a:lnTo>
                  <a:lnTo>
                    <a:pt x="37322" y="42216"/>
                  </a:lnTo>
                  <a:lnTo>
                    <a:pt x="37016" y="42522"/>
                  </a:lnTo>
                  <a:lnTo>
                    <a:pt x="37016" y="43134"/>
                  </a:lnTo>
                  <a:lnTo>
                    <a:pt x="36710" y="43440"/>
                  </a:lnTo>
                  <a:lnTo>
                    <a:pt x="36098" y="43440"/>
                  </a:lnTo>
                  <a:lnTo>
                    <a:pt x="35487" y="43134"/>
                  </a:lnTo>
                  <a:lnTo>
                    <a:pt x="34569" y="43134"/>
                  </a:lnTo>
                  <a:lnTo>
                    <a:pt x="33651" y="42828"/>
                  </a:lnTo>
                  <a:lnTo>
                    <a:pt x="33345" y="42828"/>
                  </a:lnTo>
                  <a:lnTo>
                    <a:pt x="32733" y="42522"/>
                  </a:lnTo>
                  <a:lnTo>
                    <a:pt x="32733" y="41910"/>
                  </a:lnTo>
                  <a:lnTo>
                    <a:pt x="32733" y="41298"/>
                  </a:lnTo>
                  <a:lnTo>
                    <a:pt x="31816" y="41604"/>
                  </a:lnTo>
                  <a:lnTo>
                    <a:pt x="30592" y="41910"/>
                  </a:lnTo>
                  <a:lnTo>
                    <a:pt x="30286" y="41910"/>
                  </a:lnTo>
                  <a:lnTo>
                    <a:pt x="30286" y="41604"/>
                  </a:lnTo>
                  <a:lnTo>
                    <a:pt x="30286" y="40993"/>
                  </a:lnTo>
                  <a:lnTo>
                    <a:pt x="29980" y="40993"/>
                  </a:lnTo>
                  <a:lnTo>
                    <a:pt x="29674" y="40687"/>
                  </a:lnTo>
                  <a:lnTo>
                    <a:pt x="29368" y="40687"/>
                  </a:lnTo>
                  <a:lnTo>
                    <a:pt x="29062" y="40993"/>
                  </a:lnTo>
                  <a:lnTo>
                    <a:pt x="28145" y="40687"/>
                  </a:lnTo>
                  <a:lnTo>
                    <a:pt x="27227" y="40993"/>
                  </a:lnTo>
                  <a:lnTo>
                    <a:pt x="26003" y="40993"/>
                  </a:lnTo>
                  <a:lnTo>
                    <a:pt x="25697" y="40993"/>
                  </a:lnTo>
                  <a:lnTo>
                    <a:pt x="25697" y="41298"/>
                  </a:lnTo>
                  <a:lnTo>
                    <a:pt x="25086" y="41298"/>
                  </a:lnTo>
                  <a:lnTo>
                    <a:pt x="24780" y="40381"/>
                  </a:lnTo>
                  <a:lnTo>
                    <a:pt x="25391" y="40075"/>
                  </a:lnTo>
                  <a:lnTo>
                    <a:pt x="25391" y="39157"/>
                  </a:lnTo>
                  <a:lnTo>
                    <a:pt x="24780" y="38239"/>
                  </a:lnTo>
                  <a:lnTo>
                    <a:pt x="24168" y="37322"/>
                  </a:lnTo>
                  <a:lnTo>
                    <a:pt x="23862" y="36710"/>
                  </a:lnTo>
                  <a:lnTo>
                    <a:pt x="24474" y="34568"/>
                  </a:lnTo>
                  <a:lnTo>
                    <a:pt x="23862" y="33039"/>
                  </a:lnTo>
                  <a:lnTo>
                    <a:pt x="24168" y="32121"/>
                  </a:lnTo>
                  <a:lnTo>
                    <a:pt x="23862" y="31509"/>
                  </a:lnTo>
                  <a:lnTo>
                    <a:pt x="20803" y="31509"/>
                  </a:lnTo>
                  <a:lnTo>
                    <a:pt x="20803" y="31203"/>
                  </a:lnTo>
                  <a:lnTo>
                    <a:pt x="21109" y="30592"/>
                  </a:lnTo>
                  <a:lnTo>
                    <a:pt x="20803" y="30592"/>
                  </a:lnTo>
                  <a:lnTo>
                    <a:pt x="20497" y="30592"/>
                  </a:lnTo>
                  <a:lnTo>
                    <a:pt x="20191" y="30592"/>
                  </a:lnTo>
                  <a:lnTo>
                    <a:pt x="18355" y="30897"/>
                  </a:lnTo>
                  <a:lnTo>
                    <a:pt x="18355" y="31509"/>
                  </a:lnTo>
                  <a:lnTo>
                    <a:pt x="18355" y="31815"/>
                  </a:lnTo>
                  <a:lnTo>
                    <a:pt x="18050" y="32121"/>
                  </a:lnTo>
                  <a:lnTo>
                    <a:pt x="17744" y="33345"/>
                  </a:lnTo>
                  <a:lnTo>
                    <a:pt x="16520" y="33345"/>
                  </a:lnTo>
                  <a:lnTo>
                    <a:pt x="16520" y="33039"/>
                  </a:lnTo>
                  <a:lnTo>
                    <a:pt x="15908" y="33039"/>
                  </a:lnTo>
                  <a:lnTo>
                    <a:pt x="15602" y="33345"/>
                  </a:lnTo>
                  <a:lnTo>
                    <a:pt x="14990" y="33345"/>
                  </a:lnTo>
                  <a:lnTo>
                    <a:pt x="14685" y="33345"/>
                  </a:lnTo>
                  <a:lnTo>
                    <a:pt x="13461" y="33651"/>
                  </a:lnTo>
                  <a:lnTo>
                    <a:pt x="13461" y="33345"/>
                  </a:lnTo>
                  <a:lnTo>
                    <a:pt x="12543" y="31815"/>
                  </a:lnTo>
                  <a:lnTo>
                    <a:pt x="11931" y="31509"/>
                  </a:lnTo>
                  <a:lnTo>
                    <a:pt x="11625" y="30592"/>
                  </a:lnTo>
                  <a:lnTo>
                    <a:pt x="11625" y="30286"/>
                  </a:lnTo>
                  <a:lnTo>
                    <a:pt x="11319" y="29368"/>
                  </a:lnTo>
                  <a:lnTo>
                    <a:pt x="11319" y="28756"/>
                  </a:lnTo>
                  <a:lnTo>
                    <a:pt x="10708" y="27838"/>
                  </a:lnTo>
                  <a:lnTo>
                    <a:pt x="5813" y="28144"/>
                  </a:lnTo>
                  <a:lnTo>
                    <a:pt x="4284" y="27838"/>
                  </a:lnTo>
                  <a:lnTo>
                    <a:pt x="2448" y="27838"/>
                  </a:lnTo>
                  <a:lnTo>
                    <a:pt x="2142" y="27838"/>
                  </a:lnTo>
                  <a:lnTo>
                    <a:pt x="2142" y="27838"/>
                  </a:lnTo>
                  <a:lnTo>
                    <a:pt x="1836" y="27838"/>
                  </a:lnTo>
                  <a:lnTo>
                    <a:pt x="1836" y="28144"/>
                  </a:lnTo>
                  <a:lnTo>
                    <a:pt x="1530" y="28144"/>
                  </a:lnTo>
                  <a:lnTo>
                    <a:pt x="1530" y="28144"/>
                  </a:lnTo>
                  <a:lnTo>
                    <a:pt x="1530" y="28144"/>
                  </a:lnTo>
                  <a:lnTo>
                    <a:pt x="918" y="28144"/>
                  </a:lnTo>
                  <a:lnTo>
                    <a:pt x="613" y="28144"/>
                  </a:lnTo>
                  <a:lnTo>
                    <a:pt x="1" y="27532"/>
                  </a:lnTo>
                  <a:lnTo>
                    <a:pt x="918" y="27532"/>
                  </a:lnTo>
                  <a:lnTo>
                    <a:pt x="918" y="26309"/>
                  </a:lnTo>
                  <a:lnTo>
                    <a:pt x="918" y="26003"/>
                  </a:lnTo>
                  <a:lnTo>
                    <a:pt x="1224" y="25697"/>
                  </a:lnTo>
                  <a:lnTo>
                    <a:pt x="1836" y="25085"/>
                  </a:lnTo>
                  <a:lnTo>
                    <a:pt x="2142" y="25085"/>
                  </a:lnTo>
                  <a:lnTo>
                    <a:pt x="2448" y="24779"/>
                  </a:lnTo>
                  <a:lnTo>
                    <a:pt x="3366" y="25391"/>
                  </a:lnTo>
                  <a:lnTo>
                    <a:pt x="3672" y="25085"/>
                  </a:lnTo>
                  <a:lnTo>
                    <a:pt x="3978" y="24473"/>
                  </a:lnTo>
                  <a:lnTo>
                    <a:pt x="4589" y="24473"/>
                  </a:lnTo>
                  <a:lnTo>
                    <a:pt x="5507" y="24167"/>
                  </a:lnTo>
                  <a:lnTo>
                    <a:pt x="5507" y="24167"/>
                  </a:lnTo>
                  <a:lnTo>
                    <a:pt x="5507" y="24779"/>
                  </a:lnTo>
                  <a:lnTo>
                    <a:pt x="5507" y="25391"/>
                  </a:lnTo>
                  <a:lnTo>
                    <a:pt x="6425" y="25391"/>
                  </a:lnTo>
                  <a:lnTo>
                    <a:pt x="6731" y="25085"/>
                  </a:lnTo>
                  <a:lnTo>
                    <a:pt x="7649" y="24167"/>
                  </a:lnTo>
                  <a:lnTo>
                    <a:pt x="8260" y="23861"/>
                  </a:lnTo>
                  <a:lnTo>
                    <a:pt x="8566" y="23250"/>
                  </a:lnTo>
                  <a:lnTo>
                    <a:pt x="9178" y="22944"/>
                  </a:lnTo>
                  <a:lnTo>
                    <a:pt x="10096" y="21720"/>
                  </a:lnTo>
                  <a:lnTo>
                    <a:pt x="10096" y="18661"/>
                  </a:lnTo>
                  <a:lnTo>
                    <a:pt x="11014" y="17743"/>
                  </a:lnTo>
                  <a:lnTo>
                    <a:pt x="11319" y="16825"/>
                  </a:lnTo>
                  <a:lnTo>
                    <a:pt x="11625" y="16520"/>
                  </a:lnTo>
                  <a:lnTo>
                    <a:pt x="11931" y="15908"/>
                  </a:lnTo>
                  <a:lnTo>
                    <a:pt x="12849" y="15602"/>
                  </a:lnTo>
                  <a:lnTo>
                    <a:pt x="13767" y="14684"/>
                  </a:lnTo>
                  <a:lnTo>
                    <a:pt x="13767" y="14684"/>
                  </a:lnTo>
                  <a:lnTo>
                    <a:pt x="13767" y="14072"/>
                  </a:lnTo>
                  <a:lnTo>
                    <a:pt x="13767" y="13766"/>
                  </a:lnTo>
                  <a:lnTo>
                    <a:pt x="14073" y="12849"/>
                  </a:lnTo>
                  <a:lnTo>
                    <a:pt x="14379" y="12237"/>
                  </a:lnTo>
                  <a:lnTo>
                    <a:pt x="14379" y="11931"/>
                  </a:lnTo>
                  <a:lnTo>
                    <a:pt x="14073" y="11625"/>
                  </a:lnTo>
                  <a:lnTo>
                    <a:pt x="14073" y="10707"/>
                  </a:lnTo>
                  <a:lnTo>
                    <a:pt x="14685" y="9484"/>
                  </a:lnTo>
                  <a:lnTo>
                    <a:pt x="14685" y="7648"/>
                  </a:lnTo>
                  <a:lnTo>
                    <a:pt x="15908" y="5507"/>
                  </a:lnTo>
                  <a:lnTo>
                    <a:pt x="16214" y="4589"/>
                  </a:lnTo>
                  <a:lnTo>
                    <a:pt x="15908" y="3977"/>
                  </a:lnTo>
                  <a:lnTo>
                    <a:pt x="16214" y="3059"/>
                  </a:lnTo>
                  <a:lnTo>
                    <a:pt x="15908" y="2448"/>
                  </a:lnTo>
                  <a:lnTo>
                    <a:pt x="16520" y="2142"/>
                  </a:lnTo>
                  <a:lnTo>
                    <a:pt x="17132" y="918"/>
                  </a:lnTo>
                  <a:lnTo>
                    <a:pt x="18050" y="612"/>
                  </a:lnTo>
                  <a:lnTo>
                    <a:pt x="18661" y="612"/>
                  </a:lnTo>
                  <a:lnTo>
                    <a:pt x="20191" y="1530"/>
                  </a:lnTo>
                  <a:lnTo>
                    <a:pt x="20497" y="1530"/>
                  </a:lnTo>
                  <a:lnTo>
                    <a:pt x="20803" y="2142"/>
                  </a:lnTo>
                  <a:lnTo>
                    <a:pt x="21721" y="2142"/>
                  </a:lnTo>
                  <a:lnTo>
                    <a:pt x="22026" y="2448"/>
                  </a:lnTo>
                  <a:lnTo>
                    <a:pt x="22332" y="2448"/>
                  </a:lnTo>
                  <a:lnTo>
                    <a:pt x="23250" y="2754"/>
                  </a:lnTo>
                  <a:lnTo>
                    <a:pt x="23862" y="2448"/>
                  </a:lnTo>
                  <a:lnTo>
                    <a:pt x="25086" y="2754"/>
                  </a:lnTo>
                  <a:lnTo>
                    <a:pt x="25391" y="3059"/>
                  </a:lnTo>
                  <a:lnTo>
                    <a:pt x="25697" y="2754"/>
                  </a:lnTo>
                  <a:lnTo>
                    <a:pt x="26003" y="2142"/>
                  </a:lnTo>
                  <a:lnTo>
                    <a:pt x="26921" y="1224"/>
                  </a:lnTo>
                  <a:lnTo>
                    <a:pt x="27533" y="1530"/>
                  </a:lnTo>
                  <a:lnTo>
                    <a:pt x="27839" y="1836"/>
                  </a:lnTo>
                  <a:lnTo>
                    <a:pt x="28451" y="1530"/>
                  </a:lnTo>
                  <a:lnTo>
                    <a:pt x="29980" y="918"/>
                  </a:lnTo>
                  <a:lnTo>
                    <a:pt x="30286" y="612"/>
                  </a:lnTo>
                  <a:lnTo>
                    <a:pt x="30898" y="612"/>
                  </a:lnTo>
                  <a:lnTo>
                    <a:pt x="31204" y="918"/>
                  </a:lnTo>
                  <a:lnTo>
                    <a:pt x="32427" y="918"/>
                  </a:lnTo>
                  <a:lnTo>
                    <a:pt x="32733" y="612"/>
                  </a:lnTo>
                  <a:lnTo>
                    <a:pt x="32733" y="0"/>
                  </a:lnTo>
                  <a:lnTo>
                    <a:pt x="33039" y="0"/>
                  </a:lnTo>
                  <a:lnTo>
                    <a:pt x="33345" y="0"/>
                  </a:lnTo>
                  <a:lnTo>
                    <a:pt x="33957" y="306"/>
                  </a:lnTo>
                  <a:lnTo>
                    <a:pt x="34875" y="306"/>
                  </a:lnTo>
                  <a:lnTo>
                    <a:pt x="35792" y="612"/>
                  </a:lnTo>
                  <a:lnTo>
                    <a:pt x="36098" y="612"/>
                  </a:lnTo>
                  <a:lnTo>
                    <a:pt x="36710" y="612"/>
                  </a:lnTo>
                  <a:lnTo>
                    <a:pt x="37016" y="306"/>
                  </a:lnTo>
                  <a:lnTo>
                    <a:pt x="37934" y="612"/>
                  </a:lnTo>
                  <a:lnTo>
                    <a:pt x="37934"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4" name="Google Shape;1734;p61"/>
            <p:cNvSpPr/>
            <p:nvPr/>
          </p:nvSpPr>
          <p:spPr>
            <a:xfrm>
              <a:off x="3056675" y="2471275"/>
              <a:ext cx="810675" cy="550675"/>
            </a:xfrm>
            <a:custGeom>
              <a:rect b="b" l="l" r="r" t="t"/>
              <a:pathLst>
                <a:path extrusionOk="0" h="22027" w="32427">
                  <a:moveTo>
                    <a:pt x="21108" y="306"/>
                  </a:moveTo>
                  <a:lnTo>
                    <a:pt x="21414" y="918"/>
                  </a:lnTo>
                  <a:lnTo>
                    <a:pt x="21720" y="918"/>
                  </a:lnTo>
                  <a:lnTo>
                    <a:pt x="22026" y="1224"/>
                  </a:lnTo>
                  <a:lnTo>
                    <a:pt x="22332" y="1530"/>
                  </a:lnTo>
                  <a:lnTo>
                    <a:pt x="22638" y="2142"/>
                  </a:lnTo>
                  <a:lnTo>
                    <a:pt x="22944" y="2754"/>
                  </a:lnTo>
                  <a:lnTo>
                    <a:pt x="23249" y="3365"/>
                  </a:lnTo>
                  <a:lnTo>
                    <a:pt x="22944" y="4283"/>
                  </a:lnTo>
                  <a:lnTo>
                    <a:pt x="22944" y="4589"/>
                  </a:lnTo>
                  <a:lnTo>
                    <a:pt x="22638" y="4589"/>
                  </a:lnTo>
                  <a:lnTo>
                    <a:pt x="22638" y="4895"/>
                  </a:lnTo>
                  <a:lnTo>
                    <a:pt x="22638" y="5201"/>
                  </a:lnTo>
                  <a:lnTo>
                    <a:pt x="22944" y="5201"/>
                  </a:lnTo>
                  <a:lnTo>
                    <a:pt x="22638" y="5507"/>
                  </a:lnTo>
                  <a:lnTo>
                    <a:pt x="22944" y="5813"/>
                  </a:lnTo>
                  <a:lnTo>
                    <a:pt x="24473" y="5813"/>
                  </a:lnTo>
                  <a:lnTo>
                    <a:pt x="24473" y="6119"/>
                  </a:lnTo>
                  <a:lnTo>
                    <a:pt x="24473" y="6425"/>
                  </a:lnTo>
                  <a:lnTo>
                    <a:pt x="24473" y="6731"/>
                  </a:lnTo>
                  <a:lnTo>
                    <a:pt x="24473" y="6731"/>
                  </a:lnTo>
                  <a:lnTo>
                    <a:pt x="26003" y="7342"/>
                  </a:lnTo>
                  <a:lnTo>
                    <a:pt x="26309" y="7648"/>
                  </a:lnTo>
                  <a:lnTo>
                    <a:pt x="26920" y="7954"/>
                  </a:lnTo>
                  <a:lnTo>
                    <a:pt x="27226" y="8260"/>
                  </a:lnTo>
                  <a:lnTo>
                    <a:pt x="26920" y="8872"/>
                  </a:lnTo>
                  <a:lnTo>
                    <a:pt x="26920" y="8872"/>
                  </a:lnTo>
                  <a:lnTo>
                    <a:pt x="27532" y="9484"/>
                  </a:lnTo>
                  <a:lnTo>
                    <a:pt x="27532" y="9484"/>
                  </a:lnTo>
                  <a:lnTo>
                    <a:pt x="28756" y="10096"/>
                  </a:lnTo>
                  <a:lnTo>
                    <a:pt x="29062" y="10707"/>
                  </a:lnTo>
                  <a:lnTo>
                    <a:pt x="29674" y="11013"/>
                  </a:lnTo>
                  <a:lnTo>
                    <a:pt x="29674" y="11625"/>
                  </a:lnTo>
                  <a:lnTo>
                    <a:pt x="30285" y="12237"/>
                  </a:lnTo>
                  <a:lnTo>
                    <a:pt x="30285" y="12543"/>
                  </a:lnTo>
                  <a:lnTo>
                    <a:pt x="30591" y="12543"/>
                  </a:lnTo>
                  <a:lnTo>
                    <a:pt x="30897" y="12849"/>
                  </a:lnTo>
                  <a:lnTo>
                    <a:pt x="31815" y="13461"/>
                  </a:lnTo>
                  <a:lnTo>
                    <a:pt x="32121" y="13766"/>
                  </a:lnTo>
                  <a:lnTo>
                    <a:pt x="32121" y="14378"/>
                  </a:lnTo>
                  <a:lnTo>
                    <a:pt x="32427" y="14990"/>
                  </a:lnTo>
                  <a:lnTo>
                    <a:pt x="32427" y="14990"/>
                  </a:lnTo>
                  <a:lnTo>
                    <a:pt x="31509" y="14684"/>
                  </a:lnTo>
                  <a:lnTo>
                    <a:pt x="31203" y="14990"/>
                  </a:lnTo>
                  <a:lnTo>
                    <a:pt x="30591" y="14990"/>
                  </a:lnTo>
                  <a:lnTo>
                    <a:pt x="30285" y="14990"/>
                  </a:lnTo>
                  <a:lnTo>
                    <a:pt x="29368" y="14684"/>
                  </a:lnTo>
                  <a:lnTo>
                    <a:pt x="28450" y="14684"/>
                  </a:lnTo>
                  <a:lnTo>
                    <a:pt x="27838" y="14378"/>
                  </a:lnTo>
                  <a:lnTo>
                    <a:pt x="27532" y="14378"/>
                  </a:lnTo>
                  <a:lnTo>
                    <a:pt x="27226" y="14378"/>
                  </a:lnTo>
                  <a:lnTo>
                    <a:pt x="27226" y="14990"/>
                  </a:lnTo>
                  <a:lnTo>
                    <a:pt x="26920" y="15296"/>
                  </a:lnTo>
                  <a:lnTo>
                    <a:pt x="25697" y="15296"/>
                  </a:lnTo>
                  <a:lnTo>
                    <a:pt x="25391" y="14990"/>
                  </a:lnTo>
                  <a:lnTo>
                    <a:pt x="24779" y="14990"/>
                  </a:lnTo>
                  <a:lnTo>
                    <a:pt x="24473" y="15296"/>
                  </a:lnTo>
                  <a:lnTo>
                    <a:pt x="22944" y="15908"/>
                  </a:lnTo>
                  <a:lnTo>
                    <a:pt x="22332" y="16214"/>
                  </a:lnTo>
                  <a:lnTo>
                    <a:pt x="22026" y="15908"/>
                  </a:lnTo>
                  <a:lnTo>
                    <a:pt x="21414" y="15602"/>
                  </a:lnTo>
                  <a:lnTo>
                    <a:pt x="20496" y="16520"/>
                  </a:lnTo>
                  <a:lnTo>
                    <a:pt x="20190" y="17132"/>
                  </a:lnTo>
                  <a:lnTo>
                    <a:pt x="19884" y="17437"/>
                  </a:lnTo>
                  <a:lnTo>
                    <a:pt x="19579" y="17132"/>
                  </a:lnTo>
                  <a:lnTo>
                    <a:pt x="18355" y="16826"/>
                  </a:lnTo>
                  <a:lnTo>
                    <a:pt x="17743" y="17132"/>
                  </a:lnTo>
                  <a:lnTo>
                    <a:pt x="16825" y="16826"/>
                  </a:lnTo>
                  <a:lnTo>
                    <a:pt x="16519" y="16826"/>
                  </a:lnTo>
                  <a:lnTo>
                    <a:pt x="16214" y="16520"/>
                  </a:lnTo>
                  <a:lnTo>
                    <a:pt x="15296" y="16520"/>
                  </a:lnTo>
                  <a:lnTo>
                    <a:pt x="14990" y="15908"/>
                  </a:lnTo>
                  <a:lnTo>
                    <a:pt x="14684" y="15908"/>
                  </a:lnTo>
                  <a:lnTo>
                    <a:pt x="13154" y="14990"/>
                  </a:lnTo>
                  <a:lnTo>
                    <a:pt x="12543" y="14990"/>
                  </a:lnTo>
                  <a:lnTo>
                    <a:pt x="11625" y="15296"/>
                  </a:lnTo>
                  <a:lnTo>
                    <a:pt x="11013" y="16520"/>
                  </a:lnTo>
                  <a:lnTo>
                    <a:pt x="10401" y="16826"/>
                  </a:lnTo>
                  <a:lnTo>
                    <a:pt x="10707" y="17437"/>
                  </a:lnTo>
                  <a:lnTo>
                    <a:pt x="10401" y="18355"/>
                  </a:lnTo>
                  <a:lnTo>
                    <a:pt x="10707" y="18967"/>
                  </a:lnTo>
                  <a:lnTo>
                    <a:pt x="10095" y="18661"/>
                  </a:lnTo>
                  <a:lnTo>
                    <a:pt x="9789" y="18661"/>
                  </a:lnTo>
                  <a:lnTo>
                    <a:pt x="9483" y="18967"/>
                  </a:lnTo>
                  <a:lnTo>
                    <a:pt x="9178" y="18661"/>
                  </a:lnTo>
                  <a:lnTo>
                    <a:pt x="8566" y="18661"/>
                  </a:lnTo>
                  <a:lnTo>
                    <a:pt x="8566" y="18661"/>
                  </a:lnTo>
                  <a:lnTo>
                    <a:pt x="7648" y="18355"/>
                  </a:lnTo>
                  <a:lnTo>
                    <a:pt x="6730" y="18967"/>
                  </a:lnTo>
                  <a:lnTo>
                    <a:pt x="5812" y="18967"/>
                  </a:lnTo>
                  <a:lnTo>
                    <a:pt x="5507" y="18967"/>
                  </a:lnTo>
                  <a:lnTo>
                    <a:pt x="5201" y="19885"/>
                  </a:lnTo>
                  <a:lnTo>
                    <a:pt x="5201" y="20497"/>
                  </a:lnTo>
                  <a:lnTo>
                    <a:pt x="4589" y="22026"/>
                  </a:lnTo>
                  <a:lnTo>
                    <a:pt x="4283" y="21414"/>
                  </a:lnTo>
                  <a:lnTo>
                    <a:pt x="4283" y="20497"/>
                  </a:lnTo>
                  <a:lnTo>
                    <a:pt x="3365" y="19885"/>
                  </a:lnTo>
                  <a:lnTo>
                    <a:pt x="2142" y="18355"/>
                  </a:lnTo>
                  <a:lnTo>
                    <a:pt x="1836" y="17743"/>
                  </a:lnTo>
                  <a:lnTo>
                    <a:pt x="1836" y="17437"/>
                  </a:lnTo>
                  <a:lnTo>
                    <a:pt x="1530" y="16826"/>
                  </a:lnTo>
                  <a:lnTo>
                    <a:pt x="918" y="16214"/>
                  </a:lnTo>
                  <a:lnTo>
                    <a:pt x="612" y="14990"/>
                  </a:lnTo>
                  <a:lnTo>
                    <a:pt x="306" y="14378"/>
                  </a:lnTo>
                  <a:lnTo>
                    <a:pt x="612" y="14072"/>
                  </a:lnTo>
                  <a:lnTo>
                    <a:pt x="612" y="13155"/>
                  </a:lnTo>
                  <a:lnTo>
                    <a:pt x="0" y="12543"/>
                  </a:lnTo>
                  <a:lnTo>
                    <a:pt x="306" y="12237"/>
                  </a:lnTo>
                  <a:lnTo>
                    <a:pt x="918" y="11931"/>
                  </a:lnTo>
                  <a:lnTo>
                    <a:pt x="1224" y="11013"/>
                  </a:lnTo>
                  <a:lnTo>
                    <a:pt x="1836" y="10707"/>
                  </a:lnTo>
                  <a:lnTo>
                    <a:pt x="2142" y="9484"/>
                  </a:lnTo>
                  <a:lnTo>
                    <a:pt x="2753" y="8872"/>
                  </a:lnTo>
                  <a:lnTo>
                    <a:pt x="3977" y="8872"/>
                  </a:lnTo>
                  <a:lnTo>
                    <a:pt x="4895" y="8566"/>
                  </a:lnTo>
                  <a:lnTo>
                    <a:pt x="5507" y="7954"/>
                  </a:lnTo>
                  <a:lnTo>
                    <a:pt x="6118" y="8872"/>
                  </a:lnTo>
                  <a:lnTo>
                    <a:pt x="8260" y="7648"/>
                  </a:lnTo>
                  <a:lnTo>
                    <a:pt x="10401" y="7648"/>
                  </a:lnTo>
                  <a:lnTo>
                    <a:pt x="11319" y="6731"/>
                  </a:lnTo>
                  <a:lnTo>
                    <a:pt x="11319" y="6731"/>
                  </a:lnTo>
                  <a:lnTo>
                    <a:pt x="11319" y="6425"/>
                  </a:lnTo>
                  <a:lnTo>
                    <a:pt x="11625" y="6119"/>
                  </a:lnTo>
                  <a:lnTo>
                    <a:pt x="11319" y="5507"/>
                  </a:lnTo>
                  <a:lnTo>
                    <a:pt x="11319" y="5201"/>
                  </a:lnTo>
                  <a:lnTo>
                    <a:pt x="11625" y="5201"/>
                  </a:lnTo>
                  <a:lnTo>
                    <a:pt x="11931" y="5201"/>
                  </a:lnTo>
                  <a:lnTo>
                    <a:pt x="13154" y="5201"/>
                  </a:lnTo>
                  <a:lnTo>
                    <a:pt x="14072" y="4895"/>
                  </a:lnTo>
                  <a:lnTo>
                    <a:pt x="14990" y="4895"/>
                  </a:lnTo>
                  <a:lnTo>
                    <a:pt x="14990" y="4589"/>
                  </a:lnTo>
                  <a:lnTo>
                    <a:pt x="15602" y="4283"/>
                  </a:lnTo>
                  <a:lnTo>
                    <a:pt x="16214" y="3977"/>
                  </a:lnTo>
                  <a:lnTo>
                    <a:pt x="16519" y="3365"/>
                  </a:lnTo>
                  <a:lnTo>
                    <a:pt x="16519" y="3060"/>
                  </a:lnTo>
                  <a:lnTo>
                    <a:pt x="17131" y="2754"/>
                  </a:lnTo>
                  <a:lnTo>
                    <a:pt x="17437" y="2754"/>
                  </a:lnTo>
                  <a:lnTo>
                    <a:pt x="17743" y="2142"/>
                  </a:lnTo>
                  <a:lnTo>
                    <a:pt x="18355" y="1836"/>
                  </a:lnTo>
                  <a:lnTo>
                    <a:pt x="18355" y="918"/>
                  </a:lnTo>
                  <a:lnTo>
                    <a:pt x="18355" y="918"/>
                  </a:lnTo>
                  <a:lnTo>
                    <a:pt x="18661" y="612"/>
                  </a:lnTo>
                  <a:lnTo>
                    <a:pt x="20190" y="0"/>
                  </a:lnTo>
                  <a:lnTo>
                    <a:pt x="21108"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5" name="Google Shape;1735;p61"/>
            <p:cNvSpPr/>
            <p:nvPr/>
          </p:nvSpPr>
          <p:spPr>
            <a:xfrm>
              <a:off x="3056675" y="2471275"/>
              <a:ext cx="810675" cy="550675"/>
            </a:xfrm>
            <a:custGeom>
              <a:rect b="b" l="l" r="r" t="t"/>
              <a:pathLst>
                <a:path extrusionOk="0" fill="none" h="22027" w="32427">
                  <a:moveTo>
                    <a:pt x="21108" y="306"/>
                  </a:moveTo>
                  <a:lnTo>
                    <a:pt x="21414" y="918"/>
                  </a:lnTo>
                  <a:lnTo>
                    <a:pt x="21720" y="918"/>
                  </a:lnTo>
                  <a:lnTo>
                    <a:pt x="22026" y="1224"/>
                  </a:lnTo>
                  <a:lnTo>
                    <a:pt x="22332" y="1530"/>
                  </a:lnTo>
                  <a:lnTo>
                    <a:pt x="22638" y="2142"/>
                  </a:lnTo>
                  <a:lnTo>
                    <a:pt x="22944" y="2754"/>
                  </a:lnTo>
                  <a:lnTo>
                    <a:pt x="23249" y="3365"/>
                  </a:lnTo>
                  <a:lnTo>
                    <a:pt x="22944" y="4283"/>
                  </a:lnTo>
                  <a:lnTo>
                    <a:pt x="22944" y="4589"/>
                  </a:lnTo>
                  <a:lnTo>
                    <a:pt x="22638" y="4589"/>
                  </a:lnTo>
                  <a:lnTo>
                    <a:pt x="22638" y="4895"/>
                  </a:lnTo>
                  <a:lnTo>
                    <a:pt x="22638" y="5201"/>
                  </a:lnTo>
                  <a:lnTo>
                    <a:pt x="22944" y="5201"/>
                  </a:lnTo>
                  <a:lnTo>
                    <a:pt x="22638" y="5507"/>
                  </a:lnTo>
                  <a:lnTo>
                    <a:pt x="22944" y="5813"/>
                  </a:lnTo>
                  <a:lnTo>
                    <a:pt x="24473" y="5813"/>
                  </a:lnTo>
                  <a:lnTo>
                    <a:pt x="24473" y="6119"/>
                  </a:lnTo>
                  <a:lnTo>
                    <a:pt x="24473" y="6425"/>
                  </a:lnTo>
                  <a:lnTo>
                    <a:pt x="24473" y="6731"/>
                  </a:lnTo>
                  <a:lnTo>
                    <a:pt x="24473" y="6731"/>
                  </a:lnTo>
                  <a:lnTo>
                    <a:pt x="26003" y="7342"/>
                  </a:lnTo>
                  <a:lnTo>
                    <a:pt x="26309" y="7648"/>
                  </a:lnTo>
                  <a:lnTo>
                    <a:pt x="26920" y="7954"/>
                  </a:lnTo>
                  <a:lnTo>
                    <a:pt x="27226" y="8260"/>
                  </a:lnTo>
                  <a:lnTo>
                    <a:pt x="26920" y="8872"/>
                  </a:lnTo>
                  <a:lnTo>
                    <a:pt x="26920" y="8872"/>
                  </a:lnTo>
                  <a:lnTo>
                    <a:pt x="27532" y="9484"/>
                  </a:lnTo>
                  <a:lnTo>
                    <a:pt x="27532" y="9484"/>
                  </a:lnTo>
                  <a:lnTo>
                    <a:pt x="28756" y="10096"/>
                  </a:lnTo>
                  <a:lnTo>
                    <a:pt x="29062" y="10707"/>
                  </a:lnTo>
                  <a:lnTo>
                    <a:pt x="29674" y="11013"/>
                  </a:lnTo>
                  <a:lnTo>
                    <a:pt x="29674" y="11625"/>
                  </a:lnTo>
                  <a:lnTo>
                    <a:pt x="30285" y="12237"/>
                  </a:lnTo>
                  <a:lnTo>
                    <a:pt x="30285" y="12543"/>
                  </a:lnTo>
                  <a:lnTo>
                    <a:pt x="30591" y="12543"/>
                  </a:lnTo>
                  <a:lnTo>
                    <a:pt x="30897" y="12849"/>
                  </a:lnTo>
                  <a:lnTo>
                    <a:pt x="31815" y="13461"/>
                  </a:lnTo>
                  <a:lnTo>
                    <a:pt x="32121" y="13766"/>
                  </a:lnTo>
                  <a:lnTo>
                    <a:pt x="32121" y="14378"/>
                  </a:lnTo>
                  <a:lnTo>
                    <a:pt x="32427" y="14990"/>
                  </a:lnTo>
                  <a:lnTo>
                    <a:pt x="32427" y="14990"/>
                  </a:lnTo>
                  <a:lnTo>
                    <a:pt x="31509" y="14684"/>
                  </a:lnTo>
                  <a:lnTo>
                    <a:pt x="31203" y="14990"/>
                  </a:lnTo>
                  <a:lnTo>
                    <a:pt x="30591" y="14990"/>
                  </a:lnTo>
                  <a:lnTo>
                    <a:pt x="30285" y="14990"/>
                  </a:lnTo>
                  <a:lnTo>
                    <a:pt x="29368" y="14684"/>
                  </a:lnTo>
                  <a:lnTo>
                    <a:pt x="28450" y="14684"/>
                  </a:lnTo>
                  <a:lnTo>
                    <a:pt x="27838" y="14378"/>
                  </a:lnTo>
                  <a:lnTo>
                    <a:pt x="27532" y="14378"/>
                  </a:lnTo>
                  <a:lnTo>
                    <a:pt x="27226" y="14378"/>
                  </a:lnTo>
                  <a:lnTo>
                    <a:pt x="27226" y="14990"/>
                  </a:lnTo>
                  <a:lnTo>
                    <a:pt x="26920" y="15296"/>
                  </a:lnTo>
                  <a:lnTo>
                    <a:pt x="25697" y="15296"/>
                  </a:lnTo>
                  <a:lnTo>
                    <a:pt x="25391" y="14990"/>
                  </a:lnTo>
                  <a:lnTo>
                    <a:pt x="24779" y="14990"/>
                  </a:lnTo>
                  <a:lnTo>
                    <a:pt x="24473" y="15296"/>
                  </a:lnTo>
                  <a:lnTo>
                    <a:pt x="22944" y="15908"/>
                  </a:lnTo>
                  <a:lnTo>
                    <a:pt x="22332" y="16214"/>
                  </a:lnTo>
                  <a:lnTo>
                    <a:pt x="22026" y="15908"/>
                  </a:lnTo>
                  <a:lnTo>
                    <a:pt x="21414" y="15602"/>
                  </a:lnTo>
                  <a:lnTo>
                    <a:pt x="20496" y="16520"/>
                  </a:lnTo>
                  <a:lnTo>
                    <a:pt x="20190" y="17132"/>
                  </a:lnTo>
                  <a:lnTo>
                    <a:pt x="19884" y="17437"/>
                  </a:lnTo>
                  <a:lnTo>
                    <a:pt x="19579" y="17132"/>
                  </a:lnTo>
                  <a:lnTo>
                    <a:pt x="18355" y="16826"/>
                  </a:lnTo>
                  <a:lnTo>
                    <a:pt x="17743" y="17132"/>
                  </a:lnTo>
                  <a:lnTo>
                    <a:pt x="16825" y="16826"/>
                  </a:lnTo>
                  <a:lnTo>
                    <a:pt x="16519" y="16826"/>
                  </a:lnTo>
                  <a:lnTo>
                    <a:pt x="16214" y="16520"/>
                  </a:lnTo>
                  <a:lnTo>
                    <a:pt x="15296" y="16520"/>
                  </a:lnTo>
                  <a:lnTo>
                    <a:pt x="14990" y="15908"/>
                  </a:lnTo>
                  <a:lnTo>
                    <a:pt x="14684" y="15908"/>
                  </a:lnTo>
                  <a:lnTo>
                    <a:pt x="13154" y="14990"/>
                  </a:lnTo>
                  <a:lnTo>
                    <a:pt x="12543" y="14990"/>
                  </a:lnTo>
                  <a:lnTo>
                    <a:pt x="11625" y="15296"/>
                  </a:lnTo>
                  <a:lnTo>
                    <a:pt x="11013" y="16520"/>
                  </a:lnTo>
                  <a:lnTo>
                    <a:pt x="10401" y="16826"/>
                  </a:lnTo>
                  <a:lnTo>
                    <a:pt x="10707" y="17437"/>
                  </a:lnTo>
                  <a:lnTo>
                    <a:pt x="10401" y="18355"/>
                  </a:lnTo>
                  <a:lnTo>
                    <a:pt x="10707" y="18967"/>
                  </a:lnTo>
                  <a:lnTo>
                    <a:pt x="10095" y="18661"/>
                  </a:lnTo>
                  <a:lnTo>
                    <a:pt x="9789" y="18661"/>
                  </a:lnTo>
                  <a:lnTo>
                    <a:pt x="9483" y="18967"/>
                  </a:lnTo>
                  <a:lnTo>
                    <a:pt x="9178" y="18661"/>
                  </a:lnTo>
                  <a:lnTo>
                    <a:pt x="8566" y="18661"/>
                  </a:lnTo>
                  <a:lnTo>
                    <a:pt x="8566" y="18661"/>
                  </a:lnTo>
                  <a:lnTo>
                    <a:pt x="7648" y="18355"/>
                  </a:lnTo>
                  <a:lnTo>
                    <a:pt x="6730" y="18967"/>
                  </a:lnTo>
                  <a:lnTo>
                    <a:pt x="5812" y="18967"/>
                  </a:lnTo>
                  <a:lnTo>
                    <a:pt x="5507" y="18967"/>
                  </a:lnTo>
                  <a:lnTo>
                    <a:pt x="5201" y="19885"/>
                  </a:lnTo>
                  <a:lnTo>
                    <a:pt x="5201" y="20497"/>
                  </a:lnTo>
                  <a:lnTo>
                    <a:pt x="4589" y="22026"/>
                  </a:lnTo>
                  <a:lnTo>
                    <a:pt x="4283" y="21414"/>
                  </a:lnTo>
                  <a:lnTo>
                    <a:pt x="4283" y="20497"/>
                  </a:lnTo>
                  <a:lnTo>
                    <a:pt x="3365" y="19885"/>
                  </a:lnTo>
                  <a:lnTo>
                    <a:pt x="2142" y="18355"/>
                  </a:lnTo>
                  <a:lnTo>
                    <a:pt x="1836" y="17743"/>
                  </a:lnTo>
                  <a:lnTo>
                    <a:pt x="1836" y="17437"/>
                  </a:lnTo>
                  <a:lnTo>
                    <a:pt x="1530" y="16826"/>
                  </a:lnTo>
                  <a:lnTo>
                    <a:pt x="918" y="16214"/>
                  </a:lnTo>
                  <a:lnTo>
                    <a:pt x="612" y="14990"/>
                  </a:lnTo>
                  <a:lnTo>
                    <a:pt x="306" y="14378"/>
                  </a:lnTo>
                  <a:lnTo>
                    <a:pt x="612" y="14072"/>
                  </a:lnTo>
                  <a:lnTo>
                    <a:pt x="612" y="13155"/>
                  </a:lnTo>
                  <a:lnTo>
                    <a:pt x="0" y="12543"/>
                  </a:lnTo>
                  <a:lnTo>
                    <a:pt x="306" y="12237"/>
                  </a:lnTo>
                  <a:lnTo>
                    <a:pt x="918" y="11931"/>
                  </a:lnTo>
                  <a:lnTo>
                    <a:pt x="1224" y="11013"/>
                  </a:lnTo>
                  <a:lnTo>
                    <a:pt x="1836" y="10707"/>
                  </a:lnTo>
                  <a:lnTo>
                    <a:pt x="2142" y="9484"/>
                  </a:lnTo>
                  <a:lnTo>
                    <a:pt x="2753" y="8872"/>
                  </a:lnTo>
                  <a:lnTo>
                    <a:pt x="3977" y="8872"/>
                  </a:lnTo>
                  <a:lnTo>
                    <a:pt x="4895" y="8566"/>
                  </a:lnTo>
                  <a:lnTo>
                    <a:pt x="5507" y="7954"/>
                  </a:lnTo>
                  <a:lnTo>
                    <a:pt x="6118" y="8872"/>
                  </a:lnTo>
                  <a:lnTo>
                    <a:pt x="8260" y="7648"/>
                  </a:lnTo>
                  <a:lnTo>
                    <a:pt x="10401" y="7648"/>
                  </a:lnTo>
                  <a:lnTo>
                    <a:pt x="11319" y="6731"/>
                  </a:lnTo>
                  <a:lnTo>
                    <a:pt x="11319" y="6731"/>
                  </a:lnTo>
                  <a:lnTo>
                    <a:pt x="11319" y="6425"/>
                  </a:lnTo>
                  <a:lnTo>
                    <a:pt x="11625" y="6119"/>
                  </a:lnTo>
                  <a:lnTo>
                    <a:pt x="11319" y="5507"/>
                  </a:lnTo>
                  <a:lnTo>
                    <a:pt x="11319" y="5201"/>
                  </a:lnTo>
                  <a:lnTo>
                    <a:pt x="11625" y="5201"/>
                  </a:lnTo>
                  <a:lnTo>
                    <a:pt x="11931" y="5201"/>
                  </a:lnTo>
                  <a:lnTo>
                    <a:pt x="13154" y="5201"/>
                  </a:lnTo>
                  <a:lnTo>
                    <a:pt x="14072" y="4895"/>
                  </a:lnTo>
                  <a:lnTo>
                    <a:pt x="14990" y="4895"/>
                  </a:lnTo>
                  <a:lnTo>
                    <a:pt x="14990" y="4589"/>
                  </a:lnTo>
                  <a:lnTo>
                    <a:pt x="15602" y="4283"/>
                  </a:lnTo>
                  <a:lnTo>
                    <a:pt x="16214" y="3977"/>
                  </a:lnTo>
                  <a:lnTo>
                    <a:pt x="16519" y="3365"/>
                  </a:lnTo>
                  <a:lnTo>
                    <a:pt x="16519" y="3060"/>
                  </a:lnTo>
                  <a:lnTo>
                    <a:pt x="17131" y="2754"/>
                  </a:lnTo>
                  <a:lnTo>
                    <a:pt x="17437" y="2754"/>
                  </a:lnTo>
                  <a:lnTo>
                    <a:pt x="17743" y="2142"/>
                  </a:lnTo>
                  <a:lnTo>
                    <a:pt x="18355" y="1836"/>
                  </a:lnTo>
                  <a:lnTo>
                    <a:pt x="18355" y="918"/>
                  </a:lnTo>
                  <a:lnTo>
                    <a:pt x="18355" y="918"/>
                  </a:lnTo>
                  <a:lnTo>
                    <a:pt x="18661" y="612"/>
                  </a:lnTo>
                  <a:lnTo>
                    <a:pt x="20190" y="0"/>
                  </a:lnTo>
                  <a:lnTo>
                    <a:pt x="21108"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6" name="Google Shape;1736;p61"/>
            <p:cNvSpPr/>
            <p:nvPr/>
          </p:nvSpPr>
          <p:spPr>
            <a:xfrm>
              <a:off x="2857825" y="2930150"/>
              <a:ext cx="466550" cy="543000"/>
            </a:xfrm>
            <a:custGeom>
              <a:rect b="b" l="l" r="r" t="t"/>
              <a:pathLst>
                <a:path extrusionOk="0" h="21720" w="18662">
                  <a:moveTo>
                    <a:pt x="18661" y="612"/>
                  </a:moveTo>
                  <a:lnTo>
                    <a:pt x="18355" y="1530"/>
                  </a:lnTo>
                  <a:lnTo>
                    <a:pt x="17132" y="3671"/>
                  </a:lnTo>
                  <a:lnTo>
                    <a:pt x="17132" y="5507"/>
                  </a:lnTo>
                  <a:lnTo>
                    <a:pt x="16520" y="6730"/>
                  </a:lnTo>
                  <a:lnTo>
                    <a:pt x="16520" y="7648"/>
                  </a:lnTo>
                  <a:lnTo>
                    <a:pt x="16826" y="7954"/>
                  </a:lnTo>
                  <a:lnTo>
                    <a:pt x="16826" y="8260"/>
                  </a:lnTo>
                  <a:lnTo>
                    <a:pt x="16520" y="8872"/>
                  </a:lnTo>
                  <a:lnTo>
                    <a:pt x="16214" y="9789"/>
                  </a:lnTo>
                  <a:lnTo>
                    <a:pt x="16214" y="10095"/>
                  </a:lnTo>
                  <a:lnTo>
                    <a:pt x="16214" y="10707"/>
                  </a:lnTo>
                  <a:lnTo>
                    <a:pt x="16214" y="10707"/>
                  </a:lnTo>
                  <a:lnTo>
                    <a:pt x="15296" y="11625"/>
                  </a:lnTo>
                  <a:lnTo>
                    <a:pt x="14378" y="11931"/>
                  </a:lnTo>
                  <a:lnTo>
                    <a:pt x="14072" y="12543"/>
                  </a:lnTo>
                  <a:lnTo>
                    <a:pt x="13766" y="12848"/>
                  </a:lnTo>
                  <a:lnTo>
                    <a:pt x="13461" y="13766"/>
                  </a:lnTo>
                  <a:lnTo>
                    <a:pt x="12543" y="14684"/>
                  </a:lnTo>
                  <a:lnTo>
                    <a:pt x="12543" y="17743"/>
                  </a:lnTo>
                  <a:lnTo>
                    <a:pt x="11625" y="18967"/>
                  </a:lnTo>
                  <a:lnTo>
                    <a:pt x="11013" y="19273"/>
                  </a:lnTo>
                  <a:lnTo>
                    <a:pt x="10707" y="19884"/>
                  </a:lnTo>
                  <a:lnTo>
                    <a:pt x="10096" y="20190"/>
                  </a:lnTo>
                  <a:lnTo>
                    <a:pt x="9178" y="21108"/>
                  </a:lnTo>
                  <a:lnTo>
                    <a:pt x="8872" y="21414"/>
                  </a:lnTo>
                  <a:lnTo>
                    <a:pt x="7954" y="21414"/>
                  </a:lnTo>
                  <a:lnTo>
                    <a:pt x="7954" y="20802"/>
                  </a:lnTo>
                  <a:lnTo>
                    <a:pt x="7954" y="20190"/>
                  </a:lnTo>
                  <a:lnTo>
                    <a:pt x="7954" y="20190"/>
                  </a:lnTo>
                  <a:lnTo>
                    <a:pt x="7036" y="20496"/>
                  </a:lnTo>
                  <a:lnTo>
                    <a:pt x="6425" y="20496"/>
                  </a:lnTo>
                  <a:lnTo>
                    <a:pt x="6119" y="21108"/>
                  </a:lnTo>
                  <a:lnTo>
                    <a:pt x="5813" y="21414"/>
                  </a:lnTo>
                  <a:lnTo>
                    <a:pt x="4895" y="20802"/>
                  </a:lnTo>
                  <a:lnTo>
                    <a:pt x="4589" y="21108"/>
                  </a:lnTo>
                  <a:lnTo>
                    <a:pt x="3977" y="20190"/>
                  </a:lnTo>
                  <a:lnTo>
                    <a:pt x="3060" y="20802"/>
                  </a:lnTo>
                  <a:lnTo>
                    <a:pt x="2754" y="21108"/>
                  </a:lnTo>
                  <a:lnTo>
                    <a:pt x="1836" y="21720"/>
                  </a:lnTo>
                  <a:lnTo>
                    <a:pt x="1530" y="21414"/>
                  </a:lnTo>
                  <a:lnTo>
                    <a:pt x="1530" y="20802"/>
                  </a:lnTo>
                  <a:lnTo>
                    <a:pt x="0" y="19273"/>
                  </a:lnTo>
                  <a:lnTo>
                    <a:pt x="612" y="18355"/>
                  </a:lnTo>
                  <a:lnTo>
                    <a:pt x="918" y="18049"/>
                  </a:lnTo>
                  <a:lnTo>
                    <a:pt x="1530" y="18355"/>
                  </a:lnTo>
                  <a:lnTo>
                    <a:pt x="1836" y="17743"/>
                  </a:lnTo>
                  <a:lnTo>
                    <a:pt x="2142" y="16825"/>
                  </a:lnTo>
                  <a:lnTo>
                    <a:pt x="1224" y="16214"/>
                  </a:lnTo>
                  <a:lnTo>
                    <a:pt x="1224" y="15296"/>
                  </a:lnTo>
                  <a:lnTo>
                    <a:pt x="1836" y="15296"/>
                  </a:lnTo>
                  <a:lnTo>
                    <a:pt x="3060" y="15296"/>
                  </a:lnTo>
                  <a:lnTo>
                    <a:pt x="3365" y="14684"/>
                  </a:lnTo>
                  <a:lnTo>
                    <a:pt x="3060" y="14072"/>
                  </a:lnTo>
                  <a:lnTo>
                    <a:pt x="3671" y="14072"/>
                  </a:lnTo>
                  <a:lnTo>
                    <a:pt x="3977" y="14072"/>
                  </a:lnTo>
                  <a:lnTo>
                    <a:pt x="4895" y="14990"/>
                  </a:lnTo>
                  <a:lnTo>
                    <a:pt x="5813" y="15296"/>
                  </a:lnTo>
                  <a:lnTo>
                    <a:pt x="6425" y="14684"/>
                  </a:lnTo>
                  <a:lnTo>
                    <a:pt x="6731" y="15296"/>
                  </a:lnTo>
                  <a:lnTo>
                    <a:pt x="7342" y="15296"/>
                  </a:lnTo>
                  <a:lnTo>
                    <a:pt x="7954" y="13766"/>
                  </a:lnTo>
                  <a:lnTo>
                    <a:pt x="8260" y="12848"/>
                  </a:lnTo>
                  <a:lnTo>
                    <a:pt x="7954" y="11625"/>
                  </a:lnTo>
                  <a:lnTo>
                    <a:pt x="8260" y="10707"/>
                  </a:lnTo>
                  <a:lnTo>
                    <a:pt x="7954" y="10401"/>
                  </a:lnTo>
                  <a:lnTo>
                    <a:pt x="7036" y="9789"/>
                  </a:lnTo>
                  <a:lnTo>
                    <a:pt x="6731" y="8872"/>
                  </a:lnTo>
                  <a:lnTo>
                    <a:pt x="7342" y="7954"/>
                  </a:lnTo>
                  <a:lnTo>
                    <a:pt x="7342" y="7954"/>
                  </a:lnTo>
                  <a:lnTo>
                    <a:pt x="7954" y="7648"/>
                  </a:lnTo>
                  <a:lnTo>
                    <a:pt x="7954" y="6730"/>
                  </a:lnTo>
                  <a:lnTo>
                    <a:pt x="7648" y="6118"/>
                  </a:lnTo>
                  <a:lnTo>
                    <a:pt x="7342" y="5813"/>
                  </a:lnTo>
                  <a:lnTo>
                    <a:pt x="6731" y="5813"/>
                  </a:lnTo>
                  <a:lnTo>
                    <a:pt x="5201" y="6118"/>
                  </a:lnTo>
                  <a:lnTo>
                    <a:pt x="4895" y="4895"/>
                  </a:lnTo>
                  <a:lnTo>
                    <a:pt x="5201" y="3977"/>
                  </a:lnTo>
                  <a:lnTo>
                    <a:pt x="7954" y="3977"/>
                  </a:lnTo>
                  <a:lnTo>
                    <a:pt x="8566" y="3671"/>
                  </a:lnTo>
                  <a:lnTo>
                    <a:pt x="9178" y="4283"/>
                  </a:lnTo>
                  <a:lnTo>
                    <a:pt x="9790" y="4283"/>
                  </a:lnTo>
                  <a:lnTo>
                    <a:pt x="10096" y="4283"/>
                  </a:lnTo>
                  <a:lnTo>
                    <a:pt x="10401" y="4589"/>
                  </a:lnTo>
                  <a:lnTo>
                    <a:pt x="10707" y="4283"/>
                  </a:lnTo>
                  <a:lnTo>
                    <a:pt x="11319" y="4589"/>
                  </a:lnTo>
                  <a:lnTo>
                    <a:pt x="11931" y="4895"/>
                  </a:lnTo>
                  <a:lnTo>
                    <a:pt x="12237" y="5201"/>
                  </a:lnTo>
                  <a:lnTo>
                    <a:pt x="12237" y="4895"/>
                  </a:lnTo>
                  <a:lnTo>
                    <a:pt x="12237" y="4283"/>
                  </a:lnTo>
                  <a:lnTo>
                    <a:pt x="12237" y="3977"/>
                  </a:lnTo>
                  <a:lnTo>
                    <a:pt x="12543" y="3671"/>
                  </a:lnTo>
                  <a:lnTo>
                    <a:pt x="13155" y="2142"/>
                  </a:lnTo>
                  <a:lnTo>
                    <a:pt x="13155" y="1530"/>
                  </a:lnTo>
                  <a:lnTo>
                    <a:pt x="13461" y="612"/>
                  </a:lnTo>
                  <a:lnTo>
                    <a:pt x="13766" y="612"/>
                  </a:lnTo>
                  <a:lnTo>
                    <a:pt x="14684" y="612"/>
                  </a:lnTo>
                  <a:lnTo>
                    <a:pt x="15602" y="0"/>
                  </a:lnTo>
                  <a:lnTo>
                    <a:pt x="16520" y="306"/>
                  </a:lnTo>
                  <a:lnTo>
                    <a:pt x="16520" y="306"/>
                  </a:lnTo>
                  <a:lnTo>
                    <a:pt x="17132" y="306"/>
                  </a:lnTo>
                  <a:lnTo>
                    <a:pt x="17437" y="612"/>
                  </a:lnTo>
                  <a:lnTo>
                    <a:pt x="17743" y="306"/>
                  </a:lnTo>
                  <a:lnTo>
                    <a:pt x="18049" y="306"/>
                  </a:lnTo>
                  <a:lnTo>
                    <a:pt x="18661"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7" name="Google Shape;1737;p61"/>
            <p:cNvSpPr/>
            <p:nvPr/>
          </p:nvSpPr>
          <p:spPr>
            <a:xfrm>
              <a:off x="2857825" y="2930150"/>
              <a:ext cx="466550" cy="543000"/>
            </a:xfrm>
            <a:custGeom>
              <a:rect b="b" l="l" r="r" t="t"/>
              <a:pathLst>
                <a:path extrusionOk="0" fill="none" h="21720" w="18662">
                  <a:moveTo>
                    <a:pt x="18661" y="612"/>
                  </a:moveTo>
                  <a:lnTo>
                    <a:pt x="18355" y="1530"/>
                  </a:lnTo>
                  <a:lnTo>
                    <a:pt x="17132" y="3671"/>
                  </a:lnTo>
                  <a:lnTo>
                    <a:pt x="17132" y="5507"/>
                  </a:lnTo>
                  <a:lnTo>
                    <a:pt x="16520" y="6730"/>
                  </a:lnTo>
                  <a:lnTo>
                    <a:pt x="16520" y="7648"/>
                  </a:lnTo>
                  <a:lnTo>
                    <a:pt x="16826" y="7954"/>
                  </a:lnTo>
                  <a:lnTo>
                    <a:pt x="16826" y="8260"/>
                  </a:lnTo>
                  <a:lnTo>
                    <a:pt x="16520" y="8872"/>
                  </a:lnTo>
                  <a:lnTo>
                    <a:pt x="16214" y="9789"/>
                  </a:lnTo>
                  <a:lnTo>
                    <a:pt x="16214" y="10095"/>
                  </a:lnTo>
                  <a:lnTo>
                    <a:pt x="16214" y="10707"/>
                  </a:lnTo>
                  <a:lnTo>
                    <a:pt x="16214" y="10707"/>
                  </a:lnTo>
                  <a:lnTo>
                    <a:pt x="15296" y="11625"/>
                  </a:lnTo>
                  <a:lnTo>
                    <a:pt x="14378" y="11931"/>
                  </a:lnTo>
                  <a:lnTo>
                    <a:pt x="14072" y="12543"/>
                  </a:lnTo>
                  <a:lnTo>
                    <a:pt x="13766" y="12848"/>
                  </a:lnTo>
                  <a:lnTo>
                    <a:pt x="13461" y="13766"/>
                  </a:lnTo>
                  <a:lnTo>
                    <a:pt x="12543" y="14684"/>
                  </a:lnTo>
                  <a:lnTo>
                    <a:pt x="12543" y="17743"/>
                  </a:lnTo>
                  <a:lnTo>
                    <a:pt x="11625" y="18967"/>
                  </a:lnTo>
                  <a:lnTo>
                    <a:pt x="11013" y="19273"/>
                  </a:lnTo>
                  <a:lnTo>
                    <a:pt x="10707" y="19884"/>
                  </a:lnTo>
                  <a:lnTo>
                    <a:pt x="10096" y="20190"/>
                  </a:lnTo>
                  <a:lnTo>
                    <a:pt x="9178" y="21108"/>
                  </a:lnTo>
                  <a:lnTo>
                    <a:pt x="8872" y="21414"/>
                  </a:lnTo>
                  <a:lnTo>
                    <a:pt x="7954" y="21414"/>
                  </a:lnTo>
                  <a:lnTo>
                    <a:pt x="7954" y="20802"/>
                  </a:lnTo>
                  <a:lnTo>
                    <a:pt x="7954" y="20190"/>
                  </a:lnTo>
                  <a:lnTo>
                    <a:pt x="7954" y="20190"/>
                  </a:lnTo>
                  <a:lnTo>
                    <a:pt x="7036" y="20496"/>
                  </a:lnTo>
                  <a:lnTo>
                    <a:pt x="6425" y="20496"/>
                  </a:lnTo>
                  <a:lnTo>
                    <a:pt x="6119" y="21108"/>
                  </a:lnTo>
                  <a:lnTo>
                    <a:pt x="5813" y="21414"/>
                  </a:lnTo>
                  <a:lnTo>
                    <a:pt x="4895" y="20802"/>
                  </a:lnTo>
                  <a:lnTo>
                    <a:pt x="4589" y="21108"/>
                  </a:lnTo>
                  <a:lnTo>
                    <a:pt x="3977" y="20190"/>
                  </a:lnTo>
                  <a:lnTo>
                    <a:pt x="3060" y="20802"/>
                  </a:lnTo>
                  <a:lnTo>
                    <a:pt x="2754" y="21108"/>
                  </a:lnTo>
                  <a:lnTo>
                    <a:pt x="1836" y="21720"/>
                  </a:lnTo>
                  <a:lnTo>
                    <a:pt x="1530" y="21414"/>
                  </a:lnTo>
                  <a:lnTo>
                    <a:pt x="1530" y="20802"/>
                  </a:lnTo>
                  <a:lnTo>
                    <a:pt x="0" y="19273"/>
                  </a:lnTo>
                  <a:lnTo>
                    <a:pt x="612" y="18355"/>
                  </a:lnTo>
                  <a:lnTo>
                    <a:pt x="918" y="18049"/>
                  </a:lnTo>
                  <a:lnTo>
                    <a:pt x="1530" y="18355"/>
                  </a:lnTo>
                  <a:lnTo>
                    <a:pt x="1836" y="17743"/>
                  </a:lnTo>
                  <a:lnTo>
                    <a:pt x="2142" y="16825"/>
                  </a:lnTo>
                  <a:lnTo>
                    <a:pt x="1224" y="16214"/>
                  </a:lnTo>
                  <a:lnTo>
                    <a:pt x="1224" y="15296"/>
                  </a:lnTo>
                  <a:lnTo>
                    <a:pt x="1836" y="15296"/>
                  </a:lnTo>
                  <a:lnTo>
                    <a:pt x="3060" y="15296"/>
                  </a:lnTo>
                  <a:lnTo>
                    <a:pt x="3365" y="14684"/>
                  </a:lnTo>
                  <a:lnTo>
                    <a:pt x="3060" y="14072"/>
                  </a:lnTo>
                  <a:lnTo>
                    <a:pt x="3671" y="14072"/>
                  </a:lnTo>
                  <a:lnTo>
                    <a:pt x="3977" y="14072"/>
                  </a:lnTo>
                  <a:lnTo>
                    <a:pt x="4895" y="14990"/>
                  </a:lnTo>
                  <a:lnTo>
                    <a:pt x="5813" y="15296"/>
                  </a:lnTo>
                  <a:lnTo>
                    <a:pt x="6425" y="14684"/>
                  </a:lnTo>
                  <a:lnTo>
                    <a:pt x="6731" y="15296"/>
                  </a:lnTo>
                  <a:lnTo>
                    <a:pt x="7342" y="15296"/>
                  </a:lnTo>
                  <a:lnTo>
                    <a:pt x="7954" y="13766"/>
                  </a:lnTo>
                  <a:lnTo>
                    <a:pt x="8260" y="12848"/>
                  </a:lnTo>
                  <a:lnTo>
                    <a:pt x="7954" y="11625"/>
                  </a:lnTo>
                  <a:lnTo>
                    <a:pt x="8260" y="10707"/>
                  </a:lnTo>
                  <a:lnTo>
                    <a:pt x="7954" y="10401"/>
                  </a:lnTo>
                  <a:lnTo>
                    <a:pt x="7036" y="9789"/>
                  </a:lnTo>
                  <a:lnTo>
                    <a:pt x="6731" y="8872"/>
                  </a:lnTo>
                  <a:lnTo>
                    <a:pt x="7342" y="7954"/>
                  </a:lnTo>
                  <a:lnTo>
                    <a:pt x="7342" y="7954"/>
                  </a:lnTo>
                  <a:lnTo>
                    <a:pt x="7954" y="7648"/>
                  </a:lnTo>
                  <a:lnTo>
                    <a:pt x="7954" y="6730"/>
                  </a:lnTo>
                  <a:lnTo>
                    <a:pt x="7648" y="6118"/>
                  </a:lnTo>
                  <a:lnTo>
                    <a:pt x="7342" y="5813"/>
                  </a:lnTo>
                  <a:lnTo>
                    <a:pt x="6731" y="5813"/>
                  </a:lnTo>
                  <a:lnTo>
                    <a:pt x="5201" y="6118"/>
                  </a:lnTo>
                  <a:lnTo>
                    <a:pt x="4895" y="4895"/>
                  </a:lnTo>
                  <a:lnTo>
                    <a:pt x="5201" y="3977"/>
                  </a:lnTo>
                  <a:lnTo>
                    <a:pt x="7954" y="3977"/>
                  </a:lnTo>
                  <a:lnTo>
                    <a:pt x="8566" y="3671"/>
                  </a:lnTo>
                  <a:lnTo>
                    <a:pt x="9178" y="4283"/>
                  </a:lnTo>
                  <a:lnTo>
                    <a:pt x="9790" y="4283"/>
                  </a:lnTo>
                  <a:lnTo>
                    <a:pt x="10096" y="4283"/>
                  </a:lnTo>
                  <a:lnTo>
                    <a:pt x="10401" y="4589"/>
                  </a:lnTo>
                  <a:lnTo>
                    <a:pt x="10707" y="4283"/>
                  </a:lnTo>
                  <a:lnTo>
                    <a:pt x="11319" y="4589"/>
                  </a:lnTo>
                  <a:lnTo>
                    <a:pt x="11931" y="4895"/>
                  </a:lnTo>
                  <a:lnTo>
                    <a:pt x="12237" y="5201"/>
                  </a:lnTo>
                  <a:lnTo>
                    <a:pt x="12237" y="4895"/>
                  </a:lnTo>
                  <a:lnTo>
                    <a:pt x="12237" y="4283"/>
                  </a:lnTo>
                  <a:lnTo>
                    <a:pt x="12237" y="3977"/>
                  </a:lnTo>
                  <a:lnTo>
                    <a:pt x="12543" y="3671"/>
                  </a:lnTo>
                  <a:lnTo>
                    <a:pt x="13155" y="2142"/>
                  </a:lnTo>
                  <a:lnTo>
                    <a:pt x="13155" y="1530"/>
                  </a:lnTo>
                  <a:lnTo>
                    <a:pt x="13461" y="612"/>
                  </a:lnTo>
                  <a:lnTo>
                    <a:pt x="13766" y="612"/>
                  </a:lnTo>
                  <a:lnTo>
                    <a:pt x="14684" y="612"/>
                  </a:lnTo>
                  <a:lnTo>
                    <a:pt x="15602" y="0"/>
                  </a:lnTo>
                  <a:lnTo>
                    <a:pt x="16520" y="306"/>
                  </a:lnTo>
                  <a:lnTo>
                    <a:pt x="16520" y="306"/>
                  </a:lnTo>
                  <a:lnTo>
                    <a:pt x="17132" y="306"/>
                  </a:lnTo>
                  <a:lnTo>
                    <a:pt x="17437" y="612"/>
                  </a:lnTo>
                  <a:lnTo>
                    <a:pt x="17743" y="306"/>
                  </a:lnTo>
                  <a:lnTo>
                    <a:pt x="18049" y="306"/>
                  </a:lnTo>
                  <a:lnTo>
                    <a:pt x="18661"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8" name="Google Shape;1738;p61"/>
            <p:cNvSpPr/>
            <p:nvPr/>
          </p:nvSpPr>
          <p:spPr>
            <a:xfrm>
              <a:off x="1626525" y="2494225"/>
              <a:ext cx="374775" cy="397700"/>
            </a:xfrm>
            <a:custGeom>
              <a:rect b="b" l="l" r="r" t="t"/>
              <a:pathLst>
                <a:path extrusionOk="0" h="15908" w="14991">
                  <a:moveTo>
                    <a:pt x="7648" y="612"/>
                  </a:moveTo>
                  <a:lnTo>
                    <a:pt x="7954" y="918"/>
                  </a:lnTo>
                  <a:lnTo>
                    <a:pt x="8566" y="918"/>
                  </a:lnTo>
                  <a:lnTo>
                    <a:pt x="9178" y="1836"/>
                  </a:lnTo>
                  <a:lnTo>
                    <a:pt x="9484" y="2142"/>
                  </a:lnTo>
                  <a:lnTo>
                    <a:pt x="9484" y="2447"/>
                  </a:lnTo>
                  <a:lnTo>
                    <a:pt x="9790" y="2447"/>
                  </a:lnTo>
                  <a:lnTo>
                    <a:pt x="10096" y="2447"/>
                  </a:lnTo>
                  <a:lnTo>
                    <a:pt x="10402" y="2753"/>
                  </a:lnTo>
                  <a:lnTo>
                    <a:pt x="10708" y="2447"/>
                  </a:lnTo>
                  <a:lnTo>
                    <a:pt x="12237" y="1836"/>
                  </a:lnTo>
                  <a:lnTo>
                    <a:pt x="13461" y="2142"/>
                  </a:lnTo>
                  <a:lnTo>
                    <a:pt x="13767" y="2447"/>
                  </a:lnTo>
                  <a:lnTo>
                    <a:pt x="14378" y="3059"/>
                  </a:lnTo>
                  <a:lnTo>
                    <a:pt x="14684" y="3059"/>
                  </a:lnTo>
                  <a:lnTo>
                    <a:pt x="14684" y="3671"/>
                  </a:lnTo>
                  <a:lnTo>
                    <a:pt x="14378" y="3977"/>
                  </a:lnTo>
                  <a:lnTo>
                    <a:pt x="14990" y="4589"/>
                  </a:lnTo>
                  <a:lnTo>
                    <a:pt x="14990" y="4895"/>
                  </a:lnTo>
                  <a:lnTo>
                    <a:pt x="14990" y="6118"/>
                  </a:lnTo>
                  <a:lnTo>
                    <a:pt x="14990" y="6424"/>
                  </a:lnTo>
                  <a:lnTo>
                    <a:pt x="14378" y="7342"/>
                  </a:lnTo>
                  <a:lnTo>
                    <a:pt x="14073" y="8566"/>
                  </a:lnTo>
                  <a:lnTo>
                    <a:pt x="13461" y="9483"/>
                  </a:lnTo>
                  <a:lnTo>
                    <a:pt x="13461" y="10095"/>
                  </a:lnTo>
                  <a:lnTo>
                    <a:pt x="13767" y="12237"/>
                  </a:lnTo>
                  <a:lnTo>
                    <a:pt x="14378" y="12848"/>
                  </a:lnTo>
                  <a:lnTo>
                    <a:pt x="14684" y="13766"/>
                  </a:lnTo>
                  <a:lnTo>
                    <a:pt x="13767" y="14072"/>
                  </a:lnTo>
                  <a:lnTo>
                    <a:pt x="11319" y="13766"/>
                  </a:lnTo>
                  <a:lnTo>
                    <a:pt x="7037" y="14072"/>
                  </a:lnTo>
                  <a:lnTo>
                    <a:pt x="4283" y="14990"/>
                  </a:lnTo>
                  <a:lnTo>
                    <a:pt x="2754" y="15908"/>
                  </a:lnTo>
                  <a:lnTo>
                    <a:pt x="2448" y="14684"/>
                  </a:lnTo>
                  <a:lnTo>
                    <a:pt x="2448" y="14072"/>
                  </a:lnTo>
                  <a:lnTo>
                    <a:pt x="3060" y="13460"/>
                  </a:lnTo>
                  <a:lnTo>
                    <a:pt x="2754" y="12237"/>
                  </a:lnTo>
                  <a:lnTo>
                    <a:pt x="2142" y="11931"/>
                  </a:lnTo>
                  <a:lnTo>
                    <a:pt x="1530" y="11013"/>
                  </a:lnTo>
                  <a:lnTo>
                    <a:pt x="918" y="11013"/>
                  </a:lnTo>
                  <a:lnTo>
                    <a:pt x="1" y="10401"/>
                  </a:lnTo>
                  <a:lnTo>
                    <a:pt x="612" y="9789"/>
                  </a:lnTo>
                  <a:lnTo>
                    <a:pt x="612" y="9178"/>
                  </a:lnTo>
                  <a:lnTo>
                    <a:pt x="612" y="8872"/>
                  </a:lnTo>
                  <a:lnTo>
                    <a:pt x="306" y="7954"/>
                  </a:lnTo>
                  <a:lnTo>
                    <a:pt x="918" y="7954"/>
                  </a:lnTo>
                  <a:lnTo>
                    <a:pt x="1224" y="7342"/>
                  </a:lnTo>
                  <a:lnTo>
                    <a:pt x="1224" y="6730"/>
                  </a:lnTo>
                  <a:lnTo>
                    <a:pt x="1530" y="6730"/>
                  </a:lnTo>
                  <a:lnTo>
                    <a:pt x="1530" y="6424"/>
                  </a:lnTo>
                  <a:lnTo>
                    <a:pt x="918" y="6118"/>
                  </a:lnTo>
                  <a:lnTo>
                    <a:pt x="918" y="5507"/>
                  </a:lnTo>
                  <a:lnTo>
                    <a:pt x="1530" y="5507"/>
                  </a:lnTo>
                  <a:lnTo>
                    <a:pt x="2448" y="5813"/>
                  </a:lnTo>
                  <a:lnTo>
                    <a:pt x="2142" y="4895"/>
                  </a:lnTo>
                  <a:lnTo>
                    <a:pt x="1530" y="4589"/>
                  </a:lnTo>
                  <a:lnTo>
                    <a:pt x="1530" y="4283"/>
                  </a:lnTo>
                  <a:lnTo>
                    <a:pt x="1836" y="3977"/>
                  </a:lnTo>
                  <a:lnTo>
                    <a:pt x="1836" y="3671"/>
                  </a:lnTo>
                  <a:lnTo>
                    <a:pt x="1836" y="3059"/>
                  </a:lnTo>
                  <a:lnTo>
                    <a:pt x="1224" y="3059"/>
                  </a:lnTo>
                  <a:lnTo>
                    <a:pt x="1224" y="3059"/>
                  </a:lnTo>
                  <a:lnTo>
                    <a:pt x="1224" y="2447"/>
                  </a:lnTo>
                  <a:lnTo>
                    <a:pt x="1224" y="1836"/>
                  </a:lnTo>
                  <a:lnTo>
                    <a:pt x="1530" y="1224"/>
                  </a:lnTo>
                  <a:lnTo>
                    <a:pt x="1836" y="1224"/>
                  </a:lnTo>
                  <a:lnTo>
                    <a:pt x="2142" y="612"/>
                  </a:lnTo>
                  <a:lnTo>
                    <a:pt x="2754" y="612"/>
                  </a:lnTo>
                  <a:lnTo>
                    <a:pt x="3060" y="918"/>
                  </a:lnTo>
                  <a:lnTo>
                    <a:pt x="3977" y="1224"/>
                  </a:lnTo>
                  <a:lnTo>
                    <a:pt x="3977" y="918"/>
                  </a:lnTo>
                  <a:lnTo>
                    <a:pt x="4895" y="612"/>
                  </a:lnTo>
                  <a:lnTo>
                    <a:pt x="4895" y="0"/>
                  </a:lnTo>
                  <a:lnTo>
                    <a:pt x="5201" y="306"/>
                  </a:lnTo>
                  <a:lnTo>
                    <a:pt x="5507" y="0"/>
                  </a:lnTo>
                  <a:lnTo>
                    <a:pt x="5813" y="0"/>
                  </a:lnTo>
                  <a:lnTo>
                    <a:pt x="6119" y="612"/>
                  </a:lnTo>
                  <a:lnTo>
                    <a:pt x="5813" y="918"/>
                  </a:lnTo>
                  <a:lnTo>
                    <a:pt x="6119" y="1224"/>
                  </a:lnTo>
                  <a:lnTo>
                    <a:pt x="6425" y="1224"/>
                  </a:lnTo>
                  <a:lnTo>
                    <a:pt x="7037" y="612"/>
                  </a:lnTo>
                  <a:lnTo>
                    <a:pt x="7648"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39" name="Google Shape;1739;p61"/>
            <p:cNvSpPr/>
            <p:nvPr/>
          </p:nvSpPr>
          <p:spPr>
            <a:xfrm>
              <a:off x="1626525" y="2494225"/>
              <a:ext cx="374775" cy="397700"/>
            </a:xfrm>
            <a:custGeom>
              <a:rect b="b" l="l" r="r" t="t"/>
              <a:pathLst>
                <a:path extrusionOk="0" fill="none" h="15908" w="14991">
                  <a:moveTo>
                    <a:pt x="7648" y="612"/>
                  </a:moveTo>
                  <a:lnTo>
                    <a:pt x="7954" y="918"/>
                  </a:lnTo>
                  <a:lnTo>
                    <a:pt x="8566" y="918"/>
                  </a:lnTo>
                  <a:lnTo>
                    <a:pt x="9178" y="1836"/>
                  </a:lnTo>
                  <a:lnTo>
                    <a:pt x="9484" y="2142"/>
                  </a:lnTo>
                  <a:lnTo>
                    <a:pt x="9484" y="2447"/>
                  </a:lnTo>
                  <a:lnTo>
                    <a:pt x="9790" y="2447"/>
                  </a:lnTo>
                  <a:lnTo>
                    <a:pt x="10096" y="2447"/>
                  </a:lnTo>
                  <a:lnTo>
                    <a:pt x="10402" y="2753"/>
                  </a:lnTo>
                  <a:lnTo>
                    <a:pt x="10708" y="2447"/>
                  </a:lnTo>
                  <a:lnTo>
                    <a:pt x="12237" y="1836"/>
                  </a:lnTo>
                  <a:lnTo>
                    <a:pt x="13461" y="2142"/>
                  </a:lnTo>
                  <a:lnTo>
                    <a:pt x="13767" y="2447"/>
                  </a:lnTo>
                  <a:lnTo>
                    <a:pt x="14378" y="3059"/>
                  </a:lnTo>
                  <a:lnTo>
                    <a:pt x="14684" y="3059"/>
                  </a:lnTo>
                  <a:lnTo>
                    <a:pt x="14684" y="3671"/>
                  </a:lnTo>
                  <a:lnTo>
                    <a:pt x="14378" y="3977"/>
                  </a:lnTo>
                  <a:lnTo>
                    <a:pt x="14990" y="4589"/>
                  </a:lnTo>
                  <a:lnTo>
                    <a:pt x="14990" y="4895"/>
                  </a:lnTo>
                  <a:lnTo>
                    <a:pt x="14990" y="6118"/>
                  </a:lnTo>
                  <a:lnTo>
                    <a:pt x="14990" y="6424"/>
                  </a:lnTo>
                  <a:lnTo>
                    <a:pt x="14378" y="7342"/>
                  </a:lnTo>
                  <a:lnTo>
                    <a:pt x="14073" y="8566"/>
                  </a:lnTo>
                  <a:lnTo>
                    <a:pt x="13461" y="9483"/>
                  </a:lnTo>
                  <a:lnTo>
                    <a:pt x="13461" y="10095"/>
                  </a:lnTo>
                  <a:lnTo>
                    <a:pt x="13767" y="12237"/>
                  </a:lnTo>
                  <a:lnTo>
                    <a:pt x="14378" y="12848"/>
                  </a:lnTo>
                  <a:lnTo>
                    <a:pt x="14684" y="13766"/>
                  </a:lnTo>
                  <a:lnTo>
                    <a:pt x="13767" y="14072"/>
                  </a:lnTo>
                  <a:lnTo>
                    <a:pt x="11319" y="13766"/>
                  </a:lnTo>
                  <a:lnTo>
                    <a:pt x="7037" y="14072"/>
                  </a:lnTo>
                  <a:lnTo>
                    <a:pt x="4283" y="14990"/>
                  </a:lnTo>
                  <a:lnTo>
                    <a:pt x="2754" y="15908"/>
                  </a:lnTo>
                  <a:lnTo>
                    <a:pt x="2448" y="14684"/>
                  </a:lnTo>
                  <a:lnTo>
                    <a:pt x="2448" y="14072"/>
                  </a:lnTo>
                  <a:lnTo>
                    <a:pt x="3060" y="13460"/>
                  </a:lnTo>
                  <a:lnTo>
                    <a:pt x="2754" y="12237"/>
                  </a:lnTo>
                  <a:lnTo>
                    <a:pt x="2142" y="11931"/>
                  </a:lnTo>
                  <a:lnTo>
                    <a:pt x="1530" y="11013"/>
                  </a:lnTo>
                  <a:lnTo>
                    <a:pt x="918" y="11013"/>
                  </a:lnTo>
                  <a:lnTo>
                    <a:pt x="1" y="10401"/>
                  </a:lnTo>
                  <a:lnTo>
                    <a:pt x="612" y="9789"/>
                  </a:lnTo>
                  <a:lnTo>
                    <a:pt x="612" y="9178"/>
                  </a:lnTo>
                  <a:lnTo>
                    <a:pt x="612" y="8872"/>
                  </a:lnTo>
                  <a:lnTo>
                    <a:pt x="306" y="7954"/>
                  </a:lnTo>
                  <a:lnTo>
                    <a:pt x="918" y="7954"/>
                  </a:lnTo>
                  <a:lnTo>
                    <a:pt x="1224" y="7342"/>
                  </a:lnTo>
                  <a:lnTo>
                    <a:pt x="1224" y="6730"/>
                  </a:lnTo>
                  <a:lnTo>
                    <a:pt x="1530" y="6730"/>
                  </a:lnTo>
                  <a:lnTo>
                    <a:pt x="1530" y="6424"/>
                  </a:lnTo>
                  <a:lnTo>
                    <a:pt x="918" y="6118"/>
                  </a:lnTo>
                  <a:lnTo>
                    <a:pt x="918" y="5507"/>
                  </a:lnTo>
                  <a:lnTo>
                    <a:pt x="1530" y="5507"/>
                  </a:lnTo>
                  <a:lnTo>
                    <a:pt x="2448" y="5813"/>
                  </a:lnTo>
                  <a:lnTo>
                    <a:pt x="2142" y="4895"/>
                  </a:lnTo>
                  <a:lnTo>
                    <a:pt x="1530" y="4589"/>
                  </a:lnTo>
                  <a:lnTo>
                    <a:pt x="1530" y="4283"/>
                  </a:lnTo>
                  <a:lnTo>
                    <a:pt x="1836" y="3977"/>
                  </a:lnTo>
                  <a:lnTo>
                    <a:pt x="1836" y="3671"/>
                  </a:lnTo>
                  <a:lnTo>
                    <a:pt x="1836" y="3059"/>
                  </a:lnTo>
                  <a:lnTo>
                    <a:pt x="1224" y="3059"/>
                  </a:lnTo>
                  <a:lnTo>
                    <a:pt x="1224" y="3059"/>
                  </a:lnTo>
                  <a:lnTo>
                    <a:pt x="1224" y="2447"/>
                  </a:lnTo>
                  <a:lnTo>
                    <a:pt x="1224" y="1836"/>
                  </a:lnTo>
                  <a:lnTo>
                    <a:pt x="1530" y="1224"/>
                  </a:lnTo>
                  <a:lnTo>
                    <a:pt x="1836" y="1224"/>
                  </a:lnTo>
                  <a:lnTo>
                    <a:pt x="2142" y="612"/>
                  </a:lnTo>
                  <a:lnTo>
                    <a:pt x="2754" y="612"/>
                  </a:lnTo>
                  <a:lnTo>
                    <a:pt x="3060" y="918"/>
                  </a:lnTo>
                  <a:lnTo>
                    <a:pt x="3977" y="1224"/>
                  </a:lnTo>
                  <a:lnTo>
                    <a:pt x="3977" y="918"/>
                  </a:lnTo>
                  <a:lnTo>
                    <a:pt x="4895" y="612"/>
                  </a:lnTo>
                  <a:lnTo>
                    <a:pt x="4895" y="0"/>
                  </a:lnTo>
                  <a:lnTo>
                    <a:pt x="5201" y="306"/>
                  </a:lnTo>
                  <a:lnTo>
                    <a:pt x="5507" y="0"/>
                  </a:lnTo>
                  <a:lnTo>
                    <a:pt x="5813" y="0"/>
                  </a:lnTo>
                  <a:lnTo>
                    <a:pt x="6119" y="612"/>
                  </a:lnTo>
                  <a:lnTo>
                    <a:pt x="5813" y="918"/>
                  </a:lnTo>
                  <a:lnTo>
                    <a:pt x="6119" y="1224"/>
                  </a:lnTo>
                  <a:lnTo>
                    <a:pt x="6425" y="1224"/>
                  </a:lnTo>
                  <a:lnTo>
                    <a:pt x="7037" y="612"/>
                  </a:lnTo>
                  <a:lnTo>
                    <a:pt x="7648"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0" name="Google Shape;1740;p61"/>
            <p:cNvSpPr/>
            <p:nvPr/>
          </p:nvSpPr>
          <p:spPr>
            <a:xfrm>
              <a:off x="4762125" y="2364200"/>
              <a:ext cx="99450" cy="114750"/>
            </a:xfrm>
            <a:custGeom>
              <a:rect b="b" l="l" r="r" t="t"/>
              <a:pathLst>
                <a:path extrusionOk="0" h="4590" w="3978">
                  <a:moveTo>
                    <a:pt x="3672" y="3060"/>
                  </a:moveTo>
                  <a:lnTo>
                    <a:pt x="3672" y="3366"/>
                  </a:lnTo>
                  <a:lnTo>
                    <a:pt x="3366" y="3672"/>
                  </a:lnTo>
                  <a:lnTo>
                    <a:pt x="3366" y="3672"/>
                  </a:lnTo>
                  <a:lnTo>
                    <a:pt x="3060" y="4283"/>
                  </a:lnTo>
                  <a:lnTo>
                    <a:pt x="3060" y="4283"/>
                  </a:lnTo>
                  <a:lnTo>
                    <a:pt x="2754" y="4283"/>
                  </a:lnTo>
                  <a:lnTo>
                    <a:pt x="2142" y="4283"/>
                  </a:lnTo>
                  <a:lnTo>
                    <a:pt x="1836" y="4283"/>
                  </a:lnTo>
                  <a:lnTo>
                    <a:pt x="612" y="4589"/>
                  </a:lnTo>
                  <a:lnTo>
                    <a:pt x="1" y="4283"/>
                  </a:lnTo>
                  <a:lnTo>
                    <a:pt x="1" y="3060"/>
                  </a:lnTo>
                  <a:lnTo>
                    <a:pt x="1" y="2448"/>
                  </a:lnTo>
                  <a:lnTo>
                    <a:pt x="1530" y="612"/>
                  </a:lnTo>
                  <a:lnTo>
                    <a:pt x="1836" y="612"/>
                  </a:lnTo>
                  <a:lnTo>
                    <a:pt x="1836" y="612"/>
                  </a:lnTo>
                  <a:lnTo>
                    <a:pt x="2448" y="918"/>
                  </a:lnTo>
                  <a:lnTo>
                    <a:pt x="2754" y="307"/>
                  </a:lnTo>
                  <a:lnTo>
                    <a:pt x="3366" y="1"/>
                  </a:lnTo>
                  <a:lnTo>
                    <a:pt x="3977" y="612"/>
                  </a:lnTo>
                  <a:lnTo>
                    <a:pt x="3977" y="1530"/>
                  </a:lnTo>
                  <a:lnTo>
                    <a:pt x="3060" y="2448"/>
                  </a:lnTo>
                  <a:lnTo>
                    <a:pt x="2448" y="2448"/>
                  </a:lnTo>
                  <a:lnTo>
                    <a:pt x="2142" y="2754"/>
                  </a:lnTo>
                  <a:lnTo>
                    <a:pt x="3366" y="2754"/>
                  </a:lnTo>
                  <a:lnTo>
                    <a:pt x="3672" y="306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1" name="Google Shape;1741;p61"/>
            <p:cNvSpPr/>
            <p:nvPr/>
          </p:nvSpPr>
          <p:spPr>
            <a:xfrm>
              <a:off x="4762125" y="2364200"/>
              <a:ext cx="99450" cy="114750"/>
            </a:xfrm>
            <a:custGeom>
              <a:rect b="b" l="l" r="r" t="t"/>
              <a:pathLst>
                <a:path extrusionOk="0" fill="none" h="4590" w="3978">
                  <a:moveTo>
                    <a:pt x="3672" y="3060"/>
                  </a:moveTo>
                  <a:lnTo>
                    <a:pt x="3672" y="3366"/>
                  </a:lnTo>
                  <a:lnTo>
                    <a:pt x="3366" y="3672"/>
                  </a:lnTo>
                  <a:lnTo>
                    <a:pt x="3366" y="3672"/>
                  </a:lnTo>
                  <a:lnTo>
                    <a:pt x="3060" y="4283"/>
                  </a:lnTo>
                  <a:lnTo>
                    <a:pt x="3060" y="4283"/>
                  </a:lnTo>
                  <a:lnTo>
                    <a:pt x="2754" y="4283"/>
                  </a:lnTo>
                  <a:lnTo>
                    <a:pt x="2142" y="4283"/>
                  </a:lnTo>
                  <a:lnTo>
                    <a:pt x="1836" y="4283"/>
                  </a:lnTo>
                  <a:lnTo>
                    <a:pt x="612" y="4589"/>
                  </a:lnTo>
                  <a:lnTo>
                    <a:pt x="1" y="4283"/>
                  </a:lnTo>
                  <a:lnTo>
                    <a:pt x="1" y="3060"/>
                  </a:lnTo>
                  <a:lnTo>
                    <a:pt x="1" y="2448"/>
                  </a:lnTo>
                  <a:lnTo>
                    <a:pt x="1530" y="612"/>
                  </a:lnTo>
                  <a:lnTo>
                    <a:pt x="1836" y="612"/>
                  </a:lnTo>
                  <a:lnTo>
                    <a:pt x="1836" y="612"/>
                  </a:lnTo>
                  <a:lnTo>
                    <a:pt x="2448" y="918"/>
                  </a:lnTo>
                  <a:lnTo>
                    <a:pt x="2754" y="307"/>
                  </a:lnTo>
                  <a:lnTo>
                    <a:pt x="3366" y="1"/>
                  </a:lnTo>
                  <a:lnTo>
                    <a:pt x="3977" y="612"/>
                  </a:lnTo>
                  <a:lnTo>
                    <a:pt x="3977" y="1530"/>
                  </a:lnTo>
                  <a:lnTo>
                    <a:pt x="3060" y="2448"/>
                  </a:lnTo>
                  <a:lnTo>
                    <a:pt x="2448" y="2448"/>
                  </a:lnTo>
                  <a:lnTo>
                    <a:pt x="2142" y="2754"/>
                  </a:lnTo>
                  <a:lnTo>
                    <a:pt x="3366" y="2754"/>
                  </a:lnTo>
                  <a:lnTo>
                    <a:pt x="3672" y="306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2" name="Google Shape;1742;p61"/>
            <p:cNvSpPr/>
            <p:nvPr/>
          </p:nvSpPr>
          <p:spPr>
            <a:xfrm>
              <a:off x="1618875" y="674050"/>
              <a:ext cx="1292500" cy="1284850"/>
            </a:xfrm>
            <a:custGeom>
              <a:rect b="b" l="l" r="r" t="t"/>
              <a:pathLst>
                <a:path extrusionOk="0" h="51394" w="51700">
                  <a:moveTo>
                    <a:pt x="43134" y="306"/>
                  </a:moveTo>
                  <a:lnTo>
                    <a:pt x="43134" y="918"/>
                  </a:lnTo>
                  <a:lnTo>
                    <a:pt x="42217" y="1835"/>
                  </a:lnTo>
                  <a:lnTo>
                    <a:pt x="42522" y="2141"/>
                  </a:lnTo>
                  <a:lnTo>
                    <a:pt x="42217" y="3977"/>
                  </a:lnTo>
                  <a:lnTo>
                    <a:pt x="42522" y="4589"/>
                  </a:lnTo>
                  <a:lnTo>
                    <a:pt x="42522" y="5506"/>
                  </a:lnTo>
                  <a:lnTo>
                    <a:pt x="42828" y="5812"/>
                  </a:lnTo>
                  <a:lnTo>
                    <a:pt x="42217" y="6730"/>
                  </a:lnTo>
                  <a:lnTo>
                    <a:pt x="42217" y="7342"/>
                  </a:lnTo>
                  <a:lnTo>
                    <a:pt x="40687" y="9177"/>
                  </a:lnTo>
                  <a:lnTo>
                    <a:pt x="40381" y="10095"/>
                  </a:lnTo>
                  <a:lnTo>
                    <a:pt x="40993" y="11625"/>
                  </a:lnTo>
                  <a:lnTo>
                    <a:pt x="41911" y="12237"/>
                  </a:lnTo>
                  <a:lnTo>
                    <a:pt x="42217" y="12848"/>
                  </a:lnTo>
                  <a:lnTo>
                    <a:pt x="42522" y="13766"/>
                  </a:lnTo>
                  <a:lnTo>
                    <a:pt x="44358" y="15296"/>
                  </a:lnTo>
                  <a:lnTo>
                    <a:pt x="45582" y="20496"/>
                  </a:lnTo>
                  <a:lnTo>
                    <a:pt x="44970" y="20802"/>
                  </a:lnTo>
                  <a:lnTo>
                    <a:pt x="46193" y="22943"/>
                  </a:lnTo>
                  <a:lnTo>
                    <a:pt x="46499" y="24779"/>
                  </a:lnTo>
                  <a:lnTo>
                    <a:pt x="46193" y="26003"/>
                  </a:lnTo>
                  <a:lnTo>
                    <a:pt x="46499" y="27226"/>
                  </a:lnTo>
                  <a:lnTo>
                    <a:pt x="46193" y="28756"/>
                  </a:lnTo>
                  <a:lnTo>
                    <a:pt x="46499" y="29979"/>
                  </a:lnTo>
                  <a:lnTo>
                    <a:pt x="46193" y="30591"/>
                  </a:lnTo>
                  <a:lnTo>
                    <a:pt x="46193" y="30897"/>
                  </a:lnTo>
                  <a:lnTo>
                    <a:pt x="45276" y="31509"/>
                  </a:lnTo>
                  <a:lnTo>
                    <a:pt x="45276" y="31815"/>
                  </a:lnTo>
                  <a:lnTo>
                    <a:pt x="46499" y="34262"/>
                  </a:lnTo>
                  <a:lnTo>
                    <a:pt x="46805" y="35486"/>
                  </a:lnTo>
                  <a:lnTo>
                    <a:pt x="47111" y="35792"/>
                  </a:lnTo>
                  <a:lnTo>
                    <a:pt x="47417" y="36404"/>
                  </a:lnTo>
                  <a:lnTo>
                    <a:pt x="47723" y="36709"/>
                  </a:lnTo>
                  <a:lnTo>
                    <a:pt x="48335" y="36404"/>
                  </a:lnTo>
                  <a:lnTo>
                    <a:pt x="50170" y="37321"/>
                  </a:lnTo>
                  <a:lnTo>
                    <a:pt x="50476" y="37321"/>
                  </a:lnTo>
                  <a:lnTo>
                    <a:pt x="51700" y="39157"/>
                  </a:lnTo>
                  <a:lnTo>
                    <a:pt x="43746" y="44051"/>
                  </a:lnTo>
                  <a:lnTo>
                    <a:pt x="40381" y="46499"/>
                  </a:lnTo>
                  <a:lnTo>
                    <a:pt x="39157" y="47416"/>
                  </a:lnTo>
                  <a:lnTo>
                    <a:pt x="37934" y="48640"/>
                  </a:lnTo>
                  <a:lnTo>
                    <a:pt x="37322" y="49252"/>
                  </a:lnTo>
                  <a:lnTo>
                    <a:pt x="36404" y="49864"/>
                  </a:lnTo>
                  <a:lnTo>
                    <a:pt x="36098" y="50170"/>
                  </a:lnTo>
                  <a:lnTo>
                    <a:pt x="33957" y="50476"/>
                  </a:lnTo>
                  <a:lnTo>
                    <a:pt x="32121" y="51087"/>
                  </a:lnTo>
                  <a:lnTo>
                    <a:pt x="29980" y="51393"/>
                  </a:lnTo>
                  <a:lnTo>
                    <a:pt x="29674" y="50781"/>
                  </a:lnTo>
                  <a:lnTo>
                    <a:pt x="29674" y="50170"/>
                  </a:lnTo>
                  <a:lnTo>
                    <a:pt x="29674" y="49252"/>
                  </a:lnTo>
                  <a:lnTo>
                    <a:pt x="28451" y="48640"/>
                  </a:lnTo>
                  <a:lnTo>
                    <a:pt x="27533" y="48334"/>
                  </a:lnTo>
                  <a:lnTo>
                    <a:pt x="27227" y="48028"/>
                  </a:lnTo>
                  <a:lnTo>
                    <a:pt x="26309" y="47722"/>
                  </a:lnTo>
                  <a:lnTo>
                    <a:pt x="25697" y="47111"/>
                  </a:lnTo>
                  <a:lnTo>
                    <a:pt x="24780" y="46805"/>
                  </a:lnTo>
                  <a:lnTo>
                    <a:pt x="24474" y="45581"/>
                  </a:lnTo>
                  <a:lnTo>
                    <a:pt x="22332" y="44051"/>
                  </a:lnTo>
                  <a:lnTo>
                    <a:pt x="18967" y="41604"/>
                  </a:lnTo>
                  <a:lnTo>
                    <a:pt x="16520" y="40075"/>
                  </a:lnTo>
                  <a:lnTo>
                    <a:pt x="15296" y="39157"/>
                  </a:lnTo>
                  <a:lnTo>
                    <a:pt x="15296" y="39157"/>
                  </a:lnTo>
                  <a:lnTo>
                    <a:pt x="9790" y="35180"/>
                  </a:lnTo>
                  <a:lnTo>
                    <a:pt x="1" y="28756"/>
                  </a:lnTo>
                  <a:lnTo>
                    <a:pt x="1" y="27838"/>
                  </a:lnTo>
                  <a:lnTo>
                    <a:pt x="307" y="24779"/>
                  </a:lnTo>
                  <a:lnTo>
                    <a:pt x="2754" y="22943"/>
                  </a:lnTo>
                  <a:lnTo>
                    <a:pt x="3366" y="22943"/>
                  </a:lnTo>
                  <a:lnTo>
                    <a:pt x="3978" y="22638"/>
                  </a:lnTo>
                  <a:lnTo>
                    <a:pt x="4895" y="22638"/>
                  </a:lnTo>
                  <a:lnTo>
                    <a:pt x="5813" y="22332"/>
                  </a:lnTo>
                  <a:lnTo>
                    <a:pt x="7343" y="22332"/>
                  </a:lnTo>
                  <a:lnTo>
                    <a:pt x="7343" y="22638"/>
                  </a:lnTo>
                  <a:lnTo>
                    <a:pt x="7954" y="22638"/>
                  </a:lnTo>
                  <a:lnTo>
                    <a:pt x="8566" y="21414"/>
                  </a:lnTo>
                  <a:lnTo>
                    <a:pt x="9484" y="20802"/>
                  </a:lnTo>
                  <a:lnTo>
                    <a:pt x="10096" y="20190"/>
                  </a:lnTo>
                  <a:lnTo>
                    <a:pt x="11014" y="19578"/>
                  </a:lnTo>
                  <a:lnTo>
                    <a:pt x="12543" y="19272"/>
                  </a:lnTo>
                  <a:lnTo>
                    <a:pt x="12849" y="18355"/>
                  </a:lnTo>
                  <a:lnTo>
                    <a:pt x="12237" y="17437"/>
                  </a:lnTo>
                  <a:lnTo>
                    <a:pt x="12543" y="17131"/>
                  </a:lnTo>
                  <a:lnTo>
                    <a:pt x="12543" y="16519"/>
                  </a:lnTo>
                  <a:lnTo>
                    <a:pt x="13461" y="16213"/>
                  </a:lnTo>
                  <a:lnTo>
                    <a:pt x="14684" y="15907"/>
                  </a:lnTo>
                  <a:lnTo>
                    <a:pt x="14379" y="15296"/>
                  </a:lnTo>
                  <a:lnTo>
                    <a:pt x="14684" y="14990"/>
                  </a:lnTo>
                  <a:lnTo>
                    <a:pt x="15296" y="14990"/>
                  </a:lnTo>
                  <a:lnTo>
                    <a:pt x="15296" y="14990"/>
                  </a:lnTo>
                  <a:lnTo>
                    <a:pt x="16520" y="14990"/>
                  </a:lnTo>
                  <a:lnTo>
                    <a:pt x="16826" y="14990"/>
                  </a:lnTo>
                  <a:lnTo>
                    <a:pt x="18661" y="14990"/>
                  </a:lnTo>
                  <a:lnTo>
                    <a:pt x="18661" y="14990"/>
                  </a:lnTo>
                  <a:lnTo>
                    <a:pt x="18661" y="14684"/>
                  </a:lnTo>
                  <a:lnTo>
                    <a:pt x="18661" y="14378"/>
                  </a:lnTo>
                  <a:lnTo>
                    <a:pt x="18967" y="14072"/>
                  </a:lnTo>
                  <a:lnTo>
                    <a:pt x="19273" y="13766"/>
                  </a:lnTo>
                  <a:lnTo>
                    <a:pt x="18967" y="13766"/>
                  </a:lnTo>
                  <a:lnTo>
                    <a:pt x="18355" y="13154"/>
                  </a:lnTo>
                  <a:lnTo>
                    <a:pt x="18049" y="12542"/>
                  </a:lnTo>
                  <a:lnTo>
                    <a:pt x="18049" y="12237"/>
                  </a:lnTo>
                  <a:lnTo>
                    <a:pt x="17438" y="11625"/>
                  </a:lnTo>
                  <a:lnTo>
                    <a:pt x="17744" y="10707"/>
                  </a:lnTo>
                  <a:lnTo>
                    <a:pt x="17438" y="10401"/>
                  </a:lnTo>
                  <a:lnTo>
                    <a:pt x="17438" y="9177"/>
                  </a:lnTo>
                  <a:lnTo>
                    <a:pt x="17438" y="8260"/>
                  </a:lnTo>
                  <a:lnTo>
                    <a:pt x="17438" y="7954"/>
                  </a:lnTo>
                  <a:lnTo>
                    <a:pt x="17132" y="7648"/>
                  </a:lnTo>
                  <a:lnTo>
                    <a:pt x="17438" y="7036"/>
                  </a:lnTo>
                  <a:lnTo>
                    <a:pt x="16520" y="6424"/>
                  </a:lnTo>
                  <a:lnTo>
                    <a:pt x="16214" y="6118"/>
                  </a:lnTo>
                  <a:lnTo>
                    <a:pt x="16520" y="6118"/>
                  </a:lnTo>
                  <a:lnTo>
                    <a:pt x="16826" y="6118"/>
                  </a:lnTo>
                  <a:lnTo>
                    <a:pt x="17438" y="6118"/>
                  </a:lnTo>
                  <a:lnTo>
                    <a:pt x="18049" y="5506"/>
                  </a:lnTo>
                  <a:lnTo>
                    <a:pt x="18355" y="5506"/>
                  </a:lnTo>
                  <a:lnTo>
                    <a:pt x="18661" y="5201"/>
                  </a:lnTo>
                  <a:lnTo>
                    <a:pt x="18661" y="4589"/>
                  </a:lnTo>
                  <a:lnTo>
                    <a:pt x="18967" y="4589"/>
                  </a:lnTo>
                  <a:lnTo>
                    <a:pt x="19273" y="4283"/>
                  </a:lnTo>
                  <a:lnTo>
                    <a:pt x="19579" y="4283"/>
                  </a:lnTo>
                  <a:lnTo>
                    <a:pt x="19579" y="3977"/>
                  </a:lnTo>
                  <a:lnTo>
                    <a:pt x="20191" y="4283"/>
                  </a:lnTo>
                  <a:lnTo>
                    <a:pt x="20497" y="3977"/>
                  </a:lnTo>
                  <a:lnTo>
                    <a:pt x="20497" y="3671"/>
                  </a:lnTo>
                  <a:lnTo>
                    <a:pt x="20803" y="3671"/>
                  </a:lnTo>
                  <a:lnTo>
                    <a:pt x="20803" y="3671"/>
                  </a:lnTo>
                  <a:lnTo>
                    <a:pt x="20803" y="3671"/>
                  </a:lnTo>
                  <a:lnTo>
                    <a:pt x="21109" y="3977"/>
                  </a:lnTo>
                  <a:lnTo>
                    <a:pt x="21415" y="3977"/>
                  </a:lnTo>
                  <a:lnTo>
                    <a:pt x="21415" y="3977"/>
                  </a:lnTo>
                  <a:lnTo>
                    <a:pt x="21720" y="3671"/>
                  </a:lnTo>
                  <a:lnTo>
                    <a:pt x="22026" y="3059"/>
                  </a:lnTo>
                  <a:lnTo>
                    <a:pt x="22332" y="3059"/>
                  </a:lnTo>
                  <a:lnTo>
                    <a:pt x="22638" y="2753"/>
                  </a:lnTo>
                  <a:lnTo>
                    <a:pt x="23250" y="2447"/>
                  </a:lnTo>
                  <a:lnTo>
                    <a:pt x="23862" y="2141"/>
                  </a:lnTo>
                  <a:lnTo>
                    <a:pt x="23862" y="2141"/>
                  </a:lnTo>
                  <a:lnTo>
                    <a:pt x="24168" y="1835"/>
                  </a:lnTo>
                  <a:lnTo>
                    <a:pt x="24474" y="1835"/>
                  </a:lnTo>
                  <a:lnTo>
                    <a:pt x="24780" y="1835"/>
                  </a:lnTo>
                  <a:lnTo>
                    <a:pt x="25085" y="1530"/>
                  </a:lnTo>
                  <a:lnTo>
                    <a:pt x="25391" y="1835"/>
                  </a:lnTo>
                  <a:lnTo>
                    <a:pt x="26615" y="1530"/>
                  </a:lnTo>
                  <a:lnTo>
                    <a:pt x="27533" y="1530"/>
                  </a:lnTo>
                  <a:lnTo>
                    <a:pt x="27533" y="1224"/>
                  </a:lnTo>
                  <a:lnTo>
                    <a:pt x="27839" y="1530"/>
                  </a:lnTo>
                  <a:lnTo>
                    <a:pt x="28145" y="1530"/>
                  </a:lnTo>
                  <a:lnTo>
                    <a:pt x="28756" y="1224"/>
                  </a:lnTo>
                  <a:lnTo>
                    <a:pt x="29062" y="918"/>
                  </a:lnTo>
                  <a:lnTo>
                    <a:pt x="29062" y="918"/>
                  </a:lnTo>
                  <a:lnTo>
                    <a:pt x="29368" y="918"/>
                  </a:lnTo>
                  <a:lnTo>
                    <a:pt x="29674" y="918"/>
                  </a:lnTo>
                  <a:lnTo>
                    <a:pt x="29674" y="918"/>
                  </a:lnTo>
                  <a:lnTo>
                    <a:pt x="30286" y="918"/>
                  </a:lnTo>
                  <a:lnTo>
                    <a:pt x="30592" y="918"/>
                  </a:lnTo>
                  <a:lnTo>
                    <a:pt x="31204" y="612"/>
                  </a:lnTo>
                  <a:lnTo>
                    <a:pt x="33651" y="612"/>
                  </a:lnTo>
                  <a:lnTo>
                    <a:pt x="34875" y="1224"/>
                  </a:lnTo>
                  <a:lnTo>
                    <a:pt x="35486" y="1224"/>
                  </a:lnTo>
                  <a:lnTo>
                    <a:pt x="35792" y="918"/>
                  </a:lnTo>
                  <a:lnTo>
                    <a:pt x="37016" y="612"/>
                  </a:lnTo>
                  <a:lnTo>
                    <a:pt x="37322" y="0"/>
                  </a:lnTo>
                  <a:lnTo>
                    <a:pt x="37628" y="0"/>
                  </a:lnTo>
                  <a:lnTo>
                    <a:pt x="38240" y="306"/>
                  </a:lnTo>
                  <a:lnTo>
                    <a:pt x="38852" y="612"/>
                  </a:lnTo>
                  <a:lnTo>
                    <a:pt x="39463" y="306"/>
                  </a:lnTo>
                  <a:lnTo>
                    <a:pt x="39769" y="0"/>
                  </a:lnTo>
                  <a:lnTo>
                    <a:pt x="40993" y="306"/>
                  </a:lnTo>
                  <a:lnTo>
                    <a:pt x="41299" y="612"/>
                  </a:lnTo>
                  <a:lnTo>
                    <a:pt x="42217" y="306"/>
                  </a:lnTo>
                  <a:lnTo>
                    <a:pt x="42522" y="612"/>
                  </a:lnTo>
                  <a:lnTo>
                    <a:pt x="43134"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3" name="Google Shape;1743;p61"/>
            <p:cNvSpPr/>
            <p:nvPr/>
          </p:nvSpPr>
          <p:spPr>
            <a:xfrm>
              <a:off x="1618875" y="674050"/>
              <a:ext cx="1292500" cy="1284850"/>
            </a:xfrm>
            <a:custGeom>
              <a:rect b="b" l="l" r="r" t="t"/>
              <a:pathLst>
                <a:path extrusionOk="0" fill="none" h="51394" w="51700">
                  <a:moveTo>
                    <a:pt x="43134" y="306"/>
                  </a:moveTo>
                  <a:lnTo>
                    <a:pt x="43134" y="918"/>
                  </a:lnTo>
                  <a:lnTo>
                    <a:pt x="42217" y="1835"/>
                  </a:lnTo>
                  <a:lnTo>
                    <a:pt x="42522" y="2141"/>
                  </a:lnTo>
                  <a:lnTo>
                    <a:pt x="42217" y="3977"/>
                  </a:lnTo>
                  <a:lnTo>
                    <a:pt x="42522" y="4589"/>
                  </a:lnTo>
                  <a:lnTo>
                    <a:pt x="42522" y="5506"/>
                  </a:lnTo>
                  <a:lnTo>
                    <a:pt x="42828" y="5812"/>
                  </a:lnTo>
                  <a:lnTo>
                    <a:pt x="42217" y="6730"/>
                  </a:lnTo>
                  <a:lnTo>
                    <a:pt x="42217" y="7342"/>
                  </a:lnTo>
                  <a:lnTo>
                    <a:pt x="40687" y="9177"/>
                  </a:lnTo>
                  <a:lnTo>
                    <a:pt x="40381" y="10095"/>
                  </a:lnTo>
                  <a:lnTo>
                    <a:pt x="40993" y="11625"/>
                  </a:lnTo>
                  <a:lnTo>
                    <a:pt x="41911" y="12237"/>
                  </a:lnTo>
                  <a:lnTo>
                    <a:pt x="42217" y="12848"/>
                  </a:lnTo>
                  <a:lnTo>
                    <a:pt x="42522" y="13766"/>
                  </a:lnTo>
                  <a:lnTo>
                    <a:pt x="44358" y="15296"/>
                  </a:lnTo>
                  <a:lnTo>
                    <a:pt x="45582" y="20496"/>
                  </a:lnTo>
                  <a:lnTo>
                    <a:pt x="44970" y="20802"/>
                  </a:lnTo>
                  <a:lnTo>
                    <a:pt x="46193" y="22943"/>
                  </a:lnTo>
                  <a:lnTo>
                    <a:pt x="46499" y="24779"/>
                  </a:lnTo>
                  <a:lnTo>
                    <a:pt x="46193" y="26003"/>
                  </a:lnTo>
                  <a:lnTo>
                    <a:pt x="46499" y="27226"/>
                  </a:lnTo>
                  <a:lnTo>
                    <a:pt x="46193" y="28756"/>
                  </a:lnTo>
                  <a:lnTo>
                    <a:pt x="46499" y="29979"/>
                  </a:lnTo>
                  <a:lnTo>
                    <a:pt x="46193" y="30591"/>
                  </a:lnTo>
                  <a:lnTo>
                    <a:pt x="46193" y="30897"/>
                  </a:lnTo>
                  <a:lnTo>
                    <a:pt x="45276" y="31509"/>
                  </a:lnTo>
                  <a:lnTo>
                    <a:pt x="45276" y="31815"/>
                  </a:lnTo>
                  <a:lnTo>
                    <a:pt x="46499" y="34262"/>
                  </a:lnTo>
                  <a:lnTo>
                    <a:pt x="46805" y="35486"/>
                  </a:lnTo>
                  <a:lnTo>
                    <a:pt x="47111" y="35792"/>
                  </a:lnTo>
                  <a:lnTo>
                    <a:pt x="47417" y="36404"/>
                  </a:lnTo>
                  <a:lnTo>
                    <a:pt x="47723" y="36709"/>
                  </a:lnTo>
                  <a:lnTo>
                    <a:pt x="48335" y="36404"/>
                  </a:lnTo>
                  <a:lnTo>
                    <a:pt x="50170" y="37321"/>
                  </a:lnTo>
                  <a:lnTo>
                    <a:pt x="50476" y="37321"/>
                  </a:lnTo>
                  <a:lnTo>
                    <a:pt x="51700" y="39157"/>
                  </a:lnTo>
                  <a:lnTo>
                    <a:pt x="43746" y="44051"/>
                  </a:lnTo>
                  <a:lnTo>
                    <a:pt x="40381" y="46499"/>
                  </a:lnTo>
                  <a:lnTo>
                    <a:pt x="39157" y="47416"/>
                  </a:lnTo>
                  <a:lnTo>
                    <a:pt x="37934" y="48640"/>
                  </a:lnTo>
                  <a:lnTo>
                    <a:pt x="37322" y="49252"/>
                  </a:lnTo>
                  <a:lnTo>
                    <a:pt x="36404" y="49864"/>
                  </a:lnTo>
                  <a:lnTo>
                    <a:pt x="36098" y="50170"/>
                  </a:lnTo>
                  <a:lnTo>
                    <a:pt x="33957" y="50476"/>
                  </a:lnTo>
                  <a:lnTo>
                    <a:pt x="32121" y="51087"/>
                  </a:lnTo>
                  <a:lnTo>
                    <a:pt x="29980" y="51393"/>
                  </a:lnTo>
                  <a:lnTo>
                    <a:pt x="29674" y="50781"/>
                  </a:lnTo>
                  <a:lnTo>
                    <a:pt x="29674" y="50170"/>
                  </a:lnTo>
                  <a:lnTo>
                    <a:pt x="29674" y="49252"/>
                  </a:lnTo>
                  <a:lnTo>
                    <a:pt x="28451" y="48640"/>
                  </a:lnTo>
                  <a:lnTo>
                    <a:pt x="27533" y="48334"/>
                  </a:lnTo>
                  <a:lnTo>
                    <a:pt x="27227" y="48028"/>
                  </a:lnTo>
                  <a:lnTo>
                    <a:pt x="26309" y="47722"/>
                  </a:lnTo>
                  <a:lnTo>
                    <a:pt x="25697" y="47111"/>
                  </a:lnTo>
                  <a:lnTo>
                    <a:pt x="24780" y="46805"/>
                  </a:lnTo>
                  <a:lnTo>
                    <a:pt x="24474" y="45581"/>
                  </a:lnTo>
                  <a:lnTo>
                    <a:pt x="22332" y="44051"/>
                  </a:lnTo>
                  <a:lnTo>
                    <a:pt x="18967" y="41604"/>
                  </a:lnTo>
                  <a:lnTo>
                    <a:pt x="16520" y="40075"/>
                  </a:lnTo>
                  <a:lnTo>
                    <a:pt x="15296" y="39157"/>
                  </a:lnTo>
                  <a:lnTo>
                    <a:pt x="15296" y="39157"/>
                  </a:lnTo>
                  <a:lnTo>
                    <a:pt x="9790" y="35180"/>
                  </a:lnTo>
                  <a:lnTo>
                    <a:pt x="1" y="28756"/>
                  </a:lnTo>
                  <a:lnTo>
                    <a:pt x="1" y="27838"/>
                  </a:lnTo>
                  <a:lnTo>
                    <a:pt x="307" y="24779"/>
                  </a:lnTo>
                  <a:lnTo>
                    <a:pt x="2754" y="22943"/>
                  </a:lnTo>
                  <a:lnTo>
                    <a:pt x="3366" y="22943"/>
                  </a:lnTo>
                  <a:lnTo>
                    <a:pt x="3978" y="22638"/>
                  </a:lnTo>
                  <a:lnTo>
                    <a:pt x="4895" y="22638"/>
                  </a:lnTo>
                  <a:lnTo>
                    <a:pt x="5813" y="22332"/>
                  </a:lnTo>
                  <a:lnTo>
                    <a:pt x="7343" y="22332"/>
                  </a:lnTo>
                  <a:lnTo>
                    <a:pt x="7343" y="22638"/>
                  </a:lnTo>
                  <a:lnTo>
                    <a:pt x="7954" y="22638"/>
                  </a:lnTo>
                  <a:lnTo>
                    <a:pt x="8566" y="21414"/>
                  </a:lnTo>
                  <a:lnTo>
                    <a:pt x="9484" y="20802"/>
                  </a:lnTo>
                  <a:lnTo>
                    <a:pt x="10096" y="20190"/>
                  </a:lnTo>
                  <a:lnTo>
                    <a:pt x="11014" y="19578"/>
                  </a:lnTo>
                  <a:lnTo>
                    <a:pt x="12543" y="19272"/>
                  </a:lnTo>
                  <a:lnTo>
                    <a:pt x="12849" y="18355"/>
                  </a:lnTo>
                  <a:lnTo>
                    <a:pt x="12237" y="17437"/>
                  </a:lnTo>
                  <a:lnTo>
                    <a:pt x="12543" y="17131"/>
                  </a:lnTo>
                  <a:lnTo>
                    <a:pt x="12543" y="16519"/>
                  </a:lnTo>
                  <a:lnTo>
                    <a:pt x="13461" y="16213"/>
                  </a:lnTo>
                  <a:lnTo>
                    <a:pt x="14684" y="15907"/>
                  </a:lnTo>
                  <a:lnTo>
                    <a:pt x="14379" y="15296"/>
                  </a:lnTo>
                  <a:lnTo>
                    <a:pt x="14684" y="14990"/>
                  </a:lnTo>
                  <a:lnTo>
                    <a:pt x="15296" y="14990"/>
                  </a:lnTo>
                  <a:lnTo>
                    <a:pt x="15296" y="14990"/>
                  </a:lnTo>
                  <a:lnTo>
                    <a:pt x="16520" y="14990"/>
                  </a:lnTo>
                  <a:lnTo>
                    <a:pt x="16826" y="14990"/>
                  </a:lnTo>
                  <a:lnTo>
                    <a:pt x="18661" y="14990"/>
                  </a:lnTo>
                  <a:lnTo>
                    <a:pt x="18661" y="14990"/>
                  </a:lnTo>
                  <a:lnTo>
                    <a:pt x="18661" y="14684"/>
                  </a:lnTo>
                  <a:lnTo>
                    <a:pt x="18661" y="14378"/>
                  </a:lnTo>
                  <a:lnTo>
                    <a:pt x="18967" y="14072"/>
                  </a:lnTo>
                  <a:lnTo>
                    <a:pt x="19273" y="13766"/>
                  </a:lnTo>
                  <a:lnTo>
                    <a:pt x="18967" y="13766"/>
                  </a:lnTo>
                  <a:lnTo>
                    <a:pt x="18355" y="13154"/>
                  </a:lnTo>
                  <a:lnTo>
                    <a:pt x="18049" y="12542"/>
                  </a:lnTo>
                  <a:lnTo>
                    <a:pt x="18049" y="12237"/>
                  </a:lnTo>
                  <a:lnTo>
                    <a:pt x="17438" y="11625"/>
                  </a:lnTo>
                  <a:lnTo>
                    <a:pt x="17744" y="10707"/>
                  </a:lnTo>
                  <a:lnTo>
                    <a:pt x="17438" y="10401"/>
                  </a:lnTo>
                  <a:lnTo>
                    <a:pt x="17438" y="9177"/>
                  </a:lnTo>
                  <a:lnTo>
                    <a:pt x="17438" y="8260"/>
                  </a:lnTo>
                  <a:lnTo>
                    <a:pt x="17438" y="7954"/>
                  </a:lnTo>
                  <a:lnTo>
                    <a:pt x="17132" y="7648"/>
                  </a:lnTo>
                  <a:lnTo>
                    <a:pt x="17438" y="7036"/>
                  </a:lnTo>
                  <a:lnTo>
                    <a:pt x="16520" y="6424"/>
                  </a:lnTo>
                  <a:lnTo>
                    <a:pt x="16214" y="6118"/>
                  </a:lnTo>
                  <a:lnTo>
                    <a:pt x="16520" y="6118"/>
                  </a:lnTo>
                  <a:lnTo>
                    <a:pt x="16826" y="6118"/>
                  </a:lnTo>
                  <a:lnTo>
                    <a:pt x="17438" y="6118"/>
                  </a:lnTo>
                  <a:lnTo>
                    <a:pt x="18049" y="5506"/>
                  </a:lnTo>
                  <a:lnTo>
                    <a:pt x="18355" y="5506"/>
                  </a:lnTo>
                  <a:lnTo>
                    <a:pt x="18661" y="5201"/>
                  </a:lnTo>
                  <a:lnTo>
                    <a:pt x="18661" y="4589"/>
                  </a:lnTo>
                  <a:lnTo>
                    <a:pt x="18967" y="4589"/>
                  </a:lnTo>
                  <a:lnTo>
                    <a:pt x="19273" y="4283"/>
                  </a:lnTo>
                  <a:lnTo>
                    <a:pt x="19579" y="4283"/>
                  </a:lnTo>
                  <a:lnTo>
                    <a:pt x="19579" y="3977"/>
                  </a:lnTo>
                  <a:lnTo>
                    <a:pt x="20191" y="4283"/>
                  </a:lnTo>
                  <a:lnTo>
                    <a:pt x="20497" y="3977"/>
                  </a:lnTo>
                  <a:lnTo>
                    <a:pt x="20497" y="3671"/>
                  </a:lnTo>
                  <a:lnTo>
                    <a:pt x="20803" y="3671"/>
                  </a:lnTo>
                  <a:lnTo>
                    <a:pt x="20803" y="3671"/>
                  </a:lnTo>
                  <a:lnTo>
                    <a:pt x="20803" y="3671"/>
                  </a:lnTo>
                  <a:lnTo>
                    <a:pt x="21109" y="3977"/>
                  </a:lnTo>
                  <a:lnTo>
                    <a:pt x="21415" y="3977"/>
                  </a:lnTo>
                  <a:lnTo>
                    <a:pt x="21415" y="3977"/>
                  </a:lnTo>
                  <a:lnTo>
                    <a:pt x="21720" y="3671"/>
                  </a:lnTo>
                  <a:lnTo>
                    <a:pt x="22026" y="3059"/>
                  </a:lnTo>
                  <a:lnTo>
                    <a:pt x="22332" y="3059"/>
                  </a:lnTo>
                  <a:lnTo>
                    <a:pt x="22638" y="2753"/>
                  </a:lnTo>
                  <a:lnTo>
                    <a:pt x="23250" y="2447"/>
                  </a:lnTo>
                  <a:lnTo>
                    <a:pt x="23862" y="2141"/>
                  </a:lnTo>
                  <a:lnTo>
                    <a:pt x="23862" y="2141"/>
                  </a:lnTo>
                  <a:lnTo>
                    <a:pt x="24168" y="1835"/>
                  </a:lnTo>
                  <a:lnTo>
                    <a:pt x="24474" y="1835"/>
                  </a:lnTo>
                  <a:lnTo>
                    <a:pt x="24780" y="1835"/>
                  </a:lnTo>
                  <a:lnTo>
                    <a:pt x="25085" y="1530"/>
                  </a:lnTo>
                  <a:lnTo>
                    <a:pt x="25391" y="1835"/>
                  </a:lnTo>
                  <a:lnTo>
                    <a:pt x="26615" y="1530"/>
                  </a:lnTo>
                  <a:lnTo>
                    <a:pt x="27533" y="1530"/>
                  </a:lnTo>
                  <a:lnTo>
                    <a:pt x="27533" y="1224"/>
                  </a:lnTo>
                  <a:lnTo>
                    <a:pt x="27839" y="1530"/>
                  </a:lnTo>
                  <a:lnTo>
                    <a:pt x="28145" y="1530"/>
                  </a:lnTo>
                  <a:lnTo>
                    <a:pt x="28756" y="1224"/>
                  </a:lnTo>
                  <a:lnTo>
                    <a:pt x="29062" y="918"/>
                  </a:lnTo>
                  <a:lnTo>
                    <a:pt x="29062" y="918"/>
                  </a:lnTo>
                  <a:lnTo>
                    <a:pt x="29368" y="918"/>
                  </a:lnTo>
                  <a:lnTo>
                    <a:pt x="29674" y="918"/>
                  </a:lnTo>
                  <a:lnTo>
                    <a:pt x="29674" y="918"/>
                  </a:lnTo>
                  <a:lnTo>
                    <a:pt x="30286" y="918"/>
                  </a:lnTo>
                  <a:lnTo>
                    <a:pt x="30592" y="918"/>
                  </a:lnTo>
                  <a:lnTo>
                    <a:pt x="31204" y="612"/>
                  </a:lnTo>
                  <a:lnTo>
                    <a:pt x="33651" y="612"/>
                  </a:lnTo>
                  <a:lnTo>
                    <a:pt x="34875" y="1224"/>
                  </a:lnTo>
                  <a:lnTo>
                    <a:pt x="35486" y="1224"/>
                  </a:lnTo>
                  <a:lnTo>
                    <a:pt x="35792" y="918"/>
                  </a:lnTo>
                  <a:lnTo>
                    <a:pt x="37016" y="612"/>
                  </a:lnTo>
                  <a:lnTo>
                    <a:pt x="37322" y="0"/>
                  </a:lnTo>
                  <a:lnTo>
                    <a:pt x="37628" y="0"/>
                  </a:lnTo>
                  <a:lnTo>
                    <a:pt x="38240" y="306"/>
                  </a:lnTo>
                  <a:lnTo>
                    <a:pt x="38852" y="612"/>
                  </a:lnTo>
                  <a:lnTo>
                    <a:pt x="39463" y="306"/>
                  </a:lnTo>
                  <a:lnTo>
                    <a:pt x="39769" y="0"/>
                  </a:lnTo>
                  <a:lnTo>
                    <a:pt x="40993" y="306"/>
                  </a:lnTo>
                  <a:lnTo>
                    <a:pt x="41299" y="612"/>
                  </a:lnTo>
                  <a:lnTo>
                    <a:pt x="42217" y="306"/>
                  </a:lnTo>
                  <a:lnTo>
                    <a:pt x="42522" y="612"/>
                  </a:lnTo>
                  <a:lnTo>
                    <a:pt x="43134"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4" name="Google Shape;1744;p61"/>
            <p:cNvSpPr/>
            <p:nvPr/>
          </p:nvSpPr>
          <p:spPr>
            <a:xfrm>
              <a:off x="3699075" y="1079375"/>
              <a:ext cx="688325" cy="680675"/>
            </a:xfrm>
            <a:custGeom>
              <a:rect b="b" l="l" r="r" t="t"/>
              <a:pathLst>
                <a:path extrusionOk="0" h="27227" w="27533">
                  <a:moveTo>
                    <a:pt x="1224" y="612"/>
                  </a:moveTo>
                  <a:lnTo>
                    <a:pt x="1836" y="612"/>
                  </a:lnTo>
                  <a:lnTo>
                    <a:pt x="3060" y="306"/>
                  </a:lnTo>
                  <a:lnTo>
                    <a:pt x="6425" y="918"/>
                  </a:lnTo>
                  <a:lnTo>
                    <a:pt x="7037" y="1530"/>
                  </a:lnTo>
                  <a:lnTo>
                    <a:pt x="7649" y="1530"/>
                  </a:lnTo>
                  <a:lnTo>
                    <a:pt x="8260" y="1836"/>
                  </a:lnTo>
                  <a:lnTo>
                    <a:pt x="9484" y="1836"/>
                  </a:lnTo>
                  <a:lnTo>
                    <a:pt x="11014" y="2448"/>
                  </a:lnTo>
                  <a:lnTo>
                    <a:pt x="11625" y="2448"/>
                  </a:lnTo>
                  <a:lnTo>
                    <a:pt x="13155" y="1224"/>
                  </a:lnTo>
                  <a:lnTo>
                    <a:pt x="13767" y="1224"/>
                  </a:lnTo>
                  <a:lnTo>
                    <a:pt x="14073" y="612"/>
                  </a:lnTo>
                  <a:lnTo>
                    <a:pt x="15908" y="306"/>
                  </a:lnTo>
                  <a:lnTo>
                    <a:pt x="17132" y="612"/>
                  </a:lnTo>
                  <a:lnTo>
                    <a:pt x="18050" y="612"/>
                  </a:lnTo>
                  <a:lnTo>
                    <a:pt x="19885" y="1836"/>
                  </a:lnTo>
                  <a:lnTo>
                    <a:pt x="20497" y="1836"/>
                  </a:lnTo>
                  <a:lnTo>
                    <a:pt x="20803" y="1530"/>
                  </a:lnTo>
                  <a:lnTo>
                    <a:pt x="21109" y="1836"/>
                  </a:lnTo>
                  <a:lnTo>
                    <a:pt x="22332" y="1836"/>
                  </a:lnTo>
                  <a:lnTo>
                    <a:pt x="23556" y="1224"/>
                  </a:lnTo>
                  <a:lnTo>
                    <a:pt x="23862" y="1530"/>
                  </a:lnTo>
                  <a:lnTo>
                    <a:pt x="24168" y="2142"/>
                  </a:lnTo>
                  <a:lnTo>
                    <a:pt x="25391" y="6425"/>
                  </a:lnTo>
                  <a:lnTo>
                    <a:pt x="25086" y="7036"/>
                  </a:lnTo>
                  <a:lnTo>
                    <a:pt x="24780" y="8566"/>
                  </a:lnTo>
                  <a:lnTo>
                    <a:pt x="24168" y="9790"/>
                  </a:lnTo>
                  <a:lnTo>
                    <a:pt x="24168" y="10707"/>
                  </a:lnTo>
                  <a:lnTo>
                    <a:pt x="23556" y="11319"/>
                  </a:lnTo>
                  <a:lnTo>
                    <a:pt x="22638" y="10707"/>
                  </a:lnTo>
                  <a:lnTo>
                    <a:pt x="22026" y="9790"/>
                  </a:lnTo>
                  <a:lnTo>
                    <a:pt x="21415" y="9178"/>
                  </a:lnTo>
                  <a:lnTo>
                    <a:pt x="21109" y="7954"/>
                  </a:lnTo>
                  <a:lnTo>
                    <a:pt x="19885" y="6425"/>
                  </a:lnTo>
                  <a:lnTo>
                    <a:pt x="19579" y="5201"/>
                  </a:lnTo>
                  <a:lnTo>
                    <a:pt x="19579" y="5201"/>
                  </a:lnTo>
                  <a:lnTo>
                    <a:pt x="18967" y="6119"/>
                  </a:lnTo>
                  <a:lnTo>
                    <a:pt x="19579" y="6730"/>
                  </a:lnTo>
                  <a:lnTo>
                    <a:pt x="19885" y="7954"/>
                  </a:lnTo>
                  <a:lnTo>
                    <a:pt x="21109" y="9790"/>
                  </a:lnTo>
                  <a:lnTo>
                    <a:pt x="22026" y="11013"/>
                  </a:lnTo>
                  <a:lnTo>
                    <a:pt x="22026" y="11319"/>
                  </a:lnTo>
                  <a:lnTo>
                    <a:pt x="22026" y="11625"/>
                  </a:lnTo>
                  <a:lnTo>
                    <a:pt x="22638" y="12849"/>
                  </a:lnTo>
                  <a:lnTo>
                    <a:pt x="22638" y="13155"/>
                  </a:lnTo>
                  <a:lnTo>
                    <a:pt x="23250" y="13766"/>
                  </a:lnTo>
                  <a:lnTo>
                    <a:pt x="22944" y="14378"/>
                  </a:lnTo>
                  <a:lnTo>
                    <a:pt x="24780" y="17743"/>
                  </a:lnTo>
                  <a:lnTo>
                    <a:pt x="26003" y="20496"/>
                  </a:lnTo>
                  <a:lnTo>
                    <a:pt x="27533" y="21720"/>
                  </a:lnTo>
                  <a:lnTo>
                    <a:pt x="27227" y="22026"/>
                  </a:lnTo>
                  <a:lnTo>
                    <a:pt x="26921" y="21720"/>
                  </a:lnTo>
                  <a:lnTo>
                    <a:pt x="26921" y="22026"/>
                  </a:lnTo>
                  <a:lnTo>
                    <a:pt x="26921" y="22944"/>
                  </a:lnTo>
                  <a:lnTo>
                    <a:pt x="27227" y="24167"/>
                  </a:lnTo>
                  <a:lnTo>
                    <a:pt x="26309" y="25085"/>
                  </a:lnTo>
                  <a:lnTo>
                    <a:pt x="25391" y="24779"/>
                  </a:lnTo>
                  <a:lnTo>
                    <a:pt x="24780" y="26309"/>
                  </a:lnTo>
                  <a:lnTo>
                    <a:pt x="23556" y="26615"/>
                  </a:lnTo>
                  <a:lnTo>
                    <a:pt x="23250" y="27227"/>
                  </a:lnTo>
                  <a:lnTo>
                    <a:pt x="23250" y="27227"/>
                  </a:lnTo>
                  <a:lnTo>
                    <a:pt x="22638" y="27227"/>
                  </a:lnTo>
                  <a:lnTo>
                    <a:pt x="22332" y="27227"/>
                  </a:lnTo>
                  <a:lnTo>
                    <a:pt x="21109" y="27227"/>
                  </a:lnTo>
                  <a:lnTo>
                    <a:pt x="16826" y="27227"/>
                  </a:lnTo>
                  <a:lnTo>
                    <a:pt x="16826" y="26615"/>
                  </a:lnTo>
                  <a:lnTo>
                    <a:pt x="16214" y="27227"/>
                  </a:lnTo>
                  <a:lnTo>
                    <a:pt x="613" y="27227"/>
                  </a:lnTo>
                  <a:lnTo>
                    <a:pt x="613" y="7342"/>
                  </a:lnTo>
                  <a:lnTo>
                    <a:pt x="1" y="4589"/>
                  </a:lnTo>
                  <a:lnTo>
                    <a:pt x="613" y="3671"/>
                  </a:lnTo>
                  <a:lnTo>
                    <a:pt x="613" y="2754"/>
                  </a:lnTo>
                  <a:lnTo>
                    <a:pt x="613" y="2142"/>
                  </a:lnTo>
                  <a:lnTo>
                    <a:pt x="307" y="918"/>
                  </a:lnTo>
                  <a:lnTo>
                    <a:pt x="1224" y="306"/>
                  </a:lnTo>
                  <a:lnTo>
                    <a:pt x="1224" y="0"/>
                  </a:lnTo>
                  <a:lnTo>
                    <a:pt x="1224" y="306"/>
                  </a:lnTo>
                  <a:lnTo>
                    <a:pt x="1224" y="612"/>
                  </a:lnTo>
                  <a:close/>
                </a:path>
              </a:pathLst>
            </a:custGeom>
            <a:solidFill>
              <a:schemeClr val="lt2"/>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sz="2236"/>
            </a:p>
          </p:txBody>
        </p:sp>
        <p:sp>
          <p:nvSpPr>
            <p:cNvPr id="1745" name="Google Shape;1745;p61"/>
            <p:cNvSpPr/>
            <p:nvPr/>
          </p:nvSpPr>
          <p:spPr>
            <a:xfrm>
              <a:off x="3699075" y="1079375"/>
              <a:ext cx="688325" cy="680675"/>
            </a:xfrm>
            <a:custGeom>
              <a:rect b="b" l="l" r="r" t="t"/>
              <a:pathLst>
                <a:path extrusionOk="0" fill="none" h="27227" w="27533">
                  <a:moveTo>
                    <a:pt x="1224" y="612"/>
                  </a:moveTo>
                  <a:lnTo>
                    <a:pt x="1836" y="612"/>
                  </a:lnTo>
                  <a:lnTo>
                    <a:pt x="3060" y="306"/>
                  </a:lnTo>
                  <a:lnTo>
                    <a:pt x="6425" y="918"/>
                  </a:lnTo>
                  <a:lnTo>
                    <a:pt x="7037" y="1530"/>
                  </a:lnTo>
                  <a:lnTo>
                    <a:pt x="7649" y="1530"/>
                  </a:lnTo>
                  <a:lnTo>
                    <a:pt x="8260" y="1836"/>
                  </a:lnTo>
                  <a:lnTo>
                    <a:pt x="9484" y="1836"/>
                  </a:lnTo>
                  <a:lnTo>
                    <a:pt x="11014" y="2448"/>
                  </a:lnTo>
                  <a:lnTo>
                    <a:pt x="11625" y="2448"/>
                  </a:lnTo>
                  <a:lnTo>
                    <a:pt x="13155" y="1224"/>
                  </a:lnTo>
                  <a:lnTo>
                    <a:pt x="13767" y="1224"/>
                  </a:lnTo>
                  <a:lnTo>
                    <a:pt x="14073" y="612"/>
                  </a:lnTo>
                  <a:lnTo>
                    <a:pt x="15908" y="306"/>
                  </a:lnTo>
                  <a:lnTo>
                    <a:pt x="17132" y="612"/>
                  </a:lnTo>
                  <a:lnTo>
                    <a:pt x="18050" y="612"/>
                  </a:lnTo>
                  <a:lnTo>
                    <a:pt x="19885" y="1836"/>
                  </a:lnTo>
                  <a:lnTo>
                    <a:pt x="20497" y="1836"/>
                  </a:lnTo>
                  <a:lnTo>
                    <a:pt x="20803" y="1530"/>
                  </a:lnTo>
                  <a:lnTo>
                    <a:pt x="21109" y="1836"/>
                  </a:lnTo>
                  <a:lnTo>
                    <a:pt x="22332" y="1836"/>
                  </a:lnTo>
                  <a:lnTo>
                    <a:pt x="23556" y="1224"/>
                  </a:lnTo>
                  <a:lnTo>
                    <a:pt x="23862" y="1530"/>
                  </a:lnTo>
                  <a:lnTo>
                    <a:pt x="24168" y="2142"/>
                  </a:lnTo>
                  <a:lnTo>
                    <a:pt x="25391" y="6425"/>
                  </a:lnTo>
                  <a:lnTo>
                    <a:pt x="25086" y="7036"/>
                  </a:lnTo>
                  <a:lnTo>
                    <a:pt x="24780" y="8566"/>
                  </a:lnTo>
                  <a:lnTo>
                    <a:pt x="24168" y="9790"/>
                  </a:lnTo>
                  <a:lnTo>
                    <a:pt x="24168" y="10707"/>
                  </a:lnTo>
                  <a:lnTo>
                    <a:pt x="23556" y="11319"/>
                  </a:lnTo>
                  <a:lnTo>
                    <a:pt x="22638" y="10707"/>
                  </a:lnTo>
                  <a:lnTo>
                    <a:pt x="22026" y="9790"/>
                  </a:lnTo>
                  <a:lnTo>
                    <a:pt x="21415" y="9178"/>
                  </a:lnTo>
                  <a:lnTo>
                    <a:pt x="21109" y="7954"/>
                  </a:lnTo>
                  <a:lnTo>
                    <a:pt x="19885" y="6425"/>
                  </a:lnTo>
                  <a:lnTo>
                    <a:pt x="19579" y="5201"/>
                  </a:lnTo>
                  <a:lnTo>
                    <a:pt x="19579" y="5201"/>
                  </a:lnTo>
                  <a:lnTo>
                    <a:pt x="18967" y="6119"/>
                  </a:lnTo>
                  <a:lnTo>
                    <a:pt x="19579" y="6730"/>
                  </a:lnTo>
                  <a:lnTo>
                    <a:pt x="19885" y="7954"/>
                  </a:lnTo>
                  <a:lnTo>
                    <a:pt x="21109" y="9790"/>
                  </a:lnTo>
                  <a:lnTo>
                    <a:pt x="22026" y="11013"/>
                  </a:lnTo>
                  <a:lnTo>
                    <a:pt x="22026" y="11319"/>
                  </a:lnTo>
                  <a:lnTo>
                    <a:pt x="22026" y="11625"/>
                  </a:lnTo>
                  <a:lnTo>
                    <a:pt x="22638" y="12849"/>
                  </a:lnTo>
                  <a:lnTo>
                    <a:pt x="22638" y="13155"/>
                  </a:lnTo>
                  <a:lnTo>
                    <a:pt x="23250" y="13766"/>
                  </a:lnTo>
                  <a:lnTo>
                    <a:pt x="22944" y="14378"/>
                  </a:lnTo>
                  <a:lnTo>
                    <a:pt x="24780" y="17743"/>
                  </a:lnTo>
                  <a:lnTo>
                    <a:pt x="26003" y="20496"/>
                  </a:lnTo>
                  <a:lnTo>
                    <a:pt x="27533" y="21720"/>
                  </a:lnTo>
                  <a:lnTo>
                    <a:pt x="27227" y="22026"/>
                  </a:lnTo>
                  <a:lnTo>
                    <a:pt x="26921" y="21720"/>
                  </a:lnTo>
                  <a:lnTo>
                    <a:pt x="26921" y="22026"/>
                  </a:lnTo>
                  <a:lnTo>
                    <a:pt x="26921" y="22944"/>
                  </a:lnTo>
                  <a:lnTo>
                    <a:pt x="27227" y="24167"/>
                  </a:lnTo>
                  <a:lnTo>
                    <a:pt x="26309" y="25085"/>
                  </a:lnTo>
                  <a:lnTo>
                    <a:pt x="25391" y="24779"/>
                  </a:lnTo>
                  <a:lnTo>
                    <a:pt x="24780" y="26309"/>
                  </a:lnTo>
                  <a:lnTo>
                    <a:pt x="23556" y="26615"/>
                  </a:lnTo>
                  <a:lnTo>
                    <a:pt x="23250" y="27227"/>
                  </a:lnTo>
                  <a:lnTo>
                    <a:pt x="23250" y="27227"/>
                  </a:lnTo>
                  <a:lnTo>
                    <a:pt x="22638" y="27227"/>
                  </a:lnTo>
                  <a:lnTo>
                    <a:pt x="22332" y="27227"/>
                  </a:lnTo>
                  <a:lnTo>
                    <a:pt x="21109" y="27227"/>
                  </a:lnTo>
                  <a:lnTo>
                    <a:pt x="16826" y="27227"/>
                  </a:lnTo>
                  <a:lnTo>
                    <a:pt x="16826" y="26615"/>
                  </a:lnTo>
                  <a:lnTo>
                    <a:pt x="16214" y="27227"/>
                  </a:lnTo>
                  <a:lnTo>
                    <a:pt x="613" y="27227"/>
                  </a:lnTo>
                  <a:lnTo>
                    <a:pt x="613" y="7342"/>
                  </a:lnTo>
                  <a:lnTo>
                    <a:pt x="1" y="4589"/>
                  </a:lnTo>
                  <a:lnTo>
                    <a:pt x="613" y="3671"/>
                  </a:lnTo>
                  <a:lnTo>
                    <a:pt x="613" y="2754"/>
                  </a:lnTo>
                  <a:lnTo>
                    <a:pt x="613" y="2142"/>
                  </a:lnTo>
                  <a:lnTo>
                    <a:pt x="307" y="918"/>
                  </a:lnTo>
                  <a:lnTo>
                    <a:pt x="1224" y="306"/>
                  </a:lnTo>
                  <a:lnTo>
                    <a:pt x="1224" y="0"/>
                  </a:lnTo>
                  <a:lnTo>
                    <a:pt x="1224" y="306"/>
                  </a:lnTo>
                  <a:lnTo>
                    <a:pt x="1224"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6" name="Google Shape;1746;p61"/>
            <p:cNvSpPr/>
            <p:nvPr/>
          </p:nvSpPr>
          <p:spPr>
            <a:xfrm>
              <a:off x="4257375" y="1370000"/>
              <a:ext cx="7675" cy="7650"/>
            </a:xfrm>
            <a:custGeom>
              <a:rect b="b" l="l" r="r" t="t"/>
              <a:pathLst>
                <a:path extrusionOk="0" h="306" w="307">
                  <a:moveTo>
                    <a:pt x="306" y="306"/>
                  </a:moveTo>
                  <a:lnTo>
                    <a:pt x="306" y="306"/>
                  </a:lnTo>
                  <a:lnTo>
                    <a:pt x="0" y="306"/>
                  </a:lnTo>
                  <a:lnTo>
                    <a:pt x="306"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7" name="Google Shape;1747;p61"/>
            <p:cNvSpPr/>
            <p:nvPr/>
          </p:nvSpPr>
          <p:spPr>
            <a:xfrm>
              <a:off x="4257375" y="1370000"/>
              <a:ext cx="7675" cy="7650"/>
            </a:xfrm>
            <a:custGeom>
              <a:rect b="b" l="l" r="r" t="t"/>
              <a:pathLst>
                <a:path extrusionOk="0" fill="none" h="306" w="307">
                  <a:moveTo>
                    <a:pt x="306" y="306"/>
                  </a:moveTo>
                  <a:lnTo>
                    <a:pt x="306" y="306"/>
                  </a:lnTo>
                  <a:lnTo>
                    <a:pt x="0" y="306"/>
                  </a:lnTo>
                  <a:lnTo>
                    <a:pt x="306"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8" name="Google Shape;1748;p61"/>
            <p:cNvSpPr/>
            <p:nvPr/>
          </p:nvSpPr>
          <p:spPr>
            <a:xfrm>
              <a:off x="4410325" y="1645300"/>
              <a:ext cx="7675" cy="7675"/>
            </a:xfrm>
            <a:custGeom>
              <a:rect b="b" l="l" r="r" t="t"/>
              <a:pathLst>
                <a:path extrusionOk="0" h="307" w="307">
                  <a:moveTo>
                    <a:pt x="307" y="307"/>
                  </a:moveTo>
                  <a:lnTo>
                    <a:pt x="1" y="307"/>
                  </a:lnTo>
                  <a:lnTo>
                    <a:pt x="1" y="307"/>
                  </a:lnTo>
                  <a:lnTo>
                    <a:pt x="307" y="1"/>
                  </a:lnTo>
                  <a:lnTo>
                    <a:pt x="307" y="307"/>
                  </a:lnTo>
                  <a:lnTo>
                    <a:pt x="307"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49" name="Google Shape;1749;p61"/>
            <p:cNvSpPr/>
            <p:nvPr/>
          </p:nvSpPr>
          <p:spPr>
            <a:xfrm>
              <a:off x="4410325" y="1645300"/>
              <a:ext cx="7675" cy="7675"/>
            </a:xfrm>
            <a:custGeom>
              <a:rect b="b" l="l" r="r" t="t"/>
              <a:pathLst>
                <a:path extrusionOk="0" fill="none" h="307" w="307">
                  <a:moveTo>
                    <a:pt x="307" y="307"/>
                  </a:moveTo>
                  <a:lnTo>
                    <a:pt x="1" y="307"/>
                  </a:lnTo>
                  <a:lnTo>
                    <a:pt x="1" y="307"/>
                  </a:lnTo>
                  <a:lnTo>
                    <a:pt x="307" y="1"/>
                  </a:lnTo>
                  <a:lnTo>
                    <a:pt x="307" y="307"/>
                  </a:lnTo>
                  <a:lnTo>
                    <a:pt x="307"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0" name="Google Shape;1750;p61"/>
            <p:cNvSpPr/>
            <p:nvPr/>
          </p:nvSpPr>
          <p:spPr>
            <a:xfrm>
              <a:off x="1167650" y="1637650"/>
              <a:ext cx="7675" cy="7675"/>
            </a:xfrm>
            <a:custGeom>
              <a:rect b="b" l="l" r="r" t="t"/>
              <a:pathLst>
                <a:path extrusionOk="0" h="307" w="307">
                  <a:moveTo>
                    <a:pt x="307" y="307"/>
                  </a:moveTo>
                  <a:lnTo>
                    <a:pt x="1" y="307"/>
                  </a:lnTo>
                  <a:lnTo>
                    <a:pt x="1" y="307"/>
                  </a:lnTo>
                  <a:lnTo>
                    <a:pt x="1" y="1"/>
                  </a:lnTo>
                  <a:lnTo>
                    <a:pt x="1" y="1"/>
                  </a:lnTo>
                  <a:lnTo>
                    <a:pt x="307"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1" name="Google Shape;1751;p61"/>
            <p:cNvSpPr/>
            <p:nvPr/>
          </p:nvSpPr>
          <p:spPr>
            <a:xfrm>
              <a:off x="1167650" y="1637650"/>
              <a:ext cx="7675" cy="7675"/>
            </a:xfrm>
            <a:custGeom>
              <a:rect b="b" l="l" r="r" t="t"/>
              <a:pathLst>
                <a:path extrusionOk="0" fill="none" h="307" w="307">
                  <a:moveTo>
                    <a:pt x="307" y="307"/>
                  </a:moveTo>
                  <a:lnTo>
                    <a:pt x="1" y="307"/>
                  </a:lnTo>
                  <a:lnTo>
                    <a:pt x="1" y="307"/>
                  </a:lnTo>
                  <a:lnTo>
                    <a:pt x="1" y="1"/>
                  </a:lnTo>
                  <a:lnTo>
                    <a:pt x="1" y="1"/>
                  </a:lnTo>
                  <a:lnTo>
                    <a:pt x="307"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2" name="Google Shape;1752;p61"/>
            <p:cNvSpPr/>
            <p:nvPr/>
          </p:nvSpPr>
          <p:spPr>
            <a:xfrm>
              <a:off x="4433275" y="2020050"/>
              <a:ext cx="413000" cy="367125"/>
            </a:xfrm>
            <a:custGeom>
              <a:rect b="b" l="l" r="r" t="t"/>
              <a:pathLst>
                <a:path extrusionOk="0" h="14685" w="16520">
                  <a:moveTo>
                    <a:pt x="7036" y="5201"/>
                  </a:moveTo>
                  <a:lnTo>
                    <a:pt x="7954" y="7648"/>
                  </a:lnTo>
                  <a:lnTo>
                    <a:pt x="8260" y="7342"/>
                  </a:lnTo>
                  <a:lnTo>
                    <a:pt x="8260" y="7037"/>
                  </a:lnTo>
                  <a:lnTo>
                    <a:pt x="8566" y="6731"/>
                  </a:lnTo>
                  <a:lnTo>
                    <a:pt x="8872" y="7037"/>
                  </a:lnTo>
                  <a:lnTo>
                    <a:pt x="8872" y="7648"/>
                  </a:lnTo>
                  <a:lnTo>
                    <a:pt x="9178" y="7954"/>
                  </a:lnTo>
                  <a:lnTo>
                    <a:pt x="9484" y="7954"/>
                  </a:lnTo>
                  <a:lnTo>
                    <a:pt x="9790" y="7954"/>
                  </a:lnTo>
                  <a:lnTo>
                    <a:pt x="10095" y="7954"/>
                  </a:lnTo>
                  <a:lnTo>
                    <a:pt x="10707" y="8566"/>
                  </a:lnTo>
                  <a:lnTo>
                    <a:pt x="11625" y="8872"/>
                  </a:lnTo>
                  <a:lnTo>
                    <a:pt x="12849" y="10402"/>
                  </a:lnTo>
                  <a:lnTo>
                    <a:pt x="13460" y="10708"/>
                  </a:lnTo>
                  <a:lnTo>
                    <a:pt x="14378" y="11319"/>
                  </a:lnTo>
                  <a:lnTo>
                    <a:pt x="14684" y="12543"/>
                  </a:lnTo>
                  <a:lnTo>
                    <a:pt x="14990" y="12543"/>
                  </a:lnTo>
                  <a:lnTo>
                    <a:pt x="15602" y="13155"/>
                  </a:lnTo>
                  <a:lnTo>
                    <a:pt x="15908" y="13155"/>
                  </a:lnTo>
                  <a:lnTo>
                    <a:pt x="15908" y="13461"/>
                  </a:lnTo>
                  <a:lnTo>
                    <a:pt x="16214" y="13461"/>
                  </a:lnTo>
                  <a:lnTo>
                    <a:pt x="16520" y="13767"/>
                  </a:lnTo>
                  <a:lnTo>
                    <a:pt x="15908" y="14073"/>
                  </a:lnTo>
                  <a:lnTo>
                    <a:pt x="15602" y="14684"/>
                  </a:lnTo>
                  <a:lnTo>
                    <a:pt x="14990" y="14378"/>
                  </a:lnTo>
                  <a:lnTo>
                    <a:pt x="14990" y="14378"/>
                  </a:lnTo>
                  <a:lnTo>
                    <a:pt x="14684" y="14378"/>
                  </a:lnTo>
                  <a:lnTo>
                    <a:pt x="14378" y="13767"/>
                  </a:lnTo>
                  <a:lnTo>
                    <a:pt x="13766" y="13461"/>
                  </a:lnTo>
                  <a:lnTo>
                    <a:pt x="12849" y="12237"/>
                  </a:lnTo>
                  <a:lnTo>
                    <a:pt x="11931" y="11625"/>
                  </a:lnTo>
                  <a:lnTo>
                    <a:pt x="11013" y="10096"/>
                  </a:lnTo>
                  <a:lnTo>
                    <a:pt x="9484" y="9484"/>
                  </a:lnTo>
                  <a:lnTo>
                    <a:pt x="8872" y="9178"/>
                  </a:lnTo>
                  <a:lnTo>
                    <a:pt x="8566" y="9484"/>
                  </a:lnTo>
                  <a:lnTo>
                    <a:pt x="7648" y="8872"/>
                  </a:lnTo>
                  <a:lnTo>
                    <a:pt x="7036" y="9178"/>
                  </a:lnTo>
                  <a:lnTo>
                    <a:pt x="6425" y="8872"/>
                  </a:lnTo>
                  <a:lnTo>
                    <a:pt x="5813" y="9178"/>
                  </a:lnTo>
                  <a:lnTo>
                    <a:pt x="4895" y="9484"/>
                  </a:lnTo>
                  <a:lnTo>
                    <a:pt x="3671" y="8260"/>
                  </a:lnTo>
                  <a:lnTo>
                    <a:pt x="2448" y="9790"/>
                  </a:lnTo>
                  <a:lnTo>
                    <a:pt x="1836" y="9484"/>
                  </a:lnTo>
                  <a:lnTo>
                    <a:pt x="1224" y="9790"/>
                  </a:lnTo>
                  <a:lnTo>
                    <a:pt x="612" y="9790"/>
                  </a:lnTo>
                  <a:lnTo>
                    <a:pt x="306" y="9790"/>
                  </a:lnTo>
                  <a:lnTo>
                    <a:pt x="0" y="9484"/>
                  </a:lnTo>
                  <a:lnTo>
                    <a:pt x="0" y="8872"/>
                  </a:lnTo>
                  <a:lnTo>
                    <a:pt x="0" y="7648"/>
                  </a:lnTo>
                  <a:lnTo>
                    <a:pt x="306" y="7037"/>
                  </a:lnTo>
                  <a:lnTo>
                    <a:pt x="918" y="5507"/>
                  </a:lnTo>
                  <a:lnTo>
                    <a:pt x="1224" y="4589"/>
                  </a:lnTo>
                  <a:lnTo>
                    <a:pt x="918" y="3672"/>
                  </a:lnTo>
                  <a:lnTo>
                    <a:pt x="1224" y="3366"/>
                  </a:lnTo>
                  <a:lnTo>
                    <a:pt x="1224" y="2448"/>
                  </a:lnTo>
                  <a:lnTo>
                    <a:pt x="2142" y="2448"/>
                  </a:lnTo>
                  <a:lnTo>
                    <a:pt x="2754" y="1836"/>
                  </a:lnTo>
                  <a:lnTo>
                    <a:pt x="3059" y="1836"/>
                  </a:lnTo>
                  <a:lnTo>
                    <a:pt x="3365" y="1530"/>
                  </a:lnTo>
                  <a:lnTo>
                    <a:pt x="4283" y="1224"/>
                  </a:lnTo>
                  <a:lnTo>
                    <a:pt x="5201" y="1"/>
                  </a:lnTo>
                  <a:lnTo>
                    <a:pt x="6119" y="1836"/>
                  </a:lnTo>
                  <a:lnTo>
                    <a:pt x="7036" y="520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3" name="Google Shape;1753;p61"/>
            <p:cNvSpPr/>
            <p:nvPr/>
          </p:nvSpPr>
          <p:spPr>
            <a:xfrm>
              <a:off x="4433275" y="2020050"/>
              <a:ext cx="413000" cy="367125"/>
            </a:xfrm>
            <a:custGeom>
              <a:rect b="b" l="l" r="r" t="t"/>
              <a:pathLst>
                <a:path extrusionOk="0" fill="none" h="14685" w="16520">
                  <a:moveTo>
                    <a:pt x="7036" y="5201"/>
                  </a:moveTo>
                  <a:lnTo>
                    <a:pt x="7954" y="7648"/>
                  </a:lnTo>
                  <a:lnTo>
                    <a:pt x="8260" y="7342"/>
                  </a:lnTo>
                  <a:lnTo>
                    <a:pt x="8260" y="7037"/>
                  </a:lnTo>
                  <a:lnTo>
                    <a:pt x="8566" y="6731"/>
                  </a:lnTo>
                  <a:lnTo>
                    <a:pt x="8872" y="7037"/>
                  </a:lnTo>
                  <a:lnTo>
                    <a:pt x="8872" y="7648"/>
                  </a:lnTo>
                  <a:lnTo>
                    <a:pt x="9178" y="7954"/>
                  </a:lnTo>
                  <a:lnTo>
                    <a:pt x="9484" y="7954"/>
                  </a:lnTo>
                  <a:lnTo>
                    <a:pt x="9790" y="7954"/>
                  </a:lnTo>
                  <a:lnTo>
                    <a:pt x="10095" y="7954"/>
                  </a:lnTo>
                  <a:lnTo>
                    <a:pt x="10707" y="8566"/>
                  </a:lnTo>
                  <a:lnTo>
                    <a:pt x="11625" y="8872"/>
                  </a:lnTo>
                  <a:lnTo>
                    <a:pt x="12849" y="10402"/>
                  </a:lnTo>
                  <a:lnTo>
                    <a:pt x="13460" y="10708"/>
                  </a:lnTo>
                  <a:lnTo>
                    <a:pt x="14378" y="11319"/>
                  </a:lnTo>
                  <a:lnTo>
                    <a:pt x="14684" y="12543"/>
                  </a:lnTo>
                  <a:lnTo>
                    <a:pt x="14990" y="12543"/>
                  </a:lnTo>
                  <a:lnTo>
                    <a:pt x="15602" y="13155"/>
                  </a:lnTo>
                  <a:lnTo>
                    <a:pt x="15908" y="13155"/>
                  </a:lnTo>
                  <a:lnTo>
                    <a:pt x="15908" y="13461"/>
                  </a:lnTo>
                  <a:lnTo>
                    <a:pt x="16214" y="13461"/>
                  </a:lnTo>
                  <a:lnTo>
                    <a:pt x="16520" y="13767"/>
                  </a:lnTo>
                  <a:lnTo>
                    <a:pt x="15908" y="14073"/>
                  </a:lnTo>
                  <a:lnTo>
                    <a:pt x="15602" y="14684"/>
                  </a:lnTo>
                  <a:lnTo>
                    <a:pt x="14990" y="14378"/>
                  </a:lnTo>
                  <a:lnTo>
                    <a:pt x="14990" y="14378"/>
                  </a:lnTo>
                  <a:lnTo>
                    <a:pt x="14684" y="14378"/>
                  </a:lnTo>
                  <a:lnTo>
                    <a:pt x="14378" y="13767"/>
                  </a:lnTo>
                  <a:lnTo>
                    <a:pt x="13766" y="13461"/>
                  </a:lnTo>
                  <a:lnTo>
                    <a:pt x="12849" y="12237"/>
                  </a:lnTo>
                  <a:lnTo>
                    <a:pt x="11931" y="11625"/>
                  </a:lnTo>
                  <a:lnTo>
                    <a:pt x="11013" y="10096"/>
                  </a:lnTo>
                  <a:lnTo>
                    <a:pt x="9484" y="9484"/>
                  </a:lnTo>
                  <a:lnTo>
                    <a:pt x="8872" y="9178"/>
                  </a:lnTo>
                  <a:lnTo>
                    <a:pt x="8566" y="9484"/>
                  </a:lnTo>
                  <a:lnTo>
                    <a:pt x="7648" y="8872"/>
                  </a:lnTo>
                  <a:lnTo>
                    <a:pt x="7036" y="9178"/>
                  </a:lnTo>
                  <a:lnTo>
                    <a:pt x="6425" y="8872"/>
                  </a:lnTo>
                  <a:lnTo>
                    <a:pt x="5813" y="9178"/>
                  </a:lnTo>
                  <a:lnTo>
                    <a:pt x="4895" y="9484"/>
                  </a:lnTo>
                  <a:lnTo>
                    <a:pt x="3671" y="8260"/>
                  </a:lnTo>
                  <a:lnTo>
                    <a:pt x="2448" y="9790"/>
                  </a:lnTo>
                  <a:lnTo>
                    <a:pt x="1836" y="9484"/>
                  </a:lnTo>
                  <a:lnTo>
                    <a:pt x="1224" y="9790"/>
                  </a:lnTo>
                  <a:lnTo>
                    <a:pt x="612" y="9790"/>
                  </a:lnTo>
                  <a:lnTo>
                    <a:pt x="306" y="9790"/>
                  </a:lnTo>
                  <a:lnTo>
                    <a:pt x="0" y="9484"/>
                  </a:lnTo>
                  <a:lnTo>
                    <a:pt x="0" y="8872"/>
                  </a:lnTo>
                  <a:lnTo>
                    <a:pt x="0" y="7648"/>
                  </a:lnTo>
                  <a:lnTo>
                    <a:pt x="306" y="7037"/>
                  </a:lnTo>
                  <a:lnTo>
                    <a:pt x="918" y="5507"/>
                  </a:lnTo>
                  <a:lnTo>
                    <a:pt x="1224" y="4589"/>
                  </a:lnTo>
                  <a:lnTo>
                    <a:pt x="918" y="3672"/>
                  </a:lnTo>
                  <a:lnTo>
                    <a:pt x="1224" y="3366"/>
                  </a:lnTo>
                  <a:lnTo>
                    <a:pt x="1224" y="2448"/>
                  </a:lnTo>
                  <a:lnTo>
                    <a:pt x="2142" y="2448"/>
                  </a:lnTo>
                  <a:lnTo>
                    <a:pt x="2754" y="1836"/>
                  </a:lnTo>
                  <a:lnTo>
                    <a:pt x="3059" y="1836"/>
                  </a:lnTo>
                  <a:lnTo>
                    <a:pt x="3365" y="1530"/>
                  </a:lnTo>
                  <a:lnTo>
                    <a:pt x="4283" y="1224"/>
                  </a:lnTo>
                  <a:lnTo>
                    <a:pt x="5201" y="1"/>
                  </a:lnTo>
                  <a:lnTo>
                    <a:pt x="6119" y="1836"/>
                  </a:lnTo>
                  <a:lnTo>
                    <a:pt x="7036" y="520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4" name="Google Shape;1754;p61"/>
            <p:cNvSpPr/>
            <p:nvPr/>
          </p:nvSpPr>
          <p:spPr>
            <a:xfrm>
              <a:off x="4647400" y="2165350"/>
              <a:ext cx="15325" cy="15325"/>
            </a:xfrm>
            <a:custGeom>
              <a:rect b="b" l="l" r="r" t="t"/>
              <a:pathLst>
                <a:path extrusionOk="0" h="613" w="613">
                  <a:moveTo>
                    <a:pt x="613" y="613"/>
                  </a:moveTo>
                  <a:lnTo>
                    <a:pt x="307" y="613"/>
                  </a:lnTo>
                  <a:lnTo>
                    <a:pt x="1" y="613"/>
                  </a:lnTo>
                  <a:lnTo>
                    <a:pt x="307" y="307"/>
                  </a:lnTo>
                  <a:lnTo>
                    <a:pt x="307" y="307"/>
                  </a:lnTo>
                  <a:lnTo>
                    <a:pt x="1" y="307"/>
                  </a:lnTo>
                  <a:lnTo>
                    <a:pt x="307" y="1"/>
                  </a:lnTo>
                  <a:lnTo>
                    <a:pt x="307" y="1"/>
                  </a:lnTo>
                  <a:lnTo>
                    <a:pt x="613" y="1"/>
                  </a:lnTo>
                  <a:lnTo>
                    <a:pt x="613" y="307"/>
                  </a:lnTo>
                  <a:lnTo>
                    <a:pt x="613" y="307"/>
                  </a:lnTo>
                  <a:lnTo>
                    <a:pt x="613" y="307"/>
                  </a:lnTo>
                  <a:lnTo>
                    <a:pt x="613" y="61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5" name="Google Shape;1755;p61"/>
            <p:cNvSpPr/>
            <p:nvPr/>
          </p:nvSpPr>
          <p:spPr>
            <a:xfrm>
              <a:off x="4647400" y="2165350"/>
              <a:ext cx="15325" cy="15325"/>
            </a:xfrm>
            <a:custGeom>
              <a:rect b="b" l="l" r="r" t="t"/>
              <a:pathLst>
                <a:path extrusionOk="0" fill="none" h="613" w="613">
                  <a:moveTo>
                    <a:pt x="613" y="613"/>
                  </a:moveTo>
                  <a:lnTo>
                    <a:pt x="307" y="613"/>
                  </a:lnTo>
                  <a:lnTo>
                    <a:pt x="1" y="613"/>
                  </a:lnTo>
                  <a:lnTo>
                    <a:pt x="307" y="307"/>
                  </a:lnTo>
                  <a:lnTo>
                    <a:pt x="307" y="307"/>
                  </a:lnTo>
                  <a:lnTo>
                    <a:pt x="1" y="307"/>
                  </a:lnTo>
                  <a:lnTo>
                    <a:pt x="307" y="1"/>
                  </a:lnTo>
                  <a:lnTo>
                    <a:pt x="307" y="1"/>
                  </a:lnTo>
                  <a:lnTo>
                    <a:pt x="613" y="1"/>
                  </a:lnTo>
                  <a:lnTo>
                    <a:pt x="613" y="307"/>
                  </a:lnTo>
                  <a:lnTo>
                    <a:pt x="613" y="307"/>
                  </a:lnTo>
                  <a:lnTo>
                    <a:pt x="613" y="307"/>
                  </a:lnTo>
                  <a:lnTo>
                    <a:pt x="613" y="61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6" name="Google Shape;1756;p61"/>
            <p:cNvSpPr/>
            <p:nvPr/>
          </p:nvSpPr>
          <p:spPr>
            <a:xfrm>
              <a:off x="4647400" y="2142425"/>
              <a:ext cx="15325" cy="7675"/>
            </a:xfrm>
            <a:custGeom>
              <a:rect b="b" l="l" r="r" t="t"/>
              <a:pathLst>
                <a:path extrusionOk="0" h="307" w="613">
                  <a:moveTo>
                    <a:pt x="613" y="306"/>
                  </a:moveTo>
                  <a:lnTo>
                    <a:pt x="613" y="306"/>
                  </a:lnTo>
                  <a:lnTo>
                    <a:pt x="307" y="306"/>
                  </a:lnTo>
                  <a:lnTo>
                    <a:pt x="307" y="306"/>
                  </a:lnTo>
                  <a:lnTo>
                    <a:pt x="1" y="306"/>
                  </a:lnTo>
                  <a:lnTo>
                    <a:pt x="1" y="306"/>
                  </a:lnTo>
                  <a:lnTo>
                    <a:pt x="307" y="306"/>
                  </a:lnTo>
                  <a:lnTo>
                    <a:pt x="613" y="0"/>
                  </a:lnTo>
                  <a:lnTo>
                    <a:pt x="613"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7" name="Google Shape;1757;p61"/>
            <p:cNvSpPr/>
            <p:nvPr/>
          </p:nvSpPr>
          <p:spPr>
            <a:xfrm>
              <a:off x="4647400" y="2142425"/>
              <a:ext cx="15325" cy="7675"/>
            </a:xfrm>
            <a:custGeom>
              <a:rect b="b" l="l" r="r" t="t"/>
              <a:pathLst>
                <a:path extrusionOk="0" fill="none" h="307" w="613">
                  <a:moveTo>
                    <a:pt x="613" y="306"/>
                  </a:moveTo>
                  <a:lnTo>
                    <a:pt x="613" y="306"/>
                  </a:lnTo>
                  <a:lnTo>
                    <a:pt x="307" y="306"/>
                  </a:lnTo>
                  <a:lnTo>
                    <a:pt x="307" y="306"/>
                  </a:lnTo>
                  <a:lnTo>
                    <a:pt x="1" y="306"/>
                  </a:lnTo>
                  <a:lnTo>
                    <a:pt x="1" y="306"/>
                  </a:lnTo>
                  <a:lnTo>
                    <a:pt x="307" y="306"/>
                  </a:lnTo>
                  <a:lnTo>
                    <a:pt x="613" y="0"/>
                  </a:lnTo>
                  <a:lnTo>
                    <a:pt x="613"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8" name="Google Shape;1758;p61"/>
            <p:cNvSpPr/>
            <p:nvPr/>
          </p:nvSpPr>
          <p:spPr>
            <a:xfrm>
              <a:off x="4662700" y="2173000"/>
              <a:ext cx="15325" cy="7675"/>
            </a:xfrm>
            <a:custGeom>
              <a:rect b="b" l="l" r="r" t="t"/>
              <a:pathLst>
                <a:path extrusionOk="0" h="307" w="613">
                  <a:moveTo>
                    <a:pt x="613" y="307"/>
                  </a:moveTo>
                  <a:lnTo>
                    <a:pt x="307" y="307"/>
                  </a:lnTo>
                  <a:lnTo>
                    <a:pt x="1" y="307"/>
                  </a:lnTo>
                  <a:lnTo>
                    <a:pt x="307" y="1"/>
                  </a:lnTo>
                  <a:lnTo>
                    <a:pt x="613"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59" name="Google Shape;1759;p61"/>
            <p:cNvSpPr/>
            <p:nvPr/>
          </p:nvSpPr>
          <p:spPr>
            <a:xfrm>
              <a:off x="4662700" y="2173000"/>
              <a:ext cx="15325" cy="7675"/>
            </a:xfrm>
            <a:custGeom>
              <a:rect b="b" l="l" r="r" t="t"/>
              <a:pathLst>
                <a:path extrusionOk="0" fill="none" h="307" w="613">
                  <a:moveTo>
                    <a:pt x="613" y="307"/>
                  </a:moveTo>
                  <a:lnTo>
                    <a:pt x="307" y="307"/>
                  </a:lnTo>
                  <a:lnTo>
                    <a:pt x="1" y="307"/>
                  </a:lnTo>
                  <a:lnTo>
                    <a:pt x="307" y="1"/>
                  </a:lnTo>
                  <a:lnTo>
                    <a:pt x="613"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0" name="Google Shape;1760;p61"/>
            <p:cNvSpPr/>
            <p:nvPr/>
          </p:nvSpPr>
          <p:spPr>
            <a:xfrm>
              <a:off x="4662700" y="2203600"/>
              <a:ext cx="7675" cy="7675"/>
            </a:xfrm>
            <a:custGeom>
              <a:rect b="b" l="l" r="r" t="t"/>
              <a:pathLst>
                <a:path extrusionOk="0" h="307" w="307">
                  <a:moveTo>
                    <a:pt x="307" y="306"/>
                  </a:moveTo>
                  <a:lnTo>
                    <a:pt x="307" y="306"/>
                  </a:lnTo>
                  <a:lnTo>
                    <a:pt x="1" y="306"/>
                  </a:lnTo>
                  <a:lnTo>
                    <a:pt x="1" y="0"/>
                  </a:lnTo>
                  <a:lnTo>
                    <a:pt x="307" y="0"/>
                  </a:lnTo>
                  <a:lnTo>
                    <a:pt x="307"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1" name="Google Shape;1761;p61"/>
            <p:cNvSpPr/>
            <p:nvPr/>
          </p:nvSpPr>
          <p:spPr>
            <a:xfrm>
              <a:off x="4662700" y="2203600"/>
              <a:ext cx="7675" cy="7675"/>
            </a:xfrm>
            <a:custGeom>
              <a:rect b="b" l="l" r="r" t="t"/>
              <a:pathLst>
                <a:path extrusionOk="0" fill="none" h="307" w="307">
                  <a:moveTo>
                    <a:pt x="307" y="306"/>
                  </a:moveTo>
                  <a:lnTo>
                    <a:pt x="307" y="306"/>
                  </a:lnTo>
                  <a:lnTo>
                    <a:pt x="1" y="306"/>
                  </a:lnTo>
                  <a:lnTo>
                    <a:pt x="1" y="0"/>
                  </a:lnTo>
                  <a:lnTo>
                    <a:pt x="307" y="0"/>
                  </a:lnTo>
                  <a:lnTo>
                    <a:pt x="307"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2" name="Google Shape;1762;p61"/>
            <p:cNvSpPr/>
            <p:nvPr/>
          </p:nvSpPr>
          <p:spPr>
            <a:xfrm>
              <a:off x="2704875" y="3021925"/>
              <a:ext cx="359475" cy="390050"/>
            </a:xfrm>
            <a:custGeom>
              <a:rect b="b" l="l" r="r" t="t"/>
              <a:pathLst>
                <a:path extrusionOk="0" h="15602" w="14379">
                  <a:moveTo>
                    <a:pt x="11319" y="306"/>
                  </a:moveTo>
                  <a:lnTo>
                    <a:pt x="11013" y="1224"/>
                  </a:lnTo>
                  <a:lnTo>
                    <a:pt x="11319" y="2447"/>
                  </a:lnTo>
                  <a:lnTo>
                    <a:pt x="12849" y="2142"/>
                  </a:lnTo>
                  <a:lnTo>
                    <a:pt x="13460" y="2142"/>
                  </a:lnTo>
                  <a:lnTo>
                    <a:pt x="13766" y="2447"/>
                  </a:lnTo>
                  <a:lnTo>
                    <a:pt x="14072" y="3059"/>
                  </a:lnTo>
                  <a:lnTo>
                    <a:pt x="14072" y="3977"/>
                  </a:lnTo>
                  <a:lnTo>
                    <a:pt x="13460" y="4283"/>
                  </a:lnTo>
                  <a:lnTo>
                    <a:pt x="13460" y="4283"/>
                  </a:lnTo>
                  <a:lnTo>
                    <a:pt x="12849" y="5201"/>
                  </a:lnTo>
                  <a:lnTo>
                    <a:pt x="13154" y="6118"/>
                  </a:lnTo>
                  <a:lnTo>
                    <a:pt x="14072" y="6730"/>
                  </a:lnTo>
                  <a:lnTo>
                    <a:pt x="14378" y="7036"/>
                  </a:lnTo>
                  <a:lnTo>
                    <a:pt x="14072" y="7954"/>
                  </a:lnTo>
                  <a:lnTo>
                    <a:pt x="14378" y="9177"/>
                  </a:lnTo>
                  <a:lnTo>
                    <a:pt x="14072" y="10095"/>
                  </a:lnTo>
                  <a:lnTo>
                    <a:pt x="13460" y="11625"/>
                  </a:lnTo>
                  <a:lnTo>
                    <a:pt x="12849" y="11625"/>
                  </a:lnTo>
                  <a:lnTo>
                    <a:pt x="12543" y="11013"/>
                  </a:lnTo>
                  <a:lnTo>
                    <a:pt x="11931" y="11625"/>
                  </a:lnTo>
                  <a:lnTo>
                    <a:pt x="11013" y="11319"/>
                  </a:lnTo>
                  <a:lnTo>
                    <a:pt x="10095" y="10401"/>
                  </a:lnTo>
                  <a:lnTo>
                    <a:pt x="9789" y="10401"/>
                  </a:lnTo>
                  <a:lnTo>
                    <a:pt x="9178" y="10401"/>
                  </a:lnTo>
                  <a:lnTo>
                    <a:pt x="9483" y="11013"/>
                  </a:lnTo>
                  <a:lnTo>
                    <a:pt x="9178" y="11625"/>
                  </a:lnTo>
                  <a:lnTo>
                    <a:pt x="7954" y="11625"/>
                  </a:lnTo>
                  <a:lnTo>
                    <a:pt x="7342" y="11625"/>
                  </a:lnTo>
                  <a:lnTo>
                    <a:pt x="7342" y="12543"/>
                  </a:lnTo>
                  <a:lnTo>
                    <a:pt x="8260" y="13154"/>
                  </a:lnTo>
                  <a:lnTo>
                    <a:pt x="7954" y="14072"/>
                  </a:lnTo>
                  <a:lnTo>
                    <a:pt x="7648" y="14684"/>
                  </a:lnTo>
                  <a:lnTo>
                    <a:pt x="7036" y="14378"/>
                  </a:lnTo>
                  <a:lnTo>
                    <a:pt x="6730" y="14684"/>
                  </a:lnTo>
                  <a:lnTo>
                    <a:pt x="6118" y="15602"/>
                  </a:lnTo>
                  <a:lnTo>
                    <a:pt x="4895" y="14378"/>
                  </a:lnTo>
                  <a:lnTo>
                    <a:pt x="4589" y="13766"/>
                  </a:lnTo>
                  <a:lnTo>
                    <a:pt x="2447" y="11625"/>
                  </a:lnTo>
                  <a:lnTo>
                    <a:pt x="1530" y="10401"/>
                  </a:lnTo>
                  <a:lnTo>
                    <a:pt x="918" y="9177"/>
                  </a:lnTo>
                  <a:lnTo>
                    <a:pt x="0" y="7648"/>
                  </a:lnTo>
                  <a:lnTo>
                    <a:pt x="918" y="7342"/>
                  </a:lnTo>
                  <a:lnTo>
                    <a:pt x="1224" y="7036"/>
                  </a:lnTo>
                  <a:lnTo>
                    <a:pt x="1224" y="6424"/>
                  </a:lnTo>
                  <a:lnTo>
                    <a:pt x="1530" y="5201"/>
                  </a:lnTo>
                  <a:lnTo>
                    <a:pt x="2142" y="5201"/>
                  </a:lnTo>
                  <a:lnTo>
                    <a:pt x="2447" y="5201"/>
                  </a:lnTo>
                  <a:lnTo>
                    <a:pt x="1836" y="4895"/>
                  </a:lnTo>
                  <a:lnTo>
                    <a:pt x="1530" y="4283"/>
                  </a:lnTo>
                  <a:lnTo>
                    <a:pt x="1836" y="4283"/>
                  </a:lnTo>
                  <a:lnTo>
                    <a:pt x="2142" y="4283"/>
                  </a:lnTo>
                  <a:lnTo>
                    <a:pt x="2142" y="3365"/>
                  </a:lnTo>
                  <a:lnTo>
                    <a:pt x="2447" y="3059"/>
                  </a:lnTo>
                  <a:lnTo>
                    <a:pt x="3059" y="3365"/>
                  </a:lnTo>
                  <a:lnTo>
                    <a:pt x="3365" y="3059"/>
                  </a:lnTo>
                  <a:lnTo>
                    <a:pt x="6424" y="3059"/>
                  </a:lnTo>
                  <a:lnTo>
                    <a:pt x="6424" y="306"/>
                  </a:lnTo>
                  <a:lnTo>
                    <a:pt x="6730" y="0"/>
                  </a:lnTo>
                  <a:lnTo>
                    <a:pt x="7342" y="0"/>
                  </a:lnTo>
                  <a:lnTo>
                    <a:pt x="10095" y="0"/>
                  </a:lnTo>
                  <a:lnTo>
                    <a:pt x="11013" y="0"/>
                  </a:lnTo>
                  <a:lnTo>
                    <a:pt x="11319"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3" name="Google Shape;1763;p61"/>
            <p:cNvSpPr/>
            <p:nvPr/>
          </p:nvSpPr>
          <p:spPr>
            <a:xfrm>
              <a:off x="2704875" y="3021925"/>
              <a:ext cx="359475" cy="390050"/>
            </a:xfrm>
            <a:custGeom>
              <a:rect b="b" l="l" r="r" t="t"/>
              <a:pathLst>
                <a:path extrusionOk="0" fill="none" h="15602" w="14379">
                  <a:moveTo>
                    <a:pt x="11319" y="306"/>
                  </a:moveTo>
                  <a:lnTo>
                    <a:pt x="11013" y="1224"/>
                  </a:lnTo>
                  <a:lnTo>
                    <a:pt x="11319" y="2447"/>
                  </a:lnTo>
                  <a:lnTo>
                    <a:pt x="12849" y="2142"/>
                  </a:lnTo>
                  <a:lnTo>
                    <a:pt x="13460" y="2142"/>
                  </a:lnTo>
                  <a:lnTo>
                    <a:pt x="13766" y="2447"/>
                  </a:lnTo>
                  <a:lnTo>
                    <a:pt x="14072" y="3059"/>
                  </a:lnTo>
                  <a:lnTo>
                    <a:pt x="14072" y="3977"/>
                  </a:lnTo>
                  <a:lnTo>
                    <a:pt x="13460" y="4283"/>
                  </a:lnTo>
                  <a:lnTo>
                    <a:pt x="13460" y="4283"/>
                  </a:lnTo>
                  <a:lnTo>
                    <a:pt x="12849" y="5201"/>
                  </a:lnTo>
                  <a:lnTo>
                    <a:pt x="13154" y="6118"/>
                  </a:lnTo>
                  <a:lnTo>
                    <a:pt x="14072" y="6730"/>
                  </a:lnTo>
                  <a:lnTo>
                    <a:pt x="14378" y="7036"/>
                  </a:lnTo>
                  <a:lnTo>
                    <a:pt x="14072" y="7954"/>
                  </a:lnTo>
                  <a:lnTo>
                    <a:pt x="14378" y="9177"/>
                  </a:lnTo>
                  <a:lnTo>
                    <a:pt x="14072" y="10095"/>
                  </a:lnTo>
                  <a:lnTo>
                    <a:pt x="13460" y="11625"/>
                  </a:lnTo>
                  <a:lnTo>
                    <a:pt x="12849" y="11625"/>
                  </a:lnTo>
                  <a:lnTo>
                    <a:pt x="12543" y="11013"/>
                  </a:lnTo>
                  <a:lnTo>
                    <a:pt x="11931" y="11625"/>
                  </a:lnTo>
                  <a:lnTo>
                    <a:pt x="11013" y="11319"/>
                  </a:lnTo>
                  <a:lnTo>
                    <a:pt x="10095" y="10401"/>
                  </a:lnTo>
                  <a:lnTo>
                    <a:pt x="9789" y="10401"/>
                  </a:lnTo>
                  <a:lnTo>
                    <a:pt x="9178" y="10401"/>
                  </a:lnTo>
                  <a:lnTo>
                    <a:pt x="9483" y="11013"/>
                  </a:lnTo>
                  <a:lnTo>
                    <a:pt x="9178" y="11625"/>
                  </a:lnTo>
                  <a:lnTo>
                    <a:pt x="7954" y="11625"/>
                  </a:lnTo>
                  <a:lnTo>
                    <a:pt x="7342" y="11625"/>
                  </a:lnTo>
                  <a:lnTo>
                    <a:pt x="7342" y="12543"/>
                  </a:lnTo>
                  <a:lnTo>
                    <a:pt x="8260" y="13154"/>
                  </a:lnTo>
                  <a:lnTo>
                    <a:pt x="7954" y="14072"/>
                  </a:lnTo>
                  <a:lnTo>
                    <a:pt x="7648" y="14684"/>
                  </a:lnTo>
                  <a:lnTo>
                    <a:pt x="7036" y="14378"/>
                  </a:lnTo>
                  <a:lnTo>
                    <a:pt x="6730" y="14684"/>
                  </a:lnTo>
                  <a:lnTo>
                    <a:pt x="6118" y="15602"/>
                  </a:lnTo>
                  <a:lnTo>
                    <a:pt x="4895" y="14378"/>
                  </a:lnTo>
                  <a:lnTo>
                    <a:pt x="4589" y="13766"/>
                  </a:lnTo>
                  <a:lnTo>
                    <a:pt x="2447" y="11625"/>
                  </a:lnTo>
                  <a:lnTo>
                    <a:pt x="1530" y="10401"/>
                  </a:lnTo>
                  <a:lnTo>
                    <a:pt x="918" y="9177"/>
                  </a:lnTo>
                  <a:lnTo>
                    <a:pt x="0" y="7648"/>
                  </a:lnTo>
                  <a:lnTo>
                    <a:pt x="918" y="7342"/>
                  </a:lnTo>
                  <a:lnTo>
                    <a:pt x="1224" y="7036"/>
                  </a:lnTo>
                  <a:lnTo>
                    <a:pt x="1224" y="6424"/>
                  </a:lnTo>
                  <a:lnTo>
                    <a:pt x="1530" y="5201"/>
                  </a:lnTo>
                  <a:lnTo>
                    <a:pt x="2142" y="5201"/>
                  </a:lnTo>
                  <a:lnTo>
                    <a:pt x="2447" y="5201"/>
                  </a:lnTo>
                  <a:lnTo>
                    <a:pt x="1836" y="4895"/>
                  </a:lnTo>
                  <a:lnTo>
                    <a:pt x="1530" y="4283"/>
                  </a:lnTo>
                  <a:lnTo>
                    <a:pt x="1836" y="4283"/>
                  </a:lnTo>
                  <a:lnTo>
                    <a:pt x="2142" y="4283"/>
                  </a:lnTo>
                  <a:lnTo>
                    <a:pt x="2142" y="3365"/>
                  </a:lnTo>
                  <a:lnTo>
                    <a:pt x="2447" y="3059"/>
                  </a:lnTo>
                  <a:lnTo>
                    <a:pt x="3059" y="3365"/>
                  </a:lnTo>
                  <a:lnTo>
                    <a:pt x="3365" y="3059"/>
                  </a:lnTo>
                  <a:lnTo>
                    <a:pt x="6424" y="3059"/>
                  </a:lnTo>
                  <a:lnTo>
                    <a:pt x="6424" y="306"/>
                  </a:lnTo>
                  <a:lnTo>
                    <a:pt x="6730" y="0"/>
                  </a:lnTo>
                  <a:lnTo>
                    <a:pt x="7342" y="0"/>
                  </a:lnTo>
                  <a:lnTo>
                    <a:pt x="10095" y="0"/>
                  </a:lnTo>
                  <a:lnTo>
                    <a:pt x="11013" y="0"/>
                  </a:lnTo>
                  <a:lnTo>
                    <a:pt x="11319"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4" name="Google Shape;1764;p61"/>
            <p:cNvSpPr/>
            <p:nvPr/>
          </p:nvSpPr>
          <p:spPr>
            <a:xfrm>
              <a:off x="3767900" y="490500"/>
              <a:ext cx="45925" cy="30600"/>
            </a:xfrm>
            <a:custGeom>
              <a:rect b="b" l="l" r="r" t="t"/>
              <a:pathLst>
                <a:path extrusionOk="0" h="1224" w="1837">
                  <a:moveTo>
                    <a:pt x="1531" y="306"/>
                  </a:moveTo>
                  <a:lnTo>
                    <a:pt x="1836" y="1224"/>
                  </a:lnTo>
                  <a:lnTo>
                    <a:pt x="1836" y="1224"/>
                  </a:lnTo>
                  <a:lnTo>
                    <a:pt x="919" y="1224"/>
                  </a:lnTo>
                  <a:lnTo>
                    <a:pt x="919" y="612"/>
                  </a:lnTo>
                  <a:lnTo>
                    <a:pt x="613" y="918"/>
                  </a:lnTo>
                  <a:lnTo>
                    <a:pt x="1" y="612"/>
                  </a:lnTo>
                  <a:lnTo>
                    <a:pt x="307" y="306"/>
                  </a:lnTo>
                  <a:lnTo>
                    <a:pt x="919" y="306"/>
                  </a:lnTo>
                  <a:lnTo>
                    <a:pt x="919" y="0"/>
                  </a:lnTo>
                  <a:lnTo>
                    <a:pt x="1225" y="0"/>
                  </a:lnTo>
                  <a:lnTo>
                    <a:pt x="1531" y="306"/>
                  </a:lnTo>
                  <a:lnTo>
                    <a:pt x="1531"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5" name="Google Shape;1765;p61"/>
            <p:cNvSpPr/>
            <p:nvPr/>
          </p:nvSpPr>
          <p:spPr>
            <a:xfrm>
              <a:off x="3767900" y="490500"/>
              <a:ext cx="45925" cy="30600"/>
            </a:xfrm>
            <a:custGeom>
              <a:rect b="b" l="l" r="r" t="t"/>
              <a:pathLst>
                <a:path extrusionOk="0" fill="none" h="1224" w="1837">
                  <a:moveTo>
                    <a:pt x="1531" y="306"/>
                  </a:moveTo>
                  <a:lnTo>
                    <a:pt x="1836" y="1224"/>
                  </a:lnTo>
                  <a:lnTo>
                    <a:pt x="1836" y="1224"/>
                  </a:lnTo>
                  <a:lnTo>
                    <a:pt x="919" y="1224"/>
                  </a:lnTo>
                  <a:lnTo>
                    <a:pt x="919" y="612"/>
                  </a:lnTo>
                  <a:lnTo>
                    <a:pt x="613" y="918"/>
                  </a:lnTo>
                  <a:lnTo>
                    <a:pt x="1" y="612"/>
                  </a:lnTo>
                  <a:lnTo>
                    <a:pt x="307" y="306"/>
                  </a:lnTo>
                  <a:lnTo>
                    <a:pt x="919" y="306"/>
                  </a:lnTo>
                  <a:lnTo>
                    <a:pt x="919" y="0"/>
                  </a:lnTo>
                  <a:lnTo>
                    <a:pt x="1225" y="0"/>
                  </a:lnTo>
                  <a:lnTo>
                    <a:pt x="1531" y="306"/>
                  </a:lnTo>
                  <a:lnTo>
                    <a:pt x="1531"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6" name="Google Shape;1766;p61"/>
            <p:cNvSpPr/>
            <p:nvPr/>
          </p:nvSpPr>
          <p:spPr>
            <a:xfrm>
              <a:off x="3890275" y="727575"/>
              <a:ext cx="30625" cy="38250"/>
            </a:xfrm>
            <a:custGeom>
              <a:rect b="b" l="l" r="r" t="t"/>
              <a:pathLst>
                <a:path extrusionOk="0" h="1530" w="1225">
                  <a:moveTo>
                    <a:pt x="306" y="1224"/>
                  </a:moveTo>
                  <a:lnTo>
                    <a:pt x="1" y="1530"/>
                  </a:lnTo>
                  <a:lnTo>
                    <a:pt x="1" y="612"/>
                  </a:lnTo>
                  <a:lnTo>
                    <a:pt x="306" y="306"/>
                  </a:lnTo>
                  <a:lnTo>
                    <a:pt x="918" y="0"/>
                  </a:lnTo>
                  <a:lnTo>
                    <a:pt x="1224" y="0"/>
                  </a:lnTo>
                  <a:lnTo>
                    <a:pt x="612" y="918"/>
                  </a:lnTo>
                  <a:lnTo>
                    <a:pt x="306" y="1224"/>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7" name="Google Shape;1767;p61"/>
            <p:cNvSpPr/>
            <p:nvPr/>
          </p:nvSpPr>
          <p:spPr>
            <a:xfrm>
              <a:off x="3890275" y="727575"/>
              <a:ext cx="30625" cy="38250"/>
            </a:xfrm>
            <a:custGeom>
              <a:rect b="b" l="l" r="r" t="t"/>
              <a:pathLst>
                <a:path extrusionOk="0" fill="none" h="1530" w="1225">
                  <a:moveTo>
                    <a:pt x="306" y="1224"/>
                  </a:moveTo>
                  <a:lnTo>
                    <a:pt x="1" y="1530"/>
                  </a:lnTo>
                  <a:lnTo>
                    <a:pt x="1" y="612"/>
                  </a:lnTo>
                  <a:lnTo>
                    <a:pt x="306" y="306"/>
                  </a:lnTo>
                  <a:lnTo>
                    <a:pt x="918" y="0"/>
                  </a:lnTo>
                  <a:lnTo>
                    <a:pt x="1224" y="0"/>
                  </a:lnTo>
                  <a:lnTo>
                    <a:pt x="612" y="918"/>
                  </a:lnTo>
                  <a:lnTo>
                    <a:pt x="306" y="1224"/>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8" name="Google Shape;1768;p61"/>
            <p:cNvSpPr/>
            <p:nvPr/>
          </p:nvSpPr>
          <p:spPr>
            <a:xfrm>
              <a:off x="3423750" y="566975"/>
              <a:ext cx="30625" cy="30600"/>
            </a:xfrm>
            <a:custGeom>
              <a:rect b="b" l="l" r="r" t="t"/>
              <a:pathLst>
                <a:path extrusionOk="0" h="1224" w="1225">
                  <a:moveTo>
                    <a:pt x="919" y="306"/>
                  </a:moveTo>
                  <a:lnTo>
                    <a:pt x="919" y="612"/>
                  </a:lnTo>
                  <a:lnTo>
                    <a:pt x="919" y="612"/>
                  </a:lnTo>
                  <a:lnTo>
                    <a:pt x="1225" y="918"/>
                  </a:lnTo>
                  <a:lnTo>
                    <a:pt x="1225" y="1224"/>
                  </a:lnTo>
                  <a:lnTo>
                    <a:pt x="919" y="1224"/>
                  </a:lnTo>
                  <a:lnTo>
                    <a:pt x="919" y="918"/>
                  </a:lnTo>
                  <a:lnTo>
                    <a:pt x="613" y="1224"/>
                  </a:lnTo>
                  <a:lnTo>
                    <a:pt x="307" y="918"/>
                  </a:lnTo>
                  <a:lnTo>
                    <a:pt x="1" y="918"/>
                  </a:lnTo>
                  <a:lnTo>
                    <a:pt x="307" y="306"/>
                  </a:lnTo>
                  <a:lnTo>
                    <a:pt x="613" y="306"/>
                  </a:lnTo>
                  <a:lnTo>
                    <a:pt x="613" y="306"/>
                  </a:lnTo>
                  <a:lnTo>
                    <a:pt x="613" y="0"/>
                  </a:lnTo>
                  <a:lnTo>
                    <a:pt x="613" y="0"/>
                  </a:lnTo>
                  <a:lnTo>
                    <a:pt x="919"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69" name="Google Shape;1769;p61"/>
            <p:cNvSpPr/>
            <p:nvPr/>
          </p:nvSpPr>
          <p:spPr>
            <a:xfrm>
              <a:off x="3423750" y="566975"/>
              <a:ext cx="30625" cy="30600"/>
            </a:xfrm>
            <a:custGeom>
              <a:rect b="b" l="l" r="r" t="t"/>
              <a:pathLst>
                <a:path extrusionOk="0" fill="none" h="1224" w="1225">
                  <a:moveTo>
                    <a:pt x="919" y="306"/>
                  </a:moveTo>
                  <a:lnTo>
                    <a:pt x="919" y="612"/>
                  </a:lnTo>
                  <a:lnTo>
                    <a:pt x="919" y="612"/>
                  </a:lnTo>
                  <a:lnTo>
                    <a:pt x="1225" y="918"/>
                  </a:lnTo>
                  <a:lnTo>
                    <a:pt x="1225" y="1224"/>
                  </a:lnTo>
                  <a:lnTo>
                    <a:pt x="919" y="1224"/>
                  </a:lnTo>
                  <a:lnTo>
                    <a:pt x="919" y="918"/>
                  </a:lnTo>
                  <a:lnTo>
                    <a:pt x="613" y="1224"/>
                  </a:lnTo>
                  <a:lnTo>
                    <a:pt x="307" y="918"/>
                  </a:lnTo>
                  <a:lnTo>
                    <a:pt x="1" y="918"/>
                  </a:lnTo>
                  <a:lnTo>
                    <a:pt x="307" y="306"/>
                  </a:lnTo>
                  <a:lnTo>
                    <a:pt x="613" y="306"/>
                  </a:lnTo>
                  <a:lnTo>
                    <a:pt x="613" y="306"/>
                  </a:lnTo>
                  <a:lnTo>
                    <a:pt x="613" y="0"/>
                  </a:lnTo>
                  <a:lnTo>
                    <a:pt x="613" y="0"/>
                  </a:lnTo>
                  <a:lnTo>
                    <a:pt x="919"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0" name="Google Shape;1770;p61"/>
            <p:cNvSpPr/>
            <p:nvPr/>
          </p:nvSpPr>
          <p:spPr>
            <a:xfrm>
              <a:off x="3385525" y="459900"/>
              <a:ext cx="22975" cy="30625"/>
            </a:xfrm>
            <a:custGeom>
              <a:rect b="b" l="l" r="r" t="t"/>
              <a:pathLst>
                <a:path extrusionOk="0" h="1225" w="919">
                  <a:moveTo>
                    <a:pt x="918" y="918"/>
                  </a:moveTo>
                  <a:lnTo>
                    <a:pt x="918" y="1224"/>
                  </a:lnTo>
                  <a:lnTo>
                    <a:pt x="612" y="918"/>
                  </a:lnTo>
                  <a:lnTo>
                    <a:pt x="0" y="0"/>
                  </a:lnTo>
                  <a:lnTo>
                    <a:pt x="0" y="0"/>
                  </a:lnTo>
                  <a:lnTo>
                    <a:pt x="612" y="0"/>
                  </a:lnTo>
                  <a:lnTo>
                    <a:pt x="612" y="306"/>
                  </a:lnTo>
                  <a:lnTo>
                    <a:pt x="612" y="918"/>
                  </a:lnTo>
                  <a:lnTo>
                    <a:pt x="918" y="918"/>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1" name="Google Shape;1771;p61"/>
            <p:cNvSpPr/>
            <p:nvPr/>
          </p:nvSpPr>
          <p:spPr>
            <a:xfrm>
              <a:off x="3385525" y="459900"/>
              <a:ext cx="22975" cy="30625"/>
            </a:xfrm>
            <a:custGeom>
              <a:rect b="b" l="l" r="r" t="t"/>
              <a:pathLst>
                <a:path extrusionOk="0" fill="none" h="1225" w="919">
                  <a:moveTo>
                    <a:pt x="918" y="918"/>
                  </a:moveTo>
                  <a:lnTo>
                    <a:pt x="918" y="1224"/>
                  </a:lnTo>
                  <a:lnTo>
                    <a:pt x="612" y="918"/>
                  </a:lnTo>
                  <a:lnTo>
                    <a:pt x="0" y="0"/>
                  </a:lnTo>
                  <a:lnTo>
                    <a:pt x="0" y="0"/>
                  </a:lnTo>
                  <a:lnTo>
                    <a:pt x="612" y="0"/>
                  </a:lnTo>
                  <a:lnTo>
                    <a:pt x="612" y="306"/>
                  </a:lnTo>
                  <a:lnTo>
                    <a:pt x="612" y="918"/>
                  </a:lnTo>
                  <a:lnTo>
                    <a:pt x="918" y="918"/>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2" name="Google Shape;1772;p61"/>
            <p:cNvSpPr/>
            <p:nvPr/>
          </p:nvSpPr>
          <p:spPr>
            <a:xfrm>
              <a:off x="3614950" y="429300"/>
              <a:ext cx="22975" cy="15325"/>
            </a:xfrm>
            <a:custGeom>
              <a:rect b="b" l="l" r="r" t="t"/>
              <a:pathLst>
                <a:path extrusionOk="0" h="613" w="919">
                  <a:moveTo>
                    <a:pt x="918" y="613"/>
                  </a:moveTo>
                  <a:lnTo>
                    <a:pt x="918" y="613"/>
                  </a:lnTo>
                  <a:lnTo>
                    <a:pt x="613" y="613"/>
                  </a:lnTo>
                  <a:lnTo>
                    <a:pt x="307" y="613"/>
                  </a:lnTo>
                  <a:lnTo>
                    <a:pt x="1" y="613"/>
                  </a:lnTo>
                  <a:lnTo>
                    <a:pt x="1" y="613"/>
                  </a:lnTo>
                  <a:lnTo>
                    <a:pt x="1" y="1"/>
                  </a:lnTo>
                  <a:lnTo>
                    <a:pt x="1" y="1"/>
                  </a:lnTo>
                  <a:lnTo>
                    <a:pt x="1" y="1"/>
                  </a:lnTo>
                  <a:lnTo>
                    <a:pt x="307" y="307"/>
                  </a:lnTo>
                  <a:lnTo>
                    <a:pt x="918" y="61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3" name="Google Shape;1773;p61"/>
            <p:cNvSpPr/>
            <p:nvPr/>
          </p:nvSpPr>
          <p:spPr>
            <a:xfrm>
              <a:off x="3614950" y="429300"/>
              <a:ext cx="22975" cy="15325"/>
            </a:xfrm>
            <a:custGeom>
              <a:rect b="b" l="l" r="r" t="t"/>
              <a:pathLst>
                <a:path extrusionOk="0" fill="none" h="613" w="919">
                  <a:moveTo>
                    <a:pt x="918" y="613"/>
                  </a:moveTo>
                  <a:lnTo>
                    <a:pt x="918" y="613"/>
                  </a:lnTo>
                  <a:lnTo>
                    <a:pt x="613" y="613"/>
                  </a:lnTo>
                  <a:lnTo>
                    <a:pt x="307" y="613"/>
                  </a:lnTo>
                  <a:lnTo>
                    <a:pt x="1" y="613"/>
                  </a:lnTo>
                  <a:lnTo>
                    <a:pt x="1" y="613"/>
                  </a:lnTo>
                  <a:lnTo>
                    <a:pt x="1" y="1"/>
                  </a:lnTo>
                  <a:lnTo>
                    <a:pt x="1" y="1"/>
                  </a:lnTo>
                  <a:lnTo>
                    <a:pt x="1" y="1"/>
                  </a:lnTo>
                  <a:lnTo>
                    <a:pt x="307" y="307"/>
                  </a:lnTo>
                  <a:lnTo>
                    <a:pt x="918" y="61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4" name="Google Shape;1774;p61"/>
            <p:cNvSpPr/>
            <p:nvPr/>
          </p:nvSpPr>
          <p:spPr>
            <a:xfrm>
              <a:off x="3722025" y="444600"/>
              <a:ext cx="22975" cy="15325"/>
            </a:xfrm>
            <a:custGeom>
              <a:rect b="b" l="l" r="r" t="t"/>
              <a:pathLst>
                <a:path extrusionOk="0" h="613" w="919">
                  <a:moveTo>
                    <a:pt x="306" y="1"/>
                  </a:moveTo>
                  <a:lnTo>
                    <a:pt x="612" y="1"/>
                  </a:lnTo>
                  <a:lnTo>
                    <a:pt x="918" y="1"/>
                  </a:lnTo>
                  <a:lnTo>
                    <a:pt x="918" y="1"/>
                  </a:lnTo>
                  <a:lnTo>
                    <a:pt x="612" y="612"/>
                  </a:lnTo>
                  <a:lnTo>
                    <a:pt x="306" y="307"/>
                  </a:lnTo>
                  <a:lnTo>
                    <a:pt x="306" y="612"/>
                  </a:lnTo>
                  <a:lnTo>
                    <a:pt x="1" y="307"/>
                  </a:lnTo>
                  <a:lnTo>
                    <a:pt x="1"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5" name="Google Shape;1775;p61"/>
            <p:cNvSpPr/>
            <p:nvPr/>
          </p:nvSpPr>
          <p:spPr>
            <a:xfrm>
              <a:off x="3722025" y="444600"/>
              <a:ext cx="22975" cy="15325"/>
            </a:xfrm>
            <a:custGeom>
              <a:rect b="b" l="l" r="r" t="t"/>
              <a:pathLst>
                <a:path extrusionOk="0" fill="none" h="613" w="919">
                  <a:moveTo>
                    <a:pt x="306" y="1"/>
                  </a:moveTo>
                  <a:lnTo>
                    <a:pt x="612" y="1"/>
                  </a:lnTo>
                  <a:lnTo>
                    <a:pt x="918" y="1"/>
                  </a:lnTo>
                  <a:lnTo>
                    <a:pt x="918" y="1"/>
                  </a:lnTo>
                  <a:lnTo>
                    <a:pt x="612" y="612"/>
                  </a:lnTo>
                  <a:lnTo>
                    <a:pt x="306" y="307"/>
                  </a:lnTo>
                  <a:lnTo>
                    <a:pt x="306" y="612"/>
                  </a:lnTo>
                  <a:lnTo>
                    <a:pt x="1" y="307"/>
                  </a:lnTo>
                  <a:lnTo>
                    <a:pt x="1"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6" name="Google Shape;1776;p61"/>
            <p:cNvSpPr/>
            <p:nvPr/>
          </p:nvSpPr>
          <p:spPr>
            <a:xfrm>
              <a:off x="3446700" y="605200"/>
              <a:ext cx="15325" cy="22975"/>
            </a:xfrm>
            <a:custGeom>
              <a:rect b="b" l="l" r="r" t="t"/>
              <a:pathLst>
                <a:path extrusionOk="0" h="919" w="613">
                  <a:moveTo>
                    <a:pt x="613" y="613"/>
                  </a:moveTo>
                  <a:lnTo>
                    <a:pt x="307" y="919"/>
                  </a:lnTo>
                  <a:lnTo>
                    <a:pt x="1" y="307"/>
                  </a:lnTo>
                  <a:lnTo>
                    <a:pt x="1" y="307"/>
                  </a:lnTo>
                  <a:lnTo>
                    <a:pt x="1" y="1"/>
                  </a:lnTo>
                  <a:lnTo>
                    <a:pt x="307" y="307"/>
                  </a:lnTo>
                  <a:lnTo>
                    <a:pt x="613" y="307"/>
                  </a:lnTo>
                  <a:lnTo>
                    <a:pt x="613" y="61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7" name="Google Shape;1777;p61"/>
            <p:cNvSpPr/>
            <p:nvPr/>
          </p:nvSpPr>
          <p:spPr>
            <a:xfrm>
              <a:off x="3446700" y="605200"/>
              <a:ext cx="15325" cy="22975"/>
            </a:xfrm>
            <a:custGeom>
              <a:rect b="b" l="l" r="r" t="t"/>
              <a:pathLst>
                <a:path extrusionOk="0" fill="none" h="919" w="613">
                  <a:moveTo>
                    <a:pt x="613" y="613"/>
                  </a:moveTo>
                  <a:lnTo>
                    <a:pt x="307" y="919"/>
                  </a:lnTo>
                  <a:lnTo>
                    <a:pt x="1" y="307"/>
                  </a:lnTo>
                  <a:lnTo>
                    <a:pt x="1" y="307"/>
                  </a:lnTo>
                  <a:lnTo>
                    <a:pt x="1" y="1"/>
                  </a:lnTo>
                  <a:lnTo>
                    <a:pt x="307" y="307"/>
                  </a:lnTo>
                  <a:lnTo>
                    <a:pt x="613" y="307"/>
                  </a:lnTo>
                  <a:lnTo>
                    <a:pt x="613" y="61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8" name="Google Shape;1778;p61"/>
            <p:cNvSpPr/>
            <p:nvPr/>
          </p:nvSpPr>
          <p:spPr>
            <a:xfrm>
              <a:off x="3683775" y="521075"/>
              <a:ext cx="15325" cy="22975"/>
            </a:xfrm>
            <a:custGeom>
              <a:rect b="b" l="l" r="r" t="t"/>
              <a:pathLst>
                <a:path extrusionOk="0" h="919" w="613">
                  <a:moveTo>
                    <a:pt x="613" y="613"/>
                  </a:moveTo>
                  <a:lnTo>
                    <a:pt x="307" y="918"/>
                  </a:lnTo>
                  <a:lnTo>
                    <a:pt x="307" y="613"/>
                  </a:lnTo>
                  <a:lnTo>
                    <a:pt x="307" y="613"/>
                  </a:lnTo>
                  <a:lnTo>
                    <a:pt x="1" y="307"/>
                  </a:lnTo>
                  <a:lnTo>
                    <a:pt x="1" y="1"/>
                  </a:lnTo>
                  <a:lnTo>
                    <a:pt x="307" y="307"/>
                  </a:lnTo>
                  <a:lnTo>
                    <a:pt x="307" y="307"/>
                  </a:lnTo>
                  <a:lnTo>
                    <a:pt x="613" y="61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79" name="Google Shape;1779;p61"/>
            <p:cNvSpPr/>
            <p:nvPr/>
          </p:nvSpPr>
          <p:spPr>
            <a:xfrm>
              <a:off x="3683775" y="521075"/>
              <a:ext cx="15325" cy="22975"/>
            </a:xfrm>
            <a:custGeom>
              <a:rect b="b" l="l" r="r" t="t"/>
              <a:pathLst>
                <a:path extrusionOk="0" fill="none" h="919" w="613">
                  <a:moveTo>
                    <a:pt x="613" y="613"/>
                  </a:moveTo>
                  <a:lnTo>
                    <a:pt x="307" y="918"/>
                  </a:lnTo>
                  <a:lnTo>
                    <a:pt x="307" y="613"/>
                  </a:lnTo>
                  <a:lnTo>
                    <a:pt x="307" y="613"/>
                  </a:lnTo>
                  <a:lnTo>
                    <a:pt x="1" y="307"/>
                  </a:lnTo>
                  <a:lnTo>
                    <a:pt x="1" y="1"/>
                  </a:lnTo>
                  <a:lnTo>
                    <a:pt x="307" y="307"/>
                  </a:lnTo>
                  <a:lnTo>
                    <a:pt x="307" y="307"/>
                  </a:lnTo>
                  <a:lnTo>
                    <a:pt x="613" y="61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0" name="Google Shape;1780;p61"/>
            <p:cNvSpPr/>
            <p:nvPr/>
          </p:nvSpPr>
          <p:spPr>
            <a:xfrm>
              <a:off x="3844400" y="773450"/>
              <a:ext cx="7675" cy="30625"/>
            </a:xfrm>
            <a:custGeom>
              <a:rect b="b" l="l" r="r" t="t"/>
              <a:pathLst>
                <a:path extrusionOk="0" h="1225" w="307">
                  <a:moveTo>
                    <a:pt x="306" y="919"/>
                  </a:moveTo>
                  <a:lnTo>
                    <a:pt x="306" y="1225"/>
                  </a:lnTo>
                  <a:lnTo>
                    <a:pt x="0" y="919"/>
                  </a:lnTo>
                  <a:lnTo>
                    <a:pt x="306" y="919"/>
                  </a:lnTo>
                  <a:lnTo>
                    <a:pt x="306" y="613"/>
                  </a:lnTo>
                  <a:lnTo>
                    <a:pt x="0" y="613"/>
                  </a:lnTo>
                  <a:lnTo>
                    <a:pt x="306" y="307"/>
                  </a:lnTo>
                  <a:lnTo>
                    <a:pt x="306" y="307"/>
                  </a:lnTo>
                  <a:lnTo>
                    <a:pt x="306" y="1"/>
                  </a:lnTo>
                  <a:lnTo>
                    <a:pt x="306" y="1"/>
                  </a:lnTo>
                  <a:lnTo>
                    <a:pt x="306" y="307"/>
                  </a:lnTo>
                  <a:lnTo>
                    <a:pt x="306" y="613"/>
                  </a:lnTo>
                  <a:lnTo>
                    <a:pt x="306" y="613"/>
                  </a:lnTo>
                  <a:lnTo>
                    <a:pt x="306" y="919"/>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1" name="Google Shape;1781;p61"/>
            <p:cNvSpPr/>
            <p:nvPr/>
          </p:nvSpPr>
          <p:spPr>
            <a:xfrm>
              <a:off x="3844400" y="773450"/>
              <a:ext cx="7675" cy="30625"/>
            </a:xfrm>
            <a:custGeom>
              <a:rect b="b" l="l" r="r" t="t"/>
              <a:pathLst>
                <a:path extrusionOk="0" fill="none" h="1225" w="307">
                  <a:moveTo>
                    <a:pt x="306" y="919"/>
                  </a:moveTo>
                  <a:lnTo>
                    <a:pt x="306" y="1225"/>
                  </a:lnTo>
                  <a:lnTo>
                    <a:pt x="0" y="919"/>
                  </a:lnTo>
                  <a:lnTo>
                    <a:pt x="306" y="919"/>
                  </a:lnTo>
                  <a:lnTo>
                    <a:pt x="306" y="613"/>
                  </a:lnTo>
                  <a:lnTo>
                    <a:pt x="0" y="613"/>
                  </a:lnTo>
                  <a:lnTo>
                    <a:pt x="306" y="307"/>
                  </a:lnTo>
                  <a:lnTo>
                    <a:pt x="306" y="307"/>
                  </a:lnTo>
                  <a:lnTo>
                    <a:pt x="306" y="1"/>
                  </a:lnTo>
                  <a:lnTo>
                    <a:pt x="306" y="1"/>
                  </a:lnTo>
                  <a:lnTo>
                    <a:pt x="306" y="307"/>
                  </a:lnTo>
                  <a:lnTo>
                    <a:pt x="306" y="613"/>
                  </a:lnTo>
                  <a:lnTo>
                    <a:pt x="306" y="613"/>
                  </a:lnTo>
                  <a:lnTo>
                    <a:pt x="306" y="919"/>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2" name="Google Shape;1782;p61"/>
            <p:cNvSpPr/>
            <p:nvPr/>
          </p:nvSpPr>
          <p:spPr>
            <a:xfrm>
              <a:off x="3844400" y="689325"/>
              <a:ext cx="22950" cy="7675"/>
            </a:xfrm>
            <a:custGeom>
              <a:rect b="b" l="l" r="r" t="t"/>
              <a:pathLst>
                <a:path extrusionOk="0" h="307" w="918">
                  <a:moveTo>
                    <a:pt x="306" y="307"/>
                  </a:moveTo>
                  <a:lnTo>
                    <a:pt x="0" y="307"/>
                  </a:lnTo>
                  <a:lnTo>
                    <a:pt x="0" y="307"/>
                  </a:lnTo>
                  <a:lnTo>
                    <a:pt x="0" y="1"/>
                  </a:lnTo>
                  <a:lnTo>
                    <a:pt x="612" y="1"/>
                  </a:lnTo>
                  <a:lnTo>
                    <a:pt x="918"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3" name="Google Shape;1783;p61"/>
            <p:cNvSpPr/>
            <p:nvPr/>
          </p:nvSpPr>
          <p:spPr>
            <a:xfrm>
              <a:off x="3844400" y="689325"/>
              <a:ext cx="22950" cy="7675"/>
            </a:xfrm>
            <a:custGeom>
              <a:rect b="b" l="l" r="r" t="t"/>
              <a:pathLst>
                <a:path extrusionOk="0" fill="none" h="307" w="918">
                  <a:moveTo>
                    <a:pt x="306" y="307"/>
                  </a:moveTo>
                  <a:lnTo>
                    <a:pt x="0" y="307"/>
                  </a:lnTo>
                  <a:lnTo>
                    <a:pt x="0" y="307"/>
                  </a:lnTo>
                  <a:lnTo>
                    <a:pt x="0" y="1"/>
                  </a:lnTo>
                  <a:lnTo>
                    <a:pt x="612" y="1"/>
                  </a:lnTo>
                  <a:lnTo>
                    <a:pt x="918"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4" name="Google Shape;1784;p61"/>
            <p:cNvSpPr/>
            <p:nvPr/>
          </p:nvSpPr>
          <p:spPr>
            <a:xfrm>
              <a:off x="3439050" y="536375"/>
              <a:ext cx="15325" cy="15325"/>
            </a:xfrm>
            <a:custGeom>
              <a:rect b="b" l="l" r="r" t="t"/>
              <a:pathLst>
                <a:path extrusionOk="0" h="613" w="613">
                  <a:moveTo>
                    <a:pt x="613" y="612"/>
                  </a:moveTo>
                  <a:lnTo>
                    <a:pt x="307" y="612"/>
                  </a:lnTo>
                  <a:lnTo>
                    <a:pt x="1" y="612"/>
                  </a:lnTo>
                  <a:lnTo>
                    <a:pt x="1" y="306"/>
                  </a:lnTo>
                  <a:lnTo>
                    <a:pt x="307" y="1"/>
                  </a:lnTo>
                  <a:lnTo>
                    <a:pt x="307" y="1"/>
                  </a:lnTo>
                  <a:lnTo>
                    <a:pt x="613" y="1"/>
                  </a:lnTo>
                  <a:lnTo>
                    <a:pt x="613"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5" name="Google Shape;1785;p61"/>
            <p:cNvSpPr/>
            <p:nvPr/>
          </p:nvSpPr>
          <p:spPr>
            <a:xfrm>
              <a:off x="3439050" y="536375"/>
              <a:ext cx="15325" cy="15325"/>
            </a:xfrm>
            <a:custGeom>
              <a:rect b="b" l="l" r="r" t="t"/>
              <a:pathLst>
                <a:path extrusionOk="0" fill="none" h="613" w="613">
                  <a:moveTo>
                    <a:pt x="613" y="612"/>
                  </a:moveTo>
                  <a:lnTo>
                    <a:pt x="307" y="612"/>
                  </a:lnTo>
                  <a:lnTo>
                    <a:pt x="1" y="612"/>
                  </a:lnTo>
                  <a:lnTo>
                    <a:pt x="1" y="306"/>
                  </a:lnTo>
                  <a:lnTo>
                    <a:pt x="307" y="1"/>
                  </a:lnTo>
                  <a:lnTo>
                    <a:pt x="307" y="1"/>
                  </a:lnTo>
                  <a:lnTo>
                    <a:pt x="613" y="1"/>
                  </a:lnTo>
                  <a:lnTo>
                    <a:pt x="613"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6" name="Google Shape;1786;p61"/>
            <p:cNvSpPr/>
            <p:nvPr/>
          </p:nvSpPr>
          <p:spPr>
            <a:xfrm>
              <a:off x="3744975" y="398725"/>
              <a:ext cx="15325" cy="7675"/>
            </a:xfrm>
            <a:custGeom>
              <a:rect b="b" l="l" r="r" t="t"/>
              <a:pathLst>
                <a:path extrusionOk="0" h="307" w="613">
                  <a:moveTo>
                    <a:pt x="612" y="306"/>
                  </a:moveTo>
                  <a:lnTo>
                    <a:pt x="306" y="306"/>
                  </a:lnTo>
                  <a:lnTo>
                    <a:pt x="0" y="0"/>
                  </a:lnTo>
                  <a:lnTo>
                    <a:pt x="306" y="0"/>
                  </a:lnTo>
                  <a:lnTo>
                    <a:pt x="612" y="0"/>
                  </a:lnTo>
                  <a:lnTo>
                    <a:pt x="612"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7" name="Google Shape;1787;p61"/>
            <p:cNvSpPr/>
            <p:nvPr/>
          </p:nvSpPr>
          <p:spPr>
            <a:xfrm>
              <a:off x="3744975" y="398725"/>
              <a:ext cx="15325" cy="7675"/>
            </a:xfrm>
            <a:custGeom>
              <a:rect b="b" l="l" r="r" t="t"/>
              <a:pathLst>
                <a:path extrusionOk="0" fill="none" h="307" w="613">
                  <a:moveTo>
                    <a:pt x="612" y="306"/>
                  </a:moveTo>
                  <a:lnTo>
                    <a:pt x="306" y="306"/>
                  </a:lnTo>
                  <a:lnTo>
                    <a:pt x="0" y="0"/>
                  </a:lnTo>
                  <a:lnTo>
                    <a:pt x="306" y="0"/>
                  </a:lnTo>
                  <a:lnTo>
                    <a:pt x="612" y="0"/>
                  </a:lnTo>
                  <a:lnTo>
                    <a:pt x="612"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8" name="Google Shape;1788;p61"/>
            <p:cNvSpPr/>
            <p:nvPr/>
          </p:nvSpPr>
          <p:spPr>
            <a:xfrm>
              <a:off x="3645550" y="498150"/>
              <a:ext cx="15325" cy="15300"/>
            </a:xfrm>
            <a:custGeom>
              <a:rect b="b" l="l" r="r" t="t"/>
              <a:pathLst>
                <a:path extrusionOk="0" h="612" w="613">
                  <a:moveTo>
                    <a:pt x="612" y="612"/>
                  </a:moveTo>
                  <a:lnTo>
                    <a:pt x="306" y="612"/>
                  </a:lnTo>
                  <a:lnTo>
                    <a:pt x="306" y="612"/>
                  </a:lnTo>
                  <a:lnTo>
                    <a:pt x="306" y="306"/>
                  </a:lnTo>
                  <a:lnTo>
                    <a:pt x="0" y="306"/>
                  </a:lnTo>
                  <a:lnTo>
                    <a:pt x="306" y="0"/>
                  </a:lnTo>
                  <a:lnTo>
                    <a:pt x="306" y="306"/>
                  </a:lnTo>
                  <a:lnTo>
                    <a:pt x="612" y="306"/>
                  </a:lnTo>
                  <a:lnTo>
                    <a:pt x="612"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89" name="Google Shape;1789;p61"/>
            <p:cNvSpPr/>
            <p:nvPr/>
          </p:nvSpPr>
          <p:spPr>
            <a:xfrm>
              <a:off x="3645550" y="498150"/>
              <a:ext cx="15325" cy="15300"/>
            </a:xfrm>
            <a:custGeom>
              <a:rect b="b" l="l" r="r" t="t"/>
              <a:pathLst>
                <a:path extrusionOk="0" fill="none" h="612" w="613">
                  <a:moveTo>
                    <a:pt x="612" y="612"/>
                  </a:moveTo>
                  <a:lnTo>
                    <a:pt x="306" y="612"/>
                  </a:lnTo>
                  <a:lnTo>
                    <a:pt x="306" y="612"/>
                  </a:lnTo>
                  <a:lnTo>
                    <a:pt x="306" y="306"/>
                  </a:lnTo>
                  <a:lnTo>
                    <a:pt x="0" y="306"/>
                  </a:lnTo>
                  <a:lnTo>
                    <a:pt x="306" y="0"/>
                  </a:lnTo>
                  <a:lnTo>
                    <a:pt x="306" y="306"/>
                  </a:lnTo>
                  <a:lnTo>
                    <a:pt x="612" y="306"/>
                  </a:lnTo>
                  <a:lnTo>
                    <a:pt x="612"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0" name="Google Shape;1790;p61"/>
            <p:cNvSpPr/>
            <p:nvPr/>
          </p:nvSpPr>
          <p:spPr>
            <a:xfrm>
              <a:off x="3446700" y="566975"/>
              <a:ext cx="7675" cy="7675"/>
            </a:xfrm>
            <a:custGeom>
              <a:rect b="b" l="l" r="r" t="t"/>
              <a:pathLst>
                <a:path extrusionOk="0" h="307" w="307">
                  <a:moveTo>
                    <a:pt x="307" y="306"/>
                  </a:moveTo>
                  <a:lnTo>
                    <a:pt x="1" y="306"/>
                  </a:lnTo>
                  <a:lnTo>
                    <a:pt x="1" y="0"/>
                  </a:lnTo>
                  <a:lnTo>
                    <a:pt x="1" y="0"/>
                  </a:lnTo>
                  <a:lnTo>
                    <a:pt x="1" y="0"/>
                  </a:lnTo>
                  <a:lnTo>
                    <a:pt x="307"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1" name="Google Shape;1791;p61"/>
            <p:cNvSpPr/>
            <p:nvPr/>
          </p:nvSpPr>
          <p:spPr>
            <a:xfrm>
              <a:off x="3446700" y="566975"/>
              <a:ext cx="7675" cy="7675"/>
            </a:xfrm>
            <a:custGeom>
              <a:rect b="b" l="l" r="r" t="t"/>
              <a:pathLst>
                <a:path extrusionOk="0" fill="none" h="307" w="307">
                  <a:moveTo>
                    <a:pt x="307" y="306"/>
                  </a:moveTo>
                  <a:lnTo>
                    <a:pt x="1" y="306"/>
                  </a:lnTo>
                  <a:lnTo>
                    <a:pt x="1" y="0"/>
                  </a:lnTo>
                  <a:lnTo>
                    <a:pt x="1" y="0"/>
                  </a:lnTo>
                  <a:lnTo>
                    <a:pt x="1" y="0"/>
                  </a:lnTo>
                  <a:lnTo>
                    <a:pt x="307"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2" name="Google Shape;1792;p61"/>
            <p:cNvSpPr/>
            <p:nvPr/>
          </p:nvSpPr>
          <p:spPr>
            <a:xfrm>
              <a:off x="3829100" y="804050"/>
              <a:ext cx="15325" cy="7675"/>
            </a:xfrm>
            <a:custGeom>
              <a:rect b="b" l="l" r="r" t="t"/>
              <a:pathLst>
                <a:path extrusionOk="0" h="307" w="613">
                  <a:moveTo>
                    <a:pt x="612" y="1"/>
                  </a:moveTo>
                  <a:lnTo>
                    <a:pt x="306" y="306"/>
                  </a:lnTo>
                  <a:lnTo>
                    <a:pt x="0" y="1"/>
                  </a:lnTo>
                  <a:lnTo>
                    <a:pt x="306" y="1"/>
                  </a:lnTo>
                  <a:lnTo>
                    <a:pt x="612"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3" name="Google Shape;1793;p61"/>
            <p:cNvSpPr/>
            <p:nvPr/>
          </p:nvSpPr>
          <p:spPr>
            <a:xfrm>
              <a:off x="3829100" y="804050"/>
              <a:ext cx="15325" cy="7675"/>
            </a:xfrm>
            <a:custGeom>
              <a:rect b="b" l="l" r="r" t="t"/>
              <a:pathLst>
                <a:path extrusionOk="0" fill="none" h="307" w="613">
                  <a:moveTo>
                    <a:pt x="612" y="1"/>
                  </a:moveTo>
                  <a:lnTo>
                    <a:pt x="306" y="306"/>
                  </a:lnTo>
                  <a:lnTo>
                    <a:pt x="0" y="1"/>
                  </a:lnTo>
                  <a:lnTo>
                    <a:pt x="306" y="1"/>
                  </a:lnTo>
                  <a:lnTo>
                    <a:pt x="612"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4" name="Google Shape;1794;p61"/>
            <p:cNvSpPr/>
            <p:nvPr/>
          </p:nvSpPr>
          <p:spPr>
            <a:xfrm>
              <a:off x="3714375" y="475200"/>
              <a:ext cx="7675" cy="7675"/>
            </a:xfrm>
            <a:custGeom>
              <a:rect b="b" l="l" r="r" t="t"/>
              <a:pathLst>
                <a:path extrusionOk="0" h="307" w="307">
                  <a:moveTo>
                    <a:pt x="307" y="0"/>
                  </a:moveTo>
                  <a:lnTo>
                    <a:pt x="1" y="306"/>
                  </a:lnTo>
                  <a:lnTo>
                    <a:pt x="1" y="306"/>
                  </a:lnTo>
                  <a:lnTo>
                    <a:pt x="1"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5" name="Google Shape;1795;p61"/>
            <p:cNvSpPr/>
            <p:nvPr/>
          </p:nvSpPr>
          <p:spPr>
            <a:xfrm>
              <a:off x="3714375" y="475200"/>
              <a:ext cx="7675" cy="7675"/>
            </a:xfrm>
            <a:custGeom>
              <a:rect b="b" l="l" r="r" t="t"/>
              <a:pathLst>
                <a:path extrusionOk="0" fill="none" h="307" w="307">
                  <a:moveTo>
                    <a:pt x="307" y="0"/>
                  </a:moveTo>
                  <a:lnTo>
                    <a:pt x="1" y="306"/>
                  </a:lnTo>
                  <a:lnTo>
                    <a:pt x="1" y="306"/>
                  </a:lnTo>
                  <a:lnTo>
                    <a:pt x="1"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6" name="Google Shape;1796;p61"/>
            <p:cNvSpPr/>
            <p:nvPr/>
          </p:nvSpPr>
          <p:spPr>
            <a:xfrm>
              <a:off x="3836750" y="674050"/>
              <a:ext cx="7675" cy="15300"/>
            </a:xfrm>
            <a:custGeom>
              <a:rect b="b" l="l" r="r" t="t"/>
              <a:pathLst>
                <a:path extrusionOk="0" h="612" w="307">
                  <a:moveTo>
                    <a:pt x="306" y="306"/>
                  </a:moveTo>
                  <a:lnTo>
                    <a:pt x="0" y="612"/>
                  </a:lnTo>
                  <a:lnTo>
                    <a:pt x="0" y="306"/>
                  </a:lnTo>
                  <a:lnTo>
                    <a:pt x="306" y="0"/>
                  </a:lnTo>
                  <a:lnTo>
                    <a:pt x="306" y="306"/>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7" name="Google Shape;1797;p61"/>
            <p:cNvSpPr/>
            <p:nvPr/>
          </p:nvSpPr>
          <p:spPr>
            <a:xfrm>
              <a:off x="3836750" y="674050"/>
              <a:ext cx="7675" cy="15300"/>
            </a:xfrm>
            <a:custGeom>
              <a:rect b="b" l="l" r="r" t="t"/>
              <a:pathLst>
                <a:path extrusionOk="0" fill="none" h="612" w="307">
                  <a:moveTo>
                    <a:pt x="306" y="306"/>
                  </a:moveTo>
                  <a:lnTo>
                    <a:pt x="0" y="612"/>
                  </a:lnTo>
                  <a:lnTo>
                    <a:pt x="0" y="306"/>
                  </a:lnTo>
                  <a:lnTo>
                    <a:pt x="306" y="0"/>
                  </a:lnTo>
                  <a:lnTo>
                    <a:pt x="306" y="306"/>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8" name="Google Shape;1798;p61"/>
            <p:cNvSpPr/>
            <p:nvPr/>
          </p:nvSpPr>
          <p:spPr>
            <a:xfrm>
              <a:off x="3584375" y="528725"/>
              <a:ext cx="7650" cy="7675"/>
            </a:xfrm>
            <a:custGeom>
              <a:rect b="b" l="l" r="r" t="t"/>
              <a:pathLst>
                <a:path extrusionOk="0" h="307" w="306">
                  <a:moveTo>
                    <a:pt x="306" y="1"/>
                  </a:moveTo>
                  <a:lnTo>
                    <a:pt x="306" y="307"/>
                  </a:lnTo>
                  <a:lnTo>
                    <a:pt x="0" y="307"/>
                  </a:lnTo>
                  <a:lnTo>
                    <a:pt x="306"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799" name="Google Shape;1799;p61"/>
            <p:cNvSpPr/>
            <p:nvPr/>
          </p:nvSpPr>
          <p:spPr>
            <a:xfrm>
              <a:off x="3584375" y="528725"/>
              <a:ext cx="7650" cy="7675"/>
            </a:xfrm>
            <a:custGeom>
              <a:rect b="b" l="l" r="r" t="t"/>
              <a:pathLst>
                <a:path extrusionOk="0" fill="none" h="307" w="306">
                  <a:moveTo>
                    <a:pt x="306" y="1"/>
                  </a:moveTo>
                  <a:lnTo>
                    <a:pt x="306" y="307"/>
                  </a:lnTo>
                  <a:lnTo>
                    <a:pt x="0" y="307"/>
                  </a:lnTo>
                  <a:lnTo>
                    <a:pt x="306"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0" name="Google Shape;1800;p61"/>
            <p:cNvSpPr/>
            <p:nvPr/>
          </p:nvSpPr>
          <p:spPr>
            <a:xfrm>
              <a:off x="3836750" y="643450"/>
              <a:ext cx="7675" cy="7675"/>
            </a:xfrm>
            <a:custGeom>
              <a:rect b="b" l="l" r="r" t="t"/>
              <a:pathLst>
                <a:path extrusionOk="0" h="307" w="307">
                  <a:moveTo>
                    <a:pt x="306" y="0"/>
                  </a:moveTo>
                  <a:lnTo>
                    <a:pt x="0" y="306"/>
                  </a:lnTo>
                  <a:lnTo>
                    <a:pt x="0" y="0"/>
                  </a:lnTo>
                  <a:lnTo>
                    <a:pt x="306" y="0"/>
                  </a:lnTo>
                  <a:lnTo>
                    <a:pt x="306"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1" name="Google Shape;1801;p61"/>
            <p:cNvSpPr/>
            <p:nvPr/>
          </p:nvSpPr>
          <p:spPr>
            <a:xfrm>
              <a:off x="3836750" y="643450"/>
              <a:ext cx="7675" cy="7675"/>
            </a:xfrm>
            <a:custGeom>
              <a:rect b="b" l="l" r="r" t="t"/>
              <a:pathLst>
                <a:path extrusionOk="0" fill="none" h="307" w="307">
                  <a:moveTo>
                    <a:pt x="306" y="0"/>
                  </a:moveTo>
                  <a:lnTo>
                    <a:pt x="0" y="306"/>
                  </a:lnTo>
                  <a:lnTo>
                    <a:pt x="0" y="0"/>
                  </a:lnTo>
                  <a:lnTo>
                    <a:pt x="306" y="0"/>
                  </a:lnTo>
                  <a:lnTo>
                    <a:pt x="306"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2" name="Google Shape;1802;p61"/>
            <p:cNvSpPr/>
            <p:nvPr/>
          </p:nvSpPr>
          <p:spPr>
            <a:xfrm>
              <a:off x="3890275" y="704625"/>
              <a:ext cx="7675" cy="7675"/>
            </a:xfrm>
            <a:custGeom>
              <a:rect b="b" l="l" r="r" t="t"/>
              <a:pathLst>
                <a:path extrusionOk="0" h="307" w="307">
                  <a:moveTo>
                    <a:pt x="306" y="307"/>
                  </a:moveTo>
                  <a:lnTo>
                    <a:pt x="1" y="307"/>
                  </a:lnTo>
                  <a:lnTo>
                    <a:pt x="1" y="1"/>
                  </a:lnTo>
                  <a:lnTo>
                    <a:pt x="1"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3" name="Google Shape;1803;p61"/>
            <p:cNvSpPr/>
            <p:nvPr/>
          </p:nvSpPr>
          <p:spPr>
            <a:xfrm>
              <a:off x="3890275" y="704625"/>
              <a:ext cx="7675" cy="7675"/>
            </a:xfrm>
            <a:custGeom>
              <a:rect b="b" l="l" r="r" t="t"/>
              <a:pathLst>
                <a:path extrusionOk="0" fill="none" h="307" w="307">
                  <a:moveTo>
                    <a:pt x="306" y="307"/>
                  </a:moveTo>
                  <a:lnTo>
                    <a:pt x="1" y="307"/>
                  </a:lnTo>
                  <a:lnTo>
                    <a:pt x="1" y="1"/>
                  </a:lnTo>
                  <a:lnTo>
                    <a:pt x="1"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4" name="Google Shape;1804;p61"/>
            <p:cNvSpPr/>
            <p:nvPr/>
          </p:nvSpPr>
          <p:spPr>
            <a:xfrm>
              <a:off x="3630250" y="505775"/>
              <a:ext cx="7675" cy="7675"/>
            </a:xfrm>
            <a:custGeom>
              <a:rect b="b" l="l" r="r" t="t"/>
              <a:pathLst>
                <a:path extrusionOk="0" h="307" w="307">
                  <a:moveTo>
                    <a:pt x="306" y="307"/>
                  </a:moveTo>
                  <a:lnTo>
                    <a:pt x="306" y="307"/>
                  </a:lnTo>
                  <a:lnTo>
                    <a:pt x="1" y="307"/>
                  </a:lnTo>
                  <a:lnTo>
                    <a:pt x="1" y="1"/>
                  </a:lnTo>
                  <a:lnTo>
                    <a:pt x="1"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5" name="Google Shape;1805;p61"/>
            <p:cNvSpPr/>
            <p:nvPr/>
          </p:nvSpPr>
          <p:spPr>
            <a:xfrm>
              <a:off x="3630250" y="505775"/>
              <a:ext cx="7675" cy="7675"/>
            </a:xfrm>
            <a:custGeom>
              <a:rect b="b" l="l" r="r" t="t"/>
              <a:pathLst>
                <a:path extrusionOk="0" fill="none" h="307" w="307">
                  <a:moveTo>
                    <a:pt x="306" y="307"/>
                  </a:moveTo>
                  <a:lnTo>
                    <a:pt x="306" y="307"/>
                  </a:lnTo>
                  <a:lnTo>
                    <a:pt x="1" y="307"/>
                  </a:lnTo>
                  <a:lnTo>
                    <a:pt x="1" y="1"/>
                  </a:lnTo>
                  <a:lnTo>
                    <a:pt x="1"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6" name="Google Shape;1806;p61"/>
            <p:cNvSpPr/>
            <p:nvPr/>
          </p:nvSpPr>
          <p:spPr>
            <a:xfrm>
              <a:off x="3821450" y="651100"/>
              <a:ext cx="7675" cy="15325"/>
            </a:xfrm>
            <a:custGeom>
              <a:rect b="b" l="l" r="r" t="t"/>
              <a:pathLst>
                <a:path extrusionOk="0" h="613" w="307">
                  <a:moveTo>
                    <a:pt x="306" y="306"/>
                  </a:moveTo>
                  <a:lnTo>
                    <a:pt x="0" y="612"/>
                  </a:lnTo>
                  <a:lnTo>
                    <a:pt x="0" y="0"/>
                  </a:lnTo>
                  <a:lnTo>
                    <a:pt x="306" y="306"/>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7" name="Google Shape;1807;p61"/>
            <p:cNvSpPr/>
            <p:nvPr/>
          </p:nvSpPr>
          <p:spPr>
            <a:xfrm>
              <a:off x="3821450" y="651100"/>
              <a:ext cx="7675" cy="15325"/>
            </a:xfrm>
            <a:custGeom>
              <a:rect b="b" l="l" r="r" t="t"/>
              <a:pathLst>
                <a:path extrusionOk="0" fill="none" h="613" w="307">
                  <a:moveTo>
                    <a:pt x="306" y="306"/>
                  </a:moveTo>
                  <a:lnTo>
                    <a:pt x="0" y="612"/>
                  </a:lnTo>
                  <a:lnTo>
                    <a:pt x="0" y="0"/>
                  </a:lnTo>
                  <a:lnTo>
                    <a:pt x="306" y="306"/>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8" name="Google Shape;1808;p61"/>
            <p:cNvSpPr/>
            <p:nvPr/>
          </p:nvSpPr>
          <p:spPr>
            <a:xfrm>
              <a:off x="3653200" y="490500"/>
              <a:ext cx="7675" cy="7675"/>
            </a:xfrm>
            <a:custGeom>
              <a:rect b="b" l="l" r="r" t="t"/>
              <a:pathLst>
                <a:path extrusionOk="0" h="307" w="307">
                  <a:moveTo>
                    <a:pt x="306" y="0"/>
                  </a:moveTo>
                  <a:lnTo>
                    <a:pt x="306" y="306"/>
                  </a:lnTo>
                  <a:lnTo>
                    <a:pt x="0" y="306"/>
                  </a:lnTo>
                  <a:lnTo>
                    <a:pt x="306" y="0"/>
                  </a:lnTo>
                  <a:lnTo>
                    <a:pt x="306"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09" name="Google Shape;1809;p61"/>
            <p:cNvSpPr/>
            <p:nvPr/>
          </p:nvSpPr>
          <p:spPr>
            <a:xfrm>
              <a:off x="3653200" y="490500"/>
              <a:ext cx="7675" cy="7675"/>
            </a:xfrm>
            <a:custGeom>
              <a:rect b="b" l="l" r="r" t="t"/>
              <a:pathLst>
                <a:path extrusionOk="0" fill="none" h="307" w="307">
                  <a:moveTo>
                    <a:pt x="306" y="0"/>
                  </a:moveTo>
                  <a:lnTo>
                    <a:pt x="306" y="306"/>
                  </a:lnTo>
                  <a:lnTo>
                    <a:pt x="0" y="306"/>
                  </a:lnTo>
                  <a:lnTo>
                    <a:pt x="306" y="0"/>
                  </a:lnTo>
                  <a:lnTo>
                    <a:pt x="306"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0" name="Google Shape;1810;p61"/>
            <p:cNvSpPr/>
            <p:nvPr/>
          </p:nvSpPr>
          <p:spPr>
            <a:xfrm>
              <a:off x="3462000" y="551675"/>
              <a:ext cx="25" cy="7675"/>
            </a:xfrm>
            <a:custGeom>
              <a:rect b="b" l="l" r="r" t="t"/>
              <a:pathLst>
                <a:path extrusionOk="0" h="307" w="1">
                  <a:moveTo>
                    <a:pt x="1" y="0"/>
                  </a:moveTo>
                  <a:lnTo>
                    <a:pt x="1" y="306"/>
                  </a:lnTo>
                  <a:lnTo>
                    <a:pt x="1" y="0"/>
                  </a:lnTo>
                  <a:lnTo>
                    <a:pt x="1" y="0"/>
                  </a:lnTo>
                  <a:lnTo>
                    <a:pt x="1" y="0"/>
                  </a:lnTo>
                  <a:lnTo>
                    <a:pt x="1"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1" name="Google Shape;1811;p61"/>
            <p:cNvSpPr/>
            <p:nvPr/>
          </p:nvSpPr>
          <p:spPr>
            <a:xfrm>
              <a:off x="3462000" y="551675"/>
              <a:ext cx="25" cy="7675"/>
            </a:xfrm>
            <a:custGeom>
              <a:rect b="b" l="l" r="r" t="t"/>
              <a:pathLst>
                <a:path extrusionOk="0" fill="none" h="307" w="1">
                  <a:moveTo>
                    <a:pt x="1" y="0"/>
                  </a:moveTo>
                  <a:lnTo>
                    <a:pt x="1" y="306"/>
                  </a:lnTo>
                  <a:lnTo>
                    <a:pt x="1" y="0"/>
                  </a:lnTo>
                  <a:lnTo>
                    <a:pt x="1" y="0"/>
                  </a:lnTo>
                  <a:lnTo>
                    <a:pt x="1" y="0"/>
                  </a:lnTo>
                  <a:lnTo>
                    <a:pt x="1"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2" name="Google Shape;1812;p61"/>
            <p:cNvSpPr/>
            <p:nvPr/>
          </p:nvSpPr>
          <p:spPr>
            <a:xfrm>
              <a:off x="3859675" y="719925"/>
              <a:ext cx="7675" cy="7675"/>
            </a:xfrm>
            <a:custGeom>
              <a:rect b="b" l="l" r="r" t="t"/>
              <a:pathLst>
                <a:path extrusionOk="0" h="307" w="307">
                  <a:moveTo>
                    <a:pt x="307" y="0"/>
                  </a:moveTo>
                  <a:lnTo>
                    <a:pt x="1" y="306"/>
                  </a:lnTo>
                  <a:lnTo>
                    <a:pt x="1" y="306"/>
                  </a:lnTo>
                  <a:lnTo>
                    <a:pt x="1" y="0"/>
                  </a:lnTo>
                  <a:lnTo>
                    <a:pt x="307"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3" name="Google Shape;1813;p61"/>
            <p:cNvSpPr/>
            <p:nvPr/>
          </p:nvSpPr>
          <p:spPr>
            <a:xfrm>
              <a:off x="3859675" y="719925"/>
              <a:ext cx="7675" cy="7675"/>
            </a:xfrm>
            <a:custGeom>
              <a:rect b="b" l="l" r="r" t="t"/>
              <a:pathLst>
                <a:path extrusionOk="0" fill="none" h="307" w="307">
                  <a:moveTo>
                    <a:pt x="307" y="0"/>
                  </a:moveTo>
                  <a:lnTo>
                    <a:pt x="1" y="306"/>
                  </a:lnTo>
                  <a:lnTo>
                    <a:pt x="1" y="306"/>
                  </a:lnTo>
                  <a:lnTo>
                    <a:pt x="1" y="0"/>
                  </a:lnTo>
                  <a:lnTo>
                    <a:pt x="307"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4" name="Google Shape;1814;p61"/>
            <p:cNvSpPr/>
            <p:nvPr/>
          </p:nvSpPr>
          <p:spPr>
            <a:xfrm>
              <a:off x="3622600" y="505775"/>
              <a:ext cx="25" cy="7675"/>
            </a:xfrm>
            <a:custGeom>
              <a:rect b="b" l="l" r="r" t="t"/>
              <a:pathLst>
                <a:path extrusionOk="0" h="307" w="1">
                  <a:moveTo>
                    <a:pt x="1" y="1"/>
                  </a:moveTo>
                  <a:lnTo>
                    <a:pt x="1" y="307"/>
                  </a:lnTo>
                  <a:lnTo>
                    <a:pt x="1" y="307"/>
                  </a:lnTo>
                  <a:lnTo>
                    <a:pt x="1" y="1"/>
                  </a:lnTo>
                  <a:lnTo>
                    <a:pt x="1"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5" name="Google Shape;1815;p61"/>
            <p:cNvSpPr/>
            <p:nvPr/>
          </p:nvSpPr>
          <p:spPr>
            <a:xfrm>
              <a:off x="3622600" y="505775"/>
              <a:ext cx="25" cy="7675"/>
            </a:xfrm>
            <a:custGeom>
              <a:rect b="b" l="l" r="r" t="t"/>
              <a:pathLst>
                <a:path extrusionOk="0" fill="none" h="307" w="1">
                  <a:moveTo>
                    <a:pt x="1" y="1"/>
                  </a:moveTo>
                  <a:lnTo>
                    <a:pt x="1" y="307"/>
                  </a:lnTo>
                  <a:lnTo>
                    <a:pt x="1" y="307"/>
                  </a:lnTo>
                  <a:lnTo>
                    <a:pt x="1" y="1"/>
                  </a:lnTo>
                  <a:lnTo>
                    <a:pt x="1"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6" name="Google Shape;1816;p61"/>
            <p:cNvSpPr/>
            <p:nvPr/>
          </p:nvSpPr>
          <p:spPr>
            <a:xfrm>
              <a:off x="3836750" y="696975"/>
              <a:ext cx="7675" cy="7675"/>
            </a:xfrm>
            <a:custGeom>
              <a:rect b="b" l="l" r="r" t="t"/>
              <a:pathLst>
                <a:path extrusionOk="0" h="307" w="307">
                  <a:moveTo>
                    <a:pt x="306" y="307"/>
                  </a:moveTo>
                  <a:lnTo>
                    <a:pt x="0" y="307"/>
                  </a:lnTo>
                  <a:lnTo>
                    <a:pt x="0" y="307"/>
                  </a:lnTo>
                  <a:lnTo>
                    <a:pt x="0" y="1"/>
                  </a:lnTo>
                  <a:lnTo>
                    <a:pt x="0"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7" name="Google Shape;1817;p61"/>
            <p:cNvSpPr/>
            <p:nvPr/>
          </p:nvSpPr>
          <p:spPr>
            <a:xfrm>
              <a:off x="3836750" y="696975"/>
              <a:ext cx="7675" cy="7675"/>
            </a:xfrm>
            <a:custGeom>
              <a:rect b="b" l="l" r="r" t="t"/>
              <a:pathLst>
                <a:path extrusionOk="0" fill="none" h="307" w="307">
                  <a:moveTo>
                    <a:pt x="306" y="307"/>
                  </a:moveTo>
                  <a:lnTo>
                    <a:pt x="0" y="307"/>
                  </a:lnTo>
                  <a:lnTo>
                    <a:pt x="0" y="307"/>
                  </a:lnTo>
                  <a:lnTo>
                    <a:pt x="0" y="1"/>
                  </a:lnTo>
                  <a:lnTo>
                    <a:pt x="0"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8" name="Google Shape;1818;p61"/>
            <p:cNvSpPr/>
            <p:nvPr/>
          </p:nvSpPr>
          <p:spPr>
            <a:xfrm>
              <a:off x="3592025" y="505775"/>
              <a:ext cx="7650" cy="7675"/>
            </a:xfrm>
            <a:custGeom>
              <a:rect b="b" l="l" r="r" t="t"/>
              <a:pathLst>
                <a:path extrusionOk="0" h="307" w="306">
                  <a:moveTo>
                    <a:pt x="306" y="1"/>
                  </a:moveTo>
                  <a:lnTo>
                    <a:pt x="306" y="307"/>
                  </a:lnTo>
                  <a:lnTo>
                    <a:pt x="0" y="307"/>
                  </a:lnTo>
                  <a:lnTo>
                    <a:pt x="306"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19" name="Google Shape;1819;p61"/>
            <p:cNvSpPr/>
            <p:nvPr/>
          </p:nvSpPr>
          <p:spPr>
            <a:xfrm>
              <a:off x="3592025" y="505775"/>
              <a:ext cx="7650" cy="7675"/>
            </a:xfrm>
            <a:custGeom>
              <a:rect b="b" l="l" r="r" t="t"/>
              <a:pathLst>
                <a:path extrusionOk="0" fill="none" h="307" w="306">
                  <a:moveTo>
                    <a:pt x="306" y="1"/>
                  </a:moveTo>
                  <a:lnTo>
                    <a:pt x="306" y="307"/>
                  </a:lnTo>
                  <a:lnTo>
                    <a:pt x="0" y="307"/>
                  </a:lnTo>
                  <a:lnTo>
                    <a:pt x="306"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0" name="Google Shape;1820;p61"/>
            <p:cNvSpPr/>
            <p:nvPr/>
          </p:nvSpPr>
          <p:spPr>
            <a:xfrm>
              <a:off x="3752625" y="551675"/>
              <a:ext cx="7675" cy="7675"/>
            </a:xfrm>
            <a:custGeom>
              <a:rect b="b" l="l" r="r" t="t"/>
              <a:pathLst>
                <a:path extrusionOk="0" h="307" w="307">
                  <a:moveTo>
                    <a:pt x="306" y="0"/>
                  </a:moveTo>
                  <a:lnTo>
                    <a:pt x="0" y="306"/>
                  </a:lnTo>
                  <a:lnTo>
                    <a:pt x="0" y="306"/>
                  </a:lnTo>
                  <a:lnTo>
                    <a:pt x="0" y="0"/>
                  </a:lnTo>
                  <a:lnTo>
                    <a:pt x="0" y="0"/>
                  </a:lnTo>
                  <a:lnTo>
                    <a:pt x="306"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1" name="Google Shape;1821;p61"/>
            <p:cNvSpPr/>
            <p:nvPr/>
          </p:nvSpPr>
          <p:spPr>
            <a:xfrm>
              <a:off x="3752625" y="551675"/>
              <a:ext cx="7675" cy="7675"/>
            </a:xfrm>
            <a:custGeom>
              <a:rect b="b" l="l" r="r" t="t"/>
              <a:pathLst>
                <a:path extrusionOk="0" fill="none" h="307" w="307">
                  <a:moveTo>
                    <a:pt x="306" y="0"/>
                  </a:moveTo>
                  <a:lnTo>
                    <a:pt x="0" y="306"/>
                  </a:lnTo>
                  <a:lnTo>
                    <a:pt x="0" y="306"/>
                  </a:lnTo>
                  <a:lnTo>
                    <a:pt x="0" y="0"/>
                  </a:lnTo>
                  <a:lnTo>
                    <a:pt x="0" y="0"/>
                  </a:lnTo>
                  <a:lnTo>
                    <a:pt x="306"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2" name="Google Shape;1822;p61"/>
            <p:cNvSpPr/>
            <p:nvPr/>
          </p:nvSpPr>
          <p:spPr>
            <a:xfrm>
              <a:off x="3852050" y="704625"/>
              <a:ext cx="7650" cy="7675"/>
            </a:xfrm>
            <a:custGeom>
              <a:rect b="b" l="l" r="r" t="t"/>
              <a:pathLst>
                <a:path extrusionOk="0" h="307" w="306">
                  <a:moveTo>
                    <a:pt x="306" y="307"/>
                  </a:moveTo>
                  <a:lnTo>
                    <a:pt x="0" y="307"/>
                  </a:lnTo>
                  <a:lnTo>
                    <a:pt x="0" y="307"/>
                  </a:lnTo>
                  <a:lnTo>
                    <a:pt x="0" y="307"/>
                  </a:lnTo>
                  <a:lnTo>
                    <a:pt x="0"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3" name="Google Shape;1823;p61"/>
            <p:cNvSpPr/>
            <p:nvPr/>
          </p:nvSpPr>
          <p:spPr>
            <a:xfrm>
              <a:off x="3852050" y="704625"/>
              <a:ext cx="7650" cy="7675"/>
            </a:xfrm>
            <a:custGeom>
              <a:rect b="b" l="l" r="r" t="t"/>
              <a:pathLst>
                <a:path extrusionOk="0" fill="none" h="307" w="306">
                  <a:moveTo>
                    <a:pt x="306" y="307"/>
                  </a:moveTo>
                  <a:lnTo>
                    <a:pt x="0" y="307"/>
                  </a:lnTo>
                  <a:lnTo>
                    <a:pt x="0" y="307"/>
                  </a:lnTo>
                  <a:lnTo>
                    <a:pt x="0" y="307"/>
                  </a:lnTo>
                  <a:lnTo>
                    <a:pt x="0"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4" name="Google Shape;1824;p61"/>
            <p:cNvSpPr/>
            <p:nvPr/>
          </p:nvSpPr>
          <p:spPr>
            <a:xfrm>
              <a:off x="1825375" y="765800"/>
              <a:ext cx="25" cy="25"/>
            </a:xfrm>
            <a:custGeom>
              <a:rect b="b" l="l" r="r" t="t"/>
              <a:pathLst>
                <a:path extrusionOk="0" h="1" w="1">
                  <a:moveTo>
                    <a:pt x="0" y="1"/>
                  </a:moveTo>
                  <a:lnTo>
                    <a:pt x="0" y="1"/>
                  </a:lnTo>
                  <a:lnTo>
                    <a:pt x="0" y="1"/>
                  </a:lnTo>
                  <a:lnTo>
                    <a:pt x="0" y="1"/>
                  </a:lnTo>
                  <a:lnTo>
                    <a:pt x="0" y="1"/>
                  </a:lnTo>
                  <a:lnTo>
                    <a:pt x="0" y="1"/>
                  </a:lnTo>
                  <a:lnTo>
                    <a:pt x="0" y="1"/>
                  </a:lnTo>
                  <a:lnTo>
                    <a:pt x="0" y="1"/>
                  </a:lnTo>
                  <a:lnTo>
                    <a:pt x="0" y="1"/>
                  </a:lnTo>
                  <a:lnTo>
                    <a:pt x="0" y="1"/>
                  </a:lnTo>
                  <a:lnTo>
                    <a:pt x="0"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5" name="Google Shape;1825;p61"/>
            <p:cNvSpPr/>
            <p:nvPr/>
          </p:nvSpPr>
          <p:spPr>
            <a:xfrm>
              <a:off x="1825375" y="765800"/>
              <a:ext cx="25" cy="25"/>
            </a:xfrm>
            <a:custGeom>
              <a:rect b="b" l="l" r="r" t="t"/>
              <a:pathLst>
                <a:path extrusionOk="0" fill="none" h="1" w="1">
                  <a:moveTo>
                    <a:pt x="0" y="1"/>
                  </a:moveTo>
                  <a:lnTo>
                    <a:pt x="0" y="1"/>
                  </a:lnTo>
                  <a:lnTo>
                    <a:pt x="0" y="1"/>
                  </a:lnTo>
                  <a:lnTo>
                    <a:pt x="0" y="1"/>
                  </a:lnTo>
                  <a:lnTo>
                    <a:pt x="0" y="1"/>
                  </a:lnTo>
                  <a:lnTo>
                    <a:pt x="0" y="1"/>
                  </a:lnTo>
                  <a:lnTo>
                    <a:pt x="0" y="1"/>
                  </a:lnTo>
                  <a:lnTo>
                    <a:pt x="0" y="1"/>
                  </a:lnTo>
                  <a:lnTo>
                    <a:pt x="0" y="1"/>
                  </a:lnTo>
                  <a:lnTo>
                    <a:pt x="0" y="1"/>
                  </a:lnTo>
                  <a:lnTo>
                    <a:pt x="0"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6" name="Google Shape;1826;p61"/>
            <p:cNvSpPr/>
            <p:nvPr/>
          </p:nvSpPr>
          <p:spPr>
            <a:xfrm>
              <a:off x="1978325" y="811700"/>
              <a:ext cx="25" cy="25"/>
            </a:xfrm>
            <a:custGeom>
              <a:rect b="b" l="l" r="r" t="t"/>
              <a:pathLst>
                <a:path extrusionOk="0" h="1" w="1">
                  <a:moveTo>
                    <a:pt x="1" y="0"/>
                  </a:moveTo>
                  <a:lnTo>
                    <a:pt x="1" y="0"/>
                  </a:lnTo>
                  <a:lnTo>
                    <a:pt x="1" y="0"/>
                  </a:lnTo>
                  <a:lnTo>
                    <a:pt x="1"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7" name="Google Shape;1827;p61"/>
            <p:cNvSpPr/>
            <p:nvPr/>
          </p:nvSpPr>
          <p:spPr>
            <a:xfrm>
              <a:off x="1978325" y="811700"/>
              <a:ext cx="25" cy="25"/>
            </a:xfrm>
            <a:custGeom>
              <a:rect b="b" l="l" r="r" t="t"/>
              <a:pathLst>
                <a:path extrusionOk="0" fill="none" h="1" w="1">
                  <a:moveTo>
                    <a:pt x="1" y="0"/>
                  </a:moveTo>
                  <a:lnTo>
                    <a:pt x="1" y="0"/>
                  </a:lnTo>
                  <a:lnTo>
                    <a:pt x="1" y="0"/>
                  </a:lnTo>
                  <a:lnTo>
                    <a:pt x="1"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8" name="Google Shape;1828;p61"/>
            <p:cNvSpPr/>
            <p:nvPr/>
          </p:nvSpPr>
          <p:spPr>
            <a:xfrm>
              <a:off x="4219125" y="2226550"/>
              <a:ext cx="925425" cy="718900"/>
            </a:xfrm>
            <a:custGeom>
              <a:rect b="b" l="l" r="r" t="t"/>
              <a:pathLst>
                <a:path extrusionOk="0" h="28756" w="37017">
                  <a:moveTo>
                    <a:pt x="23250" y="6118"/>
                  </a:moveTo>
                  <a:lnTo>
                    <a:pt x="21721" y="7954"/>
                  </a:lnTo>
                  <a:lnTo>
                    <a:pt x="21721" y="8566"/>
                  </a:lnTo>
                  <a:lnTo>
                    <a:pt x="21721" y="9789"/>
                  </a:lnTo>
                  <a:lnTo>
                    <a:pt x="22332" y="10095"/>
                  </a:lnTo>
                  <a:lnTo>
                    <a:pt x="23556" y="9789"/>
                  </a:lnTo>
                  <a:lnTo>
                    <a:pt x="23862" y="9789"/>
                  </a:lnTo>
                  <a:lnTo>
                    <a:pt x="24474" y="9789"/>
                  </a:lnTo>
                  <a:lnTo>
                    <a:pt x="24780" y="9789"/>
                  </a:lnTo>
                  <a:lnTo>
                    <a:pt x="24168" y="11013"/>
                  </a:lnTo>
                  <a:lnTo>
                    <a:pt x="24474" y="11931"/>
                  </a:lnTo>
                  <a:lnTo>
                    <a:pt x="24474" y="11931"/>
                  </a:lnTo>
                  <a:lnTo>
                    <a:pt x="25392" y="12849"/>
                  </a:lnTo>
                  <a:lnTo>
                    <a:pt x="25697" y="13460"/>
                  </a:lnTo>
                  <a:lnTo>
                    <a:pt x="27533" y="14990"/>
                  </a:lnTo>
                  <a:lnTo>
                    <a:pt x="27533" y="14990"/>
                  </a:lnTo>
                  <a:lnTo>
                    <a:pt x="31510" y="16214"/>
                  </a:lnTo>
                  <a:lnTo>
                    <a:pt x="31510" y="16520"/>
                  </a:lnTo>
                  <a:lnTo>
                    <a:pt x="34569" y="17437"/>
                  </a:lnTo>
                  <a:lnTo>
                    <a:pt x="35181" y="17437"/>
                  </a:lnTo>
                  <a:lnTo>
                    <a:pt x="36710" y="17437"/>
                  </a:lnTo>
                  <a:lnTo>
                    <a:pt x="37016" y="17437"/>
                  </a:lnTo>
                  <a:lnTo>
                    <a:pt x="37016" y="17437"/>
                  </a:lnTo>
                  <a:lnTo>
                    <a:pt x="36710" y="17743"/>
                  </a:lnTo>
                  <a:lnTo>
                    <a:pt x="35181" y="19579"/>
                  </a:lnTo>
                  <a:lnTo>
                    <a:pt x="31510" y="23555"/>
                  </a:lnTo>
                  <a:lnTo>
                    <a:pt x="29674" y="25085"/>
                  </a:lnTo>
                  <a:lnTo>
                    <a:pt x="28757" y="25085"/>
                  </a:lnTo>
                  <a:lnTo>
                    <a:pt x="27533" y="25085"/>
                  </a:lnTo>
                  <a:lnTo>
                    <a:pt x="27227" y="25085"/>
                  </a:lnTo>
                  <a:lnTo>
                    <a:pt x="26309" y="25391"/>
                  </a:lnTo>
                  <a:lnTo>
                    <a:pt x="25086" y="25697"/>
                  </a:lnTo>
                  <a:lnTo>
                    <a:pt x="24474" y="26615"/>
                  </a:lnTo>
                  <a:lnTo>
                    <a:pt x="23862" y="26921"/>
                  </a:lnTo>
                  <a:lnTo>
                    <a:pt x="23556" y="26921"/>
                  </a:lnTo>
                  <a:lnTo>
                    <a:pt x="22638" y="26921"/>
                  </a:lnTo>
                  <a:lnTo>
                    <a:pt x="22026" y="27532"/>
                  </a:lnTo>
                  <a:lnTo>
                    <a:pt x="20191" y="27532"/>
                  </a:lnTo>
                  <a:lnTo>
                    <a:pt x="19273" y="26921"/>
                  </a:lnTo>
                  <a:lnTo>
                    <a:pt x="17132" y="27838"/>
                  </a:lnTo>
                  <a:lnTo>
                    <a:pt x="16214" y="28756"/>
                  </a:lnTo>
                  <a:lnTo>
                    <a:pt x="15908" y="28756"/>
                  </a:lnTo>
                  <a:lnTo>
                    <a:pt x="13767" y="28450"/>
                  </a:lnTo>
                  <a:lnTo>
                    <a:pt x="12543" y="28450"/>
                  </a:lnTo>
                  <a:lnTo>
                    <a:pt x="9484" y="26309"/>
                  </a:lnTo>
                  <a:lnTo>
                    <a:pt x="7649" y="26309"/>
                  </a:lnTo>
                  <a:lnTo>
                    <a:pt x="7343" y="26003"/>
                  </a:lnTo>
                  <a:lnTo>
                    <a:pt x="7037" y="25391"/>
                  </a:lnTo>
                  <a:lnTo>
                    <a:pt x="6731" y="24167"/>
                  </a:lnTo>
                  <a:lnTo>
                    <a:pt x="6119" y="23861"/>
                  </a:lnTo>
                  <a:lnTo>
                    <a:pt x="5813" y="24167"/>
                  </a:lnTo>
                  <a:lnTo>
                    <a:pt x="5201" y="23250"/>
                  </a:lnTo>
                  <a:lnTo>
                    <a:pt x="4895" y="22638"/>
                  </a:lnTo>
                  <a:lnTo>
                    <a:pt x="4589" y="21108"/>
                  </a:lnTo>
                  <a:lnTo>
                    <a:pt x="2754" y="19885"/>
                  </a:lnTo>
                  <a:lnTo>
                    <a:pt x="2448" y="19273"/>
                  </a:lnTo>
                  <a:lnTo>
                    <a:pt x="2142" y="18661"/>
                  </a:lnTo>
                  <a:lnTo>
                    <a:pt x="1836" y="18355"/>
                  </a:lnTo>
                  <a:lnTo>
                    <a:pt x="613" y="18049"/>
                  </a:lnTo>
                  <a:lnTo>
                    <a:pt x="1" y="17743"/>
                  </a:lnTo>
                  <a:lnTo>
                    <a:pt x="613" y="16520"/>
                  </a:lnTo>
                  <a:lnTo>
                    <a:pt x="613" y="16520"/>
                  </a:lnTo>
                  <a:lnTo>
                    <a:pt x="1224" y="16214"/>
                  </a:lnTo>
                  <a:lnTo>
                    <a:pt x="1530" y="16520"/>
                  </a:lnTo>
                  <a:lnTo>
                    <a:pt x="1836" y="16520"/>
                  </a:lnTo>
                  <a:lnTo>
                    <a:pt x="1836" y="16520"/>
                  </a:lnTo>
                  <a:lnTo>
                    <a:pt x="2754" y="15908"/>
                  </a:lnTo>
                  <a:lnTo>
                    <a:pt x="2754" y="14990"/>
                  </a:lnTo>
                  <a:lnTo>
                    <a:pt x="2754" y="13766"/>
                  </a:lnTo>
                  <a:lnTo>
                    <a:pt x="3060" y="12237"/>
                  </a:lnTo>
                  <a:lnTo>
                    <a:pt x="3060" y="11931"/>
                  </a:lnTo>
                  <a:lnTo>
                    <a:pt x="3060" y="11013"/>
                  </a:lnTo>
                  <a:lnTo>
                    <a:pt x="3366" y="10707"/>
                  </a:lnTo>
                  <a:lnTo>
                    <a:pt x="3672" y="10095"/>
                  </a:lnTo>
                  <a:lnTo>
                    <a:pt x="4284" y="10401"/>
                  </a:lnTo>
                  <a:lnTo>
                    <a:pt x="4589" y="10401"/>
                  </a:lnTo>
                  <a:lnTo>
                    <a:pt x="5201" y="7954"/>
                  </a:lnTo>
                  <a:lnTo>
                    <a:pt x="5507" y="7342"/>
                  </a:lnTo>
                  <a:lnTo>
                    <a:pt x="6425" y="5813"/>
                  </a:lnTo>
                  <a:lnTo>
                    <a:pt x="7037" y="5507"/>
                  </a:lnTo>
                  <a:lnTo>
                    <a:pt x="7649" y="5507"/>
                  </a:lnTo>
                  <a:lnTo>
                    <a:pt x="7649" y="5507"/>
                  </a:lnTo>
                  <a:lnTo>
                    <a:pt x="7955" y="4283"/>
                  </a:lnTo>
                  <a:lnTo>
                    <a:pt x="8566" y="2753"/>
                  </a:lnTo>
                  <a:lnTo>
                    <a:pt x="8872" y="1530"/>
                  </a:lnTo>
                  <a:lnTo>
                    <a:pt x="9178" y="1530"/>
                  </a:lnTo>
                  <a:lnTo>
                    <a:pt x="9790" y="1530"/>
                  </a:lnTo>
                  <a:lnTo>
                    <a:pt x="10402" y="1224"/>
                  </a:lnTo>
                  <a:lnTo>
                    <a:pt x="11014" y="1530"/>
                  </a:lnTo>
                  <a:lnTo>
                    <a:pt x="12237" y="0"/>
                  </a:lnTo>
                  <a:lnTo>
                    <a:pt x="13461" y="1224"/>
                  </a:lnTo>
                  <a:lnTo>
                    <a:pt x="14379" y="918"/>
                  </a:lnTo>
                  <a:lnTo>
                    <a:pt x="14991" y="612"/>
                  </a:lnTo>
                  <a:lnTo>
                    <a:pt x="15602" y="918"/>
                  </a:lnTo>
                  <a:lnTo>
                    <a:pt x="16214" y="612"/>
                  </a:lnTo>
                  <a:lnTo>
                    <a:pt x="17132" y="1224"/>
                  </a:lnTo>
                  <a:lnTo>
                    <a:pt x="17438" y="918"/>
                  </a:lnTo>
                  <a:lnTo>
                    <a:pt x="18050" y="1224"/>
                  </a:lnTo>
                  <a:lnTo>
                    <a:pt x="19579" y="1836"/>
                  </a:lnTo>
                  <a:lnTo>
                    <a:pt x="20497" y="3365"/>
                  </a:lnTo>
                  <a:lnTo>
                    <a:pt x="21415" y="3977"/>
                  </a:lnTo>
                  <a:lnTo>
                    <a:pt x="22332" y="5201"/>
                  </a:lnTo>
                  <a:lnTo>
                    <a:pt x="22944" y="5507"/>
                  </a:lnTo>
                  <a:lnTo>
                    <a:pt x="23250" y="6118"/>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29" name="Google Shape;1829;p61"/>
            <p:cNvSpPr/>
            <p:nvPr/>
          </p:nvSpPr>
          <p:spPr>
            <a:xfrm>
              <a:off x="4219125" y="2226550"/>
              <a:ext cx="925425" cy="718900"/>
            </a:xfrm>
            <a:custGeom>
              <a:rect b="b" l="l" r="r" t="t"/>
              <a:pathLst>
                <a:path extrusionOk="0" fill="none" h="28756" w="37017">
                  <a:moveTo>
                    <a:pt x="23250" y="6118"/>
                  </a:moveTo>
                  <a:lnTo>
                    <a:pt x="21721" y="7954"/>
                  </a:lnTo>
                  <a:lnTo>
                    <a:pt x="21721" y="8566"/>
                  </a:lnTo>
                  <a:lnTo>
                    <a:pt x="21721" y="9789"/>
                  </a:lnTo>
                  <a:lnTo>
                    <a:pt x="22332" y="10095"/>
                  </a:lnTo>
                  <a:lnTo>
                    <a:pt x="23556" y="9789"/>
                  </a:lnTo>
                  <a:lnTo>
                    <a:pt x="23862" y="9789"/>
                  </a:lnTo>
                  <a:lnTo>
                    <a:pt x="24474" y="9789"/>
                  </a:lnTo>
                  <a:lnTo>
                    <a:pt x="24780" y="9789"/>
                  </a:lnTo>
                  <a:lnTo>
                    <a:pt x="24168" y="11013"/>
                  </a:lnTo>
                  <a:lnTo>
                    <a:pt x="24474" y="11931"/>
                  </a:lnTo>
                  <a:lnTo>
                    <a:pt x="24474" y="11931"/>
                  </a:lnTo>
                  <a:lnTo>
                    <a:pt x="25392" y="12849"/>
                  </a:lnTo>
                  <a:lnTo>
                    <a:pt x="25697" y="13460"/>
                  </a:lnTo>
                  <a:lnTo>
                    <a:pt x="27533" y="14990"/>
                  </a:lnTo>
                  <a:lnTo>
                    <a:pt x="27533" y="14990"/>
                  </a:lnTo>
                  <a:lnTo>
                    <a:pt x="31510" y="16214"/>
                  </a:lnTo>
                  <a:lnTo>
                    <a:pt x="31510" y="16520"/>
                  </a:lnTo>
                  <a:lnTo>
                    <a:pt x="34569" y="17437"/>
                  </a:lnTo>
                  <a:lnTo>
                    <a:pt x="35181" y="17437"/>
                  </a:lnTo>
                  <a:lnTo>
                    <a:pt x="36710" y="17437"/>
                  </a:lnTo>
                  <a:lnTo>
                    <a:pt x="37016" y="17437"/>
                  </a:lnTo>
                  <a:lnTo>
                    <a:pt x="37016" y="17437"/>
                  </a:lnTo>
                  <a:lnTo>
                    <a:pt x="36710" y="17743"/>
                  </a:lnTo>
                  <a:lnTo>
                    <a:pt x="35181" y="19579"/>
                  </a:lnTo>
                  <a:lnTo>
                    <a:pt x="31510" y="23555"/>
                  </a:lnTo>
                  <a:lnTo>
                    <a:pt x="29674" y="25085"/>
                  </a:lnTo>
                  <a:lnTo>
                    <a:pt x="28757" y="25085"/>
                  </a:lnTo>
                  <a:lnTo>
                    <a:pt x="27533" y="25085"/>
                  </a:lnTo>
                  <a:lnTo>
                    <a:pt x="27227" y="25085"/>
                  </a:lnTo>
                  <a:lnTo>
                    <a:pt x="26309" y="25391"/>
                  </a:lnTo>
                  <a:lnTo>
                    <a:pt x="25086" y="25697"/>
                  </a:lnTo>
                  <a:lnTo>
                    <a:pt x="24474" y="26615"/>
                  </a:lnTo>
                  <a:lnTo>
                    <a:pt x="23862" y="26921"/>
                  </a:lnTo>
                  <a:lnTo>
                    <a:pt x="23556" y="26921"/>
                  </a:lnTo>
                  <a:lnTo>
                    <a:pt x="22638" y="26921"/>
                  </a:lnTo>
                  <a:lnTo>
                    <a:pt x="22026" y="27532"/>
                  </a:lnTo>
                  <a:lnTo>
                    <a:pt x="20191" y="27532"/>
                  </a:lnTo>
                  <a:lnTo>
                    <a:pt x="19273" y="26921"/>
                  </a:lnTo>
                  <a:lnTo>
                    <a:pt x="17132" y="27838"/>
                  </a:lnTo>
                  <a:lnTo>
                    <a:pt x="16214" y="28756"/>
                  </a:lnTo>
                  <a:lnTo>
                    <a:pt x="15908" y="28756"/>
                  </a:lnTo>
                  <a:lnTo>
                    <a:pt x="13767" y="28450"/>
                  </a:lnTo>
                  <a:lnTo>
                    <a:pt x="12543" y="28450"/>
                  </a:lnTo>
                  <a:lnTo>
                    <a:pt x="9484" y="26309"/>
                  </a:lnTo>
                  <a:lnTo>
                    <a:pt x="7649" y="26309"/>
                  </a:lnTo>
                  <a:lnTo>
                    <a:pt x="7343" y="26003"/>
                  </a:lnTo>
                  <a:lnTo>
                    <a:pt x="7037" y="25391"/>
                  </a:lnTo>
                  <a:lnTo>
                    <a:pt x="6731" y="24167"/>
                  </a:lnTo>
                  <a:lnTo>
                    <a:pt x="6119" y="23861"/>
                  </a:lnTo>
                  <a:lnTo>
                    <a:pt x="5813" y="24167"/>
                  </a:lnTo>
                  <a:lnTo>
                    <a:pt x="5201" y="23250"/>
                  </a:lnTo>
                  <a:lnTo>
                    <a:pt x="4895" y="22638"/>
                  </a:lnTo>
                  <a:lnTo>
                    <a:pt x="4589" y="21108"/>
                  </a:lnTo>
                  <a:lnTo>
                    <a:pt x="2754" y="19885"/>
                  </a:lnTo>
                  <a:lnTo>
                    <a:pt x="2448" y="19273"/>
                  </a:lnTo>
                  <a:lnTo>
                    <a:pt x="2142" y="18661"/>
                  </a:lnTo>
                  <a:lnTo>
                    <a:pt x="1836" y="18355"/>
                  </a:lnTo>
                  <a:lnTo>
                    <a:pt x="613" y="18049"/>
                  </a:lnTo>
                  <a:lnTo>
                    <a:pt x="1" y="17743"/>
                  </a:lnTo>
                  <a:lnTo>
                    <a:pt x="613" y="16520"/>
                  </a:lnTo>
                  <a:lnTo>
                    <a:pt x="613" y="16520"/>
                  </a:lnTo>
                  <a:lnTo>
                    <a:pt x="1224" y="16214"/>
                  </a:lnTo>
                  <a:lnTo>
                    <a:pt x="1530" y="16520"/>
                  </a:lnTo>
                  <a:lnTo>
                    <a:pt x="1836" y="16520"/>
                  </a:lnTo>
                  <a:lnTo>
                    <a:pt x="1836" y="16520"/>
                  </a:lnTo>
                  <a:lnTo>
                    <a:pt x="2754" y="15908"/>
                  </a:lnTo>
                  <a:lnTo>
                    <a:pt x="2754" y="14990"/>
                  </a:lnTo>
                  <a:lnTo>
                    <a:pt x="2754" y="13766"/>
                  </a:lnTo>
                  <a:lnTo>
                    <a:pt x="3060" y="12237"/>
                  </a:lnTo>
                  <a:lnTo>
                    <a:pt x="3060" y="11931"/>
                  </a:lnTo>
                  <a:lnTo>
                    <a:pt x="3060" y="11013"/>
                  </a:lnTo>
                  <a:lnTo>
                    <a:pt x="3366" y="10707"/>
                  </a:lnTo>
                  <a:lnTo>
                    <a:pt x="3672" y="10095"/>
                  </a:lnTo>
                  <a:lnTo>
                    <a:pt x="4284" y="10401"/>
                  </a:lnTo>
                  <a:lnTo>
                    <a:pt x="4589" y="10401"/>
                  </a:lnTo>
                  <a:lnTo>
                    <a:pt x="5201" y="7954"/>
                  </a:lnTo>
                  <a:lnTo>
                    <a:pt x="5507" y="7342"/>
                  </a:lnTo>
                  <a:lnTo>
                    <a:pt x="6425" y="5813"/>
                  </a:lnTo>
                  <a:lnTo>
                    <a:pt x="7037" y="5507"/>
                  </a:lnTo>
                  <a:lnTo>
                    <a:pt x="7649" y="5507"/>
                  </a:lnTo>
                  <a:lnTo>
                    <a:pt x="7649" y="5507"/>
                  </a:lnTo>
                  <a:lnTo>
                    <a:pt x="7955" y="4283"/>
                  </a:lnTo>
                  <a:lnTo>
                    <a:pt x="8566" y="2753"/>
                  </a:lnTo>
                  <a:lnTo>
                    <a:pt x="8872" y="1530"/>
                  </a:lnTo>
                  <a:lnTo>
                    <a:pt x="9178" y="1530"/>
                  </a:lnTo>
                  <a:lnTo>
                    <a:pt x="9790" y="1530"/>
                  </a:lnTo>
                  <a:lnTo>
                    <a:pt x="10402" y="1224"/>
                  </a:lnTo>
                  <a:lnTo>
                    <a:pt x="11014" y="1530"/>
                  </a:lnTo>
                  <a:lnTo>
                    <a:pt x="12237" y="0"/>
                  </a:lnTo>
                  <a:lnTo>
                    <a:pt x="13461" y="1224"/>
                  </a:lnTo>
                  <a:lnTo>
                    <a:pt x="14379" y="918"/>
                  </a:lnTo>
                  <a:lnTo>
                    <a:pt x="14991" y="612"/>
                  </a:lnTo>
                  <a:lnTo>
                    <a:pt x="15602" y="918"/>
                  </a:lnTo>
                  <a:lnTo>
                    <a:pt x="16214" y="612"/>
                  </a:lnTo>
                  <a:lnTo>
                    <a:pt x="17132" y="1224"/>
                  </a:lnTo>
                  <a:lnTo>
                    <a:pt x="17438" y="918"/>
                  </a:lnTo>
                  <a:lnTo>
                    <a:pt x="18050" y="1224"/>
                  </a:lnTo>
                  <a:lnTo>
                    <a:pt x="19579" y="1836"/>
                  </a:lnTo>
                  <a:lnTo>
                    <a:pt x="20497" y="3365"/>
                  </a:lnTo>
                  <a:lnTo>
                    <a:pt x="21415" y="3977"/>
                  </a:lnTo>
                  <a:lnTo>
                    <a:pt x="22332" y="5201"/>
                  </a:lnTo>
                  <a:lnTo>
                    <a:pt x="22944" y="5507"/>
                  </a:lnTo>
                  <a:lnTo>
                    <a:pt x="23250" y="6118"/>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0" name="Google Shape;1830;p61"/>
            <p:cNvSpPr/>
            <p:nvPr/>
          </p:nvSpPr>
          <p:spPr>
            <a:xfrm>
              <a:off x="1963025" y="2463625"/>
              <a:ext cx="275350" cy="405350"/>
            </a:xfrm>
            <a:custGeom>
              <a:rect b="b" l="l" r="r" t="t"/>
              <a:pathLst>
                <a:path extrusionOk="0" h="16214" w="11014">
                  <a:moveTo>
                    <a:pt x="7649" y="1"/>
                  </a:moveTo>
                  <a:lnTo>
                    <a:pt x="7954" y="306"/>
                  </a:lnTo>
                  <a:lnTo>
                    <a:pt x="7649" y="1224"/>
                  </a:lnTo>
                  <a:lnTo>
                    <a:pt x="8566" y="1836"/>
                  </a:lnTo>
                  <a:lnTo>
                    <a:pt x="8872" y="2142"/>
                  </a:lnTo>
                  <a:lnTo>
                    <a:pt x="8872" y="2754"/>
                  </a:lnTo>
                  <a:lnTo>
                    <a:pt x="8872" y="3977"/>
                  </a:lnTo>
                  <a:lnTo>
                    <a:pt x="8566" y="4283"/>
                  </a:lnTo>
                  <a:lnTo>
                    <a:pt x="9178" y="4283"/>
                  </a:lnTo>
                  <a:lnTo>
                    <a:pt x="9178" y="4589"/>
                  </a:lnTo>
                  <a:lnTo>
                    <a:pt x="9178" y="5201"/>
                  </a:lnTo>
                  <a:lnTo>
                    <a:pt x="9178" y="5813"/>
                  </a:lnTo>
                  <a:lnTo>
                    <a:pt x="8872" y="6119"/>
                  </a:lnTo>
                  <a:lnTo>
                    <a:pt x="9790" y="7037"/>
                  </a:lnTo>
                  <a:lnTo>
                    <a:pt x="9484" y="7648"/>
                  </a:lnTo>
                  <a:lnTo>
                    <a:pt x="9484" y="8566"/>
                  </a:lnTo>
                  <a:lnTo>
                    <a:pt x="9178" y="9178"/>
                  </a:lnTo>
                  <a:lnTo>
                    <a:pt x="9484" y="9790"/>
                  </a:lnTo>
                  <a:lnTo>
                    <a:pt x="9178" y="11013"/>
                  </a:lnTo>
                  <a:lnTo>
                    <a:pt x="9790" y="11931"/>
                  </a:lnTo>
                  <a:lnTo>
                    <a:pt x="10096" y="12237"/>
                  </a:lnTo>
                  <a:lnTo>
                    <a:pt x="11014" y="12849"/>
                  </a:lnTo>
                  <a:lnTo>
                    <a:pt x="10708" y="12849"/>
                  </a:lnTo>
                  <a:lnTo>
                    <a:pt x="10096" y="13461"/>
                  </a:lnTo>
                  <a:lnTo>
                    <a:pt x="8872" y="13461"/>
                  </a:lnTo>
                  <a:lnTo>
                    <a:pt x="8566" y="13461"/>
                  </a:lnTo>
                  <a:lnTo>
                    <a:pt x="8260" y="13767"/>
                  </a:lnTo>
                  <a:lnTo>
                    <a:pt x="5813" y="14990"/>
                  </a:lnTo>
                  <a:lnTo>
                    <a:pt x="5201" y="14990"/>
                  </a:lnTo>
                  <a:lnTo>
                    <a:pt x="3978" y="15296"/>
                  </a:lnTo>
                  <a:lnTo>
                    <a:pt x="2754" y="16214"/>
                  </a:lnTo>
                  <a:lnTo>
                    <a:pt x="2754" y="15908"/>
                  </a:lnTo>
                  <a:lnTo>
                    <a:pt x="2142" y="15602"/>
                  </a:lnTo>
                  <a:lnTo>
                    <a:pt x="1530" y="15602"/>
                  </a:lnTo>
                  <a:lnTo>
                    <a:pt x="1530" y="15602"/>
                  </a:lnTo>
                  <a:lnTo>
                    <a:pt x="307" y="15296"/>
                  </a:lnTo>
                  <a:lnTo>
                    <a:pt x="1224" y="14990"/>
                  </a:lnTo>
                  <a:lnTo>
                    <a:pt x="918" y="14072"/>
                  </a:lnTo>
                  <a:lnTo>
                    <a:pt x="307" y="13461"/>
                  </a:lnTo>
                  <a:lnTo>
                    <a:pt x="1" y="11319"/>
                  </a:lnTo>
                  <a:lnTo>
                    <a:pt x="1" y="10707"/>
                  </a:lnTo>
                  <a:lnTo>
                    <a:pt x="613" y="9790"/>
                  </a:lnTo>
                  <a:lnTo>
                    <a:pt x="918" y="8566"/>
                  </a:lnTo>
                  <a:lnTo>
                    <a:pt x="1530" y="7648"/>
                  </a:lnTo>
                  <a:lnTo>
                    <a:pt x="1530" y="7342"/>
                  </a:lnTo>
                  <a:lnTo>
                    <a:pt x="1530" y="6119"/>
                  </a:lnTo>
                  <a:lnTo>
                    <a:pt x="1530" y="5813"/>
                  </a:lnTo>
                  <a:lnTo>
                    <a:pt x="918" y="5201"/>
                  </a:lnTo>
                  <a:lnTo>
                    <a:pt x="1224" y="4895"/>
                  </a:lnTo>
                  <a:lnTo>
                    <a:pt x="1224" y="4283"/>
                  </a:lnTo>
                  <a:lnTo>
                    <a:pt x="918" y="3977"/>
                  </a:lnTo>
                  <a:lnTo>
                    <a:pt x="918" y="3671"/>
                  </a:lnTo>
                  <a:lnTo>
                    <a:pt x="918" y="2142"/>
                  </a:lnTo>
                  <a:lnTo>
                    <a:pt x="613" y="1224"/>
                  </a:lnTo>
                  <a:lnTo>
                    <a:pt x="918" y="306"/>
                  </a:lnTo>
                  <a:lnTo>
                    <a:pt x="1530" y="306"/>
                  </a:lnTo>
                  <a:lnTo>
                    <a:pt x="1530" y="306"/>
                  </a:lnTo>
                  <a:lnTo>
                    <a:pt x="2754" y="306"/>
                  </a:lnTo>
                  <a:lnTo>
                    <a:pt x="3060" y="306"/>
                  </a:lnTo>
                  <a:lnTo>
                    <a:pt x="4283" y="306"/>
                  </a:lnTo>
                  <a:lnTo>
                    <a:pt x="5201" y="306"/>
                  </a:lnTo>
                  <a:lnTo>
                    <a:pt x="6425" y="612"/>
                  </a:lnTo>
                  <a:lnTo>
                    <a:pt x="7343" y="1"/>
                  </a:lnTo>
                  <a:lnTo>
                    <a:pt x="7649"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1" name="Google Shape;1831;p61"/>
            <p:cNvSpPr/>
            <p:nvPr/>
          </p:nvSpPr>
          <p:spPr>
            <a:xfrm>
              <a:off x="1963025" y="2463625"/>
              <a:ext cx="275350" cy="405350"/>
            </a:xfrm>
            <a:custGeom>
              <a:rect b="b" l="l" r="r" t="t"/>
              <a:pathLst>
                <a:path extrusionOk="0" fill="none" h="16214" w="11014">
                  <a:moveTo>
                    <a:pt x="7649" y="1"/>
                  </a:moveTo>
                  <a:lnTo>
                    <a:pt x="7954" y="306"/>
                  </a:lnTo>
                  <a:lnTo>
                    <a:pt x="7649" y="1224"/>
                  </a:lnTo>
                  <a:lnTo>
                    <a:pt x="8566" y="1836"/>
                  </a:lnTo>
                  <a:lnTo>
                    <a:pt x="8872" y="2142"/>
                  </a:lnTo>
                  <a:lnTo>
                    <a:pt x="8872" y="2754"/>
                  </a:lnTo>
                  <a:lnTo>
                    <a:pt x="8872" y="3977"/>
                  </a:lnTo>
                  <a:lnTo>
                    <a:pt x="8566" y="4283"/>
                  </a:lnTo>
                  <a:lnTo>
                    <a:pt x="9178" y="4283"/>
                  </a:lnTo>
                  <a:lnTo>
                    <a:pt x="9178" y="4589"/>
                  </a:lnTo>
                  <a:lnTo>
                    <a:pt x="9178" y="5201"/>
                  </a:lnTo>
                  <a:lnTo>
                    <a:pt x="9178" y="5813"/>
                  </a:lnTo>
                  <a:lnTo>
                    <a:pt x="8872" y="6119"/>
                  </a:lnTo>
                  <a:lnTo>
                    <a:pt x="9790" y="7037"/>
                  </a:lnTo>
                  <a:lnTo>
                    <a:pt x="9484" y="7648"/>
                  </a:lnTo>
                  <a:lnTo>
                    <a:pt x="9484" y="8566"/>
                  </a:lnTo>
                  <a:lnTo>
                    <a:pt x="9178" y="9178"/>
                  </a:lnTo>
                  <a:lnTo>
                    <a:pt x="9484" y="9790"/>
                  </a:lnTo>
                  <a:lnTo>
                    <a:pt x="9178" y="11013"/>
                  </a:lnTo>
                  <a:lnTo>
                    <a:pt x="9790" y="11931"/>
                  </a:lnTo>
                  <a:lnTo>
                    <a:pt x="10096" y="12237"/>
                  </a:lnTo>
                  <a:lnTo>
                    <a:pt x="11014" y="12849"/>
                  </a:lnTo>
                  <a:lnTo>
                    <a:pt x="10708" y="12849"/>
                  </a:lnTo>
                  <a:lnTo>
                    <a:pt x="10096" y="13461"/>
                  </a:lnTo>
                  <a:lnTo>
                    <a:pt x="8872" y="13461"/>
                  </a:lnTo>
                  <a:lnTo>
                    <a:pt x="8566" y="13461"/>
                  </a:lnTo>
                  <a:lnTo>
                    <a:pt x="8260" y="13767"/>
                  </a:lnTo>
                  <a:lnTo>
                    <a:pt x="5813" y="14990"/>
                  </a:lnTo>
                  <a:lnTo>
                    <a:pt x="5201" y="14990"/>
                  </a:lnTo>
                  <a:lnTo>
                    <a:pt x="3978" y="15296"/>
                  </a:lnTo>
                  <a:lnTo>
                    <a:pt x="2754" y="16214"/>
                  </a:lnTo>
                  <a:lnTo>
                    <a:pt x="2754" y="15908"/>
                  </a:lnTo>
                  <a:lnTo>
                    <a:pt x="2142" y="15602"/>
                  </a:lnTo>
                  <a:lnTo>
                    <a:pt x="1530" y="15602"/>
                  </a:lnTo>
                  <a:lnTo>
                    <a:pt x="1530" y="15602"/>
                  </a:lnTo>
                  <a:lnTo>
                    <a:pt x="307" y="15296"/>
                  </a:lnTo>
                  <a:lnTo>
                    <a:pt x="1224" y="14990"/>
                  </a:lnTo>
                  <a:lnTo>
                    <a:pt x="918" y="14072"/>
                  </a:lnTo>
                  <a:lnTo>
                    <a:pt x="307" y="13461"/>
                  </a:lnTo>
                  <a:lnTo>
                    <a:pt x="1" y="11319"/>
                  </a:lnTo>
                  <a:lnTo>
                    <a:pt x="1" y="10707"/>
                  </a:lnTo>
                  <a:lnTo>
                    <a:pt x="613" y="9790"/>
                  </a:lnTo>
                  <a:lnTo>
                    <a:pt x="918" y="8566"/>
                  </a:lnTo>
                  <a:lnTo>
                    <a:pt x="1530" y="7648"/>
                  </a:lnTo>
                  <a:lnTo>
                    <a:pt x="1530" y="7342"/>
                  </a:lnTo>
                  <a:lnTo>
                    <a:pt x="1530" y="6119"/>
                  </a:lnTo>
                  <a:lnTo>
                    <a:pt x="1530" y="5813"/>
                  </a:lnTo>
                  <a:lnTo>
                    <a:pt x="918" y="5201"/>
                  </a:lnTo>
                  <a:lnTo>
                    <a:pt x="1224" y="4895"/>
                  </a:lnTo>
                  <a:lnTo>
                    <a:pt x="1224" y="4283"/>
                  </a:lnTo>
                  <a:lnTo>
                    <a:pt x="918" y="3977"/>
                  </a:lnTo>
                  <a:lnTo>
                    <a:pt x="918" y="3671"/>
                  </a:lnTo>
                  <a:lnTo>
                    <a:pt x="918" y="2142"/>
                  </a:lnTo>
                  <a:lnTo>
                    <a:pt x="613" y="1224"/>
                  </a:lnTo>
                  <a:lnTo>
                    <a:pt x="918" y="306"/>
                  </a:lnTo>
                  <a:lnTo>
                    <a:pt x="1530" y="306"/>
                  </a:lnTo>
                  <a:lnTo>
                    <a:pt x="1530" y="306"/>
                  </a:lnTo>
                  <a:lnTo>
                    <a:pt x="2754" y="306"/>
                  </a:lnTo>
                  <a:lnTo>
                    <a:pt x="3060" y="306"/>
                  </a:lnTo>
                  <a:lnTo>
                    <a:pt x="4283" y="306"/>
                  </a:lnTo>
                  <a:lnTo>
                    <a:pt x="5201" y="306"/>
                  </a:lnTo>
                  <a:lnTo>
                    <a:pt x="6425" y="612"/>
                  </a:lnTo>
                  <a:lnTo>
                    <a:pt x="7343" y="1"/>
                  </a:lnTo>
                  <a:lnTo>
                    <a:pt x="7649"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2" name="Google Shape;1832;p61"/>
            <p:cNvSpPr/>
            <p:nvPr/>
          </p:nvSpPr>
          <p:spPr>
            <a:xfrm>
              <a:off x="1825375" y="742875"/>
              <a:ext cx="25" cy="7675"/>
            </a:xfrm>
            <a:custGeom>
              <a:rect b="b" l="l" r="r" t="t"/>
              <a:pathLst>
                <a:path extrusionOk="0" h="307" w="1">
                  <a:moveTo>
                    <a:pt x="0" y="0"/>
                  </a:moveTo>
                  <a:lnTo>
                    <a:pt x="0" y="306"/>
                  </a:lnTo>
                  <a:lnTo>
                    <a:pt x="0" y="0"/>
                  </a:lnTo>
                  <a:lnTo>
                    <a:pt x="0" y="0"/>
                  </a:lnTo>
                  <a:lnTo>
                    <a:pt x="0"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3" name="Google Shape;1833;p61"/>
            <p:cNvSpPr/>
            <p:nvPr/>
          </p:nvSpPr>
          <p:spPr>
            <a:xfrm>
              <a:off x="1825375" y="742875"/>
              <a:ext cx="25" cy="7675"/>
            </a:xfrm>
            <a:custGeom>
              <a:rect b="b" l="l" r="r" t="t"/>
              <a:pathLst>
                <a:path extrusionOk="0" fill="none" h="307" w="1">
                  <a:moveTo>
                    <a:pt x="0" y="0"/>
                  </a:moveTo>
                  <a:lnTo>
                    <a:pt x="0" y="306"/>
                  </a:lnTo>
                  <a:lnTo>
                    <a:pt x="0" y="0"/>
                  </a:lnTo>
                  <a:lnTo>
                    <a:pt x="0" y="0"/>
                  </a:lnTo>
                  <a:lnTo>
                    <a:pt x="0"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4" name="Google Shape;1834;p61"/>
            <p:cNvSpPr/>
            <p:nvPr/>
          </p:nvSpPr>
          <p:spPr>
            <a:xfrm>
              <a:off x="1121775" y="2364200"/>
              <a:ext cx="191225" cy="107100"/>
            </a:xfrm>
            <a:custGeom>
              <a:rect b="b" l="l" r="r" t="t"/>
              <a:pathLst>
                <a:path extrusionOk="0" h="4284" w="7649">
                  <a:moveTo>
                    <a:pt x="7648" y="612"/>
                  </a:moveTo>
                  <a:lnTo>
                    <a:pt x="7342" y="1224"/>
                  </a:lnTo>
                  <a:lnTo>
                    <a:pt x="6730" y="1224"/>
                  </a:lnTo>
                  <a:lnTo>
                    <a:pt x="7342" y="1836"/>
                  </a:lnTo>
                  <a:lnTo>
                    <a:pt x="7342" y="2142"/>
                  </a:lnTo>
                  <a:lnTo>
                    <a:pt x="7342" y="2448"/>
                  </a:lnTo>
                  <a:lnTo>
                    <a:pt x="6119" y="2754"/>
                  </a:lnTo>
                  <a:lnTo>
                    <a:pt x="5507" y="3060"/>
                  </a:lnTo>
                  <a:lnTo>
                    <a:pt x="4895" y="3060"/>
                  </a:lnTo>
                  <a:lnTo>
                    <a:pt x="4589" y="3978"/>
                  </a:lnTo>
                  <a:lnTo>
                    <a:pt x="4589" y="3978"/>
                  </a:lnTo>
                  <a:lnTo>
                    <a:pt x="4589" y="4283"/>
                  </a:lnTo>
                  <a:lnTo>
                    <a:pt x="4283" y="4283"/>
                  </a:lnTo>
                  <a:lnTo>
                    <a:pt x="3977" y="3978"/>
                  </a:lnTo>
                  <a:lnTo>
                    <a:pt x="3365" y="3672"/>
                  </a:lnTo>
                  <a:lnTo>
                    <a:pt x="3365" y="3366"/>
                  </a:lnTo>
                  <a:lnTo>
                    <a:pt x="3060" y="2754"/>
                  </a:lnTo>
                  <a:lnTo>
                    <a:pt x="3060" y="2142"/>
                  </a:lnTo>
                  <a:lnTo>
                    <a:pt x="2142" y="2448"/>
                  </a:lnTo>
                  <a:lnTo>
                    <a:pt x="1836" y="2142"/>
                  </a:lnTo>
                  <a:lnTo>
                    <a:pt x="1530" y="2142"/>
                  </a:lnTo>
                  <a:lnTo>
                    <a:pt x="1224" y="2142"/>
                  </a:lnTo>
                  <a:lnTo>
                    <a:pt x="918" y="1836"/>
                  </a:lnTo>
                  <a:lnTo>
                    <a:pt x="1530" y="1224"/>
                  </a:lnTo>
                  <a:lnTo>
                    <a:pt x="612" y="1224"/>
                  </a:lnTo>
                  <a:lnTo>
                    <a:pt x="0" y="918"/>
                  </a:lnTo>
                  <a:lnTo>
                    <a:pt x="612" y="918"/>
                  </a:lnTo>
                  <a:lnTo>
                    <a:pt x="1224" y="612"/>
                  </a:lnTo>
                  <a:lnTo>
                    <a:pt x="2448" y="612"/>
                  </a:lnTo>
                  <a:lnTo>
                    <a:pt x="2754" y="612"/>
                  </a:lnTo>
                  <a:lnTo>
                    <a:pt x="3060" y="612"/>
                  </a:lnTo>
                  <a:lnTo>
                    <a:pt x="3977" y="1"/>
                  </a:lnTo>
                  <a:lnTo>
                    <a:pt x="7342" y="1"/>
                  </a:lnTo>
                  <a:lnTo>
                    <a:pt x="7648"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5" name="Google Shape;1835;p61"/>
            <p:cNvSpPr/>
            <p:nvPr/>
          </p:nvSpPr>
          <p:spPr>
            <a:xfrm>
              <a:off x="1121775" y="2364200"/>
              <a:ext cx="191225" cy="107100"/>
            </a:xfrm>
            <a:custGeom>
              <a:rect b="b" l="l" r="r" t="t"/>
              <a:pathLst>
                <a:path extrusionOk="0" fill="none" h="4284" w="7649">
                  <a:moveTo>
                    <a:pt x="7648" y="612"/>
                  </a:moveTo>
                  <a:lnTo>
                    <a:pt x="7342" y="1224"/>
                  </a:lnTo>
                  <a:lnTo>
                    <a:pt x="6730" y="1224"/>
                  </a:lnTo>
                  <a:lnTo>
                    <a:pt x="7342" y="1836"/>
                  </a:lnTo>
                  <a:lnTo>
                    <a:pt x="7342" y="2142"/>
                  </a:lnTo>
                  <a:lnTo>
                    <a:pt x="7342" y="2448"/>
                  </a:lnTo>
                  <a:lnTo>
                    <a:pt x="6119" y="2754"/>
                  </a:lnTo>
                  <a:lnTo>
                    <a:pt x="5507" y="3060"/>
                  </a:lnTo>
                  <a:lnTo>
                    <a:pt x="4895" y="3060"/>
                  </a:lnTo>
                  <a:lnTo>
                    <a:pt x="4589" y="3978"/>
                  </a:lnTo>
                  <a:lnTo>
                    <a:pt x="4589" y="3978"/>
                  </a:lnTo>
                  <a:lnTo>
                    <a:pt x="4589" y="4283"/>
                  </a:lnTo>
                  <a:lnTo>
                    <a:pt x="4283" y="4283"/>
                  </a:lnTo>
                  <a:lnTo>
                    <a:pt x="3977" y="3978"/>
                  </a:lnTo>
                  <a:lnTo>
                    <a:pt x="3365" y="3672"/>
                  </a:lnTo>
                  <a:lnTo>
                    <a:pt x="3365" y="3366"/>
                  </a:lnTo>
                  <a:lnTo>
                    <a:pt x="3060" y="2754"/>
                  </a:lnTo>
                  <a:lnTo>
                    <a:pt x="3060" y="2142"/>
                  </a:lnTo>
                  <a:lnTo>
                    <a:pt x="2142" y="2448"/>
                  </a:lnTo>
                  <a:lnTo>
                    <a:pt x="1836" y="2142"/>
                  </a:lnTo>
                  <a:lnTo>
                    <a:pt x="1530" y="2142"/>
                  </a:lnTo>
                  <a:lnTo>
                    <a:pt x="1224" y="2142"/>
                  </a:lnTo>
                  <a:lnTo>
                    <a:pt x="918" y="1836"/>
                  </a:lnTo>
                  <a:lnTo>
                    <a:pt x="1530" y="1224"/>
                  </a:lnTo>
                  <a:lnTo>
                    <a:pt x="612" y="1224"/>
                  </a:lnTo>
                  <a:lnTo>
                    <a:pt x="0" y="918"/>
                  </a:lnTo>
                  <a:lnTo>
                    <a:pt x="612" y="918"/>
                  </a:lnTo>
                  <a:lnTo>
                    <a:pt x="1224" y="612"/>
                  </a:lnTo>
                  <a:lnTo>
                    <a:pt x="2448" y="612"/>
                  </a:lnTo>
                  <a:lnTo>
                    <a:pt x="2754" y="612"/>
                  </a:lnTo>
                  <a:lnTo>
                    <a:pt x="3060" y="612"/>
                  </a:lnTo>
                  <a:lnTo>
                    <a:pt x="3977" y="1"/>
                  </a:lnTo>
                  <a:lnTo>
                    <a:pt x="7342" y="1"/>
                  </a:lnTo>
                  <a:lnTo>
                    <a:pt x="7648"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6" name="Google Shape;1836;p61"/>
            <p:cNvSpPr/>
            <p:nvPr/>
          </p:nvSpPr>
          <p:spPr>
            <a:xfrm>
              <a:off x="1152375" y="2463625"/>
              <a:ext cx="15300" cy="7675"/>
            </a:xfrm>
            <a:custGeom>
              <a:rect b="b" l="l" r="r" t="t"/>
              <a:pathLst>
                <a:path extrusionOk="0" h="307" w="612">
                  <a:moveTo>
                    <a:pt x="612" y="1"/>
                  </a:moveTo>
                  <a:lnTo>
                    <a:pt x="612" y="1"/>
                  </a:lnTo>
                  <a:lnTo>
                    <a:pt x="612" y="1"/>
                  </a:lnTo>
                  <a:lnTo>
                    <a:pt x="612" y="306"/>
                  </a:lnTo>
                  <a:lnTo>
                    <a:pt x="306" y="306"/>
                  </a:lnTo>
                  <a:lnTo>
                    <a:pt x="0" y="306"/>
                  </a:lnTo>
                  <a:lnTo>
                    <a:pt x="306" y="1"/>
                  </a:lnTo>
                  <a:lnTo>
                    <a:pt x="612"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7" name="Google Shape;1837;p61"/>
            <p:cNvSpPr/>
            <p:nvPr/>
          </p:nvSpPr>
          <p:spPr>
            <a:xfrm>
              <a:off x="1152375" y="2463625"/>
              <a:ext cx="15300" cy="7675"/>
            </a:xfrm>
            <a:custGeom>
              <a:rect b="b" l="l" r="r" t="t"/>
              <a:pathLst>
                <a:path extrusionOk="0" fill="none" h="307" w="612">
                  <a:moveTo>
                    <a:pt x="612" y="1"/>
                  </a:moveTo>
                  <a:lnTo>
                    <a:pt x="612" y="1"/>
                  </a:lnTo>
                  <a:lnTo>
                    <a:pt x="612" y="1"/>
                  </a:lnTo>
                  <a:lnTo>
                    <a:pt x="612" y="306"/>
                  </a:lnTo>
                  <a:lnTo>
                    <a:pt x="306" y="306"/>
                  </a:lnTo>
                  <a:lnTo>
                    <a:pt x="0" y="306"/>
                  </a:lnTo>
                  <a:lnTo>
                    <a:pt x="306" y="1"/>
                  </a:lnTo>
                  <a:lnTo>
                    <a:pt x="612"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8" name="Google Shape;1838;p61"/>
            <p:cNvSpPr/>
            <p:nvPr/>
          </p:nvSpPr>
          <p:spPr>
            <a:xfrm>
              <a:off x="1167650" y="2448325"/>
              <a:ext cx="15325" cy="15325"/>
            </a:xfrm>
            <a:custGeom>
              <a:rect b="b" l="l" r="r" t="t"/>
              <a:pathLst>
                <a:path extrusionOk="0" h="613" w="613">
                  <a:moveTo>
                    <a:pt x="307" y="307"/>
                  </a:moveTo>
                  <a:lnTo>
                    <a:pt x="307" y="613"/>
                  </a:lnTo>
                  <a:lnTo>
                    <a:pt x="1" y="613"/>
                  </a:lnTo>
                  <a:lnTo>
                    <a:pt x="307" y="1"/>
                  </a:lnTo>
                  <a:lnTo>
                    <a:pt x="613" y="1"/>
                  </a:lnTo>
                  <a:lnTo>
                    <a:pt x="613" y="1"/>
                  </a:lnTo>
                  <a:lnTo>
                    <a:pt x="307"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39" name="Google Shape;1839;p61"/>
            <p:cNvSpPr/>
            <p:nvPr/>
          </p:nvSpPr>
          <p:spPr>
            <a:xfrm>
              <a:off x="1167650" y="2448325"/>
              <a:ext cx="15325" cy="15325"/>
            </a:xfrm>
            <a:custGeom>
              <a:rect b="b" l="l" r="r" t="t"/>
              <a:pathLst>
                <a:path extrusionOk="0" fill="none" h="613" w="613">
                  <a:moveTo>
                    <a:pt x="307" y="307"/>
                  </a:moveTo>
                  <a:lnTo>
                    <a:pt x="307" y="613"/>
                  </a:lnTo>
                  <a:lnTo>
                    <a:pt x="1" y="613"/>
                  </a:lnTo>
                  <a:lnTo>
                    <a:pt x="307" y="1"/>
                  </a:lnTo>
                  <a:lnTo>
                    <a:pt x="613" y="1"/>
                  </a:lnTo>
                  <a:lnTo>
                    <a:pt x="613" y="1"/>
                  </a:lnTo>
                  <a:lnTo>
                    <a:pt x="307"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0" name="Google Shape;1840;p61"/>
            <p:cNvSpPr/>
            <p:nvPr/>
          </p:nvSpPr>
          <p:spPr>
            <a:xfrm>
              <a:off x="1160000" y="2440675"/>
              <a:ext cx="7675" cy="7675"/>
            </a:xfrm>
            <a:custGeom>
              <a:rect b="b" l="l" r="r" t="t"/>
              <a:pathLst>
                <a:path extrusionOk="0" h="307" w="307">
                  <a:moveTo>
                    <a:pt x="307" y="1"/>
                  </a:moveTo>
                  <a:lnTo>
                    <a:pt x="307" y="307"/>
                  </a:lnTo>
                  <a:lnTo>
                    <a:pt x="1" y="307"/>
                  </a:lnTo>
                  <a:lnTo>
                    <a:pt x="1" y="1"/>
                  </a:lnTo>
                  <a:lnTo>
                    <a:pt x="307" y="1"/>
                  </a:lnTo>
                  <a:lnTo>
                    <a:pt x="307"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1" name="Google Shape;1841;p61"/>
            <p:cNvSpPr/>
            <p:nvPr/>
          </p:nvSpPr>
          <p:spPr>
            <a:xfrm>
              <a:off x="1160000" y="2440675"/>
              <a:ext cx="7675" cy="7675"/>
            </a:xfrm>
            <a:custGeom>
              <a:rect b="b" l="l" r="r" t="t"/>
              <a:pathLst>
                <a:path extrusionOk="0" fill="none" h="307" w="307">
                  <a:moveTo>
                    <a:pt x="307" y="1"/>
                  </a:moveTo>
                  <a:lnTo>
                    <a:pt x="307" y="307"/>
                  </a:lnTo>
                  <a:lnTo>
                    <a:pt x="1" y="307"/>
                  </a:lnTo>
                  <a:lnTo>
                    <a:pt x="1" y="1"/>
                  </a:lnTo>
                  <a:lnTo>
                    <a:pt x="307" y="1"/>
                  </a:lnTo>
                  <a:lnTo>
                    <a:pt x="307"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2" name="Google Shape;1842;p61"/>
            <p:cNvSpPr/>
            <p:nvPr/>
          </p:nvSpPr>
          <p:spPr>
            <a:xfrm>
              <a:off x="1144725" y="2455975"/>
              <a:ext cx="15300" cy="7675"/>
            </a:xfrm>
            <a:custGeom>
              <a:rect b="b" l="l" r="r" t="t"/>
              <a:pathLst>
                <a:path extrusionOk="0" h="307" w="612">
                  <a:moveTo>
                    <a:pt x="612" y="1"/>
                  </a:moveTo>
                  <a:lnTo>
                    <a:pt x="306" y="307"/>
                  </a:lnTo>
                  <a:lnTo>
                    <a:pt x="0" y="1"/>
                  </a:lnTo>
                  <a:lnTo>
                    <a:pt x="306" y="1"/>
                  </a:lnTo>
                  <a:lnTo>
                    <a:pt x="612"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3" name="Google Shape;1843;p61"/>
            <p:cNvSpPr/>
            <p:nvPr/>
          </p:nvSpPr>
          <p:spPr>
            <a:xfrm>
              <a:off x="1144725" y="2455975"/>
              <a:ext cx="15300" cy="7675"/>
            </a:xfrm>
            <a:custGeom>
              <a:rect b="b" l="l" r="r" t="t"/>
              <a:pathLst>
                <a:path extrusionOk="0" fill="none" h="307" w="612">
                  <a:moveTo>
                    <a:pt x="612" y="1"/>
                  </a:moveTo>
                  <a:lnTo>
                    <a:pt x="306" y="307"/>
                  </a:lnTo>
                  <a:lnTo>
                    <a:pt x="0" y="1"/>
                  </a:lnTo>
                  <a:lnTo>
                    <a:pt x="306" y="1"/>
                  </a:lnTo>
                  <a:lnTo>
                    <a:pt x="612"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4" name="Google Shape;1844;p61"/>
            <p:cNvSpPr/>
            <p:nvPr/>
          </p:nvSpPr>
          <p:spPr>
            <a:xfrm>
              <a:off x="1182950" y="2455975"/>
              <a:ext cx="25" cy="7675"/>
            </a:xfrm>
            <a:custGeom>
              <a:rect b="b" l="l" r="r" t="t"/>
              <a:pathLst>
                <a:path extrusionOk="0" h="307" w="1">
                  <a:moveTo>
                    <a:pt x="1" y="1"/>
                  </a:moveTo>
                  <a:lnTo>
                    <a:pt x="1" y="307"/>
                  </a:lnTo>
                  <a:lnTo>
                    <a:pt x="1" y="307"/>
                  </a:lnTo>
                  <a:lnTo>
                    <a:pt x="1" y="1"/>
                  </a:lnTo>
                  <a:lnTo>
                    <a:pt x="1" y="1"/>
                  </a:lnTo>
                  <a:lnTo>
                    <a:pt x="1"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5" name="Google Shape;1845;p61"/>
            <p:cNvSpPr/>
            <p:nvPr/>
          </p:nvSpPr>
          <p:spPr>
            <a:xfrm>
              <a:off x="1182950" y="2455975"/>
              <a:ext cx="25" cy="7675"/>
            </a:xfrm>
            <a:custGeom>
              <a:rect b="b" l="l" r="r" t="t"/>
              <a:pathLst>
                <a:path extrusionOk="0" fill="none" h="307" w="1">
                  <a:moveTo>
                    <a:pt x="1" y="1"/>
                  </a:moveTo>
                  <a:lnTo>
                    <a:pt x="1" y="307"/>
                  </a:lnTo>
                  <a:lnTo>
                    <a:pt x="1" y="307"/>
                  </a:lnTo>
                  <a:lnTo>
                    <a:pt x="1" y="1"/>
                  </a:lnTo>
                  <a:lnTo>
                    <a:pt x="1" y="1"/>
                  </a:lnTo>
                  <a:lnTo>
                    <a:pt x="1"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6" name="Google Shape;1846;p61"/>
            <p:cNvSpPr/>
            <p:nvPr/>
          </p:nvSpPr>
          <p:spPr>
            <a:xfrm>
              <a:off x="1137075" y="2440675"/>
              <a:ext cx="15325" cy="25"/>
            </a:xfrm>
            <a:custGeom>
              <a:rect b="b" l="l" r="r" t="t"/>
              <a:pathLst>
                <a:path extrusionOk="0" h="1" w="613">
                  <a:moveTo>
                    <a:pt x="306" y="1"/>
                  </a:moveTo>
                  <a:lnTo>
                    <a:pt x="0" y="1"/>
                  </a:lnTo>
                  <a:lnTo>
                    <a:pt x="0" y="1"/>
                  </a:lnTo>
                  <a:lnTo>
                    <a:pt x="306" y="1"/>
                  </a:lnTo>
                  <a:lnTo>
                    <a:pt x="612"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7" name="Google Shape;1847;p61"/>
            <p:cNvSpPr/>
            <p:nvPr/>
          </p:nvSpPr>
          <p:spPr>
            <a:xfrm>
              <a:off x="1137075" y="2440675"/>
              <a:ext cx="15325" cy="25"/>
            </a:xfrm>
            <a:custGeom>
              <a:rect b="b" l="l" r="r" t="t"/>
              <a:pathLst>
                <a:path extrusionOk="0" fill="none" h="1" w="613">
                  <a:moveTo>
                    <a:pt x="306" y="1"/>
                  </a:moveTo>
                  <a:lnTo>
                    <a:pt x="0" y="1"/>
                  </a:lnTo>
                  <a:lnTo>
                    <a:pt x="0" y="1"/>
                  </a:lnTo>
                  <a:lnTo>
                    <a:pt x="306" y="1"/>
                  </a:lnTo>
                  <a:lnTo>
                    <a:pt x="612"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8" name="Google Shape;1848;p61"/>
            <p:cNvSpPr/>
            <p:nvPr/>
          </p:nvSpPr>
          <p:spPr>
            <a:xfrm>
              <a:off x="1114125" y="2295375"/>
              <a:ext cx="183575" cy="45900"/>
            </a:xfrm>
            <a:custGeom>
              <a:rect b="b" l="l" r="r" t="t"/>
              <a:pathLst>
                <a:path extrusionOk="0" h="1836" w="7343">
                  <a:moveTo>
                    <a:pt x="306" y="1836"/>
                  </a:moveTo>
                  <a:lnTo>
                    <a:pt x="0" y="1224"/>
                  </a:lnTo>
                  <a:lnTo>
                    <a:pt x="306" y="918"/>
                  </a:lnTo>
                  <a:lnTo>
                    <a:pt x="612" y="918"/>
                  </a:lnTo>
                  <a:lnTo>
                    <a:pt x="612" y="612"/>
                  </a:lnTo>
                  <a:lnTo>
                    <a:pt x="1224" y="612"/>
                  </a:lnTo>
                  <a:lnTo>
                    <a:pt x="3366" y="612"/>
                  </a:lnTo>
                  <a:lnTo>
                    <a:pt x="3671" y="0"/>
                  </a:lnTo>
                  <a:lnTo>
                    <a:pt x="4589" y="0"/>
                  </a:lnTo>
                  <a:lnTo>
                    <a:pt x="4895" y="0"/>
                  </a:lnTo>
                  <a:lnTo>
                    <a:pt x="5201" y="306"/>
                  </a:lnTo>
                  <a:lnTo>
                    <a:pt x="5813" y="306"/>
                  </a:lnTo>
                  <a:lnTo>
                    <a:pt x="6119" y="918"/>
                  </a:lnTo>
                  <a:lnTo>
                    <a:pt x="7036" y="612"/>
                  </a:lnTo>
                  <a:lnTo>
                    <a:pt x="7342" y="918"/>
                  </a:lnTo>
                  <a:lnTo>
                    <a:pt x="7342" y="1224"/>
                  </a:lnTo>
                  <a:lnTo>
                    <a:pt x="6119" y="1530"/>
                  </a:lnTo>
                  <a:lnTo>
                    <a:pt x="4589" y="918"/>
                  </a:lnTo>
                  <a:lnTo>
                    <a:pt x="4283" y="612"/>
                  </a:lnTo>
                  <a:lnTo>
                    <a:pt x="3977" y="612"/>
                  </a:lnTo>
                  <a:lnTo>
                    <a:pt x="3671" y="1224"/>
                  </a:lnTo>
                  <a:lnTo>
                    <a:pt x="2754" y="1224"/>
                  </a:lnTo>
                  <a:lnTo>
                    <a:pt x="2448" y="1530"/>
                  </a:lnTo>
                  <a:lnTo>
                    <a:pt x="1224" y="1530"/>
                  </a:lnTo>
                  <a:lnTo>
                    <a:pt x="306" y="1530"/>
                  </a:lnTo>
                  <a:lnTo>
                    <a:pt x="306" y="183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49" name="Google Shape;1849;p61"/>
            <p:cNvSpPr/>
            <p:nvPr/>
          </p:nvSpPr>
          <p:spPr>
            <a:xfrm>
              <a:off x="1114125" y="2295375"/>
              <a:ext cx="183575" cy="45900"/>
            </a:xfrm>
            <a:custGeom>
              <a:rect b="b" l="l" r="r" t="t"/>
              <a:pathLst>
                <a:path extrusionOk="0" fill="none" h="1836" w="7343">
                  <a:moveTo>
                    <a:pt x="306" y="1836"/>
                  </a:moveTo>
                  <a:lnTo>
                    <a:pt x="0" y="1224"/>
                  </a:lnTo>
                  <a:lnTo>
                    <a:pt x="306" y="918"/>
                  </a:lnTo>
                  <a:lnTo>
                    <a:pt x="612" y="918"/>
                  </a:lnTo>
                  <a:lnTo>
                    <a:pt x="612" y="612"/>
                  </a:lnTo>
                  <a:lnTo>
                    <a:pt x="1224" y="612"/>
                  </a:lnTo>
                  <a:lnTo>
                    <a:pt x="3366" y="612"/>
                  </a:lnTo>
                  <a:lnTo>
                    <a:pt x="3671" y="0"/>
                  </a:lnTo>
                  <a:lnTo>
                    <a:pt x="4589" y="0"/>
                  </a:lnTo>
                  <a:lnTo>
                    <a:pt x="4895" y="0"/>
                  </a:lnTo>
                  <a:lnTo>
                    <a:pt x="5201" y="306"/>
                  </a:lnTo>
                  <a:lnTo>
                    <a:pt x="5813" y="306"/>
                  </a:lnTo>
                  <a:lnTo>
                    <a:pt x="6119" y="918"/>
                  </a:lnTo>
                  <a:lnTo>
                    <a:pt x="7036" y="612"/>
                  </a:lnTo>
                  <a:lnTo>
                    <a:pt x="7342" y="918"/>
                  </a:lnTo>
                  <a:lnTo>
                    <a:pt x="7342" y="1224"/>
                  </a:lnTo>
                  <a:lnTo>
                    <a:pt x="6119" y="1530"/>
                  </a:lnTo>
                  <a:lnTo>
                    <a:pt x="4589" y="918"/>
                  </a:lnTo>
                  <a:lnTo>
                    <a:pt x="4283" y="612"/>
                  </a:lnTo>
                  <a:lnTo>
                    <a:pt x="3977" y="612"/>
                  </a:lnTo>
                  <a:lnTo>
                    <a:pt x="3671" y="1224"/>
                  </a:lnTo>
                  <a:lnTo>
                    <a:pt x="2754" y="1224"/>
                  </a:lnTo>
                  <a:lnTo>
                    <a:pt x="2448" y="1530"/>
                  </a:lnTo>
                  <a:lnTo>
                    <a:pt x="1224" y="1530"/>
                  </a:lnTo>
                  <a:lnTo>
                    <a:pt x="306" y="1530"/>
                  </a:lnTo>
                  <a:lnTo>
                    <a:pt x="306" y="183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0" name="Google Shape;1850;p61"/>
            <p:cNvSpPr/>
            <p:nvPr/>
          </p:nvSpPr>
          <p:spPr>
            <a:xfrm>
              <a:off x="1236500" y="2364200"/>
              <a:ext cx="451225" cy="344175"/>
            </a:xfrm>
            <a:custGeom>
              <a:rect b="b" l="l" r="r" t="t"/>
              <a:pathLst>
                <a:path extrusionOk="0" h="13767" w="18049">
                  <a:moveTo>
                    <a:pt x="4283" y="307"/>
                  </a:moveTo>
                  <a:lnTo>
                    <a:pt x="4589" y="612"/>
                  </a:lnTo>
                  <a:lnTo>
                    <a:pt x="4895" y="612"/>
                  </a:lnTo>
                  <a:lnTo>
                    <a:pt x="6118" y="918"/>
                  </a:lnTo>
                  <a:lnTo>
                    <a:pt x="7036" y="918"/>
                  </a:lnTo>
                  <a:lnTo>
                    <a:pt x="8566" y="918"/>
                  </a:lnTo>
                  <a:lnTo>
                    <a:pt x="8260" y="1224"/>
                  </a:lnTo>
                  <a:lnTo>
                    <a:pt x="8872" y="1836"/>
                  </a:lnTo>
                  <a:lnTo>
                    <a:pt x="9177" y="1836"/>
                  </a:lnTo>
                  <a:lnTo>
                    <a:pt x="9483" y="1224"/>
                  </a:lnTo>
                  <a:lnTo>
                    <a:pt x="9789" y="1224"/>
                  </a:lnTo>
                  <a:lnTo>
                    <a:pt x="10095" y="1530"/>
                  </a:lnTo>
                  <a:lnTo>
                    <a:pt x="10401" y="2142"/>
                  </a:lnTo>
                  <a:lnTo>
                    <a:pt x="10707" y="1530"/>
                  </a:lnTo>
                  <a:lnTo>
                    <a:pt x="11319" y="1224"/>
                  </a:lnTo>
                  <a:lnTo>
                    <a:pt x="12848" y="1836"/>
                  </a:lnTo>
                  <a:lnTo>
                    <a:pt x="13154" y="1530"/>
                  </a:lnTo>
                  <a:lnTo>
                    <a:pt x="13766" y="1224"/>
                  </a:lnTo>
                  <a:lnTo>
                    <a:pt x="13766" y="612"/>
                  </a:lnTo>
                  <a:lnTo>
                    <a:pt x="14378" y="612"/>
                  </a:lnTo>
                  <a:lnTo>
                    <a:pt x="14990" y="1836"/>
                  </a:lnTo>
                  <a:lnTo>
                    <a:pt x="14990" y="2754"/>
                  </a:lnTo>
                  <a:lnTo>
                    <a:pt x="15296" y="2754"/>
                  </a:lnTo>
                  <a:lnTo>
                    <a:pt x="15602" y="3060"/>
                  </a:lnTo>
                  <a:lnTo>
                    <a:pt x="16213" y="3672"/>
                  </a:lnTo>
                  <a:lnTo>
                    <a:pt x="15602" y="3978"/>
                  </a:lnTo>
                  <a:lnTo>
                    <a:pt x="15296" y="4283"/>
                  </a:lnTo>
                  <a:lnTo>
                    <a:pt x="15602" y="4589"/>
                  </a:lnTo>
                  <a:lnTo>
                    <a:pt x="15907" y="4283"/>
                  </a:lnTo>
                  <a:lnTo>
                    <a:pt x="16213" y="4283"/>
                  </a:lnTo>
                  <a:lnTo>
                    <a:pt x="16519" y="5507"/>
                  </a:lnTo>
                  <a:lnTo>
                    <a:pt x="16519" y="5813"/>
                  </a:lnTo>
                  <a:lnTo>
                    <a:pt x="17131" y="6119"/>
                  </a:lnTo>
                  <a:lnTo>
                    <a:pt x="17131" y="6425"/>
                  </a:lnTo>
                  <a:lnTo>
                    <a:pt x="16825" y="7037"/>
                  </a:lnTo>
                  <a:lnTo>
                    <a:pt x="16825" y="7648"/>
                  </a:lnTo>
                  <a:lnTo>
                    <a:pt x="16825" y="8260"/>
                  </a:lnTo>
                  <a:lnTo>
                    <a:pt x="16825" y="8260"/>
                  </a:lnTo>
                  <a:lnTo>
                    <a:pt x="17437" y="8260"/>
                  </a:lnTo>
                  <a:lnTo>
                    <a:pt x="17437" y="8872"/>
                  </a:lnTo>
                  <a:lnTo>
                    <a:pt x="17437" y="9178"/>
                  </a:lnTo>
                  <a:lnTo>
                    <a:pt x="17131" y="9484"/>
                  </a:lnTo>
                  <a:lnTo>
                    <a:pt x="17131" y="9790"/>
                  </a:lnTo>
                  <a:lnTo>
                    <a:pt x="17743" y="10096"/>
                  </a:lnTo>
                  <a:lnTo>
                    <a:pt x="18049" y="11014"/>
                  </a:lnTo>
                  <a:lnTo>
                    <a:pt x="17131" y="10708"/>
                  </a:lnTo>
                  <a:lnTo>
                    <a:pt x="16519" y="10708"/>
                  </a:lnTo>
                  <a:lnTo>
                    <a:pt x="16519" y="11319"/>
                  </a:lnTo>
                  <a:lnTo>
                    <a:pt x="17131" y="11625"/>
                  </a:lnTo>
                  <a:lnTo>
                    <a:pt x="17131" y="11931"/>
                  </a:lnTo>
                  <a:lnTo>
                    <a:pt x="16825" y="11931"/>
                  </a:lnTo>
                  <a:lnTo>
                    <a:pt x="16825" y="12543"/>
                  </a:lnTo>
                  <a:lnTo>
                    <a:pt x="16519" y="13155"/>
                  </a:lnTo>
                  <a:lnTo>
                    <a:pt x="15907" y="13155"/>
                  </a:lnTo>
                  <a:lnTo>
                    <a:pt x="15602" y="12849"/>
                  </a:lnTo>
                  <a:lnTo>
                    <a:pt x="15296" y="12849"/>
                  </a:lnTo>
                  <a:lnTo>
                    <a:pt x="14990" y="13767"/>
                  </a:lnTo>
                  <a:lnTo>
                    <a:pt x="14378" y="13767"/>
                  </a:lnTo>
                  <a:lnTo>
                    <a:pt x="14072" y="13461"/>
                  </a:lnTo>
                  <a:lnTo>
                    <a:pt x="13460" y="13461"/>
                  </a:lnTo>
                  <a:lnTo>
                    <a:pt x="13766" y="12543"/>
                  </a:lnTo>
                  <a:lnTo>
                    <a:pt x="13154" y="11014"/>
                  </a:lnTo>
                  <a:lnTo>
                    <a:pt x="12542" y="10708"/>
                  </a:lnTo>
                  <a:lnTo>
                    <a:pt x="11931" y="10708"/>
                  </a:lnTo>
                  <a:lnTo>
                    <a:pt x="11931" y="10708"/>
                  </a:lnTo>
                  <a:lnTo>
                    <a:pt x="11319" y="10708"/>
                  </a:lnTo>
                  <a:lnTo>
                    <a:pt x="11013" y="10708"/>
                  </a:lnTo>
                  <a:lnTo>
                    <a:pt x="10707" y="11014"/>
                  </a:lnTo>
                  <a:lnTo>
                    <a:pt x="10401" y="11014"/>
                  </a:lnTo>
                  <a:lnTo>
                    <a:pt x="10401" y="10708"/>
                  </a:lnTo>
                  <a:lnTo>
                    <a:pt x="11013" y="10096"/>
                  </a:lnTo>
                  <a:lnTo>
                    <a:pt x="10707" y="9790"/>
                  </a:lnTo>
                  <a:lnTo>
                    <a:pt x="10707" y="9484"/>
                  </a:lnTo>
                  <a:lnTo>
                    <a:pt x="10401" y="9178"/>
                  </a:lnTo>
                  <a:lnTo>
                    <a:pt x="10401" y="8566"/>
                  </a:lnTo>
                  <a:lnTo>
                    <a:pt x="10095" y="8260"/>
                  </a:lnTo>
                  <a:lnTo>
                    <a:pt x="9483" y="7648"/>
                  </a:lnTo>
                  <a:lnTo>
                    <a:pt x="9177" y="7037"/>
                  </a:lnTo>
                  <a:lnTo>
                    <a:pt x="8872" y="7037"/>
                  </a:lnTo>
                  <a:lnTo>
                    <a:pt x="7648" y="7037"/>
                  </a:lnTo>
                  <a:lnTo>
                    <a:pt x="6730" y="7343"/>
                  </a:lnTo>
                  <a:lnTo>
                    <a:pt x="6424" y="7037"/>
                  </a:lnTo>
                  <a:lnTo>
                    <a:pt x="5812" y="7343"/>
                  </a:lnTo>
                  <a:lnTo>
                    <a:pt x="5812" y="7648"/>
                  </a:lnTo>
                  <a:lnTo>
                    <a:pt x="5506" y="8260"/>
                  </a:lnTo>
                  <a:lnTo>
                    <a:pt x="4895" y="8872"/>
                  </a:lnTo>
                  <a:lnTo>
                    <a:pt x="4589" y="9178"/>
                  </a:lnTo>
                  <a:lnTo>
                    <a:pt x="3977" y="9178"/>
                  </a:lnTo>
                  <a:lnTo>
                    <a:pt x="3977" y="8872"/>
                  </a:lnTo>
                  <a:lnTo>
                    <a:pt x="3671" y="8566"/>
                  </a:lnTo>
                  <a:lnTo>
                    <a:pt x="3671" y="7954"/>
                  </a:lnTo>
                  <a:lnTo>
                    <a:pt x="3059" y="7954"/>
                  </a:lnTo>
                  <a:lnTo>
                    <a:pt x="3059" y="7648"/>
                  </a:lnTo>
                  <a:lnTo>
                    <a:pt x="2753" y="7343"/>
                  </a:lnTo>
                  <a:lnTo>
                    <a:pt x="1836" y="6425"/>
                  </a:lnTo>
                  <a:lnTo>
                    <a:pt x="918" y="6425"/>
                  </a:lnTo>
                  <a:lnTo>
                    <a:pt x="918" y="5813"/>
                  </a:lnTo>
                  <a:lnTo>
                    <a:pt x="612" y="5507"/>
                  </a:lnTo>
                  <a:lnTo>
                    <a:pt x="306" y="4895"/>
                  </a:lnTo>
                  <a:lnTo>
                    <a:pt x="612" y="4589"/>
                  </a:lnTo>
                  <a:lnTo>
                    <a:pt x="306" y="4283"/>
                  </a:lnTo>
                  <a:lnTo>
                    <a:pt x="0" y="4283"/>
                  </a:lnTo>
                  <a:lnTo>
                    <a:pt x="0" y="3978"/>
                  </a:lnTo>
                  <a:lnTo>
                    <a:pt x="0" y="3978"/>
                  </a:lnTo>
                  <a:lnTo>
                    <a:pt x="306" y="3060"/>
                  </a:lnTo>
                  <a:lnTo>
                    <a:pt x="918" y="3060"/>
                  </a:lnTo>
                  <a:lnTo>
                    <a:pt x="1530" y="2754"/>
                  </a:lnTo>
                  <a:lnTo>
                    <a:pt x="2753" y="2448"/>
                  </a:lnTo>
                  <a:lnTo>
                    <a:pt x="2753" y="2142"/>
                  </a:lnTo>
                  <a:lnTo>
                    <a:pt x="2753" y="1836"/>
                  </a:lnTo>
                  <a:lnTo>
                    <a:pt x="2141" y="1224"/>
                  </a:lnTo>
                  <a:lnTo>
                    <a:pt x="2753" y="1224"/>
                  </a:lnTo>
                  <a:lnTo>
                    <a:pt x="3059" y="612"/>
                  </a:lnTo>
                  <a:lnTo>
                    <a:pt x="2753" y="1"/>
                  </a:lnTo>
                  <a:lnTo>
                    <a:pt x="4283"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1" name="Google Shape;1851;p61"/>
            <p:cNvSpPr/>
            <p:nvPr/>
          </p:nvSpPr>
          <p:spPr>
            <a:xfrm>
              <a:off x="1236500" y="2364200"/>
              <a:ext cx="451225" cy="344175"/>
            </a:xfrm>
            <a:custGeom>
              <a:rect b="b" l="l" r="r" t="t"/>
              <a:pathLst>
                <a:path extrusionOk="0" fill="none" h="13767" w="18049">
                  <a:moveTo>
                    <a:pt x="4283" y="307"/>
                  </a:moveTo>
                  <a:lnTo>
                    <a:pt x="4589" y="612"/>
                  </a:lnTo>
                  <a:lnTo>
                    <a:pt x="4895" y="612"/>
                  </a:lnTo>
                  <a:lnTo>
                    <a:pt x="6118" y="918"/>
                  </a:lnTo>
                  <a:lnTo>
                    <a:pt x="7036" y="918"/>
                  </a:lnTo>
                  <a:lnTo>
                    <a:pt x="8566" y="918"/>
                  </a:lnTo>
                  <a:lnTo>
                    <a:pt x="8260" y="1224"/>
                  </a:lnTo>
                  <a:lnTo>
                    <a:pt x="8872" y="1836"/>
                  </a:lnTo>
                  <a:lnTo>
                    <a:pt x="9177" y="1836"/>
                  </a:lnTo>
                  <a:lnTo>
                    <a:pt x="9483" y="1224"/>
                  </a:lnTo>
                  <a:lnTo>
                    <a:pt x="9789" y="1224"/>
                  </a:lnTo>
                  <a:lnTo>
                    <a:pt x="10095" y="1530"/>
                  </a:lnTo>
                  <a:lnTo>
                    <a:pt x="10401" y="2142"/>
                  </a:lnTo>
                  <a:lnTo>
                    <a:pt x="10707" y="1530"/>
                  </a:lnTo>
                  <a:lnTo>
                    <a:pt x="11319" y="1224"/>
                  </a:lnTo>
                  <a:lnTo>
                    <a:pt x="12848" y="1836"/>
                  </a:lnTo>
                  <a:lnTo>
                    <a:pt x="13154" y="1530"/>
                  </a:lnTo>
                  <a:lnTo>
                    <a:pt x="13766" y="1224"/>
                  </a:lnTo>
                  <a:lnTo>
                    <a:pt x="13766" y="612"/>
                  </a:lnTo>
                  <a:lnTo>
                    <a:pt x="14378" y="612"/>
                  </a:lnTo>
                  <a:lnTo>
                    <a:pt x="14990" y="1836"/>
                  </a:lnTo>
                  <a:lnTo>
                    <a:pt x="14990" y="2754"/>
                  </a:lnTo>
                  <a:lnTo>
                    <a:pt x="15296" y="2754"/>
                  </a:lnTo>
                  <a:lnTo>
                    <a:pt x="15602" y="3060"/>
                  </a:lnTo>
                  <a:lnTo>
                    <a:pt x="16213" y="3672"/>
                  </a:lnTo>
                  <a:lnTo>
                    <a:pt x="15602" y="3978"/>
                  </a:lnTo>
                  <a:lnTo>
                    <a:pt x="15296" y="4283"/>
                  </a:lnTo>
                  <a:lnTo>
                    <a:pt x="15602" y="4589"/>
                  </a:lnTo>
                  <a:lnTo>
                    <a:pt x="15907" y="4283"/>
                  </a:lnTo>
                  <a:lnTo>
                    <a:pt x="16213" y="4283"/>
                  </a:lnTo>
                  <a:lnTo>
                    <a:pt x="16519" y="5507"/>
                  </a:lnTo>
                  <a:lnTo>
                    <a:pt x="16519" y="5813"/>
                  </a:lnTo>
                  <a:lnTo>
                    <a:pt x="17131" y="6119"/>
                  </a:lnTo>
                  <a:lnTo>
                    <a:pt x="17131" y="6425"/>
                  </a:lnTo>
                  <a:lnTo>
                    <a:pt x="16825" y="7037"/>
                  </a:lnTo>
                  <a:lnTo>
                    <a:pt x="16825" y="7648"/>
                  </a:lnTo>
                  <a:lnTo>
                    <a:pt x="16825" y="8260"/>
                  </a:lnTo>
                  <a:lnTo>
                    <a:pt x="16825" y="8260"/>
                  </a:lnTo>
                  <a:lnTo>
                    <a:pt x="17437" y="8260"/>
                  </a:lnTo>
                  <a:lnTo>
                    <a:pt x="17437" y="8872"/>
                  </a:lnTo>
                  <a:lnTo>
                    <a:pt x="17437" y="9178"/>
                  </a:lnTo>
                  <a:lnTo>
                    <a:pt x="17131" y="9484"/>
                  </a:lnTo>
                  <a:lnTo>
                    <a:pt x="17131" y="9790"/>
                  </a:lnTo>
                  <a:lnTo>
                    <a:pt x="17743" y="10096"/>
                  </a:lnTo>
                  <a:lnTo>
                    <a:pt x="18049" y="11014"/>
                  </a:lnTo>
                  <a:lnTo>
                    <a:pt x="17131" y="10708"/>
                  </a:lnTo>
                  <a:lnTo>
                    <a:pt x="16519" y="10708"/>
                  </a:lnTo>
                  <a:lnTo>
                    <a:pt x="16519" y="11319"/>
                  </a:lnTo>
                  <a:lnTo>
                    <a:pt x="17131" y="11625"/>
                  </a:lnTo>
                  <a:lnTo>
                    <a:pt x="17131" y="11931"/>
                  </a:lnTo>
                  <a:lnTo>
                    <a:pt x="16825" y="11931"/>
                  </a:lnTo>
                  <a:lnTo>
                    <a:pt x="16825" y="12543"/>
                  </a:lnTo>
                  <a:lnTo>
                    <a:pt x="16519" y="13155"/>
                  </a:lnTo>
                  <a:lnTo>
                    <a:pt x="15907" y="13155"/>
                  </a:lnTo>
                  <a:lnTo>
                    <a:pt x="15602" y="12849"/>
                  </a:lnTo>
                  <a:lnTo>
                    <a:pt x="15296" y="12849"/>
                  </a:lnTo>
                  <a:lnTo>
                    <a:pt x="14990" y="13767"/>
                  </a:lnTo>
                  <a:lnTo>
                    <a:pt x="14378" y="13767"/>
                  </a:lnTo>
                  <a:lnTo>
                    <a:pt x="14072" y="13461"/>
                  </a:lnTo>
                  <a:lnTo>
                    <a:pt x="13460" y="13461"/>
                  </a:lnTo>
                  <a:lnTo>
                    <a:pt x="13766" y="12543"/>
                  </a:lnTo>
                  <a:lnTo>
                    <a:pt x="13154" y="11014"/>
                  </a:lnTo>
                  <a:lnTo>
                    <a:pt x="12542" y="10708"/>
                  </a:lnTo>
                  <a:lnTo>
                    <a:pt x="11931" y="10708"/>
                  </a:lnTo>
                  <a:lnTo>
                    <a:pt x="11931" y="10708"/>
                  </a:lnTo>
                  <a:lnTo>
                    <a:pt x="11319" y="10708"/>
                  </a:lnTo>
                  <a:lnTo>
                    <a:pt x="11013" y="10708"/>
                  </a:lnTo>
                  <a:lnTo>
                    <a:pt x="10707" y="11014"/>
                  </a:lnTo>
                  <a:lnTo>
                    <a:pt x="10401" y="11014"/>
                  </a:lnTo>
                  <a:lnTo>
                    <a:pt x="10401" y="10708"/>
                  </a:lnTo>
                  <a:lnTo>
                    <a:pt x="11013" y="10096"/>
                  </a:lnTo>
                  <a:lnTo>
                    <a:pt x="10707" y="9790"/>
                  </a:lnTo>
                  <a:lnTo>
                    <a:pt x="10707" y="9484"/>
                  </a:lnTo>
                  <a:lnTo>
                    <a:pt x="10401" y="9178"/>
                  </a:lnTo>
                  <a:lnTo>
                    <a:pt x="10401" y="8566"/>
                  </a:lnTo>
                  <a:lnTo>
                    <a:pt x="10095" y="8260"/>
                  </a:lnTo>
                  <a:lnTo>
                    <a:pt x="9483" y="7648"/>
                  </a:lnTo>
                  <a:lnTo>
                    <a:pt x="9177" y="7037"/>
                  </a:lnTo>
                  <a:lnTo>
                    <a:pt x="8872" y="7037"/>
                  </a:lnTo>
                  <a:lnTo>
                    <a:pt x="7648" y="7037"/>
                  </a:lnTo>
                  <a:lnTo>
                    <a:pt x="6730" y="7343"/>
                  </a:lnTo>
                  <a:lnTo>
                    <a:pt x="6424" y="7037"/>
                  </a:lnTo>
                  <a:lnTo>
                    <a:pt x="5812" y="7343"/>
                  </a:lnTo>
                  <a:lnTo>
                    <a:pt x="5812" y="7648"/>
                  </a:lnTo>
                  <a:lnTo>
                    <a:pt x="5506" y="8260"/>
                  </a:lnTo>
                  <a:lnTo>
                    <a:pt x="4895" y="8872"/>
                  </a:lnTo>
                  <a:lnTo>
                    <a:pt x="4589" y="9178"/>
                  </a:lnTo>
                  <a:lnTo>
                    <a:pt x="3977" y="9178"/>
                  </a:lnTo>
                  <a:lnTo>
                    <a:pt x="3977" y="8872"/>
                  </a:lnTo>
                  <a:lnTo>
                    <a:pt x="3671" y="8566"/>
                  </a:lnTo>
                  <a:lnTo>
                    <a:pt x="3671" y="7954"/>
                  </a:lnTo>
                  <a:lnTo>
                    <a:pt x="3059" y="7954"/>
                  </a:lnTo>
                  <a:lnTo>
                    <a:pt x="3059" y="7648"/>
                  </a:lnTo>
                  <a:lnTo>
                    <a:pt x="2753" y="7343"/>
                  </a:lnTo>
                  <a:lnTo>
                    <a:pt x="1836" y="6425"/>
                  </a:lnTo>
                  <a:lnTo>
                    <a:pt x="918" y="6425"/>
                  </a:lnTo>
                  <a:lnTo>
                    <a:pt x="918" y="5813"/>
                  </a:lnTo>
                  <a:lnTo>
                    <a:pt x="612" y="5507"/>
                  </a:lnTo>
                  <a:lnTo>
                    <a:pt x="306" y="4895"/>
                  </a:lnTo>
                  <a:lnTo>
                    <a:pt x="612" y="4589"/>
                  </a:lnTo>
                  <a:lnTo>
                    <a:pt x="306" y="4283"/>
                  </a:lnTo>
                  <a:lnTo>
                    <a:pt x="0" y="4283"/>
                  </a:lnTo>
                  <a:lnTo>
                    <a:pt x="0" y="3978"/>
                  </a:lnTo>
                  <a:lnTo>
                    <a:pt x="0" y="3978"/>
                  </a:lnTo>
                  <a:lnTo>
                    <a:pt x="306" y="3060"/>
                  </a:lnTo>
                  <a:lnTo>
                    <a:pt x="918" y="3060"/>
                  </a:lnTo>
                  <a:lnTo>
                    <a:pt x="1530" y="2754"/>
                  </a:lnTo>
                  <a:lnTo>
                    <a:pt x="2753" y="2448"/>
                  </a:lnTo>
                  <a:lnTo>
                    <a:pt x="2753" y="2142"/>
                  </a:lnTo>
                  <a:lnTo>
                    <a:pt x="2753" y="1836"/>
                  </a:lnTo>
                  <a:lnTo>
                    <a:pt x="2141" y="1224"/>
                  </a:lnTo>
                  <a:lnTo>
                    <a:pt x="2753" y="1224"/>
                  </a:lnTo>
                  <a:lnTo>
                    <a:pt x="3059" y="612"/>
                  </a:lnTo>
                  <a:lnTo>
                    <a:pt x="2753" y="1"/>
                  </a:lnTo>
                  <a:lnTo>
                    <a:pt x="4283"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2" name="Google Shape;1852;p61"/>
            <p:cNvSpPr/>
            <p:nvPr/>
          </p:nvSpPr>
          <p:spPr>
            <a:xfrm>
              <a:off x="1221200" y="2478925"/>
              <a:ext cx="15325" cy="7675"/>
            </a:xfrm>
            <a:custGeom>
              <a:rect b="b" l="l" r="r" t="t"/>
              <a:pathLst>
                <a:path extrusionOk="0" h="307" w="613">
                  <a:moveTo>
                    <a:pt x="306" y="306"/>
                  </a:moveTo>
                  <a:lnTo>
                    <a:pt x="306" y="306"/>
                  </a:lnTo>
                  <a:lnTo>
                    <a:pt x="306" y="306"/>
                  </a:lnTo>
                  <a:lnTo>
                    <a:pt x="0" y="0"/>
                  </a:lnTo>
                  <a:lnTo>
                    <a:pt x="306" y="0"/>
                  </a:lnTo>
                  <a:lnTo>
                    <a:pt x="612" y="0"/>
                  </a:lnTo>
                  <a:lnTo>
                    <a:pt x="612"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3" name="Google Shape;1853;p61"/>
            <p:cNvSpPr/>
            <p:nvPr/>
          </p:nvSpPr>
          <p:spPr>
            <a:xfrm>
              <a:off x="1221200" y="2478925"/>
              <a:ext cx="15325" cy="7675"/>
            </a:xfrm>
            <a:custGeom>
              <a:rect b="b" l="l" r="r" t="t"/>
              <a:pathLst>
                <a:path extrusionOk="0" fill="none" h="307" w="613">
                  <a:moveTo>
                    <a:pt x="306" y="306"/>
                  </a:moveTo>
                  <a:lnTo>
                    <a:pt x="306" y="306"/>
                  </a:lnTo>
                  <a:lnTo>
                    <a:pt x="306" y="306"/>
                  </a:lnTo>
                  <a:lnTo>
                    <a:pt x="0" y="0"/>
                  </a:lnTo>
                  <a:lnTo>
                    <a:pt x="306" y="0"/>
                  </a:lnTo>
                  <a:lnTo>
                    <a:pt x="612" y="0"/>
                  </a:lnTo>
                  <a:lnTo>
                    <a:pt x="612"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4" name="Google Shape;1854;p61"/>
            <p:cNvSpPr/>
            <p:nvPr/>
          </p:nvSpPr>
          <p:spPr>
            <a:xfrm>
              <a:off x="1236500" y="2478925"/>
              <a:ext cx="7650" cy="7675"/>
            </a:xfrm>
            <a:custGeom>
              <a:rect b="b" l="l" r="r" t="t"/>
              <a:pathLst>
                <a:path extrusionOk="0" h="307" w="306">
                  <a:moveTo>
                    <a:pt x="306" y="306"/>
                  </a:moveTo>
                  <a:lnTo>
                    <a:pt x="306" y="306"/>
                  </a:lnTo>
                  <a:lnTo>
                    <a:pt x="0" y="0"/>
                  </a:lnTo>
                  <a:lnTo>
                    <a:pt x="306" y="0"/>
                  </a:lnTo>
                  <a:lnTo>
                    <a:pt x="306"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5" name="Google Shape;1855;p61"/>
            <p:cNvSpPr/>
            <p:nvPr/>
          </p:nvSpPr>
          <p:spPr>
            <a:xfrm>
              <a:off x="1236500" y="2478925"/>
              <a:ext cx="7650" cy="7675"/>
            </a:xfrm>
            <a:custGeom>
              <a:rect b="b" l="l" r="r" t="t"/>
              <a:pathLst>
                <a:path extrusionOk="0" fill="none" h="307" w="306">
                  <a:moveTo>
                    <a:pt x="306" y="306"/>
                  </a:moveTo>
                  <a:lnTo>
                    <a:pt x="306" y="306"/>
                  </a:lnTo>
                  <a:lnTo>
                    <a:pt x="0" y="0"/>
                  </a:lnTo>
                  <a:lnTo>
                    <a:pt x="306" y="0"/>
                  </a:lnTo>
                  <a:lnTo>
                    <a:pt x="306"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6" name="Google Shape;1856;p61"/>
            <p:cNvSpPr/>
            <p:nvPr/>
          </p:nvSpPr>
          <p:spPr>
            <a:xfrm>
              <a:off x="2743100" y="3014275"/>
              <a:ext cx="122400" cy="91800"/>
            </a:xfrm>
            <a:custGeom>
              <a:rect b="b" l="l" r="r" t="t"/>
              <a:pathLst>
                <a:path extrusionOk="0" h="3672" w="4896">
                  <a:moveTo>
                    <a:pt x="1224" y="306"/>
                  </a:moveTo>
                  <a:lnTo>
                    <a:pt x="1836" y="612"/>
                  </a:lnTo>
                  <a:lnTo>
                    <a:pt x="4895" y="612"/>
                  </a:lnTo>
                  <a:lnTo>
                    <a:pt x="4895" y="3365"/>
                  </a:lnTo>
                  <a:lnTo>
                    <a:pt x="1836" y="3365"/>
                  </a:lnTo>
                  <a:lnTo>
                    <a:pt x="1530" y="3671"/>
                  </a:lnTo>
                  <a:lnTo>
                    <a:pt x="918" y="3365"/>
                  </a:lnTo>
                  <a:lnTo>
                    <a:pt x="1" y="3059"/>
                  </a:lnTo>
                  <a:lnTo>
                    <a:pt x="1" y="3059"/>
                  </a:lnTo>
                  <a:lnTo>
                    <a:pt x="1224" y="1224"/>
                  </a:lnTo>
                  <a:lnTo>
                    <a:pt x="1224" y="0"/>
                  </a:lnTo>
                  <a:lnTo>
                    <a:pt x="1224"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7" name="Google Shape;1857;p61"/>
            <p:cNvSpPr/>
            <p:nvPr/>
          </p:nvSpPr>
          <p:spPr>
            <a:xfrm>
              <a:off x="2743100" y="3014275"/>
              <a:ext cx="122400" cy="91800"/>
            </a:xfrm>
            <a:custGeom>
              <a:rect b="b" l="l" r="r" t="t"/>
              <a:pathLst>
                <a:path extrusionOk="0" fill="none" h="3672" w="4896">
                  <a:moveTo>
                    <a:pt x="1224" y="306"/>
                  </a:moveTo>
                  <a:lnTo>
                    <a:pt x="1836" y="612"/>
                  </a:lnTo>
                  <a:lnTo>
                    <a:pt x="4895" y="612"/>
                  </a:lnTo>
                  <a:lnTo>
                    <a:pt x="4895" y="3365"/>
                  </a:lnTo>
                  <a:lnTo>
                    <a:pt x="1836" y="3365"/>
                  </a:lnTo>
                  <a:lnTo>
                    <a:pt x="1530" y="3671"/>
                  </a:lnTo>
                  <a:lnTo>
                    <a:pt x="918" y="3365"/>
                  </a:lnTo>
                  <a:lnTo>
                    <a:pt x="1" y="3059"/>
                  </a:lnTo>
                  <a:lnTo>
                    <a:pt x="1" y="3059"/>
                  </a:lnTo>
                  <a:lnTo>
                    <a:pt x="1224" y="1224"/>
                  </a:lnTo>
                  <a:lnTo>
                    <a:pt x="1224" y="0"/>
                  </a:lnTo>
                  <a:lnTo>
                    <a:pt x="1224"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8" name="Google Shape;1858;p61"/>
            <p:cNvSpPr/>
            <p:nvPr/>
          </p:nvSpPr>
          <p:spPr>
            <a:xfrm>
              <a:off x="2681925" y="2930150"/>
              <a:ext cx="38275" cy="30600"/>
            </a:xfrm>
            <a:custGeom>
              <a:rect b="b" l="l" r="r" t="t"/>
              <a:pathLst>
                <a:path extrusionOk="0" h="1224" w="1531">
                  <a:moveTo>
                    <a:pt x="918" y="0"/>
                  </a:moveTo>
                  <a:lnTo>
                    <a:pt x="918" y="0"/>
                  </a:lnTo>
                  <a:lnTo>
                    <a:pt x="1224" y="0"/>
                  </a:lnTo>
                  <a:lnTo>
                    <a:pt x="1530" y="0"/>
                  </a:lnTo>
                  <a:lnTo>
                    <a:pt x="1530" y="306"/>
                  </a:lnTo>
                  <a:lnTo>
                    <a:pt x="1224" y="612"/>
                  </a:lnTo>
                  <a:lnTo>
                    <a:pt x="918" y="918"/>
                  </a:lnTo>
                  <a:lnTo>
                    <a:pt x="918" y="1224"/>
                  </a:lnTo>
                  <a:lnTo>
                    <a:pt x="306" y="1224"/>
                  </a:lnTo>
                  <a:lnTo>
                    <a:pt x="0" y="918"/>
                  </a:lnTo>
                  <a:lnTo>
                    <a:pt x="306" y="612"/>
                  </a:lnTo>
                  <a:lnTo>
                    <a:pt x="612" y="612"/>
                  </a:lnTo>
                  <a:lnTo>
                    <a:pt x="612" y="306"/>
                  </a:lnTo>
                  <a:lnTo>
                    <a:pt x="612" y="306"/>
                  </a:lnTo>
                  <a:lnTo>
                    <a:pt x="918"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59" name="Google Shape;1859;p61"/>
            <p:cNvSpPr/>
            <p:nvPr/>
          </p:nvSpPr>
          <p:spPr>
            <a:xfrm>
              <a:off x="2681925" y="2930150"/>
              <a:ext cx="38275" cy="30600"/>
            </a:xfrm>
            <a:custGeom>
              <a:rect b="b" l="l" r="r" t="t"/>
              <a:pathLst>
                <a:path extrusionOk="0" fill="none" h="1224" w="1531">
                  <a:moveTo>
                    <a:pt x="918" y="0"/>
                  </a:moveTo>
                  <a:lnTo>
                    <a:pt x="918" y="0"/>
                  </a:lnTo>
                  <a:lnTo>
                    <a:pt x="1224" y="0"/>
                  </a:lnTo>
                  <a:lnTo>
                    <a:pt x="1530" y="0"/>
                  </a:lnTo>
                  <a:lnTo>
                    <a:pt x="1530" y="306"/>
                  </a:lnTo>
                  <a:lnTo>
                    <a:pt x="1224" y="612"/>
                  </a:lnTo>
                  <a:lnTo>
                    <a:pt x="918" y="918"/>
                  </a:lnTo>
                  <a:lnTo>
                    <a:pt x="918" y="1224"/>
                  </a:lnTo>
                  <a:lnTo>
                    <a:pt x="306" y="1224"/>
                  </a:lnTo>
                  <a:lnTo>
                    <a:pt x="0" y="918"/>
                  </a:lnTo>
                  <a:lnTo>
                    <a:pt x="306" y="612"/>
                  </a:lnTo>
                  <a:lnTo>
                    <a:pt x="612" y="612"/>
                  </a:lnTo>
                  <a:lnTo>
                    <a:pt x="612" y="306"/>
                  </a:lnTo>
                  <a:lnTo>
                    <a:pt x="612" y="306"/>
                  </a:lnTo>
                  <a:lnTo>
                    <a:pt x="918"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0" name="Google Shape;1860;p61"/>
            <p:cNvSpPr/>
            <p:nvPr/>
          </p:nvSpPr>
          <p:spPr>
            <a:xfrm>
              <a:off x="2903700" y="689325"/>
              <a:ext cx="7675" cy="7675"/>
            </a:xfrm>
            <a:custGeom>
              <a:rect b="b" l="l" r="r" t="t"/>
              <a:pathLst>
                <a:path extrusionOk="0" h="307" w="307">
                  <a:moveTo>
                    <a:pt x="307" y="307"/>
                  </a:moveTo>
                  <a:lnTo>
                    <a:pt x="307" y="307"/>
                  </a:lnTo>
                  <a:lnTo>
                    <a:pt x="1" y="307"/>
                  </a:lnTo>
                  <a:lnTo>
                    <a:pt x="1" y="1"/>
                  </a:lnTo>
                  <a:lnTo>
                    <a:pt x="307" y="307"/>
                  </a:lnTo>
                  <a:lnTo>
                    <a:pt x="307"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1" name="Google Shape;1861;p61"/>
            <p:cNvSpPr/>
            <p:nvPr/>
          </p:nvSpPr>
          <p:spPr>
            <a:xfrm>
              <a:off x="2903700" y="689325"/>
              <a:ext cx="7675" cy="7675"/>
            </a:xfrm>
            <a:custGeom>
              <a:rect b="b" l="l" r="r" t="t"/>
              <a:pathLst>
                <a:path extrusionOk="0" fill="none" h="307" w="307">
                  <a:moveTo>
                    <a:pt x="307" y="307"/>
                  </a:moveTo>
                  <a:lnTo>
                    <a:pt x="307" y="307"/>
                  </a:lnTo>
                  <a:lnTo>
                    <a:pt x="1" y="307"/>
                  </a:lnTo>
                  <a:lnTo>
                    <a:pt x="1" y="1"/>
                  </a:lnTo>
                  <a:lnTo>
                    <a:pt x="307" y="307"/>
                  </a:lnTo>
                  <a:lnTo>
                    <a:pt x="307"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2" name="Google Shape;1862;p61"/>
            <p:cNvSpPr/>
            <p:nvPr/>
          </p:nvSpPr>
          <p:spPr>
            <a:xfrm>
              <a:off x="2957250" y="765800"/>
              <a:ext cx="7675" cy="7675"/>
            </a:xfrm>
            <a:custGeom>
              <a:rect b="b" l="l" r="r" t="t"/>
              <a:pathLst>
                <a:path extrusionOk="0" h="307" w="307">
                  <a:moveTo>
                    <a:pt x="306" y="1"/>
                  </a:moveTo>
                  <a:lnTo>
                    <a:pt x="306" y="307"/>
                  </a:lnTo>
                  <a:lnTo>
                    <a:pt x="0" y="307"/>
                  </a:lnTo>
                  <a:lnTo>
                    <a:pt x="0"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3" name="Google Shape;1863;p61"/>
            <p:cNvSpPr/>
            <p:nvPr/>
          </p:nvSpPr>
          <p:spPr>
            <a:xfrm>
              <a:off x="2957250" y="765800"/>
              <a:ext cx="7675" cy="7675"/>
            </a:xfrm>
            <a:custGeom>
              <a:rect b="b" l="l" r="r" t="t"/>
              <a:pathLst>
                <a:path extrusionOk="0" fill="none" h="307" w="307">
                  <a:moveTo>
                    <a:pt x="306" y="1"/>
                  </a:moveTo>
                  <a:lnTo>
                    <a:pt x="306" y="307"/>
                  </a:lnTo>
                  <a:lnTo>
                    <a:pt x="0" y="307"/>
                  </a:lnTo>
                  <a:lnTo>
                    <a:pt x="0"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4" name="Google Shape;1864;p61"/>
            <p:cNvSpPr/>
            <p:nvPr/>
          </p:nvSpPr>
          <p:spPr>
            <a:xfrm>
              <a:off x="4333850" y="957000"/>
              <a:ext cx="275350" cy="305950"/>
            </a:xfrm>
            <a:custGeom>
              <a:rect b="b" l="l" r="r" t="t"/>
              <a:pathLst>
                <a:path extrusionOk="0" h="12238" w="11014">
                  <a:moveTo>
                    <a:pt x="10707" y="3672"/>
                  </a:moveTo>
                  <a:lnTo>
                    <a:pt x="10096" y="3978"/>
                  </a:lnTo>
                  <a:lnTo>
                    <a:pt x="5201" y="5507"/>
                  </a:lnTo>
                  <a:lnTo>
                    <a:pt x="6425" y="7037"/>
                  </a:lnTo>
                  <a:lnTo>
                    <a:pt x="7648" y="8566"/>
                  </a:lnTo>
                  <a:lnTo>
                    <a:pt x="7036" y="8872"/>
                  </a:lnTo>
                  <a:lnTo>
                    <a:pt x="6425" y="9790"/>
                  </a:lnTo>
                  <a:lnTo>
                    <a:pt x="4589" y="10402"/>
                  </a:lnTo>
                  <a:lnTo>
                    <a:pt x="3977" y="11320"/>
                  </a:lnTo>
                  <a:lnTo>
                    <a:pt x="3366" y="11931"/>
                  </a:lnTo>
                  <a:lnTo>
                    <a:pt x="2754" y="12237"/>
                  </a:lnTo>
                  <a:lnTo>
                    <a:pt x="0" y="11625"/>
                  </a:lnTo>
                  <a:lnTo>
                    <a:pt x="306" y="11014"/>
                  </a:lnTo>
                  <a:lnTo>
                    <a:pt x="612" y="9484"/>
                  </a:lnTo>
                  <a:lnTo>
                    <a:pt x="612" y="8260"/>
                  </a:lnTo>
                  <a:lnTo>
                    <a:pt x="1224" y="7037"/>
                  </a:lnTo>
                  <a:lnTo>
                    <a:pt x="1530" y="5507"/>
                  </a:lnTo>
                  <a:lnTo>
                    <a:pt x="1530" y="4589"/>
                  </a:lnTo>
                  <a:lnTo>
                    <a:pt x="1530" y="2754"/>
                  </a:lnTo>
                  <a:lnTo>
                    <a:pt x="1836" y="2142"/>
                  </a:lnTo>
                  <a:lnTo>
                    <a:pt x="1836" y="2142"/>
                  </a:lnTo>
                  <a:lnTo>
                    <a:pt x="2142" y="1836"/>
                  </a:lnTo>
                  <a:lnTo>
                    <a:pt x="2448" y="1836"/>
                  </a:lnTo>
                  <a:lnTo>
                    <a:pt x="3060" y="2448"/>
                  </a:lnTo>
                  <a:lnTo>
                    <a:pt x="3977" y="3060"/>
                  </a:lnTo>
                  <a:lnTo>
                    <a:pt x="4895" y="3060"/>
                  </a:lnTo>
                  <a:lnTo>
                    <a:pt x="9790" y="1"/>
                  </a:lnTo>
                  <a:lnTo>
                    <a:pt x="10402" y="2448"/>
                  </a:lnTo>
                  <a:lnTo>
                    <a:pt x="10096" y="2754"/>
                  </a:lnTo>
                  <a:lnTo>
                    <a:pt x="10402" y="3060"/>
                  </a:lnTo>
                  <a:lnTo>
                    <a:pt x="10707" y="3060"/>
                  </a:lnTo>
                  <a:lnTo>
                    <a:pt x="11013" y="3060"/>
                  </a:lnTo>
                  <a:lnTo>
                    <a:pt x="10707" y="367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5" name="Google Shape;1865;p61"/>
            <p:cNvSpPr/>
            <p:nvPr/>
          </p:nvSpPr>
          <p:spPr>
            <a:xfrm>
              <a:off x="4333850" y="957000"/>
              <a:ext cx="275350" cy="305950"/>
            </a:xfrm>
            <a:custGeom>
              <a:rect b="b" l="l" r="r" t="t"/>
              <a:pathLst>
                <a:path extrusionOk="0" fill="none" h="12238" w="11014">
                  <a:moveTo>
                    <a:pt x="10707" y="3672"/>
                  </a:moveTo>
                  <a:lnTo>
                    <a:pt x="10096" y="3978"/>
                  </a:lnTo>
                  <a:lnTo>
                    <a:pt x="5201" y="5507"/>
                  </a:lnTo>
                  <a:lnTo>
                    <a:pt x="6425" y="7037"/>
                  </a:lnTo>
                  <a:lnTo>
                    <a:pt x="7648" y="8566"/>
                  </a:lnTo>
                  <a:lnTo>
                    <a:pt x="7036" y="8872"/>
                  </a:lnTo>
                  <a:lnTo>
                    <a:pt x="6425" y="9790"/>
                  </a:lnTo>
                  <a:lnTo>
                    <a:pt x="4589" y="10402"/>
                  </a:lnTo>
                  <a:lnTo>
                    <a:pt x="3977" y="11320"/>
                  </a:lnTo>
                  <a:lnTo>
                    <a:pt x="3366" y="11931"/>
                  </a:lnTo>
                  <a:lnTo>
                    <a:pt x="2754" y="12237"/>
                  </a:lnTo>
                  <a:lnTo>
                    <a:pt x="0" y="11625"/>
                  </a:lnTo>
                  <a:lnTo>
                    <a:pt x="306" y="11014"/>
                  </a:lnTo>
                  <a:lnTo>
                    <a:pt x="612" y="9484"/>
                  </a:lnTo>
                  <a:lnTo>
                    <a:pt x="612" y="8260"/>
                  </a:lnTo>
                  <a:lnTo>
                    <a:pt x="1224" y="7037"/>
                  </a:lnTo>
                  <a:lnTo>
                    <a:pt x="1530" y="5507"/>
                  </a:lnTo>
                  <a:lnTo>
                    <a:pt x="1530" y="4589"/>
                  </a:lnTo>
                  <a:lnTo>
                    <a:pt x="1530" y="2754"/>
                  </a:lnTo>
                  <a:lnTo>
                    <a:pt x="1836" y="2142"/>
                  </a:lnTo>
                  <a:lnTo>
                    <a:pt x="1836" y="2142"/>
                  </a:lnTo>
                  <a:lnTo>
                    <a:pt x="2142" y="1836"/>
                  </a:lnTo>
                  <a:lnTo>
                    <a:pt x="2448" y="1836"/>
                  </a:lnTo>
                  <a:lnTo>
                    <a:pt x="3060" y="2448"/>
                  </a:lnTo>
                  <a:lnTo>
                    <a:pt x="3977" y="3060"/>
                  </a:lnTo>
                  <a:lnTo>
                    <a:pt x="4895" y="3060"/>
                  </a:lnTo>
                  <a:lnTo>
                    <a:pt x="9790" y="1"/>
                  </a:lnTo>
                  <a:lnTo>
                    <a:pt x="10402" y="2448"/>
                  </a:lnTo>
                  <a:lnTo>
                    <a:pt x="10096" y="2754"/>
                  </a:lnTo>
                  <a:lnTo>
                    <a:pt x="10402" y="3060"/>
                  </a:lnTo>
                  <a:lnTo>
                    <a:pt x="10707" y="3060"/>
                  </a:lnTo>
                  <a:lnTo>
                    <a:pt x="11013" y="3060"/>
                  </a:lnTo>
                  <a:lnTo>
                    <a:pt x="10707" y="367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6" name="Google Shape;1866;p61"/>
            <p:cNvSpPr/>
            <p:nvPr/>
          </p:nvSpPr>
          <p:spPr>
            <a:xfrm>
              <a:off x="4272675" y="2876600"/>
              <a:ext cx="497125" cy="573625"/>
            </a:xfrm>
            <a:custGeom>
              <a:rect b="b" l="l" r="r" t="t"/>
              <a:pathLst>
                <a:path extrusionOk="0" h="22945" w="19885">
                  <a:moveTo>
                    <a:pt x="11625" y="2448"/>
                  </a:moveTo>
                  <a:lnTo>
                    <a:pt x="13766" y="2754"/>
                  </a:lnTo>
                  <a:lnTo>
                    <a:pt x="14072" y="2754"/>
                  </a:lnTo>
                  <a:lnTo>
                    <a:pt x="14990" y="1836"/>
                  </a:lnTo>
                  <a:lnTo>
                    <a:pt x="17131" y="919"/>
                  </a:lnTo>
                  <a:lnTo>
                    <a:pt x="18049" y="1530"/>
                  </a:lnTo>
                  <a:lnTo>
                    <a:pt x="19884" y="1530"/>
                  </a:lnTo>
                  <a:lnTo>
                    <a:pt x="18355" y="3366"/>
                  </a:lnTo>
                  <a:lnTo>
                    <a:pt x="17743" y="4589"/>
                  </a:lnTo>
                  <a:lnTo>
                    <a:pt x="17743" y="10096"/>
                  </a:lnTo>
                  <a:lnTo>
                    <a:pt x="17743" y="12237"/>
                  </a:lnTo>
                  <a:lnTo>
                    <a:pt x="17743" y="12849"/>
                  </a:lnTo>
                  <a:lnTo>
                    <a:pt x="17743" y="13461"/>
                  </a:lnTo>
                  <a:lnTo>
                    <a:pt x="18049" y="14073"/>
                  </a:lnTo>
                  <a:lnTo>
                    <a:pt x="18661" y="14990"/>
                  </a:lnTo>
                  <a:lnTo>
                    <a:pt x="18967" y="15602"/>
                  </a:lnTo>
                  <a:lnTo>
                    <a:pt x="18355" y="16214"/>
                  </a:lnTo>
                  <a:lnTo>
                    <a:pt x="17437" y="16520"/>
                  </a:lnTo>
                  <a:lnTo>
                    <a:pt x="17437" y="17132"/>
                  </a:lnTo>
                  <a:lnTo>
                    <a:pt x="17437" y="17132"/>
                  </a:lnTo>
                  <a:lnTo>
                    <a:pt x="17131" y="17132"/>
                  </a:lnTo>
                  <a:lnTo>
                    <a:pt x="17131" y="17438"/>
                  </a:lnTo>
                  <a:lnTo>
                    <a:pt x="16825" y="17744"/>
                  </a:lnTo>
                  <a:lnTo>
                    <a:pt x="16214" y="17744"/>
                  </a:lnTo>
                  <a:lnTo>
                    <a:pt x="15602" y="18050"/>
                  </a:lnTo>
                  <a:lnTo>
                    <a:pt x="15602" y="18356"/>
                  </a:lnTo>
                  <a:lnTo>
                    <a:pt x="15296" y="19579"/>
                  </a:lnTo>
                  <a:lnTo>
                    <a:pt x="14990" y="19885"/>
                  </a:lnTo>
                  <a:lnTo>
                    <a:pt x="14684" y="21109"/>
                  </a:lnTo>
                  <a:lnTo>
                    <a:pt x="14072" y="22332"/>
                  </a:lnTo>
                  <a:lnTo>
                    <a:pt x="13766" y="22944"/>
                  </a:lnTo>
                  <a:lnTo>
                    <a:pt x="13460" y="22944"/>
                  </a:lnTo>
                  <a:lnTo>
                    <a:pt x="13154" y="22944"/>
                  </a:lnTo>
                  <a:lnTo>
                    <a:pt x="9789" y="20803"/>
                  </a:lnTo>
                  <a:lnTo>
                    <a:pt x="9178" y="20191"/>
                  </a:lnTo>
                  <a:lnTo>
                    <a:pt x="9483" y="19579"/>
                  </a:lnTo>
                  <a:lnTo>
                    <a:pt x="9178" y="18967"/>
                  </a:lnTo>
                  <a:lnTo>
                    <a:pt x="2142" y="14990"/>
                  </a:lnTo>
                  <a:lnTo>
                    <a:pt x="918" y="14073"/>
                  </a:lnTo>
                  <a:lnTo>
                    <a:pt x="0" y="14073"/>
                  </a:lnTo>
                  <a:lnTo>
                    <a:pt x="0" y="12849"/>
                  </a:lnTo>
                  <a:lnTo>
                    <a:pt x="0" y="12237"/>
                  </a:lnTo>
                  <a:lnTo>
                    <a:pt x="0" y="11931"/>
                  </a:lnTo>
                  <a:lnTo>
                    <a:pt x="0" y="11014"/>
                  </a:lnTo>
                  <a:lnTo>
                    <a:pt x="306" y="10402"/>
                  </a:lnTo>
                  <a:lnTo>
                    <a:pt x="612" y="10096"/>
                  </a:lnTo>
                  <a:lnTo>
                    <a:pt x="612" y="10096"/>
                  </a:lnTo>
                  <a:lnTo>
                    <a:pt x="1224" y="9178"/>
                  </a:lnTo>
                  <a:lnTo>
                    <a:pt x="1530" y="8872"/>
                  </a:lnTo>
                  <a:lnTo>
                    <a:pt x="2142" y="8260"/>
                  </a:lnTo>
                  <a:lnTo>
                    <a:pt x="2142" y="7955"/>
                  </a:lnTo>
                  <a:lnTo>
                    <a:pt x="2753" y="7343"/>
                  </a:lnTo>
                  <a:lnTo>
                    <a:pt x="2753" y="6731"/>
                  </a:lnTo>
                  <a:lnTo>
                    <a:pt x="2447" y="5201"/>
                  </a:lnTo>
                  <a:lnTo>
                    <a:pt x="2142" y="4284"/>
                  </a:lnTo>
                  <a:lnTo>
                    <a:pt x="1836" y="4284"/>
                  </a:lnTo>
                  <a:lnTo>
                    <a:pt x="1224" y="3060"/>
                  </a:lnTo>
                  <a:lnTo>
                    <a:pt x="1224" y="2448"/>
                  </a:lnTo>
                  <a:lnTo>
                    <a:pt x="612" y="1836"/>
                  </a:lnTo>
                  <a:lnTo>
                    <a:pt x="306" y="919"/>
                  </a:lnTo>
                  <a:lnTo>
                    <a:pt x="1224" y="1"/>
                  </a:lnTo>
                  <a:lnTo>
                    <a:pt x="3977" y="1"/>
                  </a:lnTo>
                  <a:lnTo>
                    <a:pt x="5201" y="1"/>
                  </a:lnTo>
                  <a:lnTo>
                    <a:pt x="5507" y="307"/>
                  </a:lnTo>
                  <a:lnTo>
                    <a:pt x="7342" y="307"/>
                  </a:lnTo>
                  <a:lnTo>
                    <a:pt x="10401" y="2448"/>
                  </a:lnTo>
                  <a:lnTo>
                    <a:pt x="11625" y="2448"/>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7" name="Google Shape;1867;p61"/>
            <p:cNvSpPr/>
            <p:nvPr/>
          </p:nvSpPr>
          <p:spPr>
            <a:xfrm>
              <a:off x="4272675" y="2876600"/>
              <a:ext cx="497125" cy="573625"/>
            </a:xfrm>
            <a:custGeom>
              <a:rect b="b" l="l" r="r" t="t"/>
              <a:pathLst>
                <a:path extrusionOk="0" fill="none" h="22945" w="19885">
                  <a:moveTo>
                    <a:pt x="11625" y="2448"/>
                  </a:moveTo>
                  <a:lnTo>
                    <a:pt x="13766" y="2754"/>
                  </a:lnTo>
                  <a:lnTo>
                    <a:pt x="14072" y="2754"/>
                  </a:lnTo>
                  <a:lnTo>
                    <a:pt x="14990" y="1836"/>
                  </a:lnTo>
                  <a:lnTo>
                    <a:pt x="17131" y="919"/>
                  </a:lnTo>
                  <a:lnTo>
                    <a:pt x="18049" y="1530"/>
                  </a:lnTo>
                  <a:lnTo>
                    <a:pt x="19884" y="1530"/>
                  </a:lnTo>
                  <a:lnTo>
                    <a:pt x="18355" y="3366"/>
                  </a:lnTo>
                  <a:lnTo>
                    <a:pt x="17743" y="4589"/>
                  </a:lnTo>
                  <a:lnTo>
                    <a:pt x="17743" y="10096"/>
                  </a:lnTo>
                  <a:lnTo>
                    <a:pt x="17743" y="12237"/>
                  </a:lnTo>
                  <a:lnTo>
                    <a:pt x="17743" y="12849"/>
                  </a:lnTo>
                  <a:lnTo>
                    <a:pt x="17743" y="13461"/>
                  </a:lnTo>
                  <a:lnTo>
                    <a:pt x="18049" y="14073"/>
                  </a:lnTo>
                  <a:lnTo>
                    <a:pt x="18661" y="14990"/>
                  </a:lnTo>
                  <a:lnTo>
                    <a:pt x="18967" y="15602"/>
                  </a:lnTo>
                  <a:lnTo>
                    <a:pt x="18355" y="16214"/>
                  </a:lnTo>
                  <a:lnTo>
                    <a:pt x="17437" y="16520"/>
                  </a:lnTo>
                  <a:lnTo>
                    <a:pt x="17437" y="17132"/>
                  </a:lnTo>
                  <a:lnTo>
                    <a:pt x="17437" y="17132"/>
                  </a:lnTo>
                  <a:lnTo>
                    <a:pt x="17131" y="17132"/>
                  </a:lnTo>
                  <a:lnTo>
                    <a:pt x="17131" y="17438"/>
                  </a:lnTo>
                  <a:lnTo>
                    <a:pt x="16825" y="17744"/>
                  </a:lnTo>
                  <a:lnTo>
                    <a:pt x="16214" y="17744"/>
                  </a:lnTo>
                  <a:lnTo>
                    <a:pt x="15602" y="18050"/>
                  </a:lnTo>
                  <a:lnTo>
                    <a:pt x="15602" y="18356"/>
                  </a:lnTo>
                  <a:lnTo>
                    <a:pt x="15296" y="19579"/>
                  </a:lnTo>
                  <a:lnTo>
                    <a:pt x="14990" y="19885"/>
                  </a:lnTo>
                  <a:lnTo>
                    <a:pt x="14684" y="21109"/>
                  </a:lnTo>
                  <a:lnTo>
                    <a:pt x="14072" y="22332"/>
                  </a:lnTo>
                  <a:lnTo>
                    <a:pt x="13766" y="22944"/>
                  </a:lnTo>
                  <a:lnTo>
                    <a:pt x="13460" y="22944"/>
                  </a:lnTo>
                  <a:lnTo>
                    <a:pt x="13154" y="22944"/>
                  </a:lnTo>
                  <a:lnTo>
                    <a:pt x="9789" y="20803"/>
                  </a:lnTo>
                  <a:lnTo>
                    <a:pt x="9178" y="20191"/>
                  </a:lnTo>
                  <a:lnTo>
                    <a:pt x="9483" y="19579"/>
                  </a:lnTo>
                  <a:lnTo>
                    <a:pt x="9178" y="18967"/>
                  </a:lnTo>
                  <a:lnTo>
                    <a:pt x="2142" y="14990"/>
                  </a:lnTo>
                  <a:lnTo>
                    <a:pt x="918" y="14073"/>
                  </a:lnTo>
                  <a:lnTo>
                    <a:pt x="0" y="14073"/>
                  </a:lnTo>
                  <a:lnTo>
                    <a:pt x="0" y="12849"/>
                  </a:lnTo>
                  <a:lnTo>
                    <a:pt x="0" y="12237"/>
                  </a:lnTo>
                  <a:lnTo>
                    <a:pt x="0" y="11931"/>
                  </a:lnTo>
                  <a:lnTo>
                    <a:pt x="0" y="11014"/>
                  </a:lnTo>
                  <a:lnTo>
                    <a:pt x="306" y="10402"/>
                  </a:lnTo>
                  <a:lnTo>
                    <a:pt x="612" y="10096"/>
                  </a:lnTo>
                  <a:lnTo>
                    <a:pt x="612" y="10096"/>
                  </a:lnTo>
                  <a:lnTo>
                    <a:pt x="1224" y="9178"/>
                  </a:lnTo>
                  <a:lnTo>
                    <a:pt x="1530" y="8872"/>
                  </a:lnTo>
                  <a:lnTo>
                    <a:pt x="2142" y="8260"/>
                  </a:lnTo>
                  <a:lnTo>
                    <a:pt x="2142" y="7955"/>
                  </a:lnTo>
                  <a:lnTo>
                    <a:pt x="2753" y="7343"/>
                  </a:lnTo>
                  <a:lnTo>
                    <a:pt x="2753" y="6731"/>
                  </a:lnTo>
                  <a:lnTo>
                    <a:pt x="2447" y="5201"/>
                  </a:lnTo>
                  <a:lnTo>
                    <a:pt x="2142" y="4284"/>
                  </a:lnTo>
                  <a:lnTo>
                    <a:pt x="1836" y="4284"/>
                  </a:lnTo>
                  <a:lnTo>
                    <a:pt x="1224" y="3060"/>
                  </a:lnTo>
                  <a:lnTo>
                    <a:pt x="1224" y="2448"/>
                  </a:lnTo>
                  <a:lnTo>
                    <a:pt x="612" y="1836"/>
                  </a:lnTo>
                  <a:lnTo>
                    <a:pt x="306" y="919"/>
                  </a:lnTo>
                  <a:lnTo>
                    <a:pt x="1224" y="1"/>
                  </a:lnTo>
                  <a:lnTo>
                    <a:pt x="3977" y="1"/>
                  </a:lnTo>
                  <a:lnTo>
                    <a:pt x="5201" y="1"/>
                  </a:lnTo>
                  <a:lnTo>
                    <a:pt x="5507" y="307"/>
                  </a:lnTo>
                  <a:lnTo>
                    <a:pt x="7342" y="307"/>
                  </a:lnTo>
                  <a:lnTo>
                    <a:pt x="10401" y="2448"/>
                  </a:lnTo>
                  <a:lnTo>
                    <a:pt x="11625" y="2448"/>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8" name="Google Shape;1868;p61"/>
            <p:cNvSpPr/>
            <p:nvPr/>
          </p:nvSpPr>
          <p:spPr>
            <a:xfrm>
              <a:off x="4716250" y="3289600"/>
              <a:ext cx="7650" cy="7650"/>
            </a:xfrm>
            <a:custGeom>
              <a:rect b="b" l="l" r="r" t="t"/>
              <a:pathLst>
                <a:path extrusionOk="0" h="306" w="306">
                  <a:moveTo>
                    <a:pt x="306" y="306"/>
                  </a:moveTo>
                  <a:lnTo>
                    <a:pt x="0" y="306"/>
                  </a:lnTo>
                  <a:lnTo>
                    <a:pt x="0" y="306"/>
                  </a:lnTo>
                  <a:lnTo>
                    <a:pt x="306"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69" name="Google Shape;1869;p61"/>
            <p:cNvSpPr/>
            <p:nvPr/>
          </p:nvSpPr>
          <p:spPr>
            <a:xfrm>
              <a:off x="4716250" y="3289600"/>
              <a:ext cx="7650" cy="7650"/>
            </a:xfrm>
            <a:custGeom>
              <a:rect b="b" l="l" r="r" t="t"/>
              <a:pathLst>
                <a:path extrusionOk="0" fill="none" h="306" w="306">
                  <a:moveTo>
                    <a:pt x="306" y="306"/>
                  </a:moveTo>
                  <a:lnTo>
                    <a:pt x="0" y="306"/>
                  </a:lnTo>
                  <a:lnTo>
                    <a:pt x="0" y="306"/>
                  </a:lnTo>
                  <a:lnTo>
                    <a:pt x="306"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0" name="Google Shape;1870;p61"/>
            <p:cNvSpPr/>
            <p:nvPr/>
          </p:nvSpPr>
          <p:spPr>
            <a:xfrm>
              <a:off x="4295600" y="964650"/>
              <a:ext cx="84150" cy="275350"/>
            </a:xfrm>
            <a:custGeom>
              <a:rect b="b" l="l" r="r" t="t"/>
              <a:pathLst>
                <a:path extrusionOk="0" h="11014" w="3366">
                  <a:moveTo>
                    <a:pt x="3366" y="1"/>
                  </a:moveTo>
                  <a:lnTo>
                    <a:pt x="3366" y="1"/>
                  </a:lnTo>
                  <a:lnTo>
                    <a:pt x="3366" y="918"/>
                  </a:lnTo>
                  <a:lnTo>
                    <a:pt x="3366" y="1836"/>
                  </a:lnTo>
                  <a:lnTo>
                    <a:pt x="3366" y="1836"/>
                  </a:lnTo>
                  <a:lnTo>
                    <a:pt x="3060" y="2448"/>
                  </a:lnTo>
                  <a:lnTo>
                    <a:pt x="2448" y="2142"/>
                  </a:lnTo>
                  <a:lnTo>
                    <a:pt x="1836" y="2448"/>
                  </a:lnTo>
                  <a:lnTo>
                    <a:pt x="1836" y="3060"/>
                  </a:lnTo>
                  <a:lnTo>
                    <a:pt x="1836" y="4283"/>
                  </a:lnTo>
                  <a:lnTo>
                    <a:pt x="2448" y="4283"/>
                  </a:lnTo>
                  <a:lnTo>
                    <a:pt x="1836" y="4895"/>
                  </a:lnTo>
                  <a:lnTo>
                    <a:pt x="1530" y="5507"/>
                  </a:lnTo>
                  <a:lnTo>
                    <a:pt x="1530" y="5507"/>
                  </a:lnTo>
                  <a:lnTo>
                    <a:pt x="2142" y="5507"/>
                  </a:lnTo>
                  <a:lnTo>
                    <a:pt x="3060" y="5201"/>
                  </a:lnTo>
                  <a:lnTo>
                    <a:pt x="2754" y="6731"/>
                  </a:lnTo>
                  <a:lnTo>
                    <a:pt x="2142" y="7954"/>
                  </a:lnTo>
                  <a:lnTo>
                    <a:pt x="2142" y="9178"/>
                  </a:lnTo>
                  <a:lnTo>
                    <a:pt x="1836" y="10708"/>
                  </a:lnTo>
                  <a:lnTo>
                    <a:pt x="1530" y="11014"/>
                  </a:lnTo>
                  <a:lnTo>
                    <a:pt x="307" y="6731"/>
                  </a:lnTo>
                  <a:lnTo>
                    <a:pt x="1" y="6119"/>
                  </a:lnTo>
                  <a:lnTo>
                    <a:pt x="613" y="5201"/>
                  </a:lnTo>
                  <a:lnTo>
                    <a:pt x="613" y="4895"/>
                  </a:lnTo>
                  <a:lnTo>
                    <a:pt x="1225" y="3672"/>
                  </a:lnTo>
                  <a:lnTo>
                    <a:pt x="1530" y="1224"/>
                  </a:lnTo>
                  <a:lnTo>
                    <a:pt x="1836" y="1224"/>
                  </a:lnTo>
                  <a:lnTo>
                    <a:pt x="2142" y="613"/>
                  </a:lnTo>
                  <a:lnTo>
                    <a:pt x="2754" y="613"/>
                  </a:lnTo>
                  <a:lnTo>
                    <a:pt x="3060" y="1"/>
                  </a:lnTo>
                  <a:lnTo>
                    <a:pt x="336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1" name="Google Shape;1871;p61"/>
            <p:cNvSpPr/>
            <p:nvPr/>
          </p:nvSpPr>
          <p:spPr>
            <a:xfrm>
              <a:off x="4295600" y="964650"/>
              <a:ext cx="84150" cy="275350"/>
            </a:xfrm>
            <a:custGeom>
              <a:rect b="b" l="l" r="r" t="t"/>
              <a:pathLst>
                <a:path extrusionOk="0" fill="none" h="11014" w="3366">
                  <a:moveTo>
                    <a:pt x="3366" y="1"/>
                  </a:moveTo>
                  <a:lnTo>
                    <a:pt x="3366" y="1"/>
                  </a:lnTo>
                  <a:lnTo>
                    <a:pt x="3366" y="918"/>
                  </a:lnTo>
                  <a:lnTo>
                    <a:pt x="3366" y="1836"/>
                  </a:lnTo>
                  <a:lnTo>
                    <a:pt x="3366" y="1836"/>
                  </a:lnTo>
                  <a:lnTo>
                    <a:pt x="3060" y="2448"/>
                  </a:lnTo>
                  <a:lnTo>
                    <a:pt x="2448" y="2142"/>
                  </a:lnTo>
                  <a:lnTo>
                    <a:pt x="1836" y="2448"/>
                  </a:lnTo>
                  <a:lnTo>
                    <a:pt x="1836" y="3060"/>
                  </a:lnTo>
                  <a:lnTo>
                    <a:pt x="1836" y="4283"/>
                  </a:lnTo>
                  <a:lnTo>
                    <a:pt x="2448" y="4283"/>
                  </a:lnTo>
                  <a:lnTo>
                    <a:pt x="1836" y="4895"/>
                  </a:lnTo>
                  <a:lnTo>
                    <a:pt x="1530" y="5507"/>
                  </a:lnTo>
                  <a:lnTo>
                    <a:pt x="1530" y="5507"/>
                  </a:lnTo>
                  <a:lnTo>
                    <a:pt x="2142" y="5507"/>
                  </a:lnTo>
                  <a:lnTo>
                    <a:pt x="3060" y="5201"/>
                  </a:lnTo>
                  <a:lnTo>
                    <a:pt x="2754" y="6731"/>
                  </a:lnTo>
                  <a:lnTo>
                    <a:pt x="2142" y="7954"/>
                  </a:lnTo>
                  <a:lnTo>
                    <a:pt x="2142" y="9178"/>
                  </a:lnTo>
                  <a:lnTo>
                    <a:pt x="1836" y="10708"/>
                  </a:lnTo>
                  <a:lnTo>
                    <a:pt x="1530" y="11014"/>
                  </a:lnTo>
                  <a:lnTo>
                    <a:pt x="307" y="6731"/>
                  </a:lnTo>
                  <a:lnTo>
                    <a:pt x="1" y="6119"/>
                  </a:lnTo>
                  <a:lnTo>
                    <a:pt x="613" y="5201"/>
                  </a:lnTo>
                  <a:lnTo>
                    <a:pt x="613" y="4895"/>
                  </a:lnTo>
                  <a:lnTo>
                    <a:pt x="1225" y="3672"/>
                  </a:lnTo>
                  <a:lnTo>
                    <a:pt x="1530" y="1224"/>
                  </a:lnTo>
                  <a:lnTo>
                    <a:pt x="1836" y="1224"/>
                  </a:lnTo>
                  <a:lnTo>
                    <a:pt x="2142" y="613"/>
                  </a:lnTo>
                  <a:lnTo>
                    <a:pt x="2754" y="613"/>
                  </a:lnTo>
                  <a:lnTo>
                    <a:pt x="3060" y="1"/>
                  </a:lnTo>
                  <a:lnTo>
                    <a:pt x="336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2" name="Google Shape;1872;p61"/>
            <p:cNvSpPr/>
            <p:nvPr/>
          </p:nvSpPr>
          <p:spPr>
            <a:xfrm>
              <a:off x="4578575" y="651100"/>
              <a:ext cx="604200" cy="619500"/>
            </a:xfrm>
            <a:custGeom>
              <a:rect b="b" l="l" r="r" t="t"/>
              <a:pathLst>
                <a:path extrusionOk="0" h="24780" w="24168">
                  <a:moveTo>
                    <a:pt x="11319" y="306"/>
                  </a:moveTo>
                  <a:lnTo>
                    <a:pt x="12543" y="306"/>
                  </a:lnTo>
                  <a:lnTo>
                    <a:pt x="12849" y="306"/>
                  </a:lnTo>
                  <a:lnTo>
                    <a:pt x="13155" y="306"/>
                  </a:lnTo>
                  <a:lnTo>
                    <a:pt x="13155" y="306"/>
                  </a:lnTo>
                  <a:lnTo>
                    <a:pt x="13461" y="306"/>
                  </a:lnTo>
                  <a:lnTo>
                    <a:pt x="13461" y="918"/>
                  </a:lnTo>
                  <a:lnTo>
                    <a:pt x="13461" y="1224"/>
                  </a:lnTo>
                  <a:lnTo>
                    <a:pt x="14379" y="612"/>
                  </a:lnTo>
                  <a:lnTo>
                    <a:pt x="14990" y="612"/>
                  </a:lnTo>
                  <a:lnTo>
                    <a:pt x="14990" y="1224"/>
                  </a:lnTo>
                  <a:lnTo>
                    <a:pt x="14990" y="1836"/>
                  </a:lnTo>
                  <a:lnTo>
                    <a:pt x="15602" y="2142"/>
                  </a:lnTo>
                  <a:lnTo>
                    <a:pt x="15602" y="2753"/>
                  </a:lnTo>
                  <a:lnTo>
                    <a:pt x="15908" y="3059"/>
                  </a:lnTo>
                  <a:lnTo>
                    <a:pt x="16214" y="4283"/>
                  </a:lnTo>
                  <a:lnTo>
                    <a:pt x="16826" y="4283"/>
                  </a:lnTo>
                  <a:lnTo>
                    <a:pt x="17132" y="4589"/>
                  </a:lnTo>
                  <a:lnTo>
                    <a:pt x="17438" y="4895"/>
                  </a:lnTo>
                  <a:lnTo>
                    <a:pt x="18049" y="4589"/>
                  </a:lnTo>
                  <a:lnTo>
                    <a:pt x="18355" y="4895"/>
                  </a:lnTo>
                  <a:lnTo>
                    <a:pt x="17744" y="5507"/>
                  </a:lnTo>
                  <a:lnTo>
                    <a:pt x="18355" y="7036"/>
                  </a:lnTo>
                  <a:lnTo>
                    <a:pt x="17744" y="7036"/>
                  </a:lnTo>
                  <a:lnTo>
                    <a:pt x="17132" y="7954"/>
                  </a:lnTo>
                  <a:lnTo>
                    <a:pt x="17132" y="8566"/>
                  </a:lnTo>
                  <a:lnTo>
                    <a:pt x="17132" y="8566"/>
                  </a:lnTo>
                  <a:lnTo>
                    <a:pt x="16826" y="8566"/>
                  </a:lnTo>
                  <a:lnTo>
                    <a:pt x="16520" y="8872"/>
                  </a:lnTo>
                  <a:lnTo>
                    <a:pt x="16826" y="9789"/>
                  </a:lnTo>
                  <a:lnTo>
                    <a:pt x="16520" y="10401"/>
                  </a:lnTo>
                  <a:lnTo>
                    <a:pt x="17132" y="11013"/>
                  </a:lnTo>
                  <a:lnTo>
                    <a:pt x="17132" y="11319"/>
                  </a:lnTo>
                  <a:lnTo>
                    <a:pt x="17744" y="11625"/>
                  </a:lnTo>
                  <a:lnTo>
                    <a:pt x="18355" y="12543"/>
                  </a:lnTo>
                  <a:lnTo>
                    <a:pt x="18355" y="13460"/>
                  </a:lnTo>
                  <a:lnTo>
                    <a:pt x="19273" y="13766"/>
                  </a:lnTo>
                  <a:lnTo>
                    <a:pt x="20803" y="14684"/>
                  </a:lnTo>
                  <a:lnTo>
                    <a:pt x="21415" y="14990"/>
                  </a:lnTo>
                  <a:lnTo>
                    <a:pt x="22332" y="16825"/>
                  </a:lnTo>
                  <a:lnTo>
                    <a:pt x="22332" y="16825"/>
                  </a:lnTo>
                  <a:lnTo>
                    <a:pt x="22332" y="17131"/>
                  </a:lnTo>
                  <a:lnTo>
                    <a:pt x="22026" y="18049"/>
                  </a:lnTo>
                  <a:lnTo>
                    <a:pt x="22026" y="18967"/>
                  </a:lnTo>
                  <a:lnTo>
                    <a:pt x="22332" y="18967"/>
                  </a:lnTo>
                  <a:lnTo>
                    <a:pt x="22944" y="19273"/>
                  </a:lnTo>
                  <a:lnTo>
                    <a:pt x="22944" y="20496"/>
                  </a:lnTo>
                  <a:lnTo>
                    <a:pt x="23862" y="21414"/>
                  </a:lnTo>
                  <a:lnTo>
                    <a:pt x="24168" y="22026"/>
                  </a:lnTo>
                  <a:lnTo>
                    <a:pt x="24168" y="22332"/>
                  </a:lnTo>
                  <a:lnTo>
                    <a:pt x="23862" y="22332"/>
                  </a:lnTo>
                  <a:lnTo>
                    <a:pt x="23250" y="22026"/>
                  </a:lnTo>
                  <a:lnTo>
                    <a:pt x="22944" y="22026"/>
                  </a:lnTo>
                  <a:lnTo>
                    <a:pt x="22638" y="22026"/>
                  </a:lnTo>
                  <a:lnTo>
                    <a:pt x="22332" y="22026"/>
                  </a:lnTo>
                  <a:lnTo>
                    <a:pt x="22026" y="21720"/>
                  </a:lnTo>
                  <a:lnTo>
                    <a:pt x="21415" y="21720"/>
                  </a:lnTo>
                  <a:lnTo>
                    <a:pt x="20803" y="22026"/>
                  </a:lnTo>
                  <a:lnTo>
                    <a:pt x="19885" y="23556"/>
                  </a:lnTo>
                  <a:lnTo>
                    <a:pt x="19273" y="24779"/>
                  </a:lnTo>
                  <a:lnTo>
                    <a:pt x="18661" y="24779"/>
                  </a:lnTo>
                  <a:lnTo>
                    <a:pt x="17132" y="24473"/>
                  </a:lnTo>
                  <a:lnTo>
                    <a:pt x="14684" y="24473"/>
                  </a:lnTo>
                  <a:lnTo>
                    <a:pt x="14379" y="24167"/>
                  </a:lnTo>
                  <a:lnTo>
                    <a:pt x="13155" y="22944"/>
                  </a:lnTo>
                  <a:lnTo>
                    <a:pt x="9178" y="19579"/>
                  </a:lnTo>
                  <a:lnTo>
                    <a:pt x="8566" y="19273"/>
                  </a:lnTo>
                  <a:lnTo>
                    <a:pt x="3978" y="16520"/>
                  </a:lnTo>
                  <a:lnTo>
                    <a:pt x="918" y="15908"/>
                  </a:lnTo>
                  <a:lnTo>
                    <a:pt x="1224" y="15296"/>
                  </a:lnTo>
                  <a:lnTo>
                    <a:pt x="918" y="15296"/>
                  </a:lnTo>
                  <a:lnTo>
                    <a:pt x="613" y="15296"/>
                  </a:lnTo>
                  <a:lnTo>
                    <a:pt x="307" y="14990"/>
                  </a:lnTo>
                  <a:lnTo>
                    <a:pt x="613" y="14684"/>
                  </a:lnTo>
                  <a:lnTo>
                    <a:pt x="1" y="12237"/>
                  </a:lnTo>
                  <a:lnTo>
                    <a:pt x="5507" y="8872"/>
                  </a:lnTo>
                  <a:lnTo>
                    <a:pt x="6119" y="7954"/>
                  </a:lnTo>
                  <a:lnTo>
                    <a:pt x="6119" y="6119"/>
                  </a:lnTo>
                  <a:lnTo>
                    <a:pt x="6425" y="5201"/>
                  </a:lnTo>
                  <a:lnTo>
                    <a:pt x="6119" y="3977"/>
                  </a:lnTo>
                  <a:lnTo>
                    <a:pt x="6119" y="3365"/>
                  </a:lnTo>
                  <a:lnTo>
                    <a:pt x="6425" y="2753"/>
                  </a:lnTo>
                  <a:lnTo>
                    <a:pt x="7648" y="2448"/>
                  </a:lnTo>
                  <a:lnTo>
                    <a:pt x="8872" y="918"/>
                  </a:lnTo>
                  <a:lnTo>
                    <a:pt x="8872" y="918"/>
                  </a:lnTo>
                  <a:lnTo>
                    <a:pt x="9178" y="612"/>
                  </a:lnTo>
                  <a:lnTo>
                    <a:pt x="9178" y="612"/>
                  </a:lnTo>
                  <a:lnTo>
                    <a:pt x="9790" y="0"/>
                  </a:lnTo>
                  <a:lnTo>
                    <a:pt x="10708" y="0"/>
                  </a:lnTo>
                  <a:lnTo>
                    <a:pt x="11319"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3" name="Google Shape;1873;p61"/>
            <p:cNvSpPr/>
            <p:nvPr/>
          </p:nvSpPr>
          <p:spPr>
            <a:xfrm>
              <a:off x="4578575" y="651100"/>
              <a:ext cx="604200" cy="619500"/>
            </a:xfrm>
            <a:custGeom>
              <a:rect b="b" l="l" r="r" t="t"/>
              <a:pathLst>
                <a:path extrusionOk="0" fill="none" h="24780" w="24168">
                  <a:moveTo>
                    <a:pt x="11319" y="306"/>
                  </a:moveTo>
                  <a:lnTo>
                    <a:pt x="12543" y="306"/>
                  </a:lnTo>
                  <a:lnTo>
                    <a:pt x="12849" y="306"/>
                  </a:lnTo>
                  <a:lnTo>
                    <a:pt x="13155" y="306"/>
                  </a:lnTo>
                  <a:lnTo>
                    <a:pt x="13155" y="306"/>
                  </a:lnTo>
                  <a:lnTo>
                    <a:pt x="13461" y="306"/>
                  </a:lnTo>
                  <a:lnTo>
                    <a:pt x="13461" y="918"/>
                  </a:lnTo>
                  <a:lnTo>
                    <a:pt x="13461" y="1224"/>
                  </a:lnTo>
                  <a:lnTo>
                    <a:pt x="14379" y="612"/>
                  </a:lnTo>
                  <a:lnTo>
                    <a:pt x="14990" y="612"/>
                  </a:lnTo>
                  <a:lnTo>
                    <a:pt x="14990" y="1224"/>
                  </a:lnTo>
                  <a:lnTo>
                    <a:pt x="14990" y="1836"/>
                  </a:lnTo>
                  <a:lnTo>
                    <a:pt x="15602" y="2142"/>
                  </a:lnTo>
                  <a:lnTo>
                    <a:pt x="15602" y="2753"/>
                  </a:lnTo>
                  <a:lnTo>
                    <a:pt x="15908" y="3059"/>
                  </a:lnTo>
                  <a:lnTo>
                    <a:pt x="16214" y="4283"/>
                  </a:lnTo>
                  <a:lnTo>
                    <a:pt x="16826" y="4283"/>
                  </a:lnTo>
                  <a:lnTo>
                    <a:pt x="17132" y="4589"/>
                  </a:lnTo>
                  <a:lnTo>
                    <a:pt x="17438" y="4895"/>
                  </a:lnTo>
                  <a:lnTo>
                    <a:pt x="18049" y="4589"/>
                  </a:lnTo>
                  <a:lnTo>
                    <a:pt x="18355" y="4895"/>
                  </a:lnTo>
                  <a:lnTo>
                    <a:pt x="17744" y="5507"/>
                  </a:lnTo>
                  <a:lnTo>
                    <a:pt x="18355" y="7036"/>
                  </a:lnTo>
                  <a:lnTo>
                    <a:pt x="17744" y="7036"/>
                  </a:lnTo>
                  <a:lnTo>
                    <a:pt x="17132" y="7954"/>
                  </a:lnTo>
                  <a:lnTo>
                    <a:pt x="17132" y="8566"/>
                  </a:lnTo>
                  <a:lnTo>
                    <a:pt x="17132" y="8566"/>
                  </a:lnTo>
                  <a:lnTo>
                    <a:pt x="16826" y="8566"/>
                  </a:lnTo>
                  <a:lnTo>
                    <a:pt x="16520" y="8872"/>
                  </a:lnTo>
                  <a:lnTo>
                    <a:pt x="16826" y="9789"/>
                  </a:lnTo>
                  <a:lnTo>
                    <a:pt x="16520" y="10401"/>
                  </a:lnTo>
                  <a:lnTo>
                    <a:pt x="17132" y="11013"/>
                  </a:lnTo>
                  <a:lnTo>
                    <a:pt x="17132" y="11319"/>
                  </a:lnTo>
                  <a:lnTo>
                    <a:pt x="17744" y="11625"/>
                  </a:lnTo>
                  <a:lnTo>
                    <a:pt x="18355" y="12543"/>
                  </a:lnTo>
                  <a:lnTo>
                    <a:pt x="18355" y="13460"/>
                  </a:lnTo>
                  <a:lnTo>
                    <a:pt x="19273" y="13766"/>
                  </a:lnTo>
                  <a:lnTo>
                    <a:pt x="20803" y="14684"/>
                  </a:lnTo>
                  <a:lnTo>
                    <a:pt x="21415" y="14990"/>
                  </a:lnTo>
                  <a:lnTo>
                    <a:pt x="22332" y="16825"/>
                  </a:lnTo>
                  <a:lnTo>
                    <a:pt x="22332" y="16825"/>
                  </a:lnTo>
                  <a:lnTo>
                    <a:pt x="22332" y="17131"/>
                  </a:lnTo>
                  <a:lnTo>
                    <a:pt x="22026" y="18049"/>
                  </a:lnTo>
                  <a:lnTo>
                    <a:pt x="22026" y="18967"/>
                  </a:lnTo>
                  <a:lnTo>
                    <a:pt x="22332" y="18967"/>
                  </a:lnTo>
                  <a:lnTo>
                    <a:pt x="22944" y="19273"/>
                  </a:lnTo>
                  <a:lnTo>
                    <a:pt x="22944" y="20496"/>
                  </a:lnTo>
                  <a:lnTo>
                    <a:pt x="23862" y="21414"/>
                  </a:lnTo>
                  <a:lnTo>
                    <a:pt x="24168" y="22026"/>
                  </a:lnTo>
                  <a:lnTo>
                    <a:pt x="24168" y="22332"/>
                  </a:lnTo>
                  <a:lnTo>
                    <a:pt x="23862" y="22332"/>
                  </a:lnTo>
                  <a:lnTo>
                    <a:pt x="23250" y="22026"/>
                  </a:lnTo>
                  <a:lnTo>
                    <a:pt x="22944" y="22026"/>
                  </a:lnTo>
                  <a:lnTo>
                    <a:pt x="22638" y="22026"/>
                  </a:lnTo>
                  <a:lnTo>
                    <a:pt x="22332" y="22026"/>
                  </a:lnTo>
                  <a:lnTo>
                    <a:pt x="22026" y="21720"/>
                  </a:lnTo>
                  <a:lnTo>
                    <a:pt x="21415" y="21720"/>
                  </a:lnTo>
                  <a:lnTo>
                    <a:pt x="20803" y="22026"/>
                  </a:lnTo>
                  <a:lnTo>
                    <a:pt x="19885" y="23556"/>
                  </a:lnTo>
                  <a:lnTo>
                    <a:pt x="19273" y="24779"/>
                  </a:lnTo>
                  <a:lnTo>
                    <a:pt x="18661" y="24779"/>
                  </a:lnTo>
                  <a:lnTo>
                    <a:pt x="17132" y="24473"/>
                  </a:lnTo>
                  <a:lnTo>
                    <a:pt x="14684" y="24473"/>
                  </a:lnTo>
                  <a:lnTo>
                    <a:pt x="14379" y="24167"/>
                  </a:lnTo>
                  <a:lnTo>
                    <a:pt x="13155" y="22944"/>
                  </a:lnTo>
                  <a:lnTo>
                    <a:pt x="9178" y="19579"/>
                  </a:lnTo>
                  <a:lnTo>
                    <a:pt x="8566" y="19273"/>
                  </a:lnTo>
                  <a:lnTo>
                    <a:pt x="3978" y="16520"/>
                  </a:lnTo>
                  <a:lnTo>
                    <a:pt x="918" y="15908"/>
                  </a:lnTo>
                  <a:lnTo>
                    <a:pt x="1224" y="15296"/>
                  </a:lnTo>
                  <a:lnTo>
                    <a:pt x="918" y="15296"/>
                  </a:lnTo>
                  <a:lnTo>
                    <a:pt x="613" y="15296"/>
                  </a:lnTo>
                  <a:lnTo>
                    <a:pt x="307" y="14990"/>
                  </a:lnTo>
                  <a:lnTo>
                    <a:pt x="613" y="14684"/>
                  </a:lnTo>
                  <a:lnTo>
                    <a:pt x="1" y="12237"/>
                  </a:lnTo>
                  <a:lnTo>
                    <a:pt x="5507" y="8872"/>
                  </a:lnTo>
                  <a:lnTo>
                    <a:pt x="6119" y="7954"/>
                  </a:lnTo>
                  <a:lnTo>
                    <a:pt x="6119" y="6119"/>
                  </a:lnTo>
                  <a:lnTo>
                    <a:pt x="6425" y="5201"/>
                  </a:lnTo>
                  <a:lnTo>
                    <a:pt x="6119" y="3977"/>
                  </a:lnTo>
                  <a:lnTo>
                    <a:pt x="6119" y="3365"/>
                  </a:lnTo>
                  <a:lnTo>
                    <a:pt x="6425" y="2753"/>
                  </a:lnTo>
                  <a:lnTo>
                    <a:pt x="7648" y="2448"/>
                  </a:lnTo>
                  <a:lnTo>
                    <a:pt x="8872" y="918"/>
                  </a:lnTo>
                  <a:lnTo>
                    <a:pt x="8872" y="918"/>
                  </a:lnTo>
                  <a:lnTo>
                    <a:pt x="9178" y="612"/>
                  </a:lnTo>
                  <a:lnTo>
                    <a:pt x="9178" y="612"/>
                  </a:lnTo>
                  <a:lnTo>
                    <a:pt x="9790" y="0"/>
                  </a:lnTo>
                  <a:lnTo>
                    <a:pt x="10708" y="0"/>
                  </a:lnTo>
                  <a:lnTo>
                    <a:pt x="11319"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4" name="Google Shape;1874;p61"/>
            <p:cNvSpPr/>
            <p:nvPr/>
          </p:nvSpPr>
          <p:spPr>
            <a:xfrm>
              <a:off x="6528775" y="1630025"/>
              <a:ext cx="22950" cy="7650"/>
            </a:xfrm>
            <a:custGeom>
              <a:rect b="b" l="l" r="r" t="t"/>
              <a:pathLst>
                <a:path extrusionOk="0" h="306" w="918">
                  <a:moveTo>
                    <a:pt x="0" y="0"/>
                  </a:moveTo>
                  <a:lnTo>
                    <a:pt x="612" y="0"/>
                  </a:lnTo>
                  <a:lnTo>
                    <a:pt x="918" y="0"/>
                  </a:lnTo>
                  <a:lnTo>
                    <a:pt x="612" y="306"/>
                  </a:lnTo>
                  <a:lnTo>
                    <a:pt x="0" y="0"/>
                  </a:lnTo>
                  <a:lnTo>
                    <a:pt x="0"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5" name="Google Shape;1875;p61"/>
            <p:cNvSpPr/>
            <p:nvPr/>
          </p:nvSpPr>
          <p:spPr>
            <a:xfrm>
              <a:off x="6528775" y="1630025"/>
              <a:ext cx="22950" cy="7650"/>
            </a:xfrm>
            <a:custGeom>
              <a:rect b="b" l="l" r="r" t="t"/>
              <a:pathLst>
                <a:path extrusionOk="0" fill="none" h="306" w="918">
                  <a:moveTo>
                    <a:pt x="0" y="0"/>
                  </a:moveTo>
                  <a:lnTo>
                    <a:pt x="612" y="0"/>
                  </a:lnTo>
                  <a:lnTo>
                    <a:pt x="918" y="0"/>
                  </a:lnTo>
                  <a:lnTo>
                    <a:pt x="612" y="306"/>
                  </a:lnTo>
                  <a:lnTo>
                    <a:pt x="0" y="0"/>
                  </a:lnTo>
                  <a:lnTo>
                    <a:pt x="0"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6" name="Google Shape;1876;p61"/>
            <p:cNvSpPr/>
            <p:nvPr/>
          </p:nvSpPr>
          <p:spPr>
            <a:xfrm>
              <a:off x="6421700" y="1630025"/>
              <a:ext cx="7675" cy="15300"/>
            </a:xfrm>
            <a:custGeom>
              <a:rect b="b" l="l" r="r" t="t"/>
              <a:pathLst>
                <a:path extrusionOk="0" h="612" w="307">
                  <a:moveTo>
                    <a:pt x="1" y="306"/>
                  </a:moveTo>
                  <a:lnTo>
                    <a:pt x="1" y="306"/>
                  </a:lnTo>
                  <a:lnTo>
                    <a:pt x="1" y="0"/>
                  </a:lnTo>
                  <a:lnTo>
                    <a:pt x="306" y="306"/>
                  </a:lnTo>
                  <a:lnTo>
                    <a:pt x="1" y="612"/>
                  </a:lnTo>
                  <a:lnTo>
                    <a:pt x="1"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7" name="Google Shape;1877;p61"/>
            <p:cNvSpPr/>
            <p:nvPr/>
          </p:nvSpPr>
          <p:spPr>
            <a:xfrm>
              <a:off x="6421700" y="1630025"/>
              <a:ext cx="7675" cy="15300"/>
            </a:xfrm>
            <a:custGeom>
              <a:rect b="b" l="l" r="r" t="t"/>
              <a:pathLst>
                <a:path extrusionOk="0" fill="none" h="612" w="307">
                  <a:moveTo>
                    <a:pt x="1" y="306"/>
                  </a:moveTo>
                  <a:lnTo>
                    <a:pt x="1" y="306"/>
                  </a:lnTo>
                  <a:lnTo>
                    <a:pt x="1" y="0"/>
                  </a:lnTo>
                  <a:lnTo>
                    <a:pt x="306" y="306"/>
                  </a:lnTo>
                  <a:lnTo>
                    <a:pt x="1" y="612"/>
                  </a:lnTo>
                  <a:lnTo>
                    <a:pt x="1"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8" name="Google Shape;1878;p61"/>
            <p:cNvSpPr/>
            <p:nvPr/>
          </p:nvSpPr>
          <p:spPr>
            <a:xfrm>
              <a:off x="6536425" y="1683550"/>
              <a:ext cx="7675" cy="7675"/>
            </a:xfrm>
            <a:custGeom>
              <a:rect b="b" l="l" r="r" t="t"/>
              <a:pathLst>
                <a:path extrusionOk="0" h="307" w="307">
                  <a:moveTo>
                    <a:pt x="0" y="306"/>
                  </a:moveTo>
                  <a:lnTo>
                    <a:pt x="0" y="0"/>
                  </a:lnTo>
                  <a:lnTo>
                    <a:pt x="306" y="306"/>
                  </a:lnTo>
                  <a:lnTo>
                    <a:pt x="306" y="306"/>
                  </a:lnTo>
                  <a:lnTo>
                    <a:pt x="0" y="306"/>
                  </a:lnTo>
                  <a:lnTo>
                    <a:pt x="0"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79" name="Google Shape;1879;p61"/>
            <p:cNvSpPr/>
            <p:nvPr/>
          </p:nvSpPr>
          <p:spPr>
            <a:xfrm>
              <a:off x="6536425" y="1683550"/>
              <a:ext cx="7675" cy="7675"/>
            </a:xfrm>
            <a:custGeom>
              <a:rect b="b" l="l" r="r" t="t"/>
              <a:pathLst>
                <a:path extrusionOk="0" fill="none" h="307" w="307">
                  <a:moveTo>
                    <a:pt x="0" y="306"/>
                  </a:moveTo>
                  <a:lnTo>
                    <a:pt x="0" y="0"/>
                  </a:lnTo>
                  <a:lnTo>
                    <a:pt x="306" y="306"/>
                  </a:lnTo>
                  <a:lnTo>
                    <a:pt x="306" y="306"/>
                  </a:lnTo>
                  <a:lnTo>
                    <a:pt x="0" y="306"/>
                  </a:lnTo>
                  <a:lnTo>
                    <a:pt x="0"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0" name="Google Shape;1880;p61"/>
            <p:cNvSpPr/>
            <p:nvPr/>
          </p:nvSpPr>
          <p:spPr>
            <a:xfrm>
              <a:off x="6452300" y="1607075"/>
              <a:ext cx="25" cy="25"/>
            </a:xfrm>
            <a:custGeom>
              <a:rect b="b" l="l" r="r" t="t"/>
              <a:pathLst>
                <a:path extrusionOk="0" h="1" w="1">
                  <a:moveTo>
                    <a:pt x="0" y="0"/>
                  </a:moveTo>
                  <a:lnTo>
                    <a:pt x="0" y="0"/>
                  </a:lnTo>
                  <a:lnTo>
                    <a:pt x="0" y="0"/>
                  </a:lnTo>
                  <a:lnTo>
                    <a:pt x="0" y="0"/>
                  </a:lnTo>
                  <a:lnTo>
                    <a:pt x="0" y="0"/>
                  </a:lnTo>
                  <a:lnTo>
                    <a:pt x="0" y="0"/>
                  </a:lnTo>
                  <a:lnTo>
                    <a:pt x="0" y="0"/>
                  </a:lnTo>
                  <a:lnTo>
                    <a:pt x="0" y="0"/>
                  </a:lnTo>
                  <a:lnTo>
                    <a:pt x="0" y="0"/>
                  </a:lnTo>
                  <a:lnTo>
                    <a:pt x="0" y="0"/>
                  </a:lnTo>
                  <a:lnTo>
                    <a:pt x="0"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1" name="Google Shape;1881;p61"/>
            <p:cNvSpPr/>
            <p:nvPr/>
          </p:nvSpPr>
          <p:spPr>
            <a:xfrm>
              <a:off x="6452300" y="1607075"/>
              <a:ext cx="25" cy="25"/>
            </a:xfrm>
            <a:custGeom>
              <a:rect b="b" l="l" r="r" t="t"/>
              <a:pathLst>
                <a:path extrusionOk="0" fill="none" h="1" w="1">
                  <a:moveTo>
                    <a:pt x="0" y="0"/>
                  </a:moveTo>
                  <a:lnTo>
                    <a:pt x="0" y="0"/>
                  </a:lnTo>
                  <a:lnTo>
                    <a:pt x="0" y="0"/>
                  </a:lnTo>
                  <a:lnTo>
                    <a:pt x="0" y="0"/>
                  </a:lnTo>
                  <a:lnTo>
                    <a:pt x="0" y="0"/>
                  </a:lnTo>
                  <a:lnTo>
                    <a:pt x="0" y="0"/>
                  </a:lnTo>
                  <a:lnTo>
                    <a:pt x="0" y="0"/>
                  </a:lnTo>
                  <a:lnTo>
                    <a:pt x="0" y="0"/>
                  </a:lnTo>
                  <a:lnTo>
                    <a:pt x="0" y="0"/>
                  </a:lnTo>
                  <a:lnTo>
                    <a:pt x="0" y="0"/>
                  </a:lnTo>
                  <a:lnTo>
                    <a:pt x="0"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2" name="Google Shape;1882;p61"/>
            <p:cNvSpPr/>
            <p:nvPr/>
          </p:nvSpPr>
          <p:spPr>
            <a:xfrm>
              <a:off x="4899775" y="459900"/>
              <a:ext cx="1200750" cy="1086025"/>
            </a:xfrm>
            <a:custGeom>
              <a:rect b="b" l="l" r="r" t="t"/>
              <a:pathLst>
                <a:path extrusionOk="0" h="43441" w="48030">
                  <a:moveTo>
                    <a:pt x="4284" y="2754"/>
                  </a:moveTo>
                  <a:lnTo>
                    <a:pt x="5201" y="3060"/>
                  </a:lnTo>
                  <a:lnTo>
                    <a:pt x="5813" y="2754"/>
                  </a:lnTo>
                  <a:lnTo>
                    <a:pt x="6425" y="2754"/>
                  </a:lnTo>
                  <a:lnTo>
                    <a:pt x="7037" y="2142"/>
                  </a:lnTo>
                  <a:lnTo>
                    <a:pt x="9484" y="306"/>
                  </a:lnTo>
                  <a:lnTo>
                    <a:pt x="10096" y="306"/>
                  </a:lnTo>
                  <a:lnTo>
                    <a:pt x="10708" y="1224"/>
                  </a:lnTo>
                  <a:lnTo>
                    <a:pt x="10402" y="1836"/>
                  </a:lnTo>
                  <a:lnTo>
                    <a:pt x="10708" y="2448"/>
                  </a:lnTo>
                  <a:lnTo>
                    <a:pt x="10096" y="2754"/>
                  </a:lnTo>
                  <a:lnTo>
                    <a:pt x="10096" y="3060"/>
                  </a:lnTo>
                  <a:lnTo>
                    <a:pt x="11626" y="4283"/>
                  </a:lnTo>
                  <a:lnTo>
                    <a:pt x="12237" y="4283"/>
                  </a:lnTo>
                  <a:lnTo>
                    <a:pt x="12237" y="5813"/>
                  </a:lnTo>
                  <a:lnTo>
                    <a:pt x="12543" y="6425"/>
                  </a:lnTo>
                  <a:lnTo>
                    <a:pt x="12849" y="6731"/>
                  </a:lnTo>
                  <a:lnTo>
                    <a:pt x="13461" y="7342"/>
                  </a:lnTo>
                  <a:lnTo>
                    <a:pt x="14685" y="7342"/>
                  </a:lnTo>
                  <a:lnTo>
                    <a:pt x="15297" y="7648"/>
                  </a:lnTo>
                  <a:lnTo>
                    <a:pt x="15603" y="8260"/>
                  </a:lnTo>
                  <a:lnTo>
                    <a:pt x="16214" y="8566"/>
                  </a:lnTo>
                  <a:lnTo>
                    <a:pt x="17744" y="9790"/>
                  </a:lnTo>
                  <a:lnTo>
                    <a:pt x="19579" y="10096"/>
                  </a:lnTo>
                  <a:lnTo>
                    <a:pt x="23556" y="9178"/>
                  </a:lnTo>
                  <a:lnTo>
                    <a:pt x="24780" y="9484"/>
                  </a:lnTo>
                  <a:lnTo>
                    <a:pt x="25086" y="9178"/>
                  </a:lnTo>
                  <a:lnTo>
                    <a:pt x="25086" y="8872"/>
                  </a:lnTo>
                  <a:lnTo>
                    <a:pt x="24780" y="7648"/>
                  </a:lnTo>
                  <a:lnTo>
                    <a:pt x="25698" y="7648"/>
                  </a:lnTo>
                  <a:lnTo>
                    <a:pt x="26615" y="7342"/>
                  </a:lnTo>
                  <a:lnTo>
                    <a:pt x="26921" y="7036"/>
                  </a:lnTo>
                  <a:lnTo>
                    <a:pt x="26921" y="6425"/>
                  </a:lnTo>
                  <a:lnTo>
                    <a:pt x="27839" y="5813"/>
                  </a:lnTo>
                  <a:lnTo>
                    <a:pt x="28451" y="5507"/>
                  </a:lnTo>
                  <a:lnTo>
                    <a:pt x="29369" y="5201"/>
                  </a:lnTo>
                  <a:lnTo>
                    <a:pt x="30592" y="5507"/>
                  </a:lnTo>
                  <a:lnTo>
                    <a:pt x="30898" y="4895"/>
                  </a:lnTo>
                  <a:lnTo>
                    <a:pt x="31204" y="4895"/>
                  </a:lnTo>
                  <a:lnTo>
                    <a:pt x="32428" y="4895"/>
                  </a:lnTo>
                  <a:lnTo>
                    <a:pt x="33039" y="4895"/>
                  </a:lnTo>
                  <a:lnTo>
                    <a:pt x="33651" y="5813"/>
                  </a:lnTo>
                  <a:lnTo>
                    <a:pt x="35487" y="6425"/>
                  </a:lnTo>
                  <a:lnTo>
                    <a:pt x="35793" y="6731"/>
                  </a:lnTo>
                  <a:lnTo>
                    <a:pt x="37016" y="6731"/>
                  </a:lnTo>
                  <a:lnTo>
                    <a:pt x="38240" y="7036"/>
                  </a:lnTo>
                  <a:lnTo>
                    <a:pt x="38546" y="7954"/>
                  </a:lnTo>
                  <a:lnTo>
                    <a:pt x="38852" y="8260"/>
                  </a:lnTo>
                  <a:lnTo>
                    <a:pt x="40075" y="8872"/>
                  </a:lnTo>
                  <a:lnTo>
                    <a:pt x="40687" y="9790"/>
                  </a:lnTo>
                  <a:lnTo>
                    <a:pt x="42523" y="9790"/>
                  </a:lnTo>
                  <a:lnTo>
                    <a:pt x="42829" y="10096"/>
                  </a:lnTo>
                  <a:lnTo>
                    <a:pt x="42829" y="10707"/>
                  </a:lnTo>
                  <a:lnTo>
                    <a:pt x="42829" y="11319"/>
                  </a:lnTo>
                  <a:lnTo>
                    <a:pt x="42829" y="11931"/>
                  </a:lnTo>
                  <a:lnTo>
                    <a:pt x="42829" y="12237"/>
                  </a:lnTo>
                  <a:lnTo>
                    <a:pt x="43135" y="13155"/>
                  </a:lnTo>
                  <a:lnTo>
                    <a:pt x="42829" y="14072"/>
                  </a:lnTo>
                  <a:lnTo>
                    <a:pt x="42523" y="14072"/>
                  </a:lnTo>
                  <a:lnTo>
                    <a:pt x="42523" y="14684"/>
                  </a:lnTo>
                  <a:lnTo>
                    <a:pt x="42217" y="15908"/>
                  </a:lnTo>
                  <a:lnTo>
                    <a:pt x="41911" y="16520"/>
                  </a:lnTo>
                  <a:lnTo>
                    <a:pt x="41911" y="17132"/>
                  </a:lnTo>
                  <a:lnTo>
                    <a:pt x="41605" y="17132"/>
                  </a:lnTo>
                  <a:lnTo>
                    <a:pt x="40993" y="17743"/>
                  </a:lnTo>
                  <a:lnTo>
                    <a:pt x="41299" y="19273"/>
                  </a:lnTo>
                  <a:lnTo>
                    <a:pt x="41911" y="19273"/>
                  </a:lnTo>
                  <a:lnTo>
                    <a:pt x="41299" y="20497"/>
                  </a:lnTo>
                  <a:lnTo>
                    <a:pt x="41911" y="23250"/>
                  </a:lnTo>
                  <a:lnTo>
                    <a:pt x="41911" y="24168"/>
                  </a:lnTo>
                  <a:lnTo>
                    <a:pt x="41911" y="25391"/>
                  </a:lnTo>
                  <a:lnTo>
                    <a:pt x="44052" y="25697"/>
                  </a:lnTo>
                  <a:lnTo>
                    <a:pt x="44358" y="26615"/>
                  </a:lnTo>
                  <a:lnTo>
                    <a:pt x="44358" y="26921"/>
                  </a:lnTo>
                  <a:lnTo>
                    <a:pt x="44358" y="27533"/>
                  </a:lnTo>
                  <a:lnTo>
                    <a:pt x="41911" y="30286"/>
                  </a:lnTo>
                  <a:lnTo>
                    <a:pt x="43135" y="31509"/>
                  </a:lnTo>
                  <a:lnTo>
                    <a:pt x="43746" y="32733"/>
                  </a:lnTo>
                  <a:lnTo>
                    <a:pt x="44358" y="33651"/>
                  </a:lnTo>
                  <a:lnTo>
                    <a:pt x="44970" y="33957"/>
                  </a:lnTo>
                  <a:lnTo>
                    <a:pt x="45888" y="34263"/>
                  </a:lnTo>
                  <a:lnTo>
                    <a:pt x="46194" y="34569"/>
                  </a:lnTo>
                  <a:lnTo>
                    <a:pt x="46806" y="34569"/>
                  </a:lnTo>
                  <a:lnTo>
                    <a:pt x="47111" y="36710"/>
                  </a:lnTo>
                  <a:lnTo>
                    <a:pt x="46806" y="37628"/>
                  </a:lnTo>
                  <a:lnTo>
                    <a:pt x="47111" y="37628"/>
                  </a:lnTo>
                  <a:lnTo>
                    <a:pt x="47723" y="37628"/>
                  </a:lnTo>
                  <a:lnTo>
                    <a:pt x="48029" y="37934"/>
                  </a:lnTo>
                  <a:lnTo>
                    <a:pt x="48029" y="38545"/>
                  </a:lnTo>
                  <a:lnTo>
                    <a:pt x="47723" y="39157"/>
                  </a:lnTo>
                  <a:lnTo>
                    <a:pt x="46806" y="39157"/>
                  </a:lnTo>
                  <a:lnTo>
                    <a:pt x="45888" y="39463"/>
                  </a:lnTo>
                  <a:lnTo>
                    <a:pt x="45582" y="39769"/>
                  </a:lnTo>
                  <a:lnTo>
                    <a:pt x="45582" y="40075"/>
                  </a:lnTo>
                  <a:lnTo>
                    <a:pt x="44664" y="40381"/>
                  </a:lnTo>
                  <a:lnTo>
                    <a:pt x="44052" y="42216"/>
                  </a:lnTo>
                  <a:lnTo>
                    <a:pt x="43746" y="43134"/>
                  </a:lnTo>
                  <a:lnTo>
                    <a:pt x="43135" y="43440"/>
                  </a:lnTo>
                  <a:lnTo>
                    <a:pt x="41605" y="43134"/>
                  </a:lnTo>
                  <a:lnTo>
                    <a:pt x="41299" y="42522"/>
                  </a:lnTo>
                  <a:lnTo>
                    <a:pt x="40687" y="42828"/>
                  </a:lnTo>
                  <a:lnTo>
                    <a:pt x="39464" y="42828"/>
                  </a:lnTo>
                  <a:lnTo>
                    <a:pt x="37934" y="42522"/>
                  </a:lnTo>
                  <a:lnTo>
                    <a:pt x="37628" y="42522"/>
                  </a:lnTo>
                  <a:lnTo>
                    <a:pt x="36710" y="42216"/>
                  </a:lnTo>
                  <a:lnTo>
                    <a:pt x="35181" y="42216"/>
                  </a:lnTo>
                  <a:lnTo>
                    <a:pt x="34569" y="41910"/>
                  </a:lnTo>
                  <a:lnTo>
                    <a:pt x="33345" y="41605"/>
                  </a:lnTo>
                  <a:lnTo>
                    <a:pt x="32734" y="40075"/>
                  </a:lnTo>
                  <a:lnTo>
                    <a:pt x="32428" y="38851"/>
                  </a:lnTo>
                  <a:lnTo>
                    <a:pt x="31510" y="37934"/>
                  </a:lnTo>
                  <a:lnTo>
                    <a:pt x="30898" y="37628"/>
                  </a:lnTo>
                  <a:lnTo>
                    <a:pt x="30286" y="37934"/>
                  </a:lnTo>
                  <a:lnTo>
                    <a:pt x="29063" y="38240"/>
                  </a:lnTo>
                  <a:lnTo>
                    <a:pt x="28451" y="38851"/>
                  </a:lnTo>
                  <a:lnTo>
                    <a:pt x="28145" y="38851"/>
                  </a:lnTo>
                  <a:lnTo>
                    <a:pt x="26921" y="39463"/>
                  </a:lnTo>
                  <a:lnTo>
                    <a:pt x="25698" y="39157"/>
                  </a:lnTo>
                  <a:lnTo>
                    <a:pt x="24168" y="38851"/>
                  </a:lnTo>
                  <a:lnTo>
                    <a:pt x="23556" y="38240"/>
                  </a:lnTo>
                  <a:lnTo>
                    <a:pt x="22333" y="37934"/>
                  </a:lnTo>
                  <a:lnTo>
                    <a:pt x="21721" y="37322"/>
                  </a:lnTo>
                  <a:lnTo>
                    <a:pt x="21415" y="37016"/>
                  </a:lnTo>
                  <a:lnTo>
                    <a:pt x="21109" y="36404"/>
                  </a:lnTo>
                  <a:lnTo>
                    <a:pt x="20191" y="35792"/>
                  </a:lnTo>
                  <a:lnTo>
                    <a:pt x="19273" y="35792"/>
                  </a:lnTo>
                  <a:lnTo>
                    <a:pt x="18356" y="35486"/>
                  </a:lnTo>
                  <a:lnTo>
                    <a:pt x="17744" y="33957"/>
                  </a:lnTo>
                  <a:lnTo>
                    <a:pt x="17438" y="33345"/>
                  </a:lnTo>
                  <a:lnTo>
                    <a:pt x="17132" y="32733"/>
                  </a:lnTo>
                  <a:lnTo>
                    <a:pt x="17132" y="32427"/>
                  </a:lnTo>
                  <a:lnTo>
                    <a:pt x="16520" y="32121"/>
                  </a:lnTo>
                  <a:lnTo>
                    <a:pt x="16520" y="31204"/>
                  </a:lnTo>
                  <a:lnTo>
                    <a:pt x="15297" y="29980"/>
                  </a:lnTo>
                  <a:lnTo>
                    <a:pt x="14991" y="29368"/>
                  </a:lnTo>
                  <a:lnTo>
                    <a:pt x="14685" y="29062"/>
                  </a:lnTo>
                  <a:lnTo>
                    <a:pt x="14073" y="29674"/>
                  </a:lnTo>
                  <a:lnTo>
                    <a:pt x="13767" y="29368"/>
                  </a:lnTo>
                  <a:lnTo>
                    <a:pt x="13155" y="29368"/>
                  </a:lnTo>
                  <a:lnTo>
                    <a:pt x="12237" y="28756"/>
                  </a:lnTo>
                  <a:lnTo>
                    <a:pt x="12237" y="28756"/>
                  </a:lnTo>
                  <a:lnTo>
                    <a:pt x="12237" y="29368"/>
                  </a:lnTo>
                  <a:lnTo>
                    <a:pt x="12237" y="29674"/>
                  </a:lnTo>
                  <a:lnTo>
                    <a:pt x="11320" y="29674"/>
                  </a:lnTo>
                  <a:lnTo>
                    <a:pt x="11014" y="29062"/>
                  </a:lnTo>
                  <a:lnTo>
                    <a:pt x="10096" y="28144"/>
                  </a:lnTo>
                  <a:lnTo>
                    <a:pt x="10096" y="26921"/>
                  </a:lnTo>
                  <a:lnTo>
                    <a:pt x="9484" y="26615"/>
                  </a:lnTo>
                  <a:lnTo>
                    <a:pt x="9178" y="26615"/>
                  </a:lnTo>
                  <a:lnTo>
                    <a:pt x="9178" y="25697"/>
                  </a:lnTo>
                  <a:lnTo>
                    <a:pt x="9484" y="24779"/>
                  </a:lnTo>
                  <a:lnTo>
                    <a:pt x="9484" y="24473"/>
                  </a:lnTo>
                  <a:lnTo>
                    <a:pt x="9484" y="24473"/>
                  </a:lnTo>
                  <a:lnTo>
                    <a:pt x="8567" y="22638"/>
                  </a:lnTo>
                  <a:lnTo>
                    <a:pt x="7955" y="22332"/>
                  </a:lnTo>
                  <a:lnTo>
                    <a:pt x="6425" y="21414"/>
                  </a:lnTo>
                  <a:lnTo>
                    <a:pt x="5507" y="21108"/>
                  </a:lnTo>
                  <a:lnTo>
                    <a:pt x="5507" y="20191"/>
                  </a:lnTo>
                  <a:lnTo>
                    <a:pt x="4896" y="19273"/>
                  </a:lnTo>
                  <a:lnTo>
                    <a:pt x="4284" y="18967"/>
                  </a:lnTo>
                  <a:lnTo>
                    <a:pt x="4284" y="18661"/>
                  </a:lnTo>
                  <a:lnTo>
                    <a:pt x="3672" y="18049"/>
                  </a:lnTo>
                  <a:lnTo>
                    <a:pt x="3978" y="17437"/>
                  </a:lnTo>
                  <a:lnTo>
                    <a:pt x="3672" y="16520"/>
                  </a:lnTo>
                  <a:lnTo>
                    <a:pt x="3978" y="16214"/>
                  </a:lnTo>
                  <a:lnTo>
                    <a:pt x="4284" y="16214"/>
                  </a:lnTo>
                  <a:lnTo>
                    <a:pt x="4284" y="16214"/>
                  </a:lnTo>
                  <a:lnTo>
                    <a:pt x="4284" y="15602"/>
                  </a:lnTo>
                  <a:lnTo>
                    <a:pt x="4896" y="14684"/>
                  </a:lnTo>
                  <a:lnTo>
                    <a:pt x="5507" y="14684"/>
                  </a:lnTo>
                  <a:lnTo>
                    <a:pt x="4896" y="13155"/>
                  </a:lnTo>
                  <a:lnTo>
                    <a:pt x="5507" y="12543"/>
                  </a:lnTo>
                  <a:lnTo>
                    <a:pt x="5201" y="12237"/>
                  </a:lnTo>
                  <a:lnTo>
                    <a:pt x="4590" y="12543"/>
                  </a:lnTo>
                  <a:lnTo>
                    <a:pt x="4284" y="12237"/>
                  </a:lnTo>
                  <a:lnTo>
                    <a:pt x="3978" y="11931"/>
                  </a:lnTo>
                  <a:lnTo>
                    <a:pt x="3366" y="11931"/>
                  </a:lnTo>
                  <a:lnTo>
                    <a:pt x="3060" y="10707"/>
                  </a:lnTo>
                  <a:lnTo>
                    <a:pt x="2754" y="10401"/>
                  </a:lnTo>
                  <a:lnTo>
                    <a:pt x="2754" y="9790"/>
                  </a:lnTo>
                  <a:lnTo>
                    <a:pt x="2142" y="9484"/>
                  </a:lnTo>
                  <a:lnTo>
                    <a:pt x="2142" y="8872"/>
                  </a:lnTo>
                  <a:lnTo>
                    <a:pt x="2142" y="8260"/>
                  </a:lnTo>
                  <a:lnTo>
                    <a:pt x="2142" y="7954"/>
                  </a:lnTo>
                  <a:lnTo>
                    <a:pt x="1531" y="7342"/>
                  </a:lnTo>
                  <a:lnTo>
                    <a:pt x="1531" y="6425"/>
                  </a:lnTo>
                  <a:lnTo>
                    <a:pt x="1225" y="6119"/>
                  </a:lnTo>
                  <a:lnTo>
                    <a:pt x="613" y="5813"/>
                  </a:lnTo>
                  <a:lnTo>
                    <a:pt x="1225" y="4589"/>
                  </a:lnTo>
                  <a:lnTo>
                    <a:pt x="919" y="4283"/>
                  </a:lnTo>
                  <a:lnTo>
                    <a:pt x="613" y="3060"/>
                  </a:lnTo>
                  <a:lnTo>
                    <a:pt x="613" y="2448"/>
                  </a:lnTo>
                  <a:lnTo>
                    <a:pt x="613" y="2142"/>
                  </a:lnTo>
                  <a:lnTo>
                    <a:pt x="307" y="1530"/>
                  </a:lnTo>
                  <a:lnTo>
                    <a:pt x="1" y="1224"/>
                  </a:lnTo>
                  <a:lnTo>
                    <a:pt x="307" y="1224"/>
                  </a:lnTo>
                  <a:lnTo>
                    <a:pt x="919" y="1224"/>
                  </a:lnTo>
                  <a:lnTo>
                    <a:pt x="1225" y="306"/>
                  </a:lnTo>
                  <a:lnTo>
                    <a:pt x="1531" y="0"/>
                  </a:lnTo>
                  <a:lnTo>
                    <a:pt x="1531" y="0"/>
                  </a:lnTo>
                  <a:lnTo>
                    <a:pt x="2142" y="306"/>
                  </a:lnTo>
                  <a:lnTo>
                    <a:pt x="3060" y="1836"/>
                  </a:lnTo>
                  <a:lnTo>
                    <a:pt x="3366" y="1836"/>
                  </a:lnTo>
                  <a:lnTo>
                    <a:pt x="3672" y="2448"/>
                  </a:lnTo>
                  <a:lnTo>
                    <a:pt x="4284" y="2754"/>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3" name="Google Shape;1883;p61"/>
            <p:cNvSpPr/>
            <p:nvPr/>
          </p:nvSpPr>
          <p:spPr>
            <a:xfrm>
              <a:off x="4899775" y="459900"/>
              <a:ext cx="1200750" cy="1086025"/>
            </a:xfrm>
            <a:custGeom>
              <a:rect b="b" l="l" r="r" t="t"/>
              <a:pathLst>
                <a:path extrusionOk="0" fill="none" h="43441" w="48030">
                  <a:moveTo>
                    <a:pt x="4284" y="2754"/>
                  </a:moveTo>
                  <a:lnTo>
                    <a:pt x="5201" y="3060"/>
                  </a:lnTo>
                  <a:lnTo>
                    <a:pt x="5813" y="2754"/>
                  </a:lnTo>
                  <a:lnTo>
                    <a:pt x="6425" y="2754"/>
                  </a:lnTo>
                  <a:lnTo>
                    <a:pt x="7037" y="2142"/>
                  </a:lnTo>
                  <a:lnTo>
                    <a:pt x="9484" y="306"/>
                  </a:lnTo>
                  <a:lnTo>
                    <a:pt x="10096" y="306"/>
                  </a:lnTo>
                  <a:lnTo>
                    <a:pt x="10708" y="1224"/>
                  </a:lnTo>
                  <a:lnTo>
                    <a:pt x="10402" y="1836"/>
                  </a:lnTo>
                  <a:lnTo>
                    <a:pt x="10708" y="2448"/>
                  </a:lnTo>
                  <a:lnTo>
                    <a:pt x="10096" y="2754"/>
                  </a:lnTo>
                  <a:lnTo>
                    <a:pt x="10096" y="3060"/>
                  </a:lnTo>
                  <a:lnTo>
                    <a:pt x="11626" y="4283"/>
                  </a:lnTo>
                  <a:lnTo>
                    <a:pt x="12237" y="4283"/>
                  </a:lnTo>
                  <a:lnTo>
                    <a:pt x="12237" y="5813"/>
                  </a:lnTo>
                  <a:lnTo>
                    <a:pt x="12543" y="6425"/>
                  </a:lnTo>
                  <a:lnTo>
                    <a:pt x="12849" y="6731"/>
                  </a:lnTo>
                  <a:lnTo>
                    <a:pt x="13461" y="7342"/>
                  </a:lnTo>
                  <a:lnTo>
                    <a:pt x="14685" y="7342"/>
                  </a:lnTo>
                  <a:lnTo>
                    <a:pt x="15297" y="7648"/>
                  </a:lnTo>
                  <a:lnTo>
                    <a:pt x="15603" y="8260"/>
                  </a:lnTo>
                  <a:lnTo>
                    <a:pt x="16214" y="8566"/>
                  </a:lnTo>
                  <a:lnTo>
                    <a:pt x="17744" y="9790"/>
                  </a:lnTo>
                  <a:lnTo>
                    <a:pt x="19579" y="10096"/>
                  </a:lnTo>
                  <a:lnTo>
                    <a:pt x="23556" y="9178"/>
                  </a:lnTo>
                  <a:lnTo>
                    <a:pt x="24780" y="9484"/>
                  </a:lnTo>
                  <a:lnTo>
                    <a:pt x="25086" y="9178"/>
                  </a:lnTo>
                  <a:lnTo>
                    <a:pt x="25086" y="8872"/>
                  </a:lnTo>
                  <a:lnTo>
                    <a:pt x="24780" y="7648"/>
                  </a:lnTo>
                  <a:lnTo>
                    <a:pt x="25698" y="7648"/>
                  </a:lnTo>
                  <a:lnTo>
                    <a:pt x="26615" y="7342"/>
                  </a:lnTo>
                  <a:lnTo>
                    <a:pt x="26921" y="7036"/>
                  </a:lnTo>
                  <a:lnTo>
                    <a:pt x="26921" y="6425"/>
                  </a:lnTo>
                  <a:lnTo>
                    <a:pt x="27839" y="5813"/>
                  </a:lnTo>
                  <a:lnTo>
                    <a:pt x="28451" y="5507"/>
                  </a:lnTo>
                  <a:lnTo>
                    <a:pt x="29369" y="5201"/>
                  </a:lnTo>
                  <a:lnTo>
                    <a:pt x="30592" y="5507"/>
                  </a:lnTo>
                  <a:lnTo>
                    <a:pt x="30898" y="4895"/>
                  </a:lnTo>
                  <a:lnTo>
                    <a:pt x="31204" y="4895"/>
                  </a:lnTo>
                  <a:lnTo>
                    <a:pt x="32428" y="4895"/>
                  </a:lnTo>
                  <a:lnTo>
                    <a:pt x="33039" y="4895"/>
                  </a:lnTo>
                  <a:lnTo>
                    <a:pt x="33651" y="5813"/>
                  </a:lnTo>
                  <a:lnTo>
                    <a:pt x="35487" y="6425"/>
                  </a:lnTo>
                  <a:lnTo>
                    <a:pt x="35793" y="6731"/>
                  </a:lnTo>
                  <a:lnTo>
                    <a:pt x="37016" y="6731"/>
                  </a:lnTo>
                  <a:lnTo>
                    <a:pt x="38240" y="7036"/>
                  </a:lnTo>
                  <a:lnTo>
                    <a:pt x="38546" y="7954"/>
                  </a:lnTo>
                  <a:lnTo>
                    <a:pt x="38852" y="8260"/>
                  </a:lnTo>
                  <a:lnTo>
                    <a:pt x="40075" y="8872"/>
                  </a:lnTo>
                  <a:lnTo>
                    <a:pt x="40687" y="9790"/>
                  </a:lnTo>
                  <a:lnTo>
                    <a:pt x="42523" y="9790"/>
                  </a:lnTo>
                  <a:lnTo>
                    <a:pt x="42829" y="10096"/>
                  </a:lnTo>
                  <a:lnTo>
                    <a:pt x="42829" y="10707"/>
                  </a:lnTo>
                  <a:lnTo>
                    <a:pt x="42829" y="11319"/>
                  </a:lnTo>
                  <a:lnTo>
                    <a:pt x="42829" y="11931"/>
                  </a:lnTo>
                  <a:lnTo>
                    <a:pt x="42829" y="12237"/>
                  </a:lnTo>
                  <a:lnTo>
                    <a:pt x="43135" y="13155"/>
                  </a:lnTo>
                  <a:lnTo>
                    <a:pt x="42829" y="14072"/>
                  </a:lnTo>
                  <a:lnTo>
                    <a:pt x="42523" y="14072"/>
                  </a:lnTo>
                  <a:lnTo>
                    <a:pt x="42523" y="14684"/>
                  </a:lnTo>
                  <a:lnTo>
                    <a:pt x="42217" y="15908"/>
                  </a:lnTo>
                  <a:lnTo>
                    <a:pt x="41911" y="16520"/>
                  </a:lnTo>
                  <a:lnTo>
                    <a:pt x="41911" y="17132"/>
                  </a:lnTo>
                  <a:lnTo>
                    <a:pt x="41605" y="17132"/>
                  </a:lnTo>
                  <a:lnTo>
                    <a:pt x="40993" y="17743"/>
                  </a:lnTo>
                  <a:lnTo>
                    <a:pt x="41299" y="19273"/>
                  </a:lnTo>
                  <a:lnTo>
                    <a:pt x="41911" y="19273"/>
                  </a:lnTo>
                  <a:lnTo>
                    <a:pt x="41299" y="20497"/>
                  </a:lnTo>
                  <a:lnTo>
                    <a:pt x="41911" y="23250"/>
                  </a:lnTo>
                  <a:lnTo>
                    <a:pt x="41911" y="24168"/>
                  </a:lnTo>
                  <a:lnTo>
                    <a:pt x="41911" y="25391"/>
                  </a:lnTo>
                  <a:lnTo>
                    <a:pt x="44052" y="25697"/>
                  </a:lnTo>
                  <a:lnTo>
                    <a:pt x="44358" y="26615"/>
                  </a:lnTo>
                  <a:lnTo>
                    <a:pt x="44358" y="26921"/>
                  </a:lnTo>
                  <a:lnTo>
                    <a:pt x="44358" y="27533"/>
                  </a:lnTo>
                  <a:lnTo>
                    <a:pt x="41911" y="30286"/>
                  </a:lnTo>
                  <a:lnTo>
                    <a:pt x="43135" y="31509"/>
                  </a:lnTo>
                  <a:lnTo>
                    <a:pt x="43746" y="32733"/>
                  </a:lnTo>
                  <a:lnTo>
                    <a:pt x="44358" y="33651"/>
                  </a:lnTo>
                  <a:lnTo>
                    <a:pt x="44970" y="33957"/>
                  </a:lnTo>
                  <a:lnTo>
                    <a:pt x="45888" y="34263"/>
                  </a:lnTo>
                  <a:lnTo>
                    <a:pt x="46194" y="34569"/>
                  </a:lnTo>
                  <a:lnTo>
                    <a:pt x="46806" y="34569"/>
                  </a:lnTo>
                  <a:lnTo>
                    <a:pt x="47111" y="36710"/>
                  </a:lnTo>
                  <a:lnTo>
                    <a:pt x="46806" y="37628"/>
                  </a:lnTo>
                  <a:lnTo>
                    <a:pt x="47111" y="37628"/>
                  </a:lnTo>
                  <a:lnTo>
                    <a:pt x="47723" y="37628"/>
                  </a:lnTo>
                  <a:lnTo>
                    <a:pt x="48029" y="37934"/>
                  </a:lnTo>
                  <a:lnTo>
                    <a:pt x="48029" y="38545"/>
                  </a:lnTo>
                  <a:lnTo>
                    <a:pt x="47723" y="39157"/>
                  </a:lnTo>
                  <a:lnTo>
                    <a:pt x="46806" y="39157"/>
                  </a:lnTo>
                  <a:lnTo>
                    <a:pt x="45888" y="39463"/>
                  </a:lnTo>
                  <a:lnTo>
                    <a:pt x="45582" y="39769"/>
                  </a:lnTo>
                  <a:lnTo>
                    <a:pt x="45582" y="40075"/>
                  </a:lnTo>
                  <a:lnTo>
                    <a:pt x="44664" y="40381"/>
                  </a:lnTo>
                  <a:lnTo>
                    <a:pt x="44052" y="42216"/>
                  </a:lnTo>
                  <a:lnTo>
                    <a:pt x="43746" y="43134"/>
                  </a:lnTo>
                  <a:lnTo>
                    <a:pt x="43135" y="43440"/>
                  </a:lnTo>
                  <a:lnTo>
                    <a:pt x="41605" y="43134"/>
                  </a:lnTo>
                  <a:lnTo>
                    <a:pt x="41299" y="42522"/>
                  </a:lnTo>
                  <a:lnTo>
                    <a:pt x="40687" y="42828"/>
                  </a:lnTo>
                  <a:lnTo>
                    <a:pt x="39464" y="42828"/>
                  </a:lnTo>
                  <a:lnTo>
                    <a:pt x="37934" y="42522"/>
                  </a:lnTo>
                  <a:lnTo>
                    <a:pt x="37628" y="42522"/>
                  </a:lnTo>
                  <a:lnTo>
                    <a:pt x="36710" y="42216"/>
                  </a:lnTo>
                  <a:lnTo>
                    <a:pt x="35181" y="42216"/>
                  </a:lnTo>
                  <a:lnTo>
                    <a:pt x="34569" y="41910"/>
                  </a:lnTo>
                  <a:lnTo>
                    <a:pt x="33345" y="41605"/>
                  </a:lnTo>
                  <a:lnTo>
                    <a:pt x="32734" y="40075"/>
                  </a:lnTo>
                  <a:lnTo>
                    <a:pt x="32428" y="38851"/>
                  </a:lnTo>
                  <a:lnTo>
                    <a:pt x="31510" y="37934"/>
                  </a:lnTo>
                  <a:lnTo>
                    <a:pt x="30898" y="37628"/>
                  </a:lnTo>
                  <a:lnTo>
                    <a:pt x="30286" y="37934"/>
                  </a:lnTo>
                  <a:lnTo>
                    <a:pt x="29063" y="38240"/>
                  </a:lnTo>
                  <a:lnTo>
                    <a:pt x="28451" y="38851"/>
                  </a:lnTo>
                  <a:lnTo>
                    <a:pt x="28145" y="38851"/>
                  </a:lnTo>
                  <a:lnTo>
                    <a:pt x="26921" y="39463"/>
                  </a:lnTo>
                  <a:lnTo>
                    <a:pt x="25698" y="39157"/>
                  </a:lnTo>
                  <a:lnTo>
                    <a:pt x="24168" y="38851"/>
                  </a:lnTo>
                  <a:lnTo>
                    <a:pt x="23556" y="38240"/>
                  </a:lnTo>
                  <a:lnTo>
                    <a:pt x="22333" y="37934"/>
                  </a:lnTo>
                  <a:lnTo>
                    <a:pt x="21721" y="37322"/>
                  </a:lnTo>
                  <a:lnTo>
                    <a:pt x="21415" y="37016"/>
                  </a:lnTo>
                  <a:lnTo>
                    <a:pt x="21109" y="36404"/>
                  </a:lnTo>
                  <a:lnTo>
                    <a:pt x="20191" y="35792"/>
                  </a:lnTo>
                  <a:lnTo>
                    <a:pt x="19273" y="35792"/>
                  </a:lnTo>
                  <a:lnTo>
                    <a:pt x="18356" y="35486"/>
                  </a:lnTo>
                  <a:lnTo>
                    <a:pt x="17744" y="33957"/>
                  </a:lnTo>
                  <a:lnTo>
                    <a:pt x="17438" y="33345"/>
                  </a:lnTo>
                  <a:lnTo>
                    <a:pt x="17132" y="32733"/>
                  </a:lnTo>
                  <a:lnTo>
                    <a:pt x="17132" y="32427"/>
                  </a:lnTo>
                  <a:lnTo>
                    <a:pt x="16520" y="32121"/>
                  </a:lnTo>
                  <a:lnTo>
                    <a:pt x="16520" y="31204"/>
                  </a:lnTo>
                  <a:lnTo>
                    <a:pt x="15297" y="29980"/>
                  </a:lnTo>
                  <a:lnTo>
                    <a:pt x="14991" y="29368"/>
                  </a:lnTo>
                  <a:lnTo>
                    <a:pt x="14685" y="29062"/>
                  </a:lnTo>
                  <a:lnTo>
                    <a:pt x="14073" y="29674"/>
                  </a:lnTo>
                  <a:lnTo>
                    <a:pt x="13767" y="29368"/>
                  </a:lnTo>
                  <a:lnTo>
                    <a:pt x="13155" y="29368"/>
                  </a:lnTo>
                  <a:lnTo>
                    <a:pt x="12237" y="28756"/>
                  </a:lnTo>
                  <a:lnTo>
                    <a:pt x="12237" y="28756"/>
                  </a:lnTo>
                  <a:lnTo>
                    <a:pt x="12237" y="29368"/>
                  </a:lnTo>
                  <a:lnTo>
                    <a:pt x="12237" y="29674"/>
                  </a:lnTo>
                  <a:lnTo>
                    <a:pt x="11320" y="29674"/>
                  </a:lnTo>
                  <a:lnTo>
                    <a:pt x="11014" y="29062"/>
                  </a:lnTo>
                  <a:lnTo>
                    <a:pt x="10096" y="28144"/>
                  </a:lnTo>
                  <a:lnTo>
                    <a:pt x="10096" y="26921"/>
                  </a:lnTo>
                  <a:lnTo>
                    <a:pt x="9484" y="26615"/>
                  </a:lnTo>
                  <a:lnTo>
                    <a:pt x="9178" y="26615"/>
                  </a:lnTo>
                  <a:lnTo>
                    <a:pt x="9178" y="25697"/>
                  </a:lnTo>
                  <a:lnTo>
                    <a:pt x="9484" y="24779"/>
                  </a:lnTo>
                  <a:lnTo>
                    <a:pt x="9484" y="24473"/>
                  </a:lnTo>
                  <a:lnTo>
                    <a:pt x="9484" y="24473"/>
                  </a:lnTo>
                  <a:lnTo>
                    <a:pt x="8567" y="22638"/>
                  </a:lnTo>
                  <a:lnTo>
                    <a:pt x="7955" y="22332"/>
                  </a:lnTo>
                  <a:lnTo>
                    <a:pt x="6425" y="21414"/>
                  </a:lnTo>
                  <a:lnTo>
                    <a:pt x="5507" y="21108"/>
                  </a:lnTo>
                  <a:lnTo>
                    <a:pt x="5507" y="20191"/>
                  </a:lnTo>
                  <a:lnTo>
                    <a:pt x="4896" y="19273"/>
                  </a:lnTo>
                  <a:lnTo>
                    <a:pt x="4284" y="18967"/>
                  </a:lnTo>
                  <a:lnTo>
                    <a:pt x="4284" y="18661"/>
                  </a:lnTo>
                  <a:lnTo>
                    <a:pt x="3672" y="18049"/>
                  </a:lnTo>
                  <a:lnTo>
                    <a:pt x="3978" y="17437"/>
                  </a:lnTo>
                  <a:lnTo>
                    <a:pt x="3672" y="16520"/>
                  </a:lnTo>
                  <a:lnTo>
                    <a:pt x="3978" y="16214"/>
                  </a:lnTo>
                  <a:lnTo>
                    <a:pt x="4284" y="16214"/>
                  </a:lnTo>
                  <a:lnTo>
                    <a:pt x="4284" y="16214"/>
                  </a:lnTo>
                  <a:lnTo>
                    <a:pt x="4284" y="15602"/>
                  </a:lnTo>
                  <a:lnTo>
                    <a:pt x="4896" y="14684"/>
                  </a:lnTo>
                  <a:lnTo>
                    <a:pt x="5507" y="14684"/>
                  </a:lnTo>
                  <a:lnTo>
                    <a:pt x="4896" y="13155"/>
                  </a:lnTo>
                  <a:lnTo>
                    <a:pt x="5507" y="12543"/>
                  </a:lnTo>
                  <a:lnTo>
                    <a:pt x="5201" y="12237"/>
                  </a:lnTo>
                  <a:lnTo>
                    <a:pt x="4590" y="12543"/>
                  </a:lnTo>
                  <a:lnTo>
                    <a:pt x="4284" y="12237"/>
                  </a:lnTo>
                  <a:lnTo>
                    <a:pt x="3978" y="11931"/>
                  </a:lnTo>
                  <a:lnTo>
                    <a:pt x="3366" y="11931"/>
                  </a:lnTo>
                  <a:lnTo>
                    <a:pt x="3060" y="10707"/>
                  </a:lnTo>
                  <a:lnTo>
                    <a:pt x="2754" y="10401"/>
                  </a:lnTo>
                  <a:lnTo>
                    <a:pt x="2754" y="9790"/>
                  </a:lnTo>
                  <a:lnTo>
                    <a:pt x="2142" y="9484"/>
                  </a:lnTo>
                  <a:lnTo>
                    <a:pt x="2142" y="8872"/>
                  </a:lnTo>
                  <a:lnTo>
                    <a:pt x="2142" y="8260"/>
                  </a:lnTo>
                  <a:lnTo>
                    <a:pt x="2142" y="7954"/>
                  </a:lnTo>
                  <a:lnTo>
                    <a:pt x="1531" y="7342"/>
                  </a:lnTo>
                  <a:lnTo>
                    <a:pt x="1531" y="6425"/>
                  </a:lnTo>
                  <a:lnTo>
                    <a:pt x="1225" y="6119"/>
                  </a:lnTo>
                  <a:lnTo>
                    <a:pt x="613" y="5813"/>
                  </a:lnTo>
                  <a:lnTo>
                    <a:pt x="1225" y="4589"/>
                  </a:lnTo>
                  <a:lnTo>
                    <a:pt x="919" y="4283"/>
                  </a:lnTo>
                  <a:lnTo>
                    <a:pt x="613" y="3060"/>
                  </a:lnTo>
                  <a:lnTo>
                    <a:pt x="613" y="2448"/>
                  </a:lnTo>
                  <a:lnTo>
                    <a:pt x="613" y="2142"/>
                  </a:lnTo>
                  <a:lnTo>
                    <a:pt x="307" y="1530"/>
                  </a:lnTo>
                  <a:lnTo>
                    <a:pt x="1" y="1224"/>
                  </a:lnTo>
                  <a:lnTo>
                    <a:pt x="307" y="1224"/>
                  </a:lnTo>
                  <a:lnTo>
                    <a:pt x="919" y="1224"/>
                  </a:lnTo>
                  <a:lnTo>
                    <a:pt x="1225" y="306"/>
                  </a:lnTo>
                  <a:lnTo>
                    <a:pt x="1531" y="0"/>
                  </a:lnTo>
                  <a:lnTo>
                    <a:pt x="1531" y="0"/>
                  </a:lnTo>
                  <a:lnTo>
                    <a:pt x="2142" y="306"/>
                  </a:lnTo>
                  <a:lnTo>
                    <a:pt x="3060" y="1836"/>
                  </a:lnTo>
                  <a:lnTo>
                    <a:pt x="3366" y="1836"/>
                  </a:lnTo>
                  <a:lnTo>
                    <a:pt x="3672" y="2448"/>
                  </a:lnTo>
                  <a:lnTo>
                    <a:pt x="4284" y="2754"/>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4" name="Google Shape;1884;p61"/>
            <p:cNvSpPr/>
            <p:nvPr/>
          </p:nvSpPr>
          <p:spPr>
            <a:xfrm>
              <a:off x="5603375" y="1415875"/>
              <a:ext cx="61225" cy="30625"/>
            </a:xfrm>
            <a:custGeom>
              <a:rect b="b" l="l" r="r" t="t"/>
              <a:pathLst>
                <a:path extrusionOk="0" h="1225" w="2449">
                  <a:moveTo>
                    <a:pt x="2142" y="306"/>
                  </a:moveTo>
                  <a:lnTo>
                    <a:pt x="1836" y="612"/>
                  </a:lnTo>
                  <a:lnTo>
                    <a:pt x="1530" y="918"/>
                  </a:lnTo>
                  <a:lnTo>
                    <a:pt x="1530" y="918"/>
                  </a:lnTo>
                  <a:lnTo>
                    <a:pt x="1225" y="918"/>
                  </a:lnTo>
                  <a:lnTo>
                    <a:pt x="1530" y="612"/>
                  </a:lnTo>
                  <a:lnTo>
                    <a:pt x="1530" y="612"/>
                  </a:lnTo>
                  <a:lnTo>
                    <a:pt x="1225" y="918"/>
                  </a:lnTo>
                  <a:lnTo>
                    <a:pt x="919" y="918"/>
                  </a:lnTo>
                  <a:lnTo>
                    <a:pt x="919" y="918"/>
                  </a:lnTo>
                  <a:lnTo>
                    <a:pt x="1" y="1224"/>
                  </a:lnTo>
                  <a:lnTo>
                    <a:pt x="1" y="918"/>
                  </a:lnTo>
                  <a:lnTo>
                    <a:pt x="1" y="918"/>
                  </a:lnTo>
                  <a:lnTo>
                    <a:pt x="613" y="612"/>
                  </a:lnTo>
                  <a:lnTo>
                    <a:pt x="919" y="612"/>
                  </a:lnTo>
                  <a:lnTo>
                    <a:pt x="919" y="306"/>
                  </a:lnTo>
                  <a:lnTo>
                    <a:pt x="919" y="306"/>
                  </a:lnTo>
                  <a:lnTo>
                    <a:pt x="1225" y="1"/>
                  </a:lnTo>
                  <a:lnTo>
                    <a:pt x="1530" y="306"/>
                  </a:lnTo>
                  <a:lnTo>
                    <a:pt x="1836" y="1"/>
                  </a:lnTo>
                  <a:lnTo>
                    <a:pt x="2142" y="1"/>
                  </a:lnTo>
                  <a:lnTo>
                    <a:pt x="2448" y="306"/>
                  </a:lnTo>
                  <a:lnTo>
                    <a:pt x="2142"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5" name="Google Shape;1885;p61"/>
            <p:cNvSpPr/>
            <p:nvPr/>
          </p:nvSpPr>
          <p:spPr>
            <a:xfrm>
              <a:off x="5603375" y="1415875"/>
              <a:ext cx="61225" cy="30625"/>
            </a:xfrm>
            <a:custGeom>
              <a:rect b="b" l="l" r="r" t="t"/>
              <a:pathLst>
                <a:path extrusionOk="0" fill="none" h="1225" w="2449">
                  <a:moveTo>
                    <a:pt x="2142" y="306"/>
                  </a:moveTo>
                  <a:lnTo>
                    <a:pt x="1836" y="612"/>
                  </a:lnTo>
                  <a:lnTo>
                    <a:pt x="1530" y="918"/>
                  </a:lnTo>
                  <a:lnTo>
                    <a:pt x="1530" y="918"/>
                  </a:lnTo>
                  <a:lnTo>
                    <a:pt x="1225" y="918"/>
                  </a:lnTo>
                  <a:lnTo>
                    <a:pt x="1530" y="612"/>
                  </a:lnTo>
                  <a:lnTo>
                    <a:pt x="1530" y="612"/>
                  </a:lnTo>
                  <a:lnTo>
                    <a:pt x="1225" y="918"/>
                  </a:lnTo>
                  <a:lnTo>
                    <a:pt x="919" y="918"/>
                  </a:lnTo>
                  <a:lnTo>
                    <a:pt x="919" y="918"/>
                  </a:lnTo>
                  <a:lnTo>
                    <a:pt x="1" y="1224"/>
                  </a:lnTo>
                  <a:lnTo>
                    <a:pt x="1" y="918"/>
                  </a:lnTo>
                  <a:lnTo>
                    <a:pt x="1" y="918"/>
                  </a:lnTo>
                  <a:lnTo>
                    <a:pt x="613" y="612"/>
                  </a:lnTo>
                  <a:lnTo>
                    <a:pt x="919" y="612"/>
                  </a:lnTo>
                  <a:lnTo>
                    <a:pt x="919" y="306"/>
                  </a:lnTo>
                  <a:lnTo>
                    <a:pt x="919" y="306"/>
                  </a:lnTo>
                  <a:lnTo>
                    <a:pt x="1225" y="1"/>
                  </a:lnTo>
                  <a:lnTo>
                    <a:pt x="1530" y="306"/>
                  </a:lnTo>
                  <a:lnTo>
                    <a:pt x="1836" y="1"/>
                  </a:lnTo>
                  <a:lnTo>
                    <a:pt x="2142" y="1"/>
                  </a:lnTo>
                  <a:lnTo>
                    <a:pt x="2448" y="306"/>
                  </a:lnTo>
                  <a:lnTo>
                    <a:pt x="2142"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6" name="Google Shape;1886;p61"/>
            <p:cNvSpPr/>
            <p:nvPr/>
          </p:nvSpPr>
          <p:spPr>
            <a:xfrm>
              <a:off x="5549850" y="1461750"/>
              <a:ext cx="7675" cy="7675"/>
            </a:xfrm>
            <a:custGeom>
              <a:rect b="b" l="l" r="r" t="t"/>
              <a:pathLst>
                <a:path extrusionOk="0" h="307" w="307">
                  <a:moveTo>
                    <a:pt x="306" y="307"/>
                  </a:moveTo>
                  <a:lnTo>
                    <a:pt x="306" y="307"/>
                  </a:lnTo>
                  <a:lnTo>
                    <a:pt x="1" y="1"/>
                  </a:lnTo>
                  <a:lnTo>
                    <a:pt x="306"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7" name="Google Shape;1887;p61"/>
            <p:cNvSpPr/>
            <p:nvPr/>
          </p:nvSpPr>
          <p:spPr>
            <a:xfrm>
              <a:off x="5549850" y="1461750"/>
              <a:ext cx="7675" cy="7675"/>
            </a:xfrm>
            <a:custGeom>
              <a:rect b="b" l="l" r="r" t="t"/>
              <a:pathLst>
                <a:path extrusionOk="0" fill="none" h="307" w="307">
                  <a:moveTo>
                    <a:pt x="306" y="307"/>
                  </a:moveTo>
                  <a:lnTo>
                    <a:pt x="306" y="307"/>
                  </a:lnTo>
                  <a:lnTo>
                    <a:pt x="1" y="1"/>
                  </a:lnTo>
                  <a:lnTo>
                    <a:pt x="306"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8" name="Google Shape;1888;p61"/>
            <p:cNvSpPr/>
            <p:nvPr/>
          </p:nvSpPr>
          <p:spPr>
            <a:xfrm>
              <a:off x="5519250" y="1446475"/>
              <a:ext cx="7675" cy="7675"/>
            </a:xfrm>
            <a:custGeom>
              <a:rect b="b" l="l" r="r" t="t"/>
              <a:pathLst>
                <a:path extrusionOk="0" h="307" w="307">
                  <a:moveTo>
                    <a:pt x="307" y="0"/>
                  </a:moveTo>
                  <a:lnTo>
                    <a:pt x="1" y="306"/>
                  </a:lnTo>
                  <a:lnTo>
                    <a:pt x="1" y="0"/>
                  </a:lnTo>
                  <a:lnTo>
                    <a:pt x="1" y="0"/>
                  </a:lnTo>
                  <a:lnTo>
                    <a:pt x="307"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89" name="Google Shape;1889;p61"/>
            <p:cNvSpPr/>
            <p:nvPr/>
          </p:nvSpPr>
          <p:spPr>
            <a:xfrm>
              <a:off x="5519250" y="1446475"/>
              <a:ext cx="7675" cy="7675"/>
            </a:xfrm>
            <a:custGeom>
              <a:rect b="b" l="l" r="r" t="t"/>
              <a:pathLst>
                <a:path extrusionOk="0" fill="none" h="307" w="307">
                  <a:moveTo>
                    <a:pt x="307" y="0"/>
                  </a:moveTo>
                  <a:lnTo>
                    <a:pt x="1" y="306"/>
                  </a:lnTo>
                  <a:lnTo>
                    <a:pt x="1" y="0"/>
                  </a:lnTo>
                  <a:lnTo>
                    <a:pt x="1" y="0"/>
                  </a:lnTo>
                  <a:lnTo>
                    <a:pt x="307"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0" name="Google Shape;1890;p61"/>
            <p:cNvSpPr/>
            <p:nvPr/>
          </p:nvSpPr>
          <p:spPr>
            <a:xfrm>
              <a:off x="5672225" y="1408225"/>
              <a:ext cx="7675" cy="7675"/>
            </a:xfrm>
            <a:custGeom>
              <a:rect b="b" l="l" r="r" t="t"/>
              <a:pathLst>
                <a:path extrusionOk="0" h="307" w="307">
                  <a:moveTo>
                    <a:pt x="306" y="307"/>
                  </a:moveTo>
                  <a:lnTo>
                    <a:pt x="0" y="307"/>
                  </a:lnTo>
                  <a:lnTo>
                    <a:pt x="0" y="1"/>
                  </a:lnTo>
                  <a:lnTo>
                    <a:pt x="0" y="1"/>
                  </a:lnTo>
                  <a:lnTo>
                    <a:pt x="306"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1" name="Google Shape;1891;p61"/>
            <p:cNvSpPr/>
            <p:nvPr/>
          </p:nvSpPr>
          <p:spPr>
            <a:xfrm>
              <a:off x="5672225" y="1408225"/>
              <a:ext cx="7675" cy="7675"/>
            </a:xfrm>
            <a:custGeom>
              <a:rect b="b" l="l" r="r" t="t"/>
              <a:pathLst>
                <a:path extrusionOk="0" fill="none" h="307" w="307">
                  <a:moveTo>
                    <a:pt x="306" y="307"/>
                  </a:moveTo>
                  <a:lnTo>
                    <a:pt x="0" y="307"/>
                  </a:lnTo>
                  <a:lnTo>
                    <a:pt x="0" y="1"/>
                  </a:lnTo>
                  <a:lnTo>
                    <a:pt x="0" y="1"/>
                  </a:lnTo>
                  <a:lnTo>
                    <a:pt x="306"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2" name="Google Shape;1892;p61"/>
            <p:cNvSpPr/>
            <p:nvPr/>
          </p:nvSpPr>
          <p:spPr>
            <a:xfrm>
              <a:off x="5664575" y="1423525"/>
              <a:ext cx="7675" cy="7675"/>
            </a:xfrm>
            <a:custGeom>
              <a:rect b="b" l="l" r="r" t="t"/>
              <a:pathLst>
                <a:path extrusionOk="0" h="307" w="307">
                  <a:moveTo>
                    <a:pt x="306" y="0"/>
                  </a:moveTo>
                  <a:lnTo>
                    <a:pt x="306" y="306"/>
                  </a:lnTo>
                  <a:lnTo>
                    <a:pt x="0" y="0"/>
                  </a:lnTo>
                  <a:lnTo>
                    <a:pt x="306" y="0"/>
                  </a:lnTo>
                  <a:lnTo>
                    <a:pt x="306" y="0"/>
                  </a:lnTo>
                  <a:lnTo>
                    <a:pt x="306"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3" name="Google Shape;1893;p61"/>
            <p:cNvSpPr/>
            <p:nvPr/>
          </p:nvSpPr>
          <p:spPr>
            <a:xfrm>
              <a:off x="5664575" y="1423525"/>
              <a:ext cx="7675" cy="7675"/>
            </a:xfrm>
            <a:custGeom>
              <a:rect b="b" l="l" r="r" t="t"/>
              <a:pathLst>
                <a:path extrusionOk="0" fill="none" h="307" w="307">
                  <a:moveTo>
                    <a:pt x="306" y="0"/>
                  </a:moveTo>
                  <a:lnTo>
                    <a:pt x="306" y="306"/>
                  </a:lnTo>
                  <a:lnTo>
                    <a:pt x="0" y="0"/>
                  </a:lnTo>
                  <a:lnTo>
                    <a:pt x="306" y="0"/>
                  </a:lnTo>
                  <a:lnTo>
                    <a:pt x="306" y="0"/>
                  </a:lnTo>
                  <a:lnTo>
                    <a:pt x="306"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4" name="Google Shape;1894;p61"/>
            <p:cNvSpPr/>
            <p:nvPr/>
          </p:nvSpPr>
          <p:spPr>
            <a:xfrm>
              <a:off x="5473375" y="1423525"/>
              <a:ext cx="7675" cy="7675"/>
            </a:xfrm>
            <a:custGeom>
              <a:rect b="b" l="l" r="r" t="t"/>
              <a:pathLst>
                <a:path extrusionOk="0" h="307" w="307">
                  <a:moveTo>
                    <a:pt x="306" y="0"/>
                  </a:moveTo>
                  <a:lnTo>
                    <a:pt x="306" y="306"/>
                  </a:lnTo>
                  <a:lnTo>
                    <a:pt x="0" y="306"/>
                  </a:lnTo>
                  <a:lnTo>
                    <a:pt x="0" y="0"/>
                  </a:lnTo>
                  <a:lnTo>
                    <a:pt x="306"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5" name="Google Shape;1895;p61"/>
            <p:cNvSpPr/>
            <p:nvPr/>
          </p:nvSpPr>
          <p:spPr>
            <a:xfrm>
              <a:off x="5473375" y="1423525"/>
              <a:ext cx="7675" cy="7675"/>
            </a:xfrm>
            <a:custGeom>
              <a:rect b="b" l="l" r="r" t="t"/>
              <a:pathLst>
                <a:path extrusionOk="0" fill="none" h="307" w="307">
                  <a:moveTo>
                    <a:pt x="306" y="0"/>
                  </a:moveTo>
                  <a:lnTo>
                    <a:pt x="306" y="306"/>
                  </a:lnTo>
                  <a:lnTo>
                    <a:pt x="0" y="306"/>
                  </a:lnTo>
                  <a:lnTo>
                    <a:pt x="0" y="0"/>
                  </a:lnTo>
                  <a:lnTo>
                    <a:pt x="306"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6" name="Google Shape;1896;p61"/>
            <p:cNvSpPr/>
            <p:nvPr/>
          </p:nvSpPr>
          <p:spPr>
            <a:xfrm>
              <a:off x="5060400" y="1194100"/>
              <a:ext cx="114725" cy="114725"/>
            </a:xfrm>
            <a:custGeom>
              <a:rect b="b" l="l" r="r" t="t"/>
              <a:pathLst>
                <a:path extrusionOk="0" h="4589" w="4589">
                  <a:moveTo>
                    <a:pt x="3365" y="306"/>
                  </a:moveTo>
                  <a:lnTo>
                    <a:pt x="3671" y="306"/>
                  </a:lnTo>
                  <a:lnTo>
                    <a:pt x="3671" y="306"/>
                  </a:lnTo>
                  <a:lnTo>
                    <a:pt x="3977" y="306"/>
                  </a:lnTo>
                  <a:lnTo>
                    <a:pt x="4283" y="612"/>
                  </a:lnTo>
                  <a:lnTo>
                    <a:pt x="4589" y="918"/>
                  </a:lnTo>
                  <a:lnTo>
                    <a:pt x="4589" y="1224"/>
                  </a:lnTo>
                  <a:lnTo>
                    <a:pt x="4283" y="1224"/>
                  </a:lnTo>
                  <a:lnTo>
                    <a:pt x="3977" y="1530"/>
                  </a:lnTo>
                  <a:lnTo>
                    <a:pt x="3977" y="1836"/>
                  </a:lnTo>
                  <a:lnTo>
                    <a:pt x="3671" y="1530"/>
                  </a:lnTo>
                  <a:lnTo>
                    <a:pt x="3365" y="1530"/>
                  </a:lnTo>
                  <a:lnTo>
                    <a:pt x="3059" y="1836"/>
                  </a:lnTo>
                  <a:lnTo>
                    <a:pt x="3059" y="1836"/>
                  </a:lnTo>
                  <a:lnTo>
                    <a:pt x="3059" y="2141"/>
                  </a:lnTo>
                  <a:lnTo>
                    <a:pt x="3059" y="2141"/>
                  </a:lnTo>
                  <a:lnTo>
                    <a:pt x="3059" y="2447"/>
                  </a:lnTo>
                  <a:lnTo>
                    <a:pt x="3671" y="2141"/>
                  </a:lnTo>
                  <a:lnTo>
                    <a:pt x="3671" y="2141"/>
                  </a:lnTo>
                  <a:lnTo>
                    <a:pt x="3671" y="2447"/>
                  </a:lnTo>
                  <a:lnTo>
                    <a:pt x="3977" y="3365"/>
                  </a:lnTo>
                  <a:lnTo>
                    <a:pt x="3977" y="3365"/>
                  </a:lnTo>
                  <a:lnTo>
                    <a:pt x="4283" y="3671"/>
                  </a:lnTo>
                  <a:lnTo>
                    <a:pt x="4283" y="3977"/>
                  </a:lnTo>
                  <a:lnTo>
                    <a:pt x="4589" y="3977"/>
                  </a:lnTo>
                  <a:lnTo>
                    <a:pt x="4589" y="4283"/>
                  </a:lnTo>
                  <a:lnTo>
                    <a:pt x="4589" y="4589"/>
                  </a:lnTo>
                  <a:lnTo>
                    <a:pt x="3059" y="4589"/>
                  </a:lnTo>
                  <a:lnTo>
                    <a:pt x="2753" y="4589"/>
                  </a:lnTo>
                  <a:lnTo>
                    <a:pt x="2142" y="3365"/>
                  </a:lnTo>
                  <a:lnTo>
                    <a:pt x="1530" y="3059"/>
                  </a:lnTo>
                  <a:lnTo>
                    <a:pt x="0" y="3059"/>
                  </a:lnTo>
                  <a:lnTo>
                    <a:pt x="612" y="1836"/>
                  </a:lnTo>
                  <a:lnTo>
                    <a:pt x="1530" y="306"/>
                  </a:lnTo>
                  <a:lnTo>
                    <a:pt x="2142" y="0"/>
                  </a:lnTo>
                  <a:lnTo>
                    <a:pt x="2753" y="0"/>
                  </a:lnTo>
                  <a:lnTo>
                    <a:pt x="3059" y="306"/>
                  </a:lnTo>
                  <a:lnTo>
                    <a:pt x="3365"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7" name="Google Shape;1897;p61"/>
            <p:cNvSpPr/>
            <p:nvPr/>
          </p:nvSpPr>
          <p:spPr>
            <a:xfrm>
              <a:off x="5060400" y="1194100"/>
              <a:ext cx="114725" cy="114725"/>
            </a:xfrm>
            <a:custGeom>
              <a:rect b="b" l="l" r="r" t="t"/>
              <a:pathLst>
                <a:path extrusionOk="0" fill="none" h="4589" w="4589">
                  <a:moveTo>
                    <a:pt x="3365" y="306"/>
                  </a:moveTo>
                  <a:lnTo>
                    <a:pt x="3671" y="306"/>
                  </a:lnTo>
                  <a:lnTo>
                    <a:pt x="3671" y="306"/>
                  </a:lnTo>
                  <a:lnTo>
                    <a:pt x="3977" y="306"/>
                  </a:lnTo>
                  <a:lnTo>
                    <a:pt x="4283" y="612"/>
                  </a:lnTo>
                  <a:lnTo>
                    <a:pt x="4589" y="918"/>
                  </a:lnTo>
                  <a:lnTo>
                    <a:pt x="4589" y="1224"/>
                  </a:lnTo>
                  <a:lnTo>
                    <a:pt x="4283" y="1224"/>
                  </a:lnTo>
                  <a:lnTo>
                    <a:pt x="3977" y="1530"/>
                  </a:lnTo>
                  <a:lnTo>
                    <a:pt x="3977" y="1836"/>
                  </a:lnTo>
                  <a:lnTo>
                    <a:pt x="3671" y="1530"/>
                  </a:lnTo>
                  <a:lnTo>
                    <a:pt x="3365" y="1530"/>
                  </a:lnTo>
                  <a:lnTo>
                    <a:pt x="3059" y="1836"/>
                  </a:lnTo>
                  <a:lnTo>
                    <a:pt x="3059" y="1836"/>
                  </a:lnTo>
                  <a:lnTo>
                    <a:pt x="3059" y="2141"/>
                  </a:lnTo>
                  <a:lnTo>
                    <a:pt x="3059" y="2141"/>
                  </a:lnTo>
                  <a:lnTo>
                    <a:pt x="3059" y="2447"/>
                  </a:lnTo>
                  <a:lnTo>
                    <a:pt x="3671" y="2141"/>
                  </a:lnTo>
                  <a:lnTo>
                    <a:pt x="3671" y="2141"/>
                  </a:lnTo>
                  <a:lnTo>
                    <a:pt x="3671" y="2447"/>
                  </a:lnTo>
                  <a:lnTo>
                    <a:pt x="3977" y="3365"/>
                  </a:lnTo>
                  <a:lnTo>
                    <a:pt x="3977" y="3365"/>
                  </a:lnTo>
                  <a:lnTo>
                    <a:pt x="4283" y="3671"/>
                  </a:lnTo>
                  <a:lnTo>
                    <a:pt x="4283" y="3977"/>
                  </a:lnTo>
                  <a:lnTo>
                    <a:pt x="4589" y="3977"/>
                  </a:lnTo>
                  <a:lnTo>
                    <a:pt x="4589" y="4283"/>
                  </a:lnTo>
                  <a:lnTo>
                    <a:pt x="4589" y="4589"/>
                  </a:lnTo>
                  <a:lnTo>
                    <a:pt x="3059" y="4589"/>
                  </a:lnTo>
                  <a:lnTo>
                    <a:pt x="2753" y="4589"/>
                  </a:lnTo>
                  <a:lnTo>
                    <a:pt x="2142" y="3365"/>
                  </a:lnTo>
                  <a:lnTo>
                    <a:pt x="1530" y="3059"/>
                  </a:lnTo>
                  <a:lnTo>
                    <a:pt x="0" y="3059"/>
                  </a:lnTo>
                  <a:lnTo>
                    <a:pt x="612" y="1836"/>
                  </a:lnTo>
                  <a:lnTo>
                    <a:pt x="1530" y="306"/>
                  </a:lnTo>
                  <a:lnTo>
                    <a:pt x="2142" y="0"/>
                  </a:lnTo>
                  <a:lnTo>
                    <a:pt x="2753" y="0"/>
                  </a:lnTo>
                  <a:lnTo>
                    <a:pt x="3059" y="306"/>
                  </a:lnTo>
                  <a:lnTo>
                    <a:pt x="3365"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8" name="Google Shape;1898;p61"/>
            <p:cNvSpPr/>
            <p:nvPr/>
          </p:nvSpPr>
          <p:spPr>
            <a:xfrm>
              <a:off x="5167450" y="1239975"/>
              <a:ext cx="7675" cy="7675"/>
            </a:xfrm>
            <a:custGeom>
              <a:rect b="b" l="l" r="r" t="t"/>
              <a:pathLst>
                <a:path extrusionOk="0" h="307" w="307">
                  <a:moveTo>
                    <a:pt x="307" y="1"/>
                  </a:moveTo>
                  <a:lnTo>
                    <a:pt x="1" y="306"/>
                  </a:lnTo>
                  <a:lnTo>
                    <a:pt x="1" y="1"/>
                  </a:lnTo>
                  <a:lnTo>
                    <a:pt x="1" y="1"/>
                  </a:lnTo>
                  <a:lnTo>
                    <a:pt x="307"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899" name="Google Shape;1899;p61"/>
            <p:cNvSpPr/>
            <p:nvPr/>
          </p:nvSpPr>
          <p:spPr>
            <a:xfrm>
              <a:off x="5167450" y="1239975"/>
              <a:ext cx="7675" cy="7675"/>
            </a:xfrm>
            <a:custGeom>
              <a:rect b="b" l="l" r="r" t="t"/>
              <a:pathLst>
                <a:path extrusionOk="0" fill="none" h="307" w="307">
                  <a:moveTo>
                    <a:pt x="307" y="1"/>
                  </a:moveTo>
                  <a:lnTo>
                    <a:pt x="1" y="306"/>
                  </a:lnTo>
                  <a:lnTo>
                    <a:pt x="1" y="1"/>
                  </a:lnTo>
                  <a:lnTo>
                    <a:pt x="1" y="1"/>
                  </a:lnTo>
                  <a:lnTo>
                    <a:pt x="307"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0" name="Google Shape;1900;p61"/>
            <p:cNvSpPr/>
            <p:nvPr/>
          </p:nvSpPr>
          <p:spPr>
            <a:xfrm>
              <a:off x="4349150" y="857575"/>
              <a:ext cx="91800" cy="122400"/>
            </a:xfrm>
            <a:custGeom>
              <a:rect b="b" l="l" r="r" t="t"/>
              <a:pathLst>
                <a:path extrusionOk="0" h="4896" w="3672">
                  <a:moveTo>
                    <a:pt x="1224" y="4284"/>
                  </a:moveTo>
                  <a:lnTo>
                    <a:pt x="918" y="4284"/>
                  </a:lnTo>
                  <a:lnTo>
                    <a:pt x="612" y="4896"/>
                  </a:lnTo>
                  <a:lnTo>
                    <a:pt x="0" y="4896"/>
                  </a:lnTo>
                  <a:lnTo>
                    <a:pt x="612" y="2754"/>
                  </a:lnTo>
                  <a:lnTo>
                    <a:pt x="918" y="2448"/>
                  </a:lnTo>
                  <a:lnTo>
                    <a:pt x="1224" y="2142"/>
                  </a:lnTo>
                  <a:lnTo>
                    <a:pt x="1224" y="1225"/>
                  </a:lnTo>
                  <a:lnTo>
                    <a:pt x="2142" y="613"/>
                  </a:lnTo>
                  <a:lnTo>
                    <a:pt x="2142" y="307"/>
                  </a:lnTo>
                  <a:lnTo>
                    <a:pt x="2448" y="1"/>
                  </a:lnTo>
                  <a:lnTo>
                    <a:pt x="3059" y="1"/>
                  </a:lnTo>
                  <a:lnTo>
                    <a:pt x="3059" y="613"/>
                  </a:lnTo>
                  <a:lnTo>
                    <a:pt x="3365" y="613"/>
                  </a:lnTo>
                  <a:lnTo>
                    <a:pt x="3671" y="1530"/>
                  </a:lnTo>
                  <a:lnTo>
                    <a:pt x="3365" y="1836"/>
                  </a:lnTo>
                  <a:lnTo>
                    <a:pt x="3059" y="2142"/>
                  </a:lnTo>
                  <a:lnTo>
                    <a:pt x="3059" y="2448"/>
                  </a:lnTo>
                  <a:lnTo>
                    <a:pt x="2448" y="2448"/>
                  </a:lnTo>
                  <a:lnTo>
                    <a:pt x="2448" y="2754"/>
                  </a:lnTo>
                  <a:lnTo>
                    <a:pt x="2142" y="2754"/>
                  </a:lnTo>
                  <a:lnTo>
                    <a:pt x="2142" y="3060"/>
                  </a:lnTo>
                  <a:lnTo>
                    <a:pt x="2142" y="3366"/>
                  </a:lnTo>
                  <a:lnTo>
                    <a:pt x="1224" y="4284"/>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1" name="Google Shape;1901;p61"/>
            <p:cNvSpPr/>
            <p:nvPr/>
          </p:nvSpPr>
          <p:spPr>
            <a:xfrm>
              <a:off x="4349150" y="857575"/>
              <a:ext cx="91800" cy="122400"/>
            </a:xfrm>
            <a:custGeom>
              <a:rect b="b" l="l" r="r" t="t"/>
              <a:pathLst>
                <a:path extrusionOk="0" fill="none" h="4896" w="3672">
                  <a:moveTo>
                    <a:pt x="1224" y="4284"/>
                  </a:moveTo>
                  <a:lnTo>
                    <a:pt x="918" y="4284"/>
                  </a:lnTo>
                  <a:lnTo>
                    <a:pt x="612" y="4896"/>
                  </a:lnTo>
                  <a:lnTo>
                    <a:pt x="0" y="4896"/>
                  </a:lnTo>
                  <a:lnTo>
                    <a:pt x="612" y="2754"/>
                  </a:lnTo>
                  <a:lnTo>
                    <a:pt x="918" y="2448"/>
                  </a:lnTo>
                  <a:lnTo>
                    <a:pt x="1224" y="2142"/>
                  </a:lnTo>
                  <a:lnTo>
                    <a:pt x="1224" y="1225"/>
                  </a:lnTo>
                  <a:lnTo>
                    <a:pt x="2142" y="613"/>
                  </a:lnTo>
                  <a:lnTo>
                    <a:pt x="2142" y="307"/>
                  </a:lnTo>
                  <a:lnTo>
                    <a:pt x="2448" y="1"/>
                  </a:lnTo>
                  <a:lnTo>
                    <a:pt x="3059" y="1"/>
                  </a:lnTo>
                  <a:lnTo>
                    <a:pt x="3059" y="613"/>
                  </a:lnTo>
                  <a:lnTo>
                    <a:pt x="3365" y="613"/>
                  </a:lnTo>
                  <a:lnTo>
                    <a:pt x="3671" y="1530"/>
                  </a:lnTo>
                  <a:lnTo>
                    <a:pt x="3365" y="1836"/>
                  </a:lnTo>
                  <a:lnTo>
                    <a:pt x="3059" y="2142"/>
                  </a:lnTo>
                  <a:lnTo>
                    <a:pt x="3059" y="2448"/>
                  </a:lnTo>
                  <a:lnTo>
                    <a:pt x="2448" y="2448"/>
                  </a:lnTo>
                  <a:lnTo>
                    <a:pt x="2448" y="2754"/>
                  </a:lnTo>
                  <a:lnTo>
                    <a:pt x="2142" y="2754"/>
                  </a:lnTo>
                  <a:lnTo>
                    <a:pt x="2142" y="3060"/>
                  </a:lnTo>
                  <a:lnTo>
                    <a:pt x="2142" y="3366"/>
                  </a:lnTo>
                  <a:lnTo>
                    <a:pt x="1224" y="4284"/>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2" name="Google Shape;1902;p61"/>
            <p:cNvSpPr/>
            <p:nvPr/>
          </p:nvSpPr>
          <p:spPr>
            <a:xfrm>
              <a:off x="2330125" y="2287725"/>
              <a:ext cx="741850" cy="611850"/>
            </a:xfrm>
            <a:custGeom>
              <a:rect b="b" l="l" r="r" t="t"/>
              <a:pathLst>
                <a:path extrusionOk="0" h="24474" w="29674">
                  <a:moveTo>
                    <a:pt x="9178" y="612"/>
                  </a:moveTo>
                  <a:lnTo>
                    <a:pt x="10402" y="2448"/>
                  </a:lnTo>
                  <a:lnTo>
                    <a:pt x="11625" y="2142"/>
                  </a:lnTo>
                  <a:lnTo>
                    <a:pt x="12849" y="1530"/>
                  </a:lnTo>
                  <a:lnTo>
                    <a:pt x="13461" y="1530"/>
                  </a:lnTo>
                  <a:lnTo>
                    <a:pt x="14072" y="2142"/>
                  </a:lnTo>
                  <a:lnTo>
                    <a:pt x="15296" y="2754"/>
                  </a:lnTo>
                  <a:lnTo>
                    <a:pt x="17132" y="2754"/>
                  </a:lnTo>
                  <a:lnTo>
                    <a:pt x="18355" y="1836"/>
                  </a:lnTo>
                  <a:lnTo>
                    <a:pt x="19885" y="1530"/>
                  </a:lnTo>
                  <a:lnTo>
                    <a:pt x="21720" y="1530"/>
                  </a:lnTo>
                  <a:lnTo>
                    <a:pt x="22944" y="1836"/>
                  </a:lnTo>
                  <a:lnTo>
                    <a:pt x="23250" y="2142"/>
                  </a:lnTo>
                  <a:lnTo>
                    <a:pt x="24168" y="2142"/>
                  </a:lnTo>
                  <a:lnTo>
                    <a:pt x="24473" y="1530"/>
                  </a:lnTo>
                  <a:lnTo>
                    <a:pt x="25391" y="1224"/>
                  </a:lnTo>
                  <a:lnTo>
                    <a:pt x="26003" y="918"/>
                  </a:lnTo>
                  <a:lnTo>
                    <a:pt x="26615" y="612"/>
                  </a:lnTo>
                  <a:lnTo>
                    <a:pt x="27227" y="612"/>
                  </a:lnTo>
                  <a:lnTo>
                    <a:pt x="28450" y="2142"/>
                  </a:lnTo>
                  <a:lnTo>
                    <a:pt x="28450" y="3977"/>
                  </a:lnTo>
                  <a:lnTo>
                    <a:pt x="29368" y="3977"/>
                  </a:lnTo>
                  <a:lnTo>
                    <a:pt x="29674" y="4589"/>
                  </a:lnTo>
                  <a:lnTo>
                    <a:pt x="29674" y="5507"/>
                  </a:lnTo>
                  <a:lnTo>
                    <a:pt x="29674" y="5813"/>
                  </a:lnTo>
                  <a:lnTo>
                    <a:pt x="28756" y="6731"/>
                  </a:lnTo>
                  <a:lnTo>
                    <a:pt x="28144" y="6731"/>
                  </a:lnTo>
                  <a:lnTo>
                    <a:pt x="27227" y="8260"/>
                  </a:lnTo>
                  <a:lnTo>
                    <a:pt x="26921" y="9484"/>
                  </a:lnTo>
                  <a:lnTo>
                    <a:pt x="26309" y="9790"/>
                  </a:lnTo>
                  <a:lnTo>
                    <a:pt x="26003" y="11013"/>
                  </a:lnTo>
                  <a:lnTo>
                    <a:pt x="25391" y="11625"/>
                  </a:lnTo>
                  <a:lnTo>
                    <a:pt x="25085" y="12543"/>
                  </a:lnTo>
                  <a:lnTo>
                    <a:pt x="25085" y="12849"/>
                  </a:lnTo>
                  <a:lnTo>
                    <a:pt x="24779" y="13461"/>
                  </a:lnTo>
                  <a:lnTo>
                    <a:pt x="24168" y="13461"/>
                  </a:lnTo>
                  <a:lnTo>
                    <a:pt x="23862" y="14073"/>
                  </a:lnTo>
                  <a:lnTo>
                    <a:pt x="23862" y="14073"/>
                  </a:lnTo>
                  <a:lnTo>
                    <a:pt x="23556" y="14990"/>
                  </a:lnTo>
                  <a:lnTo>
                    <a:pt x="23250" y="15908"/>
                  </a:lnTo>
                  <a:lnTo>
                    <a:pt x="22638" y="17132"/>
                  </a:lnTo>
                  <a:lnTo>
                    <a:pt x="22332" y="17743"/>
                  </a:lnTo>
                  <a:lnTo>
                    <a:pt x="21720" y="18355"/>
                  </a:lnTo>
                  <a:lnTo>
                    <a:pt x="21414" y="18661"/>
                  </a:lnTo>
                  <a:lnTo>
                    <a:pt x="21108" y="18661"/>
                  </a:lnTo>
                  <a:lnTo>
                    <a:pt x="19579" y="17438"/>
                  </a:lnTo>
                  <a:lnTo>
                    <a:pt x="19273" y="17743"/>
                  </a:lnTo>
                  <a:lnTo>
                    <a:pt x="18355" y="17743"/>
                  </a:lnTo>
                  <a:lnTo>
                    <a:pt x="17743" y="18049"/>
                  </a:lnTo>
                  <a:lnTo>
                    <a:pt x="17437" y="18661"/>
                  </a:lnTo>
                  <a:lnTo>
                    <a:pt x="16826" y="18967"/>
                  </a:lnTo>
                  <a:lnTo>
                    <a:pt x="15296" y="20191"/>
                  </a:lnTo>
                  <a:lnTo>
                    <a:pt x="15296" y="22026"/>
                  </a:lnTo>
                  <a:lnTo>
                    <a:pt x="14684" y="22944"/>
                  </a:lnTo>
                  <a:lnTo>
                    <a:pt x="14684" y="22944"/>
                  </a:lnTo>
                  <a:lnTo>
                    <a:pt x="14684" y="22944"/>
                  </a:lnTo>
                  <a:lnTo>
                    <a:pt x="14684" y="22944"/>
                  </a:lnTo>
                  <a:lnTo>
                    <a:pt x="14684" y="22944"/>
                  </a:lnTo>
                  <a:lnTo>
                    <a:pt x="14684" y="22944"/>
                  </a:lnTo>
                  <a:lnTo>
                    <a:pt x="14684" y="22944"/>
                  </a:lnTo>
                  <a:lnTo>
                    <a:pt x="14684" y="22944"/>
                  </a:lnTo>
                  <a:lnTo>
                    <a:pt x="14684" y="22944"/>
                  </a:lnTo>
                  <a:lnTo>
                    <a:pt x="14378" y="22944"/>
                  </a:lnTo>
                  <a:lnTo>
                    <a:pt x="14378" y="22944"/>
                  </a:lnTo>
                  <a:lnTo>
                    <a:pt x="14378" y="22944"/>
                  </a:lnTo>
                  <a:lnTo>
                    <a:pt x="14378" y="22944"/>
                  </a:lnTo>
                  <a:lnTo>
                    <a:pt x="14378" y="22944"/>
                  </a:lnTo>
                  <a:lnTo>
                    <a:pt x="14378" y="22944"/>
                  </a:lnTo>
                  <a:lnTo>
                    <a:pt x="14378" y="22944"/>
                  </a:lnTo>
                  <a:lnTo>
                    <a:pt x="14378" y="22944"/>
                  </a:lnTo>
                  <a:lnTo>
                    <a:pt x="14378" y="22944"/>
                  </a:lnTo>
                  <a:lnTo>
                    <a:pt x="14378" y="22944"/>
                  </a:lnTo>
                  <a:lnTo>
                    <a:pt x="14378" y="22944"/>
                  </a:lnTo>
                  <a:lnTo>
                    <a:pt x="14378" y="23250"/>
                  </a:lnTo>
                  <a:lnTo>
                    <a:pt x="14378" y="23250"/>
                  </a:lnTo>
                  <a:lnTo>
                    <a:pt x="14378" y="23250"/>
                  </a:lnTo>
                  <a:lnTo>
                    <a:pt x="14072" y="23250"/>
                  </a:lnTo>
                  <a:lnTo>
                    <a:pt x="14072" y="23250"/>
                  </a:lnTo>
                  <a:lnTo>
                    <a:pt x="14072" y="23250"/>
                  </a:lnTo>
                  <a:lnTo>
                    <a:pt x="14072" y="23250"/>
                  </a:lnTo>
                  <a:lnTo>
                    <a:pt x="14072" y="22944"/>
                  </a:lnTo>
                  <a:lnTo>
                    <a:pt x="14072" y="22944"/>
                  </a:lnTo>
                  <a:lnTo>
                    <a:pt x="14072" y="22944"/>
                  </a:lnTo>
                  <a:lnTo>
                    <a:pt x="14072" y="22944"/>
                  </a:lnTo>
                  <a:lnTo>
                    <a:pt x="14072" y="22944"/>
                  </a:lnTo>
                  <a:lnTo>
                    <a:pt x="14072" y="22944"/>
                  </a:lnTo>
                  <a:lnTo>
                    <a:pt x="14072" y="22944"/>
                  </a:lnTo>
                  <a:lnTo>
                    <a:pt x="14072" y="22944"/>
                  </a:lnTo>
                  <a:lnTo>
                    <a:pt x="14072" y="22638"/>
                  </a:lnTo>
                  <a:lnTo>
                    <a:pt x="14072"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944"/>
                  </a:lnTo>
                  <a:lnTo>
                    <a:pt x="13767" y="22944"/>
                  </a:lnTo>
                  <a:lnTo>
                    <a:pt x="13767" y="22944"/>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461" y="22638"/>
                  </a:lnTo>
                  <a:lnTo>
                    <a:pt x="13461" y="22638"/>
                  </a:lnTo>
                  <a:lnTo>
                    <a:pt x="13461" y="22638"/>
                  </a:lnTo>
                  <a:lnTo>
                    <a:pt x="13461" y="22638"/>
                  </a:lnTo>
                  <a:lnTo>
                    <a:pt x="13461" y="22944"/>
                  </a:lnTo>
                  <a:lnTo>
                    <a:pt x="13461" y="22944"/>
                  </a:lnTo>
                  <a:lnTo>
                    <a:pt x="13767" y="22944"/>
                  </a:lnTo>
                  <a:lnTo>
                    <a:pt x="13767" y="22944"/>
                  </a:lnTo>
                  <a:lnTo>
                    <a:pt x="13767" y="22944"/>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461" y="23556"/>
                  </a:lnTo>
                  <a:lnTo>
                    <a:pt x="13155" y="23556"/>
                  </a:lnTo>
                  <a:lnTo>
                    <a:pt x="12849" y="23556"/>
                  </a:lnTo>
                  <a:lnTo>
                    <a:pt x="12543"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1931" y="23862"/>
                  </a:lnTo>
                  <a:lnTo>
                    <a:pt x="11931"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319" y="23862"/>
                  </a:lnTo>
                  <a:lnTo>
                    <a:pt x="11319" y="23862"/>
                  </a:lnTo>
                  <a:lnTo>
                    <a:pt x="11319" y="23862"/>
                  </a:lnTo>
                  <a:lnTo>
                    <a:pt x="11319" y="23556"/>
                  </a:lnTo>
                  <a:lnTo>
                    <a:pt x="11319" y="23556"/>
                  </a:lnTo>
                  <a:lnTo>
                    <a:pt x="11319" y="23556"/>
                  </a:lnTo>
                  <a:lnTo>
                    <a:pt x="11319"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862"/>
                  </a:lnTo>
                  <a:lnTo>
                    <a:pt x="11013" y="23862"/>
                  </a:lnTo>
                  <a:lnTo>
                    <a:pt x="11013" y="23862"/>
                  </a:lnTo>
                  <a:lnTo>
                    <a:pt x="11013" y="23862"/>
                  </a:lnTo>
                  <a:lnTo>
                    <a:pt x="11013" y="23862"/>
                  </a:lnTo>
                  <a:lnTo>
                    <a:pt x="11013" y="23862"/>
                  </a:lnTo>
                  <a:lnTo>
                    <a:pt x="11013" y="23862"/>
                  </a:lnTo>
                  <a:lnTo>
                    <a:pt x="11013" y="23862"/>
                  </a:lnTo>
                  <a:lnTo>
                    <a:pt x="11013"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4168"/>
                  </a:lnTo>
                  <a:lnTo>
                    <a:pt x="10707" y="24168"/>
                  </a:lnTo>
                  <a:lnTo>
                    <a:pt x="10707" y="24168"/>
                  </a:lnTo>
                  <a:lnTo>
                    <a:pt x="10707" y="24168"/>
                  </a:lnTo>
                  <a:lnTo>
                    <a:pt x="10707" y="24168"/>
                  </a:lnTo>
                  <a:lnTo>
                    <a:pt x="10402" y="24168"/>
                  </a:lnTo>
                  <a:lnTo>
                    <a:pt x="10402" y="24168"/>
                  </a:lnTo>
                  <a:lnTo>
                    <a:pt x="10402" y="24168"/>
                  </a:lnTo>
                  <a:lnTo>
                    <a:pt x="10402" y="24168"/>
                  </a:lnTo>
                  <a:lnTo>
                    <a:pt x="10402" y="24168"/>
                  </a:lnTo>
                  <a:lnTo>
                    <a:pt x="10402" y="24168"/>
                  </a:lnTo>
                  <a:lnTo>
                    <a:pt x="10402" y="24168"/>
                  </a:lnTo>
                  <a:lnTo>
                    <a:pt x="10402" y="24168"/>
                  </a:lnTo>
                  <a:lnTo>
                    <a:pt x="10402" y="24168"/>
                  </a:lnTo>
                  <a:lnTo>
                    <a:pt x="10402" y="24168"/>
                  </a:lnTo>
                  <a:lnTo>
                    <a:pt x="10096" y="24168"/>
                  </a:lnTo>
                  <a:lnTo>
                    <a:pt x="10096" y="24168"/>
                  </a:lnTo>
                  <a:lnTo>
                    <a:pt x="10096" y="24168"/>
                  </a:lnTo>
                  <a:lnTo>
                    <a:pt x="10096" y="24168"/>
                  </a:lnTo>
                  <a:lnTo>
                    <a:pt x="10096"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484" y="24168"/>
                  </a:lnTo>
                  <a:lnTo>
                    <a:pt x="9178" y="24168"/>
                  </a:lnTo>
                  <a:lnTo>
                    <a:pt x="9178" y="24168"/>
                  </a:lnTo>
                  <a:lnTo>
                    <a:pt x="9178" y="24168"/>
                  </a:lnTo>
                  <a:lnTo>
                    <a:pt x="9178" y="24168"/>
                  </a:lnTo>
                  <a:lnTo>
                    <a:pt x="9178" y="24168"/>
                  </a:lnTo>
                  <a:lnTo>
                    <a:pt x="9178" y="24168"/>
                  </a:lnTo>
                  <a:lnTo>
                    <a:pt x="9178" y="24168"/>
                  </a:lnTo>
                  <a:lnTo>
                    <a:pt x="9178" y="24168"/>
                  </a:lnTo>
                  <a:lnTo>
                    <a:pt x="9178" y="24168"/>
                  </a:lnTo>
                  <a:lnTo>
                    <a:pt x="8872" y="24168"/>
                  </a:lnTo>
                  <a:lnTo>
                    <a:pt x="8872" y="24168"/>
                  </a:lnTo>
                  <a:lnTo>
                    <a:pt x="8872" y="24168"/>
                  </a:lnTo>
                  <a:lnTo>
                    <a:pt x="8872" y="24168"/>
                  </a:lnTo>
                  <a:lnTo>
                    <a:pt x="8872" y="24168"/>
                  </a:lnTo>
                  <a:lnTo>
                    <a:pt x="8872" y="24168"/>
                  </a:lnTo>
                  <a:lnTo>
                    <a:pt x="8872" y="24168"/>
                  </a:lnTo>
                  <a:lnTo>
                    <a:pt x="8872" y="24168"/>
                  </a:lnTo>
                  <a:lnTo>
                    <a:pt x="8872" y="24168"/>
                  </a:lnTo>
                  <a:lnTo>
                    <a:pt x="8566" y="24474"/>
                  </a:lnTo>
                  <a:lnTo>
                    <a:pt x="8260" y="24474"/>
                  </a:lnTo>
                  <a:lnTo>
                    <a:pt x="8260" y="24168"/>
                  </a:lnTo>
                  <a:lnTo>
                    <a:pt x="8260" y="24168"/>
                  </a:lnTo>
                  <a:lnTo>
                    <a:pt x="8260" y="24168"/>
                  </a:lnTo>
                  <a:lnTo>
                    <a:pt x="8260" y="24168"/>
                  </a:lnTo>
                  <a:lnTo>
                    <a:pt x="8260" y="24168"/>
                  </a:lnTo>
                  <a:lnTo>
                    <a:pt x="8260" y="24168"/>
                  </a:lnTo>
                  <a:lnTo>
                    <a:pt x="8260" y="24168"/>
                  </a:lnTo>
                  <a:lnTo>
                    <a:pt x="8260" y="24168"/>
                  </a:lnTo>
                  <a:lnTo>
                    <a:pt x="8260" y="24168"/>
                  </a:lnTo>
                  <a:lnTo>
                    <a:pt x="8260" y="24168"/>
                  </a:lnTo>
                  <a:lnTo>
                    <a:pt x="8260" y="24168"/>
                  </a:lnTo>
                  <a:lnTo>
                    <a:pt x="8260" y="24168"/>
                  </a:lnTo>
                  <a:lnTo>
                    <a:pt x="7954" y="24168"/>
                  </a:lnTo>
                  <a:lnTo>
                    <a:pt x="7954" y="24168"/>
                  </a:lnTo>
                  <a:lnTo>
                    <a:pt x="7954" y="24168"/>
                  </a:lnTo>
                  <a:lnTo>
                    <a:pt x="7954" y="24168"/>
                  </a:lnTo>
                  <a:lnTo>
                    <a:pt x="7648" y="23862"/>
                  </a:lnTo>
                  <a:lnTo>
                    <a:pt x="7648" y="23862"/>
                  </a:lnTo>
                  <a:lnTo>
                    <a:pt x="7342" y="23556"/>
                  </a:lnTo>
                  <a:lnTo>
                    <a:pt x="7342" y="23556"/>
                  </a:lnTo>
                  <a:lnTo>
                    <a:pt x="7036" y="23250"/>
                  </a:lnTo>
                  <a:lnTo>
                    <a:pt x="7036" y="22944"/>
                  </a:lnTo>
                  <a:lnTo>
                    <a:pt x="6731" y="22638"/>
                  </a:lnTo>
                  <a:lnTo>
                    <a:pt x="6731" y="22638"/>
                  </a:lnTo>
                  <a:lnTo>
                    <a:pt x="6731" y="22638"/>
                  </a:lnTo>
                  <a:lnTo>
                    <a:pt x="6731" y="22638"/>
                  </a:lnTo>
                  <a:lnTo>
                    <a:pt x="6731" y="22638"/>
                  </a:lnTo>
                  <a:lnTo>
                    <a:pt x="6731" y="22638"/>
                  </a:lnTo>
                  <a:lnTo>
                    <a:pt x="6731" y="22638"/>
                  </a:lnTo>
                  <a:lnTo>
                    <a:pt x="6731" y="22638"/>
                  </a:lnTo>
                  <a:lnTo>
                    <a:pt x="6731" y="22638"/>
                  </a:lnTo>
                  <a:lnTo>
                    <a:pt x="6731" y="22332"/>
                  </a:lnTo>
                  <a:lnTo>
                    <a:pt x="6731" y="22332"/>
                  </a:lnTo>
                  <a:lnTo>
                    <a:pt x="6731" y="22332"/>
                  </a:lnTo>
                  <a:lnTo>
                    <a:pt x="6731" y="22332"/>
                  </a:lnTo>
                  <a:lnTo>
                    <a:pt x="6731" y="22026"/>
                  </a:lnTo>
                  <a:lnTo>
                    <a:pt x="6731" y="22026"/>
                  </a:lnTo>
                  <a:lnTo>
                    <a:pt x="6731" y="22026"/>
                  </a:lnTo>
                  <a:lnTo>
                    <a:pt x="6731" y="22026"/>
                  </a:lnTo>
                  <a:lnTo>
                    <a:pt x="6425" y="22026"/>
                  </a:lnTo>
                  <a:lnTo>
                    <a:pt x="6425" y="22026"/>
                  </a:lnTo>
                  <a:lnTo>
                    <a:pt x="6425" y="22026"/>
                  </a:lnTo>
                  <a:lnTo>
                    <a:pt x="6425" y="21720"/>
                  </a:lnTo>
                  <a:lnTo>
                    <a:pt x="6425" y="21720"/>
                  </a:lnTo>
                  <a:lnTo>
                    <a:pt x="6425" y="21720"/>
                  </a:lnTo>
                  <a:lnTo>
                    <a:pt x="6731" y="21720"/>
                  </a:lnTo>
                  <a:lnTo>
                    <a:pt x="6731" y="21720"/>
                  </a:lnTo>
                  <a:lnTo>
                    <a:pt x="6731" y="21720"/>
                  </a:lnTo>
                  <a:lnTo>
                    <a:pt x="6731" y="21720"/>
                  </a:lnTo>
                  <a:lnTo>
                    <a:pt x="6731" y="21720"/>
                  </a:lnTo>
                  <a:lnTo>
                    <a:pt x="6731" y="21720"/>
                  </a:lnTo>
                  <a:lnTo>
                    <a:pt x="6731" y="21720"/>
                  </a:lnTo>
                  <a:lnTo>
                    <a:pt x="6731" y="21414"/>
                  </a:lnTo>
                  <a:lnTo>
                    <a:pt x="6731" y="21414"/>
                  </a:lnTo>
                  <a:lnTo>
                    <a:pt x="6731" y="21414"/>
                  </a:lnTo>
                  <a:lnTo>
                    <a:pt x="6731" y="21414"/>
                  </a:lnTo>
                  <a:lnTo>
                    <a:pt x="6425" y="21414"/>
                  </a:lnTo>
                  <a:lnTo>
                    <a:pt x="6425" y="21414"/>
                  </a:lnTo>
                  <a:lnTo>
                    <a:pt x="6119" y="21414"/>
                  </a:lnTo>
                  <a:lnTo>
                    <a:pt x="6119" y="21414"/>
                  </a:lnTo>
                  <a:lnTo>
                    <a:pt x="6119" y="21108"/>
                  </a:lnTo>
                  <a:lnTo>
                    <a:pt x="6119" y="21108"/>
                  </a:lnTo>
                  <a:lnTo>
                    <a:pt x="6119" y="21108"/>
                  </a:lnTo>
                  <a:lnTo>
                    <a:pt x="6119" y="21108"/>
                  </a:lnTo>
                  <a:lnTo>
                    <a:pt x="6119" y="21108"/>
                  </a:lnTo>
                  <a:lnTo>
                    <a:pt x="6119" y="21108"/>
                  </a:lnTo>
                  <a:lnTo>
                    <a:pt x="6119" y="21108"/>
                  </a:lnTo>
                  <a:lnTo>
                    <a:pt x="6119" y="21108"/>
                  </a:lnTo>
                  <a:lnTo>
                    <a:pt x="6119" y="21108"/>
                  </a:lnTo>
                  <a:lnTo>
                    <a:pt x="6119" y="21108"/>
                  </a:lnTo>
                  <a:lnTo>
                    <a:pt x="6119" y="21108"/>
                  </a:lnTo>
                  <a:lnTo>
                    <a:pt x="6119" y="20803"/>
                  </a:lnTo>
                  <a:lnTo>
                    <a:pt x="5813" y="20803"/>
                  </a:lnTo>
                  <a:lnTo>
                    <a:pt x="5813" y="20803"/>
                  </a:lnTo>
                  <a:lnTo>
                    <a:pt x="5813" y="20497"/>
                  </a:lnTo>
                  <a:lnTo>
                    <a:pt x="5813" y="20497"/>
                  </a:lnTo>
                  <a:lnTo>
                    <a:pt x="5813" y="20497"/>
                  </a:lnTo>
                  <a:lnTo>
                    <a:pt x="5813" y="20497"/>
                  </a:lnTo>
                  <a:lnTo>
                    <a:pt x="5813" y="20497"/>
                  </a:lnTo>
                  <a:lnTo>
                    <a:pt x="5813" y="20497"/>
                  </a:lnTo>
                  <a:lnTo>
                    <a:pt x="5813" y="20497"/>
                  </a:lnTo>
                  <a:lnTo>
                    <a:pt x="5813" y="20497"/>
                  </a:lnTo>
                  <a:lnTo>
                    <a:pt x="5813" y="20497"/>
                  </a:lnTo>
                  <a:lnTo>
                    <a:pt x="5813" y="20497"/>
                  </a:lnTo>
                  <a:lnTo>
                    <a:pt x="5507" y="20191"/>
                  </a:lnTo>
                  <a:lnTo>
                    <a:pt x="5507" y="20191"/>
                  </a:lnTo>
                  <a:lnTo>
                    <a:pt x="5201" y="19885"/>
                  </a:lnTo>
                  <a:lnTo>
                    <a:pt x="5201" y="19579"/>
                  </a:lnTo>
                  <a:lnTo>
                    <a:pt x="4895" y="19579"/>
                  </a:lnTo>
                  <a:lnTo>
                    <a:pt x="4895" y="19579"/>
                  </a:lnTo>
                  <a:lnTo>
                    <a:pt x="4895" y="19579"/>
                  </a:lnTo>
                  <a:lnTo>
                    <a:pt x="4895" y="19579"/>
                  </a:lnTo>
                  <a:lnTo>
                    <a:pt x="4895" y="19273"/>
                  </a:lnTo>
                  <a:lnTo>
                    <a:pt x="4589" y="19273"/>
                  </a:lnTo>
                  <a:lnTo>
                    <a:pt x="4589" y="19273"/>
                  </a:lnTo>
                  <a:lnTo>
                    <a:pt x="4589" y="19273"/>
                  </a:lnTo>
                  <a:lnTo>
                    <a:pt x="4589" y="19273"/>
                  </a:lnTo>
                  <a:lnTo>
                    <a:pt x="4283" y="19273"/>
                  </a:lnTo>
                  <a:lnTo>
                    <a:pt x="3977" y="18967"/>
                  </a:lnTo>
                  <a:lnTo>
                    <a:pt x="3671" y="18967"/>
                  </a:lnTo>
                  <a:lnTo>
                    <a:pt x="3366" y="18967"/>
                  </a:lnTo>
                  <a:lnTo>
                    <a:pt x="3060" y="18967"/>
                  </a:lnTo>
                  <a:lnTo>
                    <a:pt x="2754" y="18967"/>
                  </a:lnTo>
                  <a:lnTo>
                    <a:pt x="2448" y="18967"/>
                  </a:lnTo>
                  <a:lnTo>
                    <a:pt x="2142" y="18967"/>
                  </a:lnTo>
                  <a:lnTo>
                    <a:pt x="1" y="18967"/>
                  </a:lnTo>
                  <a:lnTo>
                    <a:pt x="306" y="16520"/>
                  </a:lnTo>
                  <a:lnTo>
                    <a:pt x="1" y="15296"/>
                  </a:lnTo>
                  <a:lnTo>
                    <a:pt x="1" y="14073"/>
                  </a:lnTo>
                  <a:lnTo>
                    <a:pt x="306" y="12543"/>
                  </a:lnTo>
                  <a:lnTo>
                    <a:pt x="918" y="11931"/>
                  </a:lnTo>
                  <a:lnTo>
                    <a:pt x="1224" y="11319"/>
                  </a:lnTo>
                  <a:lnTo>
                    <a:pt x="1530" y="10707"/>
                  </a:lnTo>
                  <a:lnTo>
                    <a:pt x="2142" y="10096"/>
                  </a:lnTo>
                  <a:lnTo>
                    <a:pt x="2448" y="9484"/>
                  </a:lnTo>
                  <a:lnTo>
                    <a:pt x="2142" y="8872"/>
                  </a:lnTo>
                  <a:lnTo>
                    <a:pt x="2754" y="8872"/>
                  </a:lnTo>
                  <a:lnTo>
                    <a:pt x="2754" y="8566"/>
                  </a:lnTo>
                  <a:lnTo>
                    <a:pt x="2448" y="7342"/>
                  </a:lnTo>
                  <a:lnTo>
                    <a:pt x="1836" y="6425"/>
                  </a:lnTo>
                  <a:lnTo>
                    <a:pt x="2142" y="5507"/>
                  </a:lnTo>
                  <a:lnTo>
                    <a:pt x="2448" y="5507"/>
                  </a:lnTo>
                  <a:lnTo>
                    <a:pt x="2448" y="3671"/>
                  </a:lnTo>
                  <a:lnTo>
                    <a:pt x="3366" y="2448"/>
                  </a:lnTo>
                  <a:lnTo>
                    <a:pt x="3671" y="1224"/>
                  </a:lnTo>
                  <a:lnTo>
                    <a:pt x="4895" y="306"/>
                  </a:lnTo>
                  <a:lnTo>
                    <a:pt x="6425" y="306"/>
                  </a:lnTo>
                  <a:lnTo>
                    <a:pt x="7036" y="1"/>
                  </a:lnTo>
                  <a:lnTo>
                    <a:pt x="9178"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3" name="Google Shape;1903;p61"/>
            <p:cNvSpPr/>
            <p:nvPr/>
          </p:nvSpPr>
          <p:spPr>
            <a:xfrm>
              <a:off x="2330125" y="2287725"/>
              <a:ext cx="741850" cy="611850"/>
            </a:xfrm>
            <a:custGeom>
              <a:rect b="b" l="l" r="r" t="t"/>
              <a:pathLst>
                <a:path extrusionOk="0" fill="none" h="24474" w="29674">
                  <a:moveTo>
                    <a:pt x="9178" y="612"/>
                  </a:moveTo>
                  <a:lnTo>
                    <a:pt x="10402" y="2448"/>
                  </a:lnTo>
                  <a:lnTo>
                    <a:pt x="11625" y="2142"/>
                  </a:lnTo>
                  <a:lnTo>
                    <a:pt x="12849" y="1530"/>
                  </a:lnTo>
                  <a:lnTo>
                    <a:pt x="13461" y="1530"/>
                  </a:lnTo>
                  <a:lnTo>
                    <a:pt x="14072" y="2142"/>
                  </a:lnTo>
                  <a:lnTo>
                    <a:pt x="15296" y="2754"/>
                  </a:lnTo>
                  <a:lnTo>
                    <a:pt x="17132" y="2754"/>
                  </a:lnTo>
                  <a:lnTo>
                    <a:pt x="18355" y="1836"/>
                  </a:lnTo>
                  <a:lnTo>
                    <a:pt x="19885" y="1530"/>
                  </a:lnTo>
                  <a:lnTo>
                    <a:pt x="21720" y="1530"/>
                  </a:lnTo>
                  <a:lnTo>
                    <a:pt x="22944" y="1836"/>
                  </a:lnTo>
                  <a:lnTo>
                    <a:pt x="23250" y="2142"/>
                  </a:lnTo>
                  <a:lnTo>
                    <a:pt x="24168" y="2142"/>
                  </a:lnTo>
                  <a:lnTo>
                    <a:pt x="24473" y="1530"/>
                  </a:lnTo>
                  <a:lnTo>
                    <a:pt x="25391" y="1224"/>
                  </a:lnTo>
                  <a:lnTo>
                    <a:pt x="26003" y="918"/>
                  </a:lnTo>
                  <a:lnTo>
                    <a:pt x="26615" y="612"/>
                  </a:lnTo>
                  <a:lnTo>
                    <a:pt x="27227" y="612"/>
                  </a:lnTo>
                  <a:lnTo>
                    <a:pt x="28450" y="2142"/>
                  </a:lnTo>
                  <a:lnTo>
                    <a:pt x="28450" y="3977"/>
                  </a:lnTo>
                  <a:lnTo>
                    <a:pt x="29368" y="3977"/>
                  </a:lnTo>
                  <a:lnTo>
                    <a:pt x="29674" y="4589"/>
                  </a:lnTo>
                  <a:lnTo>
                    <a:pt x="29674" y="5507"/>
                  </a:lnTo>
                  <a:lnTo>
                    <a:pt x="29674" y="5813"/>
                  </a:lnTo>
                  <a:lnTo>
                    <a:pt x="28756" y="6731"/>
                  </a:lnTo>
                  <a:lnTo>
                    <a:pt x="28144" y="6731"/>
                  </a:lnTo>
                  <a:lnTo>
                    <a:pt x="27227" y="8260"/>
                  </a:lnTo>
                  <a:lnTo>
                    <a:pt x="26921" y="9484"/>
                  </a:lnTo>
                  <a:lnTo>
                    <a:pt x="26309" y="9790"/>
                  </a:lnTo>
                  <a:lnTo>
                    <a:pt x="26003" y="11013"/>
                  </a:lnTo>
                  <a:lnTo>
                    <a:pt x="25391" y="11625"/>
                  </a:lnTo>
                  <a:lnTo>
                    <a:pt x="25085" y="12543"/>
                  </a:lnTo>
                  <a:lnTo>
                    <a:pt x="25085" y="12849"/>
                  </a:lnTo>
                  <a:lnTo>
                    <a:pt x="24779" y="13461"/>
                  </a:lnTo>
                  <a:lnTo>
                    <a:pt x="24168" y="13461"/>
                  </a:lnTo>
                  <a:lnTo>
                    <a:pt x="23862" y="14073"/>
                  </a:lnTo>
                  <a:lnTo>
                    <a:pt x="23862" y="14073"/>
                  </a:lnTo>
                  <a:lnTo>
                    <a:pt x="23556" y="14990"/>
                  </a:lnTo>
                  <a:lnTo>
                    <a:pt x="23250" y="15908"/>
                  </a:lnTo>
                  <a:lnTo>
                    <a:pt x="22638" y="17132"/>
                  </a:lnTo>
                  <a:lnTo>
                    <a:pt x="22332" y="17743"/>
                  </a:lnTo>
                  <a:lnTo>
                    <a:pt x="21720" y="18355"/>
                  </a:lnTo>
                  <a:lnTo>
                    <a:pt x="21414" y="18661"/>
                  </a:lnTo>
                  <a:lnTo>
                    <a:pt x="21108" y="18661"/>
                  </a:lnTo>
                  <a:lnTo>
                    <a:pt x="19579" y="17438"/>
                  </a:lnTo>
                  <a:lnTo>
                    <a:pt x="19273" y="17743"/>
                  </a:lnTo>
                  <a:lnTo>
                    <a:pt x="18355" y="17743"/>
                  </a:lnTo>
                  <a:lnTo>
                    <a:pt x="17743" y="18049"/>
                  </a:lnTo>
                  <a:lnTo>
                    <a:pt x="17437" y="18661"/>
                  </a:lnTo>
                  <a:lnTo>
                    <a:pt x="16826" y="18967"/>
                  </a:lnTo>
                  <a:lnTo>
                    <a:pt x="15296" y="20191"/>
                  </a:lnTo>
                  <a:lnTo>
                    <a:pt x="15296" y="22026"/>
                  </a:lnTo>
                  <a:lnTo>
                    <a:pt x="14684" y="22944"/>
                  </a:lnTo>
                  <a:lnTo>
                    <a:pt x="14684" y="22944"/>
                  </a:lnTo>
                  <a:lnTo>
                    <a:pt x="14684" y="22944"/>
                  </a:lnTo>
                  <a:lnTo>
                    <a:pt x="14684" y="22944"/>
                  </a:lnTo>
                  <a:lnTo>
                    <a:pt x="14684" y="22944"/>
                  </a:lnTo>
                  <a:lnTo>
                    <a:pt x="14684" y="22944"/>
                  </a:lnTo>
                  <a:lnTo>
                    <a:pt x="14684" y="22944"/>
                  </a:lnTo>
                  <a:lnTo>
                    <a:pt x="14684" y="22944"/>
                  </a:lnTo>
                  <a:lnTo>
                    <a:pt x="14684" y="22944"/>
                  </a:lnTo>
                  <a:lnTo>
                    <a:pt x="14378" y="22944"/>
                  </a:lnTo>
                  <a:lnTo>
                    <a:pt x="14378" y="22944"/>
                  </a:lnTo>
                  <a:lnTo>
                    <a:pt x="14378" y="22944"/>
                  </a:lnTo>
                  <a:lnTo>
                    <a:pt x="14378" y="22944"/>
                  </a:lnTo>
                  <a:lnTo>
                    <a:pt x="14378" y="22944"/>
                  </a:lnTo>
                  <a:lnTo>
                    <a:pt x="14378" y="22944"/>
                  </a:lnTo>
                  <a:lnTo>
                    <a:pt x="14378" y="22944"/>
                  </a:lnTo>
                  <a:lnTo>
                    <a:pt x="14378" y="22944"/>
                  </a:lnTo>
                  <a:lnTo>
                    <a:pt x="14378" y="22944"/>
                  </a:lnTo>
                  <a:lnTo>
                    <a:pt x="14378" y="22944"/>
                  </a:lnTo>
                  <a:lnTo>
                    <a:pt x="14378" y="22944"/>
                  </a:lnTo>
                  <a:lnTo>
                    <a:pt x="14378" y="23250"/>
                  </a:lnTo>
                  <a:lnTo>
                    <a:pt x="14378" y="23250"/>
                  </a:lnTo>
                  <a:lnTo>
                    <a:pt x="14378" y="23250"/>
                  </a:lnTo>
                  <a:lnTo>
                    <a:pt x="14072" y="23250"/>
                  </a:lnTo>
                  <a:lnTo>
                    <a:pt x="14072" y="23250"/>
                  </a:lnTo>
                  <a:lnTo>
                    <a:pt x="14072" y="23250"/>
                  </a:lnTo>
                  <a:lnTo>
                    <a:pt x="14072" y="23250"/>
                  </a:lnTo>
                  <a:lnTo>
                    <a:pt x="14072" y="22944"/>
                  </a:lnTo>
                  <a:lnTo>
                    <a:pt x="14072" y="22944"/>
                  </a:lnTo>
                  <a:lnTo>
                    <a:pt x="14072" y="22944"/>
                  </a:lnTo>
                  <a:lnTo>
                    <a:pt x="14072" y="22944"/>
                  </a:lnTo>
                  <a:lnTo>
                    <a:pt x="14072" y="22944"/>
                  </a:lnTo>
                  <a:lnTo>
                    <a:pt x="14072" y="22944"/>
                  </a:lnTo>
                  <a:lnTo>
                    <a:pt x="14072" y="22944"/>
                  </a:lnTo>
                  <a:lnTo>
                    <a:pt x="14072" y="22944"/>
                  </a:lnTo>
                  <a:lnTo>
                    <a:pt x="14072" y="22638"/>
                  </a:lnTo>
                  <a:lnTo>
                    <a:pt x="14072"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944"/>
                  </a:lnTo>
                  <a:lnTo>
                    <a:pt x="13767" y="22944"/>
                  </a:lnTo>
                  <a:lnTo>
                    <a:pt x="13767" y="22944"/>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767" y="22638"/>
                  </a:lnTo>
                  <a:lnTo>
                    <a:pt x="13461" y="22638"/>
                  </a:lnTo>
                  <a:lnTo>
                    <a:pt x="13461" y="22638"/>
                  </a:lnTo>
                  <a:lnTo>
                    <a:pt x="13461" y="22638"/>
                  </a:lnTo>
                  <a:lnTo>
                    <a:pt x="13461" y="22638"/>
                  </a:lnTo>
                  <a:lnTo>
                    <a:pt x="13461" y="22944"/>
                  </a:lnTo>
                  <a:lnTo>
                    <a:pt x="13461" y="22944"/>
                  </a:lnTo>
                  <a:lnTo>
                    <a:pt x="13767" y="22944"/>
                  </a:lnTo>
                  <a:lnTo>
                    <a:pt x="13767" y="22944"/>
                  </a:lnTo>
                  <a:lnTo>
                    <a:pt x="13767" y="22944"/>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250"/>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767" y="23556"/>
                  </a:lnTo>
                  <a:lnTo>
                    <a:pt x="13461" y="23556"/>
                  </a:lnTo>
                  <a:lnTo>
                    <a:pt x="13155" y="23556"/>
                  </a:lnTo>
                  <a:lnTo>
                    <a:pt x="12849" y="23556"/>
                  </a:lnTo>
                  <a:lnTo>
                    <a:pt x="12543"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2237" y="23862"/>
                  </a:lnTo>
                  <a:lnTo>
                    <a:pt x="11931" y="23862"/>
                  </a:lnTo>
                  <a:lnTo>
                    <a:pt x="11931"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625" y="23862"/>
                  </a:lnTo>
                  <a:lnTo>
                    <a:pt x="11319" y="23862"/>
                  </a:lnTo>
                  <a:lnTo>
                    <a:pt x="11319" y="23862"/>
                  </a:lnTo>
                  <a:lnTo>
                    <a:pt x="11319" y="23862"/>
                  </a:lnTo>
                  <a:lnTo>
                    <a:pt x="11319" y="23556"/>
                  </a:lnTo>
                  <a:lnTo>
                    <a:pt x="11319" y="23556"/>
                  </a:lnTo>
                  <a:lnTo>
                    <a:pt x="11319" y="23556"/>
                  </a:lnTo>
                  <a:lnTo>
                    <a:pt x="11319"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556"/>
                  </a:lnTo>
                  <a:lnTo>
                    <a:pt x="11013" y="23862"/>
                  </a:lnTo>
                  <a:lnTo>
                    <a:pt x="11013" y="23862"/>
                  </a:lnTo>
                  <a:lnTo>
                    <a:pt x="11013" y="23862"/>
                  </a:lnTo>
                  <a:lnTo>
                    <a:pt x="11013" y="23862"/>
                  </a:lnTo>
                  <a:lnTo>
                    <a:pt x="11013" y="23862"/>
                  </a:lnTo>
                  <a:lnTo>
                    <a:pt x="11013" y="23862"/>
                  </a:lnTo>
                  <a:lnTo>
                    <a:pt x="11013" y="23862"/>
                  </a:lnTo>
                  <a:lnTo>
                    <a:pt x="11013" y="23862"/>
                  </a:lnTo>
                  <a:lnTo>
                    <a:pt x="11013"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3862"/>
                  </a:lnTo>
                  <a:lnTo>
                    <a:pt x="10707" y="24168"/>
                  </a:lnTo>
                  <a:lnTo>
                    <a:pt x="10707" y="24168"/>
                  </a:lnTo>
                  <a:lnTo>
                    <a:pt x="10707" y="24168"/>
                  </a:lnTo>
                  <a:lnTo>
                    <a:pt x="10707" y="24168"/>
                  </a:lnTo>
                  <a:lnTo>
                    <a:pt x="10707" y="24168"/>
                  </a:lnTo>
                  <a:lnTo>
                    <a:pt x="10402" y="24168"/>
                  </a:lnTo>
                  <a:lnTo>
                    <a:pt x="10402" y="24168"/>
                  </a:lnTo>
                  <a:lnTo>
                    <a:pt x="10402" y="24168"/>
                  </a:lnTo>
                  <a:lnTo>
                    <a:pt x="10402" y="24168"/>
                  </a:lnTo>
                  <a:lnTo>
                    <a:pt x="10402" y="24168"/>
                  </a:lnTo>
                  <a:lnTo>
                    <a:pt x="10402" y="24168"/>
                  </a:lnTo>
                  <a:lnTo>
                    <a:pt x="10402" y="24168"/>
                  </a:lnTo>
                  <a:lnTo>
                    <a:pt x="10402" y="24168"/>
                  </a:lnTo>
                  <a:lnTo>
                    <a:pt x="10402" y="24168"/>
                  </a:lnTo>
                  <a:lnTo>
                    <a:pt x="10402" y="24168"/>
                  </a:lnTo>
                  <a:lnTo>
                    <a:pt x="10096" y="24168"/>
                  </a:lnTo>
                  <a:lnTo>
                    <a:pt x="10096" y="24168"/>
                  </a:lnTo>
                  <a:lnTo>
                    <a:pt x="10096" y="24168"/>
                  </a:lnTo>
                  <a:lnTo>
                    <a:pt x="10096" y="24168"/>
                  </a:lnTo>
                  <a:lnTo>
                    <a:pt x="10096"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790" y="24168"/>
                  </a:lnTo>
                  <a:lnTo>
                    <a:pt x="9484" y="24168"/>
                  </a:lnTo>
                  <a:lnTo>
                    <a:pt x="9178" y="24168"/>
                  </a:lnTo>
                  <a:lnTo>
                    <a:pt x="9178" y="24168"/>
                  </a:lnTo>
                  <a:lnTo>
                    <a:pt x="9178" y="24168"/>
                  </a:lnTo>
                  <a:lnTo>
                    <a:pt x="9178" y="24168"/>
                  </a:lnTo>
                  <a:lnTo>
                    <a:pt x="9178" y="24168"/>
                  </a:lnTo>
                  <a:lnTo>
                    <a:pt x="9178" y="24168"/>
                  </a:lnTo>
                  <a:lnTo>
                    <a:pt x="9178" y="24168"/>
                  </a:lnTo>
                  <a:lnTo>
                    <a:pt x="9178" y="24168"/>
                  </a:lnTo>
                  <a:lnTo>
                    <a:pt x="9178" y="24168"/>
                  </a:lnTo>
                  <a:lnTo>
                    <a:pt x="8872" y="24168"/>
                  </a:lnTo>
                  <a:lnTo>
                    <a:pt x="8872" y="24168"/>
                  </a:lnTo>
                  <a:lnTo>
                    <a:pt x="8872" y="24168"/>
                  </a:lnTo>
                  <a:lnTo>
                    <a:pt x="8872" y="24168"/>
                  </a:lnTo>
                  <a:lnTo>
                    <a:pt x="8872" y="24168"/>
                  </a:lnTo>
                  <a:lnTo>
                    <a:pt x="8872" y="24168"/>
                  </a:lnTo>
                  <a:lnTo>
                    <a:pt x="8872" y="24168"/>
                  </a:lnTo>
                  <a:lnTo>
                    <a:pt x="8872" y="24168"/>
                  </a:lnTo>
                  <a:lnTo>
                    <a:pt x="8872" y="24168"/>
                  </a:lnTo>
                  <a:lnTo>
                    <a:pt x="8566" y="24474"/>
                  </a:lnTo>
                  <a:lnTo>
                    <a:pt x="8260" y="24474"/>
                  </a:lnTo>
                  <a:lnTo>
                    <a:pt x="8260" y="24168"/>
                  </a:lnTo>
                  <a:lnTo>
                    <a:pt x="8260" y="24168"/>
                  </a:lnTo>
                  <a:lnTo>
                    <a:pt x="8260" y="24168"/>
                  </a:lnTo>
                  <a:lnTo>
                    <a:pt x="8260" y="24168"/>
                  </a:lnTo>
                  <a:lnTo>
                    <a:pt x="8260" y="24168"/>
                  </a:lnTo>
                  <a:lnTo>
                    <a:pt x="8260" y="24168"/>
                  </a:lnTo>
                  <a:lnTo>
                    <a:pt x="8260" y="24168"/>
                  </a:lnTo>
                  <a:lnTo>
                    <a:pt x="8260" y="24168"/>
                  </a:lnTo>
                  <a:lnTo>
                    <a:pt x="8260" y="24168"/>
                  </a:lnTo>
                  <a:lnTo>
                    <a:pt x="8260" y="24168"/>
                  </a:lnTo>
                  <a:lnTo>
                    <a:pt x="8260" y="24168"/>
                  </a:lnTo>
                  <a:lnTo>
                    <a:pt x="8260" y="24168"/>
                  </a:lnTo>
                  <a:lnTo>
                    <a:pt x="7954" y="24168"/>
                  </a:lnTo>
                  <a:lnTo>
                    <a:pt x="7954" y="24168"/>
                  </a:lnTo>
                  <a:lnTo>
                    <a:pt x="7954" y="24168"/>
                  </a:lnTo>
                  <a:lnTo>
                    <a:pt x="7954" y="24168"/>
                  </a:lnTo>
                  <a:lnTo>
                    <a:pt x="7648" y="23862"/>
                  </a:lnTo>
                  <a:lnTo>
                    <a:pt x="7648" y="23862"/>
                  </a:lnTo>
                  <a:lnTo>
                    <a:pt x="7342" y="23556"/>
                  </a:lnTo>
                  <a:lnTo>
                    <a:pt x="7342" y="23556"/>
                  </a:lnTo>
                  <a:lnTo>
                    <a:pt x="7036" y="23250"/>
                  </a:lnTo>
                  <a:lnTo>
                    <a:pt x="7036" y="22944"/>
                  </a:lnTo>
                  <a:lnTo>
                    <a:pt x="6731" y="22638"/>
                  </a:lnTo>
                  <a:lnTo>
                    <a:pt x="6731" y="22638"/>
                  </a:lnTo>
                  <a:lnTo>
                    <a:pt x="6731" y="22638"/>
                  </a:lnTo>
                  <a:lnTo>
                    <a:pt x="6731" y="22638"/>
                  </a:lnTo>
                  <a:lnTo>
                    <a:pt x="6731" y="22638"/>
                  </a:lnTo>
                  <a:lnTo>
                    <a:pt x="6731" y="22638"/>
                  </a:lnTo>
                  <a:lnTo>
                    <a:pt x="6731" y="22638"/>
                  </a:lnTo>
                  <a:lnTo>
                    <a:pt x="6731" y="22638"/>
                  </a:lnTo>
                  <a:lnTo>
                    <a:pt x="6731" y="22638"/>
                  </a:lnTo>
                  <a:lnTo>
                    <a:pt x="6731" y="22332"/>
                  </a:lnTo>
                  <a:lnTo>
                    <a:pt x="6731" y="22332"/>
                  </a:lnTo>
                  <a:lnTo>
                    <a:pt x="6731" y="22332"/>
                  </a:lnTo>
                  <a:lnTo>
                    <a:pt x="6731" y="22332"/>
                  </a:lnTo>
                  <a:lnTo>
                    <a:pt x="6731" y="22026"/>
                  </a:lnTo>
                  <a:lnTo>
                    <a:pt x="6731" y="22026"/>
                  </a:lnTo>
                  <a:lnTo>
                    <a:pt x="6731" y="22026"/>
                  </a:lnTo>
                  <a:lnTo>
                    <a:pt x="6731" y="22026"/>
                  </a:lnTo>
                  <a:lnTo>
                    <a:pt x="6425" y="22026"/>
                  </a:lnTo>
                  <a:lnTo>
                    <a:pt x="6425" y="22026"/>
                  </a:lnTo>
                  <a:lnTo>
                    <a:pt x="6425" y="22026"/>
                  </a:lnTo>
                  <a:lnTo>
                    <a:pt x="6425" y="21720"/>
                  </a:lnTo>
                  <a:lnTo>
                    <a:pt x="6425" y="21720"/>
                  </a:lnTo>
                  <a:lnTo>
                    <a:pt x="6425" y="21720"/>
                  </a:lnTo>
                  <a:lnTo>
                    <a:pt x="6731" y="21720"/>
                  </a:lnTo>
                  <a:lnTo>
                    <a:pt x="6731" y="21720"/>
                  </a:lnTo>
                  <a:lnTo>
                    <a:pt x="6731" y="21720"/>
                  </a:lnTo>
                  <a:lnTo>
                    <a:pt x="6731" y="21720"/>
                  </a:lnTo>
                  <a:lnTo>
                    <a:pt x="6731" y="21720"/>
                  </a:lnTo>
                  <a:lnTo>
                    <a:pt x="6731" y="21720"/>
                  </a:lnTo>
                  <a:lnTo>
                    <a:pt x="6731" y="21720"/>
                  </a:lnTo>
                  <a:lnTo>
                    <a:pt x="6731" y="21414"/>
                  </a:lnTo>
                  <a:lnTo>
                    <a:pt x="6731" y="21414"/>
                  </a:lnTo>
                  <a:lnTo>
                    <a:pt x="6731" y="21414"/>
                  </a:lnTo>
                  <a:lnTo>
                    <a:pt x="6731" y="21414"/>
                  </a:lnTo>
                  <a:lnTo>
                    <a:pt x="6425" y="21414"/>
                  </a:lnTo>
                  <a:lnTo>
                    <a:pt x="6425" y="21414"/>
                  </a:lnTo>
                  <a:lnTo>
                    <a:pt x="6119" y="21414"/>
                  </a:lnTo>
                  <a:lnTo>
                    <a:pt x="6119" y="21414"/>
                  </a:lnTo>
                  <a:lnTo>
                    <a:pt x="6119" y="21108"/>
                  </a:lnTo>
                  <a:lnTo>
                    <a:pt x="6119" y="21108"/>
                  </a:lnTo>
                  <a:lnTo>
                    <a:pt x="6119" y="21108"/>
                  </a:lnTo>
                  <a:lnTo>
                    <a:pt x="6119" y="21108"/>
                  </a:lnTo>
                  <a:lnTo>
                    <a:pt x="6119" y="21108"/>
                  </a:lnTo>
                  <a:lnTo>
                    <a:pt x="6119" y="21108"/>
                  </a:lnTo>
                  <a:lnTo>
                    <a:pt x="6119" y="21108"/>
                  </a:lnTo>
                  <a:lnTo>
                    <a:pt x="6119" y="21108"/>
                  </a:lnTo>
                  <a:lnTo>
                    <a:pt x="6119" y="21108"/>
                  </a:lnTo>
                  <a:lnTo>
                    <a:pt x="6119" y="21108"/>
                  </a:lnTo>
                  <a:lnTo>
                    <a:pt x="6119" y="21108"/>
                  </a:lnTo>
                  <a:lnTo>
                    <a:pt x="6119" y="20803"/>
                  </a:lnTo>
                  <a:lnTo>
                    <a:pt x="5813" y="20803"/>
                  </a:lnTo>
                  <a:lnTo>
                    <a:pt x="5813" y="20803"/>
                  </a:lnTo>
                  <a:lnTo>
                    <a:pt x="5813" y="20497"/>
                  </a:lnTo>
                  <a:lnTo>
                    <a:pt x="5813" y="20497"/>
                  </a:lnTo>
                  <a:lnTo>
                    <a:pt x="5813" y="20497"/>
                  </a:lnTo>
                  <a:lnTo>
                    <a:pt x="5813" y="20497"/>
                  </a:lnTo>
                  <a:lnTo>
                    <a:pt x="5813" y="20497"/>
                  </a:lnTo>
                  <a:lnTo>
                    <a:pt x="5813" y="20497"/>
                  </a:lnTo>
                  <a:lnTo>
                    <a:pt x="5813" y="20497"/>
                  </a:lnTo>
                  <a:lnTo>
                    <a:pt x="5813" y="20497"/>
                  </a:lnTo>
                  <a:lnTo>
                    <a:pt x="5813" y="20497"/>
                  </a:lnTo>
                  <a:lnTo>
                    <a:pt x="5813" y="20497"/>
                  </a:lnTo>
                  <a:lnTo>
                    <a:pt x="5507" y="20191"/>
                  </a:lnTo>
                  <a:lnTo>
                    <a:pt x="5507" y="20191"/>
                  </a:lnTo>
                  <a:lnTo>
                    <a:pt x="5201" y="19885"/>
                  </a:lnTo>
                  <a:lnTo>
                    <a:pt x="5201" y="19579"/>
                  </a:lnTo>
                  <a:lnTo>
                    <a:pt x="4895" y="19579"/>
                  </a:lnTo>
                  <a:lnTo>
                    <a:pt x="4895" y="19579"/>
                  </a:lnTo>
                  <a:lnTo>
                    <a:pt x="4895" y="19579"/>
                  </a:lnTo>
                  <a:lnTo>
                    <a:pt x="4895" y="19579"/>
                  </a:lnTo>
                  <a:lnTo>
                    <a:pt x="4895" y="19273"/>
                  </a:lnTo>
                  <a:lnTo>
                    <a:pt x="4589" y="19273"/>
                  </a:lnTo>
                  <a:lnTo>
                    <a:pt x="4589" y="19273"/>
                  </a:lnTo>
                  <a:lnTo>
                    <a:pt x="4589" y="19273"/>
                  </a:lnTo>
                  <a:lnTo>
                    <a:pt x="4589" y="19273"/>
                  </a:lnTo>
                  <a:lnTo>
                    <a:pt x="4283" y="19273"/>
                  </a:lnTo>
                  <a:lnTo>
                    <a:pt x="3977" y="18967"/>
                  </a:lnTo>
                  <a:lnTo>
                    <a:pt x="3671" y="18967"/>
                  </a:lnTo>
                  <a:lnTo>
                    <a:pt x="3366" y="18967"/>
                  </a:lnTo>
                  <a:lnTo>
                    <a:pt x="3060" y="18967"/>
                  </a:lnTo>
                  <a:lnTo>
                    <a:pt x="2754" y="18967"/>
                  </a:lnTo>
                  <a:lnTo>
                    <a:pt x="2448" y="18967"/>
                  </a:lnTo>
                  <a:lnTo>
                    <a:pt x="2142" y="18967"/>
                  </a:lnTo>
                  <a:lnTo>
                    <a:pt x="1" y="18967"/>
                  </a:lnTo>
                  <a:lnTo>
                    <a:pt x="306" y="16520"/>
                  </a:lnTo>
                  <a:lnTo>
                    <a:pt x="1" y="15296"/>
                  </a:lnTo>
                  <a:lnTo>
                    <a:pt x="1" y="14073"/>
                  </a:lnTo>
                  <a:lnTo>
                    <a:pt x="306" y="12543"/>
                  </a:lnTo>
                  <a:lnTo>
                    <a:pt x="918" y="11931"/>
                  </a:lnTo>
                  <a:lnTo>
                    <a:pt x="1224" y="11319"/>
                  </a:lnTo>
                  <a:lnTo>
                    <a:pt x="1530" y="10707"/>
                  </a:lnTo>
                  <a:lnTo>
                    <a:pt x="2142" y="10096"/>
                  </a:lnTo>
                  <a:lnTo>
                    <a:pt x="2448" y="9484"/>
                  </a:lnTo>
                  <a:lnTo>
                    <a:pt x="2142" y="8872"/>
                  </a:lnTo>
                  <a:lnTo>
                    <a:pt x="2754" y="8872"/>
                  </a:lnTo>
                  <a:lnTo>
                    <a:pt x="2754" y="8566"/>
                  </a:lnTo>
                  <a:lnTo>
                    <a:pt x="2448" y="7342"/>
                  </a:lnTo>
                  <a:lnTo>
                    <a:pt x="1836" y="6425"/>
                  </a:lnTo>
                  <a:lnTo>
                    <a:pt x="2142" y="5507"/>
                  </a:lnTo>
                  <a:lnTo>
                    <a:pt x="2448" y="5507"/>
                  </a:lnTo>
                  <a:lnTo>
                    <a:pt x="2448" y="3671"/>
                  </a:lnTo>
                  <a:lnTo>
                    <a:pt x="3366" y="2448"/>
                  </a:lnTo>
                  <a:lnTo>
                    <a:pt x="3671" y="1224"/>
                  </a:lnTo>
                  <a:lnTo>
                    <a:pt x="4895" y="306"/>
                  </a:lnTo>
                  <a:lnTo>
                    <a:pt x="6425" y="306"/>
                  </a:lnTo>
                  <a:lnTo>
                    <a:pt x="7036" y="1"/>
                  </a:lnTo>
                  <a:lnTo>
                    <a:pt x="9178"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4" name="Google Shape;1904;p61"/>
            <p:cNvSpPr/>
            <p:nvPr/>
          </p:nvSpPr>
          <p:spPr>
            <a:xfrm>
              <a:off x="2605450" y="2884250"/>
              <a:ext cx="7675" cy="7675"/>
            </a:xfrm>
            <a:custGeom>
              <a:rect b="b" l="l" r="r" t="t"/>
              <a:pathLst>
                <a:path extrusionOk="0" h="307" w="307">
                  <a:moveTo>
                    <a:pt x="306" y="307"/>
                  </a:moveTo>
                  <a:lnTo>
                    <a:pt x="306" y="307"/>
                  </a:lnTo>
                  <a:lnTo>
                    <a:pt x="0" y="1"/>
                  </a:lnTo>
                  <a:lnTo>
                    <a:pt x="0" y="1"/>
                  </a:lnTo>
                  <a:lnTo>
                    <a:pt x="306"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5" name="Google Shape;1905;p61"/>
            <p:cNvSpPr/>
            <p:nvPr/>
          </p:nvSpPr>
          <p:spPr>
            <a:xfrm>
              <a:off x="2605450" y="2884250"/>
              <a:ext cx="7675" cy="7675"/>
            </a:xfrm>
            <a:custGeom>
              <a:rect b="b" l="l" r="r" t="t"/>
              <a:pathLst>
                <a:path extrusionOk="0" fill="none" h="307" w="307">
                  <a:moveTo>
                    <a:pt x="306" y="307"/>
                  </a:moveTo>
                  <a:lnTo>
                    <a:pt x="306" y="307"/>
                  </a:lnTo>
                  <a:lnTo>
                    <a:pt x="0" y="1"/>
                  </a:lnTo>
                  <a:lnTo>
                    <a:pt x="0" y="1"/>
                  </a:lnTo>
                  <a:lnTo>
                    <a:pt x="306"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6" name="Google Shape;1906;p61"/>
            <p:cNvSpPr/>
            <p:nvPr/>
          </p:nvSpPr>
          <p:spPr>
            <a:xfrm>
              <a:off x="1098825" y="1392925"/>
              <a:ext cx="764800" cy="841300"/>
            </a:xfrm>
            <a:custGeom>
              <a:rect b="b" l="l" r="r" t="t"/>
              <a:pathLst>
                <a:path extrusionOk="0" h="33652" w="30592">
                  <a:moveTo>
                    <a:pt x="30592" y="6425"/>
                  </a:moveTo>
                  <a:lnTo>
                    <a:pt x="26309" y="6425"/>
                  </a:lnTo>
                  <a:lnTo>
                    <a:pt x="26309" y="6731"/>
                  </a:lnTo>
                  <a:lnTo>
                    <a:pt x="28450" y="28757"/>
                  </a:lnTo>
                  <a:lnTo>
                    <a:pt x="29062" y="29674"/>
                  </a:lnTo>
                  <a:lnTo>
                    <a:pt x="28756" y="31510"/>
                  </a:lnTo>
                  <a:lnTo>
                    <a:pt x="28450" y="31816"/>
                  </a:lnTo>
                  <a:lnTo>
                    <a:pt x="19579" y="31816"/>
                  </a:lnTo>
                  <a:lnTo>
                    <a:pt x="19273" y="31510"/>
                  </a:lnTo>
                  <a:lnTo>
                    <a:pt x="19273" y="31204"/>
                  </a:lnTo>
                  <a:lnTo>
                    <a:pt x="18967" y="31816"/>
                  </a:lnTo>
                  <a:lnTo>
                    <a:pt x="18049" y="32122"/>
                  </a:lnTo>
                  <a:lnTo>
                    <a:pt x="15908" y="31816"/>
                  </a:lnTo>
                  <a:lnTo>
                    <a:pt x="15296" y="32733"/>
                  </a:lnTo>
                  <a:lnTo>
                    <a:pt x="14073" y="31510"/>
                  </a:lnTo>
                  <a:lnTo>
                    <a:pt x="13461" y="31816"/>
                  </a:lnTo>
                  <a:lnTo>
                    <a:pt x="13155" y="32427"/>
                  </a:lnTo>
                  <a:lnTo>
                    <a:pt x="12849" y="33345"/>
                  </a:lnTo>
                  <a:lnTo>
                    <a:pt x="12543" y="33651"/>
                  </a:lnTo>
                  <a:lnTo>
                    <a:pt x="11931" y="33651"/>
                  </a:lnTo>
                  <a:lnTo>
                    <a:pt x="11625" y="33345"/>
                  </a:lnTo>
                  <a:lnTo>
                    <a:pt x="11319" y="33039"/>
                  </a:lnTo>
                  <a:lnTo>
                    <a:pt x="10708" y="32733"/>
                  </a:lnTo>
                  <a:lnTo>
                    <a:pt x="10402" y="32122"/>
                  </a:lnTo>
                  <a:lnTo>
                    <a:pt x="10096" y="31816"/>
                  </a:lnTo>
                  <a:lnTo>
                    <a:pt x="10096" y="31816"/>
                  </a:lnTo>
                  <a:lnTo>
                    <a:pt x="9484" y="31510"/>
                  </a:lnTo>
                  <a:lnTo>
                    <a:pt x="9178" y="30286"/>
                  </a:lnTo>
                  <a:lnTo>
                    <a:pt x="7954" y="29980"/>
                  </a:lnTo>
                  <a:lnTo>
                    <a:pt x="7648" y="29368"/>
                  </a:lnTo>
                  <a:lnTo>
                    <a:pt x="6731" y="28757"/>
                  </a:lnTo>
                  <a:lnTo>
                    <a:pt x="5201" y="28757"/>
                  </a:lnTo>
                  <a:lnTo>
                    <a:pt x="4589" y="29062"/>
                  </a:lnTo>
                  <a:lnTo>
                    <a:pt x="3978" y="29062"/>
                  </a:lnTo>
                  <a:lnTo>
                    <a:pt x="3366" y="29062"/>
                  </a:lnTo>
                  <a:lnTo>
                    <a:pt x="2142" y="29062"/>
                  </a:lnTo>
                  <a:lnTo>
                    <a:pt x="1836" y="29062"/>
                  </a:lnTo>
                  <a:lnTo>
                    <a:pt x="1530" y="29980"/>
                  </a:lnTo>
                  <a:lnTo>
                    <a:pt x="1530" y="29674"/>
                  </a:lnTo>
                  <a:lnTo>
                    <a:pt x="1530" y="29674"/>
                  </a:lnTo>
                  <a:lnTo>
                    <a:pt x="1530" y="29368"/>
                  </a:lnTo>
                  <a:lnTo>
                    <a:pt x="1530" y="29674"/>
                  </a:lnTo>
                  <a:lnTo>
                    <a:pt x="1530" y="30286"/>
                  </a:lnTo>
                  <a:lnTo>
                    <a:pt x="1530" y="30286"/>
                  </a:lnTo>
                  <a:lnTo>
                    <a:pt x="1530" y="30286"/>
                  </a:lnTo>
                  <a:lnTo>
                    <a:pt x="1530" y="29674"/>
                  </a:lnTo>
                  <a:lnTo>
                    <a:pt x="1530" y="28757"/>
                  </a:lnTo>
                  <a:lnTo>
                    <a:pt x="2448" y="26309"/>
                  </a:lnTo>
                  <a:lnTo>
                    <a:pt x="2448" y="25086"/>
                  </a:lnTo>
                  <a:lnTo>
                    <a:pt x="2448" y="23862"/>
                  </a:lnTo>
                  <a:lnTo>
                    <a:pt x="2142" y="22944"/>
                  </a:lnTo>
                  <a:lnTo>
                    <a:pt x="1530" y="21721"/>
                  </a:lnTo>
                  <a:lnTo>
                    <a:pt x="1836" y="21415"/>
                  </a:lnTo>
                  <a:lnTo>
                    <a:pt x="1530" y="20497"/>
                  </a:lnTo>
                  <a:lnTo>
                    <a:pt x="1836" y="20497"/>
                  </a:lnTo>
                  <a:lnTo>
                    <a:pt x="1836" y="20497"/>
                  </a:lnTo>
                  <a:lnTo>
                    <a:pt x="2142" y="19273"/>
                  </a:lnTo>
                  <a:lnTo>
                    <a:pt x="1530" y="18356"/>
                  </a:lnTo>
                  <a:lnTo>
                    <a:pt x="1224" y="18050"/>
                  </a:lnTo>
                  <a:lnTo>
                    <a:pt x="307" y="17132"/>
                  </a:lnTo>
                  <a:lnTo>
                    <a:pt x="307" y="17132"/>
                  </a:lnTo>
                  <a:lnTo>
                    <a:pt x="1" y="17744"/>
                  </a:lnTo>
                  <a:lnTo>
                    <a:pt x="1" y="17438"/>
                  </a:lnTo>
                  <a:lnTo>
                    <a:pt x="1" y="17132"/>
                  </a:lnTo>
                  <a:lnTo>
                    <a:pt x="307" y="16520"/>
                  </a:lnTo>
                  <a:lnTo>
                    <a:pt x="2448" y="16520"/>
                  </a:lnTo>
                  <a:lnTo>
                    <a:pt x="10096" y="16214"/>
                  </a:lnTo>
                  <a:lnTo>
                    <a:pt x="9790" y="13461"/>
                  </a:lnTo>
                  <a:lnTo>
                    <a:pt x="9790" y="12543"/>
                  </a:lnTo>
                  <a:lnTo>
                    <a:pt x="9790" y="12237"/>
                  </a:lnTo>
                  <a:lnTo>
                    <a:pt x="10096" y="11931"/>
                  </a:lnTo>
                  <a:lnTo>
                    <a:pt x="11013" y="11320"/>
                  </a:lnTo>
                  <a:lnTo>
                    <a:pt x="12543" y="10708"/>
                  </a:lnTo>
                  <a:lnTo>
                    <a:pt x="12543" y="3672"/>
                  </a:lnTo>
                  <a:lnTo>
                    <a:pt x="20803" y="3672"/>
                  </a:lnTo>
                  <a:lnTo>
                    <a:pt x="20803" y="1"/>
                  </a:lnTo>
                  <a:lnTo>
                    <a:pt x="30592" y="6425"/>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7" name="Google Shape;1907;p61"/>
            <p:cNvSpPr/>
            <p:nvPr/>
          </p:nvSpPr>
          <p:spPr>
            <a:xfrm>
              <a:off x="1098825" y="1392925"/>
              <a:ext cx="764800" cy="841300"/>
            </a:xfrm>
            <a:custGeom>
              <a:rect b="b" l="l" r="r" t="t"/>
              <a:pathLst>
                <a:path extrusionOk="0" fill="none" h="33652" w="30592">
                  <a:moveTo>
                    <a:pt x="30592" y="6425"/>
                  </a:moveTo>
                  <a:lnTo>
                    <a:pt x="26309" y="6425"/>
                  </a:lnTo>
                  <a:lnTo>
                    <a:pt x="26309" y="6731"/>
                  </a:lnTo>
                  <a:lnTo>
                    <a:pt x="28450" y="28757"/>
                  </a:lnTo>
                  <a:lnTo>
                    <a:pt x="29062" y="29674"/>
                  </a:lnTo>
                  <a:lnTo>
                    <a:pt x="28756" y="31510"/>
                  </a:lnTo>
                  <a:lnTo>
                    <a:pt x="28450" y="31816"/>
                  </a:lnTo>
                  <a:lnTo>
                    <a:pt x="19579" y="31816"/>
                  </a:lnTo>
                  <a:lnTo>
                    <a:pt x="19273" y="31510"/>
                  </a:lnTo>
                  <a:lnTo>
                    <a:pt x="19273" y="31204"/>
                  </a:lnTo>
                  <a:lnTo>
                    <a:pt x="18967" y="31816"/>
                  </a:lnTo>
                  <a:lnTo>
                    <a:pt x="18049" y="32122"/>
                  </a:lnTo>
                  <a:lnTo>
                    <a:pt x="15908" y="31816"/>
                  </a:lnTo>
                  <a:lnTo>
                    <a:pt x="15296" y="32733"/>
                  </a:lnTo>
                  <a:lnTo>
                    <a:pt x="14073" y="31510"/>
                  </a:lnTo>
                  <a:lnTo>
                    <a:pt x="13461" y="31816"/>
                  </a:lnTo>
                  <a:lnTo>
                    <a:pt x="13155" y="32427"/>
                  </a:lnTo>
                  <a:lnTo>
                    <a:pt x="12849" y="33345"/>
                  </a:lnTo>
                  <a:lnTo>
                    <a:pt x="12543" y="33651"/>
                  </a:lnTo>
                  <a:lnTo>
                    <a:pt x="11931" y="33651"/>
                  </a:lnTo>
                  <a:lnTo>
                    <a:pt x="11625" y="33345"/>
                  </a:lnTo>
                  <a:lnTo>
                    <a:pt x="11319" y="33039"/>
                  </a:lnTo>
                  <a:lnTo>
                    <a:pt x="10708" y="32733"/>
                  </a:lnTo>
                  <a:lnTo>
                    <a:pt x="10402" y="32122"/>
                  </a:lnTo>
                  <a:lnTo>
                    <a:pt x="10096" y="31816"/>
                  </a:lnTo>
                  <a:lnTo>
                    <a:pt x="10096" y="31816"/>
                  </a:lnTo>
                  <a:lnTo>
                    <a:pt x="9484" y="31510"/>
                  </a:lnTo>
                  <a:lnTo>
                    <a:pt x="9178" y="30286"/>
                  </a:lnTo>
                  <a:lnTo>
                    <a:pt x="7954" y="29980"/>
                  </a:lnTo>
                  <a:lnTo>
                    <a:pt x="7648" y="29368"/>
                  </a:lnTo>
                  <a:lnTo>
                    <a:pt x="6731" y="28757"/>
                  </a:lnTo>
                  <a:lnTo>
                    <a:pt x="5201" y="28757"/>
                  </a:lnTo>
                  <a:lnTo>
                    <a:pt x="4589" y="29062"/>
                  </a:lnTo>
                  <a:lnTo>
                    <a:pt x="3978" y="29062"/>
                  </a:lnTo>
                  <a:lnTo>
                    <a:pt x="3366" y="29062"/>
                  </a:lnTo>
                  <a:lnTo>
                    <a:pt x="2142" y="29062"/>
                  </a:lnTo>
                  <a:lnTo>
                    <a:pt x="1836" y="29062"/>
                  </a:lnTo>
                  <a:lnTo>
                    <a:pt x="1530" y="29980"/>
                  </a:lnTo>
                  <a:lnTo>
                    <a:pt x="1530" y="29674"/>
                  </a:lnTo>
                  <a:lnTo>
                    <a:pt x="1530" y="29674"/>
                  </a:lnTo>
                  <a:lnTo>
                    <a:pt x="1530" y="29368"/>
                  </a:lnTo>
                  <a:lnTo>
                    <a:pt x="1530" y="29674"/>
                  </a:lnTo>
                  <a:lnTo>
                    <a:pt x="1530" y="30286"/>
                  </a:lnTo>
                  <a:lnTo>
                    <a:pt x="1530" y="30286"/>
                  </a:lnTo>
                  <a:lnTo>
                    <a:pt x="1530" y="30286"/>
                  </a:lnTo>
                  <a:lnTo>
                    <a:pt x="1530" y="29674"/>
                  </a:lnTo>
                  <a:lnTo>
                    <a:pt x="1530" y="28757"/>
                  </a:lnTo>
                  <a:lnTo>
                    <a:pt x="2448" y="26309"/>
                  </a:lnTo>
                  <a:lnTo>
                    <a:pt x="2448" y="25086"/>
                  </a:lnTo>
                  <a:lnTo>
                    <a:pt x="2448" y="23862"/>
                  </a:lnTo>
                  <a:lnTo>
                    <a:pt x="2142" y="22944"/>
                  </a:lnTo>
                  <a:lnTo>
                    <a:pt x="1530" y="21721"/>
                  </a:lnTo>
                  <a:lnTo>
                    <a:pt x="1836" y="21415"/>
                  </a:lnTo>
                  <a:lnTo>
                    <a:pt x="1530" y="20497"/>
                  </a:lnTo>
                  <a:lnTo>
                    <a:pt x="1836" y="20497"/>
                  </a:lnTo>
                  <a:lnTo>
                    <a:pt x="1836" y="20497"/>
                  </a:lnTo>
                  <a:lnTo>
                    <a:pt x="2142" y="19273"/>
                  </a:lnTo>
                  <a:lnTo>
                    <a:pt x="1530" y="18356"/>
                  </a:lnTo>
                  <a:lnTo>
                    <a:pt x="1224" y="18050"/>
                  </a:lnTo>
                  <a:lnTo>
                    <a:pt x="307" y="17132"/>
                  </a:lnTo>
                  <a:lnTo>
                    <a:pt x="307" y="17132"/>
                  </a:lnTo>
                  <a:lnTo>
                    <a:pt x="1" y="17744"/>
                  </a:lnTo>
                  <a:lnTo>
                    <a:pt x="1" y="17438"/>
                  </a:lnTo>
                  <a:lnTo>
                    <a:pt x="1" y="17132"/>
                  </a:lnTo>
                  <a:lnTo>
                    <a:pt x="307" y="16520"/>
                  </a:lnTo>
                  <a:lnTo>
                    <a:pt x="2448" y="16520"/>
                  </a:lnTo>
                  <a:lnTo>
                    <a:pt x="10096" y="16214"/>
                  </a:lnTo>
                  <a:lnTo>
                    <a:pt x="9790" y="13461"/>
                  </a:lnTo>
                  <a:lnTo>
                    <a:pt x="9790" y="12543"/>
                  </a:lnTo>
                  <a:lnTo>
                    <a:pt x="9790" y="12237"/>
                  </a:lnTo>
                  <a:lnTo>
                    <a:pt x="10096" y="11931"/>
                  </a:lnTo>
                  <a:lnTo>
                    <a:pt x="11013" y="11320"/>
                  </a:lnTo>
                  <a:lnTo>
                    <a:pt x="12543" y="10708"/>
                  </a:lnTo>
                  <a:lnTo>
                    <a:pt x="12543" y="3672"/>
                  </a:lnTo>
                  <a:lnTo>
                    <a:pt x="20803" y="3672"/>
                  </a:lnTo>
                  <a:lnTo>
                    <a:pt x="20803" y="1"/>
                  </a:lnTo>
                  <a:lnTo>
                    <a:pt x="30592" y="6425"/>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8" name="Google Shape;1908;p61"/>
            <p:cNvSpPr/>
            <p:nvPr/>
          </p:nvSpPr>
          <p:spPr>
            <a:xfrm>
              <a:off x="3056675" y="758175"/>
              <a:ext cx="7675" cy="15300"/>
            </a:xfrm>
            <a:custGeom>
              <a:rect b="b" l="l" r="r" t="t"/>
              <a:pathLst>
                <a:path extrusionOk="0" h="612" w="307">
                  <a:moveTo>
                    <a:pt x="306" y="306"/>
                  </a:moveTo>
                  <a:lnTo>
                    <a:pt x="306" y="612"/>
                  </a:lnTo>
                  <a:lnTo>
                    <a:pt x="0" y="306"/>
                  </a:lnTo>
                  <a:lnTo>
                    <a:pt x="0" y="306"/>
                  </a:lnTo>
                  <a:lnTo>
                    <a:pt x="0" y="0"/>
                  </a:lnTo>
                  <a:lnTo>
                    <a:pt x="0"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09" name="Google Shape;1909;p61"/>
            <p:cNvSpPr/>
            <p:nvPr/>
          </p:nvSpPr>
          <p:spPr>
            <a:xfrm>
              <a:off x="3056675" y="758175"/>
              <a:ext cx="7675" cy="15300"/>
            </a:xfrm>
            <a:custGeom>
              <a:rect b="b" l="l" r="r" t="t"/>
              <a:pathLst>
                <a:path extrusionOk="0" fill="none" h="612" w="307">
                  <a:moveTo>
                    <a:pt x="306" y="306"/>
                  </a:moveTo>
                  <a:lnTo>
                    <a:pt x="306" y="612"/>
                  </a:lnTo>
                  <a:lnTo>
                    <a:pt x="0" y="306"/>
                  </a:lnTo>
                  <a:lnTo>
                    <a:pt x="0" y="306"/>
                  </a:lnTo>
                  <a:lnTo>
                    <a:pt x="0" y="0"/>
                  </a:lnTo>
                  <a:lnTo>
                    <a:pt x="0"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0" name="Google Shape;1910;p61"/>
            <p:cNvSpPr/>
            <p:nvPr/>
          </p:nvSpPr>
          <p:spPr>
            <a:xfrm>
              <a:off x="3041375" y="750525"/>
              <a:ext cx="7675" cy="7675"/>
            </a:xfrm>
            <a:custGeom>
              <a:rect b="b" l="l" r="r" t="t"/>
              <a:pathLst>
                <a:path extrusionOk="0" h="307" w="307">
                  <a:moveTo>
                    <a:pt x="306" y="0"/>
                  </a:moveTo>
                  <a:lnTo>
                    <a:pt x="306" y="306"/>
                  </a:lnTo>
                  <a:lnTo>
                    <a:pt x="0" y="306"/>
                  </a:lnTo>
                  <a:lnTo>
                    <a:pt x="0" y="0"/>
                  </a:lnTo>
                  <a:lnTo>
                    <a:pt x="306" y="0"/>
                  </a:lnTo>
                  <a:lnTo>
                    <a:pt x="306"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1" name="Google Shape;1911;p61"/>
            <p:cNvSpPr/>
            <p:nvPr/>
          </p:nvSpPr>
          <p:spPr>
            <a:xfrm>
              <a:off x="3041375" y="750525"/>
              <a:ext cx="7675" cy="7675"/>
            </a:xfrm>
            <a:custGeom>
              <a:rect b="b" l="l" r="r" t="t"/>
              <a:pathLst>
                <a:path extrusionOk="0" fill="none" h="307" w="307">
                  <a:moveTo>
                    <a:pt x="306" y="0"/>
                  </a:moveTo>
                  <a:lnTo>
                    <a:pt x="306" y="306"/>
                  </a:lnTo>
                  <a:lnTo>
                    <a:pt x="0" y="306"/>
                  </a:lnTo>
                  <a:lnTo>
                    <a:pt x="0" y="0"/>
                  </a:lnTo>
                  <a:lnTo>
                    <a:pt x="306" y="0"/>
                  </a:lnTo>
                  <a:lnTo>
                    <a:pt x="306"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2" name="Google Shape;1912;p61"/>
            <p:cNvSpPr/>
            <p:nvPr/>
          </p:nvSpPr>
          <p:spPr>
            <a:xfrm>
              <a:off x="4196200" y="3748450"/>
              <a:ext cx="198850" cy="497150"/>
            </a:xfrm>
            <a:custGeom>
              <a:rect b="b" l="l" r="r" t="t"/>
              <a:pathLst>
                <a:path extrusionOk="0" h="19886" w="7954">
                  <a:moveTo>
                    <a:pt x="2753" y="613"/>
                  </a:moveTo>
                  <a:lnTo>
                    <a:pt x="3059" y="919"/>
                  </a:lnTo>
                  <a:lnTo>
                    <a:pt x="3365" y="307"/>
                  </a:lnTo>
                  <a:lnTo>
                    <a:pt x="3977" y="919"/>
                  </a:lnTo>
                  <a:lnTo>
                    <a:pt x="4589" y="1836"/>
                  </a:lnTo>
                  <a:lnTo>
                    <a:pt x="4895" y="3672"/>
                  </a:lnTo>
                  <a:lnTo>
                    <a:pt x="4895" y="4284"/>
                  </a:lnTo>
                  <a:lnTo>
                    <a:pt x="5506" y="5201"/>
                  </a:lnTo>
                  <a:lnTo>
                    <a:pt x="5506" y="5507"/>
                  </a:lnTo>
                  <a:lnTo>
                    <a:pt x="4895" y="5507"/>
                  </a:lnTo>
                  <a:lnTo>
                    <a:pt x="4895" y="6119"/>
                  </a:lnTo>
                  <a:lnTo>
                    <a:pt x="4283" y="7343"/>
                  </a:lnTo>
                  <a:lnTo>
                    <a:pt x="4283" y="7955"/>
                  </a:lnTo>
                  <a:lnTo>
                    <a:pt x="4589" y="9178"/>
                  </a:lnTo>
                  <a:lnTo>
                    <a:pt x="4589" y="10402"/>
                  </a:lnTo>
                  <a:lnTo>
                    <a:pt x="5506" y="10402"/>
                  </a:lnTo>
                  <a:lnTo>
                    <a:pt x="5812" y="10708"/>
                  </a:lnTo>
                  <a:lnTo>
                    <a:pt x="7954" y="13461"/>
                  </a:lnTo>
                  <a:lnTo>
                    <a:pt x="7954" y="14073"/>
                  </a:lnTo>
                  <a:lnTo>
                    <a:pt x="7648" y="14685"/>
                  </a:lnTo>
                  <a:lnTo>
                    <a:pt x="7954" y="15602"/>
                  </a:lnTo>
                  <a:lnTo>
                    <a:pt x="7648" y="16826"/>
                  </a:lnTo>
                  <a:lnTo>
                    <a:pt x="7342" y="17438"/>
                  </a:lnTo>
                  <a:lnTo>
                    <a:pt x="6730" y="17438"/>
                  </a:lnTo>
                  <a:lnTo>
                    <a:pt x="6118" y="18356"/>
                  </a:lnTo>
                  <a:lnTo>
                    <a:pt x="6424" y="18967"/>
                  </a:lnTo>
                  <a:lnTo>
                    <a:pt x="6424" y="19885"/>
                  </a:lnTo>
                  <a:lnTo>
                    <a:pt x="6118" y="19885"/>
                  </a:lnTo>
                  <a:lnTo>
                    <a:pt x="5812" y="19579"/>
                  </a:lnTo>
                  <a:lnTo>
                    <a:pt x="6118" y="19273"/>
                  </a:lnTo>
                  <a:lnTo>
                    <a:pt x="5506" y="18661"/>
                  </a:lnTo>
                  <a:lnTo>
                    <a:pt x="4283" y="17438"/>
                  </a:lnTo>
                  <a:lnTo>
                    <a:pt x="4283" y="17132"/>
                  </a:lnTo>
                  <a:lnTo>
                    <a:pt x="3977" y="16520"/>
                  </a:lnTo>
                  <a:lnTo>
                    <a:pt x="4283" y="15908"/>
                  </a:lnTo>
                  <a:lnTo>
                    <a:pt x="4283" y="15602"/>
                  </a:lnTo>
                  <a:lnTo>
                    <a:pt x="4589" y="14991"/>
                  </a:lnTo>
                  <a:lnTo>
                    <a:pt x="4895" y="14379"/>
                  </a:lnTo>
                  <a:lnTo>
                    <a:pt x="4589" y="13155"/>
                  </a:lnTo>
                  <a:lnTo>
                    <a:pt x="3977" y="12849"/>
                  </a:lnTo>
                  <a:lnTo>
                    <a:pt x="2447" y="13155"/>
                  </a:lnTo>
                  <a:lnTo>
                    <a:pt x="2447" y="13155"/>
                  </a:lnTo>
                  <a:lnTo>
                    <a:pt x="1836" y="12849"/>
                  </a:lnTo>
                  <a:lnTo>
                    <a:pt x="1224" y="11625"/>
                  </a:lnTo>
                  <a:lnTo>
                    <a:pt x="1224" y="11625"/>
                  </a:lnTo>
                  <a:lnTo>
                    <a:pt x="918" y="11931"/>
                  </a:lnTo>
                  <a:lnTo>
                    <a:pt x="306" y="11320"/>
                  </a:lnTo>
                  <a:lnTo>
                    <a:pt x="306" y="11014"/>
                  </a:lnTo>
                  <a:lnTo>
                    <a:pt x="0" y="10708"/>
                  </a:lnTo>
                  <a:lnTo>
                    <a:pt x="306" y="10402"/>
                  </a:lnTo>
                  <a:lnTo>
                    <a:pt x="612" y="9790"/>
                  </a:lnTo>
                  <a:lnTo>
                    <a:pt x="918" y="8872"/>
                  </a:lnTo>
                  <a:lnTo>
                    <a:pt x="612" y="8566"/>
                  </a:lnTo>
                  <a:lnTo>
                    <a:pt x="918" y="8260"/>
                  </a:lnTo>
                  <a:lnTo>
                    <a:pt x="1836" y="7955"/>
                  </a:lnTo>
                  <a:lnTo>
                    <a:pt x="2141" y="7649"/>
                  </a:lnTo>
                  <a:lnTo>
                    <a:pt x="1530" y="7343"/>
                  </a:lnTo>
                  <a:lnTo>
                    <a:pt x="1530" y="7037"/>
                  </a:lnTo>
                  <a:lnTo>
                    <a:pt x="1530" y="6119"/>
                  </a:lnTo>
                  <a:lnTo>
                    <a:pt x="1224" y="5507"/>
                  </a:lnTo>
                  <a:lnTo>
                    <a:pt x="1836" y="4589"/>
                  </a:lnTo>
                  <a:lnTo>
                    <a:pt x="1530" y="3978"/>
                  </a:lnTo>
                  <a:lnTo>
                    <a:pt x="2141" y="3672"/>
                  </a:lnTo>
                  <a:lnTo>
                    <a:pt x="2447" y="3060"/>
                  </a:lnTo>
                  <a:lnTo>
                    <a:pt x="2141" y="2448"/>
                  </a:lnTo>
                  <a:lnTo>
                    <a:pt x="2141" y="2142"/>
                  </a:lnTo>
                  <a:lnTo>
                    <a:pt x="1530" y="1836"/>
                  </a:lnTo>
                  <a:lnTo>
                    <a:pt x="1836" y="1224"/>
                  </a:lnTo>
                  <a:lnTo>
                    <a:pt x="1224" y="919"/>
                  </a:lnTo>
                  <a:lnTo>
                    <a:pt x="1224" y="613"/>
                  </a:lnTo>
                  <a:lnTo>
                    <a:pt x="918" y="613"/>
                  </a:lnTo>
                  <a:lnTo>
                    <a:pt x="612" y="1"/>
                  </a:lnTo>
                  <a:lnTo>
                    <a:pt x="1836" y="613"/>
                  </a:lnTo>
                  <a:lnTo>
                    <a:pt x="2753" y="61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3" name="Google Shape;1913;p61"/>
            <p:cNvSpPr/>
            <p:nvPr/>
          </p:nvSpPr>
          <p:spPr>
            <a:xfrm>
              <a:off x="4196200" y="3748450"/>
              <a:ext cx="198850" cy="497150"/>
            </a:xfrm>
            <a:custGeom>
              <a:rect b="b" l="l" r="r" t="t"/>
              <a:pathLst>
                <a:path extrusionOk="0" fill="none" h="19886" w="7954">
                  <a:moveTo>
                    <a:pt x="2753" y="613"/>
                  </a:moveTo>
                  <a:lnTo>
                    <a:pt x="3059" y="919"/>
                  </a:lnTo>
                  <a:lnTo>
                    <a:pt x="3365" y="307"/>
                  </a:lnTo>
                  <a:lnTo>
                    <a:pt x="3977" y="919"/>
                  </a:lnTo>
                  <a:lnTo>
                    <a:pt x="4589" y="1836"/>
                  </a:lnTo>
                  <a:lnTo>
                    <a:pt x="4895" y="3672"/>
                  </a:lnTo>
                  <a:lnTo>
                    <a:pt x="4895" y="4284"/>
                  </a:lnTo>
                  <a:lnTo>
                    <a:pt x="5506" y="5201"/>
                  </a:lnTo>
                  <a:lnTo>
                    <a:pt x="5506" y="5507"/>
                  </a:lnTo>
                  <a:lnTo>
                    <a:pt x="4895" y="5507"/>
                  </a:lnTo>
                  <a:lnTo>
                    <a:pt x="4895" y="6119"/>
                  </a:lnTo>
                  <a:lnTo>
                    <a:pt x="4283" y="7343"/>
                  </a:lnTo>
                  <a:lnTo>
                    <a:pt x="4283" y="7955"/>
                  </a:lnTo>
                  <a:lnTo>
                    <a:pt x="4589" y="9178"/>
                  </a:lnTo>
                  <a:lnTo>
                    <a:pt x="4589" y="10402"/>
                  </a:lnTo>
                  <a:lnTo>
                    <a:pt x="5506" y="10402"/>
                  </a:lnTo>
                  <a:lnTo>
                    <a:pt x="5812" y="10708"/>
                  </a:lnTo>
                  <a:lnTo>
                    <a:pt x="7954" y="13461"/>
                  </a:lnTo>
                  <a:lnTo>
                    <a:pt x="7954" y="14073"/>
                  </a:lnTo>
                  <a:lnTo>
                    <a:pt x="7648" y="14685"/>
                  </a:lnTo>
                  <a:lnTo>
                    <a:pt x="7954" y="15602"/>
                  </a:lnTo>
                  <a:lnTo>
                    <a:pt x="7648" y="16826"/>
                  </a:lnTo>
                  <a:lnTo>
                    <a:pt x="7342" y="17438"/>
                  </a:lnTo>
                  <a:lnTo>
                    <a:pt x="6730" y="17438"/>
                  </a:lnTo>
                  <a:lnTo>
                    <a:pt x="6118" y="18356"/>
                  </a:lnTo>
                  <a:lnTo>
                    <a:pt x="6424" y="18967"/>
                  </a:lnTo>
                  <a:lnTo>
                    <a:pt x="6424" y="19885"/>
                  </a:lnTo>
                  <a:lnTo>
                    <a:pt x="6118" y="19885"/>
                  </a:lnTo>
                  <a:lnTo>
                    <a:pt x="5812" y="19579"/>
                  </a:lnTo>
                  <a:lnTo>
                    <a:pt x="6118" y="19273"/>
                  </a:lnTo>
                  <a:lnTo>
                    <a:pt x="5506" y="18661"/>
                  </a:lnTo>
                  <a:lnTo>
                    <a:pt x="4283" y="17438"/>
                  </a:lnTo>
                  <a:lnTo>
                    <a:pt x="4283" y="17132"/>
                  </a:lnTo>
                  <a:lnTo>
                    <a:pt x="3977" y="16520"/>
                  </a:lnTo>
                  <a:lnTo>
                    <a:pt x="4283" y="15908"/>
                  </a:lnTo>
                  <a:lnTo>
                    <a:pt x="4283" y="15602"/>
                  </a:lnTo>
                  <a:lnTo>
                    <a:pt x="4589" y="14991"/>
                  </a:lnTo>
                  <a:lnTo>
                    <a:pt x="4895" y="14379"/>
                  </a:lnTo>
                  <a:lnTo>
                    <a:pt x="4589" y="13155"/>
                  </a:lnTo>
                  <a:lnTo>
                    <a:pt x="3977" y="12849"/>
                  </a:lnTo>
                  <a:lnTo>
                    <a:pt x="2447" y="13155"/>
                  </a:lnTo>
                  <a:lnTo>
                    <a:pt x="2447" y="13155"/>
                  </a:lnTo>
                  <a:lnTo>
                    <a:pt x="1836" y="12849"/>
                  </a:lnTo>
                  <a:lnTo>
                    <a:pt x="1224" y="11625"/>
                  </a:lnTo>
                  <a:lnTo>
                    <a:pt x="1224" y="11625"/>
                  </a:lnTo>
                  <a:lnTo>
                    <a:pt x="918" y="11931"/>
                  </a:lnTo>
                  <a:lnTo>
                    <a:pt x="306" y="11320"/>
                  </a:lnTo>
                  <a:lnTo>
                    <a:pt x="306" y="11014"/>
                  </a:lnTo>
                  <a:lnTo>
                    <a:pt x="0" y="10708"/>
                  </a:lnTo>
                  <a:lnTo>
                    <a:pt x="306" y="10402"/>
                  </a:lnTo>
                  <a:lnTo>
                    <a:pt x="612" y="9790"/>
                  </a:lnTo>
                  <a:lnTo>
                    <a:pt x="918" y="8872"/>
                  </a:lnTo>
                  <a:lnTo>
                    <a:pt x="612" y="8566"/>
                  </a:lnTo>
                  <a:lnTo>
                    <a:pt x="918" y="8260"/>
                  </a:lnTo>
                  <a:lnTo>
                    <a:pt x="1836" y="7955"/>
                  </a:lnTo>
                  <a:lnTo>
                    <a:pt x="2141" y="7649"/>
                  </a:lnTo>
                  <a:lnTo>
                    <a:pt x="1530" y="7343"/>
                  </a:lnTo>
                  <a:lnTo>
                    <a:pt x="1530" y="7037"/>
                  </a:lnTo>
                  <a:lnTo>
                    <a:pt x="1530" y="6119"/>
                  </a:lnTo>
                  <a:lnTo>
                    <a:pt x="1224" y="5507"/>
                  </a:lnTo>
                  <a:lnTo>
                    <a:pt x="1836" y="4589"/>
                  </a:lnTo>
                  <a:lnTo>
                    <a:pt x="1530" y="3978"/>
                  </a:lnTo>
                  <a:lnTo>
                    <a:pt x="2141" y="3672"/>
                  </a:lnTo>
                  <a:lnTo>
                    <a:pt x="2447" y="3060"/>
                  </a:lnTo>
                  <a:lnTo>
                    <a:pt x="2141" y="2448"/>
                  </a:lnTo>
                  <a:lnTo>
                    <a:pt x="2141" y="2142"/>
                  </a:lnTo>
                  <a:lnTo>
                    <a:pt x="1530" y="1836"/>
                  </a:lnTo>
                  <a:lnTo>
                    <a:pt x="1836" y="1224"/>
                  </a:lnTo>
                  <a:lnTo>
                    <a:pt x="1224" y="919"/>
                  </a:lnTo>
                  <a:lnTo>
                    <a:pt x="1224" y="613"/>
                  </a:lnTo>
                  <a:lnTo>
                    <a:pt x="918" y="613"/>
                  </a:lnTo>
                  <a:lnTo>
                    <a:pt x="612" y="1"/>
                  </a:lnTo>
                  <a:lnTo>
                    <a:pt x="1836" y="613"/>
                  </a:lnTo>
                  <a:lnTo>
                    <a:pt x="2753" y="61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4" name="Google Shape;1914;p61"/>
            <p:cNvSpPr/>
            <p:nvPr/>
          </p:nvSpPr>
          <p:spPr>
            <a:xfrm>
              <a:off x="4310900" y="3909050"/>
              <a:ext cx="15325" cy="15325"/>
            </a:xfrm>
            <a:custGeom>
              <a:rect b="b" l="l" r="r" t="t"/>
              <a:pathLst>
                <a:path extrusionOk="0" h="613" w="613">
                  <a:moveTo>
                    <a:pt x="307" y="1"/>
                  </a:moveTo>
                  <a:lnTo>
                    <a:pt x="307" y="307"/>
                  </a:lnTo>
                  <a:lnTo>
                    <a:pt x="613" y="307"/>
                  </a:lnTo>
                  <a:lnTo>
                    <a:pt x="613" y="307"/>
                  </a:lnTo>
                  <a:lnTo>
                    <a:pt x="613" y="613"/>
                  </a:lnTo>
                  <a:lnTo>
                    <a:pt x="307" y="307"/>
                  </a:lnTo>
                  <a:lnTo>
                    <a:pt x="1" y="307"/>
                  </a:lnTo>
                  <a:lnTo>
                    <a:pt x="1" y="307"/>
                  </a:lnTo>
                  <a:lnTo>
                    <a:pt x="307"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5" name="Google Shape;1915;p61"/>
            <p:cNvSpPr/>
            <p:nvPr/>
          </p:nvSpPr>
          <p:spPr>
            <a:xfrm>
              <a:off x="4310900" y="3909050"/>
              <a:ext cx="15325" cy="15325"/>
            </a:xfrm>
            <a:custGeom>
              <a:rect b="b" l="l" r="r" t="t"/>
              <a:pathLst>
                <a:path extrusionOk="0" fill="none" h="613" w="613">
                  <a:moveTo>
                    <a:pt x="307" y="1"/>
                  </a:moveTo>
                  <a:lnTo>
                    <a:pt x="307" y="307"/>
                  </a:lnTo>
                  <a:lnTo>
                    <a:pt x="613" y="307"/>
                  </a:lnTo>
                  <a:lnTo>
                    <a:pt x="613" y="307"/>
                  </a:lnTo>
                  <a:lnTo>
                    <a:pt x="613" y="613"/>
                  </a:lnTo>
                  <a:lnTo>
                    <a:pt x="307" y="307"/>
                  </a:lnTo>
                  <a:lnTo>
                    <a:pt x="1" y="307"/>
                  </a:lnTo>
                  <a:lnTo>
                    <a:pt x="1" y="307"/>
                  </a:lnTo>
                  <a:lnTo>
                    <a:pt x="307"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6" name="Google Shape;1916;p61"/>
            <p:cNvSpPr/>
            <p:nvPr/>
          </p:nvSpPr>
          <p:spPr>
            <a:xfrm>
              <a:off x="4043225" y="3817300"/>
              <a:ext cx="657750" cy="1078350"/>
            </a:xfrm>
            <a:custGeom>
              <a:rect b="b" l="l" r="r" t="t"/>
              <a:pathLst>
                <a:path extrusionOk="0" h="43134" w="26310">
                  <a:moveTo>
                    <a:pt x="25392" y="2141"/>
                  </a:moveTo>
                  <a:lnTo>
                    <a:pt x="25697" y="3977"/>
                  </a:lnTo>
                  <a:lnTo>
                    <a:pt x="25697" y="5201"/>
                  </a:lnTo>
                  <a:lnTo>
                    <a:pt x="25697" y="5812"/>
                  </a:lnTo>
                  <a:lnTo>
                    <a:pt x="25392" y="6424"/>
                  </a:lnTo>
                  <a:lnTo>
                    <a:pt x="25697" y="6424"/>
                  </a:lnTo>
                  <a:lnTo>
                    <a:pt x="25697" y="7648"/>
                  </a:lnTo>
                  <a:lnTo>
                    <a:pt x="26003" y="9177"/>
                  </a:lnTo>
                  <a:lnTo>
                    <a:pt x="25697" y="9483"/>
                  </a:lnTo>
                  <a:lnTo>
                    <a:pt x="26003" y="9789"/>
                  </a:lnTo>
                  <a:lnTo>
                    <a:pt x="26003" y="10095"/>
                  </a:lnTo>
                  <a:lnTo>
                    <a:pt x="26309" y="10095"/>
                  </a:lnTo>
                  <a:lnTo>
                    <a:pt x="26309" y="10401"/>
                  </a:lnTo>
                  <a:lnTo>
                    <a:pt x="26309" y="11013"/>
                  </a:lnTo>
                  <a:lnTo>
                    <a:pt x="25697" y="11931"/>
                  </a:lnTo>
                  <a:lnTo>
                    <a:pt x="26003" y="12237"/>
                  </a:lnTo>
                  <a:lnTo>
                    <a:pt x="25697" y="12848"/>
                  </a:lnTo>
                  <a:lnTo>
                    <a:pt x="24780" y="14072"/>
                  </a:lnTo>
                  <a:lnTo>
                    <a:pt x="23862" y="15296"/>
                  </a:lnTo>
                  <a:lnTo>
                    <a:pt x="22638" y="16213"/>
                  </a:lnTo>
                  <a:lnTo>
                    <a:pt x="22027" y="16825"/>
                  </a:lnTo>
                  <a:lnTo>
                    <a:pt x="20497" y="17131"/>
                  </a:lnTo>
                  <a:lnTo>
                    <a:pt x="17744" y="18661"/>
                  </a:lnTo>
                  <a:lnTo>
                    <a:pt x="16826" y="19272"/>
                  </a:lnTo>
                  <a:lnTo>
                    <a:pt x="15296" y="21414"/>
                  </a:lnTo>
                  <a:lnTo>
                    <a:pt x="13767" y="22026"/>
                  </a:lnTo>
                  <a:lnTo>
                    <a:pt x="12237" y="23861"/>
                  </a:lnTo>
                  <a:lnTo>
                    <a:pt x="11320" y="24473"/>
                  </a:lnTo>
                  <a:lnTo>
                    <a:pt x="11014" y="26003"/>
                  </a:lnTo>
                  <a:lnTo>
                    <a:pt x="11625" y="26308"/>
                  </a:lnTo>
                  <a:lnTo>
                    <a:pt x="11931" y="26920"/>
                  </a:lnTo>
                  <a:lnTo>
                    <a:pt x="11931" y="27838"/>
                  </a:lnTo>
                  <a:lnTo>
                    <a:pt x="12543" y="29062"/>
                  </a:lnTo>
                  <a:lnTo>
                    <a:pt x="12849" y="30285"/>
                  </a:lnTo>
                  <a:lnTo>
                    <a:pt x="12849" y="30591"/>
                  </a:lnTo>
                  <a:lnTo>
                    <a:pt x="13155" y="30285"/>
                  </a:lnTo>
                  <a:lnTo>
                    <a:pt x="13155" y="30591"/>
                  </a:lnTo>
                  <a:lnTo>
                    <a:pt x="13155" y="31815"/>
                  </a:lnTo>
                  <a:lnTo>
                    <a:pt x="13461" y="32733"/>
                  </a:lnTo>
                  <a:lnTo>
                    <a:pt x="12849" y="34874"/>
                  </a:lnTo>
                  <a:lnTo>
                    <a:pt x="13155" y="34874"/>
                  </a:lnTo>
                  <a:lnTo>
                    <a:pt x="13155" y="35180"/>
                  </a:lnTo>
                  <a:lnTo>
                    <a:pt x="12849" y="36098"/>
                  </a:lnTo>
                  <a:lnTo>
                    <a:pt x="12237" y="37015"/>
                  </a:lnTo>
                  <a:lnTo>
                    <a:pt x="7649" y="38851"/>
                  </a:lnTo>
                  <a:lnTo>
                    <a:pt x="6425" y="39769"/>
                  </a:lnTo>
                  <a:lnTo>
                    <a:pt x="5813" y="40992"/>
                  </a:lnTo>
                  <a:lnTo>
                    <a:pt x="6425" y="41604"/>
                  </a:lnTo>
                  <a:lnTo>
                    <a:pt x="6731" y="41298"/>
                  </a:lnTo>
                  <a:lnTo>
                    <a:pt x="6731" y="43134"/>
                  </a:lnTo>
                  <a:lnTo>
                    <a:pt x="4590" y="43134"/>
                  </a:lnTo>
                  <a:lnTo>
                    <a:pt x="4590" y="40992"/>
                  </a:lnTo>
                  <a:lnTo>
                    <a:pt x="4284" y="40686"/>
                  </a:lnTo>
                  <a:lnTo>
                    <a:pt x="4284" y="40380"/>
                  </a:lnTo>
                  <a:lnTo>
                    <a:pt x="4590" y="38545"/>
                  </a:lnTo>
                  <a:lnTo>
                    <a:pt x="4284" y="36404"/>
                  </a:lnTo>
                  <a:lnTo>
                    <a:pt x="3978" y="35180"/>
                  </a:lnTo>
                  <a:lnTo>
                    <a:pt x="3672" y="34874"/>
                  </a:lnTo>
                  <a:lnTo>
                    <a:pt x="3366" y="33956"/>
                  </a:lnTo>
                  <a:lnTo>
                    <a:pt x="3366" y="33039"/>
                  </a:lnTo>
                  <a:lnTo>
                    <a:pt x="2754" y="31203"/>
                  </a:lnTo>
                  <a:lnTo>
                    <a:pt x="5507" y="28144"/>
                  </a:lnTo>
                  <a:lnTo>
                    <a:pt x="5507" y="27532"/>
                  </a:lnTo>
                  <a:lnTo>
                    <a:pt x="5507" y="26920"/>
                  </a:lnTo>
                  <a:lnTo>
                    <a:pt x="5507" y="26308"/>
                  </a:lnTo>
                  <a:lnTo>
                    <a:pt x="6425" y="25697"/>
                  </a:lnTo>
                  <a:lnTo>
                    <a:pt x="7037" y="24473"/>
                  </a:lnTo>
                  <a:lnTo>
                    <a:pt x="6731" y="23861"/>
                  </a:lnTo>
                  <a:lnTo>
                    <a:pt x="6425" y="23555"/>
                  </a:lnTo>
                  <a:lnTo>
                    <a:pt x="6425" y="23249"/>
                  </a:lnTo>
                  <a:lnTo>
                    <a:pt x="6425" y="22332"/>
                  </a:lnTo>
                  <a:lnTo>
                    <a:pt x="6119" y="21720"/>
                  </a:lnTo>
                  <a:lnTo>
                    <a:pt x="6425" y="21414"/>
                  </a:lnTo>
                  <a:lnTo>
                    <a:pt x="6731" y="21414"/>
                  </a:lnTo>
                  <a:lnTo>
                    <a:pt x="6731" y="20802"/>
                  </a:lnTo>
                  <a:lnTo>
                    <a:pt x="7037" y="20496"/>
                  </a:lnTo>
                  <a:lnTo>
                    <a:pt x="6731" y="18967"/>
                  </a:lnTo>
                  <a:lnTo>
                    <a:pt x="7037" y="17743"/>
                  </a:lnTo>
                  <a:lnTo>
                    <a:pt x="6425" y="16519"/>
                  </a:lnTo>
                  <a:lnTo>
                    <a:pt x="6731" y="16213"/>
                  </a:lnTo>
                  <a:lnTo>
                    <a:pt x="6425" y="15907"/>
                  </a:lnTo>
                  <a:lnTo>
                    <a:pt x="5813" y="15602"/>
                  </a:lnTo>
                  <a:lnTo>
                    <a:pt x="4284" y="15296"/>
                  </a:lnTo>
                  <a:lnTo>
                    <a:pt x="3672" y="14684"/>
                  </a:lnTo>
                  <a:lnTo>
                    <a:pt x="2448" y="14072"/>
                  </a:lnTo>
                  <a:lnTo>
                    <a:pt x="613" y="14072"/>
                  </a:lnTo>
                  <a:lnTo>
                    <a:pt x="613" y="13154"/>
                  </a:lnTo>
                  <a:lnTo>
                    <a:pt x="307" y="12542"/>
                  </a:lnTo>
                  <a:lnTo>
                    <a:pt x="1" y="11931"/>
                  </a:lnTo>
                  <a:lnTo>
                    <a:pt x="1" y="11625"/>
                  </a:lnTo>
                  <a:lnTo>
                    <a:pt x="5813" y="9789"/>
                  </a:lnTo>
                  <a:lnTo>
                    <a:pt x="5813" y="9483"/>
                  </a:lnTo>
                  <a:lnTo>
                    <a:pt x="6731" y="9177"/>
                  </a:lnTo>
                  <a:lnTo>
                    <a:pt x="7037" y="9177"/>
                  </a:lnTo>
                  <a:lnTo>
                    <a:pt x="7343" y="9177"/>
                  </a:lnTo>
                  <a:lnTo>
                    <a:pt x="7343" y="8871"/>
                  </a:lnTo>
                  <a:lnTo>
                    <a:pt x="7955" y="10095"/>
                  </a:lnTo>
                  <a:lnTo>
                    <a:pt x="8566" y="10401"/>
                  </a:lnTo>
                  <a:lnTo>
                    <a:pt x="8566" y="10401"/>
                  </a:lnTo>
                  <a:lnTo>
                    <a:pt x="10096" y="10095"/>
                  </a:lnTo>
                  <a:lnTo>
                    <a:pt x="10708" y="10401"/>
                  </a:lnTo>
                  <a:lnTo>
                    <a:pt x="11014" y="11625"/>
                  </a:lnTo>
                  <a:lnTo>
                    <a:pt x="10708" y="12237"/>
                  </a:lnTo>
                  <a:lnTo>
                    <a:pt x="10402" y="12848"/>
                  </a:lnTo>
                  <a:lnTo>
                    <a:pt x="10402" y="13154"/>
                  </a:lnTo>
                  <a:lnTo>
                    <a:pt x="10096" y="13766"/>
                  </a:lnTo>
                  <a:lnTo>
                    <a:pt x="10402" y="14378"/>
                  </a:lnTo>
                  <a:lnTo>
                    <a:pt x="10402" y="14684"/>
                  </a:lnTo>
                  <a:lnTo>
                    <a:pt x="11625" y="15907"/>
                  </a:lnTo>
                  <a:lnTo>
                    <a:pt x="12237" y="16519"/>
                  </a:lnTo>
                  <a:lnTo>
                    <a:pt x="11931" y="16825"/>
                  </a:lnTo>
                  <a:lnTo>
                    <a:pt x="12237" y="17131"/>
                  </a:lnTo>
                  <a:lnTo>
                    <a:pt x="12543" y="17131"/>
                  </a:lnTo>
                  <a:lnTo>
                    <a:pt x="12543" y="16213"/>
                  </a:lnTo>
                  <a:lnTo>
                    <a:pt x="12237" y="15602"/>
                  </a:lnTo>
                  <a:lnTo>
                    <a:pt x="12849" y="14684"/>
                  </a:lnTo>
                  <a:lnTo>
                    <a:pt x="13461" y="14684"/>
                  </a:lnTo>
                  <a:lnTo>
                    <a:pt x="13767" y="14072"/>
                  </a:lnTo>
                  <a:lnTo>
                    <a:pt x="14073" y="12848"/>
                  </a:lnTo>
                  <a:lnTo>
                    <a:pt x="13767" y="11931"/>
                  </a:lnTo>
                  <a:lnTo>
                    <a:pt x="14073" y="11319"/>
                  </a:lnTo>
                  <a:lnTo>
                    <a:pt x="14073" y="10707"/>
                  </a:lnTo>
                  <a:lnTo>
                    <a:pt x="11931" y="7954"/>
                  </a:lnTo>
                  <a:lnTo>
                    <a:pt x="11625" y="7648"/>
                  </a:lnTo>
                  <a:lnTo>
                    <a:pt x="10708" y="7648"/>
                  </a:lnTo>
                  <a:lnTo>
                    <a:pt x="10708" y="6424"/>
                  </a:lnTo>
                  <a:lnTo>
                    <a:pt x="10402" y="5201"/>
                  </a:lnTo>
                  <a:lnTo>
                    <a:pt x="10402" y="4589"/>
                  </a:lnTo>
                  <a:lnTo>
                    <a:pt x="11014" y="3365"/>
                  </a:lnTo>
                  <a:lnTo>
                    <a:pt x="11014" y="2753"/>
                  </a:lnTo>
                  <a:lnTo>
                    <a:pt x="11625" y="2753"/>
                  </a:lnTo>
                  <a:lnTo>
                    <a:pt x="13155" y="2753"/>
                  </a:lnTo>
                  <a:lnTo>
                    <a:pt x="14073" y="2447"/>
                  </a:lnTo>
                  <a:lnTo>
                    <a:pt x="14685" y="2753"/>
                  </a:lnTo>
                  <a:lnTo>
                    <a:pt x="14991" y="3059"/>
                  </a:lnTo>
                  <a:lnTo>
                    <a:pt x="15908" y="3059"/>
                  </a:lnTo>
                  <a:lnTo>
                    <a:pt x="16520" y="2753"/>
                  </a:lnTo>
                  <a:lnTo>
                    <a:pt x="17132" y="3059"/>
                  </a:lnTo>
                  <a:lnTo>
                    <a:pt x="17744" y="3059"/>
                  </a:lnTo>
                  <a:lnTo>
                    <a:pt x="18356" y="2753"/>
                  </a:lnTo>
                  <a:lnTo>
                    <a:pt x="18661" y="2753"/>
                  </a:lnTo>
                  <a:lnTo>
                    <a:pt x="18967" y="2141"/>
                  </a:lnTo>
                  <a:lnTo>
                    <a:pt x="19273" y="2141"/>
                  </a:lnTo>
                  <a:lnTo>
                    <a:pt x="19885" y="2141"/>
                  </a:lnTo>
                  <a:lnTo>
                    <a:pt x="20497" y="2447"/>
                  </a:lnTo>
                  <a:lnTo>
                    <a:pt x="21415" y="1835"/>
                  </a:lnTo>
                  <a:lnTo>
                    <a:pt x="22332" y="1835"/>
                  </a:lnTo>
                  <a:lnTo>
                    <a:pt x="23250" y="1224"/>
                  </a:lnTo>
                  <a:lnTo>
                    <a:pt x="24168" y="918"/>
                  </a:lnTo>
                  <a:lnTo>
                    <a:pt x="25392" y="0"/>
                  </a:lnTo>
                  <a:lnTo>
                    <a:pt x="25697" y="306"/>
                  </a:lnTo>
                  <a:lnTo>
                    <a:pt x="25697" y="918"/>
                  </a:lnTo>
                  <a:lnTo>
                    <a:pt x="25392" y="2141"/>
                  </a:lnTo>
                  <a:close/>
                  <a:moveTo>
                    <a:pt x="10708" y="3977"/>
                  </a:moveTo>
                  <a:lnTo>
                    <a:pt x="10708" y="3977"/>
                  </a:lnTo>
                  <a:lnTo>
                    <a:pt x="11014" y="3977"/>
                  </a:lnTo>
                  <a:lnTo>
                    <a:pt x="11320" y="4283"/>
                  </a:lnTo>
                  <a:lnTo>
                    <a:pt x="11320" y="3977"/>
                  </a:lnTo>
                  <a:lnTo>
                    <a:pt x="11320" y="3977"/>
                  </a:lnTo>
                  <a:lnTo>
                    <a:pt x="11014" y="3977"/>
                  </a:lnTo>
                  <a:lnTo>
                    <a:pt x="11014" y="3671"/>
                  </a:lnTo>
                  <a:lnTo>
                    <a:pt x="10708" y="397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7" name="Google Shape;1917;p61"/>
            <p:cNvSpPr/>
            <p:nvPr/>
          </p:nvSpPr>
          <p:spPr>
            <a:xfrm>
              <a:off x="4043225" y="3817300"/>
              <a:ext cx="657750" cy="1078350"/>
            </a:xfrm>
            <a:custGeom>
              <a:rect b="b" l="l" r="r" t="t"/>
              <a:pathLst>
                <a:path extrusionOk="0" fill="none" h="43134" w="26310">
                  <a:moveTo>
                    <a:pt x="25392" y="2141"/>
                  </a:moveTo>
                  <a:lnTo>
                    <a:pt x="25697" y="3977"/>
                  </a:lnTo>
                  <a:lnTo>
                    <a:pt x="25697" y="5201"/>
                  </a:lnTo>
                  <a:lnTo>
                    <a:pt x="25697" y="5812"/>
                  </a:lnTo>
                  <a:lnTo>
                    <a:pt x="25392" y="6424"/>
                  </a:lnTo>
                  <a:lnTo>
                    <a:pt x="25697" y="6424"/>
                  </a:lnTo>
                  <a:lnTo>
                    <a:pt x="25697" y="7648"/>
                  </a:lnTo>
                  <a:lnTo>
                    <a:pt x="26003" y="9177"/>
                  </a:lnTo>
                  <a:lnTo>
                    <a:pt x="25697" y="9483"/>
                  </a:lnTo>
                  <a:lnTo>
                    <a:pt x="26003" y="9789"/>
                  </a:lnTo>
                  <a:lnTo>
                    <a:pt x="26003" y="10095"/>
                  </a:lnTo>
                  <a:lnTo>
                    <a:pt x="26309" y="10095"/>
                  </a:lnTo>
                  <a:lnTo>
                    <a:pt x="26309" y="10401"/>
                  </a:lnTo>
                  <a:lnTo>
                    <a:pt x="26309" y="11013"/>
                  </a:lnTo>
                  <a:lnTo>
                    <a:pt x="25697" y="11931"/>
                  </a:lnTo>
                  <a:lnTo>
                    <a:pt x="26003" y="12237"/>
                  </a:lnTo>
                  <a:lnTo>
                    <a:pt x="25697" y="12848"/>
                  </a:lnTo>
                  <a:lnTo>
                    <a:pt x="24780" y="14072"/>
                  </a:lnTo>
                  <a:lnTo>
                    <a:pt x="23862" y="15296"/>
                  </a:lnTo>
                  <a:lnTo>
                    <a:pt x="22638" y="16213"/>
                  </a:lnTo>
                  <a:lnTo>
                    <a:pt x="22027" y="16825"/>
                  </a:lnTo>
                  <a:lnTo>
                    <a:pt x="20497" y="17131"/>
                  </a:lnTo>
                  <a:lnTo>
                    <a:pt x="17744" y="18661"/>
                  </a:lnTo>
                  <a:lnTo>
                    <a:pt x="16826" y="19272"/>
                  </a:lnTo>
                  <a:lnTo>
                    <a:pt x="15296" y="21414"/>
                  </a:lnTo>
                  <a:lnTo>
                    <a:pt x="13767" y="22026"/>
                  </a:lnTo>
                  <a:lnTo>
                    <a:pt x="12237" y="23861"/>
                  </a:lnTo>
                  <a:lnTo>
                    <a:pt x="11320" y="24473"/>
                  </a:lnTo>
                  <a:lnTo>
                    <a:pt x="11014" y="26003"/>
                  </a:lnTo>
                  <a:lnTo>
                    <a:pt x="11625" y="26308"/>
                  </a:lnTo>
                  <a:lnTo>
                    <a:pt x="11931" y="26920"/>
                  </a:lnTo>
                  <a:lnTo>
                    <a:pt x="11931" y="27838"/>
                  </a:lnTo>
                  <a:lnTo>
                    <a:pt x="12543" y="29062"/>
                  </a:lnTo>
                  <a:lnTo>
                    <a:pt x="12849" y="30285"/>
                  </a:lnTo>
                  <a:lnTo>
                    <a:pt x="12849" y="30591"/>
                  </a:lnTo>
                  <a:lnTo>
                    <a:pt x="13155" y="30285"/>
                  </a:lnTo>
                  <a:lnTo>
                    <a:pt x="13155" y="30591"/>
                  </a:lnTo>
                  <a:lnTo>
                    <a:pt x="13155" y="31815"/>
                  </a:lnTo>
                  <a:lnTo>
                    <a:pt x="13461" y="32733"/>
                  </a:lnTo>
                  <a:lnTo>
                    <a:pt x="12849" y="34874"/>
                  </a:lnTo>
                  <a:lnTo>
                    <a:pt x="13155" y="34874"/>
                  </a:lnTo>
                  <a:lnTo>
                    <a:pt x="13155" y="35180"/>
                  </a:lnTo>
                  <a:lnTo>
                    <a:pt x="12849" y="36098"/>
                  </a:lnTo>
                  <a:lnTo>
                    <a:pt x="12237" y="37015"/>
                  </a:lnTo>
                  <a:lnTo>
                    <a:pt x="7649" y="38851"/>
                  </a:lnTo>
                  <a:lnTo>
                    <a:pt x="6425" y="39769"/>
                  </a:lnTo>
                  <a:lnTo>
                    <a:pt x="5813" y="40992"/>
                  </a:lnTo>
                  <a:lnTo>
                    <a:pt x="6425" y="41604"/>
                  </a:lnTo>
                  <a:lnTo>
                    <a:pt x="6731" y="41298"/>
                  </a:lnTo>
                  <a:lnTo>
                    <a:pt x="6731" y="43134"/>
                  </a:lnTo>
                  <a:lnTo>
                    <a:pt x="4590" y="43134"/>
                  </a:lnTo>
                  <a:lnTo>
                    <a:pt x="4590" y="40992"/>
                  </a:lnTo>
                  <a:lnTo>
                    <a:pt x="4284" y="40686"/>
                  </a:lnTo>
                  <a:lnTo>
                    <a:pt x="4284" y="40380"/>
                  </a:lnTo>
                  <a:lnTo>
                    <a:pt x="4590" y="38545"/>
                  </a:lnTo>
                  <a:lnTo>
                    <a:pt x="4284" y="36404"/>
                  </a:lnTo>
                  <a:lnTo>
                    <a:pt x="3978" y="35180"/>
                  </a:lnTo>
                  <a:lnTo>
                    <a:pt x="3672" y="34874"/>
                  </a:lnTo>
                  <a:lnTo>
                    <a:pt x="3366" y="33956"/>
                  </a:lnTo>
                  <a:lnTo>
                    <a:pt x="3366" y="33039"/>
                  </a:lnTo>
                  <a:lnTo>
                    <a:pt x="2754" y="31203"/>
                  </a:lnTo>
                  <a:lnTo>
                    <a:pt x="5507" y="28144"/>
                  </a:lnTo>
                  <a:lnTo>
                    <a:pt x="5507" y="27532"/>
                  </a:lnTo>
                  <a:lnTo>
                    <a:pt x="5507" y="26920"/>
                  </a:lnTo>
                  <a:lnTo>
                    <a:pt x="5507" y="26308"/>
                  </a:lnTo>
                  <a:lnTo>
                    <a:pt x="6425" y="25697"/>
                  </a:lnTo>
                  <a:lnTo>
                    <a:pt x="7037" y="24473"/>
                  </a:lnTo>
                  <a:lnTo>
                    <a:pt x="6731" y="23861"/>
                  </a:lnTo>
                  <a:lnTo>
                    <a:pt x="6425" y="23555"/>
                  </a:lnTo>
                  <a:lnTo>
                    <a:pt x="6425" y="23249"/>
                  </a:lnTo>
                  <a:lnTo>
                    <a:pt x="6425" y="22332"/>
                  </a:lnTo>
                  <a:lnTo>
                    <a:pt x="6119" y="21720"/>
                  </a:lnTo>
                  <a:lnTo>
                    <a:pt x="6425" y="21414"/>
                  </a:lnTo>
                  <a:lnTo>
                    <a:pt x="6731" y="21414"/>
                  </a:lnTo>
                  <a:lnTo>
                    <a:pt x="6731" y="20802"/>
                  </a:lnTo>
                  <a:lnTo>
                    <a:pt x="7037" y="20496"/>
                  </a:lnTo>
                  <a:lnTo>
                    <a:pt x="6731" y="18967"/>
                  </a:lnTo>
                  <a:lnTo>
                    <a:pt x="7037" y="17743"/>
                  </a:lnTo>
                  <a:lnTo>
                    <a:pt x="6425" y="16519"/>
                  </a:lnTo>
                  <a:lnTo>
                    <a:pt x="6731" y="16213"/>
                  </a:lnTo>
                  <a:lnTo>
                    <a:pt x="6425" y="15907"/>
                  </a:lnTo>
                  <a:lnTo>
                    <a:pt x="5813" y="15602"/>
                  </a:lnTo>
                  <a:lnTo>
                    <a:pt x="4284" y="15296"/>
                  </a:lnTo>
                  <a:lnTo>
                    <a:pt x="3672" y="14684"/>
                  </a:lnTo>
                  <a:lnTo>
                    <a:pt x="2448" y="14072"/>
                  </a:lnTo>
                  <a:lnTo>
                    <a:pt x="613" y="14072"/>
                  </a:lnTo>
                  <a:lnTo>
                    <a:pt x="613" y="13154"/>
                  </a:lnTo>
                  <a:lnTo>
                    <a:pt x="307" y="12542"/>
                  </a:lnTo>
                  <a:lnTo>
                    <a:pt x="1" y="11931"/>
                  </a:lnTo>
                  <a:lnTo>
                    <a:pt x="1" y="11625"/>
                  </a:lnTo>
                  <a:lnTo>
                    <a:pt x="5813" y="9789"/>
                  </a:lnTo>
                  <a:lnTo>
                    <a:pt x="5813" y="9483"/>
                  </a:lnTo>
                  <a:lnTo>
                    <a:pt x="6731" y="9177"/>
                  </a:lnTo>
                  <a:lnTo>
                    <a:pt x="7037" y="9177"/>
                  </a:lnTo>
                  <a:lnTo>
                    <a:pt x="7343" y="9177"/>
                  </a:lnTo>
                  <a:lnTo>
                    <a:pt x="7343" y="8871"/>
                  </a:lnTo>
                  <a:lnTo>
                    <a:pt x="7955" y="10095"/>
                  </a:lnTo>
                  <a:lnTo>
                    <a:pt x="8566" y="10401"/>
                  </a:lnTo>
                  <a:lnTo>
                    <a:pt x="8566" y="10401"/>
                  </a:lnTo>
                  <a:lnTo>
                    <a:pt x="10096" y="10095"/>
                  </a:lnTo>
                  <a:lnTo>
                    <a:pt x="10708" y="10401"/>
                  </a:lnTo>
                  <a:lnTo>
                    <a:pt x="11014" y="11625"/>
                  </a:lnTo>
                  <a:lnTo>
                    <a:pt x="10708" y="12237"/>
                  </a:lnTo>
                  <a:lnTo>
                    <a:pt x="10402" y="12848"/>
                  </a:lnTo>
                  <a:lnTo>
                    <a:pt x="10402" y="13154"/>
                  </a:lnTo>
                  <a:lnTo>
                    <a:pt x="10096" y="13766"/>
                  </a:lnTo>
                  <a:lnTo>
                    <a:pt x="10402" y="14378"/>
                  </a:lnTo>
                  <a:lnTo>
                    <a:pt x="10402" y="14684"/>
                  </a:lnTo>
                  <a:lnTo>
                    <a:pt x="11625" y="15907"/>
                  </a:lnTo>
                  <a:lnTo>
                    <a:pt x="12237" y="16519"/>
                  </a:lnTo>
                  <a:lnTo>
                    <a:pt x="11931" y="16825"/>
                  </a:lnTo>
                  <a:lnTo>
                    <a:pt x="12237" y="17131"/>
                  </a:lnTo>
                  <a:lnTo>
                    <a:pt x="12543" y="17131"/>
                  </a:lnTo>
                  <a:lnTo>
                    <a:pt x="12543" y="16213"/>
                  </a:lnTo>
                  <a:lnTo>
                    <a:pt x="12237" y="15602"/>
                  </a:lnTo>
                  <a:lnTo>
                    <a:pt x="12849" y="14684"/>
                  </a:lnTo>
                  <a:lnTo>
                    <a:pt x="13461" y="14684"/>
                  </a:lnTo>
                  <a:lnTo>
                    <a:pt x="13767" y="14072"/>
                  </a:lnTo>
                  <a:lnTo>
                    <a:pt x="14073" y="12848"/>
                  </a:lnTo>
                  <a:lnTo>
                    <a:pt x="13767" y="11931"/>
                  </a:lnTo>
                  <a:lnTo>
                    <a:pt x="14073" y="11319"/>
                  </a:lnTo>
                  <a:lnTo>
                    <a:pt x="14073" y="10707"/>
                  </a:lnTo>
                  <a:lnTo>
                    <a:pt x="11931" y="7954"/>
                  </a:lnTo>
                  <a:lnTo>
                    <a:pt x="11625" y="7648"/>
                  </a:lnTo>
                  <a:lnTo>
                    <a:pt x="10708" y="7648"/>
                  </a:lnTo>
                  <a:lnTo>
                    <a:pt x="10708" y="6424"/>
                  </a:lnTo>
                  <a:lnTo>
                    <a:pt x="10402" y="5201"/>
                  </a:lnTo>
                  <a:lnTo>
                    <a:pt x="10402" y="4589"/>
                  </a:lnTo>
                  <a:lnTo>
                    <a:pt x="11014" y="3365"/>
                  </a:lnTo>
                  <a:lnTo>
                    <a:pt x="11014" y="2753"/>
                  </a:lnTo>
                  <a:lnTo>
                    <a:pt x="11625" y="2753"/>
                  </a:lnTo>
                  <a:lnTo>
                    <a:pt x="13155" y="2753"/>
                  </a:lnTo>
                  <a:lnTo>
                    <a:pt x="14073" y="2447"/>
                  </a:lnTo>
                  <a:lnTo>
                    <a:pt x="14685" y="2753"/>
                  </a:lnTo>
                  <a:lnTo>
                    <a:pt x="14991" y="3059"/>
                  </a:lnTo>
                  <a:lnTo>
                    <a:pt x="15908" y="3059"/>
                  </a:lnTo>
                  <a:lnTo>
                    <a:pt x="16520" y="2753"/>
                  </a:lnTo>
                  <a:lnTo>
                    <a:pt x="17132" y="3059"/>
                  </a:lnTo>
                  <a:lnTo>
                    <a:pt x="17744" y="3059"/>
                  </a:lnTo>
                  <a:lnTo>
                    <a:pt x="18356" y="2753"/>
                  </a:lnTo>
                  <a:lnTo>
                    <a:pt x="18661" y="2753"/>
                  </a:lnTo>
                  <a:lnTo>
                    <a:pt x="18967" y="2141"/>
                  </a:lnTo>
                  <a:lnTo>
                    <a:pt x="19273" y="2141"/>
                  </a:lnTo>
                  <a:lnTo>
                    <a:pt x="19885" y="2141"/>
                  </a:lnTo>
                  <a:lnTo>
                    <a:pt x="20497" y="2447"/>
                  </a:lnTo>
                  <a:lnTo>
                    <a:pt x="21415" y="1835"/>
                  </a:lnTo>
                  <a:lnTo>
                    <a:pt x="22332" y="1835"/>
                  </a:lnTo>
                  <a:lnTo>
                    <a:pt x="23250" y="1224"/>
                  </a:lnTo>
                  <a:lnTo>
                    <a:pt x="24168" y="918"/>
                  </a:lnTo>
                  <a:lnTo>
                    <a:pt x="25392" y="0"/>
                  </a:lnTo>
                  <a:lnTo>
                    <a:pt x="25697" y="306"/>
                  </a:lnTo>
                  <a:lnTo>
                    <a:pt x="25697" y="918"/>
                  </a:lnTo>
                  <a:lnTo>
                    <a:pt x="25392" y="214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8" name="Google Shape;1918;p61"/>
            <p:cNvSpPr/>
            <p:nvPr/>
          </p:nvSpPr>
          <p:spPr>
            <a:xfrm>
              <a:off x="4310900" y="3909050"/>
              <a:ext cx="15325" cy="15325"/>
            </a:xfrm>
            <a:custGeom>
              <a:rect b="b" l="l" r="r" t="t"/>
              <a:pathLst>
                <a:path extrusionOk="0" fill="none" h="613" w="613">
                  <a:moveTo>
                    <a:pt x="1" y="307"/>
                  </a:moveTo>
                  <a:lnTo>
                    <a:pt x="1" y="307"/>
                  </a:lnTo>
                  <a:lnTo>
                    <a:pt x="307" y="307"/>
                  </a:lnTo>
                  <a:lnTo>
                    <a:pt x="613" y="613"/>
                  </a:lnTo>
                  <a:lnTo>
                    <a:pt x="613" y="307"/>
                  </a:lnTo>
                  <a:lnTo>
                    <a:pt x="613" y="307"/>
                  </a:lnTo>
                  <a:lnTo>
                    <a:pt x="307" y="307"/>
                  </a:lnTo>
                  <a:lnTo>
                    <a:pt x="307" y="1"/>
                  </a:lnTo>
                  <a:lnTo>
                    <a:pt x="1"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19" name="Google Shape;1919;p61"/>
            <p:cNvSpPr/>
            <p:nvPr/>
          </p:nvSpPr>
          <p:spPr>
            <a:xfrm>
              <a:off x="4211475" y="4834450"/>
              <a:ext cx="7675" cy="7675"/>
            </a:xfrm>
            <a:custGeom>
              <a:rect b="b" l="l" r="r" t="t"/>
              <a:pathLst>
                <a:path extrusionOk="0" h="307" w="307">
                  <a:moveTo>
                    <a:pt x="307" y="306"/>
                  </a:moveTo>
                  <a:lnTo>
                    <a:pt x="1" y="306"/>
                  </a:lnTo>
                  <a:lnTo>
                    <a:pt x="1" y="306"/>
                  </a:lnTo>
                  <a:lnTo>
                    <a:pt x="1" y="0"/>
                  </a:lnTo>
                  <a:lnTo>
                    <a:pt x="307"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0" name="Google Shape;1920;p61"/>
            <p:cNvSpPr/>
            <p:nvPr/>
          </p:nvSpPr>
          <p:spPr>
            <a:xfrm>
              <a:off x="4211475" y="4834450"/>
              <a:ext cx="7675" cy="7675"/>
            </a:xfrm>
            <a:custGeom>
              <a:rect b="b" l="l" r="r" t="t"/>
              <a:pathLst>
                <a:path extrusionOk="0" fill="none" h="307" w="307">
                  <a:moveTo>
                    <a:pt x="307" y="306"/>
                  </a:moveTo>
                  <a:lnTo>
                    <a:pt x="1" y="306"/>
                  </a:lnTo>
                  <a:lnTo>
                    <a:pt x="1" y="306"/>
                  </a:lnTo>
                  <a:lnTo>
                    <a:pt x="1" y="0"/>
                  </a:lnTo>
                  <a:lnTo>
                    <a:pt x="307"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1" name="Google Shape;1921;p61"/>
            <p:cNvSpPr/>
            <p:nvPr/>
          </p:nvSpPr>
          <p:spPr>
            <a:xfrm>
              <a:off x="4364450" y="4543825"/>
              <a:ext cx="7675" cy="7675"/>
            </a:xfrm>
            <a:custGeom>
              <a:rect b="b" l="l" r="r" t="t"/>
              <a:pathLst>
                <a:path extrusionOk="0" h="307" w="307">
                  <a:moveTo>
                    <a:pt x="306" y="307"/>
                  </a:moveTo>
                  <a:lnTo>
                    <a:pt x="0" y="307"/>
                  </a:lnTo>
                  <a:lnTo>
                    <a:pt x="0" y="1"/>
                  </a:lnTo>
                  <a:lnTo>
                    <a:pt x="306" y="1"/>
                  </a:lnTo>
                  <a:lnTo>
                    <a:pt x="306" y="1"/>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2" name="Google Shape;1922;p61"/>
            <p:cNvSpPr/>
            <p:nvPr/>
          </p:nvSpPr>
          <p:spPr>
            <a:xfrm>
              <a:off x="4364450" y="4543825"/>
              <a:ext cx="7675" cy="7675"/>
            </a:xfrm>
            <a:custGeom>
              <a:rect b="b" l="l" r="r" t="t"/>
              <a:pathLst>
                <a:path extrusionOk="0" fill="none" h="307" w="307">
                  <a:moveTo>
                    <a:pt x="306" y="307"/>
                  </a:moveTo>
                  <a:lnTo>
                    <a:pt x="0" y="307"/>
                  </a:lnTo>
                  <a:lnTo>
                    <a:pt x="0" y="1"/>
                  </a:lnTo>
                  <a:lnTo>
                    <a:pt x="306" y="1"/>
                  </a:lnTo>
                  <a:lnTo>
                    <a:pt x="306" y="1"/>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3" name="Google Shape;1923;p61"/>
            <p:cNvSpPr/>
            <p:nvPr/>
          </p:nvSpPr>
          <p:spPr>
            <a:xfrm>
              <a:off x="2896075" y="4237925"/>
              <a:ext cx="841275" cy="810675"/>
            </a:xfrm>
            <a:custGeom>
              <a:rect b="b" l="l" r="r" t="t"/>
              <a:pathLst>
                <a:path extrusionOk="0" h="32427" w="33651">
                  <a:moveTo>
                    <a:pt x="29062" y="1530"/>
                  </a:moveTo>
                  <a:lnTo>
                    <a:pt x="31509" y="1224"/>
                  </a:lnTo>
                  <a:lnTo>
                    <a:pt x="32733" y="1530"/>
                  </a:lnTo>
                  <a:lnTo>
                    <a:pt x="33650" y="2142"/>
                  </a:lnTo>
                  <a:lnTo>
                    <a:pt x="32427" y="2142"/>
                  </a:lnTo>
                  <a:lnTo>
                    <a:pt x="31815" y="2753"/>
                  </a:lnTo>
                  <a:lnTo>
                    <a:pt x="31509" y="2447"/>
                  </a:lnTo>
                  <a:lnTo>
                    <a:pt x="30897" y="2753"/>
                  </a:lnTo>
                  <a:lnTo>
                    <a:pt x="29368" y="3671"/>
                  </a:lnTo>
                  <a:lnTo>
                    <a:pt x="28450" y="2447"/>
                  </a:lnTo>
                  <a:lnTo>
                    <a:pt x="26920" y="2753"/>
                  </a:lnTo>
                  <a:lnTo>
                    <a:pt x="22943" y="3365"/>
                  </a:lnTo>
                  <a:lnTo>
                    <a:pt x="22943" y="13154"/>
                  </a:lnTo>
                  <a:lnTo>
                    <a:pt x="20496" y="13154"/>
                  </a:lnTo>
                  <a:lnTo>
                    <a:pt x="20496" y="17131"/>
                  </a:lnTo>
                  <a:lnTo>
                    <a:pt x="20496" y="18049"/>
                  </a:lnTo>
                  <a:lnTo>
                    <a:pt x="20496" y="19579"/>
                  </a:lnTo>
                  <a:lnTo>
                    <a:pt x="20496" y="20496"/>
                  </a:lnTo>
                  <a:lnTo>
                    <a:pt x="20496" y="30897"/>
                  </a:lnTo>
                  <a:lnTo>
                    <a:pt x="19272" y="31203"/>
                  </a:lnTo>
                  <a:lnTo>
                    <a:pt x="18967" y="31509"/>
                  </a:lnTo>
                  <a:lnTo>
                    <a:pt x="18661" y="31815"/>
                  </a:lnTo>
                  <a:lnTo>
                    <a:pt x="18661" y="32121"/>
                  </a:lnTo>
                  <a:lnTo>
                    <a:pt x="18355" y="32427"/>
                  </a:lnTo>
                  <a:lnTo>
                    <a:pt x="17131" y="32121"/>
                  </a:lnTo>
                  <a:lnTo>
                    <a:pt x="15907" y="32121"/>
                  </a:lnTo>
                  <a:lnTo>
                    <a:pt x="15296" y="31815"/>
                  </a:lnTo>
                  <a:lnTo>
                    <a:pt x="14072" y="31509"/>
                  </a:lnTo>
                  <a:lnTo>
                    <a:pt x="13766" y="31203"/>
                  </a:lnTo>
                  <a:lnTo>
                    <a:pt x="13766" y="30591"/>
                  </a:lnTo>
                  <a:lnTo>
                    <a:pt x="13460" y="30286"/>
                  </a:lnTo>
                  <a:lnTo>
                    <a:pt x="13460" y="29980"/>
                  </a:lnTo>
                  <a:lnTo>
                    <a:pt x="13154" y="29674"/>
                  </a:lnTo>
                  <a:lnTo>
                    <a:pt x="12848" y="29980"/>
                  </a:lnTo>
                  <a:lnTo>
                    <a:pt x="12236" y="30591"/>
                  </a:lnTo>
                  <a:lnTo>
                    <a:pt x="12236" y="30897"/>
                  </a:lnTo>
                  <a:lnTo>
                    <a:pt x="11625" y="31509"/>
                  </a:lnTo>
                  <a:lnTo>
                    <a:pt x="9789" y="29674"/>
                  </a:lnTo>
                  <a:lnTo>
                    <a:pt x="8566" y="27838"/>
                  </a:lnTo>
                  <a:lnTo>
                    <a:pt x="8566" y="26615"/>
                  </a:lnTo>
                  <a:lnTo>
                    <a:pt x="8260" y="26003"/>
                  </a:lnTo>
                  <a:lnTo>
                    <a:pt x="8260" y="25391"/>
                  </a:lnTo>
                  <a:lnTo>
                    <a:pt x="7954" y="24779"/>
                  </a:lnTo>
                  <a:lnTo>
                    <a:pt x="7954" y="24167"/>
                  </a:lnTo>
                  <a:lnTo>
                    <a:pt x="7648" y="23250"/>
                  </a:lnTo>
                  <a:lnTo>
                    <a:pt x="7648" y="22944"/>
                  </a:lnTo>
                  <a:lnTo>
                    <a:pt x="7342" y="22026"/>
                  </a:lnTo>
                  <a:lnTo>
                    <a:pt x="7648" y="21414"/>
                  </a:lnTo>
                  <a:lnTo>
                    <a:pt x="7342" y="20802"/>
                  </a:lnTo>
                  <a:lnTo>
                    <a:pt x="7036" y="20190"/>
                  </a:lnTo>
                  <a:lnTo>
                    <a:pt x="6730" y="18967"/>
                  </a:lnTo>
                  <a:lnTo>
                    <a:pt x="6730" y="17131"/>
                  </a:lnTo>
                  <a:lnTo>
                    <a:pt x="6424" y="15908"/>
                  </a:lnTo>
                  <a:lnTo>
                    <a:pt x="6730" y="15602"/>
                  </a:lnTo>
                  <a:lnTo>
                    <a:pt x="6730" y="14990"/>
                  </a:lnTo>
                  <a:lnTo>
                    <a:pt x="6424" y="14072"/>
                  </a:lnTo>
                  <a:lnTo>
                    <a:pt x="5506" y="12543"/>
                  </a:lnTo>
                  <a:lnTo>
                    <a:pt x="5201" y="11931"/>
                  </a:lnTo>
                  <a:lnTo>
                    <a:pt x="3977" y="10095"/>
                  </a:lnTo>
                  <a:lnTo>
                    <a:pt x="3365" y="8566"/>
                  </a:lnTo>
                  <a:lnTo>
                    <a:pt x="3059" y="7954"/>
                  </a:lnTo>
                  <a:lnTo>
                    <a:pt x="1835" y="5507"/>
                  </a:lnTo>
                  <a:lnTo>
                    <a:pt x="1224" y="4589"/>
                  </a:lnTo>
                  <a:lnTo>
                    <a:pt x="612" y="3671"/>
                  </a:lnTo>
                  <a:lnTo>
                    <a:pt x="0" y="2447"/>
                  </a:lnTo>
                  <a:lnTo>
                    <a:pt x="0" y="612"/>
                  </a:lnTo>
                  <a:lnTo>
                    <a:pt x="612" y="306"/>
                  </a:lnTo>
                  <a:lnTo>
                    <a:pt x="1224" y="612"/>
                  </a:lnTo>
                  <a:lnTo>
                    <a:pt x="1835" y="612"/>
                  </a:lnTo>
                  <a:lnTo>
                    <a:pt x="2753" y="0"/>
                  </a:lnTo>
                  <a:lnTo>
                    <a:pt x="3365" y="0"/>
                  </a:lnTo>
                  <a:lnTo>
                    <a:pt x="3977" y="0"/>
                  </a:lnTo>
                  <a:lnTo>
                    <a:pt x="4283" y="306"/>
                  </a:lnTo>
                  <a:lnTo>
                    <a:pt x="5506" y="918"/>
                  </a:lnTo>
                  <a:lnTo>
                    <a:pt x="16213" y="918"/>
                  </a:lnTo>
                  <a:lnTo>
                    <a:pt x="17743" y="2142"/>
                  </a:lnTo>
                  <a:lnTo>
                    <a:pt x="20496" y="2447"/>
                  </a:lnTo>
                  <a:lnTo>
                    <a:pt x="21108" y="2142"/>
                  </a:lnTo>
                  <a:lnTo>
                    <a:pt x="22332" y="2753"/>
                  </a:lnTo>
                  <a:lnTo>
                    <a:pt x="23249" y="2447"/>
                  </a:lnTo>
                  <a:lnTo>
                    <a:pt x="24167" y="2447"/>
                  </a:lnTo>
                  <a:lnTo>
                    <a:pt x="26920" y="2142"/>
                  </a:lnTo>
                  <a:lnTo>
                    <a:pt x="27532" y="1836"/>
                  </a:lnTo>
                  <a:lnTo>
                    <a:pt x="29062" y="153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4" name="Google Shape;1924;p61"/>
            <p:cNvSpPr/>
            <p:nvPr/>
          </p:nvSpPr>
          <p:spPr>
            <a:xfrm>
              <a:off x="2896075" y="4237925"/>
              <a:ext cx="841275" cy="810675"/>
            </a:xfrm>
            <a:custGeom>
              <a:rect b="b" l="l" r="r" t="t"/>
              <a:pathLst>
                <a:path extrusionOk="0" fill="none" h="32427" w="33651">
                  <a:moveTo>
                    <a:pt x="29062" y="1530"/>
                  </a:moveTo>
                  <a:lnTo>
                    <a:pt x="31509" y="1224"/>
                  </a:lnTo>
                  <a:lnTo>
                    <a:pt x="32733" y="1530"/>
                  </a:lnTo>
                  <a:lnTo>
                    <a:pt x="33650" y="2142"/>
                  </a:lnTo>
                  <a:lnTo>
                    <a:pt x="32427" y="2142"/>
                  </a:lnTo>
                  <a:lnTo>
                    <a:pt x="31815" y="2753"/>
                  </a:lnTo>
                  <a:lnTo>
                    <a:pt x="31509" y="2447"/>
                  </a:lnTo>
                  <a:lnTo>
                    <a:pt x="30897" y="2753"/>
                  </a:lnTo>
                  <a:lnTo>
                    <a:pt x="29368" y="3671"/>
                  </a:lnTo>
                  <a:lnTo>
                    <a:pt x="28450" y="2447"/>
                  </a:lnTo>
                  <a:lnTo>
                    <a:pt x="26920" y="2753"/>
                  </a:lnTo>
                  <a:lnTo>
                    <a:pt x="22943" y="3365"/>
                  </a:lnTo>
                  <a:lnTo>
                    <a:pt x="22943" y="13154"/>
                  </a:lnTo>
                  <a:lnTo>
                    <a:pt x="20496" y="13154"/>
                  </a:lnTo>
                  <a:lnTo>
                    <a:pt x="20496" y="17131"/>
                  </a:lnTo>
                  <a:lnTo>
                    <a:pt x="20496" y="18049"/>
                  </a:lnTo>
                  <a:lnTo>
                    <a:pt x="20496" y="19579"/>
                  </a:lnTo>
                  <a:lnTo>
                    <a:pt x="20496" y="20496"/>
                  </a:lnTo>
                  <a:lnTo>
                    <a:pt x="20496" y="30897"/>
                  </a:lnTo>
                  <a:lnTo>
                    <a:pt x="19272" y="31203"/>
                  </a:lnTo>
                  <a:lnTo>
                    <a:pt x="18967" y="31509"/>
                  </a:lnTo>
                  <a:lnTo>
                    <a:pt x="18661" y="31815"/>
                  </a:lnTo>
                  <a:lnTo>
                    <a:pt x="18661" y="32121"/>
                  </a:lnTo>
                  <a:lnTo>
                    <a:pt x="18355" y="32427"/>
                  </a:lnTo>
                  <a:lnTo>
                    <a:pt x="17131" y="32121"/>
                  </a:lnTo>
                  <a:lnTo>
                    <a:pt x="15907" y="32121"/>
                  </a:lnTo>
                  <a:lnTo>
                    <a:pt x="15296" y="31815"/>
                  </a:lnTo>
                  <a:lnTo>
                    <a:pt x="14072" y="31509"/>
                  </a:lnTo>
                  <a:lnTo>
                    <a:pt x="13766" y="31203"/>
                  </a:lnTo>
                  <a:lnTo>
                    <a:pt x="13766" y="30591"/>
                  </a:lnTo>
                  <a:lnTo>
                    <a:pt x="13460" y="30286"/>
                  </a:lnTo>
                  <a:lnTo>
                    <a:pt x="13460" y="29980"/>
                  </a:lnTo>
                  <a:lnTo>
                    <a:pt x="13154" y="29674"/>
                  </a:lnTo>
                  <a:lnTo>
                    <a:pt x="12848" y="29980"/>
                  </a:lnTo>
                  <a:lnTo>
                    <a:pt x="12236" y="30591"/>
                  </a:lnTo>
                  <a:lnTo>
                    <a:pt x="12236" y="30897"/>
                  </a:lnTo>
                  <a:lnTo>
                    <a:pt x="11625" y="31509"/>
                  </a:lnTo>
                  <a:lnTo>
                    <a:pt x="9789" y="29674"/>
                  </a:lnTo>
                  <a:lnTo>
                    <a:pt x="8566" y="27838"/>
                  </a:lnTo>
                  <a:lnTo>
                    <a:pt x="8566" y="26615"/>
                  </a:lnTo>
                  <a:lnTo>
                    <a:pt x="8260" y="26003"/>
                  </a:lnTo>
                  <a:lnTo>
                    <a:pt x="8260" y="25391"/>
                  </a:lnTo>
                  <a:lnTo>
                    <a:pt x="7954" y="24779"/>
                  </a:lnTo>
                  <a:lnTo>
                    <a:pt x="7954" y="24167"/>
                  </a:lnTo>
                  <a:lnTo>
                    <a:pt x="7648" y="23250"/>
                  </a:lnTo>
                  <a:lnTo>
                    <a:pt x="7648" y="22944"/>
                  </a:lnTo>
                  <a:lnTo>
                    <a:pt x="7342" y="22026"/>
                  </a:lnTo>
                  <a:lnTo>
                    <a:pt x="7648" y="21414"/>
                  </a:lnTo>
                  <a:lnTo>
                    <a:pt x="7342" y="20802"/>
                  </a:lnTo>
                  <a:lnTo>
                    <a:pt x="7036" y="20190"/>
                  </a:lnTo>
                  <a:lnTo>
                    <a:pt x="6730" y="18967"/>
                  </a:lnTo>
                  <a:lnTo>
                    <a:pt x="6730" y="17131"/>
                  </a:lnTo>
                  <a:lnTo>
                    <a:pt x="6424" y="15908"/>
                  </a:lnTo>
                  <a:lnTo>
                    <a:pt x="6730" y="15602"/>
                  </a:lnTo>
                  <a:lnTo>
                    <a:pt x="6730" y="14990"/>
                  </a:lnTo>
                  <a:lnTo>
                    <a:pt x="6424" y="14072"/>
                  </a:lnTo>
                  <a:lnTo>
                    <a:pt x="5506" y="12543"/>
                  </a:lnTo>
                  <a:lnTo>
                    <a:pt x="5201" y="11931"/>
                  </a:lnTo>
                  <a:lnTo>
                    <a:pt x="3977" y="10095"/>
                  </a:lnTo>
                  <a:lnTo>
                    <a:pt x="3365" y="8566"/>
                  </a:lnTo>
                  <a:lnTo>
                    <a:pt x="3059" y="7954"/>
                  </a:lnTo>
                  <a:lnTo>
                    <a:pt x="1835" y="5507"/>
                  </a:lnTo>
                  <a:lnTo>
                    <a:pt x="1224" y="4589"/>
                  </a:lnTo>
                  <a:lnTo>
                    <a:pt x="612" y="3671"/>
                  </a:lnTo>
                  <a:lnTo>
                    <a:pt x="0" y="2447"/>
                  </a:lnTo>
                  <a:lnTo>
                    <a:pt x="0" y="612"/>
                  </a:lnTo>
                  <a:lnTo>
                    <a:pt x="612" y="306"/>
                  </a:lnTo>
                  <a:lnTo>
                    <a:pt x="1224" y="612"/>
                  </a:lnTo>
                  <a:lnTo>
                    <a:pt x="1835" y="612"/>
                  </a:lnTo>
                  <a:lnTo>
                    <a:pt x="2753" y="0"/>
                  </a:lnTo>
                  <a:lnTo>
                    <a:pt x="3365" y="0"/>
                  </a:lnTo>
                  <a:lnTo>
                    <a:pt x="3977" y="0"/>
                  </a:lnTo>
                  <a:lnTo>
                    <a:pt x="4283" y="306"/>
                  </a:lnTo>
                  <a:lnTo>
                    <a:pt x="5506" y="918"/>
                  </a:lnTo>
                  <a:lnTo>
                    <a:pt x="16213" y="918"/>
                  </a:lnTo>
                  <a:lnTo>
                    <a:pt x="17743" y="2142"/>
                  </a:lnTo>
                  <a:lnTo>
                    <a:pt x="20496" y="2447"/>
                  </a:lnTo>
                  <a:lnTo>
                    <a:pt x="21108" y="2142"/>
                  </a:lnTo>
                  <a:lnTo>
                    <a:pt x="22332" y="2753"/>
                  </a:lnTo>
                  <a:lnTo>
                    <a:pt x="23249" y="2447"/>
                  </a:lnTo>
                  <a:lnTo>
                    <a:pt x="24167" y="2447"/>
                  </a:lnTo>
                  <a:lnTo>
                    <a:pt x="26920" y="2142"/>
                  </a:lnTo>
                  <a:lnTo>
                    <a:pt x="27532" y="1836"/>
                  </a:lnTo>
                  <a:lnTo>
                    <a:pt x="29062" y="153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5" name="Google Shape;1925;p61"/>
            <p:cNvSpPr/>
            <p:nvPr/>
          </p:nvSpPr>
          <p:spPr>
            <a:xfrm>
              <a:off x="2169525" y="1652950"/>
              <a:ext cx="986600" cy="772450"/>
            </a:xfrm>
            <a:custGeom>
              <a:rect b="b" l="l" r="r" t="t"/>
              <a:pathLst>
                <a:path extrusionOk="0" h="30898" w="39464">
                  <a:moveTo>
                    <a:pt x="37016" y="1530"/>
                  </a:moveTo>
                  <a:lnTo>
                    <a:pt x="37628" y="4284"/>
                  </a:lnTo>
                  <a:lnTo>
                    <a:pt x="37628" y="4895"/>
                  </a:lnTo>
                  <a:lnTo>
                    <a:pt x="37628" y="5507"/>
                  </a:lnTo>
                  <a:lnTo>
                    <a:pt x="38545" y="6731"/>
                  </a:lnTo>
                  <a:lnTo>
                    <a:pt x="38545" y="7343"/>
                  </a:lnTo>
                  <a:lnTo>
                    <a:pt x="39157" y="8260"/>
                  </a:lnTo>
                  <a:lnTo>
                    <a:pt x="39463" y="8566"/>
                  </a:lnTo>
                  <a:lnTo>
                    <a:pt x="39157" y="9484"/>
                  </a:lnTo>
                  <a:lnTo>
                    <a:pt x="38851" y="9790"/>
                  </a:lnTo>
                  <a:lnTo>
                    <a:pt x="38851" y="10096"/>
                  </a:lnTo>
                  <a:lnTo>
                    <a:pt x="38851" y="10708"/>
                  </a:lnTo>
                  <a:lnTo>
                    <a:pt x="38545" y="11320"/>
                  </a:lnTo>
                  <a:lnTo>
                    <a:pt x="38545" y="12849"/>
                  </a:lnTo>
                  <a:lnTo>
                    <a:pt x="38239" y="17744"/>
                  </a:lnTo>
                  <a:lnTo>
                    <a:pt x="35486" y="20803"/>
                  </a:lnTo>
                  <a:lnTo>
                    <a:pt x="34263" y="22638"/>
                  </a:lnTo>
                  <a:lnTo>
                    <a:pt x="33957" y="23250"/>
                  </a:lnTo>
                  <a:lnTo>
                    <a:pt x="33651" y="23862"/>
                  </a:lnTo>
                  <a:lnTo>
                    <a:pt x="33345" y="23862"/>
                  </a:lnTo>
                  <a:lnTo>
                    <a:pt x="33651" y="26003"/>
                  </a:lnTo>
                  <a:lnTo>
                    <a:pt x="33039" y="26003"/>
                  </a:lnTo>
                  <a:lnTo>
                    <a:pt x="32427" y="26309"/>
                  </a:lnTo>
                  <a:lnTo>
                    <a:pt x="31815" y="26615"/>
                  </a:lnTo>
                  <a:lnTo>
                    <a:pt x="30897" y="26921"/>
                  </a:lnTo>
                  <a:lnTo>
                    <a:pt x="30592" y="27533"/>
                  </a:lnTo>
                  <a:lnTo>
                    <a:pt x="29674" y="27533"/>
                  </a:lnTo>
                  <a:lnTo>
                    <a:pt x="29368" y="27227"/>
                  </a:lnTo>
                  <a:lnTo>
                    <a:pt x="28144" y="26921"/>
                  </a:lnTo>
                  <a:lnTo>
                    <a:pt x="26309" y="26921"/>
                  </a:lnTo>
                  <a:lnTo>
                    <a:pt x="24779" y="27227"/>
                  </a:lnTo>
                  <a:lnTo>
                    <a:pt x="23556" y="28145"/>
                  </a:lnTo>
                  <a:lnTo>
                    <a:pt x="21720" y="28145"/>
                  </a:lnTo>
                  <a:lnTo>
                    <a:pt x="20496" y="27533"/>
                  </a:lnTo>
                  <a:lnTo>
                    <a:pt x="19885" y="26921"/>
                  </a:lnTo>
                  <a:lnTo>
                    <a:pt x="19273" y="26921"/>
                  </a:lnTo>
                  <a:lnTo>
                    <a:pt x="18049" y="27533"/>
                  </a:lnTo>
                  <a:lnTo>
                    <a:pt x="16826" y="27839"/>
                  </a:lnTo>
                  <a:lnTo>
                    <a:pt x="15602" y="26003"/>
                  </a:lnTo>
                  <a:lnTo>
                    <a:pt x="13460" y="25392"/>
                  </a:lnTo>
                  <a:lnTo>
                    <a:pt x="12849" y="25697"/>
                  </a:lnTo>
                  <a:lnTo>
                    <a:pt x="11319" y="25697"/>
                  </a:lnTo>
                  <a:lnTo>
                    <a:pt x="10095" y="26615"/>
                  </a:lnTo>
                  <a:lnTo>
                    <a:pt x="9790" y="27839"/>
                  </a:lnTo>
                  <a:lnTo>
                    <a:pt x="8872" y="29062"/>
                  </a:lnTo>
                  <a:lnTo>
                    <a:pt x="8872" y="30898"/>
                  </a:lnTo>
                  <a:lnTo>
                    <a:pt x="8566" y="30898"/>
                  </a:lnTo>
                  <a:lnTo>
                    <a:pt x="8566" y="30898"/>
                  </a:lnTo>
                  <a:lnTo>
                    <a:pt x="8566" y="30898"/>
                  </a:lnTo>
                  <a:lnTo>
                    <a:pt x="7954" y="30592"/>
                  </a:lnTo>
                  <a:lnTo>
                    <a:pt x="7648" y="29980"/>
                  </a:lnTo>
                  <a:lnTo>
                    <a:pt x="6730" y="29368"/>
                  </a:lnTo>
                  <a:lnTo>
                    <a:pt x="5507" y="29674"/>
                  </a:lnTo>
                  <a:lnTo>
                    <a:pt x="5813" y="30286"/>
                  </a:lnTo>
                  <a:lnTo>
                    <a:pt x="5507" y="30592"/>
                  </a:lnTo>
                  <a:lnTo>
                    <a:pt x="4895" y="29368"/>
                  </a:lnTo>
                  <a:lnTo>
                    <a:pt x="5201" y="29062"/>
                  </a:lnTo>
                  <a:lnTo>
                    <a:pt x="5201" y="28757"/>
                  </a:lnTo>
                  <a:lnTo>
                    <a:pt x="4589" y="28451"/>
                  </a:lnTo>
                  <a:lnTo>
                    <a:pt x="4283" y="28757"/>
                  </a:lnTo>
                  <a:lnTo>
                    <a:pt x="3671" y="28757"/>
                  </a:lnTo>
                  <a:lnTo>
                    <a:pt x="2448" y="27839"/>
                  </a:lnTo>
                  <a:lnTo>
                    <a:pt x="2142" y="26921"/>
                  </a:lnTo>
                  <a:lnTo>
                    <a:pt x="2448" y="26615"/>
                  </a:lnTo>
                  <a:lnTo>
                    <a:pt x="1836" y="26309"/>
                  </a:lnTo>
                  <a:lnTo>
                    <a:pt x="1224" y="26003"/>
                  </a:lnTo>
                  <a:lnTo>
                    <a:pt x="612" y="25086"/>
                  </a:lnTo>
                  <a:lnTo>
                    <a:pt x="612" y="24474"/>
                  </a:lnTo>
                  <a:lnTo>
                    <a:pt x="306" y="24168"/>
                  </a:lnTo>
                  <a:lnTo>
                    <a:pt x="0" y="23862"/>
                  </a:lnTo>
                  <a:lnTo>
                    <a:pt x="306" y="22638"/>
                  </a:lnTo>
                  <a:lnTo>
                    <a:pt x="1836" y="22638"/>
                  </a:lnTo>
                  <a:lnTo>
                    <a:pt x="3365" y="22026"/>
                  </a:lnTo>
                  <a:lnTo>
                    <a:pt x="6119" y="21721"/>
                  </a:lnTo>
                  <a:lnTo>
                    <a:pt x="8260" y="21721"/>
                  </a:lnTo>
                  <a:lnTo>
                    <a:pt x="8566" y="21415"/>
                  </a:lnTo>
                  <a:lnTo>
                    <a:pt x="9484" y="20497"/>
                  </a:lnTo>
                  <a:lnTo>
                    <a:pt x="9790" y="19273"/>
                  </a:lnTo>
                  <a:lnTo>
                    <a:pt x="9790" y="17744"/>
                  </a:lnTo>
                  <a:lnTo>
                    <a:pt x="10095" y="17132"/>
                  </a:lnTo>
                  <a:lnTo>
                    <a:pt x="10095" y="11931"/>
                  </a:lnTo>
                  <a:lnTo>
                    <a:pt x="11931" y="11320"/>
                  </a:lnTo>
                  <a:lnTo>
                    <a:pt x="14072" y="11014"/>
                  </a:lnTo>
                  <a:lnTo>
                    <a:pt x="14378" y="10708"/>
                  </a:lnTo>
                  <a:lnTo>
                    <a:pt x="15296" y="10096"/>
                  </a:lnTo>
                  <a:lnTo>
                    <a:pt x="15908" y="9484"/>
                  </a:lnTo>
                  <a:lnTo>
                    <a:pt x="17131" y="8260"/>
                  </a:lnTo>
                  <a:lnTo>
                    <a:pt x="18355" y="7343"/>
                  </a:lnTo>
                  <a:lnTo>
                    <a:pt x="21720" y="4895"/>
                  </a:lnTo>
                  <a:lnTo>
                    <a:pt x="29674" y="1"/>
                  </a:lnTo>
                  <a:lnTo>
                    <a:pt x="33039" y="919"/>
                  </a:lnTo>
                  <a:lnTo>
                    <a:pt x="34874" y="2448"/>
                  </a:lnTo>
                  <a:lnTo>
                    <a:pt x="37016" y="1530"/>
                  </a:lnTo>
                  <a:close/>
                </a:path>
              </a:pathLst>
            </a:custGeom>
            <a:solidFill>
              <a:srgbClr val="F7475D"/>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sz="2236"/>
            </a:p>
          </p:txBody>
        </p:sp>
        <p:sp>
          <p:nvSpPr>
            <p:cNvPr id="1926" name="Google Shape;1926;p61"/>
            <p:cNvSpPr/>
            <p:nvPr/>
          </p:nvSpPr>
          <p:spPr>
            <a:xfrm>
              <a:off x="2169525" y="1652950"/>
              <a:ext cx="986600" cy="772450"/>
            </a:xfrm>
            <a:custGeom>
              <a:rect b="b" l="l" r="r" t="t"/>
              <a:pathLst>
                <a:path extrusionOk="0" fill="none" h="30898" w="39464">
                  <a:moveTo>
                    <a:pt x="37016" y="1530"/>
                  </a:moveTo>
                  <a:lnTo>
                    <a:pt x="37628" y="4284"/>
                  </a:lnTo>
                  <a:lnTo>
                    <a:pt x="37628" y="4895"/>
                  </a:lnTo>
                  <a:lnTo>
                    <a:pt x="37628" y="5507"/>
                  </a:lnTo>
                  <a:lnTo>
                    <a:pt x="38545" y="6731"/>
                  </a:lnTo>
                  <a:lnTo>
                    <a:pt x="38545" y="7343"/>
                  </a:lnTo>
                  <a:lnTo>
                    <a:pt x="39157" y="8260"/>
                  </a:lnTo>
                  <a:lnTo>
                    <a:pt x="39463" y="8566"/>
                  </a:lnTo>
                  <a:lnTo>
                    <a:pt x="39157" y="9484"/>
                  </a:lnTo>
                  <a:lnTo>
                    <a:pt x="38851" y="9790"/>
                  </a:lnTo>
                  <a:lnTo>
                    <a:pt x="38851" y="10096"/>
                  </a:lnTo>
                  <a:lnTo>
                    <a:pt x="38851" y="10708"/>
                  </a:lnTo>
                  <a:lnTo>
                    <a:pt x="38545" y="11320"/>
                  </a:lnTo>
                  <a:lnTo>
                    <a:pt x="38545" y="12849"/>
                  </a:lnTo>
                  <a:lnTo>
                    <a:pt x="38239" y="17744"/>
                  </a:lnTo>
                  <a:lnTo>
                    <a:pt x="35486" y="20803"/>
                  </a:lnTo>
                  <a:lnTo>
                    <a:pt x="34263" y="22638"/>
                  </a:lnTo>
                  <a:lnTo>
                    <a:pt x="33957" y="23250"/>
                  </a:lnTo>
                  <a:lnTo>
                    <a:pt x="33651" y="23862"/>
                  </a:lnTo>
                  <a:lnTo>
                    <a:pt x="33345" y="23862"/>
                  </a:lnTo>
                  <a:lnTo>
                    <a:pt x="33651" y="26003"/>
                  </a:lnTo>
                  <a:lnTo>
                    <a:pt x="33039" y="26003"/>
                  </a:lnTo>
                  <a:lnTo>
                    <a:pt x="32427" y="26309"/>
                  </a:lnTo>
                  <a:lnTo>
                    <a:pt x="31815" y="26615"/>
                  </a:lnTo>
                  <a:lnTo>
                    <a:pt x="30897" y="26921"/>
                  </a:lnTo>
                  <a:lnTo>
                    <a:pt x="30592" y="27533"/>
                  </a:lnTo>
                  <a:lnTo>
                    <a:pt x="29674" y="27533"/>
                  </a:lnTo>
                  <a:lnTo>
                    <a:pt x="29368" y="27227"/>
                  </a:lnTo>
                  <a:lnTo>
                    <a:pt x="28144" y="26921"/>
                  </a:lnTo>
                  <a:lnTo>
                    <a:pt x="26309" y="26921"/>
                  </a:lnTo>
                  <a:lnTo>
                    <a:pt x="24779" y="27227"/>
                  </a:lnTo>
                  <a:lnTo>
                    <a:pt x="23556" y="28145"/>
                  </a:lnTo>
                  <a:lnTo>
                    <a:pt x="21720" y="28145"/>
                  </a:lnTo>
                  <a:lnTo>
                    <a:pt x="20496" y="27533"/>
                  </a:lnTo>
                  <a:lnTo>
                    <a:pt x="19885" y="26921"/>
                  </a:lnTo>
                  <a:lnTo>
                    <a:pt x="19273" y="26921"/>
                  </a:lnTo>
                  <a:lnTo>
                    <a:pt x="18049" y="27533"/>
                  </a:lnTo>
                  <a:lnTo>
                    <a:pt x="16826" y="27839"/>
                  </a:lnTo>
                  <a:lnTo>
                    <a:pt x="15602" y="26003"/>
                  </a:lnTo>
                  <a:lnTo>
                    <a:pt x="13460" y="25392"/>
                  </a:lnTo>
                  <a:lnTo>
                    <a:pt x="12849" y="25697"/>
                  </a:lnTo>
                  <a:lnTo>
                    <a:pt x="11319" y="25697"/>
                  </a:lnTo>
                  <a:lnTo>
                    <a:pt x="10095" y="26615"/>
                  </a:lnTo>
                  <a:lnTo>
                    <a:pt x="9790" y="27839"/>
                  </a:lnTo>
                  <a:lnTo>
                    <a:pt x="8872" y="29062"/>
                  </a:lnTo>
                  <a:lnTo>
                    <a:pt x="8872" y="30898"/>
                  </a:lnTo>
                  <a:lnTo>
                    <a:pt x="8566" y="30898"/>
                  </a:lnTo>
                  <a:lnTo>
                    <a:pt x="8566" y="30898"/>
                  </a:lnTo>
                  <a:lnTo>
                    <a:pt x="8566" y="30898"/>
                  </a:lnTo>
                  <a:lnTo>
                    <a:pt x="7954" y="30592"/>
                  </a:lnTo>
                  <a:lnTo>
                    <a:pt x="7648" y="29980"/>
                  </a:lnTo>
                  <a:lnTo>
                    <a:pt x="6730" y="29368"/>
                  </a:lnTo>
                  <a:lnTo>
                    <a:pt x="5507" y="29674"/>
                  </a:lnTo>
                  <a:lnTo>
                    <a:pt x="5813" y="30286"/>
                  </a:lnTo>
                  <a:lnTo>
                    <a:pt x="5507" y="30592"/>
                  </a:lnTo>
                  <a:lnTo>
                    <a:pt x="4895" y="29368"/>
                  </a:lnTo>
                  <a:lnTo>
                    <a:pt x="5201" y="29062"/>
                  </a:lnTo>
                  <a:lnTo>
                    <a:pt x="5201" y="28757"/>
                  </a:lnTo>
                  <a:lnTo>
                    <a:pt x="4589" y="28451"/>
                  </a:lnTo>
                  <a:lnTo>
                    <a:pt x="4283" y="28757"/>
                  </a:lnTo>
                  <a:lnTo>
                    <a:pt x="3671" y="28757"/>
                  </a:lnTo>
                  <a:lnTo>
                    <a:pt x="2448" y="27839"/>
                  </a:lnTo>
                  <a:lnTo>
                    <a:pt x="2142" y="26921"/>
                  </a:lnTo>
                  <a:lnTo>
                    <a:pt x="2448" y="26615"/>
                  </a:lnTo>
                  <a:lnTo>
                    <a:pt x="1836" y="26309"/>
                  </a:lnTo>
                  <a:lnTo>
                    <a:pt x="1224" y="26003"/>
                  </a:lnTo>
                  <a:lnTo>
                    <a:pt x="612" y="25086"/>
                  </a:lnTo>
                  <a:lnTo>
                    <a:pt x="612" y="24474"/>
                  </a:lnTo>
                  <a:lnTo>
                    <a:pt x="306" y="24168"/>
                  </a:lnTo>
                  <a:lnTo>
                    <a:pt x="0" y="23862"/>
                  </a:lnTo>
                  <a:lnTo>
                    <a:pt x="306" y="22638"/>
                  </a:lnTo>
                  <a:lnTo>
                    <a:pt x="1836" y="22638"/>
                  </a:lnTo>
                  <a:lnTo>
                    <a:pt x="3365" y="22026"/>
                  </a:lnTo>
                  <a:lnTo>
                    <a:pt x="6119" y="21721"/>
                  </a:lnTo>
                  <a:lnTo>
                    <a:pt x="8260" y="21721"/>
                  </a:lnTo>
                  <a:lnTo>
                    <a:pt x="8566" y="21415"/>
                  </a:lnTo>
                  <a:lnTo>
                    <a:pt x="9484" y="20497"/>
                  </a:lnTo>
                  <a:lnTo>
                    <a:pt x="9790" y="19273"/>
                  </a:lnTo>
                  <a:lnTo>
                    <a:pt x="9790" y="17744"/>
                  </a:lnTo>
                  <a:lnTo>
                    <a:pt x="10095" y="17132"/>
                  </a:lnTo>
                  <a:lnTo>
                    <a:pt x="10095" y="11931"/>
                  </a:lnTo>
                  <a:lnTo>
                    <a:pt x="11931" y="11320"/>
                  </a:lnTo>
                  <a:lnTo>
                    <a:pt x="14072" y="11014"/>
                  </a:lnTo>
                  <a:lnTo>
                    <a:pt x="14378" y="10708"/>
                  </a:lnTo>
                  <a:lnTo>
                    <a:pt x="15296" y="10096"/>
                  </a:lnTo>
                  <a:lnTo>
                    <a:pt x="15908" y="9484"/>
                  </a:lnTo>
                  <a:lnTo>
                    <a:pt x="17131" y="8260"/>
                  </a:lnTo>
                  <a:lnTo>
                    <a:pt x="18355" y="7343"/>
                  </a:lnTo>
                  <a:lnTo>
                    <a:pt x="21720" y="4895"/>
                  </a:lnTo>
                  <a:lnTo>
                    <a:pt x="29674" y="1"/>
                  </a:lnTo>
                  <a:lnTo>
                    <a:pt x="33039" y="919"/>
                  </a:lnTo>
                  <a:lnTo>
                    <a:pt x="34874" y="2448"/>
                  </a:lnTo>
                  <a:lnTo>
                    <a:pt x="37016" y="153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7" name="Google Shape;1927;p61"/>
            <p:cNvSpPr/>
            <p:nvPr/>
          </p:nvSpPr>
          <p:spPr>
            <a:xfrm>
              <a:off x="5396900" y="1553525"/>
              <a:ext cx="489475" cy="558325"/>
            </a:xfrm>
            <a:custGeom>
              <a:rect b="b" l="l" r="r" t="t"/>
              <a:pathLst>
                <a:path extrusionOk="0" h="22333" w="19579">
                  <a:moveTo>
                    <a:pt x="11013" y="1"/>
                  </a:moveTo>
                  <a:lnTo>
                    <a:pt x="11319" y="1225"/>
                  </a:lnTo>
                  <a:lnTo>
                    <a:pt x="12237" y="2142"/>
                  </a:lnTo>
                  <a:lnTo>
                    <a:pt x="13154" y="3060"/>
                  </a:lnTo>
                  <a:lnTo>
                    <a:pt x="15908" y="3672"/>
                  </a:lnTo>
                  <a:lnTo>
                    <a:pt x="16214" y="3672"/>
                  </a:lnTo>
                  <a:lnTo>
                    <a:pt x="16825" y="3978"/>
                  </a:lnTo>
                  <a:lnTo>
                    <a:pt x="18049" y="5813"/>
                  </a:lnTo>
                  <a:lnTo>
                    <a:pt x="18661" y="6731"/>
                  </a:lnTo>
                  <a:lnTo>
                    <a:pt x="19579" y="6731"/>
                  </a:lnTo>
                  <a:lnTo>
                    <a:pt x="19579" y="7649"/>
                  </a:lnTo>
                  <a:lnTo>
                    <a:pt x="18661" y="8872"/>
                  </a:lnTo>
                  <a:lnTo>
                    <a:pt x="18355" y="9790"/>
                  </a:lnTo>
                  <a:lnTo>
                    <a:pt x="17131" y="10708"/>
                  </a:lnTo>
                  <a:lnTo>
                    <a:pt x="16214" y="12237"/>
                  </a:lnTo>
                  <a:lnTo>
                    <a:pt x="16214" y="12543"/>
                  </a:lnTo>
                  <a:lnTo>
                    <a:pt x="15602" y="12543"/>
                  </a:lnTo>
                  <a:lnTo>
                    <a:pt x="15602" y="12237"/>
                  </a:lnTo>
                  <a:lnTo>
                    <a:pt x="15602" y="11932"/>
                  </a:lnTo>
                  <a:lnTo>
                    <a:pt x="15296" y="11932"/>
                  </a:lnTo>
                  <a:lnTo>
                    <a:pt x="15296" y="12237"/>
                  </a:lnTo>
                  <a:lnTo>
                    <a:pt x="14684" y="12849"/>
                  </a:lnTo>
                  <a:lnTo>
                    <a:pt x="14684" y="13461"/>
                  </a:lnTo>
                  <a:lnTo>
                    <a:pt x="14378" y="14073"/>
                  </a:lnTo>
                  <a:lnTo>
                    <a:pt x="14378" y="14379"/>
                  </a:lnTo>
                  <a:lnTo>
                    <a:pt x="14378" y="14685"/>
                  </a:lnTo>
                  <a:lnTo>
                    <a:pt x="14378" y="15297"/>
                  </a:lnTo>
                  <a:lnTo>
                    <a:pt x="14378" y="16214"/>
                  </a:lnTo>
                  <a:lnTo>
                    <a:pt x="13154" y="16520"/>
                  </a:lnTo>
                  <a:lnTo>
                    <a:pt x="11931" y="16826"/>
                  </a:lnTo>
                  <a:lnTo>
                    <a:pt x="11625" y="17132"/>
                  </a:lnTo>
                  <a:lnTo>
                    <a:pt x="11319" y="18356"/>
                  </a:lnTo>
                  <a:lnTo>
                    <a:pt x="11013" y="18968"/>
                  </a:lnTo>
                  <a:lnTo>
                    <a:pt x="9178" y="18968"/>
                  </a:lnTo>
                  <a:lnTo>
                    <a:pt x="8566" y="19273"/>
                  </a:lnTo>
                  <a:lnTo>
                    <a:pt x="8260" y="19885"/>
                  </a:lnTo>
                  <a:lnTo>
                    <a:pt x="8260" y="20497"/>
                  </a:lnTo>
                  <a:lnTo>
                    <a:pt x="8260" y="20803"/>
                  </a:lnTo>
                  <a:lnTo>
                    <a:pt x="7648" y="21415"/>
                  </a:lnTo>
                  <a:lnTo>
                    <a:pt x="7036" y="21415"/>
                  </a:lnTo>
                  <a:lnTo>
                    <a:pt x="6424" y="21415"/>
                  </a:lnTo>
                  <a:lnTo>
                    <a:pt x="5201" y="21415"/>
                  </a:lnTo>
                  <a:lnTo>
                    <a:pt x="3977" y="22027"/>
                  </a:lnTo>
                  <a:lnTo>
                    <a:pt x="2753" y="22333"/>
                  </a:lnTo>
                  <a:lnTo>
                    <a:pt x="0" y="16214"/>
                  </a:lnTo>
                  <a:lnTo>
                    <a:pt x="2142" y="15297"/>
                  </a:lnTo>
                  <a:lnTo>
                    <a:pt x="4283" y="14685"/>
                  </a:lnTo>
                  <a:lnTo>
                    <a:pt x="6119" y="14073"/>
                  </a:lnTo>
                  <a:lnTo>
                    <a:pt x="7648" y="13461"/>
                  </a:lnTo>
                  <a:lnTo>
                    <a:pt x="7954" y="12237"/>
                  </a:lnTo>
                  <a:lnTo>
                    <a:pt x="8872" y="8872"/>
                  </a:lnTo>
                  <a:lnTo>
                    <a:pt x="9178" y="8261"/>
                  </a:lnTo>
                  <a:lnTo>
                    <a:pt x="7954" y="6119"/>
                  </a:lnTo>
                  <a:lnTo>
                    <a:pt x="7954" y="5813"/>
                  </a:lnTo>
                  <a:lnTo>
                    <a:pt x="8260" y="5201"/>
                  </a:lnTo>
                  <a:lnTo>
                    <a:pt x="8872" y="3672"/>
                  </a:lnTo>
                  <a:lnTo>
                    <a:pt x="8872" y="3060"/>
                  </a:lnTo>
                  <a:lnTo>
                    <a:pt x="9178" y="2754"/>
                  </a:lnTo>
                  <a:lnTo>
                    <a:pt x="9484" y="2754"/>
                  </a:lnTo>
                  <a:lnTo>
                    <a:pt x="10095" y="2448"/>
                  </a:lnTo>
                  <a:lnTo>
                    <a:pt x="9789" y="2142"/>
                  </a:lnTo>
                  <a:lnTo>
                    <a:pt x="9484" y="2142"/>
                  </a:lnTo>
                  <a:lnTo>
                    <a:pt x="9484" y="307"/>
                  </a:lnTo>
                  <a:lnTo>
                    <a:pt x="10095" y="1"/>
                  </a:lnTo>
                  <a:lnTo>
                    <a:pt x="10095" y="307"/>
                  </a:lnTo>
                  <a:lnTo>
                    <a:pt x="10401" y="613"/>
                  </a:lnTo>
                  <a:lnTo>
                    <a:pt x="11013"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8" name="Google Shape;1928;p61"/>
            <p:cNvSpPr/>
            <p:nvPr/>
          </p:nvSpPr>
          <p:spPr>
            <a:xfrm>
              <a:off x="5396900" y="1553525"/>
              <a:ext cx="489475" cy="558325"/>
            </a:xfrm>
            <a:custGeom>
              <a:rect b="b" l="l" r="r" t="t"/>
              <a:pathLst>
                <a:path extrusionOk="0" fill="none" h="22333" w="19579">
                  <a:moveTo>
                    <a:pt x="11013" y="1"/>
                  </a:moveTo>
                  <a:lnTo>
                    <a:pt x="11319" y="1225"/>
                  </a:lnTo>
                  <a:lnTo>
                    <a:pt x="12237" y="2142"/>
                  </a:lnTo>
                  <a:lnTo>
                    <a:pt x="13154" y="3060"/>
                  </a:lnTo>
                  <a:lnTo>
                    <a:pt x="15908" y="3672"/>
                  </a:lnTo>
                  <a:lnTo>
                    <a:pt x="16214" y="3672"/>
                  </a:lnTo>
                  <a:lnTo>
                    <a:pt x="16825" y="3978"/>
                  </a:lnTo>
                  <a:lnTo>
                    <a:pt x="18049" y="5813"/>
                  </a:lnTo>
                  <a:lnTo>
                    <a:pt x="18661" y="6731"/>
                  </a:lnTo>
                  <a:lnTo>
                    <a:pt x="19579" y="6731"/>
                  </a:lnTo>
                  <a:lnTo>
                    <a:pt x="19579" y="7649"/>
                  </a:lnTo>
                  <a:lnTo>
                    <a:pt x="18661" y="8872"/>
                  </a:lnTo>
                  <a:lnTo>
                    <a:pt x="18355" y="9790"/>
                  </a:lnTo>
                  <a:lnTo>
                    <a:pt x="17131" y="10708"/>
                  </a:lnTo>
                  <a:lnTo>
                    <a:pt x="16214" y="12237"/>
                  </a:lnTo>
                  <a:lnTo>
                    <a:pt x="16214" y="12543"/>
                  </a:lnTo>
                  <a:lnTo>
                    <a:pt x="15602" y="12543"/>
                  </a:lnTo>
                  <a:lnTo>
                    <a:pt x="15602" y="12237"/>
                  </a:lnTo>
                  <a:lnTo>
                    <a:pt x="15602" y="11932"/>
                  </a:lnTo>
                  <a:lnTo>
                    <a:pt x="15296" y="11932"/>
                  </a:lnTo>
                  <a:lnTo>
                    <a:pt x="15296" y="12237"/>
                  </a:lnTo>
                  <a:lnTo>
                    <a:pt x="14684" y="12849"/>
                  </a:lnTo>
                  <a:lnTo>
                    <a:pt x="14684" y="13461"/>
                  </a:lnTo>
                  <a:lnTo>
                    <a:pt x="14378" y="14073"/>
                  </a:lnTo>
                  <a:lnTo>
                    <a:pt x="14378" y="14379"/>
                  </a:lnTo>
                  <a:lnTo>
                    <a:pt x="14378" y="14685"/>
                  </a:lnTo>
                  <a:lnTo>
                    <a:pt x="14378" y="15297"/>
                  </a:lnTo>
                  <a:lnTo>
                    <a:pt x="14378" y="16214"/>
                  </a:lnTo>
                  <a:lnTo>
                    <a:pt x="13154" y="16520"/>
                  </a:lnTo>
                  <a:lnTo>
                    <a:pt x="11931" y="16826"/>
                  </a:lnTo>
                  <a:lnTo>
                    <a:pt x="11625" y="17132"/>
                  </a:lnTo>
                  <a:lnTo>
                    <a:pt x="11319" y="18356"/>
                  </a:lnTo>
                  <a:lnTo>
                    <a:pt x="11013" y="18968"/>
                  </a:lnTo>
                  <a:lnTo>
                    <a:pt x="9178" y="18968"/>
                  </a:lnTo>
                  <a:lnTo>
                    <a:pt x="8566" y="19273"/>
                  </a:lnTo>
                  <a:lnTo>
                    <a:pt x="8260" y="19885"/>
                  </a:lnTo>
                  <a:lnTo>
                    <a:pt x="8260" y="20497"/>
                  </a:lnTo>
                  <a:lnTo>
                    <a:pt x="8260" y="20803"/>
                  </a:lnTo>
                  <a:lnTo>
                    <a:pt x="7648" y="21415"/>
                  </a:lnTo>
                  <a:lnTo>
                    <a:pt x="7036" y="21415"/>
                  </a:lnTo>
                  <a:lnTo>
                    <a:pt x="6424" y="21415"/>
                  </a:lnTo>
                  <a:lnTo>
                    <a:pt x="5201" y="21415"/>
                  </a:lnTo>
                  <a:lnTo>
                    <a:pt x="3977" y="22027"/>
                  </a:lnTo>
                  <a:lnTo>
                    <a:pt x="2753" y="22333"/>
                  </a:lnTo>
                  <a:lnTo>
                    <a:pt x="0" y="16214"/>
                  </a:lnTo>
                  <a:lnTo>
                    <a:pt x="2142" y="15297"/>
                  </a:lnTo>
                  <a:lnTo>
                    <a:pt x="4283" y="14685"/>
                  </a:lnTo>
                  <a:lnTo>
                    <a:pt x="6119" y="14073"/>
                  </a:lnTo>
                  <a:lnTo>
                    <a:pt x="7648" y="13461"/>
                  </a:lnTo>
                  <a:lnTo>
                    <a:pt x="7954" y="12237"/>
                  </a:lnTo>
                  <a:lnTo>
                    <a:pt x="8872" y="8872"/>
                  </a:lnTo>
                  <a:lnTo>
                    <a:pt x="9178" y="8261"/>
                  </a:lnTo>
                  <a:lnTo>
                    <a:pt x="7954" y="6119"/>
                  </a:lnTo>
                  <a:lnTo>
                    <a:pt x="7954" y="5813"/>
                  </a:lnTo>
                  <a:lnTo>
                    <a:pt x="8260" y="5201"/>
                  </a:lnTo>
                  <a:lnTo>
                    <a:pt x="8872" y="3672"/>
                  </a:lnTo>
                  <a:lnTo>
                    <a:pt x="8872" y="3060"/>
                  </a:lnTo>
                  <a:lnTo>
                    <a:pt x="9178" y="2754"/>
                  </a:lnTo>
                  <a:lnTo>
                    <a:pt x="9484" y="2754"/>
                  </a:lnTo>
                  <a:lnTo>
                    <a:pt x="10095" y="2448"/>
                  </a:lnTo>
                  <a:lnTo>
                    <a:pt x="9789" y="2142"/>
                  </a:lnTo>
                  <a:lnTo>
                    <a:pt x="9484" y="2142"/>
                  </a:lnTo>
                  <a:lnTo>
                    <a:pt x="9484" y="307"/>
                  </a:lnTo>
                  <a:lnTo>
                    <a:pt x="10095" y="1"/>
                  </a:lnTo>
                  <a:lnTo>
                    <a:pt x="10095" y="307"/>
                  </a:lnTo>
                  <a:lnTo>
                    <a:pt x="10401" y="613"/>
                  </a:lnTo>
                  <a:lnTo>
                    <a:pt x="11013"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29" name="Google Shape;1929;p61"/>
            <p:cNvSpPr/>
            <p:nvPr/>
          </p:nvSpPr>
          <p:spPr>
            <a:xfrm>
              <a:off x="5649275" y="1461750"/>
              <a:ext cx="22975" cy="45925"/>
            </a:xfrm>
            <a:custGeom>
              <a:rect b="b" l="l" r="r" t="t"/>
              <a:pathLst>
                <a:path extrusionOk="0" h="1837" w="919">
                  <a:moveTo>
                    <a:pt x="918" y="919"/>
                  </a:moveTo>
                  <a:lnTo>
                    <a:pt x="612" y="1836"/>
                  </a:lnTo>
                  <a:lnTo>
                    <a:pt x="306" y="1836"/>
                  </a:lnTo>
                  <a:lnTo>
                    <a:pt x="306" y="919"/>
                  </a:lnTo>
                  <a:lnTo>
                    <a:pt x="0" y="919"/>
                  </a:lnTo>
                  <a:lnTo>
                    <a:pt x="306" y="307"/>
                  </a:lnTo>
                  <a:lnTo>
                    <a:pt x="612" y="307"/>
                  </a:lnTo>
                  <a:lnTo>
                    <a:pt x="918" y="1"/>
                  </a:lnTo>
                  <a:lnTo>
                    <a:pt x="918" y="1"/>
                  </a:lnTo>
                  <a:lnTo>
                    <a:pt x="918" y="307"/>
                  </a:lnTo>
                  <a:lnTo>
                    <a:pt x="918" y="613"/>
                  </a:lnTo>
                  <a:lnTo>
                    <a:pt x="918" y="919"/>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0" name="Google Shape;1930;p61"/>
            <p:cNvSpPr/>
            <p:nvPr/>
          </p:nvSpPr>
          <p:spPr>
            <a:xfrm>
              <a:off x="5649275" y="1461750"/>
              <a:ext cx="22975" cy="45925"/>
            </a:xfrm>
            <a:custGeom>
              <a:rect b="b" l="l" r="r" t="t"/>
              <a:pathLst>
                <a:path extrusionOk="0" fill="none" h="1837" w="919">
                  <a:moveTo>
                    <a:pt x="918" y="919"/>
                  </a:moveTo>
                  <a:lnTo>
                    <a:pt x="612" y="1836"/>
                  </a:lnTo>
                  <a:lnTo>
                    <a:pt x="306" y="1836"/>
                  </a:lnTo>
                  <a:lnTo>
                    <a:pt x="306" y="919"/>
                  </a:lnTo>
                  <a:lnTo>
                    <a:pt x="0" y="919"/>
                  </a:lnTo>
                  <a:lnTo>
                    <a:pt x="306" y="307"/>
                  </a:lnTo>
                  <a:lnTo>
                    <a:pt x="612" y="307"/>
                  </a:lnTo>
                  <a:lnTo>
                    <a:pt x="918" y="1"/>
                  </a:lnTo>
                  <a:lnTo>
                    <a:pt x="918" y="1"/>
                  </a:lnTo>
                  <a:lnTo>
                    <a:pt x="918" y="307"/>
                  </a:lnTo>
                  <a:lnTo>
                    <a:pt x="918" y="613"/>
                  </a:lnTo>
                  <a:lnTo>
                    <a:pt x="918" y="919"/>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1" name="Google Shape;1931;p61"/>
            <p:cNvSpPr/>
            <p:nvPr/>
          </p:nvSpPr>
          <p:spPr>
            <a:xfrm>
              <a:off x="5809875" y="1851800"/>
              <a:ext cx="22975" cy="30625"/>
            </a:xfrm>
            <a:custGeom>
              <a:rect b="b" l="l" r="r" t="t"/>
              <a:pathLst>
                <a:path extrusionOk="0" h="1225" w="919">
                  <a:moveTo>
                    <a:pt x="306" y="918"/>
                  </a:moveTo>
                  <a:lnTo>
                    <a:pt x="1" y="1224"/>
                  </a:lnTo>
                  <a:lnTo>
                    <a:pt x="1" y="918"/>
                  </a:lnTo>
                  <a:lnTo>
                    <a:pt x="1" y="612"/>
                  </a:lnTo>
                  <a:lnTo>
                    <a:pt x="612" y="1"/>
                  </a:lnTo>
                  <a:lnTo>
                    <a:pt x="612" y="1"/>
                  </a:lnTo>
                  <a:lnTo>
                    <a:pt x="918" y="306"/>
                  </a:lnTo>
                  <a:lnTo>
                    <a:pt x="612" y="612"/>
                  </a:lnTo>
                  <a:lnTo>
                    <a:pt x="306" y="918"/>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2" name="Google Shape;1932;p61"/>
            <p:cNvSpPr/>
            <p:nvPr/>
          </p:nvSpPr>
          <p:spPr>
            <a:xfrm>
              <a:off x="5809875" y="1851800"/>
              <a:ext cx="22975" cy="30625"/>
            </a:xfrm>
            <a:custGeom>
              <a:rect b="b" l="l" r="r" t="t"/>
              <a:pathLst>
                <a:path extrusionOk="0" fill="none" h="1225" w="919">
                  <a:moveTo>
                    <a:pt x="306" y="918"/>
                  </a:moveTo>
                  <a:lnTo>
                    <a:pt x="1" y="1224"/>
                  </a:lnTo>
                  <a:lnTo>
                    <a:pt x="1" y="918"/>
                  </a:lnTo>
                  <a:lnTo>
                    <a:pt x="1" y="612"/>
                  </a:lnTo>
                  <a:lnTo>
                    <a:pt x="612" y="1"/>
                  </a:lnTo>
                  <a:lnTo>
                    <a:pt x="612" y="1"/>
                  </a:lnTo>
                  <a:lnTo>
                    <a:pt x="918" y="306"/>
                  </a:lnTo>
                  <a:lnTo>
                    <a:pt x="612" y="612"/>
                  </a:lnTo>
                  <a:lnTo>
                    <a:pt x="306" y="918"/>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3" name="Google Shape;1933;p61"/>
            <p:cNvSpPr/>
            <p:nvPr/>
          </p:nvSpPr>
          <p:spPr>
            <a:xfrm>
              <a:off x="5656925" y="1530600"/>
              <a:ext cx="15325" cy="7675"/>
            </a:xfrm>
            <a:custGeom>
              <a:rect b="b" l="l" r="r" t="t"/>
              <a:pathLst>
                <a:path extrusionOk="0" h="307" w="613">
                  <a:moveTo>
                    <a:pt x="612" y="0"/>
                  </a:moveTo>
                  <a:lnTo>
                    <a:pt x="306" y="306"/>
                  </a:lnTo>
                  <a:lnTo>
                    <a:pt x="0" y="306"/>
                  </a:lnTo>
                  <a:lnTo>
                    <a:pt x="306" y="0"/>
                  </a:lnTo>
                  <a:lnTo>
                    <a:pt x="612"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4" name="Google Shape;1934;p61"/>
            <p:cNvSpPr/>
            <p:nvPr/>
          </p:nvSpPr>
          <p:spPr>
            <a:xfrm>
              <a:off x="5656925" y="1530600"/>
              <a:ext cx="15325" cy="7675"/>
            </a:xfrm>
            <a:custGeom>
              <a:rect b="b" l="l" r="r" t="t"/>
              <a:pathLst>
                <a:path extrusionOk="0" fill="none" h="307" w="613">
                  <a:moveTo>
                    <a:pt x="612" y="0"/>
                  </a:moveTo>
                  <a:lnTo>
                    <a:pt x="306" y="306"/>
                  </a:lnTo>
                  <a:lnTo>
                    <a:pt x="0" y="306"/>
                  </a:lnTo>
                  <a:lnTo>
                    <a:pt x="306" y="0"/>
                  </a:lnTo>
                  <a:lnTo>
                    <a:pt x="612"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5" name="Google Shape;1935;p61"/>
            <p:cNvSpPr/>
            <p:nvPr/>
          </p:nvSpPr>
          <p:spPr>
            <a:xfrm>
              <a:off x="5641625" y="2050650"/>
              <a:ext cx="7675" cy="7675"/>
            </a:xfrm>
            <a:custGeom>
              <a:rect b="b" l="l" r="r" t="t"/>
              <a:pathLst>
                <a:path extrusionOk="0" h="307" w="307">
                  <a:moveTo>
                    <a:pt x="306" y="0"/>
                  </a:moveTo>
                  <a:lnTo>
                    <a:pt x="306" y="306"/>
                  </a:lnTo>
                  <a:lnTo>
                    <a:pt x="0" y="306"/>
                  </a:lnTo>
                  <a:lnTo>
                    <a:pt x="0" y="306"/>
                  </a:lnTo>
                  <a:lnTo>
                    <a:pt x="306"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6" name="Google Shape;1936;p61"/>
            <p:cNvSpPr/>
            <p:nvPr/>
          </p:nvSpPr>
          <p:spPr>
            <a:xfrm>
              <a:off x="5641625" y="2050650"/>
              <a:ext cx="7675" cy="7675"/>
            </a:xfrm>
            <a:custGeom>
              <a:rect b="b" l="l" r="r" t="t"/>
              <a:pathLst>
                <a:path extrusionOk="0" fill="none" h="307" w="307">
                  <a:moveTo>
                    <a:pt x="306" y="0"/>
                  </a:moveTo>
                  <a:lnTo>
                    <a:pt x="306" y="306"/>
                  </a:lnTo>
                  <a:lnTo>
                    <a:pt x="0" y="306"/>
                  </a:lnTo>
                  <a:lnTo>
                    <a:pt x="0" y="306"/>
                  </a:lnTo>
                  <a:lnTo>
                    <a:pt x="306"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7" name="Google Shape;1937;p61"/>
            <p:cNvSpPr/>
            <p:nvPr/>
          </p:nvSpPr>
          <p:spPr>
            <a:xfrm>
              <a:off x="4333850" y="1018200"/>
              <a:ext cx="38275" cy="84150"/>
            </a:xfrm>
            <a:custGeom>
              <a:rect b="b" l="l" r="r" t="t"/>
              <a:pathLst>
                <a:path extrusionOk="0" h="3366" w="1531">
                  <a:moveTo>
                    <a:pt x="612" y="3365"/>
                  </a:moveTo>
                  <a:lnTo>
                    <a:pt x="0" y="3365"/>
                  </a:lnTo>
                  <a:lnTo>
                    <a:pt x="0" y="3365"/>
                  </a:lnTo>
                  <a:lnTo>
                    <a:pt x="306" y="2753"/>
                  </a:lnTo>
                  <a:lnTo>
                    <a:pt x="918" y="2141"/>
                  </a:lnTo>
                  <a:lnTo>
                    <a:pt x="306" y="2141"/>
                  </a:lnTo>
                  <a:lnTo>
                    <a:pt x="306" y="918"/>
                  </a:lnTo>
                  <a:lnTo>
                    <a:pt x="306" y="306"/>
                  </a:lnTo>
                  <a:lnTo>
                    <a:pt x="918" y="0"/>
                  </a:lnTo>
                  <a:lnTo>
                    <a:pt x="1530" y="306"/>
                  </a:lnTo>
                  <a:lnTo>
                    <a:pt x="1530" y="2141"/>
                  </a:lnTo>
                  <a:lnTo>
                    <a:pt x="1530" y="3059"/>
                  </a:lnTo>
                  <a:lnTo>
                    <a:pt x="612" y="3365"/>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8" name="Google Shape;1938;p61"/>
            <p:cNvSpPr/>
            <p:nvPr/>
          </p:nvSpPr>
          <p:spPr>
            <a:xfrm>
              <a:off x="4333850" y="1018200"/>
              <a:ext cx="38275" cy="84150"/>
            </a:xfrm>
            <a:custGeom>
              <a:rect b="b" l="l" r="r" t="t"/>
              <a:pathLst>
                <a:path extrusionOk="0" fill="none" h="3366" w="1531">
                  <a:moveTo>
                    <a:pt x="612" y="3365"/>
                  </a:moveTo>
                  <a:lnTo>
                    <a:pt x="0" y="3365"/>
                  </a:lnTo>
                  <a:lnTo>
                    <a:pt x="0" y="3365"/>
                  </a:lnTo>
                  <a:lnTo>
                    <a:pt x="306" y="2753"/>
                  </a:lnTo>
                  <a:lnTo>
                    <a:pt x="918" y="2141"/>
                  </a:lnTo>
                  <a:lnTo>
                    <a:pt x="306" y="2141"/>
                  </a:lnTo>
                  <a:lnTo>
                    <a:pt x="306" y="918"/>
                  </a:lnTo>
                  <a:lnTo>
                    <a:pt x="306" y="306"/>
                  </a:lnTo>
                  <a:lnTo>
                    <a:pt x="918" y="0"/>
                  </a:lnTo>
                  <a:lnTo>
                    <a:pt x="1530" y="306"/>
                  </a:lnTo>
                  <a:lnTo>
                    <a:pt x="1530" y="2141"/>
                  </a:lnTo>
                  <a:lnTo>
                    <a:pt x="1530" y="3059"/>
                  </a:lnTo>
                  <a:lnTo>
                    <a:pt x="612" y="3365"/>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39" name="Google Shape;1939;p61"/>
            <p:cNvSpPr/>
            <p:nvPr/>
          </p:nvSpPr>
          <p:spPr>
            <a:xfrm>
              <a:off x="4287975" y="1087025"/>
              <a:ext cx="22950" cy="30600"/>
            </a:xfrm>
            <a:custGeom>
              <a:rect b="b" l="l" r="r" t="t"/>
              <a:pathLst>
                <a:path extrusionOk="0" h="1224" w="918">
                  <a:moveTo>
                    <a:pt x="918" y="306"/>
                  </a:moveTo>
                  <a:lnTo>
                    <a:pt x="306" y="1224"/>
                  </a:lnTo>
                  <a:lnTo>
                    <a:pt x="0" y="918"/>
                  </a:lnTo>
                  <a:lnTo>
                    <a:pt x="306" y="918"/>
                  </a:lnTo>
                  <a:lnTo>
                    <a:pt x="918" y="0"/>
                  </a:lnTo>
                  <a:lnTo>
                    <a:pt x="918" y="0"/>
                  </a:lnTo>
                  <a:lnTo>
                    <a:pt x="918"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0" name="Google Shape;1940;p61"/>
            <p:cNvSpPr/>
            <p:nvPr/>
          </p:nvSpPr>
          <p:spPr>
            <a:xfrm>
              <a:off x="4287975" y="1087025"/>
              <a:ext cx="22950" cy="30600"/>
            </a:xfrm>
            <a:custGeom>
              <a:rect b="b" l="l" r="r" t="t"/>
              <a:pathLst>
                <a:path extrusionOk="0" fill="none" h="1224" w="918">
                  <a:moveTo>
                    <a:pt x="918" y="306"/>
                  </a:moveTo>
                  <a:lnTo>
                    <a:pt x="306" y="1224"/>
                  </a:lnTo>
                  <a:lnTo>
                    <a:pt x="0" y="918"/>
                  </a:lnTo>
                  <a:lnTo>
                    <a:pt x="306" y="918"/>
                  </a:lnTo>
                  <a:lnTo>
                    <a:pt x="918" y="0"/>
                  </a:lnTo>
                  <a:lnTo>
                    <a:pt x="918" y="0"/>
                  </a:lnTo>
                  <a:lnTo>
                    <a:pt x="918"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1" name="Google Shape;1941;p61"/>
            <p:cNvSpPr/>
            <p:nvPr/>
          </p:nvSpPr>
          <p:spPr>
            <a:xfrm>
              <a:off x="5320425" y="1477050"/>
              <a:ext cx="53550" cy="114750"/>
            </a:xfrm>
            <a:custGeom>
              <a:rect b="b" l="l" r="r" t="t"/>
              <a:pathLst>
                <a:path extrusionOk="0" h="4590" w="2142">
                  <a:moveTo>
                    <a:pt x="1530" y="4589"/>
                  </a:moveTo>
                  <a:lnTo>
                    <a:pt x="918" y="4589"/>
                  </a:lnTo>
                  <a:lnTo>
                    <a:pt x="612" y="4284"/>
                  </a:lnTo>
                  <a:lnTo>
                    <a:pt x="306" y="3672"/>
                  </a:lnTo>
                  <a:lnTo>
                    <a:pt x="306" y="3366"/>
                  </a:lnTo>
                  <a:lnTo>
                    <a:pt x="0" y="1836"/>
                  </a:lnTo>
                  <a:lnTo>
                    <a:pt x="306" y="1530"/>
                  </a:lnTo>
                  <a:lnTo>
                    <a:pt x="306" y="1530"/>
                  </a:lnTo>
                  <a:lnTo>
                    <a:pt x="612" y="613"/>
                  </a:lnTo>
                  <a:lnTo>
                    <a:pt x="1224" y="1"/>
                  </a:lnTo>
                  <a:lnTo>
                    <a:pt x="2142" y="613"/>
                  </a:lnTo>
                  <a:lnTo>
                    <a:pt x="2142" y="919"/>
                  </a:lnTo>
                  <a:lnTo>
                    <a:pt x="1836" y="1530"/>
                  </a:lnTo>
                  <a:lnTo>
                    <a:pt x="2142" y="3060"/>
                  </a:lnTo>
                  <a:lnTo>
                    <a:pt x="1836" y="3978"/>
                  </a:lnTo>
                  <a:lnTo>
                    <a:pt x="1224" y="4284"/>
                  </a:lnTo>
                  <a:lnTo>
                    <a:pt x="1530" y="4589"/>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2" name="Google Shape;1942;p61"/>
            <p:cNvSpPr/>
            <p:nvPr/>
          </p:nvSpPr>
          <p:spPr>
            <a:xfrm>
              <a:off x="5320425" y="1477050"/>
              <a:ext cx="53550" cy="114750"/>
            </a:xfrm>
            <a:custGeom>
              <a:rect b="b" l="l" r="r" t="t"/>
              <a:pathLst>
                <a:path extrusionOk="0" fill="none" h="4590" w="2142">
                  <a:moveTo>
                    <a:pt x="1530" y="4589"/>
                  </a:moveTo>
                  <a:lnTo>
                    <a:pt x="918" y="4589"/>
                  </a:lnTo>
                  <a:lnTo>
                    <a:pt x="612" y="4284"/>
                  </a:lnTo>
                  <a:lnTo>
                    <a:pt x="306" y="3672"/>
                  </a:lnTo>
                  <a:lnTo>
                    <a:pt x="306" y="3366"/>
                  </a:lnTo>
                  <a:lnTo>
                    <a:pt x="0" y="1836"/>
                  </a:lnTo>
                  <a:lnTo>
                    <a:pt x="306" y="1530"/>
                  </a:lnTo>
                  <a:lnTo>
                    <a:pt x="306" y="1530"/>
                  </a:lnTo>
                  <a:lnTo>
                    <a:pt x="612" y="613"/>
                  </a:lnTo>
                  <a:lnTo>
                    <a:pt x="1224" y="1"/>
                  </a:lnTo>
                  <a:lnTo>
                    <a:pt x="2142" y="613"/>
                  </a:lnTo>
                  <a:lnTo>
                    <a:pt x="2142" y="919"/>
                  </a:lnTo>
                  <a:lnTo>
                    <a:pt x="1836" y="1530"/>
                  </a:lnTo>
                  <a:lnTo>
                    <a:pt x="2142" y="3060"/>
                  </a:lnTo>
                  <a:lnTo>
                    <a:pt x="1836" y="3978"/>
                  </a:lnTo>
                  <a:lnTo>
                    <a:pt x="1224" y="4284"/>
                  </a:lnTo>
                  <a:lnTo>
                    <a:pt x="1530" y="4589"/>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3" name="Google Shape;1943;p61"/>
            <p:cNvSpPr/>
            <p:nvPr/>
          </p:nvSpPr>
          <p:spPr>
            <a:xfrm>
              <a:off x="6345225" y="1599425"/>
              <a:ext cx="7675" cy="7675"/>
            </a:xfrm>
            <a:custGeom>
              <a:rect b="b" l="l" r="r" t="t"/>
              <a:pathLst>
                <a:path extrusionOk="0" h="307" w="307">
                  <a:moveTo>
                    <a:pt x="306" y="306"/>
                  </a:moveTo>
                  <a:lnTo>
                    <a:pt x="306" y="306"/>
                  </a:lnTo>
                  <a:lnTo>
                    <a:pt x="0" y="0"/>
                  </a:lnTo>
                  <a:lnTo>
                    <a:pt x="306" y="0"/>
                  </a:lnTo>
                  <a:lnTo>
                    <a:pt x="306"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4" name="Google Shape;1944;p61"/>
            <p:cNvSpPr/>
            <p:nvPr/>
          </p:nvSpPr>
          <p:spPr>
            <a:xfrm>
              <a:off x="6345225" y="1599425"/>
              <a:ext cx="7675" cy="7675"/>
            </a:xfrm>
            <a:custGeom>
              <a:rect b="b" l="l" r="r" t="t"/>
              <a:pathLst>
                <a:path extrusionOk="0" fill="none" h="307" w="307">
                  <a:moveTo>
                    <a:pt x="306" y="306"/>
                  </a:moveTo>
                  <a:lnTo>
                    <a:pt x="306" y="306"/>
                  </a:lnTo>
                  <a:lnTo>
                    <a:pt x="0" y="0"/>
                  </a:lnTo>
                  <a:lnTo>
                    <a:pt x="306" y="0"/>
                  </a:lnTo>
                  <a:lnTo>
                    <a:pt x="306"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5" name="Google Shape;1945;p61"/>
            <p:cNvSpPr/>
            <p:nvPr/>
          </p:nvSpPr>
          <p:spPr>
            <a:xfrm>
              <a:off x="1442975" y="2631875"/>
              <a:ext cx="260050" cy="260050"/>
            </a:xfrm>
            <a:custGeom>
              <a:rect b="b" l="l" r="r" t="t"/>
              <a:pathLst>
                <a:path extrusionOk="0" h="10402" w="10402">
                  <a:moveTo>
                    <a:pt x="7648" y="2448"/>
                  </a:moveTo>
                  <a:lnTo>
                    <a:pt x="7954" y="3366"/>
                  </a:lnTo>
                  <a:lnTo>
                    <a:pt x="7954" y="3672"/>
                  </a:lnTo>
                  <a:lnTo>
                    <a:pt x="7954" y="4283"/>
                  </a:lnTo>
                  <a:lnTo>
                    <a:pt x="7343" y="4895"/>
                  </a:lnTo>
                  <a:lnTo>
                    <a:pt x="8260" y="5507"/>
                  </a:lnTo>
                  <a:lnTo>
                    <a:pt x="8872" y="5507"/>
                  </a:lnTo>
                  <a:lnTo>
                    <a:pt x="9484" y="6425"/>
                  </a:lnTo>
                  <a:lnTo>
                    <a:pt x="10096" y="6731"/>
                  </a:lnTo>
                  <a:lnTo>
                    <a:pt x="10402" y="7954"/>
                  </a:lnTo>
                  <a:lnTo>
                    <a:pt x="9790" y="8566"/>
                  </a:lnTo>
                  <a:lnTo>
                    <a:pt x="9790" y="9178"/>
                  </a:lnTo>
                  <a:lnTo>
                    <a:pt x="10096" y="10402"/>
                  </a:lnTo>
                  <a:lnTo>
                    <a:pt x="9484" y="10402"/>
                  </a:lnTo>
                  <a:lnTo>
                    <a:pt x="8872" y="10096"/>
                  </a:lnTo>
                  <a:lnTo>
                    <a:pt x="8260" y="9790"/>
                  </a:lnTo>
                  <a:lnTo>
                    <a:pt x="5507" y="8566"/>
                  </a:lnTo>
                  <a:lnTo>
                    <a:pt x="3672" y="6425"/>
                  </a:lnTo>
                  <a:lnTo>
                    <a:pt x="2754" y="5813"/>
                  </a:lnTo>
                  <a:lnTo>
                    <a:pt x="1836" y="5507"/>
                  </a:lnTo>
                  <a:lnTo>
                    <a:pt x="1530" y="5201"/>
                  </a:lnTo>
                  <a:lnTo>
                    <a:pt x="613" y="4589"/>
                  </a:lnTo>
                  <a:lnTo>
                    <a:pt x="1" y="3977"/>
                  </a:lnTo>
                  <a:lnTo>
                    <a:pt x="307" y="3672"/>
                  </a:lnTo>
                  <a:lnTo>
                    <a:pt x="613" y="3366"/>
                  </a:lnTo>
                  <a:lnTo>
                    <a:pt x="2142" y="1836"/>
                  </a:lnTo>
                  <a:lnTo>
                    <a:pt x="2448" y="1224"/>
                  </a:lnTo>
                  <a:lnTo>
                    <a:pt x="3060" y="612"/>
                  </a:lnTo>
                  <a:lnTo>
                    <a:pt x="3060" y="1"/>
                  </a:lnTo>
                  <a:lnTo>
                    <a:pt x="3672" y="1"/>
                  </a:lnTo>
                  <a:lnTo>
                    <a:pt x="3672" y="1"/>
                  </a:lnTo>
                  <a:lnTo>
                    <a:pt x="4283" y="1"/>
                  </a:lnTo>
                  <a:lnTo>
                    <a:pt x="4895" y="307"/>
                  </a:lnTo>
                  <a:lnTo>
                    <a:pt x="5507" y="1836"/>
                  </a:lnTo>
                  <a:lnTo>
                    <a:pt x="5201" y="2754"/>
                  </a:lnTo>
                  <a:lnTo>
                    <a:pt x="5813" y="2754"/>
                  </a:lnTo>
                  <a:lnTo>
                    <a:pt x="6119" y="3060"/>
                  </a:lnTo>
                  <a:lnTo>
                    <a:pt x="6731" y="3060"/>
                  </a:lnTo>
                  <a:lnTo>
                    <a:pt x="7037" y="2142"/>
                  </a:lnTo>
                  <a:lnTo>
                    <a:pt x="7343" y="2142"/>
                  </a:lnTo>
                  <a:lnTo>
                    <a:pt x="7648" y="2448"/>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6" name="Google Shape;1946;p61"/>
            <p:cNvSpPr/>
            <p:nvPr/>
          </p:nvSpPr>
          <p:spPr>
            <a:xfrm>
              <a:off x="1442975" y="2631875"/>
              <a:ext cx="260050" cy="260050"/>
            </a:xfrm>
            <a:custGeom>
              <a:rect b="b" l="l" r="r" t="t"/>
              <a:pathLst>
                <a:path extrusionOk="0" fill="none" h="10402" w="10402">
                  <a:moveTo>
                    <a:pt x="7648" y="2448"/>
                  </a:moveTo>
                  <a:lnTo>
                    <a:pt x="7954" y="3366"/>
                  </a:lnTo>
                  <a:lnTo>
                    <a:pt x="7954" y="3672"/>
                  </a:lnTo>
                  <a:lnTo>
                    <a:pt x="7954" y="4283"/>
                  </a:lnTo>
                  <a:lnTo>
                    <a:pt x="7343" y="4895"/>
                  </a:lnTo>
                  <a:lnTo>
                    <a:pt x="8260" y="5507"/>
                  </a:lnTo>
                  <a:lnTo>
                    <a:pt x="8872" y="5507"/>
                  </a:lnTo>
                  <a:lnTo>
                    <a:pt x="9484" y="6425"/>
                  </a:lnTo>
                  <a:lnTo>
                    <a:pt x="10096" y="6731"/>
                  </a:lnTo>
                  <a:lnTo>
                    <a:pt x="10402" y="7954"/>
                  </a:lnTo>
                  <a:lnTo>
                    <a:pt x="9790" y="8566"/>
                  </a:lnTo>
                  <a:lnTo>
                    <a:pt x="9790" y="9178"/>
                  </a:lnTo>
                  <a:lnTo>
                    <a:pt x="10096" y="10402"/>
                  </a:lnTo>
                  <a:lnTo>
                    <a:pt x="9484" y="10402"/>
                  </a:lnTo>
                  <a:lnTo>
                    <a:pt x="8872" y="10096"/>
                  </a:lnTo>
                  <a:lnTo>
                    <a:pt x="8260" y="9790"/>
                  </a:lnTo>
                  <a:lnTo>
                    <a:pt x="5507" y="8566"/>
                  </a:lnTo>
                  <a:lnTo>
                    <a:pt x="3672" y="6425"/>
                  </a:lnTo>
                  <a:lnTo>
                    <a:pt x="2754" y="5813"/>
                  </a:lnTo>
                  <a:lnTo>
                    <a:pt x="1836" y="5507"/>
                  </a:lnTo>
                  <a:lnTo>
                    <a:pt x="1530" y="5201"/>
                  </a:lnTo>
                  <a:lnTo>
                    <a:pt x="613" y="4589"/>
                  </a:lnTo>
                  <a:lnTo>
                    <a:pt x="1" y="3977"/>
                  </a:lnTo>
                  <a:lnTo>
                    <a:pt x="307" y="3672"/>
                  </a:lnTo>
                  <a:lnTo>
                    <a:pt x="613" y="3366"/>
                  </a:lnTo>
                  <a:lnTo>
                    <a:pt x="2142" y="1836"/>
                  </a:lnTo>
                  <a:lnTo>
                    <a:pt x="2448" y="1224"/>
                  </a:lnTo>
                  <a:lnTo>
                    <a:pt x="3060" y="612"/>
                  </a:lnTo>
                  <a:lnTo>
                    <a:pt x="3060" y="1"/>
                  </a:lnTo>
                  <a:lnTo>
                    <a:pt x="3672" y="1"/>
                  </a:lnTo>
                  <a:lnTo>
                    <a:pt x="3672" y="1"/>
                  </a:lnTo>
                  <a:lnTo>
                    <a:pt x="4283" y="1"/>
                  </a:lnTo>
                  <a:lnTo>
                    <a:pt x="4895" y="307"/>
                  </a:lnTo>
                  <a:lnTo>
                    <a:pt x="5507" y="1836"/>
                  </a:lnTo>
                  <a:lnTo>
                    <a:pt x="5201" y="2754"/>
                  </a:lnTo>
                  <a:lnTo>
                    <a:pt x="5813" y="2754"/>
                  </a:lnTo>
                  <a:lnTo>
                    <a:pt x="6119" y="3060"/>
                  </a:lnTo>
                  <a:lnTo>
                    <a:pt x="6731" y="3060"/>
                  </a:lnTo>
                  <a:lnTo>
                    <a:pt x="7037" y="2142"/>
                  </a:lnTo>
                  <a:lnTo>
                    <a:pt x="7343" y="2142"/>
                  </a:lnTo>
                  <a:lnTo>
                    <a:pt x="7648" y="2448"/>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7" name="Google Shape;1947;p61"/>
            <p:cNvSpPr/>
            <p:nvPr/>
          </p:nvSpPr>
          <p:spPr>
            <a:xfrm>
              <a:off x="3844400" y="5018000"/>
              <a:ext cx="152975" cy="152975"/>
            </a:xfrm>
            <a:custGeom>
              <a:rect b="b" l="l" r="r" t="t"/>
              <a:pathLst>
                <a:path extrusionOk="0" h="6119" w="6119">
                  <a:moveTo>
                    <a:pt x="0" y="3059"/>
                  </a:moveTo>
                  <a:lnTo>
                    <a:pt x="918" y="2753"/>
                  </a:lnTo>
                  <a:lnTo>
                    <a:pt x="1836" y="1224"/>
                  </a:lnTo>
                  <a:lnTo>
                    <a:pt x="2447" y="918"/>
                  </a:lnTo>
                  <a:lnTo>
                    <a:pt x="2753" y="306"/>
                  </a:lnTo>
                  <a:lnTo>
                    <a:pt x="3977" y="0"/>
                  </a:lnTo>
                  <a:lnTo>
                    <a:pt x="4895" y="918"/>
                  </a:lnTo>
                  <a:lnTo>
                    <a:pt x="5812" y="1530"/>
                  </a:lnTo>
                  <a:lnTo>
                    <a:pt x="6118" y="2448"/>
                  </a:lnTo>
                  <a:lnTo>
                    <a:pt x="5201" y="3365"/>
                  </a:lnTo>
                  <a:lnTo>
                    <a:pt x="5201" y="3977"/>
                  </a:lnTo>
                  <a:lnTo>
                    <a:pt x="4283" y="4589"/>
                  </a:lnTo>
                  <a:lnTo>
                    <a:pt x="3365" y="4589"/>
                  </a:lnTo>
                  <a:lnTo>
                    <a:pt x="3059" y="4895"/>
                  </a:lnTo>
                  <a:lnTo>
                    <a:pt x="2753" y="5813"/>
                  </a:lnTo>
                  <a:lnTo>
                    <a:pt x="2447" y="6119"/>
                  </a:lnTo>
                  <a:lnTo>
                    <a:pt x="1836" y="5813"/>
                  </a:lnTo>
                  <a:lnTo>
                    <a:pt x="918" y="4895"/>
                  </a:lnTo>
                  <a:lnTo>
                    <a:pt x="918" y="4589"/>
                  </a:lnTo>
                  <a:lnTo>
                    <a:pt x="0" y="3059"/>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8" name="Google Shape;1948;p61"/>
            <p:cNvSpPr/>
            <p:nvPr/>
          </p:nvSpPr>
          <p:spPr>
            <a:xfrm>
              <a:off x="3844400" y="5018000"/>
              <a:ext cx="152975" cy="152975"/>
            </a:xfrm>
            <a:custGeom>
              <a:rect b="b" l="l" r="r" t="t"/>
              <a:pathLst>
                <a:path extrusionOk="0" fill="none" h="6119" w="6119">
                  <a:moveTo>
                    <a:pt x="0" y="3059"/>
                  </a:moveTo>
                  <a:lnTo>
                    <a:pt x="918" y="2753"/>
                  </a:lnTo>
                  <a:lnTo>
                    <a:pt x="1836" y="1224"/>
                  </a:lnTo>
                  <a:lnTo>
                    <a:pt x="2447" y="918"/>
                  </a:lnTo>
                  <a:lnTo>
                    <a:pt x="2753" y="306"/>
                  </a:lnTo>
                  <a:lnTo>
                    <a:pt x="3977" y="0"/>
                  </a:lnTo>
                  <a:lnTo>
                    <a:pt x="4895" y="918"/>
                  </a:lnTo>
                  <a:lnTo>
                    <a:pt x="5812" y="1530"/>
                  </a:lnTo>
                  <a:lnTo>
                    <a:pt x="6118" y="2448"/>
                  </a:lnTo>
                  <a:lnTo>
                    <a:pt x="5201" y="3365"/>
                  </a:lnTo>
                  <a:lnTo>
                    <a:pt x="5201" y="3977"/>
                  </a:lnTo>
                  <a:lnTo>
                    <a:pt x="4283" y="4589"/>
                  </a:lnTo>
                  <a:lnTo>
                    <a:pt x="3365" y="4589"/>
                  </a:lnTo>
                  <a:lnTo>
                    <a:pt x="3059" y="4895"/>
                  </a:lnTo>
                  <a:lnTo>
                    <a:pt x="2753" y="5813"/>
                  </a:lnTo>
                  <a:lnTo>
                    <a:pt x="2447" y="6119"/>
                  </a:lnTo>
                  <a:lnTo>
                    <a:pt x="1836" y="5813"/>
                  </a:lnTo>
                  <a:lnTo>
                    <a:pt x="918" y="4895"/>
                  </a:lnTo>
                  <a:lnTo>
                    <a:pt x="918" y="4589"/>
                  </a:lnTo>
                  <a:lnTo>
                    <a:pt x="0" y="3059"/>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49" name="Google Shape;1949;p61"/>
            <p:cNvSpPr/>
            <p:nvPr/>
          </p:nvSpPr>
          <p:spPr>
            <a:xfrm>
              <a:off x="2743100" y="972300"/>
              <a:ext cx="986600" cy="948350"/>
            </a:xfrm>
            <a:custGeom>
              <a:rect b="b" l="l" r="r" t="t"/>
              <a:pathLst>
                <a:path extrusionOk="0" h="37934" w="39464">
                  <a:moveTo>
                    <a:pt x="39463" y="4589"/>
                  </a:moveTo>
                  <a:lnTo>
                    <a:pt x="38546" y="5201"/>
                  </a:lnTo>
                  <a:lnTo>
                    <a:pt x="38852" y="6425"/>
                  </a:lnTo>
                  <a:lnTo>
                    <a:pt x="38852" y="7037"/>
                  </a:lnTo>
                  <a:lnTo>
                    <a:pt x="38852" y="7954"/>
                  </a:lnTo>
                  <a:lnTo>
                    <a:pt x="38240" y="8872"/>
                  </a:lnTo>
                  <a:lnTo>
                    <a:pt x="38852" y="11625"/>
                  </a:lnTo>
                  <a:lnTo>
                    <a:pt x="38852" y="31510"/>
                  </a:lnTo>
                  <a:lnTo>
                    <a:pt x="38852" y="32121"/>
                  </a:lnTo>
                  <a:lnTo>
                    <a:pt x="38852" y="32427"/>
                  </a:lnTo>
                  <a:lnTo>
                    <a:pt x="38852" y="33345"/>
                  </a:lnTo>
                  <a:lnTo>
                    <a:pt x="38852" y="35486"/>
                  </a:lnTo>
                  <a:lnTo>
                    <a:pt x="38852" y="36710"/>
                  </a:lnTo>
                  <a:lnTo>
                    <a:pt x="38852" y="36710"/>
                  </a:lnTo>
                  <a:lnTo>
                    <a:pt x="36404" y="36710"/>
                  </a:lnTo>
                  <a:lnTo>
                    <a:pt x="36404" y="37322"/>
                  </a:lnTo>
                  <a:lnTo>
                    <a:pt x="36404" y="37934"/>
                  </a:lnTo>
                  <a:lnTo>
                    <a:pt x="36404" y="37934"/>
                  </a:lnTo>
                  <a:lnTo>
                    <a:pt x="36404" y="37934"/>
                  </a:lnTo>
                  <a:lnTo>
                    <a:pt x="36098" y="37934"/>
                  </a:lnTo>
                  <a:lnTo>
                    <a:pt x="35181" y="37322"/>
                  </a:lnTo>
                  <a:lnTo>
                    <a:pt x="34875" y="37322"/>
                  </a:lnTo>
                  <a:lnTo>
                    <a:pt x="33651" y="36710"/>
                  </a:lnTo>
                  <a:lnTo>
                    <a:pt x="31510" y="35486"/>
                  </a:lnTo>
                  <a:lnTo>
                    <a:pt x="27533" y="33345"/>
                  </a:lnTo>
                  <a:lnTo>
                    <a:pt x="25391" y="32121"/>
                  </a:lnTo>
                  <a:lnTo>
                    <a:pt x="16520" y="27533"/>
                  </a:lnTo>
                  <a:lnTo>
                    <a:pt x="14073" y="28756"/>
                  </a:lnTo>
                  <a:lnTo>
                    <a:pt x="11931" y="29674"/>
                  </a:lnTo>
                  <a:lnTo>
                    <a:pt x="10096" y="28145"/>
                  </a:lnTo>
                  <a:lnTo>
                    <a:pt x="6731" y="27227"/>
                  </a:lnTo>
                  <a:lnTo>
                    <a:pt x="5507" y="25391"/>
                  </a:lnTo>
                  <a:lnTo>
                    <a:pt x="5201" y="25391"/>
                  </a:lnTo>
                  <a:lnTo>
                    <a:pt x="3366" y="24474"/>
                  </a:lnTo>
                  <a:lnTo>
                    <a:pt x="2754" y="24779"/>
                  </a:lnTo>
                  <a:lnTo>
                    <a:pt x="2448" y="24474"/>
                  </a:lnTo>
                  <a:lnTo>
                    <a:pt x="2142" y="23862"/>
                  </a:lnTo>
                  <a:lnTo>
                    <a:pt x="1836" y="23556"/>
                  </a:lnTo>
                  <a:lnTo>
                    <a:pt x="1530" y="22332"/>
                  </a:lnTo>
                  <a:lnTo>
                    <a:pt x="307" y="19885"/>
                  </a:lnTo>
                  <a:lnTo>
                    <a:pt x="307" y="19579"/>
                  </a:lnTo>
                  <a:lnTo>
                    <a:pt x="1224" y="18967"/>
                  </a:lnTo>
                  <a:lnTo>
                    <a:pt x="1224" y="18661"/>
                  </a:lnTo>
                  <a:lnTo>
                    <a:pt x="1530" y="18049"/>
                  </a:lnTo>
                  <a:lnTo>
                    <a:pt x="1224" y="16826"/>
                  </a:lnTo>
                  <a:lnTo>
                    <a:pt x="1530" y="15296"/>
                  </a:lnTo>
                  <a:lnTo>
                    <a:pt x="1224" y="14073"/>
                  </a:lnTo>
                  <a:lnTo>
                    <a:pt x="1530" y="12849"/>
                  </a:lnTo>
                  <a:lnTo>
                    <a:pt x="1224" y="11013"/>
                  </a:lnTo>
                  <a:lnTo>
                    <a:pt x="1" y="8872"/>
                  </a:lnTo>
                  <a:lnTo>
                    <a:pt x="613" y="8566"/>
                  </a:lnTo>
                  <a:lnTo>
                    <a:pt x="1530" y="7954"/>
                  </a:lnTo>
                  <a:lnTo>
                    <a:pt x="2142" y="7037"/>
                  </a:lnTo>
                  <a:lnTo>
                    <a:pt x="2448" y="6425"/>
                  </a:lnTo>
                  <a:lnTo>
                    <a:pt x="2142" y="4895"/>
                  </a:lnTo>
                  <a:lnTo>
                    <a:pt x="2448" y="4283"/>
                  </a:lnTo>
                  <a:lnTo>
                    <a:pt x="3060" y="3977"/>
                  </a:lnTo>
                  <a:lnTo>
                    <a:pt x="3366" y="3672"/>
                  </a:lnTo>
                  <a:lnTo>
                    <a:pt x="3978" y="3060"/>
                  </a:lnTo>
                  <a:lnTo>
                    <a:pt x="5507" y="2142"/>
                  </a:lnTo>
                  <a:lnTo>
                    <a:pt x="5507" y="1836"/>
                  </a:lnTo>
                  <a:lnTo>
                    <a:pt x="5201" y="1530"/>
                  </a:lnTo>
                  <a:lnTo>
                    <a:pt x="5201" y="612"/>
                  </a:lnTo>
                  <a:lnTo>
                    <a:pt x="5507" y="1"/>
                  </a:lnTo>
                  <a:lnTo>
                    <a:pt x="7649" y="918"/>
                  </a:lnTo>
                  <a:lnTo>
                    <a:pt x="8566" y="1224"/>
                  </a:lnTo>
                  <a:lnTo>
                    <a:pt x="9790" y="612"/>
                  </a:lnTo>
                  <a:lnTo>
                    <a:pt x="10402" y="918"/>
                  </a:lnTo>
                  <a:lnTo>
                    <a:pt x="12237" y="1224"/>
                  </a:lnTo>
                  <a:lnTo>
                    <a:pt x="12543" y="1836"/>
                  </a:lnTo>
                  <a:lnTo>
                    <a:pt x="14685" y="2448"/>
                  </a:lnTo>
                  <a:lnTo>
                    <a:pt x="14990" y="2754"/>
                  </a:lnTo>
                  <a:lnTo>
                    <a:pt x="14990" y="3672"/>
                  </a:lnTo>
                  <a:lnTo>
                    <a:pt x="15296" y="4589"/>
                  </a:lnTo>
                  <a:lnTo>
                    <a:pt x="16214" y="5201"/>
                  </a:lnTo>
                  <a:lnTo>
                    <a:pt x="16826" y="5507"/>
                  </a:lnTo>
                  <a:lnTo>
                    <a:pt x="18661" y="5813"/>
                  </a:lnTo>
                  <a:lnTo>
                    <a:pt x="20497" y="6425"/>
                  </a:lnTo>
                  <a:lnTo>
                    <a:pt x="22026" y="7037"/>
                  </a:lnTo>
                  <a:lnTo>
                    <a:pt x="23862" y="8260"/>
                  </a:lnTo>
                  <a:lnTo>
                    <a:pt x="24474" y="8566"/>
                  </a:lnTo>
                  <a:lnTo>
                    <a:pt x="26003" y="7648"/>
                  </a:lnTo>
                  <a:lnTo>
                    <a:pt x="26921" y="6425"/>
                  </a:lnTo>
                  <a:lnTo>
                    <a:pt x="26921" y="5813"/>
                  </a:lnTo>
                  <a:lnTo>
                    <a:pt x="26615" y="4895"/>
                  </a:lnTo>
                  <a:lnTo>
                    <a:pt x="26309" y="3977"/>
                  </a:lnTo>
                  <a:lnTo>
                    <a:pt x="26309" y="3672"/>
                  </a:lnTo>
                  <a:lnTo>
                    <a:pt x="26615" y="3060"/>
                  </a:lnTo>
                  <a:lnTo>
                    <a:pt x="27839" y="1836"/>
                  </a:lnTo>
                  <a:lnTo>
                    <a:pt x="29062" y="1224"/>
                  </a:lnTo>
                  <a:lnTo>
                    <a:pt x="29980" y="1224"/>
                  </a:lnTo>
                  <a:lnTo>
                    <a:pt x="30592" y="612"/>
                  </a:lnTo>
                  <a:lnTo>
                    <a:pt x="31816" y="612"/>
                  </a:lnTo>
                  <a:lnTo>
                    <a:pt x="34263" y="1530"/>
                  </a:lnTo>
                  <a:lnTo>
                    <a:pt x="34263" y="2142"/>
                  </a:lnTo>
                  <a:lnTo>
                    <a:pt x="34263" y="2448"/>
                  </a:lnTo>
                  <a:lnTo>
                    <a:pt x="34569" y="2754"/>
                  </a:lnTo>
                  <a:lnTo>
                    <a:pt x="35792" y="3060"/>
                  </a:lnTo>
                  <a:lnTo>
                    <a:pt x="36710" y="3366"/>
                  </a:lnTo>
                  <a:lnTo>
                    <a:pt x="38852" y="3366"/>
                  </a:lnTo>
                  <a:lnTo>
                    <a:pt x="39463" y="4589"/>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0" name="Google Shape;1950;p61"/>
            <p:cNvSpPr/>
            <p:nvPr/>
          </p:nvSpPr>
          <p:spPr>
            <a:xfrm>
              <a:off x="2743100" y="972300"/>
              <a:ext cx="986600" cy="948350"/>
            </a:xfrm>
            <a:custGeom>
              <a:rect b="b" l="l" r="r" t="t"/>
              <a:pathLst>
                <a:path extrusionOk="0" fill="none" h="37934" w="39464">
                  <a:moveTo>
                    <a:pt x="39463" y="4589"/>
                  </a:moveTo>
                  <a:lnTo>
                    <a:pt x="38546" y="5201"/>
                  </a:lnTo>
                  <a:lnTo>
                    <a:pt x="38852" y="6425"/>
                  </a:lnTo>
                  <a:lnTo>
                    <a:pt x="38852" y="7037"/>
                  </a:lnTo>
                  <a:lnTo>
                    <a:pt x="38852" y="7954"/>
                  </a:lnTo>
                  <a:lnTo>
                    <a:pt x="38240" y="8872"/>
                  </a:lnTo>
                  <a:lnTo>
                    <a:pt x="38852" y="11625"/>
                  </a:lnTo>
                  <a:lnTo>
                    <a:pt x="38852" y="31510"/>
                  </a:lnTo>
                  <a:lnTo>
                    <a:pt x="38852" y="32121"/>
                  </a:lnTo>
                  <a:lnTo>
                    <a:pt x="38852" y="32427"/>
                  </a:lnTo>
                  <a:lnTo>
                    <a:pt x="38852" y="33345"/>
                  </a:lnTo>
                  <a:lnTo>
                    <a:pt x="38852" y="35486"/>
                  </a:lnTo>
                  <a:lnTo>
                    <a:pt x="38852" y="36710"/>
                  </a:lnTo>
                  <a:lnTo>
                    <a:pt x="38852" y="36710"/>
                  </a:lnTo>
                  <a:lnTo>
                    <a:pt x="36404" y="36710"/>
                  </a:lnTo>
                  <a:lnTo>
                    <a:pt x="36404" y="37322"/>
                  </a:lnTo>
                  <a:lnTo>
                    <a:pt x="36404" y="37934"/>
                  </a:lnTo>
                  <a:lnTo>
                    <a:pt x="36404" y="37934"/>
                  </a:lnTo>
                  <a:lnTo>
                    <a:pt x="36404" y="37934"/>
                  </a:lnTo>
                  <a:lnTo>
                    <a:pt x="36098" y="37934"/>
                  </a:lnTo>
                  <a:lnTo>
                    <a:pt x="35181" y="37322"/>
                  </a:lnTo>
                  <a:lnTo>
                    <a:pt x="34875" y="37322"/>
                  </a:lnTo>
                  <a:lnTo>
                    <a:pt x="33651" y="36710"/>
                  </a:lnTo>
                  <a:lnTo>
                    <a:pt x="31510" y="35486"/>
                  </a:lnTo>
                  <a:lnTo>
                    <a:pt x="27533" y="33345"/>
                  </a:lnTo>
                  <a:lnTo>
                    <a:pt x="25391" y="32121"/>
                  </a:lnTo>
                  <a:lnTo>
                    <a:pt x="16520" y="27533"/>
                  </a:lnTo>
                  <a:lnTo>
                    <a:pt x="14073" y="28756"/>
                  </a:lnTo>
                  <a:lnTo>
                    <a:pt x="11931" y="29674"/>
                  </a:lnTo>
                  <a:lnTo>
                    <a:pt x="10096" y="28145"/>
                  </a:lnTo>
                  <a:lnTo>
                    <a:pt x="6731" y="27227"/>
                  </a:lnTo>
                  <a:lnTo>
                    <a:pt x="5507" y="25391"/>
                  </a:lnTo>
                  <a:lnTo>
                    <a:pt x="5201" y="25391"/>
                  </a:lnTo>
                  <a:lnTo>
                    <a:pt x="3366" y="24474"/>
                  </a:lnTo>
                  <a:lnTo>
                    <a:pt x="2754" y="24779"/>
                  </a:lnTo>
                  <a:lnTo>
                    <a:pt x="2448" y="24474"/>
                  </a:lnTo>
                  <a:lnTo>
                    <a:pt x="2142" y="23862"/>
                  </a:lnTo>
                  <a:lnTo>
                    <a:pt x="1836" y="23556"/>
                  </a:lnTo>
                  <a:lnTo>
                    <a:pt x="1530" y="22332"/>
                  </a:lnTo>
                  <a:lnTo>
                    <a:pt x="307" y="19885"/>
                  </a:lnTo>
                  <a:lnTo>
                    <a:pt x="307" y="19579"/>
                  </a:lnTo>
                  <a:lnTo>
                    <a:pt x="1224" y="18967"/>
                  </a:lnTo>
                  <a:lnTo>
                    <a:pt x="1224" y="18661"/>
                  </a:lnTo>
                  <a:lnTo>
                    <a:pt x="1530" y="18049"/>
                  </a:lnTo>
                  <a:lnTo>
                    <a:pt x="1224" y="16826"/>
                  </a:lnTo>
                  <a:lnTo>
                    <a:pt x="1530" y="15296"/>
                  </a:lnTo>
                  <a:lnTo>
                    <a:pt x="1224" y="14073"/>
                  </a:lnTo>
                  <a:lnTo>
                    <a:pt x="1530" y="12849"/>
                  </a:lnTo>
                  <a:lnTo>
                    <a:pt x="1224" y="11013"/>
                  </a:lnTo>
                  <a:lnTo>
                    <a:pt x="1" y="8872"/>
                  </a:lnTo>
                  <a:lnTo>
                    <a:pt x="613" y="8566"/>
                  </a:lnTo>
                  <a:lnTo>
                    <a:pt x="1530" y="7954"/>
                  </a:lnTo>
                  <a:lnTo>
                    <a:pt x="2142" y="7037"/>
                  </a:lnTo>
                  <a:lnTo>
                    <a:pt x="2448" y="6425"/>
                  </a:lnTo>
                  <a:lnTo>
                    <a:pt x="2142" y="4895"/>
                  </a:lnTo>
                  <a:lnTo>
                    <a:pt x="2448" y="4283"/>
                  </a:lnTo>
                  <a:lnTo>
                    <a:pt x="3060" y="3977"/>
                  </a:lnTo>
                  <a:lnTo>
                    <a:pt x="3366" y="3672"/>
                  </a:lnTo>
                  <a:lnTo>
                    <a:pt x="3978" y="3060"/>
                  </a:lnTo>
                  <a:lnTo>
                    <a:pt x="5507" y="2142"/>
                  </a:lnTo>
                  <a:lnTo>
                    <a:pt x="5507" y="1836"/>
                  </a:lnTo>
                  <a:lnTo>
                    <a:pt x="5201" y="1530"/>
                  </a:lnTo>
                  <a:lnTo>
                    <a:pt x="5201" y="612"/>
                  </a:lnTo>
                  <a:lnTo>
                    <a:pt x="5507" y="1"/>
                  </a:lnTo>
                  <a:lnTo>
                    <a:pt x="7649" y="918"/>
                  </a:lnTo>
                  <a:lnTo>
                    <a:pt x="8566" y="1224"/>
                  </a:lnTo>
                  <a:lnTo>
                    <a:pt x="9790" y="612"/>
                  </a:lnTo>
                  <a:lnTo>
                    <a:pt x="10402" y="918"/>
                  </a:lnTo>
                  <a:lnTo>
                    <a:pt x="12237" y="1224"/>
                  </a:lnTo>
                  <a:lnTo>
                    <a:pt x="12543" y="1836"/>
                  </a:lnTo>
                  <a:lnTo>
                    <a:pt x="14685" y="2448"/>
                  </a:lnTo>
                  <a:lnTo>
                    <a:pt x="14990" y="2754"/>
                  </a:lnTo>
                  <a:lnTo>
                    <a:pt x="14990" y="3672"/>
                  </a:lnTo>
                  <a:lnTo>
                    <a:pt x="15296" y="4589"/>
                  </a:lnTo>
                  <a:lnTo>
                    <a:pt x="16214" y="5201"/>
                  </a:lnTo>
                  <a:lnTo>
                    <a:pt x="16826" y="5507"/>
                  </a:lnTo>
                  <a:lnTo>
                    <a:pt x="18661" y="5813"/>
                  </a:lnTo>
                  <a:lnTo>
                    <a:pt x="20497" y="6425"/>
                  </a:lnTo>
                  <a:lnTo>
                    <a:pt x="22026" y="7037"/>
                  </a:lnTo>
                  <a:lnTo>
                    <a:pt x="23862" y="8260"/>
                  </a:lnTo>
                  <a:lnTo>
                    <a:pt x="24474" y="8566"/>
                  </a:lnTo>
                  <a:lnTo>
                    <a:pt x="26003" y="7648"/>
                  </a:lnTo>
                  <a:lnTo>
                    <a:pt x="26921" y="6425"/>
                  </a:lnTo>
                  <a:lnTo>
                    <a:pt x="26921" y="5813"/>
                  </a:lnTo>
                  <a:lnTo>
                    <a:pt x="26615" y="4895"/>
                  </a:lnTo>
                  <a:lnTo>
                    <a:pt x="26309" y="3977"/>
                  </a:lnTo>
                  <a:lnTo>
                    <a:pt x="26309" y="3672"/>
                  </a:lnTo>
                  <a:lnTo>
                    <a:pt x="26615" y="3060"/>
                  </a:lnTo>
                  <a:lnTo>
                    <a:pt x="27839" y="1836"/>
                  </a:lnTo>
                  <a:lnTo>
                    <a:pt x="29062" y="1224"/>
                  </a:lnTo>
                  <a:lnTo>
                    <a:pt x="29980" y="1224"/>
                  </a:lnTo>
                  <a:lnTo>
                    <a:pt x="30592" y="612"/>
                  </a:lnTo>
                  <a:lnTo>
                    <a:pt x="31816" y="612"/>
                  </a:lnTo>
                  <a:lnTo>
                    <a:pt x="34263" y="1530"/>
                  </a:lnTo>
                  <a:lnTo>
                    <a:pt x="34263" y="2142"/>
                  </a:lnTo>
                  <a:lnTo>
                    <a:pt x="34263" y="2448"/>
                  </a:lnTo>
                  <a:lnTo>
                    <a:pt x="34569" y="2754"/>
                  </a:lnTo>
                  <a:lnTo>
                    <a:pt x="35792" y="3060"/>
                  </a:lnTo>
                  <a:lnTo>
                    <a:pt x="36710" y="3366"/>
                  </a:lnTo>
                  <a:lnTo>
                    <a:pt x="38852" y="3366"/>
                  </a:lnTo>
                  <a:lnTo>
                    <a:pt x="39463" y="4589"/>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1" name="Google Shape;1951;p61"/>
            <p:cNvSpPr/>
            <p:nvPr/>
          </p:nvSpPr>
          <p:spPr>
            <a:xfrm>
              <a:off x="1098825" y="765800"/>
              <a:ext cx="1001900" cy="1070725"/>
            </a:xfrm>
            <a:custGeom>
              <a:rect b="b" l="l" r="r" t="t"/>
              <a:pathLst>
                <a:path extrusionOk="0" h="42829" w="40076">
                  <a:moveTo>
                    <a:pt x="39769" y="10402"/>
                  </a:moveTo>
                  <a:lnTo>
                    <a:pt x="40075" y="10096"/>
                  </a:lnTo>
                  <a:lnTo>
                    <a:pt x="39769" y="10096"/>
                  </a:lnTo>
                  <a:lnTo>
                    <a:pt x="39157" y="9484"/>
                  </a:lnTo>
                  <a:lnTo>
                    <a:pt x="38851" y="8872"/>
                  </a:lnTo>
                  <a:lnTo>
                    <a:pt x="38851" y="8567"/>
                  </a:lnTo>
                  <a:lnTo>
                    <a:pt x="38240" y="7955"/>
                  </a:lnTo>
                  <a:lnTo>
                    <a:pt x="38546" y="7037"/>
                  </a:lnTo>
                  <a:lnTo>
                    <a:pt x="38240" y="6731"/>
                  </a:lnTo>
                  <a:lnTo>
                    <a:pt x="38240" y="5507"/>
                  </a:lnTo>
                  <a:lnTo>
                    <a:pt x="38240" y="4590"/>
                  </a:lnTo>
                  <a:lnTo>
                    <a:pt x="38240" y="4284"/>
                  </a:lnTo>
                  <a:lnTo>
                    <a:pt x="37934" y="3978"/>
                  </a:lnTo>
                  <a:lnTo>
                    <a:pt x="38240" y="3366"/>
                  </a:lnTo>
                  <a:lnTo>
                    <a:pt x="37322" y="2754"/>
                  </a:lnTo>
                  <a:lnTo>
                    <a:pt x="37016" y="2448"/>
                  </a:lnTo>
                  <a:lnTo>
                    <a:pt x="36404" y="2448"/>
                  </a:lnTo>
                  <a:lnTo>
                    <a:pt x="36098" y="2448"/>
                  </a:lnTo>
                  <a:lnTo>
                    <a:pt x="35486" y="2448"/>
                  </a:lnTo>
                  <a:lnTo>
                    <a:pt x="35181" y="1836"/>
                  </a:lnTo>
                  <a:lnTo>
                    <a:pt x="35181" y="1836"/>
                  </a:lnTo>
                  <a:lnTo>
                    <a:pt x="35181" y="1836"/>
                  </a:lnTo>
                  <a:lnTo>
                    <a:pt x="35181" y="1836"/>
                  </a:lnTo>
                  <a:lnTo>
                    <a:pt x="35181" y="1836"/>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5181" y="1531"/>
                  </a:lnTo>
                  <a:lnTo>
                    <a:pt x="34875" y="1531"/>
                  </a:lnTo>
                  <a:lnTo>
                    <a:pt x="34875" y="1531"/>
                  </a:lnTo>
                  <a:lnTo>
                    <a:pt x="34875" y="1531"/>
                  </a:lnTo>
                  <a:lnTo>
                    <a:pt x="34875" y="1531"/>
                  </a:lnTo>
                  <a:lnTo>
                    <a:pt x="34875" y="1531"/>
                  </a:lnTo>
                  <a:lnTo>
                    <a:pt x="34875" y="1531"/>
                  </a:lnTo>
                  <a:lnTo>
                    <a:pt x="34875" y="1836"/>
                  </a:lnTo>
                  <a:lnTo>
                    <a:pt x="34875" y="1836"/>
                  </a:lnTo>
                  <a:lnTo>
                    <a:pt x="34875" y="1836"/>
                  </a:lnTo>
                  <a:lnTo>
                    <a:pt x="34875" y="1836"/>
                  </a:lnTo>
                  <a:lnTo>
                    <a:pt x="34875" y="1836"/>
                  </a:lnTo>
                  <a:lnTo>
                    <a:pt x="34875" y="1836"/>
                  </a:lnTo>
                  <a:lnTo>
                    <a:pt x="34569" y="1836"/>
                  </a:lnTo>
                  <a:lnTo>
                    <a:pt x="34569" y="1836"/>
                  </a:lnTo>
                  <a:lnTo>
                    <a:pt x="34569" y="1836"/>
                  </a:lnTo>
                  <a:lnTo>
                    <a:pt x="34569" y="2142"/>
                  </a:lnTo>
                  <a:lnTo>
                    <a:pt x="34569" y="2142"/>
                  </a:lnTo>
                  <a:lnTo>
                    <a:pt x="34569" y="2142"/>
                  </a:lnTo>
                  <a:lnTo>
                    <a:pt x="34569" y="2142"/>
                  </a:lnTo>
                  <a:lnTo>
                    <a:pt x="34569" y="2142"/>
                  </a:lnTo>
                  <a:lnTo>
                    <a:pt x="34569" y="2142"/>
                  </a:lnTo>
                  <a:lnTo>
                    <a:pt x="34263" y="2142"/>
                  </a:lnTo>
                  <a:lnTo>
                    <a:pt x="34263" y="2142"/>
                  </a:lnTo>
                  <a:lnTo>
                    <a:pt x="34263" y="2142"/>
                  </a:lnTo>
                  <a:lnTo>
                    <a:pt x="34263" y="2142"/>
                  </a:lnTo>
                  <a:lnTo>
                    <a:pt x="34263" y="2142"/>
                  </a:lnTo>
                  <a:lnTo>
                    <a:pt x="33957" y="2142"/>
                  </a:lnTo>
                  <a:lnTo>
                    <a:pt x="33957" y="2142"/>
                  </a:lnTo>
                  <a:lnTo>
                    <a:pt x="33957" y="2142"/>
                  </a:lnTo>
                  <a:lnTo>
                    <a:pt x="33957" y="2142"/>
                  </a:lnTo>
                  <a:lnTo>
                    <a:pt x="33651" y="2142"/>
                  </a:lnTo>
                  <a:lnTo>
                    <a:pt x="33651" y="2142"/>
                  </a:lnTo>
                  <a:lnTo>
                    <a:pt x="33651" y="2142"/>
                  </a:lnTo>
                  <a:lnTo>
                    <a:pt x="33651" y="2142"/>
                  </a:lnTo>
                  <a:lnTo>
                    <a:pt x="33651" y="2142"/>
                  </a:lnTo>
                  <a:lnTo>
                    <a:pt x="33345" y="1836"/>
                  </a:lnTo>
                  <a:lnTo>
                    <a:pt x="33345" y="1836"/>
                  </a:lnTo>
                  <a:lnTo>
                    <a:pt x="33345" y="1836"/>
                  </a:lnTo>
                  <a:lnTo>
                    <a:pt x="33345" y="1836"/>
                  </a:lnTo>
                  <a:lnTo>
                    <a:pt x="33345" y="1836"/>
                  </a:lnTo>
                  <a:lnTo>
                    <a:pt x="33345" y="1836"/>
                  </a:lnTo>
                  <a:lnTo>
                    <a:pt x="33345" y="1836"/>
                  </a:lnTo>
                  <a:lnTo>
                    <a:pt x="33345" y="1836"/>
                  </a:lnTo>
                  <a:lnTo>
                    <a:pt x="33039" y="1836"/>
                  </a:lnTo>
                  <a:lnTo>
                    <a:pt x="33039" y="1836"/>
                  </a:lnTo>
                  <a:lnTo>
                    <a:pt x="33039" y="1836"/>
                  </a:lnTo>
                  <a:lnTo>
                    <a:pt x="33039" y="2142"/>
                  </a:lnTo>
                  <a:lnTo>
                    <a:pt x="33039" y="2142"/>
                  </a:lnTo>
                  <a:lnTo>
                    <a:pt x="33039" y="2142"/>
                  </a:lnTo>
                  <a:lnTo>
                    <a:pt x="33039" y="2142"/>
                  </a:lnTo>
                  <a:lnTo>
                    <a:pt x="33039" y="2142"/>
                  </a:lnTo>
                  <a:lnTo>
                    <a:pt x="33039" y="2142"/>
                  </a:lnTo>
                  <a:lnTo>
                    <a:pt x="32733" y="2142"/>
                  </a:lnTo>
                  <a:lnTo>
                    <a:pt x="32733" y="2142"/>
                  </a:lnTo>
                  <a:lnTo>
                    <a:pt x="32733" y="2142"/>
                  </a:lnTo>
                  <a:lnTo>
                    <a:pt x="32733" y="2142"/>
                  </a:lnTo>
                  <a:lnTo>
                    <a:pt x="32733" y="2142"/>
                  </a:lnTo>
                  <a:lnTo>
                    <a:pt x="32733" y="2142"/>
                  </a:lnTo>
                  <a:lnTo>
                    <a:pt x="32733" y="1836"/>
                  </a:lnTo>
                  <a:lnTo>
                    <a:pt x="32733" y="1836"/>
                  </a:lnTo>
                  <a:lnTo>
                    <a:pt x="32733" y="1836"/>
                  </a:lnTo>
                  <a:lnTo>
                    <a:pt x="32733" y="1836"/>
                  </a:lnTo>
                  <a:lnTo>
                    <a:pt x="32733" y="1836"/>
                  </a:lnTo>
                  <a:lnTo>
                    <a:pt x="32733" y="1836"/>
                  </a:lnTo>
                  <a:lnTo>
                    <a:pt x="32427" y="2142"/>
                  </a:lnTo>
                  <a:lnTo>
                    <a:pt x="32427" y="2142"/>
                  </a:lnTo>
                  <a:lnTo>
                    <a:pt x="32427" y="2142"/>
                  </a:lnTo>
                  <a:lnTo>
                    <a:pt x="32427" y="2142"/>
                  </a:lnTo>
                  <a:lnTo>
                    <a:pt x="32427" y="2142"/>
                  </a:lnTo>
                  <a:lnTo>
                    <a:pt x="32427" y="2142"/>
                  </a:lnTo>
                  <a:lnTo>
                    <a:pt x="32427" y="2142"/>
                  </a:lnTo>
                  <a:lnTo>
                    <a:pt x="32427" y="2142"/>
                  </a:lnTo>
                  <a:lnTo>
                    <a:pt x="32427" y="2142"/>
                  </a:lnTo>
                  <a:lnTo>
                    <a:pt x="32427" y="2142"/>
                  </a:lnTo>
                  <a:lnTo>
                    <a:pt x="32427" y="2142"/>
                  </a:lnTo>
                  <a:lnTo>
                    <a:pt x="32121" y="2142"/>
                  </a:lnTo>
                  <a:lnTo>
                    <a:pt x="32121" y="2142"/>
                  </a:lnTo>
                  <a:lnTo>
                    <a:pt x="32121" y="2142"/>
                  </a:lnTo>
                  <a:lnTo>
                    <a:pt x="32121" y="2142"/>
                  </a:lnTo>
                  <a:lnTo>
                    <a:pt x="32121" y="2142"/>
                  </a:lnTo>
                  <a:lnTo>
                    <a:pt x="32121" y="2142"/>
                  </a:lnTo>
                  <a:lnTo>
                    <a:pt x="32121" y="2142"/>
                  </a:lnTo>
                  <a:lnTo>
                    <a:pt x="32121" y="2142"/>
                  </a:lnTo>
                  <a:lnTo>
                    <a:pt x="32121" y="2142"/>
                  </a:lnTo>
                  <a:lnTo>
                    <a:pt x="32121" y="2142"/>
                  </a:lnTo>
                  <a:lnTo>
                    <a:pt x="32121" y="2142"/>
                  </a:lnTo>
                  <a:lnTo>
                    <a:pt x="32121" y="2142"/>
                  </a:lnTo>
                  <a:lnTo>
                    <a:pt x="32121" y="2142"/>
                  </a:lnTo>
                  <a:lnTo>
                    <a:pt x="31816" y="2142"/>
                  </a:lnTo>
                  <a:lnTo>
                    <a:pt x="31816" y="2142"/>
                  </a:lnTo>
                  <a:lnTo>
                    <a:pt x="31816" y="2142"/>
                  </a:lnTo>
                  <a:lnTo>
                    <a:pt x="31816" y="2142"/>
                  </a:lnTo>
                  <a:lnTo>
                    <a:pt x="31816" y="2142"/>
                  </a:lnTo>
                  <a:lnTo>
                    <a:pt x="31816" y="2142"/>
                  </a:lnTo>
                  <a:lnTo>
                    <a:pt x="31816" y="2142"/>
                  </a:lnTo>
                  <a:lnTo>
                    <a:pt x="31816" y="2142"/>
                  </a:lnTo>
                  <a:lnTo>
                    <a:pt x="31816" y="2142"/>
                  </a:lnTo>
                  <a:lnTo>
                    <a:pt x="31816" y="2142"/>
                  </a:lnTo>
                  <a:lnTo>
                    <a:pt x="31816" y="2142"/>
                  </a:lnTo>
                  <a:lnTo>
                    <a:pt x="31816" y="2142"/>
                  </a:lnTo>
                  <a:lnTo>
                    <a:pt x="31510" y="2142"/>
                  </a:lnTo>
                  <a:lnTo>
                    <a:pt x="31510" y="2142"/>
                  </a:lnTo>
                  <a:lnTo>
                    <a:pt x="31510" y="2142"/>
                  </a:lnTo>
                  <a:lnTo>
                    <a:pt x="31510" y="2142"/>
                  </a:lnTo>
                  <a:lnTo>
                    <a:pt x="31510" y="2142"/>
                  </a:lnTo>
                  <a:lnTo>
                    <a:pt x="31510" y="2142"/>
                  </a:lnTo>
                  <a:lnTo>
                    <a:pt x="31510" y="2142"/>
                  </a:lnTo>
                  <a:lnTo>
                    <a:pt x="31510" y="2142"/>
                  </a:lnTo>
                  <a:lnTo>
                    <a:pt x="31204" y="2142"/>
                  </a:lnTo>
                  <a:lnTo>
                    <a:pt x="31204" y="2142"/>
                  </a:lnTo>
                  <a:lnTo>
                    <a:pt x="31204" y="2142"/>
                  </a:lnTo>
                  <a:lnTo>
                    <a:pt x="30898" y="2142"/>
                  </a:lnTo>
                  <a:lnTo>
                    <a:pt x="30898" y="2142"/>
                  </a:lnTo>
                  <a:lnTo>
                    <a:pt x="30898" y="2142"/>
                  </a:lnTo>
                  <a:lnTo>
                    <a:pt x="30898" y="2142"/>
                  </a:lnTo>
                  <a:lnTo>
                    <a:pt x="30898" y="2142"/>
                  </a:lnTo>
                  <a:lnTo>
                    <a:pt x="30898" y="2142"/>
                  </a:lnTo>
                  <a:lnTo>
                    <a:pt x="30898" y="2142"/>
                  </a:lnTo>
                  <a:lnTo>
                    <a:pt x="30898" y="2142"/>
                  </a:lnTo>
                  <a:lnTo>
                    <a:pt x="30592" y="2142"/>
                  </a:lnTo>
                  <a:lnTo>
                    <a:pt x="30592" y="2142"/>
                  </a:lnTo>
                  <a:lnTo>
                    <a:pt x="30592" y="2142"/>
                  </a:lnTo>
                  <a:lnTo>
                    <a:pt x="30592" y="2142"/>
                  </a:lnTo>
                  <a:lnTo>
                    <a:pt x="30592" y="2142"/>
                  </a:lnTo>
                  <a:lnTo>
                    <a:pt x="30592" y="1836"/>
                  </a:lnTo>
                  <a:lnTo>
                    <a:pt x="30592" y="1836"/>
                  </a:lnTo>
                  <a:lnTo>
                    <a:pt x="30286" y="1836"/>
                  </a:lnTo>
                  <a:lnTo>
                    <a:pt x="30286" y="1836"/>
                  </a:lnTo>
                  <a:lnTo>
                    <a:pt x="30286" y="1836"/>
                  </a:lnTo>
                  <a:lnTo>
                    <a:pt x="30286" y="1836"/>
                  </a:lnTo>
                  <a:lnTo>
                    <a:pt x="30286" y="1836"/>
                  </a:lnTo>
                  <a:lnTo>
                    <a:pt x="30286" y="1836"/>
                  </a:lnTo>
                  <a:lnTo>
                    <a:pt x="29980" y="1531"/>
                  </a:lnTo>
                  <a:lnTo>
                    <a:pt x="29980" y="1531"/>
                  </a:lnTo>
                  <a:lnTo>
                    <a:pt x="29980" y="1531"/>
                  </a:lnTo>
                  <a:lnTo>
                    <a:pt x="29980" y="1531"/>
                  </a:lnTo>
                  <a:lnTo>
                    <a:pt x="29980" y="1531"/>
                  </a:lnTo>
                  <a:lnTo>
                    <a:pt x="29674" y="1225"/>
                  </a:lnTo>
                  <a:lnTo>
                    <a:pt x="29674" y="1225"/>
                  </a:lnTo>
                  <a:lnTo>
                    <a:pt x="29674" y="1225"/>
                  </a:lnTo>
                  <a:lnTo>
                    <a:pt x="29674" y="1225"/>
                  </a:lnTo>
                  <a:lnTo>
                    <a:pt x="29674" y="1225"/>
                  </a:lnTo>
                  <a:lnTo>
                    <a:pt x="29674" y="919"/>
                  </a:lnTo>
                  <a:lnTo>
                    <a:pt x="29368" y="1225"/>
                  </a:lnTo>
                  <a:lnTo>
                    <a:pt x="29368" y="919"/>
                  </a:lnTo>
                  <a:lnTo>
                    <a:pt x="29368" y="919"/>
                  </a:lnTo>
                  <a:lnTo>
                    <a:pt x="29368" y="919"/>
                  </a:lnTo>
                  <a:lnTo>
                    <a:pt x="29368" y="919"/>
                  </a:lnTo>
                  <a:lnTo>
                    <a:pt x="29368" y="613"/>
                  </a:lnTo>
                  <a:lnTo>
                    <a:pt x="29368" y="613"/>
                  </a:lnTo>
                  <a:lnTo>
                    <a:pt x="29368" y="613"/>
                  </a:lnTo>
                  <a:lnTo>
                    <a:pt x="29368" y="613"/>
                  </a:lnTo>
                  <a:lnTo>
                    <a:pt x="29368" y="613"/>
                  </a:lnTo>
                  <a:lnTo>
                    <a:pt x="29368" y="613"/>
                  </a:lnTo>
                  <a:lnTo>
                    <a:pt x="29368" y="613"/>
                  </a:lnTo>
                  <a:lnTo>
                    <a:pt x="29062" y="613"/>
                  </a:lnTo>
                  <a:lnTo>
                    <a:pt x="29062" y="307"/>
                  </a:lnTo>
                  <a:lnTo>
                    <a:pt x="29062" y="307"/>
                  </a:lnTo>
                  <a:lnTo>
                    <a:pt x="29062" y="1"/>
                  </a:lnTo>
                  <a:lnTo>
                    <a:pt x="29062" y="1"/>
                  </a:lnTo>
                  <a:lnTo>
                    <a:pt x="29062" y="1"/>
                  </a:lnTo>
                  <a:lnTo>
                    <a:pt x="29062" y="1"/>
                  </a:lnTo>
                  <a:lnTo>
                    <a:pt x="27839" y="307"/>
                  </a:lnTo>
                  <a:lnTo>
                    <a:pt x="26615" y="3366"/>
                  </a:lnTo>
                  <a:lnTo>
                    <a:pt x="25697" y="5507"/>
                  </a:lnTo>
                  <a:lnTo>
                    <a:pt x="25085" y="5813"/>
                  </a:lnTo>
                  <a:lnTo>
                    <a:pt x="23862" y="6731"/>
                  </a:lnTo>
                  <a:lnTo>
                    <a:pt x="21109" y="8261"/>
                  </a:lnTo>
                  <a:lnTo>
                    <a:pt x="20497" y="9178"/>
                  </a:lnTo>
                  <a:lnTo>
                    <a:pt x="19579" y="10096"/>
                  </a:lnTo>
                  <a:lnTo>
                    <a:pt x="19273" y="11014"/>
                  </a:lnTo>
                  <a:lnTo>
                    <a:pt x="18355" y="12543"/>
                  </a:lnTo>
                  <a:lnTo>
                    <a:pt x="18049" y="13461"/>
                  </a:lnTo>
                  <a:lnTo>
                    <a:pt x="18049" y="14991"/>
                  </a:lnTo>
                  <a:lnTo>
                    <a:pt x="18049" y="15602"/>
                  </a:lnTo>
                  <a:lnTo>
                    <a:pt x="18661" y="16214"/>
                  </a:lnTo>
                  <a:lnTo>
                    <a:pt x="18355" y="16826"/>
                  </a:lnTo>
                  <a:lnTo>
                    <a:pt x="18049" y="17744"/>
                  </a:lnTo>
                  <a:lnTo>
                    <a:pt x="17132" y="19273"/>
                  </a:lnTo>
                  <a:lnTo>
                    <a:pt x="16214" y="20191"/>
                  </a:lnTo>
                  <a:lnTo>
                    <a:pt x="14990" y="21109"/>
                  </a:lnTo>
                  <a:lnTo>
                    <a:pt x="13767" y="22333"/>
                  </a:lnTo>
                  <a:lnTo>
                    <a:pt x="12237" y="22944"/>
                  </a:lnTo>
                  <a:lnTo>
                    <a:pt x="10402" y="23250"/>
                  </a:lnTo>
                  <a:lnTo>
                    <a:pt x="9790" y="24168"/>
                  </a:lnTo>
                  <a:lnTo>
                    <a:pt x="8566" y="26615"/>
                  </a:lnTo>
                  <a:lnTo>
                    <a:pt x="7954" y="27227"/>
                  </a:lnTo>
                  <a:lnTo>
                    <a:pt x="7343" y="27533"/>
                  </a:lnTo>
                  <a:lnTo>
                    <a:pt x="6425" y="28145"/>
                  </a:lnTo>
                  <a:lnTo>
                    <a:pt x="6425" y="28757"/>
                  </a:lnTo>
                  <a:lnTo>
                    <a:pt x="5507" y="30592"/>
                  </a:lnTo>
                  <a:lnTo>
                    <a:pt x="5507" y="32428"/>
                  </a:lnTo>
                  <a:lnTo>
                    <a:pt x="3366" y="34569"/>
                  </a:lnTo>
                  <a:lnTo>
                    <a:pt x="3366" y="34875"/>
                  </a:lnTo>
                  <a:lnTo>
                    <a:pt x="2448" y="36405"/>
                  </a:lnTo>
                  <a:lnTo>
                    <a:pt x="2142" y="36710"/>
                  </a:lnTo>
                  <a:lnTo>
                    <a:pt x="2142" y="37016"/>
                  </a:lnTo>
                  <a:lnTo>
                    <a:pt x="1836" y="37322"/>
                  </a:lnTo>
                  <a:lnTo>
                    <a:pt x="1530" y="38852"/>
                  </a:lnTo>
                  <a:lnTo>
                    <a:pt x="1224" y="38852"/>
                  </a:lnTo>
                  <a:lnTo>
                    <a:pt x="918" y="38852"/>
                  </a:lnTo>
                  <a:lnTo>
                    <a:pt x="612" y="39158"/>
                  </a:lnTo>
                  <a:lnTo>
                    <a:pt x="307" y="40075"/>
                  </a:lnTo>
                  <a:lnTo>
                    <a:pt x="1" y="42829"/>
                  </a:lnTo>
                  <a:lnTo>
                    <a:pt x="1" y="42829"/>
                  </a:lnTo>
                  <a:lnTo>
                    <a:pt x="1" y="42829"/>
                  </a:lnTo>
                  <a:lnTo>
                    <a:pt x="1" y="42829"/>
                  </a:lnTo>
                  <a:lnTo>
                    <a:pt x="1" y="42523"/>
                  </a:lnTo>
                  <a:lnTo>
                    <a:pt x="1" y="42217"/>
                  </a:lnTo>
                  <a:lnTo>
                    <a:pt x="307" y="41605"/>
                  </a:lnTo>
                  <a:lnTo>
                    <a:pt x="2448" y="41605"/>
                  </a:lnTo>
                  <a:lnTo>
                    <a:pt x="10096" y="41299"/>
                  </a:lnTo>
                  <a:lnTo>
                    <a:pt x="9790" y="38546"/>
                  </a:lnTo>
                  <a:lnTo>
                    <a:pt x="9790" y="37628"/>
                  </a:lnTo>
                  <a:lnTo>
                    <a:pt x="9790" y="37322"/>
                  </a:lnTo>
                  <a:lnTo>
                    <a:pt x="10096" y="37016"/>
                  </a:lnTo>
                  <a:lnTo>
                    <a:pt x="11013" y="36405"/>
                  </a:lnTo>
                  <a:lnTo>
                    <a:pt x="12543" y="35793"/>
                  </a:lnTo>
                  <a:lnTo>
                    <a:pt x="12543" y="28757"/>
                  </a:lnTo>
                  <a:lnTo>
                    <a:pt x="20803" y="28757"/>
                  </a:lnTo>
                  <a:lnTo>
                    <a:pt x="20803" y="25086"/>
                  </a:lnTo>
                  <a:lnTo>
                    <a:pt x="20803" y="24168"/>
                  </a:lnTo>
                  <a:lnTo>
                    <a:pt x="21109" y="21109"/>
                  </a:lnTo>
                  <a:lnTo>
                    <a:pt x="23556" y="19273"/>
                  </a:lnTo>
                  <a:lnTo>
                    <a:pt x="24168" y="19273"/>
                  </a:lnTo>
                  <a:lnTo>
                    <a:pt x="24780" y="18968"/>
                  </a:lnTo>
                  <a:lnTo>
                    <a:pt x="25697" y="18968"/>
                  </a:lnTo>
                  <a:lnTo>
                    <a:pt x="26615" y="18662"/>
                  </a:lnTo>
                  <a:lnTo>
                    <a:pt x="28145" y="18662"/>
                  </a:lnTo>
                  <a:lnTo>
                    <a:pt x="28145" y="18968"/>
                  </a:lnTo>
                  <a:lnTo>
                    <a:pt x="28756" y="18968"/>
                  </a:lnTo>
                  <a:lnTo>
                    <a:pt x="29368" y="17744"/>
                  </a:lnTo>
                  <a:lnTo>
                    <a:pt x="30286" y="17132"/>
                  </a:lnTo>
                  <a:lnTo>
                    <a:pt x="30898" y="16520"/>
                  </a:lnTo>
                  <a:lnTo>
                    <a:pt x="31816" y="15908"/>
                  </a:lnTo>
                  <a:lnTo>
                    <a:pt x="33345" y="15602"/>
                  </a:lnTo>
                  <a:lnTo>
                    <a:pt x="33651" y="14685"/>
                  </a:lnTo>
                  <a:lnTo>
                    <a:pt x="33039" y="13767"/>
                  </a:lnTo>
                  <a:lnTo>
                    <a:pt x="33345" y="13461"/>
                  </a:lnTo>
                  <a:lnTo>
                    <a:pt x="33345" y="12849"/>
                  </a:lnTo>
                  <a:lnTo>
                    <a:pt x="34263" y="12543"/>
                  </a:lnTo>
                  <a:lnTo>
                    <a:pt x="35486" y="12237"/>
                  </a:lnTo>
                  <a:lnTo>
                    <a:pt x="35181" y="11626"/>
                  </a:lnTo>
                  <a:lnTo>
                    <a:pt x="35486" y="11320"/>
                  </a:lnTo>
                  <a:lnTo>
                    <a:pt x="36098" y="11320"/>
                  </a:lnTo>
                  <a:lnTo>
                    <a:pt x="36098" y="11320"/>
                  </a:lnTo>
                  <a:lnTo>
                    <a:pt x="37322" y="11320"/>
                  </a:lnTo>
                  <a:lnTo>
                    <a:pt x="37628" y="11320"/>
                  </a:lnTo>
                  <a:lnTo>
                    <a:pt x="39463" y="11320"/>
                  </a:lnTo>
                  <a:lnTo>
                    <a:pt x="39463" y="11320"/>
                  </a:lnTo>
                  <a:lnTo>
                    <a:pt x="39463" y="11014"/>
                  </a:lnTo>
                  <a:lnTo>
                    <a:pt x="39463" y="10708"/>
                  </a:lnTo>
                  <a:lnTo>
                    <a:pt x="39769" y="10402"/>
                  </a:lnTo>
                  <a:close/>
                </a:path>
              </a:pathLst>
            </a:custGeom>
            <a:solidFill>
              <a:srgbClr val="F7475D"/>
            </a:solid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2" name="Google Shape;1952;p61"/>
            <p:cNvSpPr/>
            <p:nvPr/>
          </p:nvSpPr>
          <p:spPr>
            <a:xfrm>
              <a:off x="4853900" y="3916700"/>
              <a:ext cx="451250" cy="894825"/>
            </a:xfrm>
            <a:custGeom>
              <a:rect b="b" l="l" r="r" t="t"/>
              <a:pathLst>
                <a:path extrusionOk="0" h="35793" w="18050">
                  <a:moveTo>
                    <a:pt x="15602" y="919"/>
                  </a:moveTo>
                  <a:lnTo>
                    <a:pt x="15908" y="1530"/>
                  </a:lnTo>
                  <a:lnTo>
                    <a:pt x="16520" y="2448"/>
                  </a:lnTo>
                  <a:lnTo>
                    <a:pt x="16826" y="3672"/>
                  </a:lnTo>
                  <a:lnTo>
                    <a:pt x="17132" y="4590"/>
                  </a:lnTo>
                  <a:lnTo>
                    <a:pt x="17132" y="6425"/>
                  </a:lnTo>
                  <a:lnTo>
                    <a:pt x="17438" y="7343"/>
                  </a:lnTo>
                  <a:lnTo>
                    <a:pt x="18049" y="8566"/>
                  </a:lnTo>
                  <a:lnTo>
                    <a:pt x="17743" y="9178"/>
                  </a:lnTo>
                  <a:lnTo>
                    <a:pt x="17438" y="10096"/>
                  </a:lnTo>
                  <a:lnTo>
                    <a:pt x="16826" y="9790"/>
                  </a:lnTo>
                  <a:lnTo>
                    <a:pt x="16520" y="8872"/>
                  </a:lnTo>
                  <a:lnTo>
                    <a:pt x="16214" y="8872"/>
                  </a:lnTo>
                  <a:lnTo>
                    <a:pt x="15908" y="9178"/>
                  </a:lnTo>
                  <a:lnTo>
                    <a:pt x="16214" y="9790"/>
                  </a:lnTo>
                  <a:lnTo>
                    <a:pt x="15908" y="10402"/>
                  </a:lnTo>
                  <a:lnTo>
                    <a:pt x="16520" y="10708"/>
                  </a:lnTo>
                  <a:lnTo>
                    <a:pt x="16520" y="11320"/>
                  </a:lnTo>
                  <a:lnTo>
                    <a:pt x="16214" y="12543"/>
                  </a:lnTo>
                  <a:lnTo>
                    <a:pt x="15908" y="12543"/>
                  </a:lnTo>
                  <a:lnTo>
                    <a:pt x="15296" y="13461"/>
                  </a:lnTo>
                  <a:lnTo>
                    <a:pt x="15602" y="14685"/>
                  </a:lnTo>
                  <a:lnTo>
                    <a:pt x="14990" y="16520"/>
                  </a:lnTo>
                  <a:lnTo>
                    <a:pt x="13155" y="22332"/>
                  </a:lnTo>
                  <a:lnTo>
                    <a:pt x="12543" y="24474"/>
                  </a:lnTo>
                  <a:lnTo>
                    <a:pt x="11625" y="27227"/>
                  </a:lnTo>
                  <a:lnTo>
                    <a:pt x="11013" y="29980"/>
                  </a:lnTo>
                  <a:lnTo>
                    <a:pt x="10707" y="30898"/>
                  </a:lnTo>
                  <a:lnTo>
                    <a:pt x="9484" y="33957"/>
                  </a:lnTo>
                  <a:lnTo>
                    <a:pt x="8566" y="34569"/>
                  </a:lnTo>
                  <a:lnTo>
                    <a:pt x="7648" y="34569"/>
                  </a:lnTo>
                  <a:lnTo>
                    <a:pt x="5813" y="35793"/>
                  </a:lnTo>
                  <a:lnTo>
                    <a:pt x="4895" y="35793"/>
                  </a:lnTo>
                  <a:lnTo>
                    <a:pt x="3977" y="35181"/>
                  </a:lnTo>
                  <a:lnTo>
                    <a:pt x="2754" y="34875"/>
                  </a:lnTo>
                  <a:lnTo>
                    <a:pt x="1836" y="34263"/>
                  </a:lnTo>
                  <a:lnTo>
                    <a:pt x="1530" y="33039"/>
                  </a:lnTo>
                  <a:lnTo>
                    <a:pt x="1224" y="32428"/>
                  </a:lnTo>
                  <a:lnTo>
                    <a:pt x="918" y="32122"/>
                  </a:lnTo>
                  <a:lnTo>
                    <a:pt x="918" y="30592"/>
                  </a:lnTo>
                  <a:lnTo>
                    <a:pt x="1224" y="30286"/>
                  </a:lnTo>
                  <a:lnTo>
                    <a:pt x="1224" y="29980"/>
                  </a:lnTo>
                  <a:lnTo>
                    <a:pt x="918" y="29674"/>
                  </a:lnTo>
                  <a:lnTo>
                    <a:pt x="918" y="29063"/>
                  </a:lnTo>
                  <a:lnTo>
                    <a:pt x="306" y="28145"/>
                  </a:lnTo>
                  <a:lnTo>
                    <a:pt x="1" y="26921"/>
                  </a:lnTo>
                  <a:lnTo>
                    <a:pt x="1" y="26615"/>
                  </a:lnTo>
                  <a:lnTo>
                    <a:pt x="1" y="26309"/>
                  </a:lnTo>
                  <a:lnTo>
                    <a:pt x="612" y="25086"/>
                  </a:lnTo>
                  <a:lnTo>
                    <a:pt x="612" y="24168"/>
                  </a:lnTo>
                  <a:lnTo>
                    <a:pt x="1224" y="24168"/>
                  </a:lnTo>
                  <a:lnTo>
                    <a:pt x="1530" y="22944"/>
                  </a:lnTo>
                  <a:lnTo>
                    <a:pt x="2142" y="22332"/>
                  </a:lnTo>
                  <a:lnTo>
                    <a:pt x="3060" y="20497"/>
                  </a:lnTo>
                  <a:lnTo>
                    <a:pt x="2754" y="19885"/>
                  </a:lnTo>
                  <a:lnTo>
                    <a:pt x="3060" y="19273"/>
                  </a:lnTo>
                  <a:lnTo>
                    <a:pt x="2448" y="18356"/>
                  </a:lnTo>
                  <a:lnTo>
                    <a:pt x="2448" y="17438"/>
                  </a:lnTo>
                  <a:lnTo>
                    <a:pt x="1836" y="16520"/>
                  </a:lnTo>
                  <a:lnTo>
                    <a:pt x="1836" y="14685"/>
                  </a:lnTo>
                  <a:lnTo>
                    <a:pt x="1836" y="14685"/>
                  </a:lnTo>
                  <a:lnTo>
                    <a:pt x="1836" y="14073"/>
                  </a:lnTo>
                  <a:lnTo>
                    <a:pt x="2754" y="11931"/>
                  </a:lnTo>
                  <a:lnTo>
                    <a:pt x="3060" y="10708"/>
                  </a:lnTo>
                  <a:lnTo>
                    <a:pt x="3671" y="10708"/>
                  </a:lnTo>
                  <a:lnTo>
                    <a:pt x="3977" y="11014"/>
                  </a:lnTo>
                  <a:lnTo>
                    <a:pt x="4895" y="10096"/>
                  </a:lnTo>
                  <a:lnTo>
                    <a:pt x="5201" y="10708"/>
                  </a:lnTo>
                  <a:lnTo>
                    <a:pt x="5507" y="10096"/>
                  </a:lnTo>
                  <a:lnTo>
                    <a:pt x="5813" y="10096"/>
                  </a:lnTo>
                  <a:lnTo>
                    <a:pt x="6119" y="9790"/>
                  </a:lnTo>
                  <a:lnTo>
                    <a:pt x="6425" y="9790"/>
                  </a:lnTo>
                  <a:lnTo>
                    <a:pt x="6731" y="9790"/>
                  </a:lnTo>
                  <a:lnTo>
                    <a:pt x="7036" y="9790"/>
                  </a:lnTo>
                  <a:lnTo>
                    <a:pt x="7036" y="9484"/>
                  </a:lnTo>
                  <a:lnTo>
                    <a:pt x="7342" y="9484"/>
                  </a:lnTo>
                  <a:lnTo>
                    <a:pt x="7648" y="9790"/>
                  </a:lnTo>
                  <a:lnTo>
                    <a:pt x="7648" y="9178"/>
                  </a:lnTo>
                  <a:lnTo>
                    <a:pt x="7954" y="8872"/>
                  </a:lnTo>
                  <a:lnTo>
                    <a:pt x="9178" y="8261"/>
                  </a:lnTo>
                  <a:lnTo>
                    <a:pt x="9484" y="8566"/>
                  </a:lnTo>
                  <a:lnTo>
                    <a:pt x="9178" y="8872"/>
                  </a:lnTo>
                  <a:lnTo>
                    <a:pt x="9790" y="8872"/>
                  </a:lnTo>
                  <a:lnTo>
                    <a:pt x="9484" y="8261"/>
                  </a:lnTo>
                  <a:lnTo>
                    <a:pt x="10096" y="7343"/>
                  </a:lnTo>
                  <a:lnTo>
                    <a:pt x="10096" y="7037"/>
                  </a:lnTo>
                  <a:lnTo>
                    <a:pt x="10402" y="6731"/>
                  </a:lnTo>
                  <a:lnTo>
                    <a:pt x="10707" y="7037"/>
                  </a:lnTo>
                  <a:lnTo>
                    <a:pt x="10402" y="7343"/>
                  </a:lnTo>
                  <a:lnTo>
                    <a:pt x="10402" y="7955"/>
                  </a:lnTo>
                  <a:lnTo>
                    <a:pt x="10402" y="7955"/>
                  </a:lnTo>
                  <a:lnTo>
                    <a:pt x="10707" y="7649"/>
                  </a:lnTo>
                  <a:lnTo>
                    <a:pt x="11013" y="6731"/>
                  </a:lnTo>
                  <a:lnTo>
                    <a:pt x="11013" y="6119"/>
                  </a:lnTo>
                  <a:lnTo>
                    <a:pt x="11319" y="5813"/>
                  </a:lnTo>
                  <a:lnTo>
                    <a:pt x="11625" y="5813"/>
                  </a:lnTo>
                  <a:lnTo>
                    <a:pt x="11931" y="5813"/>
                  </a:lnTo>
                  <a:lnTo>
                    <a:pt x="11931" y="5813"/>
                  </a:lnTo>
                  <a:lnTo>
                    <a:pt x="11931" y="5507"/>
                  </a:lnTo>
                  <a:lnTo>
                    <a:pt x="11625" y="5813"/>
                  </a:lnTo>
                  <a:lnTo>
                    <a:pt x="11625" y="5507"/>
                  </a:lnTo>
                  <a:lnTo>
                    <a:pt x="11625" y="5507"/>
                  </a:lnTo>
                  <a:lnTo>
                    <a:pt x="11931" y="5201"/>
                  </a:lnTo>
                  <a:lnTo>
                    <a:pt x="11625" y="5201"/>
                  </a:lnTo>
                  <a:lnTo>
                    <a:pt x="11931" y="4895"/>
                  </a:lnTo>
                  <a:lnTo>
                    <a:pt x="11625" y="4895"/>
                  </a:lnTo>
                  <a:lnTo>
                    <a:pt x="11625" y="4590"/>
                  </a:lnTo>
                  <a:lnTo>
                    <a:pt x="11625" y="3978"/>
                  </a:lnTo>
                  <a:lnTo>
                    <a:pt x="11931" y="3978"/>
                  </a:lnTo>
                  <a:lnTo>
                    <a:pt x="12237" y="3978"/>
                  </a:lnTo>
                  <a:lnTo>
                    <a:pt x="12237" y="4590"/>
                  </a:lnTo>
                  <a:lnTo>
                    <a:pt x="12543" y="4590"/>
                  </a:lnTo>
                  <a:lnTo>
                    <a:pt x="12543" y="4284"/>
                  </a:lnTo>
                  <a:lnTo>
                    <a:pt x="12543" y="3978"/>
                  </a:lnTo>
                  <a:lnTo>
                    <a:pt x="13155" y="3978"/>
                  </a:lnTo>
                  <a:lnTo>
                    <a:pt x="13155" y="3672"/>
                  </a:lnTo>
                  <a:lnTo>
                    <a:pt x="13461" y="3672"/>
                  </a:lnTo>
                  <a:lnTo>
                    <a:pt x="13767" y="3366"/>
                  </a:lnTo>
                  <a:lnTo>
                    <a:pt x="14072" y="2754"/>
                  </a:lnTo>
                  <a:lnTo>
                    <a:pt x="14072" y="2448"/>
                  </a:lnTo>
                  <a:lnTo>
                    <a:pt x="14072" y="2142"/>
                  </a:lnTo>
                  <a:lnTo>
                    <a:pt x="13767" y="1225"/>
                  </a:lnTo>
                  <a:lnTo>
                    <a:pt x="13767" y="919"/>
                  </a:lnTo>
                  <a:lnTo>
                    <a:pt x="14072" y="1225"/>
                  </a:lnTo>
                  <a:lnTo>
                    <a:pt x="14378" y="919"/>
                  </a:lnTo>
                  <a:lnTo>
                    <a:pt x="14684" y="613"/>
                  </a:lnTo>
                  <a:lnTo>
                    <a:pt x="14684" y="1"/>
                  </a:lnTo>
                  <a:lnTo>
                    <a:pt x="14684" y="1"/>
                  </a:lnTo>
                  <a:lnTo>
                    <a:pt x="14990" y="1"/>
                  </a:lnTo>
                  <a:lnTo>
                    <a:pt x="14990" y="1"/>
                  </a:lnTo>
                  <a:lnTo>
                    <a:pt x="15296" y="307"/>
                  </a:lnTo>
                  <a:lnTo>
                    <a:pt x="14990" y="613"/>
                  </a:lnTo>
                  <a:lnTo>
                    <a:pt x="15602" y="919"/>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3" name="Google Shape;1953;p61"/>
            <p:cNvSpPr/>
            <p:nvPr/>
          </p:nvSpPr>
          <p:spPr>
            <a:xfrm>
              <a:off x="4853900" y="3916700"/>
              <a:ext cx="451250" cy="894825"/>
            </a:xfrm>
            <a:custGeom>
              <a:rect b="b" l="l" r="r" t="t"/>
              <a:pathLst>
                <a:path extrusionOk="0" fill="none" h="35793" w="18050">
                  <a:moveTo>
                    <a:pt x="15602" y="919"/>
                  </a:moveTo>
                  <a:lnTo>
                    <a:pt x="15908" y="1530"/>
                  </a:lnTo>
                  <a:lnTo>
                    <a:pt x="16520" y="2448"/>
                  </a:lnTo>
                  <a:lnTo>
                    <a:pt x="16826" y="3672"/>
                  </a:lnTo>
                  <a:lnTo>
                    <a:pt x="17132" y="4590"/>
                  </a:lnTo>
                  <a:lnTo>
                    <a:pt x="17132" y="6425"/>
                  </a:lnTo>
                  <a:lnTo>
                    <a:pt x="17438" y="7343"/>
                  </a:lnTo>
                  <a:lnTo>
                    <a:pt x="18049" y="8566"/>
                  </a:lnTo>
                  <a:lnTo>
                    <a:pt x="17743" y="9178"/>
                  </a:lnTo>
                  <a:lnTo>
                    <a:pt x="17438" y="10096"/>
                  </a:lnTo>
                  <a:lnTo>
                    <a:pt x="16826" y="9790"/>
                  </a:lnTo>
                  <a:lnTo>
                    <a:pt x="16520" y="8872"/>
                  </a:lnTo>
                  <a:lnTo>
                    <a:pt x="16214" y="8872"/>
                  </a:lnTo>
                  <a:lnTo>
                    <a:pt x="15908" y="9178"/>
                  </a:lnTo>
                  <a:lnTo>
                    <a:pt x="16214" y="9790"/>
                  </a:lnTo>
                  <a:lnTo>
                    <a:pt x="15908" y="10402"/>
                  </a:lnTo>
                  <a:lnTo>
                    <a:pt x="16520" y="10708"/>
                  </a:lnTo>
                  <a:lnTo>
                    <a:pt x="16520" y="11320"/>
                  </a:lnTo>
                  <a:lnTo>
                    <a:pt x="16214" y="12543"/>
                  </a:lnTo>
                  <a:lnTo>
                    <a:pt x="15908" y="12543"/>
                  </a:lnTo>
                  <a:lnTo>
                    <a:pt x="15296" y="13461"/>
                  </a:lnTo>
                  <a:lnTo>
                    <a:pt x="15602" y="14685"/>
                  </a:lnTo>
                  <a:lnTo>
                    <a:pt x="14990" y="16520"/>
                  </a:lnTo>
                  <a:lnTo>
                    <a:pt x="13155" y="22332"/>
                  </a:lnTo>
                  <a:lnTo>
                    <a:pt x="12543" y="24474"/>
                  </a:lnTo>
                  <a:lnTo>
                    <a:pt x="11625" y="27227"/>
                  </a:lnTo>
                  <a:lnTo>
                    <a:pt x="11013" y="29980"/>
                  </a:lnTo>
                  <a:lnTo>
                    <a:pt x="10707" y="30898"/>
                  </a:lnTo>
                  <a:lnTo>
                    <a:pt x="9484" y="33957"/>
                  </a:lnTo>
                  <a:lnTo>
                    <a:pt x="8566" y="34569"/>
                  </a:lnTo>
                  <a:lnTo>
                    <a:pt x="7648" y="34569"/>
                  </a:lnTo>
                  <a:lnTo>
                    <a:pt x="5813" y="35793"/>
                  </a:lnTo>
                  <a:lnTo>
                    <a:pt x="4895" y="35793"/>
                  </a:lnTo>
                  <a:lnTo>
                    <a:pt x="3977" y="35181"/>
                  </a:lnTo>
                  <a:lnTo>
                    <a:pt x="2754" y="34875"/>
                  </a:lnTo>
                  <a:lnTo>
                    <a:pt x="1836" y="34263"/>
                  </a:lnTo>
                  <a:lnTo>
                    <a:pt x="1530" y="33039"/>
                  </a:lnTo>
                  <a:lnTo>
                    <a:pt x="1224" y="32428"/>
                  </a:lnTo>
                  <a:lnTo>
                    <a:pt x="918" y="32122"/>
                  </a:lnTo>
                  <a:lnTo>
                    <a:pt x="918" y="30592"/>
                  </a:lnTo>
                  <a:lnTo>
                    <a:pt x="1224" y="30286"/>
                  </a:lnTo>
                  <a:lnTo>
                    <a:pt x="1224" y="29980"/>
                  </a:lnTo>
                  <a:lnTo>
                    <a:pt x="918" y="29674"/>
                  </a:lnTo>
                  <a:lnTo>
                    <a:pt x="918" y="29063"/>
                  </a:lnTo>
                  <a:lnTo>
                    <a:pt x="306" y="28145"/>
                  </a:lnTo>
                  <a:lnTo>
                    <a:pt x="1" y="26921"/>
                  </a:lnTo>
                  <a:lnTo>
                    <a:pt x="1" y="26615"/>
                  </a:lnTo>
                  <a:lnTo>
                    <a:pt x="1" y="26309"/>
                  </a:lnTo>
                  <a:lnTo>
                    <a:pt x="612" y="25086"/>
                  </a:lnTo>
                  <a:lnTo>
                    <a:pt x="612" y="24168"/>
                  </a:lnTo>
                  <a:lnTo>
                    <a:pt x="1224" y="24168"/>
                  </a:lnTo>
                  <a:lnTo>
                    <a:pt x="1530" y="22944"/>
                  </a:lnTo>
                  <a:lnTo>
                    <a:pt x="2142" y="22332"/>
                  </a:lnTo>
                  <a:lnTo>
                    <a:pt x="3060" y="20497"/>
                  </a:lnTo>
                  <a:lnTo>
                    <a:pt x="2754" y="19885"/>
                  </a:lnTo>
                  <a:lnTo>
                    <a:pt x="3060" y="19273"/>
                  </a:lnTo>
                  <a:lnTo>
                    <a:pt x="2448" y="18356"/>
                  </a:lnTo>
                  <a:lnTo>
                    <a:pt x="2448" y="17438"/>
                  </a:lnTo>
                  <a:lnTo>
                    <a:pt x="1836" y="16520"/>
                  </a:lnTo>
                  <a:lnTo>
                    <a:pt x="1836" y="14685"/>
                  </a:lnTo>
                  <a:lnTo>
                    <a:pt x="1836" y="14685"/>
                  </a:lnTo>
                  <a:lnTo>
                    <a:pt x="1836" y="14073"/>
                  </a:lnTo>
                  <a:lnTo>
                    <a:pt x="2754" y="11931"/>
                  </a:lnTo>
                  <a:lnTo>
                    <a:pt x="3060" y="10708"/>
                  </a:lnTo>
                  <a:lnTo>
                    <a:pt x="3671" y="10708"/>
                  </a:lnTo>
                  <a:lnTo>
                    <a:pt x="3977" y="11014"/>
                  </a:lnTo>
                  <a:lnTo>
                    <a:pt x="4895" y="10096"/>
                  </a:lnTo>
                  <a:lnTo>
                    <a:pt x="5201" y="10708"/>
                  </a:lnTo>
                  <a:lnTo>
                    <a:pt x="5507" y="10096"/>
                  </a:lnTo>
                  <a:lnTo>
                    <a:pt x="5813" y="10096"/>
                  </a:lnTo>
                  <a:lnTo>
                    <a:pt x="6119" y="9790"/>
                  </a:lnTo>
                  <a:lnTo>
                    <a:pt x="6425" y="9790"/>
                  </a:lnTo>
                  <a:lnTo>
                    <a:pt x="6731" y="9790"/>
                  </a:lnTo>
                  <a:lnTo>
                    <a:pt x="7036" y="9790"/>
                  </a:lnTo>
                  <a:lnTo>
                    <a:pt x="7036" y="9484"/>
                  </a:lnTo>
                  <a:lnTo>
                    <a:pt x="7342" y="9484"/>
                  </a:lnTo>
                  <a:lnTo>
                    <a:pt x="7648" y="9790"/>
                  </a:lnTo>
                  <a:lnTo>
                    <a:pt x="7648" y="9178"/>
                  </a:lnTo>
                  <a:lnTo>
                    <a:pt x="7954" y="8872"/>
                  </a:lnTo>
                  <a:lnTo>
                    <a:pt x="9178" y="8261"/>
                  </a:lnTo>
                  <a:lnTo>
                    <a:pt x="9484" y="8566"/>
                  </a:lnTo>
                  <a:lnTo>
                    <a:pt x="9178" y="8872"/>
                  </a:lnTo>
                  <a:lnTo>
                    <a:pt x="9790" y="8872"/>
                  </a:lnTo>
                  <a:lnTo>
                    <a:pt x="9484" y="8261"/>
                  </a:lnTo>
                  <a:lnTo>
                    <a:pt x="10096" y="7343"/>
                  </a:lnTo>
                  <a:lnTo>
                    <a:pt x="10096" y="7037"/>
                  </a:lnTo>
                  <a:lnTo>
                    <a:pt x="10402" y="6731"/>
                  </a:lnTo>
                  <a:lnTo>
                    <a:pt x="10707" y="7037"/>
                  </a:lnTo>
                  <a:lnTo>
                    <a:pt x="10402" y="7343"/>
                  </a:lnTo>
                  <a:lnTo>
                    <a:pt x="10402" y="7955"/>
                  </a:lnTo>
                  <a:lnTo>
                    <a:pt x="10402" y="7955"/>
                  </a:lnTo>
                  <a:lnTo>
                    <a:pt x="10707" y="7649"/>
                  </a:lnTo>
                  <a:lnTo>
                    <a:pt x="11013" y="6731"/>
                  </a:lnTo>
                  <a:lnTo>
                    <a:pt x="11013" y="6119"/>
                  </a:lnTo>
                  <a:lnTo>
                    <a:pt x="11319" y="5813"/>
                  </a:lnTo>
                  <a:lnTo>
                    <a:pt x="11625" y="5813"/>
                  </a:lnTo>
                  <a:lnTo>
                    <a:pt x="11931" y="5813"/>
                  </a:lnTo>
                  <a:lnTo>
                    <a:pt x="11931" y="5813"/>
                  </a:lnTo>
                  <a:lnTo>
                    <a:pt x="11931" y="5507"/>
                  </a:lnTo>
                  <a:lnTo>
                    <a:pt x="11625" y="5813"/>
                  </a:lnTo>
                  <a:lnTo>
                    <a:pt x="11625" y="5507"/>
                  </a:lnTo>
                  <a:lnTo>
                    <a:pt x="11625" y="5507"/>
                  </a:lnTo>
                  <a:lnTo>
                    <a:pt x="11931" y="5201"/>
                  </a:lnTo>
                  <a:lnTo>
                    <a:pt x="11625" y="5201"/>
                  </a:lnTo>
                  <a:lnTo>
                    <a:pt x="11931" y="4895"/>
                  </a:lnTo>
                  <a:lnTo>
                    <a:pt x="11625" y="4895"/>
                  </a:lnTo>
                  <a:lnTo>
                    <a:pt x="11625" y="4590"/>
                  </a:lnTo>
                  <a:lnTo>
                    <a:pt x="11625" y="3978"/>
                  </a:lnTo>
                  <a:lnTo>
                    <a:pt x="11931" y="3978"/>
                  </a:lnTo>
                  <a:lnTo>
                    <a:pt x="12237" y="3978"/>
                  </a:lnTo>
                  <a:lnTo>
                    <a:pt x="12237" y="4590"/>
                  </a:lnTo>
                  <a:lnTo>
                    <a:pt x="12543" y="4590"/>
                  </a:lnTo>
                  <a:lnTo>
                    <a:pt x="12543" y="4284"/>
                  </a:lnTo>
                  <a:lnTo>
                    <a:pt x="12543" y="3978"/>
                  </a:lnTo>
                  <a:lnTo>
                    <a:pt x="13155" y="3978"/>
                  </a:lnTo>
                  <a:lnTo>
                    <a:pt x="13155" y="3672"/>
                  </a:lnTo>
                  <a:lnTo>
                    <a:pt x="13461" y="3672"/>
                  </a:lnTo>
                  <a:lnTo>
                    <a:pt x="13767" y="3366"/>
                  </a:lnTo>
                  <a:lnTo>
                    <a:pt x="14072" y="2754"/>
                  </a:lnTo>
                  <a:lnTo>
                    <a:pt x="14072" y="2448"/>
                  </a:lnTo>
                  <a:lnTo>
                    <a:pt x="14072" y="2142"/>
                  </a:lnTo>
                  <a:lnTo>
                    <a:pt x="13767" y="1225"/>
                  </a:lnTo>
                  <a:lnTo>
                    <a:pt x="13767" y="919"/>
                  </a:lnTo>
                  <a:lnTo>
                    <a:pt x="14072" y="1225"/>
                  </a:lnTo>
                  <a:lnTo>
                    <a:pt x="14378" y="919"/>
                  </a:lnTo>
                  <a:lnTo>
                    <a:pt x="14684" y="613"/>
                  </a:lnTo>
                  <a:lnTo>
                    <a:pt x="14684" y="1"/>
                  </a:lnTo>
                  <a:lnTo>
                    <a:pt x="14684" y="1"/>
                  </a:lnTo>
                  <a:lnTo>
                    <a:pt x="14990" y="1"/>
                  </a:lnTo>
                  <a:lnTo>
                    <a:pt x="14990" y="1"/>
                  </a:lnTo>
                  <a:lnTo>
                    <a:pt x="15296" y="307"/>
                  </a:lnTo>
                  <a:lnTo>
                    <a:pt x="14990" y="613"/>
                  </a:lnTo>
                  <a:lnTo>
                    <a:pt x="15602" y="919"/>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4" name="Google Shape;1954;p61"/>
            <p:cNvSpPr/>
            <p:nvPr/>
          </p:nvSpPr>
          <p:spPr>
            <a:xfrm>
              <a:off x="5159800" y="3993200"/>
              <a:ext cx="15325" cy="15300"/>
            </a:xfrm>
            <a:custGeom>
              <a:rect b="b" l="l" r="r" t="t"/>
              <a:pathLst>
                <a:path extrusionOk="0" h="612" w="613">
                  <a:moveTo>
                    <a:pt x="307" y="0"/>
                  </a:moveTo>
                  <a:lnTo>
                    <a:pt x="613" y="612"/>
                  </a:lnTo>
                  <a:lnTo>
                    <a:pt x="307" y="612"/>
                  </a:lnTo>
                  <a:lnTo>
                    <a:pt x="307" y="612"/>
                  </a:lnTo>
                  <a:lnTo>
                    <a:pt x="1" y="306"/>
                  </a:lnTo>
                  <a:lnTo>
                    <a:pt x="1" y="306"/>
                  </a:lnTo>
                  <a:lnTo>
                    <a:pt x="1" y="0"/>
                  </a:lnTo>
                  <a:lnTo>
                    <a:pt x="307"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5" name="Google Shape;1955;p61"/>
            <p:cNvSpPr/>
            <p:nvPr/>
          </p:nvSpPr>
          <p:spPr>
            <a:xfrm>
              <a:off x="5159800" y="3993200"/>
              <a:ext cx="15325" cy="15300"/>
            </a:xfrm>
            <a:custGeom>
              <a:rect b="b" l="l" r="r" t="t"/>
              <a:pathLst>
                <a:path extrusionOk="0" fill="none" h="612" w="613">
                  <a:moveTo>
                    <a:pt x="307" y="0"/>
                  </a:moveTo>
                  <a:lnTo>
                    <a:pt x="613" y="612"/>
                  </a:lnTo>
                  <a:lnTo>
                    <a:pt x="307" y="612"/>
                  </a:lnTo>
                  <a:lnTo>
                    <a:pt x="307" y="612"/>
                  </a:lnTo>
                  <a:lnTo>
                    <a:pt x="1" y="306"/>
                  </a:lnTo>
                  <a:lnTo>
                    <a:pt x="1" y="306"/>
                  </a:lnTo>
                  <a:lnTo>
                    <a:pt x="1" y="0"/>
                  </a:lnTo>
                  <a:lnTo>
                    <a:pt x="307"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6" name="Google Shape;1956;p61"/>
            <p:cNvSpPr/>
            <p:nvPr/>
          </p:nvSpPr>
          <p:spPr>
            <a:xfrm>
              <a:off x="5266875" y="4222625"/>
              <a:ext cx="7675" cy="15325"/>
            </a:xfrm>
            <a:custGeom>
              <a:rect b="b" l="l" r="r" t="t"/>
              <a:pathLst>
                <a:path extrusionOk="0" h="613" w="307">
                  <a:moveTo>
                    <a:pt x="307" y="0"/>
                  </a:moveTo>
                  <a:lnTo>
                    <a:pt x="1" y="612"/>
                  </a:lnTo>
                  <a:lnTo>
                    <a:pt x="1" y="306"/>
                  </a:lnTo>
                  <a:lnTo>
                    <a:pt x="1"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7" name="Google Shape;1957;p61"/>
            <p:cNvSpPr/>
            <p:nvPr/>
          </p:nvSpPr>
          <p:spPr>
            <a:xfrm>
              <a:off x="5266875" y="4222625"/>
              <a:ext cx="7675" cy="15325"/>
            </a:xfrm>
            <a:custGeom>
              <a:rect b="b" l="l" r="r" t="t"/>
              <a:pathLst>
                <a:path extrusionOk="0" fill="none" h="613" w="307">
                  <a:moveTo>
                    <a:pt x="307" y="0"/>
                  </a:moveTo>
                  <a:lnTo>
                    <a:pt x="1" y="612"/>
                  </a:lnTo>
                  <a:lnTo>
                    <a:pt x="1" y="306"/>
                  </a:lnTo>
                  <a:lnTo>
                    <a:pt x="1"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58" name="Google Shape;1958;p61"/>
            <p:cNvSpPr/>
            <p:nvPr/>
          </p:nvSpPr>
          <p:spPr>
            <a:xfrm>
              <a:off x="1397100" y="1553525"/>
              <a:ext cx="1024825" cy="971300"/>
            </a:xfrm>
            <a:custGeom>
              <a:rect b="b" l="l" r="r" t="t"/>
              <a:pathLst>
                <a:path extrusionOk="0" h="38852" w="40993">
                  <a:moveTo>
                    <a:pt x="40992" y="15908"/>
                  </a:moveTo>
                  <a:lnTo>
                    <a:pt x="40992" y="21109"/>
                  </a:lnTo>
                  <a:lnTo>
                    <a:pt x="40687" y="21721"/>
                  </a:lnTo>
                  <a:lnTo>
                    <a:pt x="40687" y="23250"/>
                  </a:lnTo>
                  <a:lnTo>
                    <a:pt x="40381" y="24474"/>
                  </a:lnTo>
                  <a:lnTo>
                    <a:pt x="39463" y="25392"/>
                  </a:lnTo>
                  <a:lnTo>
                    <a:pt x="39157" y="25698"/>
                  </a:lnTo>
                  <a:lnTo>
                    <a:pt x="37016" y="25698"/>
                  </a:lnTo>
                  <a:lnTo>
                    <a:pt x="34262" y="26003"/>
                  </a:lnTo>
                  <a:lnTo>
                    <a:pt x="32733" y="26615"/>
                  </a:lnTo>
                  <a:lnTo>
                    <a:pt x="31203" y="26615"/>
                  </a:lnTo>
                  <a:lnTo>
                    <a:pt x="28756" y="26309"/>
                  </a:lnTo>
                  <a:lnTo>
                    <a:pt x="27838" y="26921"/>
                  </a:lnTo>
                  <a:lnTo>
                    <a:pt x="26309" y="27839"/>
                  </a:lnTo>
                  <a:lnTo>
                    <a:pt x="25697" y="27839"/>
                  </a:lnTo>
                  <a:lnTo>
                    <a:pt x="25697" y="28451"/>
                  </a:lnTo>
                  <a:lnTo>
                    <a:pt x="25391" y="28757"/>
                  </a:lnTo>
                  <a:lnTo>
                    <a:pt x="24473" y="28451"/>
                  </a:lnTo>
                  <a:lnTo>
                    <a:pt x="24167" y="28451"/>
                  </a:lnTo>
                  <a:lnTo>
                    <a:pt x="24167" y="28451"/>
                  </a:lnTo>
                  <a:lnTo>
                    <a:pt x="23555" y="29063"/>
                  </a:lnTo>
                  <a:lnTo>
                    <a:pt x="23250" y="29980"/>
                  </a:lnTo>
                  <a:lnTo>
                    <a:pt x="22332" y="29980"/>
                  </a:lnTo>
                  <a:lnTo>
                    <a:pt x="22332" y="30898"/>
                  </a:lnTo>
                  <a:lnTo>
                    <a:pt x="22026" y="31204"/>
                  </a:lnTo>
                  <a:lnTo>
                    <a:pt x="22026" y="31204"/>
                  </a:lnTo>
                  <a:lnTo>
                    <a:pt x="20802" y="30592"/>
                  </a:lnTo>
                  <a:lnTo>
                    <a:pt x="20802" y="30592"/>
                  </a:lnTo>
                  <a:lnTo>
                    <a:pt x="20496" y="30592"/>
                  </a:lnTo>
                  <a:lnTo>
                    <a:pt x="19885" y="31204"/>
                  </a:lnTo>
                  <a:lnTo>
                    <a:pt x="19885" y="32122"/>
                  </a:lnTo>
                  <a:lnTo>
                    <a:pt x="19885" y="32428"/>
                  </a:lnTo>
                  <a:lnTo>
                    <a:pt x="19273" y="32428"/>
                  </a:lnTo>
                  <a:lnTo>
                    <a:pt x="19579" y="32734"/>
                  </a:lnTo>
                  <a:lnTo>
                    <a:pt x="19579" y="33345"/>
                  </a:lnTo>
                  <a:lnTo>
                    <a:pt x="18967" y="33957"/>
                  </a:lnTo>
                  <a:lnTo>
                    <a:pt x="18661" y="34263"/>
                  </a:lnTo>
                  <a:lnTo>
                    <a:pt x="17743" y="34263"/>
                  </a:lnTo>
                  <a:lnTo>
                    <a:pt x="17437" y="34875"/>
                  </a:lnTo>
                  <a:lnTo>
                    <a:pt x="17743" y="35487"/>
                  </a:lnTo>
                  <a:lnTo>
                    <a:pt x="17437" y="36099"/>
                  </a:lnTo>
                  <a:lnTo>
                    <a:pt x="16825" y="36710"/>
                  </a:lnTo>
                  <a:lnTo>
                    <a:pt x="17131" y="37322"/>
                  </a:lnTo>
                  <a:lnTo>
                    <a:pt x="16825" y="38240"/>
                  </a:lnTo>
                  <a:lnTo>
                    <a:pt x="16214" y="38240"/>
                  </a:lnTo>
                  <a:lnTo>
                    <a:pt x="15602" y="38852"/>
                  </a:lnTo>
                  <a:lnTo>
                    <a:pt x="15296" y="38852"/>
                  </a:lnTo>
                  <a:lnTo>
                    <a:pt x="14990" y="38546"/>
                  </a:lnTo>
                  <a:lnTo>
                    <a:pt x="15296" y="38240"/>
                  </a:lnTo>
                  <a:lnTo>
                    <a:pt x="14990" y="37628"/>
                  </a:lnTo>
                  <a:lnTo>
                    <a:pt x="14684" y="37628"/>
                  </a:lnTo>
                  <a:lnTo>
                    <a:pt x="14378" y="37934"/>
                  </a:lnTo>
                  <a:lnTo>
                    <a:pt x="14072" y="37628"/>
                  </a:lnTo>
                  <a:lnTo>
                    <a:pt x="14072" y="38240"/>
                  </a:lnTo>
                  <a:lnTo>
                    <a:pt x="13154" y="38546"/>
                  </a:lnTo>
                  <a:lnTo>
                    <a:pt x="13154" y="38852"/>
                  </a:lnTo>
                  <a:lnTo>
                    <a:pt x="12237" y="38546"/>
                  </a:lnTo>
                  <a:lnTo>
                    <a:pt x="11931" y="38240"/>
                  </a:lnTo>
                  <a:lnTo>
                    <a:pt x="11319" y="38240"/>
                  </a:lnTo>
                  <a:lnTo>
                    <a:pt x="11013" y="38852"/>
                  </a:lnTo>
                  <a:lnTo>
                    <a:pt x="10707" y="38852"/>
                  </a:lnTo>
                  <a:lnTo>
                    <a:pt x="10707" y="38546"/>
                  </a:lnTo>
                  <a:lnTo>
                    <a:pt x="10095" y="38240"/>
                  </a:lnTo>
                  <a:lnTo>
                    <a:pt x="10095" y="37934"/>
                  </a:lnTo>
                  <a:lnTo>
                    <a:pt x="9789" y="36710"/>
                  </a:lnTo>
                  <a:lnTo>
                    <a:pt x="9483" y="36710"/>
                  </a:lnTo>
                  <a:lnTo>
                    <a:pt x="9178" y="37016"/>
                  </a:lnTo>
                  <a:lnTo>
                    <a:pt x="8872" y="36710"/>
                  </a:lnTo>
                  <a:lnTo>
                    <a:pt x="9178" y="36405"/>
                  </a:lnTo>
                  <a:lnTo>
                    <a:pt x="9789" y="36099"/>
                  </a:lnTo>
                  <a:lnTo>
                    <a:pt x="9178" y="35487"/>
                  </a:lnTo>
                  <a:lnTo>
                    <a:pt x="8872" y="35181"/>
                  </a:lnTo>
                  <a:lnTo>
                    <a:pt x="8566" y="35181"/>
                  </a:lnTo>
                  <a:lnTo>
                    <a:pt x="8566" y="34263"/>
                  </a:lnTo>
                  <a:lnTo>
                    <a:pt x="7954" y="33039"/>
                  </a:lnTo>
                  <a:lnTo>
                    <a:pt x="7342" y="33039"/>
                  </a:lnTo>
                  <a:lnTo>
                    <a:pt x="7342" y="33651"/>
                  </a:lnTo>
                  <a:lnTo>
                    <a:pt x="6730" y="33957"/>
                  </a:lnTo>
                  <a:lnTo>
                    <a:pt x="6424" y="34263"/>
                  </a:lnTo>
                  <a:lnTo>
                    <a:pt x="4895" y="33651"/>
                  </a:lnTo>
                  <a:lnTo>
                    <a:pt x="4283" y="33957"/>
                  </a:lnTo>
                  <a:lnTo>
                    <a:pt x="3977" y="34569"/>
                  </a:lnTo>
                  <a:lnTo>
                    <a:pt x="3671" y="33957"/>
                  </a:lnTo>
                  <a:lnTo>
                    <a:pt x="3365" y="33651"/>
                  </a:lnTo>
                  <a:lnTo>
                    <a:pt x="3059" y="33651"/>
                  </a:lnTo>
                  <a:lnTo>
                    <a:pt x="2753" y="34263"/>
                  </a:lnTo>
                  <a:lnTo>
                    <a:pt x="2448" y="34263"/>
                  </a:lnTo>
                  <a:lnTo>
                    <a:pt x="1836" y="33651"/>
                  </a:lnTo>
                  <a:lnTo>
                    <a:pt x="2142" y="33345"/>
                  </a:lnTo>
                  <a:lnTo>
                    <a:pt x="2142" y="33039"/>
                  </a:lnTo>
                  <a:lnTo>
                    <a:pt x="2142" y="32428"/>
                  </a:lnTo>
                  <a:lnTo>
                    <a:pt x="2142" y="32428"/>
                  </a:lnTo>
                  <a:lnTo>
                    <a:pt x="2142" y="31510"/>
                  </a:lnTo>
                  <a:lnTo>
                    <a:pt x="1836" y="30898"/>
                  </a:lnTo>
                  <a:lnTo>
                    <a:pt x="1530" y="30592"/>
                  </a:lnTo>
                  <a:lnTo>
                    <a:pt x="1224" y="30898"/>
                  </a:lnTo>
                  <a:lnTo>
                    <a:pt x="612" y="29980"/>
                  </a:lnTo>
                  <a:lnTo>
                    <a:pt x="918" y="29369"/>
                  </a:lnTo>
                  <a:lnTo>
                    <a:pt x="612" y="29063"/>
                  </a:lnTo>
                  <a:lnTo>
                    <a:pt x="612" y="28451"/>
                  </a:lnTo>
                  <a:lnTo>
                    <a:pt x="306" y="28145"/>
                  </a:lnTo>
                  <a:lnTo>
                    <a:pt x="306" y="27533"/>
                  </a:lnTo>
                  <a:lnTo>
                    <a:pt x="0" y="27227"/>
                  </a:lnTo>
                  <a:lnTo>
                    <a:pt x="612" y="27227"/>
                  </a:lnTo>
                  <a:lnTo>
                    <a:pt x="918" y="26921"/>
                  </a:lnTo>
                  <a:lnTo>
                    <a:pt x="1224" y="26003"/>
                  </a:lnTo>
                  <a:lnTo>
                    <a:pt x="1530" y="25392"/>
                  </a:lnTo>
                  <a:lnTo>
                    <a:pt x="2142" y="25086"/>
                  </a:lnTo>
                  <a:lnTo>
                    <a:pt x="3365" y="26309"/>
                  </a:lnTo>
                  <a:lnTo>
                    <a:pt x="3977" y="25392"/>
                  </a:lnTo>
                  <a:lnTo>
                    <a:pt x="6118" y="25698"/>
                  </a:lnTo>
                  <a:lnTo>
                    <a:pt x="7036" y="25392"/>
                  </a:lnTo>
                  <a:lnTo>
                    <a:pt x="7342" y="24780"/>
                  </a:lnTo>
                  <a:lnTo>
                    <a:pt x="7342" y="25086"/>
                  </a:lnTo>
                  <a:lnTo>
                    <a:pt x="7648" y="25392"/>
                  </a:lnTo>
                  <a:lnTo>
                    <a:pt x="16519" y="25392"/>
                  </a:lnTo>
                  <a:lnTo>
                    <a:pt x="16825" y="25086"/>
                  </a:lnTo>
                  <a:lnTo>
                    <a:pt x="17131" y="23250"/>
                  </a:lnTo>
                  <a:lnTo>
                    <a:pt x="16519" y="22333"/>
                  </a:lnTo>
                  <a:lnTo>
                    <a:pt x="14378" y="307"/>
                  </a:lnTo>
                  <a:lnTo>
                    <a:pt x="14378" y="1"/>
                  </a:lnTo>
                  <a:lnTo>
                    <a:pt x="18661" y="1"/>
                  </a:lnTo>
                  <a:lnTo>
                    <a:pt x="24167" y="3978"/>
                  </a:lnTo>
                  <a:lnTo>
                    <a:pt x="24167" y="3978"/>
                  </a:lnTo>
                  <a:lnTo>
                    <a:pt x="25391" y="4896"/>
                  </a:lnTo>
                  <a:lnTo>
                    <a:pt x="27838" y="6425"/>
                  </a:lnTo>
                  <a:lnTo>
                    <a:pt x="31203" y="8872"/>
                  </a:lnTo>
                  <a:lnTo>
                    <a:pt x="33345" y="10402"/>
                  </a:lnTo>
                  <a:lnTo>
                    <a:pt x="33651" y="11626"/>
                  </a:lnTo>
                  <a:lnTo>
                    <a:pt x="34568" y="11932"/>
                  </a:lnTo>
                  <a:lnTo>
                    <a:pt x="35180" y="12543"/>
                  </a:lnTo>
                  <a:lnTo>
                    <a:pt x="36098" y="12849"/>
                  </a:lnTo>
                  <a:lnTo>
                    <a:pt x="36404" y="13155"/>
                  </a:lnTo>
                  <a:lnTo>
                    <a:pt x="37322" y="13461"/>
                  </a:lnTo>
                  <a:lnTo>
                    <a:pt x="38545" y="14073"/>
                  </a:lnTo>
                  <a:lnTo>
                    <a:pt x="38545" y="14991"/>
                  </a:lnTo>
                  <a:lnTo>
                    <a:pt x="38545" y="15602"/>
                  </a:lnTo>
                  <a:lnTo>
                    <a:pt x="38851" y="16214"/>
                  </a:lnTo>
                  <a:lnTo>
                    <a:pt x="40992" y="15908"/>
                  </a:lnTo>
                  <a:close/>
                </a:path>
              </a:pathLst>
            </a:custGeom>
            <a:solidFill>
              <a:schemeClr val="accent2"/>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sz="2236"/>
            </a:p>
          </p:txBody>
        </p:sp>
        <p:sp>
          <p:nvSpPr>
            <p:cNvPr id="1959" name="Google Shape;1959;p61"/>
            <p:cNvSpPr/>
            <p:nvPr/>
          </p:nvSpPr>
          <p:spPr>
            <a:xfrm>
              <a:off x="1397100" y="1553525"/>
              <a:ext cx="1024825" cy="971300"/>
            </a:xfrm>
            <a:custGeom>
              <a:rect b="b" l="l" r="r" t="t"/>
              <a:pathLst>
                <a:path extrusionOk="0" fill="none" h="38852" w="40993">
                  <a:moveTo>
                    <a:pt x="40992" y="15908"/>
                  </a:moveTo>
                  <a:lnTo>
                    <a:pt x="40992" y="21109"/>
                  </a:lnTo>
                  <a:lnTo>
                    <a:pt x="40687" y="21721"/>
                  </a:lnTo>
                  <a:lnTo>
                    <a:pt x="40687" y="23250"/>
                  </a:lnTo>
                  <a:lnTo>
                    <a:pt x="40381" y="24474"/>
                  </a:lnTo>
                  <a:lnTo>
                    <a:pt x="39463" y="25392"/>
                  </a:lnTo>
                  <a:lnTo>
                    <a:pt x="39157" y="25698"/>
                  </a:lnTo>
                  <a:lnTo>
                    <a:pt x="37016" y="25698"/>
                  </a:lnTo>
                  <a:lnTo>
                    <a:pt x="34262" y="26003"/>
                  </a:lnTo>
                  <a:lnTo>
                    <a:pt x="32733" y="26615"/>
                  </a:lnTo>
                  <a:lnTo>
                    <a:pt x="31203" y="26615"/>
                  </a:lnTo>
                  <a:lnTo>
                    <a:pt x="28756" y="26309"/>
                  </a:lnTo>
                  <a:lnTo>
                    <a:pt x="27838" y="26921"/>
                  </a:lnTo>
                  <a:lnTo>
                    <a:pt x="26309" y="27839"/>
                  </a:lnTo>
                  <a:lnTo>
                    <a:pt x="25697" y="27839"/>
                  </a:lnTo>
                  <a:lnTo>
                    <a:pt x="25697" y="28451"/>
                  </a:lnTo>
                  <a:lnTo>
                    <a:pt x="25391" y="28757"/>
                  </a:lnTo>
                  <a:lnTo>
                    <a:pt x="24473" y="28451"/>
                  </a:lnTo>
                  <a:lnTo>
                    <a:pt x="24167" y="28451"/>
                  </a:lnTo>
                  <a:lnTo>
                    <a:pt x="24167" y="28451"/>
                  </a:lnTo>
                  <a:lnTo>
                    <a:pt x="23555" y="29063"/>
                  </a:lnTo>
                  <a:lnTo>
                    <a:pt x="23250" y="29980"/>
                  </a:lnTo>
                  <a:lnTo>
                    <a:pt x="22332" y="29980"/>
                  </a:lnTo>
                  <a:lnTo>
                    <a:pt x="22332" y="30898"/>
                  </a:lnTo>
                  <a:lnTo>
                    <a:pt x="22026" y="31204"/>
                  </a:lnTo>
                  <a:lnTo>
                    <a:pt x="22026" y="31204"/>
                  </a:lnTo>
                  <a:lnTo>
                    <a:pt x="20802" y="30592"/>
                  </a:lnTo>
                  <a:lnTo>
                    <a:pt x="20802" y="30592"/>
                  </a:lnTo>
                  <a:lnTo>
                    <a:pt x="20496" y="30592"/>
                  </a:lnTo>
                  <a:lnTo>
                    <a:pt x="19885" y="31204"/>
                  </a:lnTo>
                  <a:lnTo>
                    <a:pt x="19885" y="32122"/>
                  </a:lnTo>
                  <a:lnTo>
                    <a:pt x="19885" y="32428"/>
                  </a:lnTo>
                  <a:lnTo>
                    <a:pt x="19273" y="32428"/>
                  </a:lnTo>
                  <a:lnTo>
                    <a:pt x="19579" y="32734"/>
                  </a:lnTo>
                  <a:lnTo>
                    <a:pt x="19579" y="33345"/>
                  </a:lnTo>
                  <a:lnTo>
                    <a:pt x="18967" y="33957"/>
                  </a:lnTo>
                  <a:lnTo>
                    <a:pt x="18661" y="34263"/>
                  </a:lnTo>
                  <a:lnTo>
                    <a:pt x="17743" y="34263"/>
                  </a:lnTo>
                  <a:lnTo>
                    <a:pt x="17437" y="34875"/>
                  </a:lnTo>
                  <a:lnTo>
                    <a:pt x="17743" y="35487"/>
                  </a:lnTo>
                  <a:lnTo>
                    <a:pt x="17437" y="36099"/>
                  </a:lnTo>
                  <a:lnTo>
                    <a:pt x="16825" y="36710"/>
                  </a:lnTo>
                  <a:lnTo>
                    <a:pt x="17131" y="37322"/>
                  </a:lnTo>
                  <a:lnTo>
                    <a:pt x="16825" y="38240"/>
                  </a:lnTo>
                  <a:lnTo>
                    <a:pt x="16214" y="38240"/>
                  </a:lnTo>
                  <a:lnTo>
                    <a:pt x="15602" y="38852"/>
                  </a:lnTo>
                  <a:lnTo>
                    <a:pt x="15296" y="38852"/>
                  </a:lnTo>
                  <a:lnTo>
                    <a:pt x="14990" y="38546"/>
                  </a:lnTo>
                  <a:lnTo>
                    <a:pt x="15296" y="38240"/>
                  </a:lnTo>
                  <a:lnTo>
                    <a:pt x="14990" y="37628"/>
                  </a:lnTo>
                  <a:lnTo>
                    <a:pt x="14684" y="37628"/>
                  </a:lnTo>
                  <a:lnTo>
                    <a:pt x="14378" y="37934"/>
                  </a:lnTo>
                  <a:lnTo>
                    <a:pt x="14072" y="37628"/>
                  </a:lnTo>
                  <a:lnTo>
                    <a:pt x="14072" y="38240"/>
                  </a:lnTo>
                  <a:lnTo>
                    <a:pt x="13154" y="38546"/>
                  </a:lnTo>
                  <a:lnTo>
                    <a:pt x="13154" y="38852"/>
                  </a:lnTo>
                  <a:lnTo>
                    <a:pt x="12237" y="38546"/>
                  </a:lnTo>
                  <a:lnTo>
                    <a:pt x="11931" y="38240"/>
                  </a:lnTo>
                  <a:lnTo>
                    <a:pt x="11319" y="38240"/>
                  </a:lnTo>
                  <a:lnTo>
                    <a:pt x="11013" y="38852"/>
                  </a:lnTo>
                  <a:lnTo>
                    <a:pt x="10707" y="38852"/>
                  </a:lnTo>
                  <a:lnTo>
                    <a:pt x="10707" y="38546"/>
                  </a:lnTo>
                  <a:lnTo>
                    <a:pt x="10095" y="38240"/>
                  </a:lnTo>
                  <a:lnTo>
                    <a:pt x="10095" y="37934"/>
                  </a:lnTo>
                  <a:lnTo>
                    <a:pt x="9789" y="36710"/>
                  </a:lnTo>
                  <a:lnTo>
                    <a:pt x="9483" y="36710"/>
                  </a:lnTo>
                  <a:lnTo>
                    <a:pt x="9178" y="37016"/>
                  </a:lnTo>
                  <a:lnTo>
                    <a:pt x="8872" y="36710"/>
                  </a:lnTo>
                  <a:lnTo>
                    <a:pt x="9178" y="36405"/>
                  </a:lnTo>
                  <a:lnTo>
                    <a:pt x="9789" y="36099"/>
                  </a:lnTo>
                  <a:lnTo>
                    <a:pt x="9178" y="35487"/>
                  </a:lnTo>
                  <a:lnTo>
                    <a:pt x="8872" y="35181"/>
                  </a:lnTo>
                  <a:lnTo>
                    <a:pt x="8566" y="35181"/>
                  </a:lnTo>
                  <a:lnTo>
                    <a:pt x="8566" y="34263"/>
                  </a:lnTo>
                  <a:lnTo>
                    <a:pt x="7954" y="33039"/>
                  </a:lnTo>
                  <a:lnTo>
                    <a:pt x="7342" y="33039"/>
                  </a:lnTo>
                  <a:lnTo>
                    <a:pt x="7342" y="33651"/>
                  </a:lnTo>
                  <a:lnTo>
                    <a:pt x="6730" y="33957"/>
                  </a:lnTo>
                  <a:lnTo>
                    <a:pt x="6424" y="34263"/>
                  </a:lnTo>
                  <a:lnTo>
                    <a:pt x="4895" y="33651"/>
                  </a:lnTo>
                  <a:lnTo>
                    <a:pt x="4283" y="33957"/>
                  </a:lnTo>
                  <a:lnTo>
                    <a:pt x="3977" y="34569"/>
                  </a:lnTo>
                  <a:lnTo>
                    <a:pt x="3671" y="33957"/>
                  </a:lnTo>
                  <a:lnTo>
                    <a:pt x="3365" y="33651"/>
                  </a:lnTo>
                  <a:lnTo>
                    <a:pt x="3059" y="33651"/>
                  </a:lnTo>
                  <a:lnTo>
                    <a:pt x="2753" y="34263"/>
                  </a:lnTo>
                  <a:lnTo>
                    <a:pt x="2448" y="34263"/>
                  </a:lnTo>
                  <a:lnTo>
                    <a:pt x="1836" y="33651"/>
                  </a:lnTo>
                  <a:lnTo>
                    <a:pt x="2142" y="33345"/>
                  </a:lnTo>
                  <a:lnTo>
                    <a:pt x="2142" y="33039"/>
                  </a:lnTo>
                  <a:lnTo>
                    <a:pt x="2142" y="32428"/>
                  </a:lnTo>
                  <a:lnTo>
                    <a:pt x="2142" y="32428"/>
                  </a:lnTo>
                  <a:lnTo>
                    <a:pt x="2142" y="31510"/>
                  </a:lnTo>
                  <a:lnTo>
                    <a:pt x="1836" y="30898"/>
                  </a:lnTo>
                  <a:lnTo>
                    <a:pt x="1530" y="30592"/>
                  </a:lnTo>
                  <a:lnTo>
                    <a:pt x="1224" y="30898"/>
                  </a:lnTo>
                  <a:lnTo>
                    <a:pt x="612" y="29980"/>
                  </a:lnTo>
                  <a:lnTo>
                    <a:pt x="918" y="29369"/>
                  </a:lnTo>
                  <a:lnTo>
                    <a:pt x="612" y="29063"/>
                  </a:lnTo>
                  <a:lnTo>
                    <a:pt x="612" y="28451"/>
                  </a:lnTo>
                  <a:lnTo>
                    <a:pt x="306" y="28145"/>
                  </a:lnTo>
                  <a:lnTo>
                    <a:pt x="306" y="27533"/>
                  </a:lnTo>
                  <a:lnTo>
                    <a:pt x="0" y="27227"/>
                  </a:lnTo>
                  <a:lnTo>
                    <a:pt x="612" y="27227"/>
                  </a:lnTo>
                  <a:lnTo>
                    <a:pt x="918" y="26921"/>
                  </a:lnTo>
                  <a:lnTo>
                    <a:pt x="1224" y="26003"/>
                  </a:lnTo>
                  <a:lnTo>
                    <a:pt x="1530" y="25392"/>
                  </a:lnTo>
                  <a:lnTo>
                    <a:pt x="2142" y="25086"/>
                  </a:lnTo>
                  <a:lnTo>
                    <a:pt x="3365" y="26309"/>
                  </a:lnTo>
                  <a:lnTo>
                    <a:pt x="3977" y="25392"/>
                  </a:lnTo>
                  <a:lnTo>
                    <a:pt x="6118" y="25698"/>
                  </a:lnTo>
                  <a:lnTo>
                    <a:pt x="7036" y="25392"/>
                  </a:lnTo>
                  <a:lnTo>
                    <a:pt x="7342" y="24780"/>
                  </a:lnTo>
                  <a:lnTo>
                    <a:pt x="7342" y="25086"/>
                  </a:lnTo>
                  <a:lnTo>
                    <a:pt x="7648" y="25392"/>
                  </a:lnTo>
                  <a:lnTo>
                    <a:pt x="16519" y="25392"/>
                  </a:lnTo>
                  <a:lnTo>
                    <a:pt x="16825" y="25086"/>
                  </a:lnTo>
                  <a:lnTo>
                    <a:pt x="17131" y="23250"/>
                  </a:lnTo>
                  <a:lnTo>
                    <a:pt x="16519" y="22333"/>
                  </a:lnTo>
                  <a:lnTo>
                    <a:pt x="14378" y="307"/>
                  </a:lnTo>
                  <a:lnTo>
                    <a:pt x="14378" y="1"/>
                  </a:lnTo>
                  <a:lnTo>
                    <a:pt x="18661" y="1"/>
                  </a:lnTo>
                  <a:lnTo>
                    <a:pt x="24167" y="3978"/>
                  </a:lnTo>
                  <a:lnTo>
                    <a:pt x="24167" y="3978"/>
                  </a:lnTo>
                  <a:lnTo>
                    <a:pt x="25391" y="4896"/>
                  </a:lnTo>
                  <a:lnTo>
                    <a:pt x="27838" y="6425"/>
                  </a:lnTo>
                  <a:lnTo>
                    <a:pt x="31203" y="8872"/>
                  </a:lnTo>
                  <a:lnTo>
                    <a:pt x="33345" y="10402"/>
                  </a:lnTo>
                  <a:lnTo>
                    <a:pt x="33651" y="11626"/>
                  </a:lnTo>
                  <a:lnTo>
                    <a:pt x="34568" y="11932"/>
                  </a:lnTo>
                  <a:lnTo>
                    <a:pt x="35180" y="12543"/>
                  </a:lnTo>
                  <a:lnTo>
                    <a:pt x="36098" y="12849"/>
                  </a:lnTo>
                  <a:lnTo>
                    <a:pt x="36404" y="13155"/>
                  </a:lnTo>
                  <a:lnTo>
                    <a:pt x="37322" y="13461"/>
                  </a:lnTo>
                  <a:lnTo>
                    <a:pt x="38545" y="14073"/>
                  </a:lnTo>
                  <a:lnTo>
                    <a:pt x="38545" y="14991"/>
                  </a:lnTo>
                  <a:lnTo>
                    <a:pt x="38545" y="15602"/>
                  </a:lnTo>
                  <a:lnTo>
                    <a:pt x="38851" y="16214"/>
                  </a:lnTo>
                  <a:lnTo>
                    <a:pt x="40992" y="15908"/>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0" name="Google Shape;1960;p61"/>
            <p:cNvSpPr/>
            <p:nvPr/>
          </p:nvSpPr>
          <p:spPr>
            <a:xfrm>
              <a:off x="5794575" y="245750"/>
              <a:ext cx="7675" cy="7675"/>
            </a:xfrm>
            <a:custGeom>
              <a:rect b="b" l="l" r="r" t="t"/>
              <a:pathLst>
                <a:path extrusionOk="0" h="307" w="307">
                  <a:moveTo>
                    <a:pt x="307" y="1"/>
                  </a:moveTo>
                  <a:lnTo>
                    <a:pt x="307" y="307"/>
                  </a:lnTo>
                  <a:lnTo>
                    <a:pt x="1" y="307"/>
                  </a:lnTo>
                  <a:lnTo>
                    <a:pt x="307" y="1"/>
                  </a:lnTo>
                  <a:lnTo>
                    <a:pt x="307"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1" name="Google Shape;1961;p61"/>
            <p:cNvSpPr/>
            <p:nvPr/>
          </p:nvSpPr>
          <p:spPr>
            <a:xfrm>
              <a:off x="5794575" y="245750"/>
              <a:ext cx="7675" cy="7675"/>
            </a:xfrm>
            <a:custGeom>
              <a:rect b="b" l="l" r="r" t="t"/>
              <a:pathLst>
                <a:path extrusionOk="0" fill="none" h="307" w="307">
                  <a:moveTo>
                    <a:pt x="307" y="1"/>
                  </a:moveTo>
                  <a:lnTo>
                    <a:pt x="307" y="307"/>
                  </a:lnTo>
                  <a:lnTo>
                    <a:pt x="1" y="307"/>
                  </a:lnTo>
                  <a:lnTo>
                    <a:pt x="307" y="1"/>
                  </a:lnTo>
                  <a:lnTo>
                    <a:pt x="307"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2" name="Google Shape;1962;p61"/>
            <p:cNvSpPr/>
            <p:nvPr/>
          </p:nvSpPr>
          <p:spPr>
            <a:xfrm>
              <a:off x="2628400" y="651100"/>
              <a:ext cx="252400" cy="535375"/>
            </a:xfrm>
            <a:custGeom>
              <a:rect b="b" l="l" r="r" t="t"/>
              <a:pathLst>
                <a:path extrusionOk="0" h="21415" w="10096">
                  <a:moveTo>
                    <a:pt x="5812" y="612"/>
                  </a:moveTo>
                  <a:lnTo>
                    <a:pt x="5812" y="612"/>
                  </a:lnTo>
                  <a:lnTo>
                    <a:pt x="6118" y="306"/>
                  </a:lnTo>
                  <a:lnTo>
                    <a:pt x="6730" y="612"/>
                  </a:lnTo>
                  <a:lnTo>
                    <a:pt x="6730" y="1224"/>
                  </a:lnTo>
                  <a:lnTo>
                    <a:pt x="7036" y="1530"/>
                  </a:lnTo>
                  <a:lnTo>
                    <a:pt x="7036" y="1836"/>
                  </a:lnTo>
                  <a:lnTo>
                    <a:pt x="7342" y="2142"/>
                  </a:lnTo>
                  <a:lnTo>
                    <a:pt x="8872" y="918"/>
                  </a:lnTo>
                  <a:lnTo>
                    <a:pt x="8872" y="1530"/>
                  </a:lnTo>
                  <a:lnTo>
                    <a:pt x="8260" y="2753"/>
                  </a:lnTo>
                  <a:lnTo>
                    <a:pt x="7954" y="3059"/>
                  </a:lnTo>
                  <a:lnTo>
                    <a:pt x="7648" y="3059"/>
                  </a:lnTo>
                  <a:lnTo>
                    <a:pt x="7342" y="3365"/>
                  </a:lnTo>
                  <a:lnTo>
                    <a:pt x="7342" y="4283"/>
                  </a:lnTo>
                  <a:lnTo>
                    <a:pt x="7954" y="4895"/>
                  </a:lnTo>
                  <a:lnTo>
                    <a:pt x="8872" y="5507"/>
                  </a:lnTo>
                  <a:lnTo>
                    <a:pt x="8872" y="6119"/>
                  </a:lnTo>
                  <a:lnTo>
                    <a:pt x="8872" y="6730"/>
                  </a:lnTo>
                  <a:lnTo>
                    <a:pt x="7954" y="8260"/>
                  </a:lnTo>
                  <a:lnTo>
                    <a:pt x="6424" y="9484"/>
                  </a:lnTo>
                  <a:lnTo>
                    <a:pt x="6424" y="10095"/>
                  </a:lnTo>
                  <a:lnTo>
                    <a:pt x="6730" y="10707"/>
                  </a:lnTo>
                  <a:lnTo>
                    <a:pt x="7342" y="11319"/>
                  </a:lnTo>
                  <a:lnTo>
                    <a:pt x="7954" y="11319"/>
                  </a:lnTo>
                  <a:lnTo>
                    <a:pt x="8260" y="10707"/>
                  </a:lnTo>
                  <a:lnTo>
                    <a:pt x="8566" y="10707"/>
                  </a:lnTo>
                  <a:lnTo>
                    <a:pt x="8872" y="11013"/>
                  </a:lnTo>
                  <a:lnTo>
                    <a:pt x="8566" y="11319"/>
                  </a:lnTo>
                  <a:lnTo>
                    <a:pt x="8260" y="11319"/>
                  </a:lnTo>
                  <a:lnTo>
                    <a:pt x="7954" y="11931"/>
                  </a:lnTo>
                  <a:lnTo>
                    <a:pt x="8260" y="11931"/>
                  </a:lnTo>
                  <a:lnTo>
                    <a:pt x="8872" y="11319"/>
                  </a:lnTo>
                  <a:lnTo>
                    <a:pt x="8872" y="11625"/>
                  </a:lnTo>
                  <a:lnTo>
                    <a:pt x="9177" y="12543"/>
                  </a:lnTo>
                  <a:lnTo>
                    <a:pt x="10095" y="12849"/>
                  </a:lnTo>
                  <a:lnTo>
                    <a:pt x="9789" y="13460"/>
                  </a:lnTo>
                  <a:lnTo>
                    <a:pt x="9789" y="14378"/>
                  </a:lnTo>
                  <a:lnTo>
                    <a:pt x="10095" y="14684"/>
                  </a:lnTo>
                  <a:lnTo>
                    <a:pt x="10095" y="14990"/>
                  </a:lnTo>
                  <a:lnTo>
                    <a:pt x="8566" y="15908"/>
                  </a:lnTo>
                  <a:lnTo>
                    <a:pt x="7954" y="16520"/>
                  </a:lnTo>
                  <a:lnTo>
                    <a:pt x="7648" y="16825"/>
                  </a:lnTo>
                  <a:lnTo>
                    <a:pt x="7036" y="17131"/>
                  </a:lnTo>
                  <a:lnTo>
                    <a:pt x="6730" y="17743"/>
                  </a:lnTo>
                  <a:lnTo>
                    <a:pt x="7036" y="19273"/>
                  </a:lnTo>
                  <a:lnTo>
                    <a:pt x="6730" y="19885"/>
                  </a:lnTo>
                  <a:lnTo>
                    <a:pt x="6118" y="20802"/>
                  </a:lnTo>
                  <a:lnTo>
                    <a:pt x="5201" y="21414"/>
                  </a:lnTo>
                  <a:lnTo>
                    <a:pt x="3977" y="16214"/>
                  </a:lnTo>
                  <a:lnTo>
                    <a:pt x="2141" y="14684"/>
                  </a:lnTo>
                  <a:lnTo>
                    <a:pt x="1836" y="13766"/>
                  </a:lnTo>
                  <a:lnTo>
                    <a:pt x="1530" y="13155"/>
                  </a:lnTo>
                  <a:lnTo>
                    <a:pt x="612" y="12543"/>
                  </a:lnTo>
                  <a:lnTo>
                    <a:pt x="0" y="11013"/>
                  </a:lnTo>
                  <a:lnTo>
                    <a:pt x="306" y="10095"/>
                  </a:lnTo>
                  <a:lnTo>
                    <a:pt x="1836" y="8260"/>
                  </a:lnTo>
                  <a:lnTo>
                    <a:pt x="1836" y="7648"/>
                  </a:lnTo>
                  <a:lnTo>
                    <a:pt x="2447" y="6730"/>
                  </a:lnTo>
                  <a:lnTo>
                    <a:pt x="2141" y="6424"/>
                  </a:lnTo>
                  <a:lnTo>
                    <a:pt x="2141" y="5507"/>
                  </a:lnTo>
                  <a:lnTo>
                    <a:pt x="1836" y="4895"/>
                  </a:lnTo>
                  <a:lnTo>
                    <a:pt x="2141" y="3059"/>
                  </a:lnTo>
                  <a:lnTo>
                    <a:pt x="1836" y="2753"/>
                  </a:lnTo>
                  <a:lnTo>
                    <a:pt x="2753" y="1836"/>
                  </a:lnTo>
                  <a:lnTo>
                    <a:pt x="2753" y="1224"/>
                  </a:lnTo>
                  <a:lnTo>
                    <a:pt x="3365" y="1224"/>
                  </a:lnTo>
                  <a:lnTo>
                    <a:pt x="4283" y="612"/>
                  </a:lnTo>
                  <a:lnTo>
                    <a:pt x="5812" y="0"/>
                  </a:lnTo>
                  <a:lnTo>
                    <a:pt x="5812" y="306"/>
                  </a:lnTo>
                  <a:lnTo>
                    <a:pt x="5812"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3" name="Google Shape;1963;p61"/>
            <p:cNvSpPr/>
            <p:nvPr/>
          </p:nvSpPr>
          <p:spPr>
            <a:xfrm>
              <a:off x="2628400" y="651100"/>
              <a:ext cx="252400" cy="535375"/>
            </a:xfrm>
            <a:custGeom>
              <a:rect b="b" l="l" r="r" t="t"/>
              <a:pathLst>
                <a:path extrusionOk="0" fill="none" h="21415" w="10096">
                  <a:moveTo>
                    <a:pt x="5812" y="612"/>
                  </a:moveTo>
                  <a:lnTo>
                    <a:pt x="5812" y="612"/>
                  </a:lnTo>
                  <a:lnTo>
                    <a:pt x="6118" y="306"/>
                  </a:lnTo>
                  <a:lnTo>
                    <a:pt x="6730" y="612"/>
                  </a:lnTo>
                  <a:lnTo>
                    <a:pt x="6730" y="1224"/>
                  </a:lnTo>
                  <a:lnTo>
                    <a:pt x="7036" y="1530"/>
                  </a:lnTo>
                  <a:lnTo>
                    <a:pt x="7036" y="1836"/>
                  </a:lnTo>
                  <a:lnTo>
                    <a:pt x="7342" y="2142"/>
                  </a:lnTo>
                  <a:lnTo>
                    <a:pt x="8872" y="918"/>
                  </a:lnTo>
                  <a:lnTo>
                    <a:pt x="8872" y="1530"/>
                  </a:lnTo>
                  <a:lnTo>
                    <a:pt x="8260" y="2753"/>
                  </a:lnTo>
                  <a:lnTo>
                    <a:pt x="7954" y="3059"/>
                  </a:lnTo>
                  <a:lnTo>
                    <a:pt x="7648" y="3059"/>
                  </a:lnTo>
                  <a:lnTo>
                    <a:pt x="7342" y="3365"/>
                  </a:lnTo>
                  <a:lnTo>
                    <a:pt x="7342" y="4283"/>
                  </a:lnTo>
                  <a:lnTo>
                    <a:pt x="7954" y="4895"/>
                  </a:lnTo>
                  <a:lnTo>
                    <a:pt x="8872" y="5507"/>
                  </a:lnTo>
                  <a:lnTo>
                    <a:pt x="8872" y="6119"/>
                  </a:lnTo>
                  <a:lnTo>
                    <a:pt x="8872" y="6730"/>
                  </a:lnTo>
                  <a:lnTo>
                    <a:pt x="7954" y="8260"/>
                  </a:lnTo>
                  <a:lnTo>
                    <a:pt x="6424" y="9484"/>
                  </a:lnTo>
                  <a:lnTo>
                    <a:pt x="6424" y="10095"/>
                  </a:lnTo>
                  <a:lnTo>
                    <a:pt x="6730" y="10707"/>
                  </a:lnTo>
                  <a:lnTo>
                    <a:pt x="7342" y="11319"/>
                  </a:lnTo>
                  <a:lnTo>
                    <a:pt x="7954" y="11319"/>
                  </a:lnTo>
                  <a:lnTo>
                    <a:pt x="8260" y="10707"/>
                  </a:lnTo>
                  <a:lnTo>
                    <a:pt x="8566" y="10707"/>
                  </a:lnTo>
                  <a:lnTo>
                    <a:pt x="8872" y="11013"/>
                  </a:lnTo>
                  <a:lnTo>
                    <a:pt x="8566" y="11319"/>
                  </a:lnTo>
                  <a:lnTo>
                    <a:pt x="8260" y="11319"/>
                  </a:lnTo>
                  <a:lnTo>
                    <a:pt x="7954" y="11931"/>
                  </a:lnTo>
                  <a:lnTo>
                    <a:pt x="8260" y="11931"/>
                  </a:lnTo>
                  <a:lnTo>
                    <a:pt x="8872" y="11319"/>
                  </a:lnTo>
                  <a:lnTo>
                    <a:pt x="8872" y="11625"/>
                  </a:lnTo>
                  <a:lnTo>
                    <a:pt x="9177" y="12543"/>
                  </a:lnTo>
                  <a:lnTo>
                    <a:pt x="10095" y="12849"/>
                  </a:lnTo>
                  <a:lnTo>
                    <a:pt x="9789" y="13460"/>
                  </a:lnTo>
                  <a:lnTo>
                    <a:pt x="9789" y="14378"/>
                  </a:lnTo>
                  <a:lnTo>
                    <a:pt x="10095" y="14684"/>
                  </a:lnTo>
                  <a:lnTo>
                    <a:pt x="10095" y="14990"/>
                  </a:lnTo>
                  <a:lnTo>
                    <a:pt x="8566" y="15908"/>
                  </a:lnTo>
                  <a:lnTo>
                    <a:pt x="7954" y="16520"/>
                  </a:lnTo>
                  <a:lnTo>
                    <a:pt x="7648" y="16825"/>
                  </a:lnTo>
                  <a:lnTo>
                    <a:pt x="7036" y="17131"/>
                  </a:lnTo>
                  <a:lnTo>
                    <a:pt x="6730" y="17743"/>
                  </a:lnTo>
                  <a:lnTo>
                    <a:pt x="7036" y="19273"/>
                  </a:lnTo>
                  <a:lnTo>
                    <a:pt x="6730" y="19885"/>
                  </a:lnTo>
                  <a:lnTo>
                    <a:pt x="6118" y="20802"/>
                  </a:lnTo>
                  <a:lnTo>
                    <a:pt x="5201" y="21414"/>
                  </a:lnTo>
                  <a:lnTo>
                    <a:pt x="3977" y="16214"/>
                  </a:lnTo>
                  <a:lnTo>
                    <a:pt x="2141" y="14684"/>
                  </a:lnTo>
                  <a:lnTo>
                    <a:pt x="1836" y="13766"/>
                  </a:lnTo>
                  <a:lnTo>
                    <a:pt x="1530" y="13155"/>
                  </a:lnTo>
                  <a:lnTo>
                    <a:pt x="612" y="12543"/>
                  </a:lnTo>
                  <a:lnTo>
                    <a:pt x="0" y="11013"/>
                  </a:lnTo>
                  <a:lnTo>
                    <a:pt x="306" y="10095"/>
                  </a:lnTo>
                  <a:lnTo>
                    <a:pt x="1836" y="8260"/>
                  </a:lnTo>
                  <a:lnTo>
                    <a:pt x="1836" y="7648"/>
                  </a:lnTo>
                  <a:lnTo>
                    <a:pt x="2447" y="6730"/>
                  </a:lnTo>
                  <a:lnTo>
                    <a:pt x="2141" y="6424"/>
                  </a:lnTo>
                  <a:lnTo>
                    <a:pt x="2141" y="5507"/>
                  </a:lnTo>
                  <a:lnTo>
                    <a:pt x="1836" y="4895"/>
                  </a:lnTo>
                  <a:lnTo>
                    <a:pt x="2141" y="3059"/>
                  </a:lnTo>
                  <a:lnTo>
                    <a:pt x="1836" y="2753"/>
                  </a:lnTo>
                  <a:lnTo>
                    <a:pt x="2753" y="1836"/>
                  </a:lnTo>
                  <a:lnTo>
                    <a:pt x="2753" y="1224"/>
                  </a:lnTo>
                  <a:lnTo>
                    <a:pt x="3365" y="1224"/>
                  </a:lnTo>
                  <a:lnTo>
                    <a:pt x="4283" y="612"/>
                  </a:lnTo>
                  <a:lnTo>
                    <a:pt x="5812" y="0"/>
                  </a:lnTo>
                  <a:lnTo>
                    <a:pt x="5812" y="306"/>
                  </a:lnTo>
                  <a:lnTo>
                    <a:pt x="5812"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4" name="Google Shape;1964;p61"/>
            <p:cNvSpPr/>
            <p:nvPr/>
          </p:nvSpPr>
          <p:spPr>
            <a:xfrm>
              <a:off x="2857825" y="849925"/>
              <a:ext cx="7675" cy="7675"/>
            </a:xfrm>
            <a:custGeom>
              <a:rect b="b" l="l" r="r" t="t"/>
              <a:pathLst>
                <a:path extrusionOk="0" h="307" w="307">
                  <a:moveTo>
                    <a:pt x="306" y="1"/>
                  </a:moveTo>
                  <a:lnTo>
                    <a:pt x="0" y="307"/>
                  </a:lnTo>
                  <a:lnTo>
                    <a:pt x="0" y="1"/>
                  </a:lnTo>
                  <a:lnTo>
                    <a:pt x="306"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5" name="Google Shape;1965;p61"/>
            <p:cNvSpPr/>
            <p:nvPr/>
          </p:nvSpPr>
          <p:spPr>
            <a:xfrm>
              <a:off x="2857825" y="849925"/>
              <a:ext cx="7675" cy="7675"/>
            </a:xfrm>
            <a:custGeom>
              <a:rect b="b" l="l" r="r" t="t"/>
              <a:pathLst>
                <a:path extrusionOk="0" fill="none" h="307" w="307">
                  <a:moveTo>
                    <a:pt x="306" y="1"/>
                  </a:moveTo>
                  <a:lnTo>
                    <a:pt x="0" y="307"/>
                  </a:lnTo>
                  <a:lnTo>
                    <a:pt x="0" y="1"/>
                  </a:lnTo>
                  <a:lnTo>
                    <a:pt x="306"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6" name="Google Shape;1966;p61"/>
            <p:cNvSpPr/>
            <p:nvPr/>
          </p:nvSpPr>
          <p:spPr>
            <a:xfrm>
              <a:off x="2842525" y="857575"/>
              <a:ext cx="7675" cy="7675"/>
            </a:xfrm>
            <a:custGeom>
              <a:rect b="b" l="l" r="r" t="t"/>
              <a:pathLst>
                <a:path extrusionOk="0" h="307" w="307">
                  <a:moveTo>
                    <a:pt x="307" y="307"/>
                  </a:moveTo>
                  <a:lnTo>
                    <a:pt x="307" y="307"/>
                  </a:lnTo>
                  <a:lnTo>
                    <a:pt x="1" y="1"/>
                  </a:lnTo>
                  <a:lnTo>
                    <a:pt x="1" y="1"/>
                  </a:lnTo>
                  <a:lnTo>
                    <a:pt x="307" y="1"/>
                  </a:lnTo>
                  <a:lnTo>
                    <a:pt x="307"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7" name="Google Shape;1967;p61"/>
            <p:cNvSpPr/>
            <p:nvPr/>
          </p:nvSpPr>
          <p:spPr>
            <a:xfrm>
              <a:off x="2842525" y="857575"/>
              <a:ext cx="7675" cy="7675"/>
            </a:xfrm>
            <a:custGeom>
              <a:rect b="b" l="l" r="r" t="t"/>
              <a:pathLst>
                <a:path extrusionOk="0" fill="none" h="307" w="307">
                  <a:moveTo>
                    <a:pt x="307" y="307"/>
                  </a:moveTo>
                  <a:lnTo>
                    <a:pt x="307" y="307"/>
                  </a:lnTo>
                  <a:lnTo>
                    <a:pt x="1" y="1"/>
                  </a:lnTo>
                  <a:lnTo>
                    <a:pt x="1" y="1"/>
                  </a:lnTo>
                  <a:lnTo>
                    <a:pt x="307" y="1"/>
                  </a:lnTo>
                  <a:lnTo>
                    <a:pt x="307"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8" name="Google Shape;1968;p61"/>
            <p:cNvSpPr/>
            <p:nvPr/>
          </p:nvSpPr>
          <p:spPr>
            <a:xfrm>
              <a:off x="3867325" y="696975"/>
              <a:ext cx="22975" cy="7675"/>
            </a:xfrm>
            <a:custGeom>
              <a:rect b="b" l="l" r="r" t="t"/>
              <a:pathLst>
                <a:path extrusionOk="0" h="307" w="919">
                  <a:moveTo>
                    <a:pt x="919" y="1"/>
                  </a:moveTo>
                  <a:lnTo>
                    <a:pt x="613" y="307"/>
                  </a:lnTo>
                  <a:lnTo>
                    <a:pt x="307" y="307"/>
                  </a:lnTo>
                  <a:lnTo>
                    <a:pt x="307" y="307"/>
                  </a:lnTo>
                  <a:lnTo>
                    <a:pt x="1" y="307"/>
                  </a:lnTo>
                  <a:lnTo>
                    <a:pt x="1" y="1"/>
                  </a:lnTo>
                  <a:lnTo>
                    <a:pt x="613" y="1"/>
                  </a:lnTo>
                  <a:lnTo>
                    <a:pt x="613" y="1"/>
                  </a:lnTo>
                  <a:lnTo>
                    <a:pt x="919"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69" name="Google Shape;1969;p61"/>
            <p:cNvSpPr/>
            <p:nvPr/>
          </p:nvSpPr>
          <p:spPr>
            <a:xfrm>
              <a:off x="3867325" y="696975"/>
              <a:ext cx="22975" cy="7675"/>
            </a:xfrm>
            <a:custGeom>
              <a:rect b="b" l="l" r="r" t="t"/>
              <a:pathLst>
                <a:path extrusionOk="0" fill="none" h="307" w="919">
                  <a:moveTo>
                    <a:pt x="919" y="1"/>
                  </a:moveTo>
                  <a:lnTo>
                    <a:pt x="613" y="307"/>
                  </a:lnTo>
                  <a:lnTo>
                    <a:pt x="307" y="307"/>
                  </a:lnTo>
                  <a:lnTo>
                    <a:pt x="307" y="307"/>
                  </a:lnTo>
                  <a:lnTo>
                    <a:pt x="1" y="307"/>
                  </a:lnTo>
                  <a:lnTo>
                    <a:pt x="1" y="1"/>
                  </a:lnTo>
                  <a:lnTo>
                    <a:pt x="613" y="1"/>
                  </a:lnTo>
                  <a:lnTo>
                    <a:pt x="613" y="1"/>
                  </a:lnTo>
                  <a:lnTo>
                    <a:pt x="919"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0" name="Google Shape;1970;p61"/>
            <p:cNvSpPr/>
            <p:nvPr/>
          </p:nvSpPr>
          <p:spPr>
            <a:xfrm>
              <a:off x="3760275" y="421650"/>
              <a:ext cx="15300" cy="15325"/>
            </a:xfrm>
            <a:custGeom>
              <a:rect b="b" l="l" r="r" t="t"/>
              <a:pathLst>
                <a:path extrusionOk="0" h="613" w="612">
                  <a:moveTo>
                    <a:pt x="306" y="307"/>
                  </a:moveTo>
                  <a:lnTo>
                    <a:pt x="0" y="613"/>
                  </a:lnTo>
                  <a:lnTo>
                    <a:pt x="0" y="307"/>
                  </a:lnTo>
                  <a:lnTo>
                    <a:pt x="0" y="307"/>
                  </a:lnTo>
                  <a:lnTo>
                    <a:pt x="306" y="1"/>
                  </a:lnTo>
                  <a:lnTo>
                    <a:pt x="612" y="1"/>
                  </a:lnTo>
                  <a:lnTo>
                    <a:pt x="612" y="307"/>
                  </a:lnTo>
                  <a:lnTo>
                    <a:pt x="306"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1" name="Google Shape;1971;p61"/>
            <p:cNvSpPr/>
            <p:nvPr/>
          </p:nvSpPr>
          <p:spPr>
            <a:xfrm>
              <a:off x="3760275" y="421650"/>
              <a:ext cx="15300" cy="15325"/>
            </a:xfrm>
            <a:custGeom>
              <a:rect b="b" l="l" r="r" t="t"/>
              <a:pathLst>
                <a:path extrusionOk="0" fill="none" h="613" w="612">
                  <a:moveTo>
                    <a:pt x="306" y="307"/>
                  </a:moveTo>
                  <a:lnTo>
                    <a:pt x="0" y="613"/>
                  </a:lnTo>
                  <a:lnTo>
                    <a:pt x="0" y="307"/>
                  </a:lnTo>
                  <a:lnTo>
                    <a:pt x="0" y="307"/>
                  </a:lnTo>
                  <a:lnTo>
                    <a:pt x="306" y="1"/>
                  </a:lnTo>
                  <a:lnTo>
                    <a:pt x="612" y="1"/>
                  </a:lnTo>
                  <a:lnTo>
                    <a:pt x="612" y="307"/>
                  </a:lnTo>
                  <a:lnTo>
                    <a:pt x="306"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2" name="Google Shape;1972;p61"/>
            <p:cNvSpPr/>
            <p:nvPr/>
          </p:nvSpPr>
          <p:spPr>
            <a:xfrm>
              <a:off x="3890275" y="696975"/>
              <a:ext cx="15325" cy="25"/>
            </a:xfrm>
            <a:custGeom>
              <a:rect b="b" l="l" r="r" t="t"/>
              <a:pathLst>
                <a:path extrusionOk="0" h="1" w="613">
                  <a:moveTo>
                    <a:pt x="612" y="1"/>
                  </a:moveTo>
                  <a:lnTo>
                    <a:pt x="1" y="1"/>
                  </a:lnTo>
                  <a:lnTo>
                    <a:pt x="1" y="1"/>
                  </a:lnTo>
                  <a:lnTo>
                    <a:pt x="1" y="1"/>
                  </a:lnTo>
                  <a:lnTo>
                    <a:pt x="612" y="1"/>
                  </a:lnTo>
                  <a:lnTo>
                    <a:pt x="612"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3" name="Google Shape;1973;p61"/>
            <p:cNvSpPr/>
            <p:nvPr/>
          </p:nvSpPr>
          <p:spPr>
            <a:xfrm>
              <a:off x="3890275" y="696975"/>
              <a:ext cx="15325" cy="25"/>
            </a:xfrm>
            <a:custGeom>
              <a:rect b="b" l="l" r="r" t="t"/>
              <a:pathLst>
                <a:path extrusionOk="0" fill="none" h="1" w="613">
                  <a:moveTo>
                    <a:pt x="612" y="1"/>
                  </a:moveTo>
                  <a:lnTo>
                    <a:pt x="1" y="1"/>
                  </a:lnTo>
                  <a:lnTo>
                    <a:pt x="1" y="1"/>
                  </a:lnTo>
                  <a:lnTo>
                    <a:pt x="1" y="1"/>
                  </a:lnTo>
                  <a:lnTo>
                    <a:pt x="612" y="1"/>
                  </a:lnTo>
                  <a:lnTo>
                    <a:pt x="612"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4" name="Google Shape;1974;p61"/>
            <p:cNvSpPr/>
            <p:nvPr/>
          </p:nvSpPr>
          <p:spPr>
            <a:xfrm>
              <a:off x="3775550" y="452250"/>
              <a:ext cx="7675" cy="7675"/>
            </a:xfrm>
            <a:custGeom>
              <a:rect b="b" l="l" r="r" t="t"/>
              <a:pathLst>
                <a:path extrusionOk="0" h="307" w="307">
                  <a:moveTo>
                    <a:pt x="307" y="306"/>
                  </a:moveTo>
                  <a:lnTo>
                    <a:pt x="307" y="306"/>
                  </a:lnTo>
                  <a:lnTo>
                    <a:pt x="1" y="1"/>
                  </a:lnTo>
                  <a:lnTo>
                    <a:pt x="307" y="1"/>
                  </a:lnTo>
                  <a:lnTo>
                    <a:pt x="307"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5" name="Google Shape;1975;p61"/>
            <p:cNvSpPr/>
            <p:nvPr/>
          </p:nvSpPr>
          <p:spPr>
            <a:xfrm>
              <a:off x="3775550" y="452250"/>
              <a:ext cx="7675" cy="7675"/>
            </a:xfrm>
            <a:custGeom>
              <a:rect b="b" l="l" r="r" t="t"/>
              <a:pathLst>
                <a:path extrusionOk="0" fill="none" h="307" w="307">
                  <a:moveTo>
                    <a:pt x="307" y="306"/>
                  </a:moveTo>
                  <a:lnTo>
                    <a:pt x="307" y="306"/>
                  </a:lnTo>
                  <a:lnTo>
                    <a:pt x="1" y="1"/>
                  </a:lnTo>
                  <a:lnTo>
                    <a:pt x="307" y="1"/>
                  </a:lnTo>
                  <a:lnTo>
                    <a:pt x="307"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6" name="Google Shape;1976;p61"/>
            <p:cNvSpPr/>
            <p:nvPr/>
          </p:nvSpPr>
          <p:spPr>
            <a:xfrm>
              <a:off x="3897925" y="712275"/>
              <a:ext cx="15325" cy="25"/>
            </a:xfrm>
            <a:custGeom>
              <a:rect b="b" l="l" r="r" t="t"/>
              <a:pathLst>
                <a:path extrusionOk="0" h="1" w="613">
                  <a:moveTo>
                    <a:pt x="612" y="1"/>
                  </a:moveTo>
                  <a:lnTo>
                    <a:pt x="306" y="1"/>
                  </a:lnTo>
                  <a:lnTo>
                    <a:pt x="0" y="1"/>
                  </a:lnTo>
                  <a:lnTo>
                    <a:pt x="306" y="1"/>
                  </a:lnTo>
                  <a:lnTo>
                    <a:pt x="612"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7" name="Google Shape;1977;p61"/>
            <p:cNvSpPr/>
            <p:nvPr/>
          </p:nvSpPr>
          <p:spPr>
            <a:xfrm>
              <a:off x="3897925" y="712275"/>
              <a:ext cx="15325" cy="25"/>
            </a:xfrm>
            <a:custGeom>
              <a:rect b="b" l="l" r="r" t="t"/>
              <a:pathLst>
                <a:path extrusionOk="0" fill="none" h="1" w="613">
                  <a:moveTo>
                    <a:pt x="612" y="1"/>
                  </a:moveTo>
                  <a:lnTo>
                    <a:pt x="306" y="1"/>
                  </a:lnTo>
                  <a:lnTo>
                    <a:pt x="0" y="1"/>
                  </a:lnTo>
                  <a:lnTo>
                    <a:pt x="306" y="1"/>
                  </a:lnTo>
                  <a:lnTo>
                    <a:pt x="612"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8" name="Google Shape;1978;p61"/>
            <p:cNvSpPr/>
            <p:nvPr/>
          </p:nvSpPr>
          <p:spPr>
            <a:xfrm>
              <a:off x="3813800" y="490500"/>
              <a:ext cx="7675" cy="7675"/>
            </a:xfrm>
            <a:custGeom>
              <a:rect b="b" l="l" r="r" t="t"/>
              <a:pathLst>
                <a:path extrusionOk="0" h="307" w="307">
                  <a:moveTo>
                    <a:pt x="306" y="306"/>
                  </a:moveTo>
                  <a:lnTo>
                    <a:pt x="306" y="306"/>
                  </a:lnTo>
                  <a:lnTo>
                    <a:pt x="0" y="0"/>
                  </a:lnTo>
                  <a:lnTo>
                    <a:pt x="306" y="0"/>
                  </a:lnTo>
                  <a:lnTo>
                    <a:pt x="306"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79" name="Google Shape;1979;p61"/>
            <p:cNvSpPr/>
            <p:nvPr/>
          </p:nvSpPr>
          <p:spPr>
            <a:xfrm>
              <a:off x="3813800" y="490500"/>
              <a:ext cx="7675" cy="7675"/>
            </a:xfrm>
            <a:custGeom>
              <a:rect b="b" l="l" r="r" t="t"/>
              <a:pathLst>
                <a:path extrusionOk="0" fill="none" h="307" w="307">
                  <a:moveTo>
                    <a:pt x="306" y="306"/>
                  </a:moveTo>
                  <a:lnTo>
                    <a:pt x="306" y="306"/>
                  </a:lnTo>
                  <a:lnTo>
                    <a:pt x="0" y="0"/>
                  </a:lnTo>
                  <a:lnTo>
                    <a:pt x="306" y="0"/>
                  </a:lnTo>
                  <a:lnTo>
                    <a:pt x="306"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0" name="Google Shape;1980;p61"/>
            <p:cNvSpPr/>
            <p:nvPr/>
          </p:nvSpPr>
          <p:spPr>
            <a:xfrm>
              <a:off x="3874975" y="398725"/>
              <a:ext cx="7675" cy="7675"/>
            </a:xfrm>
            <a:custGeom>
              <a:rect b="b" l="l" r="r" t="t"/>
              <a:pathLst>
                <a:path extrusionOk="0" h="307" w="307">
                  <a:moveTo>
                    <a:pt x="307" y="0"/>
                  </a:moveTo>
                  <a:lnTo>
                    <a:pt x="307" y="306"/>
                  </a:lnTo>
                  <a:lnTo>
                    <a:pt x="1" y="306"/>
                  </a:lnTo>
                  <a:lnTo>
                    <a:pt x="1" y="0"/>
                  </a:lnTo>
                  <a:lnTo>
                    <a:pt x="307"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1" name="Google Shape;1981;p61"/>
            <p:cNvSpPr/>
            <p:nvPr/>
          </p:nvSpPr>
          <p:spPr>
            <a:xfrm>
              <a:off x="3874975" y="398725"/>
              <a:ext cx="7675" cy="7675"/>
            </a:xfrm>
            <a:custGeom>
              <a:rect b="b" l="l" r="r" t="t"/>
              <a:pathLst>
                <a:path extrusionOk="0" fill="none" h="307" w="307">
                  <a:moveTo>
                    <a:pt x="307" y="0"/>
                  </a:moveTo>
                  <a:lnTo>
                    <a:pt x="307" y="306"/>
                  </a:lnTo>
                  <a:lnTo>
                    <a:pt x="1" y="306"/>
                  </a:lnTo>
                  <a:lnTo>
                    <a:pt x="1" y="0"/>
                  </a:lnTo>
                  <a:lnTo>
                    <a:pt x="307"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2" name="Google Shape;1982;p61"/>
            <p:cNvSpPr/>
            <p:nvPr/>
          </p:nvSpPr>
          <p:spPr>
            <a:xfrm>
              <a:off x="3821450" y="559325"/>
              <a:ext cx="7675" cy="7675"/>
            </a:xfrm>
            <a:custGeom>
              <a:rect b="b" l="l" r="r" t="t"/>
              <a:pathLst>
                <a:path extrusionOk="0" h="307" w="307">
                  <a:moveTo>
                    <a:pt x="306" y="306"/>
                  </a:moveTo>
                  <a:lnTo>
                    <a:pt x="0" y="306"/>
                  </a:lnTo>
                  <a:lnTo>
                    <a:pt x="0" y="0"/>
                  </a:lnTo>
                  <a:lnTo>
                    <a:pt x="306" y="0"/>
                  </a:lnTo>
                  <a:lnTo>
                    <a:pt x="306"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3" name="Google Shape;1983;p61"/>
            <p:cNvSpPr/>
            <p:nvPr/>
          </p:nvSpPr>
          <p:spPr>
            <a:xfrm>
              <a:off x="3821450" y="559325"/>
              <a:ext cx="7675" cy="7675"/>
            </a:xfrm>
            <a:custGeom>
              <a:rect b="b" l="l" r="r" t="t"/>
              <a:pathLst>
                <a:path extrusionOk="0" fill="none" h="307" w="307">
                  <a:moveTo>
                    <a:pt x="306" y="306"/>
                  </a:moveTo>
                  <a:lnTo>
                    <a:pt x="0" y="306"/>
                  </a:lnTo>
                  <a:lnTo>
                    <a:pt x="0" y="0"/>
                  </a:lnTo>
                  <a:lnTo>
                    <a:pt x="306" y="0"/>
                  </a:lnTo>
                  <a:lnTo>
                    <a:pt x="306"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4" name="Google Shape;1984;p61"/>
            <p:cNvSpPr/>
            <p:nvPr/>
          </p:nvSpPr>
          <p:spPr>
            <a:xfrm>
              <a:off x="3989700" y="3220750"/>
              <a:ext cx="688325" cy="673050"/>
            </a:xfrm>
            <a:custGeom>
              <a:rect b="b" l="l" r="r" t="t"/>
              <a:pathLst>
                <a:path extrusionOk="0" h="26922" w="27533">
                  <a:moveTo>
                    <a:pt x="21108" y="7037"/>
                  </a:moveTo>
                  <a:lnTo>
                    <a:pt x="24473" y="9178"/>
                  </a:lnTo>
                  <a:lnTo>
                    <a:pt x="24473" y="9484"/>
                  </a:lnTo>
                  <a:lnTo>
                    <a:pt x="24168" y="10402"/>
                  </a:lnTo>
                  <a:lnTo>
                    <a:pt x="23556" y="12237"/>
                  </a:lnTo>
                  <a:lnTo>
                    <a:pt x="23556" y="12849"/>
                  </a:lnTo>
                  <a:lnTo>
                    <a:pt x="23556" y="13461"/>
                  </a:lnTo>
                  <a:lnTo>
                    <a:pt x="25085" y="14991"/>
                  </a:lnTo>
                  <a:lnTo>
                    <a:pt x="25391" y="15296"/>
                  </a:lnTo>
                  <a:lnTo>
                    <a:pt x="24779" y="16520"/>
                  </a:lnTo>
                  <a:lnTo>
                    <a:pt x="24779" y="17132"/>
                  </a:lnTo>
                  <a:lnTo>
                    <a:pt x="24779" y="17438"/>
                  </a:lnTo>
                  <a:lnTo>
                    <a:pt x="25085" y="17744"/>
                  </a:lnTo>
                  <a:lnTo>
                    <a:pt x="24473" y="18662"/>
                  </a:lnTo>
                  <a:lnTo>
                    <a:pt x="25085" y="19885"/>
                  </a:lnTo>
                  <a:lnTo>
                    <a:pt x="25085" y="20191"/>
                  </a:lnTo>
                  <a:lnTo>
                    <a:pt x="25391" y="20497"/>
                  </a:lnTo>
                  <a:lnTo>
                    <a:pt x="25391" y="20191"/>
                  </a:lnTo>
                  <a:lnTo>
                    <a:pt x="25391" y="20497"/>
                  </a:lnTo>
                  <a:lnTo>
                    <a:pt x="25697" y="20803"/>
                  </a:lnTo>
                  <a:lnTo>
                    <a:pt x="25391" y="21109"/>
                  </a:lnTo>
                  <a:lnTo>
                    <a:pt x="25697" y="21721"/>
                  </a:lnTo>
                  <a:lnTo>
                    <a:pt x="26003" y="22332"/>
                  </a:lnTo>
                  <a:lnTo>
                    <a:pt x="26003" y="22638"/>
                  </a:lnTo>
                  <a:lnTo>
                    <a:pt x="27227" y="23556"/>
                  </a:lnTo>
                  <a:lnTo>
                    <a:pt x="27533" y="23556"/>
                  </a:lnTo>
                  <a:lnTo>
                    <a:pt x="27533" y="23862"/>
                  </a:lnTo>
                  <a:lnTo>
                    <a:pt x="26309" y="24780"/>
                  </a:lnTo>
                  <a:lnTo>
                    <a:pt x="25391" y="25086"/>
                  </a:lnTo>
                  <a:lnTo>
                    <a:pt x="24473" y="25697"/>
                  </a:lnTo>
                  <a:lnTo>
                    <a:pt x="23556" y="25697"/>
                  </a:lnTo>
                  <a:lnTo>
                    <a:pt x="22638" y="26309"/>
                  </a:lnTo>
                  <a:lnTo>
                    <a:pt x="22026" y="26003"/>
                  </a:lnTo>
                  <a:lnTo>
                    <a:pt x="21414" y="26003"/>
                  </a:lnTo>
                  <a:lnTo>
                    <a:pt x="21108" y="26003"/>
                  </a:lnTo>
                  <a:lnTo>
                    <a:pt x="20802" y="26615"/>
                  </a:lnTo>
                  <a:lnTo>
                    <a:pt x="20497" y="26615"/>
                  </a:lnTo>
                  <a:lnTo>
                    <a:pt x="19885" y="26921"/>
                  </a:lnTo>
                  <a:lnTo>
                    <a:pt x="19273" y="26921"/>
                  </a:lnTo>
                  <a:lnTo>
                    <a:pt x="18661" y="26615"/>
                  </a:lnTo>
                  <a:lnTo>
                    <a:pt x="18049" y="26921"/>
                  </a:lnTo>
                  <a:lnTo>
                    <a:pt x="17132" y="26921"/>
                  </a:lnTo>
                  <a:lnTo>
                    <a:pt x="16826" y="26615"/>
                  </a:lnTo>
                  <a:lnTo>
                    <a:pt x="16214" y="26309"/>
                  </a:lnTo>
                  <a:lnTo>
                    <a:pt x="15296" y="26615"/>
                  </a:lnTo>
                  <a:lnTo>
                    <a:pt x="13766" y="26615"/>
                  </a:lnTo>
                  <a:lnTo>
                    <a:pt x="13766" y="26309"/>
                  </a:lnTo>
                  <a:lnTo>
                    <a:pt x="13155" y="25392"/>
                  </a:lnTo>
                  <a:lnTo>
                    <a:pt x="13155" y="24780"/>
                  </a:lnTo>
                  <a:lnTo>
                    <a:pt x="12849" y="22944"/>
                  </a:lnTo>
                  <a:lnTo>
                    <a:pt x="12237" y="22027"/>
                  </a:lnTo>
                  <a:lnTo>
                    <a:pt x="11625" y="21415"/>
                  </a:lnTo>
                  <a:lnTo>
                    <a:pt x="11319" y="22027"/>
                  </a:lnTo>
                  <a:lnTo>
                    <a:pt x="11013" y="21721"/>
                  </a:lnTo>
                  <a:lnTo>
                    <a:pt x="10096" y="21721"/>
                  </a:lnTo>
                  <a:lnTo>
                    <a:pt x="8872" y="21109"/>
                  </a:lnTo>
                  <a:lnTo>
                    <a:pt x="7954" y="20803"/>
                  </a:lnTo>
                  <a:lnTo>
                    <a:pt x="7648" y="20497"/>
                  </a:lnTo>
                  <a:lnTo>
                    <a:pt x="7036" y="20497"/>
                  </a:lnTo>
                  <a:lnTo>
                    <a:pt x="6425" y="20191"/>
                  </a:lnTo>
                  <a:lnTo>
                    <a:pt x="6119" y="19885"/>
                  </a:lnTo>
                  <a:lnTo>
                    <a:pt x="5813" y="19885"/>
                  </a:lnTo>
                  <a:lnTo>
                    <a:pt x="5507" y="19273"/>
                  </a:lnTo>
                  <a:lnTo>
                    <a:pt x="4895" y="19273"/>
                  </a:lnTo>
                  <a:lnTo>
                    <a:pt x="4283" y="19273"/>
                  </a:lnTo>
                  <a:lnTo>
                    <a:pt x="3365" y="18050"/>
                  </a:lnTo>
                  <a:lnTo>
                    <a:pt x="2754" y="16520"/>
                  </a:lnTo>
                  <a:lnTo>
                    <a:pt x="2448" y="15602"/>
                  </a:lnTo>
                  <a:lnTo>
                    <a:pt x="1836" y="14685"/>
                  </a:lnTo>
                  <a:lnTo>
                    <a:pt x="918" y="14073"/>
                  </a:lnTo>
                  <a:lnTo>
                    <a:pt x="306" y="13155"/>
                  </a:lnTo>
                  <a:lnTo>
                    <a:pt x="306" y="12543"/>
                  </a:lnTo>
                  <a:lnTo>
                    <a:pt x="612" y="11931"/>
                  </a:lnTo>
                  <a:lnTo>
                    <a:pt x="0" y="10096"/>
                  </a:lnTo>
                  <a:lnTo>
                    <a:pt x="0" y="8872"/>
                  </a:lnTo>
                  <a:lnTo>
                    <a:pt x="918" y="8872"/>
                  </a:lnTo>
                  <a:lnTo>
                    <a:pt x="1530" y="8260"/>
                  </a:lnTo>
                  <a:lnTo>
                    <a:pt x="2448" y="7037"/>
                  </a:lnTo>
                  <a:lnTo>
                    <a:pt x="2754" y="6425"/>
                  </a:lnTo>
                  <a:lnTo>
                    <a:pt x="3671" y="5813"/>
                  </a:lnTo>
                  <a:lnTo>
                    <a:pt x="3671" y="5201"/>
                  </a:lnTo>
                  <a:lnTo>
                    <a:pt x="2754" y="4895"/>
                  </a:lnTo>
                  <a:lnTo>
                    <a:pt x="2754" y="4895"/>
                  </a:lnTo>
                  <a:lnTo>
                    <a:pt x="2754" y="4590"/>
                  </a:lnTo>
                  <a:lnTo>
                    <a:pt x="2754" y="4284"/>
                  </a:lnTo>
                  <a:lnTo>
                    <a:pt x="2754" y="4284"/>
                  </a:lnTo>
                  <a:lnTo>
                    <a:pt x="3060" y="3672"/>
                  </a:lnTo>
                  <a:lnTo>
                    <a:pt x="3671" y="3366"/>
                  </a:lnTo>
                  <a:lnTo>
                    <a:pt x="3671" y="3060"/>
                  </a:lnTo>
                  <a:lnTo>
                    <a:pt x="3671" y="1836"/>
                  </a:lnTo>
                  <a:lnTo>
                    <a:pt x="3365" y="1224"/>
                  </a:lnTo>
                  <a:lnTo>
                    <a:pt x="2754" y="307"/>
                  </a:lnTo>
                  <a:lnTo>
                    <a:pt x="2754" y="307"/>
                  </a:lnTo>
                  <a:lnTo>
                    <a:pt x="3671" y="1"/>
                  </a:lnTo>
                  <a:lnTo>
                    <a:pt x="11319" y="307"/>
                  </a:lnTo>
                  <a:lnTo>
                    <a:pt x="12237" y="307"/>
                  </a:lnTo>
                  <a:lnTo>
                    <a:pt x="13461" y="1224"/>
                  </a:lnTo>
                  <a:lnTo>
                    <a:pt x="20497" y="5201"/>
                  </a:lnTo>
                  <a:lnTo>
                    <a:pt x="20802" y="5813"/>
                  </a:lnTo>
                  <a:lnTo>
                    <a:pt x="20497" y="6425"/>
                  </a:lnTo>
                  <a:lnTo>
                    <a:pt x="21108" y="703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5" name="Google Shape;1985;p61"/>
            <p:cNvSpPr/>
            <p:nvPr/>
          </p:nvSpPr>
          <p:spPr>
            <a:xfrm>
              <a:off x="3989700" y="3220750"/>
              <a:ext cx="688325" cy="673050"/>
            </a:xfrm>
            <a:custGeom>
              <a:rect b="b" l="l" r="r" t="t"/>
              <a:pathLst>
                <a:path extrusionOk="0" fill="none" h="26922" w="27533">
                  <a:moveTo>
                    <a:pt x="21108" y="7037"/>
                  </a:moveTo>
                  <a:lnTo>
                    <a:pt x="24473" y="9178"/>
                  </a:lnTo>
                  <a:lnTo>
                    <a:pt x="24473" y="9484"/>
                  </a:lnTo>
                  <a:lnTo>
                    <a:pt x="24168" y="10402"/>
                  </a:lnTo>
                  <a:lnTo>
                    <a:pt x="23556" y="12237"/>
                  </a:lnTo>
                  <a:lnTo>
                    <a:pt x="23556" y="12849"/>
                  </a:lnTo>
                  <a:lnTo>
                    <a:pt x="23556" y="13461"/>
                  </a:lnTo>
                  <a:lnTo>
                    <a:pt x="25085" y="14991"/>
                  </a:lnTo>
                  <a:lnTo>
                    <a:pt x="25391" y="15296"/>
                  </a:lnTo>
                  <a:lnTo>
                    <a:pt x="24779" y="16520"/>
                  </a:lnTo>
                  <a:lnTo>
                    <a:pt x="24779" y="17132"/>
                  </a:lnTo>
                  <a:lnTo>
                    <a:pt x="24779" y="17438"/>
                  </a:lnTo>
                  <a:lnTo>
                    <a:pt x="25085" y="17744"/>
                  </a:lnTo>
                  <a:lnTo>
                    <a:pt x="24473" y="18662"/>
                  </a:lnTo>
                  <a:lnTo>
                    <a:pt x="25085" y="19885"/>
                  </a:lnTo>
                  <a:lnTo>
                    <a:pt x="25085" y="20191"/>
                  </a:lnTo>
                  <a:lnTo>
                    <a:pt x="25391" y="20497"/>
                  </a:lnTo>
                  <a:lnTo>
                    <a:pt x="25391" y="20191"/>
                  </a:lnTo>
                  <a:lnTo>
                    <a:pt x="25391" y="20497"/>
                  </a:lnTo>
                  <a:lnTo>
                    <a:pt x="25697" y="20803"/>
                  </a:lnTo>
                  <a:lnTo>
                    <a:pt x="25391" y="21109"/>
                  </a:lnTo>
                  <a:lnTo>
                    <a:pt x="25697" y="21721"/>
                  </a:lnTo>
                  <a:lnTo>
                    <a:pt x="26003" y="22332"/>
                  </a:lnTo>
                  <a:lnTo>
                    <a:pt x="26003" y="22638"/>
                  </a:lnTo>
                  <a:lnTo>
                    <a:pt x="27227" y="23556"/>
                  </a:lnTo>
                  <a:lnTo>
                    <a:pt x="27533" y="23556"/>
                  </a:lnTo>
                  <a:lnTo>
                    <a:pt x="27533" y="23862"/>
                  </a:lnTo>
                  <a:lnTo>
                    <a:pt x="26309" y="24780"/>
                  </a:lnTo>
                  <a:lnTo>
                    <a:pt x="25391" y="25086"/>
                  </a:lnTo>
                  <a:lnTo>
                    <a:pt x="24473" y="25697"/>
                  </a:lnTo>
                  <a:lnTo>
                    <a:pt x="23556" y="25697"/>
                  </a:lnTo>
                  <a:lnTo>
                    <a:pt x="22638" y="26309"/>
                  </a:lnTo>
                  <a:lnTo>
                    <a:pt x="22026" y="26003"/>
                  </a:lnTo>
                  <a:lnTo>
                    <a:pt x="21414" y="26003"/>
                  </a:lnTo>
                  <a:lnTo>
                    <a:pt x="21108" y="26003"/>
                  </a:lnTo>
                  <a:lnTo>
                    <a:pt x="20802" y="26615"/>
                  </a:lnTo>
                  <a:lnTo>
                    <a:pt x="20497" y="26615"/>
                  </a:lnTo>
                  <a:lnTo>
                    <a:pt x="19885" y="26921"/>
                  </a:lnTo>
                  <a:lnTo>
                    <a:pt x="19273" y="26921"/>
                  </a:lnTo>
                  <a:lnTo>
                    <a:pt x="18661" y="26615"/>
                  </a:lnTo>
                  <a:lnTo>
                    <a:pt x="18049" y="26921"/>
                  </a:lnTo>
                  <a:lnTo>
                    <a:pt x="17132" y="26921"/>
                  </a:lnTo>
                  <a:lnTo>
                    <a:pt x="16826" y="26615"/>
                  </a:lnTo>
                  <a:lnTo>
                    <a:pt x="16214" y="26309"/>
                  </a:lnTo>
                  <a:lnTo>
                    <a:pt x="15296" y="26615"/>
                  </a:lnTo>
                  <a:lnTo>
                    <a:pt x="13766" y="26615"/>
                  </a:lnTo>
                  <a:lnTo>
                    <a:pt x="13766" y="26309"/>
                  </a:lnTo>
                  <a:lnTo>
                    <a:pt x="13155" y="25392"/>
                  </a:lnTo>
                  <a:lnTo>
                    <a:pt x="13155" y="24780"/>
                  </a:lnTo>
                  <a:lnTo>
                    <a:pt x="12849" y="22944"/>
                  </a:lnTo>
                  <a:lnTo>
                    <a:pt x="12237" y="22027"/>
                  </a:lnTo>
                  <a:lnTo>
                    <a:pt x="11625" y="21415"/>
                  </a:lnTo>
                  <a:lnTo>
                    <a:pt x="11319" y="22027"/>
                  </a:lnTo>
                  <a:lnTo>
                    <a:pt x="11013" y="21721"/>
                  </a:lnTo>
                  <a:lnTo>
                    <a:pt x="10096" y="21721"/>
                  </a:lnTo>
                  <a:lnTo>
                    <a:pt x="8872" y="21109"/>
                  </a:lnTo>
                  <a:lnTo>
                    <a:pt x="7954" y="20803"/>
                  </a:lnTo>
                  <a:lnTo>
                    <a:pt x="7648" y="20497"/>
                  </a:lnTo>
                  <a:lnTo>
                    <a:pt x="7036" y="20497"/>
                  </a:lnTo>
                  <a:lnTo>
                    <a:pt x="6425" y="20191"/>
                  </a:lnTo>
                  <a:lnTo>
                    <a:pt x="6119" y="19885"/>
                  </a:lnTo>
                  <a:lnTo>
                    <a:pt x="5813" y="19885"/>
                  </a:lnTo>
                  <a:lnTo>
                    <a:pt x="5507" y="19273"/>
                  </a:lnTo>
                  <a:lnTo>
                    <a:pt x="4895" y="19273"/>
                  </a:lnTo>
                  <a:lnTo>
                    <a:pt x="4283" y="19273"/>
                  </a:lnTo>
                  <a:lnTo>
                    <a:pt x="3365" y="18050"/>
                  </a:lnTo>
                  <a:lnTo>
                    <a:pt x="2754" y="16520"/>
                  </a:lnTo>
                  <a:lnTo>
                    <a:pt x="2448" y="15602"/>
                  </a:lnTo>
                  <a:lnTo>
                    <a:pt x="1836" y="14685"/>
                  </a:lnTo>
                  <a:lnTo>
                    <a:pt x="918" y="14073"/>
                  </a:lnTo>
                  <a:lnTo>
                    <a:pt x="306" y="13155"/>
                  </a:lnTo>
                  <a:lnTo>
                    <a:pt x="306" y="12543"/>
                  </a:lnTo>
                  <a:lnTo>
                    <a:pt x="612" y="11931"/>
                  </a:lnTo>
                  <a:lnTo>
                    <a:pt x="0" y="10096"/>
                  </a:lnTo>
                  <a:lnTo>
                    <a:pt x="0" y="8872"/>
                  </a:lnTo>
                  <a:lnTo>
                    <a:pt x="918" y="8872"/>
                  </a:lnTo>
                  <a:lnTo>
                    <a:pt x="1530" y="8260"/>
                  </a:lnTo>
                  <a:lnTo>
                    <a:pt x="2448" y="7037"/>
                  </a:lnTo>
                  <a:lnTo>
                    <a:pt x="2754" y="6425"/>
                  </a:lnTo>
                  <a:lnTo>
                    <a:pt x="3671" y="5813"/>
                  </a:lnTo>
                  <a:lnTo>
                    <a:pt x="3671" y="5201"/>
                  </a:lnTo>
                  <a:lnTo>
                    <a:pt x="2754" y="4895"/>
                  </a:lnTo>
                  <a:lnTo>
                    <a:pt x="2754" y="4895"/>
                  </a:lnTo>
                  <a:lnTo>
                    <a:pt x="2754" y="4590"/>
                  </a:lnTo>
                  <a:lnTo>
                    <a:pt x="2754" y="4284"/>
                  </a:lnTo>
                  <a:lnTo>
                    <a:pt x="2754" y="4284"/>
                  </a:lnTo>
                  <a:lnTo>
                    <a:pt x="3060" y="3672"/>
                  </a:lnTo>
                  <a:lnTo>
                    <a:pt x="3671" y="3366"/>
                  </a:lnTo>
                  <a:lnTo>
                    <a:pt x="3671" y="3060"/>
                  </a:lnTo>
                  <a:lnTo>
                    <a:pt x="3671" y="1836"/>
                  </a:lnTo>
                  <a:lnTo>
                    <a:pt x="3365" y="1224"/>
                  </a:lnTo>
                  <a:lnTo>
                    <a:pt x="2754" y="307"/>
                  </a:lnTo>
                  <a:lnTo>
                    <a:pt x="2754" y="307"/>
                  </a:lnTo>
                  <a:lnTo>
                    <a:pt x="3671" y="1"/>
                  </a:lnTo>
                  <a:lnTo>
                    <a:pt x="11319" y="307"/>
                  </a:lnTo>
                  <a:lnTo>
                    <a:pt x="12237" y="307"/>
                  </a:lnTo>
                  <a:lnTo>
                    <a:pt x="13461" y="1224"/>
                  </a:lnTo>
                  <a:lnTo>
                    <a:pt x="20497" y="5201"/>
                  </a:lnTo>
                  <a:lnTo>
                    <a:pt x="20802" y="5813"/>
                  </a:lnTo>
                  <a:lnTo>
                    <a:pt x="20497" y="6425"/>
                  </a:lnTo>
                  <a:lnTo>
                    <a:pt x="21108" y="703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6" name="Google Shape;1986;p61"/>
            <p:cNvSpPr/>
            <p:nvPr/>
          </p:nvSpPr>
          <p:spPr>
            <a:xfrm>
              <a:off x="4005000" y="2899550"/>
              <a:ext cx="336525" cy="351825"/>
            </a:xfrm>
            <a:custGeom>
              <a:rect b="b" l="l" r="r" t="t"/>
              <a:pathLst>
                <a:path extrusionOk="0" h="14073" w="13461">
                  <a:moveTo>
                    <a:pt x="10707" y="13155"/>
                  </a:moveTo>
                  <a:lnTo>
                    <a:pt x="3059" y="12849"/>
                  </a:lnTo>
                  <a:lnTo>
                    <a:pt x="2142" y="13155"/>
                  </a:lnTo>
                  <a:lnTo>
                    <a:pt x="1836" y="13155"/>
                  </a:lnTo>
                  <a:lnTo>
                    <a:pt x="918" y="14072"/>
                  </a:lnTo>
                  <a:lnTo>
                    <a:pt x="612" y="14072"/>
                  </a:lnTo>
                  <a:lnTo>
                    <a:pt x="612" y="14072"/>
                  </a:lnTo>
                  <a:lnTo>
                    <a:pt x="612" y="13767"/>
                  </a:lnTo>
                  <a:lnTo>
                    <a:pt x="0" y="14072"/>
                  </a:lnTo>
                  <a:lnTo>
                    <a:pt x="0" y="13155"/>
                  </a:lnTo>
                  <a:lnTo>
                    <a:pt x="0" y="11931"/>
                  </a:lnTo>
                  <a:lnTo>
                    <a:pt x="306" y="11319"/>
                  </a:lnTo>
                  <a:lnTo>
                    <a:pt x="306" y="10402"/>
                  </a:lnTo>
                  <a:lnTo>
                    <a:pt x="918" y="9484"/>
                  </a:lnTo>
                  <a:lnTo>
                    <a:pt x="918" y="9178"/>
                  </a:lnTo>
                  <a:lnTo>
                    <a:pt x="918" y="8566"/>
                  </a:lnTo>
                  <a:lnTo>
                    <a:pt x="1530" y="8260"/>
                  </a:lnTo>
                  <a:lnTo>
                    <a:pt x="1530" y="7648"/>
                  </a:lnTo>
                  <a:lnTo>
                    <a:pt x="3365" y="6119"/>
                  </a:lnTo>
                  <a:lnTo>
                    <a:pt x="4283" y="5201"/>
                  </a:lnTo>
                  <a:lnTo>
                    <a:pt x="3977" y="4895"/>
                  </a:lnTo>
                  <a:lnTo>
                    <a:pt x="3365" y="4589"/>
                  </a:lnTo>
                  <a:lnTo>
                    <a:pt x="3059" y="4589"/>
                  </a:lnTo>
                  <a:lnTo>
                    <a:pt x="2753" y="4283"/>
                  </a:lnTo>
                  <a:lnTo>
                    <a:pt x="3059" y="3366"/>
                  </a:lnTo>
                  <a:lnTo>
                    <a:pt x="2753" y="2754"/>
                  </a:lnTo>
                  <a:lnTo>
                    <a:pt x="3365" y="1836"/>
                  </a:lnTo>
                  <a:lnTo>
                    <a:pt x="3365" y="1836"/>
                  </a:lnTo>
                  <a:lnTo>
                    <a:pt x="3059" y="1836"/>
                  </a:lnTo>
                  <a:lnTo>
                    <a:pt x="3365" y="1224"/>
                  </a:lnTo>
                  <a:lnTo>
                    <a:pt x="3977" y="918"/>
                  </a:lnTo>
                  <a:lnTo>
                    <a:pt x="4895" y="1530"/>
                  </a:lnTo>
                  <a:lnTo>
                    <a:pt x="5507" y="1224"/>
                  </a:lnTo>
                  <a:lnTo>
                    <a:pt x="5813" y="1530"/>
                  </a:lnTo>
                  <a:lnTo>
                    <a:pt x="6424" y="1836"/>
                  </a:lnTo>
                  <a:lnTo>
                    <a:pt x="6424" y="1530"/>
                  </a:lnTo>
                  <a:lnTo>
                    <a:pt x="7036" y="1224"/>
                  </a:lnTo>
                  <a:lnTo>
                    <a:pt x="8566" y="918"/>
                  </a:lnTo>
                  <a:lnTo>
                    <a:pt x="8872" y="1224"/>
                  </a:lnTo>
                  <a:lnTo>
                    <a:pt x="9789" y="1224"/>
                  </a:lnTo>
                  <a:lnTo>
                    <a:pt x="11013" y="1"/>
                  </a:lnTo>
                  <a:lnTo>
                    <a:pt x="11319" y="918"/>
                  </a:lnTo>
                  <a:lnTo>
                    <a:pt x="11931" y="1530"/>
                  </a:lnTo>
                  <a:lnTo>
                    <a:pt x="11931" y="2142"/>
                  </a:lnTo>
                  <a:lnTo>
                    <a:pt x="12543" y="3366"/>
                  </a:lnTo>
                  <a:lnTo>
                    <a:pt x="12849" y="3366"/>
                  </a:lnTo>
                  <a:lnTo>
                    <a:pt x="13154" y="4283"/>
                  </a:lnTo>
                  <a:lnTo>
                    <a:pt x="13460" y="5813"/>
                  </a:lnTo>
                  <a:lnTo>
                    <a:pt x="13460" y="6425"/>
                  </a:lnTo>
                  <a:lnTo>
                    <a:pt x="12849" y="7037"/>
                  </a:lnTo>
                  <a:lnTo>
                    <a:pt x="12849" y="7342"/>
                  </a:lnTo>
                  <a:lnTo>
                    <a:pt x="12237" y="7954"/>
                  </a:lnTo>
                  <a:lnTo>
                    <a:pt x="11931" y="8260"/>
                  </a:lnTo>
                  <a:lnTo>
                    <a:pt x="11319" y="9178"/>
                  </a:lnTo>
                  <a:lnTo>
                    <a:pt x="11319" y="9178"/>
                  </a:lnTo>
                  <a:lnTo>
                    <a:pt x="11013" y="9484"/>
                  </a:lnTo>
                  <a:lnTo>
                    <a:pt x="10707" y="10096"/>
                  </a:lnTo>
                  <a:lnTo>
                    <a:pt x="10707" y="11013"/>
                  </a:lnTo>
                  <a:lnTo>
                    <a:pt x="10707" y="11319"/>
                  </a:lnTo>
                  <a:lnTo>
                    <a:pt x="10707" y="11931"/>
                  </a:lnTo>
                  <a:lnTo>
                    <a:pt x="10707" y="13155"/>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7" name="Google Shape;1987;p61"/>
            <p:cNvSpPr/>
            <p:nvPr/>
          </p:nvSpPr>
          <p:spPr>
            <a:xfrm>
              <a:off x="4005000" y="2899550"/>
              <a:ext cx="336525" cy="351825"/>
            </a:xfrm>
            <a:custGeom>
              <a:rect b="b" l="l" r="r" t="t"/>
              <a:pathLst>
                <a:path extrusionOk="0" fill="none" h="14073" w="13461">
                  <a:moveTo>
                    <a:pt x="10707" y="13155"/>
                  </a:moveTo>
                  <a:lnTo>
                    <a:pt x="3059" y="12849"/>
                  </a:lnTo>
                  <a:lnTo>
                    <a:pt x="2142" y="13155"/>
                  </a:lnTo>
                  <a:lnTo>
                    <a:pt x="1836" y="13155"/>
                  </a:lnTo>
                  <a:lnTo>
                    <a:pt x="918" y="14072"/>
                  </a:lnTo>
                  <a:lnTo>
                    <a:pt x="612" y="14072"/>
                  </a:lnTo>
                  <a:lnTo>
                    <a:pt x="612" y="14072"/>
                  </a:lnTo>
                  <a:lnTo>
                    <a:pt x="612" y="13767"/>
                  </a:lnTo>
                  <a:lnTo>
                    <a:pt x="0" y="14072"/>
                  </a:lnTo>
                  <a:lnTo>
                    <a:pt x="0" y="13155"/>
                  </a:lnTo>
                  <a:lnTo>
                    <a:pt x="0" y="11931"/>
                  </a:lnTo>
                  <a:lnTo>
                    <a:pt x="306" y="11319"/>
                  </a:lnTo>
                  <a:lnTo>
                    <a:pt x="306" y="10402"/>
                  </a:lnTo>
                  <a:lnTo>
                    <a:pt x="918" y="9484"/>
                  </a:lnTo>
                  <a:lnTo>
                    <a:pt x="918" y="9178"/>
                  </a:lnTo>
                  <a:lnTo>
                    <a:pt x="918" y="8566"/>
                  </a:lnTo>
                  <a:lnTo>
                    <a:pt x="1530" y="8260"/>
                  </a:lnTo>
                  <a:lnTo>
                    <a:pt x="1530" y="7648"/>
                  </a:lnTo>
                  <a:lnTo>
                    <a:pt x="3365" y="6119"/>
                  </a:lnTo>
                  <a:lnTo>
                    <a:pt x="4283" y="5201"/>
                  </a:lnTo>
                  <a:lnTo>
                    <a:pt x="3977" y="4895"/>
                  </a:lnTo>
                  <a:lnTo>
                    <a:pt x="3365" y="4589"/>
                  </a:lnTo>
                  <a:lnTo>
                    <a:pt x="3059" y="4589"/>
                  </a:lnTo>
                  <a:lnTo>
                    <a:pt x="2753" y="4283"/>
                  </a:lnTo>
                  <a:lnTo>
                    <a:pt x="3059" y="3366"/>
                  </a:lnTo>
                  <a:lnTo>
                    <a:pt x="2753" y="2754"/>
                  </a:lnTo>
                  <a:lnTo>
                    <a:pt x="3365" y="1836"/>
                  </a:lnTo>
                  <a:lnTo>
                    <a:pt x="3365" y="1836"/>
                  </a:lnTo>
                  <a:lnTo>
                    <a:pt x="3059" y="1836"/>
                  </a:lnTo>
                  <a:lnTo>
                    <a:pt x="3365" y="1224"/>
                  </a:lnTo>
                  <a:lnTo>
                    <a:pt x="3977" y="918"/>
                  </a:lnTo>
                  <a:lnTo>
                    <a:pt x="4895" y="1530"/>
                  </a:lnTo>
                  <a:lnTo>
                    <a:pt x="5507" y="1224"/>
                  </a:lnTo>
                  <a:lnTo>
                    <a:pt x="5813" y="1530"/>
                  </a:lnTo>
                  <a:lnTo>
                    <a:pt x="6424" y="1836"/>
                  </a:lnTo>
                  <a:lnTo>
                    <a:pt x="6424" y="1530"/>
                  </a:lnTo>
                  <a:lnTo>
                    <a:pt x="7036" y="1224"/>
                  </a:lnTo>
                  <a:lnTo>
                    <a:pt x="8566" y="918"/>
                  </a:lnTo>
                  <a:lnTo>
                    <a:pt x="8872" y="1224"/>
                  </a:lnTo>
                  <a:lnTo>
                    <a:pt x="9789" y="1224"/>
                  </a:lnTo>
                  <a:lnTo>
                    <a:pt x="11013" y="1"/>
                  </a:lnTo>
                  <a:lnTo>
                    <a:pt x="11319" y="918"/>
                  </a:lnTo>
                  <a:lnTo>
                    <a:pt x="11931" y="1530"/>
                  </a:lnTo>
                  <a:lnTo>
                    <a:pt x="11931" y="2142"/>
                  </a:lnTo>
                  <a:lnTo>
                    <a:pt x="12543" y="3366"/>
                  </a:lnTo>
                  <a:lnTo>
                    <a:pt x="12849" y="3366"/>
                  </a:lnTo>
                  <a:lnTo>
                    <a:pt x="13154" y="4283"/>
                  </a:lnTo>
                  <a:lnTo>
                    <a:pt x="13460" y="5813"/>
                  </a:lnTo>
                  <a:lnTo>
                    <a:pt x="13460" y="6425"/>
                  </a:lnTo>
                  <a:lnTo>
                    <a:pt x="12849" y="7037"/>
                  </a:lnTo>
                  <a:lnTo>
                    <a:pt x="12849" y="7342"/>
                  </a:lnTo>
                  <a:lnTo>
                    <a:pt x="12237" y="7954"/>
                  </a:lnTo>
                  <a:lnTo>
                    <a:pt x="11931" y="8260"/>
                  </a:lnTo>
                  <a:lnTo>
                    <a:pt x="11319" y="9178"/>
                  </a:lnTo>
                  <a:lnTo>
                    <a:pt x="11319" y="9178"/>
                  </a:lnTo>
                  <a:lnTo>
                    <a:pt x="11013" y="9484"/>
                  </a:lnTo>
                  <a:lnTo>
                    <a:pt x="10707" y="10096"/>
                  </a:lnTo>
                  <a:lnTo>
                    <a:pt x="10707" y="11013"/>
                  </a:lnTo>
                  <a:lnTo>
                    <a:pt x="10707" y="11319"/>
                  </a:lnTo>
                  <a:lnTo>
                    <a:pt x="10707" y="11931"/>
                  </a:lnTo>
                  <a:lnTo>
                    <a:pt x="10707" y="13155"/>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8" name="Google Shape;1988;p61"/>
            <p:cNvSpPr/>
            <p:nvPr/>
          </p:nvSpPr>
          <p:spPr>
            <a:xfrm>
              <a:off x="3668500" y="2394800"/>
              <a:ext cx="734200" cy="550650"/>
            </a:xfrm>
            <a:custGeom>
              <a:rect b="b" l="l" r="r" t="t"/>
              <a:pathLst>
                <a:path extrusionOk="0" h="22026" w="29368">
                  <a:moveTo>
                    <a:pt x="24779" y="7036"/>
                  </a:moveTo>
                  <a:lnTo>
                    <a:pt x="24779" y="8260"/>
                  </a:lnTo>
                  <a:lnTo>
                    <a:pt x="24779" y="9178"/>
                  </a:lnTo>
                  <a:lnTo>
                    <a:pt x="23861" y="9790"/>
                  </a:lnTo>
                  <a:lnTo>
                    <a:pt x="23861" y="9790"/>
                  </a:lnTo>
                  <a:lnTo>
                    <a:pt x="23555" y="9790"/>
                  </a:lnTo>
                  <a:lnTo>
                    <a:pt x="23249" y="9484"/>
                  </a:lnTo>
                  <a:lnTo>
                    <a:pt x="22638" y="9790"/>
                  </a:lnTo>
                  <a:lnTo>
                    <a:pt x="22638" y="9790"/>
                  </a:lnTo>
                  <a:lnTo>
                    <a:pt x="22026" y="11013"/>
                  </a:lnTo>
                  <a:lnTo>
                    <a:pt x="22638" y="11319"/>
                  </a:lnTo>
                  <a:lnTo>
                    <a:pt x="23861" y="11625"/>
                  </a:lnTo>
                  <a:lnTo>
                    <a:pt x="24167" y="11931"/>
                  </a:lnTo>
                  <a:lnTo>
                    <a:pt x="24473" y="12543"/>
                  </a:lnTo>
                  <a:lnTo>
                    <a:pt x="24779" y="13155"/>
                  </a:lnTo>
                  <a:lnTo>
                    <a:pt x="26614" y="14378"/>
                  </a:lnTo>
                  <a:lnTo>
                    <a:pt x="26920" y="15908"/>
                  </a:lnTo>
                  <a:lnTo>
                    <a:pt x="27226" y="16520"/>
                  </a:lnTo>
                  <a:lnTo>
                    <a:pt x="27838" y="17437"/>
                  </a:lnTo>
                  <a:lnTo>
                    <a:pt x="28144" y="17131"/>
                  </a:lnTo>
                  <a:lnTo>
                    <a:pt x="28756" y="17437"/>
                  </a:lnTo>
                  <a:lnTo>
                    <a:pt x="29062" y="18661"/>
                  </a:lnTo>
                  <a:lnTo>
                    <a:pt x="29368" y="19273"/>
                  </a:lnTo>
                  <a:lnTo>
                    <a:pt x="28144" y="19273"/>
                  </a:lnTo>
                  <a:lnTo>
                    <a:pt x="27838" y="18967"/>
                  </a:lnTo>
                  <a:lnTo>
                    <a:pt x="28144" y="18355"/>
                  </a:lnTo>
                  <a:lnTo>
                    <a:pt x="27838" y="18355"/>
                  </a:lnTo>
                  <a:lnTo>
                    <a:pt x="27532" y="18355"/>
                  </a:lnTo>
                  <a:lnTo>
                    <a:pt x="25697" y="18967"/>
                  </a:lnTo>
                  <a:lnTo>
                    <a:pt x="25391" y="19273"/>
                  </a:lnTo>
                  <a:lnTo>
                    <a:pt x="24473" y="20191"/>
                  </a:lnTo>
                  <a:lnTo>
                    <a:pt x="23249" y="21414"/>
                  </a:lnTo>
                  <a:lnTo>
                    <a:pt x="22332" y="21414"/>
                  </a:lnTo>
                  <a:lnTo>
                    <a:pt x="22026" y="21108"/>
                  </a:lnTo>
                  <a:lnTo>
                    <a:pt x="20496" y="21414"/>
                  </a:lnTo>
                  <a:lnTo>
                    <a:pt x="19884" y="21720"/>
                  </a:lnTo>
                  <a:lnTo>
                    <a:pt x="19884" y="22026"/>
                  </a:lnTo>
                  <a:lnTo>
                    <a:pt x="19273" y="21720"/>
                  </a:lnTo>
                  <a:lnTo>
                    <a:pt x="18967" y="21414"/>
                  </a:lnTo>
                  <a:lnTo>
                    <a:pt x="18355" y="21720"/>
                  </a:lnTo>
                  <a:lnTo>
                    <a:pt x="17437" y="21108"/>
                  </a:lnTo>
                  <a:lnTo>
                    <a:pt x="16825" y="21414"/>
                  </a:lnTo>
                  <a:lnTo>
                    <a:pt x="16519" y="22026"/>
                  </a:lnTo>
                  <a:lnTo>
                    <a:pt x="16213" y="21720"/>
                  </a:lnTo>
                  <a:lnTo>
                    <a:pt x="15908" y="21720"/>
                  </a:lnTo>
                  <a:lnTo>
                    <a:pt x="15908" y="21108"/>
                  </a:lnTo>
                  <a:lnTo>
                    <a:pt x="14990" y="20802"/>
                  </a:lnTo>
                  <a:lnTo>
                    <a:pt x="14378" y="20191"/>
                  </a:lnTo>
                  <a:lnTo>
                    <a:pt x="14072" y="19885"/>
                  </a:lnTo>
                  <a:lnTo>
                    <a:pt x="13766" y="19273"/>
                  </a:lnTo>
                  <a:lnTo>
                    <a:pt x="13154" y="18967"/>
                  </a:lnTo>
                  <a:lnTo>
                    <a:pt x="13154" y="18967"/>
                  </a:lnTo>
                  <a:lnTo>
                    <a:pt x="12848" y="19579"/>
                  </a:lnTo>
                  <a:lnTo>
                    <a:pt x="12543" y="19885"/>
                  </a:lnTo>
                  <a:lnTo>
                    <a:pt x="11319" y="19273"/>
                  </a:lnTo>
                  <a:lnTo>
                    <a:pt x="10401" y="19885"/>
                  </a:lnTo>
                  <a:lnTo>
                    <a:pt x="9483" y="19579"/>
                  </a:lnTo>
                  <a:lnTo>
                    <a:pt x="9483" y="19273"/>
                  </a:lnTo>
                  <a:lnTo>
                    <a:pt x="9177" y="19273"/>
                  </a:lnTo>
                  <a:lnTo>
                    <a:pt x="8566" y="18661"/>
                  </a:lnTo>
                  <a:lnTo>
                    <a:pt x="7954" y="18049"/>
                  </a:lnTo>
                  <a:lnTo>
                    <a:pt x="7648" y="17437"/>
                  </a:lnTo>
                  <a:lnTo>
                    <a:pt x="7648" y="16825"/>
                  </a:lnTo>
                  <a:lnTo>
                    <a:pt x="7342" y="16520"/>
                  </a:lnTo>
                  <a:lnTo>
                    <a:pt x="6424" y="15908"/>
                  </a:lnTo>
                  <a:lnTo>
                    <a:pt x="6118" y="15602"/>
                  </a:lnTo>
                  <a:lnTo>
                    <a:pt x="5812" y="15602"/>
                  </a:lnTo>
                  <a:lnTo>
                    <a:pt x="5812" y="15296"/>
                  </a:lnTo>
                  <a:lnTo>
                    <a:pt x="5201" y="14684"/>
                  </a:lnTo>
                  <a:lnTo>
                    <a:pt x="5201" y="14072"/>
                  </a:lnTo>
                  <a:lnTo>
                    <a:pt x="4589" y="13766"/>
                  </a:lnTo>
                  <a:lnTo>
                    <a:pt x="4283" y="13155"/>
                  </a:lnTo>
                  <a:lnTo>
                    <a:pt x="3059" y="12543"/>
                  </a:lnTo>
                  <a:lnTo>
                    <a:pt x="3059" y="12543"/>
                  </a:lnTo>
                  <a:lnTo>
                    <a:pt x="2447" y="11931"/>
                  </a:lnTo>
                  <a:lnTo>
                    <a:pt x="2447" y="11931"/>
                  </a:lnTo>
                  <a:lnTo>
                    <a:pt x="2753" y="11319"/>
                  </a:lnTo>
                  <a:lnTo>
                    <a:pt x="2447" y="11013"/>
                  </a:lnTo>
                  <a:lnTo>
                    <a:pt x="1836" y="10707"/>
                  </a:lnTo>
                  <a:lnTo>
                    <a:pt x="1530" y="10401"/>
                  </a:lnTo>
                  <a:lnTo>
                    <a:pt x="0" y="9790"/>
                  </a:lnTo>
                  <a:lnTo>
                    <a:pt x="0" y="9790"/>
                  </a:lnTo>
                  <a:lnTo>
                    <a:pt x="0" y="9484"/>
                  </a:lnTo>
                  <a:lnTo>
                    <a:pt x="0" y="9178"/>
                  </a:lnTo>
                  <a:lnTo>
                    <a:pt x="918" y="8566"/>
                  </a:lnTo>
                  <a:lnTo>
                    <a:pt x="918" y="8260"/>
                  </a:lnTo>
                  <a:lnTo>
                    <a:pt x="918" y="7342"/>
                  </a:lnTo>
                  <a:lnTo>
                    <a:pt x="1224" y="7036"/>
                  </a:lnTo>
                  <a:lnTo>
                    <a:pt x="1224" y="6424"/>
                  </a:lnTo>
                  <a:lnTo>
                    <a:pt x="1836" y="5813"/>
                  </a:lnTo>
                  <a:lnTo>
                    <a:pt x="2142" y="5201"/>
                  </a:lnTo>
                  <a:lnTo>
                    <a:pt x="2142" y="4895"/>
                  </a:lnTo>
                  <a:lnTo>
                    <a:pt x="2447" y="4895"/>
                  </a:lnTo>
                  <a:lnTo>
                    <a:pt x="3059" y="4895"/>
                  </a:lnTo>
                  <a:lnTo>
                    <a:pt x="3977" y="4589"/>
                  </a:lnTo>
                  <a:lnTo>
                    <a:pt x="4283" y="5201"/>
                  </a:lnTo>
                  <a:lnTo>
                    <a:pt x="4895" y="5813"/>
                  </a:lnTo>
                  <a:lnTo>
                    <a:pt x="5201" y="6730"/>
                  </a:lnTo>
                  <a:lnTo>
                    <a:pt x="5812" y="7036"/>
                  </a:lnTo>
                  <a:lnTo>
                    <a:pt x="6118" y="7036"/>
                  </a:lnTo>
                  <a:lnTo>
                    <a:pt x="7342" y="6730"/>
                  </a:lnTo>
                  <a:lnTo>
                    <a:pt x="9177" y="6730"/>
                  </a:lnTo>
                  <a:lnTo>
                    <a:pt x="9483" y="7342"/>
                  </a:lnTo>
                  <a:lnTo>
                    <a:pt x="9789" y="7342"/>
                  </a:lnTo>
                  <a:lnTo>
                    <a:pt x="11319" y="7342"/>
                  </a:lnTo>
                  <a:lnTo>
                    <a:pt x="11319" y="7342"/>
                  </a:lnTo>
                  <a:lnTo>
                    <a:pt x="11931" y="6730"/>
                  </a:lnTo>
                  <a:lnTo>
                    <a:pt x="12237" y="6424"/>
                  </a:lnTo>
                  <a:lnTo>
                    <a:pt x="13154" y="6424"/>
                  </a:lnTo>
                  <a:lnTo>
                    <a:pt x="13460" y="5507"/>
                  </a:lnTo>
                  <a:lnTo>
                    <a:pt x="13766" y="5201"/>
                  </a:lnTo>
                  <a:lnTo>
                    <a:pt x="14378" y="4895"/>
                  </a:lnTo>
                  <a:lnTo>
                    <a:pt x="14684" y="5201"/>
                  </a:lnTo>
                  <a:lnTo>
                    <a:pt x="16519" y="6424"/>
                  </a:lnTo>
                  <a:lnTo>
                    <a:pt x="17743" y="6119"/>
                  </a:lnTo>
                  <a:lnTo>
                    <a:pt x="18661" y="5201"/>
                  </a:lnTo>
                  <a:lnTo>
                    <a:pt x="18967" y="4895"/>
                  </a:lnTo>
                  <a:lnTo>
                    <a:pt x="19273" y="3977"/>
                  </a:lnTo>
                  <a:lnTo>
                    <a:pt x="19579" y="3977"/>
                  </a:lnTo>
                  <a:lnTo>
                    <a:pt x="20496" y="3059"/>
                  </a:lnTo>
                  <a:lnTo>
                    <a:pt x="20190" y="1530"/>
                  </a:lnTo>
                  <a:lnTo>
                    <a:pt x="19884" y="918"/>
                  </a:lnTo>
                  <a:lnTo>
                    <a:pt x="21108" y="612"/>
                  </a:lnTo>
                  <a:lnTo>
                    <a:pt x="21414" y="0"/>
                  </a:lnTo>
                  <a:lnTo>
                    <a:pt x="21414" y="0"/>
                  </a:lnTo>
                  <a:lnTo>
                    <a:pt x="22638" y="0"/>
                  </a:lnTo>
                  <a:lnTo>
                    <a:pt x="22332" y="1530"/>
                  </a:lnTo>
                  <a:lnTo>
                    <a:pt x="22638" y="3671"/>
                  </a:lnTo>
                  <a:lnTo>
                    <a:pt x="22944" y="3977"/>
                  </a:lnTo>
                  <a:lnTo>
                    <a:pt x="23249" y="3977"/>
                  </a:lnTo>
                  <a:lnTo>
                    <a:pt x="24167" y="5201"/>
                  </a:lnTo>
                  <a:lnTo>
                    <a:pt x="24167" y="5201"/>
                  </a:lnTo>
                  <a:lnTo>
                    <a:pt x="24473" y="5813"/>
                  </a:lnTo>
                  <a:lnTo>
                    <a:pt x="24167" y="6730"/>
                  </a:lnTo>
                  <a:lnTo>
                    <a:pt x="24167" y="7036"/>
                  </a:lnTo>
                  <a:lnTo>
                    <a:pt x="24779" y="703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89" name="Google Shape;1989;p61"/>
            <p:cNvSpPr/>
            <p:nvPr/>
          </p:nvSpPr>
          <p:spPr>
            <a:xfrm>
              <a:off x="3668500" y="2394800"/>
              <a:ext cx="734200" cy="550650"/>
            </a:xfrm>
            <a:custGeom>
              <a:rect b="b" l="l" r="r" t="t"/>
              <a:pathLst>
                <a:path extrusionOk="0" fill="none" h="22026" w="29368">
                  <a:moveTo>
                    <a:pt x="24779" y="7036"/>
                  </a:moveTo>
                  <a:lnTo>
                    <a:pt x="24779" y="8260"/>
                  </a:lnTo>
                  <a:lnTo>
                    <a:pt x="24779" y="9178"/>
                  </a:lnTo>
                  <a:lnTo>
                    <a:pt x="23861" y="9790"/>
                  </a:lnTo>
                  <a:lnTo>
                    <a:pt x="23861" y="9790"/>
                  </a:lnTo>
                  <a:lnTo>
                    <a:pt x="23555" y="9790"/>
                  </a:lnTo>
                  <a:lnTo>
                    <a:pt x="23249" y="9484"/>
                  </a:lnTo>
                  <a:lnTo>
                    <a:pt x="22638" y="9790"/>
                  </a:lnTo>
                  <a:lnTo>
                    <a:pt x="22638" y="9790"/>
                  </a:lnTo>
                  <a:lnTo>
                    <a:pt x="22026" y="11013"/>
                  </a:lnTo>
                  <a:lnTo>
                    <a:pt x="22638" y="11319"/>
                  </a:lnTo>
                  <a:lnTo>
                    <a:pt x="23861" y="11625"/>
                  </a:lnTo>
                  <a:lnTo>
                    <a:pt x="24167" y="11931"/>
                  </a:lnTo>
                  <a:lnTo>
                    <a:pt x="24473" y="12543"/>
                  </a:lnTo>
                  <a:lnTo>
                    <a:pt x="24779" y="13155"/>
                  </a:lnTo>
                  <a:lnTo>
                    <a:pt x="26614" y="14378"/>
                  </a:lnTo>
                  <a:lnTo>
                    <a:pt x="26920" y="15908"/>
                  </a:lnTo>
                  <a:lnTo>
                    <a:pt x="27226" y="16520"/>
                  </a:lnTo>
                  <a:lnTo>
                    <a:pt x="27838" y="17437"/>
                  </a:lnTo>
                  <a:lnTo>
                    <a:pt x="28144" y="17131"/>
                  </a:lnTo>
                  <a:lnTo>
                    <a:pt x="28756" y="17437"/>
                  </a:lnTo>
                  <a:lnTo>
                    <a:pt x="29062" y="18661"/>
                  </a:lnTo>
                  <a:lnTo>
                    <a:pt x="29368" y="19273"/>
                  </a:lnTo>
                  <a:lnTo>
                    <a:pt x="28144" y="19273"/>
                  </a:lnTo>
                  <a:lnTo>
                    <a:pt x="27838" y="18967"/>
                  </a:lnTo>
                  <a:lnTo>
                    <a:pt x="28144" y="18355"/>
                  </a:lnTo>
                  <a:lnTo>
                    <a:pt x="27838" y="18355"/>
                  </a:lnTo>
                  <a:lnTo>
                    <a:pt x="27532" y="18355"/>
                  </a:lnTo>
                  <a:lnTo>
                    <a:pt x="25697" y="18967"/>
                  </a:lnTo>
                  <a:lnTo>
                    <a:pt x="25391" y="19273"/>
                  </a:lnTo>
                  <a:lnTo>
                    <a:pt x="24473" y="20191"/>
                  </a:lnTo>
                  <a:lnTo>
                    <a:pt x="23249" y="21414"/>
                  </a:lnTo>
                  <a:lnTo>
                    <a:pt x="22332" y="21414"/>
                  </a:lnTo>
                  <a:lnTo>
                    <a:pt x="22026" y="21108"/>
                  </a:lnTo>
                  <a:lnTo>
                    <a:pt x="20496" y="21414"/>
                  </a:lnTo>
                  <a:lnTo>
                    <a:pt x="19884" y="21720"/>
                  </a:lnTo>
                  <a:lnTo>
                    <a:pt x="19884" y="22026"/>
                  </a:lnTo>
                  <a:lnTo>
                    <a:pt x="19273" y="21720"/>
                  </a:lnTo>
                  <a:lnTo>
                    <a:pt x="18967" y="21414"/>
                  </a:lnTo>
                  <a:lnTo>
                    <a:pt x="18355" y="21720"/>
                  </a:lnTo>
                  <a:lnTo>
                    <a:pt x="17437" y="21108"/>
                  </a:lnTo>
                  <a:lnTo>
                    <a:pt x="16825" y="21414"/>
                  </a:lnTo>
                  <a:lnTo>
                    <a:pt x="16519" y="22026"/>
                  </a:lnTo>
                  <a:lnTo>
                    <a:pt x="16213" y="21720"/>
                  </a:lnTo>
                  <a:lnTo>
                    <a:pt x="15908" y="21720"/>
                  </a:lnTo>
                  <a:lnTo>
                    <a:pt x="15908" y="21108"/>
                  </a:lnTo>
                  <a:lnTo>
                    <a:pt x="14990" y="20802"/>
                  </a:lnTo>
                  <a:lnTo>
                    <a:pt x="14378" y="20191"/>
                  </a:lnTo>
                  <a:lnTo>
                    <a:pt x="14072" y="19885"/>
                  </a:lnTo>
                  <a:lnTo>
                    <a:pt x="13766" y="19273"/>
                  </a:lnTo>
                  <a:lnTo>
                    <a:pt x="13154" y="18967"/>
                  </a:lnTo>
                  <a:lnTo>
                    <a:pt x="13154" y="18967"/>
                  </a:lnTo>
                  <a:lnTo>
                    <a:pt x="12848" y="19579"/>
                  </a:lnTo>
                  <a:lnTo>
                    <a:pt x="12543" y="19885"/>
                  </a:lnTo>
                  <a:lnTo>
                    <a:pt x="11319" y="19273"/>
                  </a:lnTo>
                  <a:lnTo>
                    <a:pt x="10401" y="19885"/>
                  </a:lnTo>
                  <a:lnTo>
                    <a:pt x="9483" y="19579"/>
                  </a:lnTo>
                  <a:lnTo>
                    <a:pt x="9483" y="19273"/>
                  </a:lnTo>
                  <a:lnTo>
                    <a:pt x="9177" y="19273"/>
                  </a:lnTo>
                  <a:lnTo>
                    <a:pt x="8566" y="18661"/>
                  </a:lnTo>
                  <a:lnTo>
                    <a:pt x="7954" y="18049"/>
                  </a:lnTo>
                  <a:lnTo>
                    <a:pt x="7648" y="17437"/>
                  </a:lnTo>
                  <a:lnTo>
                    <a:pt x="7648" y="16825"/>
                  </a:lnTo>
                  <a:lnTo>
                    <a:pt x="7342" y="16520"/>
                  </a:lnTo>
                  <a:lnTo>
                    <a:pt x="6424" y="15908"/>
                  </a:lnTo>
                  <a:lnTo>
                    <a:pt x="6118" y="15602"/>
                  </a:lnTo>
                  <a:lnTo>
                    <a:pt x="5812" y="15602"/>
                  </a:lnTo>
                  <a:lnTo>
                    <a:pt x="5812" y="15296"/>
                  </a:lnTo>
                  <a:lnTo>
                    <a:pt x="5201" y="14684"/>
                  </a:lnTo>
                  <a:lnTo>
                    <a:pt x="5201" y="14072"/>
                  </a:lnTo>
                  <a:lnTo>
                    <a:pt x="4589" y="13766"/>
                  </a:lnTo>
                  <a:lnTo>
                    <a:pt x="4283" y="13155"/>
                  </a:lnTo>
                  <a:lnTo>
                    <a:pt x="3059" y="12543"/>
                  </a:lnTo>
                  <a:lnTo>
                    <a:pt x="3059" y="12543"/>
                  </a:lnTo>
                  <a:lnTo>
                    <a:pt x="2447" y="11931"/>
                  </a:lnTo>
                  <a:lnTo>
                    <a:pt x="2447" y="11931"/>
                  </a:lnTo>
                  <a:lnTo>
                    <a:pt x="2753" y="11319"/>
                  </a:lnTo>
                  <a:lnTo>
                    <a:pt x="2447" y="11013"/>
                  </a:lnTo>
                  <a:lnTo>
                    <a:pt x="1836" y="10707"/>
                  </a:lnTo>
                  <a:lnTo>
                    <a:pt x="1530" y="10401"/>
                  </a:lnTo>
                  <a:lnTo>
                    <a:pt x="0" y="9790"/>
                  </a:lnTo>
                  <a:lnTo>
                    <a:pt x="0" y="9790"/>
                  </a:lnTo>
                  <a:lnTo>
                    <a:pt x="0" y="9484"/>
                  </a:lnTo>
                  <a:lnTo>
                    <a:pt x="0" y="9178"/>
                  </a:lnTo>
                  <a:lnTo>
                    <a:pt x="918" y="8566"/>
                  </a:lnTo>
                  <a:lnTo>
                    <a:pt x="918" y="8260"/>
                  </a:lnTo>
                  <a:lnTo>
                    <a:pt x="918" y="7342"/>
                  </a:lnTo>
                  <a:lnTo>
                    <a:pt x="1224" y="7036"/>
                  </a:lnTo>
                  <a:lnTo>
                    <a:pt x="1224" y="6424"/>
                  </a:lnTo>
                  <a:lnTo>
                    <a:pt x="1836" y="5813"/>
                  </a:lnTo>
                  <a:lnTo>
                    <a:pt x="2142" y="5201"/>
                  </a:lnTo>
                  <a:lnTo>
                    <a:pt x="2142" y="4895"/>
                  </a:lnTo>
                  <a:lnTo>
                    <a:pt x="2447" y="4895"/>
                  </a:lnTo>
                  <a:lnTo>
                    <a:pt x="3059" y="4895"/>
                  </a:lnTo>
                  <a:lnTo>
                    <a:pt x="3977" y="4589"/>
                  </a:lnTo>
                  <a:lnTo>
                    <a:pt x="4283" y="5201"/>
                  </a:lnTo>
                  <a:lnTo>
                    <a:pt x="4895" y="5813"/>
                  </a:lnTo>
                  <a:lnTo>
                    <a:pt x="5201" y="6730"/>
                  </a:lnTo>
                  <a:lnTo>
                    <a:pt x="5812" y="7036"/>
                  </a:lnTo>
                  <a:lnTo>
                    <a:pt x="6118" y="7036"/>
                  </a:lnTo>
                  <a:lnTo>
                    <a:pt x="7342" y="6730"/>
                  </a:lnTo>
                  <a:lnTo>
                    <a:pt x="9177" y="6730"/>
                  </a:lnTo>
                  <a:lnTo>
                    <a:pt x="9483" y="7342"/>
                  </a:lnTo>
                  <a:lnTo>
                    <a:pt x="9789" y="7342"/>
                  </a:lnTo>
                  <a:lnTo>
                    <a:pt x="11319" y="7342"/>
                  </a:lnTo>
                  <a:lnTo>
                    <a:pt x="11319" y="7342"/>
                  </a:lnTo>
                  <a:lnTo>
                    <a:pt x="11931" y="6730"/>
                  </a:lnTo>
                  <a:lnTo>
                    <a:pt x="12237" y="6424"/>
                  </a:lnTo>
                  <a:lnTo>
                    <a:pt x="13154" y="6424"/>
                  </a:lnTo>
                  <a:lnTo>
                    <a:pt x="13460" y="5507"/>
                  </a:lnTo>
                  <a:lnTo>
                    <a:pt x="13766" y="5201"/>
                  </a:lnTo>
                  <a:lnTo>
                    <a:pt x="14378" y="4895"/>
                  </a:lnTo>
                  <a:lnTo>
                    <a:pt x="14684" y="5201"/>
                  </a:lnTo>
                  <a:lnTo>
                    <a:pt x="16519" y="6424"/>
                  </a:lnTo>
                  <a:lnTo>
                    <a:pt x="17743" y="6119"/>
                  </a:lnTo>
                  <a:lnTo>
                    <a:pt x="18661" y="5201"/>
                  </a:lnTo>
                  <a:lnTo>
                    <a:pt x="18967" y="4895"/>
                  </a:lnTo>
                  <a:lnTo>
                    <a:pt x="19273" y="3977"/>
                  </a:lnTo>
                  <a:lnTo>
                    <a:pt x="19579" y="3977"/>
                  </a:lnTo>
                  <a:lnTo>
                    <a:pt x="20496" y="3059"/>
                  </a:lnTo>
                  <a:lnTo>
                    <a:pt x="20190" y="1530"/>
                  </a:lnTo>
                  <a:lnTo>
                    <a:pt x="19884" y="918"/>
                  </a:lnTo>
                  <a:lnTo>
                    <a:pt x="21108" y="612"/>
                  </a:lnTo>
                  <a:lnTo>
                    <a:pt x="21414" y="0"/>
                  </a:lnTo>
                  <a:lnTo>
                    <a:pt x="21414" y="0"/>
                  </a:lnTo>
                  <a:lnTo>
                    <a:pt x="22638" y="0"/>
                  </a:lnTo>
                  <a:lnTo>
                    <a:pt x="22332" y="1530"/>
                  </a:lnTo>
                  <a:lnTo>
                    <a:pt x="22638" y="3671"/>
                  </a:lnTo>
                  <a:lnTo>
                    <a:pt x="22944" y="3977"/>
                  </a:lnTo>
                  <a:lnTo>
                    <a:pt x="23249" y="3977"/>
                  </a:lnTo>
                  <a:lnTo>
                    <a:pt x="24167" y="5201"/>
                  </a:lnTo>
                  <a:lnTo>
                    <a:pt x="24167" y="5201"/>
                  </a:lnTo>
                  <a:lnTo>
                    <a:pt x="24473" y="5813"/>
                  </a:lnTo>
                  <a:lnTo>
                    <a:pt x="24167" y="6730"/>
                  </a:lnTo>
                  <a:lnTo>
                    <a:pt x="24167" y="7036"/>
                  </a:lnTo>
                  <a:lnTo>
                    <a:pt x="24779" y="703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0" name="Google Shape;1990;p61"/>
            <p:cNvSpPr/>
            <p:nvPr/>
          </p:nvSpPr>
          <p:spPr>
            <a:xfrm>
              <a:off x="4379725" y="658750"/>
              <a:ext cx="420675" cy="374750"/>
            </a:xfrm>
            <a:custGeom>
              <a:rect b="b" l="l" r="r" t="t"/>
              <a:pathLst>
                <a:path extrusionOk="0" h="14990" w="16827">
                  <a:moveTo>
                    <a:pt x="16826" y="612"/>
                  </a:moveTo>
                  <a:lnTo>
                    <a:pt x="16826" y="612"/>
                  </a:lnTo>
                  <a:lnTo>
                    <a:pt x="15602" y="2142"/>
                  </a:lnTo>
                  <a:lnTo>
                    <a:pt x="14379" y="2447"/>
                  </a:lnTo>
                  <a:lnTo>
                    <a:pt x="14073" y="3059"/>
                  </a:lnTo>
                  <a:lnTo>
                    <a:pt x="14073" y="3671"/>
                  </a:lnTo>
                  <a:lnTo>
                    <a:pt x="14379" y="4895"/>
                  </a:lnTo>
                  <a:lnTo>
                    <a:pt x="14073" y="5813"/>
                  </a:lnTo>
                  <a:lnTo>
                    <a:pt x="14073" y="7648"/>
                  </a:lnTo>
                  <a:lnTo>
                    <a:pt x="13461" y="8566"/>
                  </a:lnTo>
                  <a:lnTo>
                    <a:pt x="7955" y="11931"/>
                  </a:lnTo>
                  <a:lnTo>
                    <a:pt x="3060" y="14990"/>
                  </a:lnTo>
                  <a:lnTo>
                    <a:pt x="2142" y="14990"/>
                  </a:lnTo>
                  <a:lnTo>
                    <a:pt x="1225" y="14378"/>
                  </a:lnTo>
                  <a:lnTo>
                    <a:pt x="613" y="13766"/>
                  </a:lnTo>
                  <a:lnTo>
                    <a:pt x="307" y="13766"/>
                  </a:lnTo>
                  <a:lnTo>
                    <a:pt x="1" y="14072"/>
                  </a:lnTo>
                  <a:lnTo>
                    <a:pt x="1" y="13154"/>
                  </a:lnTo>
                  <a:lnTo>
                    <a:pt x="1" y="12237"/>
                  </a:lnTo>
                  <a:lnTo>
                    <a:pt x="1" y="12237"/>
                  </a:lnTo>
                  <a:lnTo>
                    <a:pt x="919" y="11319"/>
                  </a:lnTo>
                  <a:lnTo>
                    <a:pt x="919" y="11013"/>
                  </a:lnTo>
                  <a:lnTo>
                    <a:pt x="919" y="10707"/>
                  </a:lnTo>
                  <a:lnTo>
                    <a:pt x="1225" y="10707"/>
                  </a:lnTo>
                  <a:lnTo>
                    <a:pt x="1225" y="10401"/>
                  </a:lnTo>
                  <a:lnTo>
                    <a:pt x="1836" y="10401"/>
                  </a:lnTo>
                  <a:lnTo>
                    <a:pt x="1836" y="10095"/>
                  </a:lnTo>
                  <a:lnTo>
                    <a:pt x="2142" y="9789"/>
                  </a:lnTo>
                  <a:lnTo>
                    <a:pt x="2448" y="9483"/>
                  </a:lnTo>
                  <a:lnTo>
                    <a:pt x="2142" y="8566"/>
                  </a:lnTo>
                  <a:lnTo>
                    <a:pt x="1836" y="8566"/>
                  </a:lnTo>
                  <a:lnTo>
                    <a:pt x="1836" y="7954"/>
                  </a:lnTo>
                  <a:lnTo>
                    <a:pt x="1225" y="7954"/>
                  </a:lnTo>
                  <a:lnTo>
                    <a:pt x="919" y="8260"/>
                  </a:lnTo>
                  <a:lnTo>
                    <a:pt x="613" y="7342"/>
                  </a:lnTo>
                  <a:lnTo>
                    <a:pt x="613" y="6424"/>
                  </a:lnTo>
                  <a:lnTo>
                    <a:pt x="613" y="5813"/>
                  </a:lnTo>
                  <a:lnTo>
                    <a:pt x="307" y="5201"/>
                  </a:lnTo>
                  <a:lnTo>
                    <a:pt x="613" y="4283"/>
                  </a:lnTo>
                  <a:lnTo>
                    <a:pt x="613" y="4283"/>
                  </a:lnTo>
                  <a:lnTo>
                    <a:pt x="1225" y="4283"/>
                  </a:lnTo>
                  <a:lnTo>
                    <a:pt x="1836" y="3977"/>
                  </a:lnTo>
                  <a:lnTo>
                    <a:pt x="1836" y="3365"/>
                  </a:lnTo>
                  <a:lnTo>
                    <a:pt x="2448" y="3059"/>
                  </a:lnTo>
                  <a:lnTo>
                    <a:pt x="2448" y="2447"/>
                  </a:lnTo>
                  <a:lnTo>
                    <a:pt x="2448" y="1224"/>
                  </a:lnTo>
                  <a:lnTo>
                    <a:pt x="2448" y="1224"/>
                  </a:lnTo>
                  <a:lnTo>
                    <a:pt x="3672" y="1836"/>
                  </a:lnTo>
                  <a:lnTo>
                    <a:pt x="4896" y="1836"/>
                  </a:lnTo>
                  <a:lnTo>
                    <a:pt x="6119" y="1224"/>
                  </a:lnTo>
                  <a:lnTo>
                    <a:pt x="6731" y="1224"/>
                  </a:lnTo>
                  <a:lnTo>
                    <a:pt x="7649" y="1836"/>
                  </a:lnTo>
                  <a:lnTo>
                    <a:pt x="8872" y="1836"/>
                  </a:lnTo>
                  <a:lnTo>
                    <a:pt x="10402" y="1530"/>
                  </a:lnTo>
                  <a:lnTo>
                    <a:pt x="11320" y="1224"/>
                  </a:lnTo>
                  <a:lnTo>
                    <a:pt x="12849" y="612"/>
                  </a:lnTo>
                  <a:lnTo>
                    <a:pt x="14991" y="612"/>
                  </a:lnTo>
                  <a:lnTo>
                    <a:pt x="16520" y="0"/>
                  </a:lnTo>
                  <a:lnTo>
                    <a:pt x="16520" y="0"/>
                  </a:lnTo>
                  <a:lnTo>
                    <a:pt x="16826"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1" name="Google Shape;1991;p61"/>
            <p:cNvSpPr/>
            <p:nvPr/>
          </p:nvSpPr>
          <p:spPr>
            <a:xfrm>
              <a:off x="4379725" y="658750"/>
              <a:ext cx="420675" cy="374750"/>
            </a:xfrm>
            <a:custGeom>
              <a:rect b="b" l="l" r="r" t="t"/>
              <a:pathLst>
                <a:path extrusionOk="0" fill="none" h="14990" w="16827">
                  <a:moveTo>
                    <a:pt x="16826" y="612"/>
                  </a:moveTo>
                  <a:lnTo>
                    <a:pt x="16826" y="612"/>
                  </a:lnTo>
                  <a:lnTo>
                    <a:pt x="15602" y="2142"/>
                  </a:lnTo>
                  <a:lnTo>
                    <a:pt x="14379" y="2447"/>
                  </a:lnTo>
                  <a:lnTo>
                    <a:pt x="14073" y="3059"/>
                  </a:lnTo>
                  <a:lnTo>
                    <a:pt x="14073" y="3671"/>
                  </a:lnTo>
                  <a:lnTo>
                    <a:pt x="14379" y="4895"/>
                  </a:lnTo>
                  <a:lnTo>
                    <a:pt x="14073" y="5813"/>
                  </a:lnTo>
                  <a:lnTo>
                    <a:pt x="14073" y="7648"/>
                  </a:lnTo>
                  <a:lnTo>
                    <a:pt x="13461" y="8566"/>
                  </a:lnTo>
                  <a:lnTo>
                    <a:pt x="7955" y="11931"/>
                  </a:lnTo>
                  <a:lnTo>
                    <a:pt x="3060" y="14990"/>
                  </a:lnTo>
                  <a:lnTo>
                    <a:pt x="2142" y="14990"/>
                  </a:lnTo>
                  <a:lnTo>
                    <a:pt x="1225" y="14378"/>
                  </a:lnTo>
                  <a:lnTo>
                    <a:pt x="613" y="13766"/>
                  </a:lnTo>
                  <a:lnTo>
                    <a:pt x="307" y="13766"/>
                  </a:lnTo>
                  <a:lnTo>
                    <a:pt x="1" y="14072"/>
                  </a:lnTo>
                  <a:lnTo>
                    <a:pt x="1" y="13154"/>
                  </a:lnTo>
                  <a:lnTo>
                    <a:pt x="1" y="12237"/>
                  </a:lnTo>
                  <a:lnTo>
                    <a:pt x="1" y="12237"/>
                  </a:lnTo>
                  <a:lnTo>
                    <a:pt x="919" y="11319"/>
                  </a:lnTo>
                  <a:lnTo>
                    <a:pt x="919" y="11013"/>
                  </a:lnTo>
                  <a:lnTo>
                    <a:pt x="919" y="10707"/>
                  </a:lnTo>
                  <a:lnTo>
                    <a:pt x="1225" y="10707"/>
                  </a:lnTo>
                  <a:lnTo>
                    <a:pt x="1225" y="10401"/>
                  </a:lnTo>
                  <a:lnTo>
                    <a:pt x="1836" y="10401"/>
                  </a:lnTo>
                  <a:lnTo>
                    <a:pt x="1836" y="10095"/>
                  </a:lnTo>
                  <a:lnTo>
                    <a:pt x="2142" y="9789"/>
                  </a:lnTo>
                  <a:lnTo>
                    <a:pt x="2448" y="9483"/>
                  </a:lnTo>
                  <a:lnTo>
                    <a:pt x="2142" y="8566"/>
                  </a:lnTo>
                  <a:lnTo>
                    <a:pt x="1836" y="8566"/>
                  </a:lnTo>
                  <a:lnTo>
                    <a:pt x="1836" y="7954"/>
                  </a:lnTo>
                  <a:lnTo>
                    <a:pt x="1225" y="7954"/>
                  </a:lnTo>
                  <a:lnTo>
                    <a:pt x="919" y="8260"/>
                  </a:lnTo>
                  <a:lnTo>
                    <a:pt x="613" y="7342"/>
                  </a:lnTo>
                  <a:lnTo>
                    <a:pt x="613" y="6424"/>
                  </a:lnTo>
                  <a:lnTo>
                    <a:pt x="613" y="5813"/>
                  </a:lnTo>
                  <a:lnTo>
                    <a:pt x="307" y="5201"/>
                  </a:lnTo>
                  <a:lnTo>
                    <a:pt x="613" y="4283"/>
                  </a:lnTo>
                  <a:lnTo>
                    <a:pt x="613" y="4283"/>
                  </a:lnTo>
                  <a:lnTo>
                    <a:pt x="1225" y="4283"/>
                  </a:lnTo>
                  <a:lnTo>
                    <a:pt x="1836" y="3977"/>
                  </a:lnTo>
                  <a:lnTo>
                    <a:pt x="1836" y="3365"/>
                  </a:lnTo>
                  <a:lnTo>
                    <a:pt x="2448" y="3059"/>
                  </a:lnTo>
                  <a:lnTo>
                    <a:pt x="2448" y="2447"/>
                  </a:lnTo>
                  <a:lnTo>
                    <a:pt x="2448" y="1224"/>
                  </a:lnTo>
                  <a:lnTo>
                    <a:pt x="2448" y="1224"/>
                  </a:lnTo>
                  <a:lnTo>
                    <a:pt x="3672" y="1836"/>
                  </a:lnTo>
                  <a:lnTo>
                    <a:pt x="4896" y="1836"/>
                  </a:lnTo>
                  <a:lnTo>
                    <a:pt x="6119" y="1224"/>
                  </a:lnTo>
                  <a:lnTo>
                    <a:pt x="6731" y="1224"/>
                  </a:lnTo>
                  <a:lnTo>
                    <a:pt x="7649" y="1836"/>
                  </a:lnTo>
                  <a:lnTo>
                    <a:pt x="8872" y="1836"/>
                  </a:lnTo>
                  <a:lnTo>
                    <a:pt x="10402" y="1530"/>
                  </a:lnTo>
                  <a:lnTo>
                    <a:pt x="11320" y="1224"/>
                  </a:lnTo>
                  <a:lnTo>
                    <a:pt x="12849" y="612"/>
                  </a:lnTo>
                  <a:lnTo>
                    <a:pt x="14991" y="612"/>
                  </a:lnTo>
                  <a:lnTo>
                    <a:pt x="16520" y="0"/>
                  </a:lnTo>
                  <a:lnTo>
                    <a:pt x="16520" y="0"/>
                  </a:lnTo>
                  <a:lnTo>
                    <a:pt x="16826"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2" name="Google Shape;1992;p61"/>
            <p:cNvSpPr/>
            <p:nvPr/>
          </p:nvSpPr>
          <p:spPr>
            <a:xfrm>
              <a:off x="4081475" y="4819150"/>
              <a:ext cx="76500" cy="114750"/>
            </a:xfrm>
            <a:custGeom>
              <a:rect b="b" l="l" r="r" t="t"/>
              <a:pathLst>
                <a:path extrusionOk="0" h="4590" w="3060">
                  <a:moveTo>
                    <a:pt x="2754" y="612"/>
                  </a:moveTo>
                  <a:lnTo>
                    <a:pt x="3060" y="918"/>
                  </a:lnTo>
                  <a:lnTo>
                    <a:pt x="3060" y="3060"/>
                  </a:lnTo>
                  <a:lnTo>
                    <a:pt x="3060" y="3060"/>
                  </a:lnTo>
                  <a:lnTo>
                    <a:pt x="2754" y="4589"/>
                  </a:lnTo>
                  <a:lnTo>
                    <a:pt x="1836" y="4589"/>
                  </a:lnTo>
                  <a:lnTo>
                    <a:pt x="612" y="3977"/>
                  </a:lnTo>
                  <a:lnTo>
                    <a:pt x="0" y="2754"/>
                  </a:lnTo>
                  <a:lnTo>
                    <a:pt x="0" y="2142"/>
                  </a:lnTo>
                  <a:lnTo>
                    <a:pt x="612" y="612"/>
                  </a:lnTo>
                  <a:lnTo>
                    <a:pt x="1224" y="1"/>
                  </a:lnTo>
                  <a:lnTo>
                    <a:pt x="1530" y="1"/>
                  </a:lnTo>
                  <a:lnTo>
                    <a:pt x="2448" y="918"/>
                  </a:lnTo>
                  <a:lnTo>
                    <a:pt x="2754" y="61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3" name="Google Shape;1993;p61"/>
            <p:cNvSpPr/>
            <p:nvPr/>
          </p:nvSpPr>
          <p:spPr>
            <a:xfrm>
              <a:off x="4081475" y="4819150"/>
              <a:ext cx="76500" cy="114750"/>
            </a:xfrm>
            <a:custGeom>
              <a:rect b="b" l="l" r="r" t="t"/>
              <a:pathLst>
                <a:path extrusionOk="0" fill="none" h="4590" w="3060">
                  <a:moveTo>
                    <a:pt x="2754" y="612"/>
                  </a:moveTo>
                  <a:lnTo>
                    <a:pt x="3060" y="918"/>
                  </a:lnTo>
                  <a:lnTo>
                    <a:pt x="3060" y="3060"/>
                  </a:lnTo>
                  <a:lnTo>
                    <a:pt x="3060" y="3060"/>
                  </a:lnTo>
                  <a:lnTo>
                    <a:pt x="2754" y="4589"/>
                  </a:lnTo>
                  <a:lnTo>
                    <a:pt x="1836" y="4589"/>
                  </a:lnTo>
                  <a:lnTo>
                    <a:pt x="612" y="3977"/>
                  </a:lnTo>
                  <a:lnTo>
                    <a:pt x="0" y="2754"/>
                  </a:lnTo>
                  <a:lnTo>
                    <a:pt x="0" y="2142"/>
                  </a:lnTo>
                  <a:lnTo>
                    <a:pt x="612" y="612"/>
                  </a:lnTo>
                  <a:lnTo>
                    <a:pt x="1224" y="1"/>
                  </a:lnTo>
                  <a:lnTo>
                    <a:pt x="1530" y="1"/>
                  </a:lnTo>
                  <a:lnTo>
                    <a:pt x="2448" y="918"/>
                  </a:lnTo>
                  <a:lnTo>
                    <a:pt x="2754" y="61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4" name="Google Shape;1994;p61"/>
            <p:cNvSpPr/>
            <p:nvPr/>
          </p:nvSpPr>
          <p:spPr>
            <a:xfrm>
              <a:off x="3003125" y="1660600"/>
              <a:ext cx="650100" cy="1032475"/>
            </a:xfrm>
            <a:custGeom>
              <a:rect b="b" l="l" r="r" t="t"/>
              <a:pathLst>
                <a:path extrusionOk="0" h="41299" w="26004">
                  <a:moveTo>
                    <a:pt x="26003" y="10402"/>
                  </a:moveTo>
                  <a:lnTo>
                    <a:pt x="26003" y="11014"/>
                  </a:lnTo>
                  <a:lnTo>
                    <a:pt x="26003" y="20497"/>
                  </a:lnTo>
                  <a:lnTo>
                    <a:pt x="24168" y="20497"/>
                  </a:lnTo>
                  <a:lnTo>
                    <a:pt x="23862" y="20497"/>
                  </a:lnTo>
                  <a:lnTo>
                    <a:pt x="23556" y="20803"/>
                  </a:lnTo>
                  <a:lnTo>
                    <a:pt x="23556" y="21720"/>
                  </a:lnTo>
                  <a:lnTo>
                    <a:pt x="22944" y="22638"/>
                  </a:lnTo>
                  <a:lnTo>
                    <a:pt x="22944" y="22944"/>
                  </a:lnTo>
                  <a:lnTo>
                    <a:pt x="22026" y="23556"/>
                  </a:lnTo>
                  <a:lnTo>
                    <a:pt x="22332" y="24168"/>
                  </a:lnTo>
                  <a:lnTo>
                    <a:pt x="22332" y="24168"/>
                  </a:lnTo>
                  <a:lnTo>
                    <a:pt x="22332" y="24474"/>
                  </a:lnTo>
                  <a:lnTo>
                    <a:pt x="21721" y="25086"/>
                  </a:lnTo>
                  <a:lnTo>
                    <a:pt x="21721" y="25086"/>
                  </a:lnTo>
                  <a:lnTo>
                    <a:pt x="21415" y="25391"/>
                  </a:lnTo>
                  <a:lnTo>
                    <a:pt x="21721" y="26003"/>
                  </a:lnTo>
                  <a:lnTo>
                    <a:pt x="21721" y="26615"/>
                  </a:lnTo>
                  <a:lnTo>
                    <a:pt x="21721" y="26615"/>
                  </a:lnTo>
                  <a:lnTo>
                    <a:pt x="21109" y="27227"/>
                  </a:lnTo>
                  <a:lnTo>
                    <a:pt x="20803" y="27839"/>
                  </a:lnTo>
                  <a:lnTo>
                    <a:pt x="21109" y="28451"/>
                  </a:lnTo>
                  <a:lnTo>
                    <a:pt x="21721" y="28145"/>
                  </a:lnTo>
                  <a:lnTo>
                    <a:pt x="22026" y="28451"/>
                  </a:lnTo>
                  <a:lnTo>
                    <a:pt x="22026" y="28756"/>
                  </a:lnTo>
                  <a:lnTo>
                    <a:pt x="22332" y="29674"/>
                  </a:lnTo>
                  <a:lnTo>
                    <a:pt x="22638" y="29980"/>
                  </a:lnTo>
                  <a:lnTo>
                    <a:pt x="22638" y="30898"/>
                  </a:lnTo>
                  <a:lnTo>
                    <a:pt x="23556" y="31816"/>
                  </a:lnTo>
                  <a:lnTo>
                    <a:pt x="23250" y="32733"/>
                  </a:lnTo>
                  <a:lnTo>
                    <a:pt x="22332" y="32427"/>
                  </a:lnTo>
                  <a:lnTo>
                    <a:pt x="20803" y="33039"/>
                  </a:lnTo>
                  <a:lnTo>
                    <a:pt x="20497" y="33345"/>
                  </a:lnTo>
                  <a:lnTo>
                    <a:pt x="20497" y="33345"/>
                  </a:lnTo>
                  <a:lnTo>
                    <a:pt x="20497" y="34263"/>
                  </a:lnTo>
                  <a:lnTo>
                    <a:pt x="19885" y="34569"/>
                  </a:lnTo>
                  <a:lnTo>
                    <a:pt x="19579" y="35181"/>
                  </a:lnTo>
                  <a:lnTo>
                    <a:pt x="19273" y="35181"/>
                  </a:lnTo>
                  <a:lnTo>
                    <a:pt x="18661" y="35487"/>
                  </a:lnTo>
                  <a:lnTo>
                    <a:pt x="18661" y="35792"/>
                  </a:lnTo>
                  <a:lnTo>
                    <a:pt x="18356" y="36404"/>
                  </a:lnTo>
                  <a:lnTo>
                    <a:pt x="17744" y="36710"/>
                  </a:lnTo>
                  <a:lnTo>
                    <a:pt x="17132" y="37016"/>
                  </a:lnTo>
                  <a:lnTo>
                    <a:pt x="17132" y="37322"/>
                  </a:lnTo>
                  <a:lnTo>
                    <a:pt x="16214" y="37322"/>
                  </a:lnTo>
                  <a:lnTo>
                    <a:pt x="15296" y="37628"/>
                  </a:lnTo>
                  <a:lnTo>
                    <a:pt x="14073" y="37628"/>
                  </a:lnTo>
                  <a:lnTo>
                    <a:pt x="13767" y="37628"/>
                  </a:lnTo>
                  <a:lnTo>
                    <a:pt x="13461" y="37628"/>
                  </a:lnTo>
                  <a:lnTo>
                    <a:pt x="13461" y="37934"/>
                  </a:lnTo>
                  <a:lnTo>
                    <a:pt x="13767" y="38546"/>
                  </a:lnTo>
                  <a:lnTo>
                    <a:pt x="13461" y="38852"/>
                  </a:lnTo>
                  <a:lnTo>
                    <a:pt x="13461" y="39158"/>
                  </a:lnTo>
                  <a:lnTo>
                    <a:pt x="13461" y="39158"/>
                  </a:lnTo>
                  <a:lnTo>
                    <a:pt x="12543" y="40075"/>
                  </a:lnTo>
                  <a:lnTo>
                    <a:pt x="10402" y="40075"/>
                  </a:lnTo>
                  <a:lnTo>
                    <a:pt x="8260" y="41299"/>
                  </a:lnTo>
                  <a:lnTo>
                    <a:pt x="7649" y="40381"/>
                  </a:lnTo>
                  <a:lnTo>
                    <a:pt x="7037" y="40993"/>
                  </a:lnTo>
                  <a:lnTo>
                    <a:pt x="6119" y="41299"/>
                  </a:lnTo>
                  <a:lnTo>
                    <a:pt x="4895" y="41299"/>
                  </a:lnTo>
                  <a:lnTo>
                    <a:pt x="5201" y="40687"/>
                  </a:lnTo>
                  <a:lnTo>
                    <a:pt x="4589" y="40075"/>
                  </a:lnTo>
                  <a:lnTo>
                    <a:pt x="4284" y="39158"/>
                  </a:lnTo>
                  <a:lnTo>
                    <a:pt x="4284" y="38852"/>
                  </a:lnTo>
                  <a:lnTo>
                    <a:pt x="3978" y="38546"/>
                  </a:lnTo>
                  <a:lnTo>
                    <a:pt x="2754" y="37934"/>
                  </a:lnTo>
                  <a:lnTo>
                    <a:pt x="2754" y="37628"/>
                  </a:lnTo>
                  <a:lnTo>
                    <a:pt x="1224" y="35792"/>
                  </a:lnTo>
                  <a:lnTo>
                    <a:pt x="1836" y="35181"/>
                  </a:lnTo>
                  <a:lnTo>
                    <a:pt x="4895" y="35181"/>
                  </a:lnTo>
                  <a:lnTo>
                    <a:pt x="5201" y="34875"/>
                  </a:lnTo>
                  <a:lnTo>
                    <a:pt x="4895" y="34569"/>
                  </a:lnTo>
                  <a:lnTo>
                    <a:pt x="4589" y="34263"/>
                  </a:lnTo>
                  <a:lnTo>
                    <a:pt x="3978" y="33651"/>
                  </a:lnTo>
                  <a:lnTo>
                    <a:pt x="3978" y="33345"/>
                  </a:lnTo>
                  <a:lnTo>
                    <a:pt x="3672" y="32122"/>
                  </a:lnTo>
                  <a:lnTo>
                    <a:pt x="3978" y="31204"/>
                  </a:lnTo>
                  <a:lnTo>
                    <a:pt x="3978" y="30592"/>
                  </a:lnTo>
                  <a:lnTo>
                    <a:pt x="3672" y="29980"/>
                  </a:lnTo>
                  <a:lnTo>
                    <a:pt x="3366" y="29368"/>
                  </a:lnTo>
                  <a:lnTo>
                    <a:pt x="3366" y="28451"/>
                  </a:lnTo>
                  <a:lnTo>
                    <a:pt x="2754" y="28145"/>
                  </a:lnTo>
                  <a:lnTo>
                    <a:pt x="2448" y="27227"/>
                  </a:lnTo>
                  <a:lnTo>
                    <a:pt x="1530" y="27227"/>
                  </a:lnTo>
                  <a:lnTo>
                    <a:pt x="307" y="25697"/>
                  </a:lnTo>
                  <a:lnTo>
                    <a:pt x="1" y="23556"/>
                  </a:lnTo>
                  <a:lnTo>
                    <a:pt x="307" y="23556"/>
                  </a:lnTo>
                  <a:lnTo>
                    <a:pt x="613" y="22944"/>
                  </a:lnTo>
                  <a:lnTo>
                    <a:pt x="919" y="22332"/>
                  </a:lnTo>
                  <a:lnTo>
                    <a:pt x="2142" y="20497"/>
                  </a:lnTo>
                  <a:lnTo>
                    <a:pt x="4895" y="17438"/>
                  </a:lnTo>
                  <a:lnTo>
                    <a:pt x="5201" y="12543"/>
                  </a:lnTo>
                  <a:lnTo>
                    <a:pt x="5201" y="11014"/>
                  </a:lnTo>
                  <a:lnTo>
                    <a:pt x="5507" y="10402"/>
                  </a:lnTo>
                  <a:lnTo>
                    <a:pt x="5507" y="9790"/>
                  </a:lnTo>
                  <a:lnTo>
                    <a:pt x="5507" y="9484"/>
                  </a:lnTo>
                  <a:lnTo>
                    <a:pt x="5813" y="9178"/>
                  </a:lnTo>
                  <a:lnTo>
                    <a:pt x="6119" y="8260"/>
                  </a:lnTo>
                  <a:lnTo>
                    <a:pt x="5813" y="7954"/>
                  </a:lnTo>
                  <a:lnTo>
                    <a:pt x="5201" y="7037"/>
                  </a:lnTo>
                  <a:lnTo>
                    <a:pt x="5201" y="6425"/>
                  </a:lnTo>
                  <a:lnTo>
                    <a:pt x="4284" y="5201"/>
                  </a:lnTo>
                  <a:lnTo>
                    <a:pt x="4284" y="4589"/>
                  </a:lnTo>
                  <a:lnTo>
                    <a:pt x="4284" y="3978"/>
                  </a:lnTo>
                  <a:lnTo>
                    <a:pt x="3672" y="1224"/>
                  </a:lnTo>
                  <a:lnTo>
                    <a:pt x="6119" y="1"/>
                  </a:lnTo>
                  <a:lnTo>
                    <a:pt x="14990" y="4589"/>
                  </a:lnTo>
                  <a:lnTo>
                    <a:pt x="17132" y="5813"/>
                  </a:lnTo>
                  <a:lnTo>
                    <a:pt x="21109" y="7954"/>
                  </a:lnTo>
                  <a:lnTo>
                    <a:pt x="23250" y="9178"/>
                  </a:lnTo>
                  <a:lnTo>
                    <a:pt x="24474" y="9790"/>
                  </a:lnTo>
                  <a:lnTo>
                    <a:pt x="24780" y="9790"/>
                  </a:lnTo>
                  <a:lnTo>
                    <a:pt x="25697" y="10402"/>
                  </a:lnTo>
                  <a:lnTo>
                    <a:pt x="26003" y="10402"/>
                  </a:lnTo>
                  <a:lnTo>
                    <a:pt x="26003" y="1040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5" name="Google Shape;1995;p61"/>
            <p:cNvSpPr/>
            <p:nvPr/>
          </p:nvSpPr>
          <p:spPr>
            <a:xfrm>
              <a:off x="3003125" y="1660600"/>
              <a:ext cx="650100" cy="1032475"/>
            </a:xfrm>
            <a:custGeom>
              <a:rect b="b" l="l" r="r" t="t"/>
              <a:pathLst>
                <a:path extrusionOk="0" fill="none" h="41299" w="26004">
                  <a:moveTo>
                    <a:pt x="26003" y="10402"/>
                  </a:moveTo>
                  <a:lnTo>
                    <a:pt x="26003" y="11014"/>
                  </a:lnTo>
                  <a:lnTo>
                    <a:pt x="26003" y="20497"/>
                  </a:lnTo>
                  <a:lnTo>
                    <a:pt x="24168" y="20497"/>
                  </a:lnTo>
                  <a:lnTo>
                    <a:pt x="23862" y="20497"/>
                  </a:lnTo>
                  <a:lnTo>
                    <a:pt x="23556" y="20803"/>
                  </a:lnTo>
                  <a:lnTo>
                    <a:pt x="23556" y="21720"/>
                  </a:lnTo>
                  <a:lnTo>
                    <a:pt x="22944" y="22638"/>
                  </a:lnTo>
                  <a:lnTo>
                    <a:pt x="22944" y="22944"/>
                  </a:lnTo>
                  <a:lnTo>
                    <a:pt x="22026" y="23556"/>
                  </a:lnTo>
                  <a:lnTo>
                    <a:pt x="22332" y="24168"/>
                  </a:lnTo>
                  <a:lnTo>
                    <a:pt x="22332" y="24168"/>
                  </a:lnTo>
                  <a:lnTo>
                    <a:pt x="22332" y="24474"/>
                  </a:lnTo>
                  <a:lnTo>
                    <a:pt x="21721" y="25086"/>
                  </a:lnTo>
                  <a:lnTo>
                    <a:pt x="21721" y="25086"/>
                  </a:lnTo>
                  <a:lnTo>
                    <a:pt x="21415" y="25391"/>
                  </a:lnTo>
                  <a:lnTo>
                    <a:pt x="21721" y="26003"/>
                  </a:lnTo>
                  <a:lnTo>
                    <a:pt x="21721" y="26615"/>
                  </a:lnTo>
                  <a:lnTo>
                    <a:pt x="21721" y="26615"/>
                  </a:lnTo>
                  <a:lnTo>
                    <a:pt x="21109" y="27227"/>
                  </a:lnTo>
                  <a:lnTo>
                    <a:pt x="20803" y="27839"/>
                  </a:lnTo>
                  <a:lnTo>
                    <a:pt x="21109" y="28451"/>
                  </a:lnTo>
                  <a:lnTo>
                    <a:pt x="21721" y="28145"/>
                  </a:lnTo>
                  <a:lnTo>
                    <a:pt x="22026" y="28451"/>
                  </a:lnTo>
                  <a:lnTo>
                    <a:pt x="22026" y="28756"/>
                  </a:lnTo>
                  <a:lnTo>
                    <a:pt x="22332" y="29674"/>
                  </a:lnTo>
                  <a:lnTo>
                    <a:pt x="22638" y="29980"/>
                  </a:lnTo>
                  <a:lnTo>
                    <a:pt x="22638" y="30898"/>
                  </a:lnTo>
                  <a:lnTo>
                    <a:pt x="23556" y="31816"/>
                  </a:lnTo>
                  <a:lnTo>
                    <a:pt x="23250" y="32733"/>
                  </a:lnTo>
                  <a:lnTo>
                    <a:pt x="22332" y="32427"/>
                  </a:lnTo>
                  <a:lnTo>
                    <a:pt x="20803" y="33039"/>
                  </a:lnTo>
                  <a:lnTo>
                    <a:pt x="20497" y="33345"/>
                  </a:lnTo>
                  <a:lnTo>
                    <a:pt x="20497" y="33345"/>
                  </a:lnTo>
                  <a:lnTo>
                    <a:pt x="20497" y="34263"/>
                  </a:lnTo>
                  <a:lnTo>
                    <a:pt x="19885" y="34569"/>
                  </a:lnTo>
                  <a:lnTo>
                    <a:pt x="19579" y="35181"/>
                  </a:lnTo>
                  <a:lnTo>
                    <a:pt x="19273" y="35181"/>
                  </a:lnTo>
                  <a:lnTo>
                    <a:pt x="18661" y="35487"/>
                  </a:lnTo>
                  <a:lnTo>
                    <a:pt x="18661" y="35792"/>
                  </a:lnTo>
                  <a:lnTo>
                    <a:pt x="18356" y="36404"/>
                  </a:lnTo>
                  <a:lnTo>
                    <a:pt x="17744" y="36710"/>
                  </a:lnTo>
                  <a:lnTo>
                    <a:pt x="17132" y="37016"/>
                  </a:lnTo>
                  <a:lnTo>
                    <a:pt x="17132" y="37322"/>
                  </a:lnTo>
                  <a:lnTo>
                    <a:pt x="16214" y="37322"/>
                  </a:lnTo>
                  <a:lnTo>
                    <a:pt x="15296" y="37628"/>
                  </a:lnTo>
                  <a:lnTo>
                    <a:pt x="14073" y="37628"/>
                  </a:lnTo>
                  <a:lnTo>
                    <a:pt x="13767" y="37628"/>
                  </a:lnTo>
                  <a:lnTo>
                    <a:pt x="13461" y="37628"/>
                  </a:lnTo>
                  <a:lnTo>
                    <a:pt x="13461" y="37934"/>
                  </a:lnTo>
                  <a:lnTo>
                    <a:pt x="13767" y="38546"/>
                  </a:lnTo>
                  <a:lnTo>
                    <a:pt x="13461" y="38852"/>
                  </a:lnTo>
                  <a:lnTo>
                    <a:pt x="13461" y="39158"/>
                  </a:lnTo>
                  <a:lnTo>
                    <a:pt x="13461" y="39158"/>
                  </a:lnTo>
                  <a:lnTo>
                    <a:pt x="12543" y="40075"/>
                  </a:lnTo>
                  <a:lnTo>
                    <a:pt x="10402" y="40075"/>
                  </a:lnTo>
                  <a:lnTo>
                    <a:pt x="8260" y="41299"/>
                  </a:lnTo>
                  <a:lnTo>
                    <a:pt x="7649" y="40381"/>
                  </a:lnTo>
                  <a:lnTo>
                    <a:pt x="7037" y="40993"/>
                  </a:lnTo>
                  <a:lnTo>
                    <a:pt x="6119" y="41299"/>
                  </a:lnTo>
                  <a:lnTo>
                    <a:pt x="4895" y="41299"/>
                  </a:lnTo>
                  <a:lnTo>
                    <a:pt x="5201" y="40687"/>
                  </a:lnTo>
                  <a:lnTo>
                    <a:pt x="4589" y="40075"/>
                  </a:lnTo>
                  <a:lnTo>
                    <a:pt x="4284" y="39158"/>
                  </a:lnTo>
                  <a:lnTo>
                    <a:pt x="4284" y="38852"/>
                  </a:lnTo>
                  <a:lnTo>
                    <a:pt x="3978" y="38546"/>
                  </a:lnTo>
                  <a:lnTo>
                    <a:pt x="2754" y="37934"/>
                  </a:lnTo>
                  <a:lnTo>
                    <a:pt x="2754" y="37628"/>
                  </a:lnTo>
                  <a:lnTo>
                    <a:pt x="1224" y="35792"/>
                  </a:lnTo>
                  <a:lnTo>
                    <a:pt x="1836" y="35181"/>
                  </a:lnTo>
                  <a:lnTo>
                    <a:pt x="4895" y="35181"/>
                  </a:lnTo>
                  <a:lnTo>
                    <a:pt x="5201" y="34875"/>
                  </a:lnTo>
                  <a:lnTo>
                    <a:pt x="4895" y="34569"/>
                  </a:lnTo>
                  <a:lnTo>
                    <a:pt x="4589" y="34263"/>
                  </a:lnTo>
                  <a:lnTo>
                    <a:pt x="3978" y="33651"/>
                  </a:lnTo>
                  <a:lnTo>
                    <a:pt x="3978" y="33345"/>
                  </a:lnTo>
                  <a:lnTo>
                    <a:pt x="3672" y="32122"/>
                  </a:lnTo>
                  <a:lnTo>
                    <a:pt x="3978" y="31204"/>
                  </a:lnTo>
                  <a:lnTo>
                    <a:pt x="3978" y="30592"/>
                  </a:lnTo>
                  <a:lnTo>
                    <a:pt x="3672" y="29980"/>
                  </a:lnTo>
                  <a:lnTo>
                    <a:pt x="3366" y="29368"/>
                  </a:lnTo>
                  <a:lnTo>
                    <a:pt x="3366" y="28451"/>
                  </a:lnTo>
                  <a:lnTo>
                    <a:pt x="2754" y="28145"/>
                  </a:lnTo>
                  <a:lnTo>
                    <a:pt x="2448" y="27227"/>
                  </a:lnTo>
                  <a:lnTo>
                    <a:pt x="1530" y="27227"/>
                  </a:lnTo>
                  <a:lnTo>
                    <a:pt x="307" y="25697"/>
                  </a:lnTo>
                  <a:lnTo>
                    <a:pt x="1" y="23556"/>
                  </a:lnTo>
                  <a:lnTo>
                    <a:pt x="307" y="23556"/>
                  </a:lnTo>
                  <a:lnTo>
                    <a:pt x="613" y="22944"/>
                  </a:lnTo>
                  <a:lnTo>
                    <a:pt x="919" y="22332"/>
                  </a:lnTo>
                  <a:lnTo>
                    <a:pt x="2142" y="20497"/>
                  </a:lnTo>
                  <a:lnTo>
                    <a:pt x="4895" y="17438"/>
                  </a:lnTo>
                  <a:lnTo>
                    <a:pt x="5201" y="12543"/>
                  </a:lnTo>
                  <a:lnTo>
                    <a:pt x="5201" y="11014"/>
                  </a:lnTo>
                  <a:lnTo>
                    <a:pt x="5507" y="10402"/>
                  </a:lnTo>
                  <a:lnTo>
                    <a:pt x="5507" y="9790"/>
                  </a:lnTo>
                  <a:lnTo>
                    <a:pt x="5507" y="9484"/>
                  </a:lnTo>
                  <a:lnTo>
                    <a:pt x="5813" y="9178"/>
                  </a:lnTo>
                  <a:lnTo>
                    <a:pt x="6119" y="8260"/>
                  </a:lnTo>
                  <a:lnTo>
                    <a:pt x="5813" y="7954"/>
                  </a:lnTo>
                  <a:lnTo>
                    <a:pt x="5201" y="7037"/>
                  </a:lnTo>
                  <a:lnTo>
                    <a:pt x="5201" y="6425"/>
                  </a:lnTo>
                  <a:lnTo>
                    <a:pt x="4284" y="5201"/>
                  </a:lnTo>
                  <a:lnTo>
                    <a:pt x="4284" y="4589"/>
                  </a:lnTo>
                  <a:lnTo>
                    <a:pt x="4284" y="3978"/>
                  </a:lnTo>
                  <a:lnTo>
                    <a:pt x="3672" y="1224"/>
                  </a:lnTo>
                  <a:lnTo>
                    <a:pt x="6119" y="1"/>
                  </a:lnTo>
                  <a:lnTo>
                    <a:pt x="14990" y="4589"/>
                  </a:lnTo>
                  <a:lnTo>
                    <a:pt x="17132" y="5813"/>
                  </a:lnTo>
                  <a:lnTo>
                    <a:pt x="21109" y="7954"/>
                  </a:lnTo>
                  <a:lnTo>
                    <a:pt x="23250" y="9178"/>
                  </a:lnTo>
                  <a:lnTo>
                    <a:pt x="24474" y="9790"/>
                  </a:lnTo>
                  <a:lnTo>
                    <a:pt x="24780" y="9790"/>
                  </a:lnTo>
                  <a:lnTo>
                    <a:pt x="25697" y="10402"/>
                  </a:lnTo>
                  <a:lnTo>
                    <a:pt x="26003" y="10402"/>
                  </a:lnTo>
                  <a:lnTo>
                    <a:pt x="26003" y="1040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6" name="Google Shape;1996;p61"/>
            <p:cNvSpPr/>
            <p:nvPr/>
          </p:nvSpPr>
          <p:spPr>
            <a:xfrm>
              <a:off x="2154225" y="2463625"/>
              <a:ext cx="114750" cy="321225"/>
            </a:xfrm>
            <a:custGeom>
              <a:rect b="b" l="l" r="r" t="t"/>
              <a:pathLst>
                <a:path extrusionOk="0" h="12849" w="4590">
                  <a:moveTo>
                    <a:pt x="2448" y="306"/>
                  </a:moveTo>
                  <a:lnTo>
                    <a:pt x="2142" y="1836"/>
                  </a:lnTo>
                  <a:lnTo>
                    <a:pt x="3671" y="3060"/>
                  </a:lnTo>
                  <a:lnTo>
                    <a:pt x="3671" y="4589"/>
                  </a:lnTo>
                  <a:lnTo>
                    <a:pt x="4283" y="5507"/>
                  </a:lnTo>
                  <a:lnTo>
                    <a:pt x="4283" y="9178"/>
                  </a:lnTo>
                  <a:lnTo>
                    <a:pt x="4283" y="11319"/>
                  </a:lnTo>
                  <a:lnTo>
                    <a:pt x="4589" y="12237"/>
                  </a:lnTo>
                  <a:lnTo>
                    <a:pt x="4283" y="12543"/>
                  </a:lnTo>
                  <a:lnTo>
                    <a:pt x="3366" y="12849"/>
                  </a:lnTo>
                  <a:lnTo>
                    <a:pt x="2448" y="12237"/>
                  </a:lnTo>
                  <a:lnTo>
                    <a:pt x="2142" y="11931"/>
                  </a:lnTo>
                  <a:lnTo>
                    <a:pt x="1530" y="11013"/>
                  </a:lnTo>
                  <a:lnTo>
                    <a:pt x="1836" y="9790"/>
                  </a:lnTo>
                  <a:lnTo>
                    <a:pt x="1530" y="9178"/>
                  </a:lnTo>
                  <a:lnTo>
                    <a:pt x="1836" y="8566"/>
                  </a:lnTo>
                  <a:lnTo>
                    <a:pt x="1836" y="7648"/>
                  </a:lnTo>
                  <a:lnTo>
                    <a:pt x="2142" y="7037"/>
                  </a:lnTo>
                  <a:lnTo>
                    <a:pt x="1224" y="6119"/>
                  </a:lnTo>
                  <a:lnTo>
                    <a:pt x="1530" y="5813"/>
                  </a:lnTo>
                  <a:lnTo>
                    <a:pt x="1530" y="5201"/>
                  </a:lnTo>
                  <a:lnTo>
                    <a:pt x="1530" y="4589"/>
                  </a:lnTo>
                  <a:lnTo>
                    <a:pt x="1530" y="4283"/>
                  </a:lnTo>
                  <a:lnTo>
                    <a:pt x="918" y="4283"/>
                  </a:lnTo>
                  <a:lnTo>
                    <a:pt x="1224" y="3977"/>
                  </a:lnTo>
                  <a:lnTo>
                    <a:pt x="1224" y="2754"/>
                  </a:lnTo>
                  <a:lnTo>
                    <a:pt x="1224" y="2142"/>
                  </a:lnTo>
                  <a:lnTo>
                    <a:pt x="918" y="1836"/>
                  </a:lnTo>
                  <a:lnTo>
                    <a:pt x="1" y="1224"/>
                  </a:lnTo>
                  <a:lnTo>
                    <a:pt x="306" y="306"/>
                  </a:lnTo>
                  <a:lnTo>
                    <a:pt x="1" y="1"/>
                  </a:lnTo>
                  <a:lnTo>
                    <a:pt x="918" y="306"/>
                  </a:lnTo>
                  <a:lnTo>
                    <a:pt x="1530" y="306"/>
                  </a:lnTo>
                  <a:lnTo>
                    <a:pt x="1530" y="612"/>
                  </a:lnTo>
                  <a:lnTo>
                    <a:pt x="2448"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7" name="Google Shape;1997;p61"/>
            <p:cNvSpPr/>
            <p:nvPr/>
          </p:nvSpPr>
          <p:spPr>
            <a:xfrm>
              <a:off x="2154225" y="2463625"/>
              <a:ext cx="114750" cy="321225"/>
            </a:xfrm>
            <a:custGeom>
              <a:rect b="b" l="l" r="r" t="t"/>
              <a:pathLst>
                <a:path extrusionOk="0" fill="none" h="12849" w="4590">
                  <a:moveTo>
                    <a:pt x="2448" y="306"/>
                  </a:moveTo>
                  <a:lnTo>
                    <a:pt x="2142" y="1836"/>
                  </a:lnTo>
                  <a:lnTo>
                    <a:pt x="3671" y="3060"/>
                  </a:lnTo>
                  <a:lnTo>
                    <a:pt x="3671" y="4589"/>
                  </a:lnTo>
                  <a:lnTo>
                    <a:pt x="4283" y="5507"/>
                  </a:lnTo>
                  <a:lnTo>
                    <a:pt x="4283" y="9178"/>
                  </a:lnTo>
                  <a:lnTo>
                    <a:pt x="4283" y="11319"/>
                  </a:lnTo>
                  <a:lnTo>
                    <a:pt x="4589" y="12237"/>
                  </a:lnTo>
                  <a:lnTo>
                    <a:pt x="4283" y="12543"/>
                  </a:lnTo>
                  <a:lnTo>
                    <a:pt x="3366" y="12849"/>
                  </a:lnTo>
                  <a:lnTo>
                    <a:pt x="2448" y="12237"/>
                  </a:lnTo>
                  <a:lnTo>
                    <a:pt x="2142" y="11931"/>
                  </a:lnTo>
                  <a:lnTo>
                    <a:pt x="1530" y="11013"/>
                  </a:lnTo>
                  <a:lnTo>
                    <a:pt x="1836" y="9790"/>
                  </a:lnTo>
                  <a:lnTo>
                    <a:pt x="1530" y="9178"/>
                  </a:lnTo>
                  <a:lnTo>
                    <a:pt x="1836" y="8566"/>
                  </a:lnTo>
                  <a:lnTo>
                    <a:pt x="1836" y="7648"/>
                  </a:lnTo>
                  <a:lnTo>
                    <a:pt x="2142" y="7037"/>
                  </a:lnTo>
                  <a:lnTo>
                    <a:pt x="1224" y="6119"/>
                  </a:lnTo>
                  <a:lnTo>
                    <a:pt x="1530" y="5813"/>
                  </a:lnTo>
                  <a:lnTo>
                    <a:pt x="1530" y="5201"/>
                  </a:lnTo>
                  <a:lnTo>
                    <a:pt x="1530" y="4589"/>
                  </a:lnTo>
                  <a:lnTo>
                    <a:pt x="1530" y="4283"/>
                  </a:lnTo>
                  <a:lnTo>
                    <a:pt x="918" y="4283"/>
                  </a:lnTo>
                  <a:lnTo>
                    <a:pt x="1224" y="3977"/>
                  </a:lnTo>
                  <a:lnTo>
                    <a:pt x="1224" y="2754"/>
                  </a:lnTo>
                  <a:lnTo>
                    <a:pt x="1224" y="2142"/>
                  </a:lnTo>
                  <a:lnTo>
                    <a:pt x="918" y="1836"/>
                  </a:lnTo>
                  <a:lnTo>
                    <a:pt x="1" y="1224"/>
                  </a:lnTo>
                  <a:lnTo>
                    <a:pt x="306" y="306"/>
                  </a:lnTo>
                  <a:lnTo>
                    <a:pt x="1" y="1"/>
                  </a:lnTo>
                  <a:lnTo>
                    <a:pt x="918" y="306"/>
                  </a:lnTo>
                  <a:lnTo>
                    <a:pt x="1530" y="306"/>
                  </a:lnTo>
                  <a:lnTo>
                    <a:pt x="1530" y="612"/>
                  </a:lnTo>
                  <a:lnTo>
                    <a:pt x="2448"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8" name="Google Shape;1998;p61"/>
            <p:cNvSpPr/>
            <p:nvPr/>
          </p:nvSpPr>
          <p:spPr>
            <a:xfrm>
              <a:off x="3737325" y="4146150"/>
              <a:ext cx="481825" cy="451250"/>
            </a:xfrm>
            <a:custGeom>
              <a:rect b="b" l="l" r="r" t="t"/>
              <a:pathLst>
                <a:path extrusionOk="0" h="18050" w="19273">
                  <a:moveTo>
                    <a:pt x="14990" y="18049"/>
                  </a:moveTo>
                  <a:lnTo>
                    <a:pt x="14684" y="17743"/>
                  </a:lnTo>
                  <a:lnTo>
                    <a:pt x="13766" y="17743"/>
                  </a:lnTo>
                  <a:lnTo>
                    <a:pt x="12543" y="17743"/>
                  </a:lnTo>
                  <a:lnTo>
                    <a:pt x="11013" y="17131"/>
                  </a:lnTo>
                  <a:lnTo>
                    <a:pt x="10095" y="17437"/>
                  </a:lnTo>
                  <a:lnTo>
                    <a:pt x="9484" y="16825"/>
                  </a:lnTo>
                  <a:lnTo>
                    <a:pt x="9178" y="16214"/>
                  </a:lnTo>
                  <a:lnTo>
                    <a:pt x="6730" y="15602"/>
                  </a:lnTo>
                  <a:lnTo>
                    <a:pt x="5813" y="14378"/>
                  </a:lnTo>
                  <a:lnTo>
                    <a:pt x="5813" y="12849"/>
                  </a:lnTo>
                  <a:lnTo>
                    <a:pt x="4895" y="12849"/>
                  </a:lnTo>
                  <a:lnTo>
                    <a:pt x="4589" y="11931"/>
                  </a:lnTo>
                  <a:lnTo>
                    <a:pt x="3671" y="11319"/>
                  </a:lnTo>
                  <a:lnTo>
                    <a:pt x="2142" y="10401"/>
                  </a:lnTo>
                  <a:lnTo>
                    <a:pt x="1530" y="8872"/>
                  </a:lnTo>
                  <a:lnTo>
                    <a:pt x="0" y="6424"/>
                  </a:lnTo>
                  <a:lnTo>
                    <a:pt x="0" y="5813"/>
                  </a:lnTo>
                  <a:lnTo>
                    <a:pt x="918" y="5813"/>
                  </a:lnTo>
                  <a:lnTo>
                    <a:pt x="1530" y="6118"/>
                  </a:lnTo>
                  <a:lnTo>
                    <a:pt x="2142" y="6118"/>
                  </a:lnTo>
                  <a:lnTo>
                    <a:pt x="3365" y="6424"/>
                  </a:lnTo>
                  <a:lnTo>
                    <a:pt x="4283" y="6118"/>
                  </a:lnTo>
                  <a:lnTo>
                    <a:pt x="5507" y="4589"/>
                  </a:lnTo>
                  <a:lnTo>
                    <a:pt x="6424" y="3671"/>
                  </a:lnTo>
                  <a:lnTo>
                    <a:pt x="8566" y="2448"/>
                  </a:lnTo>
                  <a:lnTo>
                    <a:pt x="8872" y="1224"/>
                  </a:lnTo>
                  <a:lnTo>
                    <a:pt x="9178" y="918"/>
                  </a:lnTo>
                  <a:lnTo>
                    <a:pt x="10401" y="306"/>
                  </a:lnTo>
                  <a:lnTo>
                    <a:pt x="12849" y="0"/>
                  </a:lnTo>
                  <a:lnTo>
                    <a:pt x="12849" y="918"/>
                  </a:lnTo>
                  <a:lnTo>
                    <a:pt x="14684" y="918"/>
                  </a:lnTo>
                  <a:lnTo>
                    <a:pt x="15908" y="1530"/>
                  </a:lnTo>
                  <a:lnTo>
                    <a:pt x="16520" y="2142"/>
                  </a:lnTo>
                  <a:lnTo>
                    <a:pt x="18049" y="2448"/>
                  </a:lnTo>
                  <a:lnTo>
                    <a:pt x="18661" y="2753"/>
                  </a:lnTo>
                  <a:lnTo>
                    <a:pt x="18967" y="3059"/>
                  </a:lnTo>
                  <a:lnTo>
                    <a:pt x="18661" y="3365"/>
                  </a:lnTo>
                  <a:lnTo>
                    <a:pt x="19273" y="4589"/>
                  </a:lnTo>
                  <a:lnTo>
                    <a:pt x="18967" y="5813"/>
                  </a:lnTo>
                  <a:lnTo>
                    <a:pt x="19273" y="7342"/>
                  </a:lnTo>
                  <a:lnTo>
                    <a:pt x="18967" y="7648"/>
                  </a:lnTo>
                  <a:lnTo>
                    <a:pt x="18967" y="8260"/>
                  </a:lnTo>
                  <a:lnTo>
                    <a:pt x="18661" y="8260"/>
                  </a:lnTo>
                  <a:lnTo>
                    <a:pt x="18355" y="8566"/>
                  </a:lnTo>
                  <a:lnTo>
                    <a:pt x="18661" y="9178"/>
                  </a:lnTo>
                  <a:lnTo>
                    <a:pt x="18661" y="10095"/>
                  </a:lnTo>
                  <a:lnTo>
                    <a:pt x="18661" y="10401"/>
                  </a:lnTo>
                  <a:lnTo>
                    <a:pt x="18967" y="10707"/>
                  </a:lnTo>
                  <a:lnTo>
                    <a:pt x="19273" y="11319"/>
                  </a:lnTo>
                  <a:lnTo>
                    <a:pt x="18661" y="12543"/>
                  </a:lnTo>
                  <a:lnTo>
                    <a:pt x="17743" y="13154"/>
                  </a:lnTo>
                  <a:lnTo>
                    <a:pt x="17743" y="13766"/>
                  </a:lnTo>
                  <a:lnTo>
                    <a:pt x="17743" y="14378"/>
                  </a:lnTo>
                  <a:lnTo>
                    <a:pt x="17743" y="14990"/>
                  </a:lnTo>
                  <a:lnTo>
                    <a:pt x="14990" y="18049"/>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1999" name="Google Shape;1999;p61"/>
            <p:cNvSpPr/>
            <p:nvPr/>
          </p:nvSpPr>
          <p:spPr>
            <a:xfrm>
              <a:off x="3737325" y="4146150"/>
              <a:ext cx="481825" cy="451250"/>
            </a:xfrm>
            <a:custGeom>
              <a:rect b="b" l="l" r="r" t="t"/>
              <a:pathLst>
                <a:path extrusionOk="0" fill="none" h="18050" w="19273">
                  <a:moveTo>
                    <a:pt x="14990" y="18049"/>
                  </a:moveTo>
                  <a:lnTo>
                    <a:pt x="14684" y="17743"/>
                  </a:lnTo>
                  <a:lnTo>
                    <a:pt x="13766" y="17743"/>
                  </a:lnTo>
                  <a:lnTo>
                    <a:pt x="12543" y="17743"/>
                  </a:lnTo>
                  <a:lnTo>
                    <a:pt x="11013" y="17131"/>
                  </a:lnTo>
                  <a:lnTo>
                    <a:pt x="10095" y="17437"/>
                  </a:lnTo>
                  <a:lnTo>
                    <a:pt x="9484" y="16825"/>
                  </a:lnTo>
                  <a:lnTo>
                    <a:pt x="9178" y="16214"/>
                  </a:lnTo>
                  <a:lnTo>
                    <a:pt x="6730" y="15602"/>
                  </a:lnTo>
                  <a:lnTo>
                    <a:pt x="5813" y="14378"/>
                  </a:lnTo>
                  <a:lnTo>
                    <a:pt x="5813" y="12849"/>
                  </a:lnTo>
                  <a:lnTo>
                    <a:pt x="4895" y="12849"/>
                  </a:lnTo>
                  <a:lnTo>
                    <a:pt x="4589" y="11931"/>
                  </a:lnTo>
                  <a:lnTo>
                    <a:pt x="3671" y="11319"/>
                  </a:lnTo>
                  <a:lnTo>
                    <a:pt x="2142" y="10401"/>
                  </a:lnTo>
                  <a:lnTo>
                    <a:pt x="1530" y="8872"/>
                  </a:lnTo>
                  <a:lnTo>
                    <a:pt x="0" y="6424"/>
                  </a:lnTo>
                  <a:lnTo>
                    <a:pt x="0" y="5813"/>
                  </a:lnTo>
                  <a:lnTo>
                    <a:pt x="918" y="5813"/>
                  </a:lnTo>
                  <a:lnTo>
                    <a:pt x="1530" y="6118"/>
                  </a:lnTo>
                  <a:lnTo>
                    <a:pt x="2142" y="6118"/>
                  </a:lnTo>
                  <a:lnTo>
                    <a:pt x="3365" y="6424"/>
                  </a:lnTo>
                  <a:lnTo>
                    <a:pt x="4283" y="6118"/>
                  </a:lnTo>
                  <a:lnTo>
                    <a:pt x="5507" y="4589"/>
                  </a:lnTo>
                  <a:lnTo>
                    <a:pt x="6424" y="3671"/>
                  </a:lnTo>
                  <a:lnTo>
                    <a:pt x="8566" y="2448"/>
                  </a:lnTo>
                  <a:lnTo>
                    <a:pt x="8872" y="1224"/>
                  </a:lnTo>
                  <a:lnTo>
                    <a:pt x="9178" y="918"/>
                  </a:lnTo>
                  <a:lnTo>
                    <a:pt x="10401" y="306"/>
                  </a:lnTo>
                  <a:lnTo>
                    <a:pt x="12849" y="0"/>
                  </a:lnTo>
                  <a:lnTo>
                    <a:pt x="12849" y="918"/>
                  </a:lnTo>
                  <a:lnTo>
                    <a:pt x="14684" y="918"/>
                  </a:lnTo>
                  <a:lnTo>
                    <a:pt x="15908" y="1530"/>
                  </a:lnTo>
                  <a:lnTo>
                    <a:pt x="16520" y="2142"/>
                  </a:lnTo>
                  <a:lnTo>
                    <a:pt x="18049" y="2448"/>
                  </a:lnTo>
                  <a:lnTo>
                    <a:pt x="18661" y="2753"/>
                  </a:lnTo>
                  <a:lnTo>
                    <a:pt x="18967" y="3059"/>
                  </a:lnTo>
                  <a:lnTo>
                    <a:pt x="18661" y="3365"/>
                  </a:lnTo>
                  <a:lnTo>
                    <a:pt x="19273" y="4589"/>
                  </a:lnTo>
                  <a:lnTo>
                    <a:pt x="18967" y="5813"/>
                  </a:lnTo>
                  <a:lnTo>
                    <a:pt x="19273" y="7342"/>
                  </a:lnTo>
                  <a:lnTo>
                    <a:pt x="18967" y="7648"/>
                  </a:lnTo>
                  <a:lnTo>
                    <a:pt x="18967" y="8260"/>
                  </a:lnTo>
                  <a:lnTo>
                    <a:pt x="18661" y="8260"/>
                  </a:lnTo>
                  <a:lnTo>
                    <a:pt x="18355" y="8566"/>
                  </a:lnTo>
                  <a:lnTo>
                    <a:pt x="18661" y="9178"/>
                  </a:lnTo>
                  <a:lnTo>
                    <a:pt x="18661" y="10095"/>
                  </a:lnTo>
                  <a:lnTo>
                    <a:pt x="18661" y="10401"/>
                  </a:lnTo>
                  <a:lnTo>
                    <a:pt x="18967" y="10707"/>
                  </a:lnTo>
                  <a:lnTo>
                    <a:pt x="19273" y="11319"/>
                  </a:lnTo>
                  <a:lnTo>
                    <a:pt x="18661" y="12543"/>
                  </a:lnTo>
                  <a:lnTo>
                    <a:pt x="17743" y="13154"/>
                  </a:lnTo>
                  <a:lnTo>
                    <a:pt x="17743" y="13766"/>
                  </a:lnTo>
                  <a:lnTo>
                    <a:pt x="17743" y="14378"/>
                  </a:lnTo>
                  <a:lnTo>
                    <a:pt x="17743" y="14990"/>
                  </a:lnTo>
                  <a:lnTo>
                    <a:pt x="14990" y="18049"/>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0" name="Google Shape;2000;p61"/>
            <p:cNvSpPr/>
            <p:nvPr/>
          </p:nvSpPr>
          <p:spPr>
            <a:xfrm>
              <a:off x="3959100" y="3228400"/>
              <a:ext cx="122400" cy="107100"/>
            </a:xfrm>
            <a:custGeom>
              <a:rect b="b" l="l" r="r" t="t"/>
              <a:pathLst>
                <a:path extrusionOk="0" h="4284" w="4896">
                  <a:moveTo>
                    <a:pt x="4284" y="3366"/>
                  </a:moveTo>
                  <a:lnTo>
                    <a:pt x="3978" y="3060"/>
                  </a:lnTo>
                  <a:lnTo>
                    <a:pt x="3060" y="3366"/>
                  </a:lnTo>
                  <a:lnTo>
                    <a:pt x="2754" y="3060"/>
                  </a:lnTo>
                  <a:lnTo>
                    <a:pt x="2448" y="3978"/>
                  </a:lnTo>
                  <a:lnTo>
                    <a:pt x="2448" y="4284"/>
                  </a:lnTo>
                  <a:lnTo>
                    <a:pt x="2142" y="4284"/>
                  </a:lnTo>
                  <a:lnTo>
                    <a:pt x="1224" y="4284"/>
                  </a:lnTo>
                  <a:lnTo>
                    <a:pt x="1224" y="4284"/>
                  </a:lnTo>
                  <a:lnTo>
                    <a:pt x="919" y="3978"/>
                  </a:lnTo>
                  <a:lnTo>
                    <a:pt x="613" y="3978"/>
                  </a:lnTo>
                  <a:lnTo>
                    <a:pt x="613" y="3978"/>
                  </a:lnTo>
                  <a:lnTo>
                    <a:pt x="307" y="4284"/>
                  </a:lnTo>
                  <a:lnTo>
                    <a:pt x="1" y="3978"/>
                  </a:lnTo>
                  <a:lnTo>
                    <a:pt x="1" y="3366"/>
                  </a:lnTo>
                  <a:lnTo>
                    <a:pt x="613" y="2754"/>
                  </a:lnTo>
                  <a:lnTo>
                    <a:pt x="613" y="1836"/>
                  </a:lnTo>
                  <a:lnTo>
                    <a:pt x="1224" y="1224"/>
                  </a:lnTo>
                  <a:lnTo>
                    <a:pt x="1530" y="918"/>
                  </a:lnTo>
                  <a:lnTo>
                    <a:pt x="1836" y="918"/>
                  </a:lnTo>
                  <a:lnTo>
                    <a:pt x="2448" y="613"/>
                  </a:lnTo>
                  <a:lnTo>
                    <a:pt x="2448" y="918"/>
                  </a:lnTo>
                  <a:lnTo>
                    <a:pt x="2448" y="918"/>
                  </a:lnTo>
                  <a:lnTo>
                    <a:pt x="2754" y="918"/>
                  </a:lnTo>
                  <a:lnTo>
                    <a:pt x="3672" y="1"/>
                  </a:lnTo>
                  <a:lnTo>
                    <a:pt x="3978" y="1"/>
                  </a:lnTo>
                  <a:lnTo>
                    <a:pt x="3978" y="1"/>
                  </a:lnTo>
                  <a:lnTo>
                    <a:pt x="4589" y="918"/>
                  </a:lnTo>
                  <a:lnTo>
                    <a:pt x="4895" y="1530"/>
                  </a:lnTo>
                  <a:lnTo>
                    <a:pt x="4895" y="2754"/>
                  </a:lnTo>
                  <a:lnTo>
                    <a:pt x="4895" y="3060"/>
                  </a:lnTo>
                  <a:lnTo>
                    <a:pt x="4284" y="336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1" name="Google Shape;2001;p61"/>
            <p:cNvSpPr/>
            <p:nvPr/>
          </p:nvSpPr>
          <p:spPr>
            <a:xfrm>
              <a:off x="3959100" y="3228400"/>
              <a:ext cx="122400" cy="107100"/>
            </a:xfrm>
            <a:custGeom>
              <a:rect b="b" l="l" r="r" t="t"/>
              <a:pathLst>
                <a:path extrusionOk="0" fill="none" h="4284" w="4896">
                  <a:moveTo>
                    <a:pt x="4284" y="3366"/>
                  </a:moveTo>
                  <a:lnTo>
                    <a:pt x="3978" y="3060"/>
                  </a:lnTo>
                  <a:lnTo>
                    <a:pt x="3060" y="3366"/>
                  </a:lnTo>
                  <a:lnTo>
                    <a:pt x="2754" y="3060"/>
                  </a:lnTo>
                  <a:lnTo>
                    <a:pt x="2448" y="3978"/>
                  </a:lnTo>
                  <a:lnTo>
                    <a:pt x="2448" y="4284"/>
                  </a:lnTo>
                  <a:lnTo>
                    <a:pt x="2142" y="4284"/>
                  </a:lnTo>
                  <a:lnTo>
                    <a:pt x="1224" y="4284"/>
                  </a:lnTo>
                  <a:lnTo>
                    <a:pt x="1224" y="4284"/>
                  </a:lnTo>
                  <a:lnTo>
                    <a:pt x="919" y="3978"/>
                  </a:lnTo>
                  <a:lnTo>
                    <a:pt x="613" y="3978"/>
                  </a:lnTo>
                  <a:lnTo>
                    <a:pt x="613" y="3978"/>
                  </a:lnTo>
                  <a:lnTo>
                    <a:pt x="307" y="4284"/>
                  </a:lnTo>
                  <a:lnTo>
                    <a:pt x="1" y="3978"/>
                  </a:lnTo>
                  <a:lnTo>
                    <a:pt x="1" y="3366"/>
                  </a:lnTo>
                  <a:lnTo>
                    <a:pt x="613" y="2754"/>
                  </a:lnTo>
                  <a:lnTo>
                    <a:pt x="613" y="1836"/>
                  </a:lnTo>
                  <a:lnTo>
                    <a:pt x="1224" y="1224"/>
                  </a:lnTo>
                  <a:lnTo>
                    <a:pt x="1530" y="918"/>
                  </a:lnTo>
                  <a:lnTo>
                    <a:pt x="1836" y="918"/>
                  </a:lnTo>
                  <a:lnTo>
                    <a:pt x="2448" y="613"/>
                  </a:lnTo>
                  <a:lnTo>
                    <a:pt x="2448" y="918"/>
                  </a:lnTo>
                  <a:lnTo>
                    <a:pt x="2448" y="918"/>
                  </a:lnTo>
                  <a:lnTo>
                    <a:pt x="2754" y="918"/>
                  </a:lnTo>
                  <a:lnTo>
                    <a:pt x="3672" y="1"/>
                  </a:lnTo>
                  <a:lnTo>
                    <a:pt x="3978" y="1"/>
                  </a:lnTo>
                  <a:lnTo>
                    <a:pt x="3978" y="1"/>
                  </a:lnTo>
                  <a:lnTo>
                    <a:pt x="4589" y="918"/>
                  </a:lnTo>
                  <a:lnTo>
                    <a:pt x="4895" y="1530"/>
                  </a:lnTo>
                  <a:lnTo>
                    <a:pt x="4895" y="2754"/>
                  </a:lnTo>
                  <a:lnTo>
                    <a:pt x="4895" y="3060"/>
                  </a:lnTo>
                  <a:lnTo>
                    <a:pt x="4284" y="336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2" name="Google Shape;2002;p61"/>
            <p:cNvSpPr/>
            <p:nvPr/>
          </p:nvSpPr>
          <p:spPr>
            <a:xfrm>
              <a:off x="4318550" y="1048775"/>
              <a:ext cx="1307800" cy="1078375"/>
            </a:xfrm>
            <a:custGeom>
              <a:rect b="b" l="l" r="r" t="t"/>
              <a:pathLst>
                <a:path extrusionOk="0" h="43135" w="52312">
                  <a:moveTo>
                    <a:pt x="25085" y="8566"/>
                  </a:moveTo>
                  <a:lnTo>
                    <a:pt x="27533" y="8566"/>
                  </a:lnTo>
                  <a:lnTo>
                    <a:pt x="29062" y="8872"/>
                  </a:lnTo>
                  <a:lnTo>
                    <a:pt x="29674" y="8872"/>
                  </a:lnTo>
                  <a:lnTo>
                    <a:pt x="31204" y="8872"/>
                  </a:lnTo>
                  <a:lnTo>
                    <a:pt x="31816" y="9178"/>
                  </a:lnTo>
                  <a:lnTo>
                    <a:pt x="32427" y="10402"/>
                  </a:lnTo>
                  <a:lnTo>
                    <a:pt x="32733" y="10402"/>
                  </a:lnTo>
                  <a:lnTo>
                    <a:pt x="34263" y="10402"/>
                  </a:lnTo>
                  <a:lnTo>
                    <a:pt x="34875" y="11319"/>
                  </a:lnTo>
                  <a:lnTo>
                    <a:pt x="34875" y="11625"/>
                  </a:lnTo>
                  <a:lnTo>
                    <a:pt x="35486" y="12237"/>
                  </a:lnTo>
                  <a:lnTo>
                    <a:pt x="35181" y="12543"/>
                  </a:lnTo>
                  <a:lnTo>
                    <a:pt x="35486" y="12849"/>
                  </a:lnTo>
                  <a:lnTo>
                    <a:pt x="36404" y="13155"/>
                  </a:lnTo>
                  <a:lnTo>
                    <a:pt x="36404" y="13767"/>
                  </a:lnTo>
                  <a:lnTo>
                    <a:pt x="36710" y="14073"/>
                  </a:lnTo>
                  <a:lnTo>
                    <a:pt x="36710" y="14379"/>
                  </a:lnTo>
                  <a:lnTo>
                    <a:pt x="37016" y="14379"/>
                  </a:lnTo>
                  <a:lnTo>
                    <a:pt x="37322" y="14685"/>
                  </a:lnTo>
                  <a:lnTo>
                    <a:pt x="38240" y="15296"/>
                  </a:lnTo>
                  <a:lnTo>
                    <a:pt x="38240" y="15602"/>
                  </a:lnTo>
                  <a:lnTo>
                    <a:pt x="38852" y="16520"/>
                  </a:lnTo>
                  <a:lnTo>
                    <a:pt x="38852" y="16826"/>
                  </a:lnTo>
                  <a:lnTo>
                    <a:pt x="38546" y="17132"/>
                  </a:lnTo>
                  <a:lnTo>
                    <a:pt x="38240" y="17132"/>
                  </a:lnTo>
                  <a:lnTo>
                    <a:pt x="38240" y="17438"/>
                  </a:lnTo>
                  <a:lnTo>
                    <a:pt x="38546" y="17438"/>
                  </a:lnTo>
                  <a:lnTo>
                    <a:pt x="38852" y="18661"/>
                  </a:lnTo>
                  <a:lnTo>
                    <a:pt x="39463" y="19273"/>
                  </a:lnTo>
                  <a:lnTo>
                    <a:pt x="39769" y="19885"/>
                  </a:lnTo>
                  <a:lnTo>
                    <a:pt x="40381" y="20803"/>
                  </a:lnTo>
                  <a:lnTo>
                    <a:pt x="40687" y="21415"/>
                  </a:lnTo>
                  <a:lnTo>
                    <a:pt x="40993" y="21720"/>
                  </a:lnTo>
                  <a:lnTo>
                    <a:pt x="41605" y="21720"/>
                  </a:lnTo>
                  <a:lnTo>
                    <a:pt x="41605" y="21720"/>
                  </a:lnTo>
                  <a:lnTo>
                    <a:pt x="41605" y="21720"/>
                  </a:lnTo>
                  <a:lnTo>
                    <a:pt x="41605" y="21415"/>
                  </a:lnTo>
                  <a:lnTo>
                    <a:pt x="41605" y="21415"/>
                  </a:lnTo>
                  <a:lnTo>
                    <a:pt x="41605" y="21415"/>
                  </a:lnTo>
                  <a:lnTo>
                    <a:pt x="41605" y="21415"/>
                  </a:lnTo>
                  <a:lnTo>
                    <a:pt x="41605" y="21415"/>
                  </a:lnTo>
                  <a:lnTo>
                    <a:pt x="41605" y="21415"/>
                  </a:lnTo>
                  <a:lnTo>
                    <a:pt x="41605" y="21415"/>
                  </a:lnTo>
                  <a:lnTo>
                    <a:pt x="41605" y="21415"/>
                  </a:lnTo>
                  <a:lnTo>
                    <a:pt x="41605" y="21415"/>
                  </a:lnTo>
                  <a:lnTo>
                    <a:pt x="41605" y="21415"/>
                  </a:lnTo>
                  <a:lnTo>
                    <a:pt x="41605" y="21109"/>
                  </a:lnTo>
                  <a:lnTo>
                    <a:pt x="41605"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605" y="21415"/>
                  </a:lnTo>
                  <a:lnTo>
                    <a:pt x="41911"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2026"/>
                  </a:lnTo>
                  <a:lnTo>
                    <a:pt x="41605" y="22026"/>
                  </a:lnTo>
                  <a:lnTo>
                    <a:pt x="41605" y="22026"/>
                  </a:lnTo>
                  <a:lnTo>
                    <a:pt x="41605" y="22026"/>
                  </a:lnTo>
                  <a:lnTo>
                    <a:pt x="41605" y="22026"/>
                  </a:lnTo>
                  <a:lnTo>
                    <a:pt x="41605" y="22026"/>
                  </a:lnTo>
                  <a:lnTo>
                    <a:pt x="41605" y="22026"/>
                  </a:lnTo>
                  <a:lnTo>
                    <a:pt x="41605" y="22026"/>
                  </a:lnTo>
                  <a:lnTo>
                    <a:pt x="41605" y="22026"/>
                  </a:lnTo>
                  <a:lnTo>
                    <a:pt x="41299" y="22026"/>
                  </a:lnTo>
                  <a:lnTo>
                    <a:pt x="41299" y="22026"/>
                  </a:lnTo>
                  <a:lnTo>
                    <a:pt x="41299" y="22026"/>
                  </a:lnTo>
                  <a:lnTo>
                    <a:pt x="41605" y="22026"/>
                  </a:lnTo>
                  <a:lnTo>
                    <a:pt x="41605" y="22332"/>
                  </a:lnTo>
                  <a:lnTo>
                    <a:pt x="41605" y="22026"/>
                  </a:lnTo>
                  <a:lnTo>
                    <a:pt x="41605" y="22332"/>
                  </a:lnTo>
                  <a:lnTo>
                    <a:pt x="41605" y="22026"/>
                  </a:lnTo>
                  <a:lnTo>
                    <a:pt x="41605" y="22026"/>
                  </a:lnTo>
                  <a:lnTo>
                    <a:pt x="41605" y="22026"/>
                  </a:lnTo>
                  <a:lnTo>
                    <a:pt x="41605" y="22026"/>
                  </a:lnTo>
                  <a:lnTo>
                    <a:pt x="41911" y="22026"/>
                  </a:lnTo>
                  <a:lnTo>
                    <a:pt x="41911" y="22026"/>
                  </a:lnTo>
                  <a:lnTo>
                    <a:pt x="41911" y="22026"/>
                  </a:lnTo>
                  <a:lnTo>
                    <a:pt x="41911" y="22026"/>
                  </a:lnTo>
                  <a:lnTo>
                    <a:pt x="41911" y="22026"/>
                  </a:lnTo>
                  <a:lnTo>
                    <a:pt x="41911" y="22026"/>
                  </a:lnTo>
                  <a:lnTo>
                    <a:pt x="41911" y="22026"/>
                  </a:lnTo>
                  <a:lnTo>
                    <a:pt x="42217" y="22332"/>
                  </a:lnTo>
                  <a:lnTo>
                    <a:pt x="42217" y="22332"/>
                  </a:lnTo>
                  <a:lnTo>
                    <a:pt x="42217" y="22332"/>
                  </a:lnTo>
                  <a:lnTo>
                    <a:pt x="42217" y="22332"/>
                  </a:lnTo>
                  <a:lnTo>
                    <a:pt x="42217" y="22944"/>
                  </a:lnTo>
                  <a:lnTo>
                    <a:pt x="44664" y="25697"/>
                  </a:lnTo>
                  <a:lnTo>
                    <a:pt x="50782" y="26615"/>
                  </a:lnTo>
                  <a:lnTo>
                    <a:pt x="51088" y="26309"/>
                  </a:lnTo>
                  <a:lnTo>
                    <a:pt x="52312" y="28451"/>
                  </a:lnTo>
                  <a:lnTo>
                    <a:pt x="52006" y="29062"/>
                  </a:lnTo>
                  <a:lnTo>
                    <a:pt x="51088" y="32427"/>
                  </a:lnTo>
                  <a:lnTo>
                    <a:pt x="50782" y="33651"/>
                  </a:lnTo>
                  <a:lnTo>
                    <a:pt x="49253" y="34263"/>
                  </a:lnTo>
                  <a:lnTo>
                    <a:pt x="47417" y="34875"/>
                  </a:lnTo>
                  <a:lnTo>
                    <a:pt x="45276" y="35487"/>
                  </a:lnTo>
                  <a:lnTo>
                    <a:pt x="43134" y="36404"/>
                  </a:lnTo>
                  <a:lnTo>
                    <a:pt x="40075" y="37016"/>
                  </a:lnTo>
                  <a:lnTo>
                    <a:pt x="35792" y="37322"/>
                  </a:lnTo>
                  <a:lnTo>
                    <a:pt x="33651" y="38546"/>
                  </a:lnTo>
                  <a:lnTo>
                    <a:pt x="32733" y="39769"/>
                  </a:lnTo>
                  <a:lnTo>
                    <a:pt x="32427" y="40381"/>
                  </a:lnTo>
                  <a:lnTo>
                    <a:pt x="31816" y="41299"/>
                  </a:lnTo>
                  <a:lnTo>
                    <a:pt x="31204" y="41605"/>
                  </a:lnTo>
                  <a:lnTo>
                    <a:pt x="30592" y="41605"/>
                  </a:lnTo>
                  <a:lnTo>
                    <a:pt x="29980" y="40993"/>
                  </a:lnTo>
                  <a:lnTo>
                    <a:pt x="28756" y="40993"/>
                  </a:lnTo>
                  <a:lnTo>
                    <a:pt x="27533" y="40687"/>
                  </a:lnTo>
                  <a:lnTo>
                    <a:pt x="26615" y="40687"/>
                  </a:lnTo>
                  <a:lnTo>
                    <a:pt x="26003" y="40381"/>
                  </a:lnTo>
                  <a:lnTo>
                    <a:pt x="24780" y="40381"/>
                  </a:lnTo>
                  <a:lnTo>
                    <a:pt x="24168" y="40381"/>
                  </a:lnTo>
                  <a:lnTo>
                    <a:pt x="23556" y="40687"/>
                  </a:lnTo>
                  <a:lnTo>
                    <a:pt x="23250" y="40687"/>
                  </a:lnTo>
                  <a:lnTo>
                    <a:pt x="23250" y="40687"/>
                  </a:lnTo>
                  <a:lnTo>
                    <a:pt x="22944" y="40687"/>
                  </a:lnTo>
                  <a:lnTo>
                    <a:pt x="22638" y="40687"/>
                  </a:lnTo>
                  <a:lnTo>
                    <a:pt x="21720" y="40075"/>
                  </a:lnTo>
                  <a:lnTo>
                    <a:pt x="21415" y="40381"/>
                  </a:lnTo>
                  <a:lnTo>
                    <a:pt x="21415" y="40687"/>
                  </a:lnTo>
                  <a:lnTo>
                    <a:pt x="21415" y="40687"/>
                  </a:lnTo>
                  <a:lnTo>
                    <a:pt x="21109" y="41299"/>
                  </a:lnTo>
                  <a:lnTo>
                    <a:pt x="21415" y="41605"/>
                  </a:lnTo>
                  <a:lnTo>
                    <a:pt x="21109" y="41911"/>
                  </a:lnTo>
                  <a:lnTo>
                    <a:pt x="21415" y="42217"/>
                  </a:lnTo>
                  <a:lnTo>
                    <a:pt x="21415" y="42523"/>
                  </a:lnTo>
                  <a:lnTo>
                    <a:pt x="21109" y="42523"/>
                  </a:lnTo>
                  <a:lnTo>
                    <a:pt x="21109" y="42828"/>
                  </a:lnTo>
                  <a:lnTo>
                    <a:pt x="20803" y="42828"/>
                  </a:lnTo>
                  <a:lnTo>
                    <a:pt x="20497" y="43134"/>
                  </a:lnTo>
                  <a:lnTo>
                    <a:pt x="20191" y="43134"/>
                  </a:lnTo>
                  <a:lnTo>
                    <a:pt x="20191" y="42217"/>
                  </a:lnTo>
                  <a:lnTo>
                    <a:pt x="19579" y="41911"/>
                  </a:lnTo>
                  <a:lnTo>
                    <a:pt x="19579" y="41605"/>
                  </a:lnTo>
                  <a:lnTo>
                    <a:pt x="19579" y="41299"/>
                  </a:lnTo>
                  <a:lnTo>
                    <a:pt x="19273" y="41299"/>
                  </a:lnTo>
                  <a:lnTo>
                    <a:pt x="18967" y="40687"/>
                  </a:lnTo>
                  <a:lnTo>
                    <a:pt x="18967" y="40381"/>
                  </a:lnTo>
                  <a:lnTo>
                    <a:pt x="17438" y="38852"/>
                  </a:lnTo>
                  <a:lnTo>
                    <a:pt x="16826" y="37628"/>
                  </a:lnTo>
                  <a:lnTo>
                    <a:pt x="16520" y="37322"/>
                  </a:lnTo>
                  <a:lnTo>
                    <a:pt x="16214" y="36098"/>
                  </a:lnTo>
                  <a:lnTo>
                    <a:pt x="15908" y="35487"/>
                  </a:lnTo>
                  <a:lnTo>
                    <a:pt x="15602" y="34875"/>
                  </a:lnTo>
                  <a:lnTo>
                    <a:pt x="15296" y="34263"/>
                  </a:lnTo>
                  <a:lnTo>
                    <a:pt x="14990" y="34263"/>
                  </a:lnTo>
                  <a:lnTo>
                    <a:pt x="14379" y="33651"/>
                  </a:lnTo>
                  <a:lnTo>
                    <a:pt x="12543" y="32733"/>
                  </a:lnTo>
                  <a:lnTo>
                    <a:pt x="12543" y="32427"/>
                  </a:lnTo>
                  <a:lnTo>
                    <a:pt x="11319" y="30286"/>
                  </a:lnTo>
                  <a:lnTo>
                    <a:pt x="11319" y="29674"/>
                  </a:lnTo>
                  <a:lnTo>
                    <a:pt x="11014" y="29062"/>
                  </a:lnTo>
                  <a:lnTo>
                    <a:pt x="10708" y="28451"/>
                  </a:lnTo>
                  <a:lnTo>
                    <a:pt x="11014" y="27533"/>
                  </a:lnTo>
                  <a:lnTo>
                    <a:pt x="11014" y="26921"/>
                  </a:lnTo>
                  <a:lnTo>
                    <a:pt x="9484" y="23556"/>
                  </a:lnTo>
                  <a:lnTo>
                    <a:pt x="7648" y="22332"/>
                  </a:lnTo>
                  <a:lnTo>
                    <a:pt x="7037" y="22026"/>
                  </a:lnTo>
                  <a:lnTo>
                    <a:pt x="6425" y="20803"/>
                  </a:lnTo>
                  <a:lnTo>
                    <a:pt x="6425" y="20191"/>
                  </a:lnTo>
                  <a:lnTo>
                    <a:pt x="6425" y="19579"/>
                  </a:lnTo>
                  <a:lnTo>
                    <a:pt x="6119" y="19273"/>
                  </a:lnTo>
                  <a:lnTo>
                    <a:pt x="5507" y="18967"/>
                  </a:lnTo>
                  <a:lnTo>
                    <a:pt x="5813" y="18661"/>
                  </a:lnTo>
                  <a:lnTo>
                    <a:pt x="5201" y="18050"/>
                  </a:lnTo>
                  <a:lnTo>
                    <a:pt x="4895" y="17438"/>
                  </a:lnTo>
                  <a:lnTo>
                    <a:pt x="4589" y="17132"/>
                  </a:lnTo>
                  <a:lnTo>
                    <a:pt x="3672" y="15602"/>
                  </a:lnTo>
                  <a:lnTo>
                    <a:pt x="1530" y="11931"/>
                  </a:lnTo>
                  <a:lnTo>
                    <a:pt x="918" y="11625"/>
                  </a:lnTo>
                  <a:lnTo>
                    <a:pt x="1" y="11625"/>
                  </a:lnTo>
                  <a:lnTo>
                    <a:pt x="307" y="10402"/>
                  </a:lnTo>
                  <a:lnTo>
                    <a:pt x="612" y="7954"/>
                  </a:lnTo>
                  <a:lnTo>
                    <a:pt x="3366" y="8566"/>
                  </a:lnTo>
                  <a:lnTo>
                    <a:pt x="3978" y="8260"/>
                  </a:lnTo>
                  <a:lnTo>
                    <a:pt x="4589" y="7649"/>
                  </a:lnTo>
                  <a:lnTo>
                    <a:pt x="5201" y="6731"/>
                  </a:lnTo>
                  <a:lnTo>
                    <a:pt x="7037" y="6119"/>
                  </a:lnTo>
                  <a:lnTo>
                    <a:pt x="7648" y="5201"/>
                  </a:lnTo>
                  <a:lnTo>
                    <a:pt x="8260" y="4895"/>
                  </a:lnTo>
                  <a:lnTo>
                    <a:pt x="7037" y="3366"/>
                  </a:lnTo>
                  <a:lnTo>
                    <a:pt x="5813" y="1836"/>
                  </a:lnTo>
                  <a:lnTo>
                    <a:pt x="10708" y="307"/>
                  </a:lnTo>
                  <a:lnTo>
                    <a:pt x="11319" y="1"/>
                  </a:lnTo>
                  <a:lnTo>
                    <a:pt x="14379" y="613"/>
                  </a:lnTo>
                  <a:lnTo>
                    <a:pt x="18967" y="3366"/>
                  </a:lnTo>
                  <a:lnTo>
                    <a:pt x="19579" y="3672"/>
                  </a:lnTo>
                  <a:lnTo>
                    <a:pt x="23556" y="7037"/>
                  </a:lnTo>
                  <a:lnTo>
                    <a:pt x="24780" y="8260"/>
                  </a:lnTo>
                  <a:lnTo>
                    <a:pt x="25085" y="856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3" name="Google Shape;2003;p61"/>
            <p:cNvSpPr/>
            <p:nvPr/>
          </p:nvSpPr>
          <p:spPr>
            <a:xfrm>
              <a:off x="4318550" y="1048775"/>
              <a:ext cx="1307800" cy="1078375"/>
            </a:xfrm>
            <a:custGeom>
              <a:rect b="b" l="l" r="r" t="t"/>
              <a:pathLst>
                <a:path extrusionOk="0" fill="none" h="43135" w="52312">
                  <a:moveTo>
                    <a:pt x="25085" y="8566"/>
                  </a:moveTo>
                  <a:lnTo>
                    <a:pt x="27533" y="8566"/>
                  </a:lnTo>
                  <a:lnTo>
                    <a:pt x="29062" y="8872"/>
                  </a:lnTo>
                  <a:lnTo>
                    <a:pt x="29674" y="8872"/>
                  </a:lnTo>
                  <a:lnTo>
                    <a:pt x="31204" y="8872"/>
                  </a:lnTo>
                  <a:lnTo>
                    <a:pt x="31816" y="9178"/>
                  </a:lnTo>
                  <a:lnTo>
                    <a:pt x="32427" y="10402"/>
                  </a:lnTo>
                  <a:lnTo>
                    <a:pt x="32733" y="10402"/>
                  </a:lnTo>
                  <a:lnTo>
                    <a:pt x="34263" y="10402"/>
                  </a:lnTo>
                  <a:lnTo>
                    <a:pt x="34875" y="11319"/>
                  </a:lnTo>
                  <a:lnTo>
                    <a:pt x="34875" y="11625"/>
                  </a:lnTo>
                  <a:lnTo>
                    <a:pt x="35486" y="12237"/>
                  </a:lnTo>
                  <a:lnTo>
                    <a:pt x="35181" y="12543"/>
                  </a:lnTo>
                  <a:lnTo>
                    <a:pt x="35486" y="12849"/>
                  </a:lnTo>
                  <a:lnTo>
                    <a:pt x="36404" y="13155"/>
                  </a:lnTo>
                  <a:lnTo>
                    <a:pt x="36404" y="13767"/>
                  </a:lnTo>
                  <a:lnTo>
                    <a:pt x="36710" y="14073"/>
                  </a:lnTo>
                  <a:lnTo>
                    <a:pt x="36710" y="14379"/>
                  </a:lnTo>
                  <a:lnTo>
                    <a:pt x="37016" y="14379"/>
                  </a:lnTo>
                  <a:lnTo>
                    <a:pt x="37322" y="14685"/>
                  </a:lnTo>
                  <a:lnTo>
                    <a:pt x="38240" y="15296"/>
                  </a:lnTo>
                  <a:lnTo>
                    <a:pt x="38240" y="15602"/>
                  </a:lnTo>
                  <a:lnTo>
                    <a:pt x="38852" y="16520"/>
                  </a:lnTo>
                  <a:lnTo>
                    <a:pt x="38852" y="16826"/>
                  </a:lnTo>
                  <a:lnTo>
                    <a:pt x="38546" y="17132"/>
                  </a:lnTo>
                  <a:lnTo>
                    <a:pt x="38240" y="17132"/>
                  </a:lnTo>
                  <a:lnTo>
                    <a:pt x="38240" y="17438"/>
                  </a:lnTo>
                  <a:lnTo>
                    <a:pt x="38546" y="17438"/>
                  </a:lnTo>
                  <a:lnTo>
                    <a:pt x="38852" y="18661"/>
                  </a:lnTo>
                  <a:lnTo>
                    <a:pt x="39463" y="19273"/>
                  </a:lnTo>
                  <a:lnTo>
                    <a:pt x="39769" y="19885"/>
                  </a:lnTo>
                  <a:lnTo>
                    <a:pt x="40381" y="20803"/>
                  </a:lnTo>
                  <a:lnTo>
                    <a:pt x="40687" y="21415"/>
                  </a:lnTo>
                  <a:lnTo>
                    <a:pt x="40993" y="21720"/>
                  </a:lnTo>
                  <a:lnTo>
                    <a:pt x="41605" y="21720"/>
                  </a:lnTo>
                  <a:lnTo>
                    <a:pt x="41605" y="21720"/>
                  </a:lnTo>
                  <a:lnTo>
                    <a:pt x="41605" y="21720"/>
                  </a:lnTo>
                  <a:lnTo>
                    <a:pt x="41605" y="21415"/>
                  </a:lnTo>
                  <a:lnTo>
                    <a:pt x="41605" y="21415"/>
                  </a:lnTo>
                  <a:lnTo>
                    <a:pt x="41605" y="21415"/>
                  </a:lnTo>
                  <a:lnTo>
                    <a:pt x="41605" y="21415"/>
                  </a:lnTo>
                  <a:lnTo>
                    <a:pt x="41605" y="21415"/>
                  </a:lnTo>
                  <a:lnTo>
                    <a:pt x="41605" y="21415"/>
                  </a:lnTo>
                  <a:lnTo>
                    <a:pt x="41605" y="21415"/>
                  </a:lnTo>
                  <a:lnTo>
                    <a:pt x="41605" y="21415"/>
                  </a:lnTo>
                  <a:lnTo>
                    <a:pt x="41605" y="21415"/>
                  </a:lnTo>
                  <a:lnTo>
                    <a:pt x="41605" y="21415"/>
                  </a:lnTo>
                  <a:lnTo>
                    <a:pt x="41605" y="21109"/>
                  </a:lnTo>
                  <a:lnTo>
                    <a:pt x="41605"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911" y="21415"/>
                  </a:lnTo>
                  <a:lnTo>
                    <a:pt x="41605" y="21415"/>
                  </a:lnTo>
                  <a:lnTo>
                    <a:pt x="41911"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1720"/>
                  </a:lnTo>
                  <a:lnTo>
                    <a:pt x="41605" y="22026"/>
                  </a:lnTo>
                  <a:lnTo>
                    <a:pt x="41605" y="22026"/>
                  </a:lnTo>
                  <a:lnTo>
                    <a:pt x="41605" y="22026"/>
                  </a:lnTo>
                  <a:lnTo>
                    <a:pt x="41605" y="22026"/>
                  </a:lnTo>
                  <a:lnTo>
                    <a:pt x="41605" y="22026"/>
                  </a:lnTo>
                  <a:lnTo>
                    <a:pt x="41605" y="22026"/>
                  </a:lnTo>
                  <a:lnTo>
                    <a:pt x="41605" y="22026"/>
                  </a:lnTo>
                  <a:lnTo>
                    <a:pt x="41605" y="22026"/>
                  </a:lnTo>
                  <a:lnTo>
                    <a:pt x="41605" y="22026"/>
                  </a:lnTo>
                  <a:lnTo>
                    <a:pt x="41299" y="22026"/>
                  </a:lnTo>
                  <a:lnTo>
                    <a:pt x="41299" y="22026"/>
                  </a:lnTo>
                  <a:lnTo>
                    <a:pt x="41299" y="22026"/>
                  </a:lnTo>
                  <a:lnTo>
                    <a:pt x="41605" y="22026"/>
                  </a:lnTo>
                  <a:lnTo>
                    <a:pt x="41605" y="22332"/>
                  </a:lnTo>
                  <a:lnTo>
                    <a:pt x="41605" y="22026"/>
                  </a:lnTo>
                  <a:lnTo>
                    <a:pt x="41605" y="22332"/>
                  </a:lnTo>
                  <a:lnTo>
                    <a:pt x="41605" y="22026"/>
                  </a:lnTo>
                  <a:lnTo>
                    <a:pt x="41605" y="22026"/>
                  </a:lnTo>
                  <a:lnTo>
                    <a:pt x="41605" y="22026"/>
                  </a:lnTo>
                  <a:lnTo>
                    <a:pt x="41605" y="22026"/>
                  </a:lnTo>
                  <a:lnTo>
                    <a:pt x="41911" y="22026"/>
                  </a:lnTo>
                  <a:lnTo>
                    <a:pt x="41911" y="22026"/>
                  </a:lnTo>
                  <a:lnTo>
                    <a:pt x="41911" y="22026"/>
                  </a:lnTo>
                  <a:lnTo>
                    <a:pt x="41911" y="22026"/>
                  </a:lnTo>
                  <a:lnTo>
                    <a:pt x="41911" y="22026"/>
                  </a:lnTo>
                  <a:lnTo>
                    <a:pt x="41911" y="22026"/>
                  </a:lnTo>
                  <a:lnTo>
                    <a:pt x="41911" y="22026"/>
                  </a:lnTo>
                  <a:lnTo>
                    <a:pt x="42217" y="22332"/>
                  </a:lnTo>
                  <a:lnTo>
                    <a:pt x="42217" y="22332"/>
                  </a:lnTo>
                  <a:lnTo>
                    <a:pt x="42217" y="22332"/>
                  </a:lnTo>
                  <a:lnTo>
                    <a:pt x="42217" y="22332"/>
                  </a:lnTo>
                  <a:lnTo>
                    <a:pt x="42217" y="22944"/>
                  </a:lnTo>
                  <a:lnTo>
                    <a:pt x="44664" y="25697"/>
                  </a:lnTo>
                  <a:lnTo>
                    <a:pt x="50782" y="26615"/>
                  </a:lnTo>
                  <a:lnTo>
                    <a:pt x="51088" y="26309"/>
                  </a:lnTo>
                  <a:lnTo>
                    <a:pt x="52312" y="28451"/>
                  </a:lnTo>
                  <a:lnTo>
                    <a:pt x="52006" y="29062"/>
                  </a:lnTo>
                  <a:lnTo>
                    <a:pt x="51088" y="32427"/>
                  </a:lnTo>
                  <a:lnTo>
                    <a:pt x="50782" y="33651"/>
                  </a:lnTo>
                  <a:lnTo>
                    <a:pt x="49253" y="34263"/>
                  </a:lnTo>
                  <a:lnTo>
                    <a:pt x="47417" y="34875"/>
                  </a:lnTo>
                  <a:lnTo>
                    <a:pt x="45276" y="35487"/>
                  </a:lnTo>
                  <a:lnTo>
                    <a:pt x="43134" y="36404"/>
                  </a:lnTo>
                  <a:lnTo>
                    <a:pt x="40075" y="37016"/>
                  </a:lnTo>
                  <a:lnTo>
                    <a:pt x="35792" y="37322"/>
                  </a:lnTo>
                  <a:lnTo>
                    <a:pt x="33651" y="38546"/>
                  </a:lnTo>
                  <a:lnTo>
                    <a:pt x="32733" y="39769"/>
                  </a:lnTo>
                  <a:lnTo>
                    <a:pt x="32427" y="40381"/>
                  </a:lnTo>
                  <a:lnTo>
                    <a:pt x="31816" y="41299"/>
                  </a:lnTo>
                  <a:lnTo>
                    <a:pt x="31204" y="41605"/>
                  </a:lnTo>
                  <a:lnTo>
                    <a:pt x="30592" y="41605"/>
                  </a:lnTo>
                  <a:lnTo>
                    <a:pt x="29980" y="40993"/>
                  </a:lnTo>
                  <a:lnTo>
                    <a:pt x="28756" y="40993"/>
                  </a:lnTo>
                  <a:lnTo>
                    <a:pt x="27533" y="40687"/>
                  </a:lnTo>
                  <a:lnTo>
                    <a:pt x="26615" y="40687"/>
                  </a:lnTo>
                  <a:lnTo>
                    <a:pt x="26003" y="40381"/>
                  </a:lnTo>
                  <a:lnTo>
                    <a:pt x="24780" y="40381"/>
                  </a:lnTo>
                  <a:lnTo>
                    <a:pt x="24168" y="40381"/>
                  </a:lnTo>
                  <a:lnTo>
                    <a:pt x="23556" y="40687"/>
                  </a:lnTo>
                  <a:lnTo>
                    <a:pt x="23250" y="40687"/>
                  </a:lnTo>
                  <a:lnTo>
                    <a:pt x="23250" y="40687"/>
                  </a:lnTo>
                  <a:lnTo>
                    <a:pt x="22944" y="40687"/>
                  </a:lnTo>
                  <a:lnTo>
                    <a:pt x="22638" y="40687"/>
                  </a:lnTo>
                  <a:lnTo>
                    <a:pt x="21720" y="40075"/>
                  </a:lnTo>
                  <a:lnTo>
                    <a:pt x="21415" y="40381"/>
                  </a:lnTo>
                  <a:lnTo>
                    <a:pt x="21415" y="40687"/>
                  </a:lnTo>
                  <a:lnTo>
                    <a:pt x="21415" y="40687"/>
                  </a:lnTo>
                  <a:lnTo>
                    <a:pt x="21109" y="41299"/>
                  </a:lnTo>
                  <a:lnTo>
                    <a:pt x="21415" y="41605"/>
                  </a:lnTo>
                  <a:lnTo>
                    <a:pt x="21109" y="41911"/>
                  </a:lnTo>
                  <a:lnTo>
                    <a:pt x="21415" y="42217"/>
                  </a:lnTo>
                  <a:lnTo>
                    <a:pt x="21415" y="42523"/>
                  </a:lnTo>
                  <a:lnTo>
                    <a:pt x="21109" y="42523"/>
                  </a:lnTo>
                  <a:lnTo>
                    <a:pt x="21109" y="42828"/>
                  </a:lnTo>
                  <a:lnTo>
                    <a:pt x="20803" y="42828"/>
                  </a:lnTo>
                  <a:lnTo>
                    <a:pt x="20497" y="43134"/>
                  </a:lnTo>
                  <a:lnTo>
                    <a:pt x="20191" y="43134"/>
                  </a:lnTo>
                  <a:lnTo>
                    <a:pt x="20191" y="42217"/>
                  </a:lnTo>
                  <a:lnTo>
                    <a:pt x="19579" y="41911"/>
                  </a:lnTo>
                  <a:lnTo>
                    <a:pt x="19579" y="41605"/>
                  </a:lnTo>
                  <a:lnTo>
                    <a:pt x="19579" y="41299"/>
                  </a:lnTo>
                  <a:lnTo>
                    <a:pt x="19273" y="41299"/>
                  </a:lnTo>
                  <a:lnTo>
                    <a:pt x="18967" y="40687"/>
                  </a:lnTo>
                  <a:lnTo>
                    <a:pt x="18967" y="40381"/>
                  </a:lnTo>
                  <a:lnTo>
                    <a:pt x="17438" y="38852"/>
                  </a:lnTo>
                  <a:lnTo>
                    <a:pt x="16826" y="37628"/>
                  </a:lnTo>
                  <a:lnTo>
                    <a:pt x="16520" y="37322"/>
                  </a:lnTo>
                  <a:lnTo>
                    <a:pt x="16214" y="36098"/>
                  </a:lnTo>
                  <a:lnTo>
                    <a:pt x="15908" y="35487"/>
                  </a:lnTo>
                  <a:lnTo>
                    <a:pt x="15602" y="34875"/>
                  </a:lnTo>
                  <a:lnTo>
                    <a:pt x="15296" y="34263"/>
                  </a:lnTo>
                  <a:lnTo>
                    <a:pt x="14990" y="34263"/>
                  </a:lnTo>
                  <a:lnTo>
                    <a:pt x="14379" y="33651"/>
                  </a:lnTo>
                  <a:lnTo>
                    <a:pt x="12543" y="32733"/>
                  </a:lnTo>
                  <a:lnTo>
                    <a:pt x="12543" y="32427"/>
                  </a:lnTo>
                  <a:lnTo>
                    <a:pt x="11319" y="30286"/>
                  </a:lnTo>
                  <a:lnTo>
                    <a:pt x="11319" y="29674"/>
                  </a:lnTo>
                  <a:lnTo>
                    <a:pt x="11014" y="29062"/>
                  </a:lnTo>
                  <a:lnTo>
                    <a:pt x="10708" y="28451"/>
                  </a:lnTo>
                  <a:lnTo>
                    <a:pt x="11014" y="27533"/>
                  </a:lnTo>
                  <a:lnTo>
                    <a:pt x="11014" y="26921"/>
                  </a:lnTo>
                  <a:lnTo>
                    <a:pt x="9484" y="23556"/>
                  </a:lnTo>
                  <a:lnTo>
                    <a:pt x="7648" y="22332"/>
                  </a:lnTo>
                  <a:lnTo>
                    <a:pt x="7037" y="22026"/>
                  </a:lnTo>
                  <a:lnTo>
                    <a:pt x="6425" y="20803"/>
                  </a:lnTo>
                  <a:lnTo>
                    <a:pt x="6425" y="20191"/>
                  </a:lnTo>
                  <a:lnTo>
                    <a:pt x="6425" y="19579"/>
                  </a:lnTo>
                  <a:lnTo>
                    <a:pt x="6119" y="19273"/>
                  </a:lnTo>
                  <a:lnTo>
                    <a:pt x="5507" y="18967"/>
                  </a:lnTo>
                  <a:lnTo>
                    <a:pt x="5813" y="18661"/>
                  </a:lnTo>
                  <a:lnTo>
                    <a:pt x="5201" y="18050"/>
                  </a:lnTo>
                  <a:lnTo>
                    <a:pt x="4895" y="17438"/>
                  </a:lnTo>
                  <a:lnTo>
                    <a:pt x="4589" y="17132"/>
                  </a:lnTo>
                  <a:lnTo>
                    <a:pt x="3672" y="15602"/>
                  </a:lnTo>
                  <a:lnTo>
                    <a:pt x="1530" y="11931"/>
                  </a:lnTo>
                  <a:lnTo>
                    <a:pt x="918" y="11625"/>
                  </a:lnTo>
                  <a:lnTo>
                    <a:pt x="1" y="11625"/>
                  </a:lnTo>
                  <a:lnTo>
                    <a:pt x="307" y="10402"/>
                  </a:lnTo>
                  <a:lnTo>
                    <a:pt x="612" y="7954"/>
                  </a:lnTo>
                  <a:lnTo>
                    <a:pt x="3366" y="8566"/>
                  </a:lnTo>
                  <a:lnTo>
                    <a:pt x="3978" y="8260"/>
                  </a:lnTo>
                  <a:lnTo>
                    <a:pt x="4589" y="7649"/>
                  </a:lnTo>
                  <a:lnTo>
                    <a:pt x="5201" y="6731"/>
                  </a:lnTo>
                  <a:lnTo>
                    <a:pt x="7037" y="6119"/>
                  </a:lnTo>
                  <a:lnTo>
                    <a:pt x="7648" y="5201"/>
                  </a:lnTo>
                  <a:lnTo>
                    <a:pt x="8260" y="4895"/>
                  </a:lnTo>
                  <a:lnTo>
                    <a:pt x="7037" y="3366"/>
                  </a:lnTo>
                  <a:lnTo>
                    <a:pt x="5813" y="1836"/>
                  </a:lnTo>
                  <a:lnTo>
                    <a:pt x="10708" y="307"/>
                  </a:lnTo>
                  <a:lnTo>
                    <a:pt x="11319" y="1"/>
                  </a:lnTo>
                  <a:lnTo>
                    <a:pt x="14379" y="613"/>
                  </a:lnTo>
                  <a:lnTo>
                    <a:pt x="18967" y="3366"/>
                  </a:lnTo>
                  <a:lnTo>
                    <a:pt x="19579" y="3672"/>
                  </a:lnTo>
                  <a:lnTo>
                    <a:pt x="23556" y="7037"/>
                  </a:lnTo>
                  <a:lnTo>
                    <a:pt x="24780" y="8260"/>
                  </a:lnTo>
                  <a:lnTo>
                    <a:pt x="25085" y="856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4" name="Google Shape;2004;p61"/>
            <p:cNvSpPr/>
            <p:nvPr/>
          </p:nvSpPr>
          <p:spPr>
            <a:xfrm>
              <a:off x="4762125" y="2088875"/>
              <a:ext cx="22975" cy="22975"/>
            </a:xfrm>
            <a:custGeom>
              <a:rect b="b" l="l" r="r" t="t"/>
              <a:pathLst>
                <a:path extrusionOk="0" h="919" w="919">
                  <a:moveTo>
                    <a:pt x="306" y="613"/>
                  </a:moveTo>
                  <a:lnTo>
                    <a:pt x="612" y="613"/>
                  </a:lnTo>
                  <a:lnTo>
                    <a:pt x="612" y="613"/>
                  </a:lnTo>
                  <a:lnTo>
                    <a:pt x="612" y="307"/>
                  </a:lnTo>
                  <a:lnTo>
                    <a:pt x="918" y="613"/>
                  </a:lnTo>
                  <a:lnTo>
                    <a:pt x="918" y="613"/>
                  </a:lnTo>
                  <a:lnTo>
                    <a:pt x="918" y="919"/>
                  </a:lnTo>
                  <a:lnTo>
                    <a:pt x="918" y="919"/>
                  </a:lnTo>
                  <a:lnTo>
                    <a:pt x="918" y="919"/>
                  </a:lnTo>
                  <a:lnTo>
                    <a:pt x="306" y="919"/>
                  </a:lnTo>
                  <a:lnTo>
                    <a:pt x="1" y="613"/>
                  </a:lnTo>
                  <a:lnTo>
                    <a:pt x="306" y="307"/>
                  </a:lnTo>
                  <a:lnTo>
                    <a:pt x="306" y="1"/>
                  </a:lnTo>
                  <a:lnTo>
                    <a:pt x="306" y="307"/>
                  </a:lnTo>
                  <a:lnTo>
                    <a:pt x="306" y="61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5" name="Google Shape;2005;p61"/>
            <p:cNvSpPr/>
            <p:nvPr/>
          </p:nvSpPr>
          <p:spPr>
            <a:xfrm>
              <a:off x="4762125" y="2088875"/>
              <a:ext cx="22975" cy="22975"/>
            </a:xfrm>
            <a:custGeom>
              <a:rect b="b" l="l" r="r" t="t"/>
              <a:pathLst>
                <a:path extrusionOk="0" fill="none" h="919" w="919">
                  <a:moveTo>
                    <a:pt x="306" y="613"/>
                  </a:moveTo>
                  <a:lnTo>
                    <a:pt x="612" y="613"/>
                  </a:lnTo>
                  <a:lnTo>
                    <a:pt x="612" y="613"/>
                  </a:lnTo>
                  <a:lnTo>
                    <a:pt x="612" y="307"/>
                  </a:lnTo>
                  <a:lnTo>
                    <a:pt x="918" y="613"/>
                  </a:lnTo>
                  <a:lnTo>
                    <a:pt x="918" y="613"/>
                  </a:lnTo>
                  <a:lnTo>
                    <a:pt x="918" y="919"/>
                  </a:lnTo>
                  <a:lnTo>
                    <a:pt x="918" y="919"/>
                  </a:lnTo>
                  <a:lnTo>
                    <a:pt x="918" y="919"/>
                  </a:lnTo>
                  <a:lnTo>
                    <a:pt x="306" y="919"/>
                  </a:lnTo>
                  <a:lnTo>
                    <a:pt x="1" y="613"/>
                  </a:lnTo>
                  <a:lnTo>
                    <a:pt x="306" y="307"/>
                  </a:lnTo>
                  <a:lnTo>
                    <a:pt x="306" y="1"/>
                  </a:lnTo>
                  <a:lnTo>
                    <a:pt x="306" y="307"/>
                  </a:lnTo>
                  <a:lnTo>
                    <a:pt x="306" y="61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6" name="Google Shape;2006;p61"/>
            <p:cNvSpPr/>
            <p:nvPr/>
          </p:nvSpPr>
          <p:spPr>
            <a:xfrm>
              <a:off x="4754475" y="2088875"/>
              <a:ext cx="7675" cy="7675"/>
            </a:xfrm>
            <a:custGeom>
              <a:rect b="b" l="l" r="r" t="t"/>
              <a:pathLst>
                <a:path extrusionOk="0" h="307" w="307">
                  <a:moveTo>
                    <a:pt x="307" y="307"/>
                  </a:moveTo>
                  <a:lnTo>
                    <a:pt x="1" y="307"/>
                  </a:lnTo>
                  <a:lnTo>
                    <a:pt x="1" y="307"/>
                  </a:lnTo>
                  <a:lnTo>
                    <a:pt x="1" y="1"/>
                  </a:lnTo>
                  <a:lnTo>
                    <a:pt x="307" y="307"/>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7" name="Google Shape;2007;p61"/>
            <p:cNvSpPr/>
            <p:nvPr/>
          </p:nvSpPr>
          <p:spPr>
            <a:xfrm>
              <a:off x="4754475" y="2088875"/>
              <a:ext cx="7675" cy="7675"/>
            </a:xfrm>
            <a:custGeom>
              <a:rect b="b" l="l" r="r" t="t"/>
              <a:pathLst>
                <a:path extrusionOk="0" fill="none" h="307" w="307">
                  <a:moveTo>
                    <a:pt x="307" y="307"/>
                  </a:moveTo>
                  <a:lnTo>
                    <a:pt x="1" y="307"/>
                  </a:lnTo>
                  <a:lnTo>
                    <a:pt x="1" y="307"/>
                  </a:lnTo>
                  <a:lnTo>
                    <a:pt x="1" y="1"/>
                  </a:lnTo>
                  <a:lnTo>
                    <a:pt x="307" y="307"/>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8" name="Google Shape;2008;p61"/>
            <p:cNvSpPr/>
            <p:nvPr/>
          </p:nvSpPr>
          <p:spPr>
            <a:xfrm>
              <a:off x="4433275" y="1507650"/>
              <a:ext cx="25" cy="7675"/>
            </a:xfrm>
            <a:custGeom>
              <a:rect b="b" l="l" r="r" t="t"/>
              <a:pathLst>
                <a:path extrusionOk="0" h="307" w="1">
                  <a:moveTo>
                    <a:pt x="0" y="0"/>
                  </a:moveTo>
                  <a:lnTo>
                    <a:pt x="0" y="306"/>
                  </a:lnTo>
                  <a:lnTo>
                    <a:pt x="0" y="0"/>
                  </a:lnTo>
                  <a:lnTo>
                    <a:pt x="0" y="0"/>
                  </a:lnTo>
                  <a:lnTo>
                    <a:pt x="0"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09" name="Google Shape;2009;p61"/>
            <p:cNvSpPr/>
            <p:nvPr/>
          </p:nvSpPr>
          <p:spPr>
            <a:xfrm>
              <a:off x="4433275" y="1507650"/>
              <a:ext cx="25" cy="7675"/>
            </a:xfrm>
            <a:custGeom>
              <a:rect b="b" l="l" r="r" t="t"/>
              <a:pathLst>
                <a:path extrusionOk="0" fill="none" h="307" w="1">
                  <a:moveTo>
                    <a:pt x="0" y="0"/>
                  </a:moveTo>
                  <a:lnTo>
                    <a:pt x="0" y="306"/>
                  </a:lnTo>
                  <a:lnTo>
                    <a:pt x="0" y="0"/>
                  </a:lnTo>
                  <a:lnTo>
                    <a:pt x="0" y="0"/>
                  </a:lnTo>
                  <a:lnTo>
                    <a:pt x="0"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0" name="Google Shape;2010;p61"/>
            <p:cNvSpPr/>
            <p:nvPr/>
          </p:nvSpPr>
          <p:spPr>
            <a:xfrm>
              <a:off x="4318550" y="1347050"/>
              <a:ext cx="7675" cy="7675"/>
            </a:xfrm>
            <a:custGeom>
              <a:rect b="b" l="l" r="r" t="t"/>
              <a:pathLst>
                <a:path extrusionOk="0" h="307" w="307">
                  <a:moveTo>
                    <a:pt x="307" y="306"/>
                  </a:moveTo>
                  <a:lnTo>
                    <a:pt x="1" y="306"/>
                  </a:lnTo>
                  <a:lnTo>
                    <a:pt x="1" y="306"/>
                  </a:lnTo>
                  <a:lnTo>
                    <a:pt x="1" y="0"/>
                  </a:lnTo>
                  <a:lnTo>
                    <a:pt x="307" y="0"/>
                  </a:lnTo>
                  <a:lnTo>
                    <a:pt x="307"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1" name="Google Shape;2011;p61"/>
            <p:cNvSpPr/>
            <p:nvPr/>
          </p:nvSpPr>
          <p:spPr>
            <a:xfrm>
              <a:off x="4318550" y="1347050"/>
              <a:ext cx="7675" cy="7675"/>
            </a:xfrm>
            <a:custGeom>
              <a:rect b="b" l="l" r="r" t="t"/>
              <a:pathLst>
                <a:path extrusionOk="0" fill="none" h="307" w="307">
                  <a:moveTo>
                    <a:pt x="307" y="306"/>
                  </a:moveTo>
                  <a:lnTo>
                    <a:pt x="1" y="306"/>
                  </a:lnTo>
                  <a:lnTo>
                    <a:pt x="1" y="306"/>
                  </a:lnTo>
                  <a:lnTo>
                    <a:pt x="1" y="0"/>
                  </a:lnTo>
                  <a:lnTo>
                    <a:pt x="307" y="0"/>
                  </a:lnTo>
                  <a:lnTo>
                    <a:pt x="307"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2" name="Google Shape;2012;p61"/>
            <p:cNvSpPr/>
            <p:nvPr/>
          </p:nvSpPr>
          <p:spPr>
            <a:xfrm>
              <a:off x="4310900" y="1347050"/>
              <a:ext cx="7675" cy="7675"/>
            </a:xfrm>
            <a:custGeom>
              <a:rect b="b" l="l" r="r" t="t"/>
              <a:pathLst>
                <a:path extrusionOk="0" h="307" w="307">
                  <a:moveTo>
                    <a:pt x="307" y="306"/>
                  </a:moveTo>
                  <a:lnTo>
                    <a:pt x="1" y="306"/>
                  </a:lnTo>
                  <a:lnTo>
                    <a:pt x="1" y="0"/>
                  </a:lnTo>
                  <a:lnTo>
                    <a:pt x="307" y="0"/>
                  </a:lnTo>
                  <a:lnTo>
                    <a:pt x="307" y="30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3" name="Google Shape;2013;p61"/>
            <p:cNvSpPr/>
            <p:nvPr/>
          </p:nvSpPr>
          <p:spPr>
            <a:xfrm>
              <a:off x="4310900" y="1347050"/>
              <a:ext cx="7675" cy="7675"/>
            </a:xfrm>
            <a:custGeom>
              <a:rect b="b" l="l" r="r" t="t"/>
              <a:pathLst>
                <a:path extrusionOk="0" fill="none" h="307" w="307">
                  <a:moveTo>
                    <a:pt x="307" y="306"/>
                  </a:moveTo>
                  <a:lnTo>
                    <a:pt x="1" y="306"/>
                  </a:lnTo>
                  <a:lnTo>
                    <a:pt x="1" y="0"/>
                  </a:lnTo>
                  <a:lnTo>
                    <a:pt x="307" y="0"/>
                  </a:lnTo>
                  <a:lnTo>
                    <a:pt x="307" y="30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4" name="Google Shape;2014;p61"/>
            <p:cNvSpPr/>
            <p:nvPr/>
          </p:nvSpPr>
          <p:spPr>
            <a:xfrm>
              <a:off x="3523175" y="1744725"/>
              <a:ext cx="1040125" cy="879525"/>
            </a:xfrm>
            <a:custGeom>
              <a:rect b="b" l="l" r="r" t="t"/>
              <a:pathLst>
                <a:path extrusionOk="0" h="35181" w="41605">
                  <a:moveTo>
                    <a:pt x="28145" y="613"/>
                  </a:moveTo>
                  <a:lnTo>
                    <a:pt x="29062" y="1224"/>
                  </a:lnTo>
                  <a:lnTo>
                    <a:pt x="30286" y="1224"/>
                  </a:lnTo>
                  <a:lnTo>
                    <a:pt x="30286" y="613"/>
                  </a:lnTo>
                  <a:lnTo>
                    <a:pt x="35793" y="613"/>
                  </a:lnTo>
                  <a:lnTo>
                    <a:pt x="37322" y="613"/>
                  </a:lnTo>
                  <a:lnTo>
                    <a:pt x="37322" y="1224"/>
                  </a:lnTo>
                  <a:lnTo>
                    <a:pt x="37322" y="1530"/>
                  </a:lnTo>
                  <a:lnTo>
                    <a:pt x="37934" y="2448"/>
                  </a:lnTo>
                  <a:lnTo>
                    <a:pt x="37934" y="3060"/>
                  </a:lnTo>
                  <a:lnTo>
                    <a:pt x="38240" y="4589"/>
                  </a:lnTo>
                  <a:lnTo>
                    <a:pt x="38240" y="4589"/>
                  </a:lnTo>
                  <a:lnTo>
                    <a:pt x="38240" y="5813"/>
                  </a:lnTo>
                  <a:lnTo>
                    <a:pt x="38240" y="6425"/>
                  </a:lnTo>
                  <a:lnTo>
                    <a:pt x="38240" y="7037"/>
                  </a:lnTo>
                  <a:lnTo>
                    <a:pt x="38546" y="7649"/>
                  </a:lnTo>
                  <a:lnTo>
                    <a:pt x="38546" y="7954"/>
                  </a:lnTo>
                  <a:lnTo>
                    <a:pt x="38852" y="9178"/>
                  </a:lnTo>
                  <a:lnTo>
                    <a:pt x="38852" y="9178"/>
                  </a:lnTo>
                  <a:lnTo>
                    <a:pt x="39463" y="9178"/>
                  </a:lnTo>
                  <a:lnTo>
                    <a:pt x="40075" y="9790"/>
                  </a:lnTo>
                  <a:lnTo>
                    <a:pt x="40381" y="10096"/>
                  </a:lnTo>
                  <a:lnTo>
                    <a:pt x="40381" y="10402"/>
                  </a:lnTo>
                  <a:lnTo>
                    <a:pt x="40993" y="10402"/>
                  </a:lnTo>
                  <a:lnTo>
                    <a:pt x="41605" y="11014"/>
                  </a:lnTo>
                  <a:lnTo>
                    <a:pt x="40687" y="12237"/>
                  </a:lnTo>
                  <a:lnTo>
                    <a:pt x="39769" y="12543"/>
                  </a:lnTo>
                  <a:lnTo>
                    <a:pt x="39463" y="12849"/>
                  </a:lnTo>
                  <a:lnTo>
                    <a:pt x="39158" y="12849"/>
                  </a:lnTo>
                  <a:lnTo>
                    <a:pt x="38546" y="13461"/>
                  </a:lnTo>
                  <a:lnTo>
                    <a:pt x="37628" y="13461"/>
                  </a:lnTo>
                  <a:lnTo>
                    <a:pt x="37628" y="14379"/>
                  </a:lnTo>
                  <a:lnTo>
                    <a:pt x="37322" y="14685"/>
                  </a:lnTo>
                  <a:lnTo>
                    <a:pt x="37628" y="15602"/>
                  </a:lnTo>
                  <a:lnTo>
                    <a:pt x="37322" y="16520"/>
                  </a:lnTo>
                  <a:lnTo>
                    <a:pt x="36710" y="18050"/>
                  </a:lnTo>
                  <a:lnTo>
                    <a:pt x="36404" y="18661"/>
                  </a:lnTo>
                  <a:lnTo>
                    <a:pt x="36404" y="19885"/>
                  </a:lnTo>
                  <a:lnTo>
                    <a:pt x="36404" y="20497"/>
                  </a:lnTo>
                  <a:lnTo>
                    <a:pt x="36710" y="20803"/>
                  </a:lnTo>
                  <a:lnTo>
                    <a:pt x="36404" y="22026"/>
                  </a:lnTo>
                  <a:lnTo>
                    <a:pt x="35793" y="23556"/>
                  </a:lnTo>
                  <a:lnTo>
                    <a:pt x="35487" y="24780"/>
                  </a:lnTo>
                  <a:lnTo>
                    <a:pt x="35487" y="24780"/>
                  </a:lnTo>
                  <a:lnTo>
                    <a:pt x="34875" y="24780"/>
                  </a:lnTo>
                  <a:lnTo>
                    <a:pt x="34263" y="25086"/>
                  </a:lnTo>
                  <a:lnTo>
                    <a:pt x="33345" y="26615"/>
                  </a:lnTo>
                  <a:lnTo>
                    <a:pt x="33039" y="27227"/>
                  </a:lnTo>
                  <a:lnTo>
                    <a:pt x="32427" y="29674"/>
                  </a:lnTo>
                  <a:lnTo>
                    <a:pt x="32122" y="29674"/>
                  </a:lnTo>
                  <a:lnTo>
                    <a:pt x="31510" y="29368"/>
                  </a:lnTo>
                  <a:lnTo>
                    <a:pt x="31204" y="29980"/>
                  </a:lnTo>
                  <a:lnTo>
                    <a:pt x="30898" y="30286"/>
                  </a:lnTo>
                  <a:lnTo>
                    <a:pt x="30898" y="31204"/>
                  </a:lnTo>
                  <a:lnTo>
                    <a:pt x="30898" y="31510"/>
                  </a:lnTo>
                  <a:lnTo>
                    <a:pt x="30592" y="33039"/>
                  </a:lnTo>
                  <a:lnTo>
                    <a:pt x="29980" y="33039"/>
                  </a:lnTo>
                  <a:lnTo>
                    <a:pt x="29980" y="32733"/>
                  </a:lnTo>
                  <a:lnTo>
                    <a:pt x="30286" y="31816"/>
                  </a:lnTo>
                  <a:lnTo>
                    <a:pt x="29980" y="31204"/>
                  </a:lnTo>
                  <a:lnTo>
                    <a:pt x="29980" y="31204"/>
                  </a:lnTo>
                  <a:lnTo>
                    <a:pt x="29062" y="29980"/>
                  </a:lnTo>
                  <a:lnTo>
                    <a:pt x="28757" y="29980"/>
                  </a:lnTo>
                  <a:lnTo>
                    <a:pt x="28451" y="29674"/>
                  </a:lnTo>
                  <a:lnTo>
                    <a:pt x="28145" y="27533"/>
                  </a:lnTo>
                  <a:lnTo>
                    <a:pt x="28451" y="26003"/>
                  </a:lnTo>
                  <a:lnTo>
                    <a:pt x="27227" y="26003"/>
                  </a:lnTo>
                  <a:lnTo>
                    <a:pt x="27227" y="26003"/>
                  </a:lnTo>
                  <a:lnTo>
                    <a:pt x="26921" y="26615"/>
                  </a:lnTo>
                  <a:lnTo>
                    <a:pt x="25697" y="26921"/>
                  </a:lnTo>
                  <a:lnTo>
                    <a:pt x="26003" y="27533"/>
                  </a:lnTo>
                  <a:lnTo>
                    <a:pt x="26309" y="29062"/>
                  </a:lnTo>
                  <a:lnTo>
                    <a:pt x="25392" y="29980"/>
                  </a:lnTo>
                  <a:lnTo>
                    <a:pt x="25086" y="29980"/>
                  </a:lnTo>
                  <a:lnTo>
                    <a:pt x="24780" y="30898"/>
                  </a:lnTo>
                  <a:lnTo>
                    <a:pt x="24474" y="31204"/>
                  </a:lnTo>
                  <a:lnTo>
                    <a:pt x="23556" y="32122"/>
                  </a:lnTo>
                  <a:lnTo>
                    <a:pt x="22332" y="32427"/>
                  </a:lnTo>
                  <a:lnTo>
                    <a:pt x="20497" y="31204"/>
                  </a:lnTo>
                  <a:lnTo>
                    <a:pt x="20191" y="30898"/>
                  </a:lnTo>
                  <a:lnTo>
                    <a:pt x="19579" y="31204"/>
                  </a:lnTo>
                  <a:lnTo>
                    <a:pt x="19273" y="31510"/>
                  </a:lnTo>
                  <a:lnTo>
                    <a:pt x="18967" y="32427"/>
                  </a:lnTo>
                  <a:lnTo>
                    <a:pt x="18050" y="32427"/>
                  </a:lnTo>
                  <a:lnTo>
                    <a:pt x="17744" y="32733"/>
                  </a:lnTo>
                  <a:lnTo>
                    <a:pt x="17744" y="32427"/>
                  </a:lnTo>
                  <a:lnTo>
                    <a:pt x="17744" y="31510"/>
                  </a:lnTo>
                  <a:lnTo>
                    <a:pt x="14685" y="31204"/>
                  </a:lnTo>
                  <a:lnTo>
                    <a:pt x="14685" y="32122"/>
                  </a:lnTo>
                  <a:lnTo>
                    <a:pt x="14990" y="32733"/>
                  </a:lnTo>
                  <a:lnTo>
                    <a:pt x="13155" y="32733"/>
                  </a:lnTo>
                  <a:lnTo>
                    <a:pt x="11931" y="33039"/>
                  </a:lnTo>
                  <a:lnTo>
                    <a:pt x="11625" y="33039"/>
                  </a:lnTo>
                  <a:lnTo>
                    <a:pt x="11014" y="32733"/>
                  </a:lnTo>
                  <a:lnTo>
                    <a:pt x="10708" y="31816"/>
                  </a:lnTo>
                  <a:lnTo>
                    <a:pt x="10096" y="31204"/>
                  </a:lnTo>
                  <a:lnTo>
                    <a:pt x="9790" y="30592"/>
                  </a:lnTo>
                  <a:lnTo>
                    <a:pt x="8872" y="30898"/>
                  </a:lnTo>
                  <a:lnTo>
                    <a:pt x="8260" y="30898"/>
                  </a:lnTo>
                  <a:lnTo>
                    <a:pt x="7955" y="30898"/>
                  </a:lnTo>
                  <a:lnTo>
                    <a:pt x="7955" y="31204"/>
                  </a:lnTo>
                  <a:lnTo>
                    <a:pt x="7649" y="31816"/>
                  </a:lnTo>
                  <a:lnTo>
                    <a:pt x="7037" y="32427"/>
                  </a:lnTo>
                  <a:lnTo>
                    <a:pt x="7037" y="33039"/>
                  </a:lnTo>
                  <a:lnTo>
                    <a:pt x="6731" y="33345"/>
                  </a:lnTo>
                  <a:lnTo>
                    <a:pt x="6731" y="34263"/>
                  </a:lnTo>
                  <a:lnTo>
                    <a:pt x="6731" y="34569"/>
                  </a:lnTo>
                  <a:lnTo>
                    <a:pt x="5813" y="35181"/>
                  </a:lnTo>
                  <a:lnTo>
                    <a:pt x="5813" y="34875"/>
                  </a:lnTo>
                  <a:lnTo>
                    <a:pt x="4284" y="34875"/>
                  </a:lnTo>
                  <a:lnTo>
                    <a:pt x="3978" y="34569"/>
                  </a:lnTo>
                  <a:lnTo>
                    <a:pt x="4284" y="34263"/>
                  </a:lnTo>
                  <a:lnTo>
                    <a:pt x="3978" y="34263"/>
                  </a:lnTo>
                  <a:lnTo>
                    <a:pt x="3978" y="33957"/>
                  </a:lnTo>
                  <a:lnTo>
                    <a:pt x="3978" y="33651"/>
                  </a:lnTo>
                  <a:lnTo>
                    <a:pt x="4284" y="33651"/>
                  </a:lnTo>
                  <a:lnTo>
                    <a:pt x="4284" y="33345"/>
                  </a:lnTo>
                  <a:lnTo>
                    <a:pt x="4589" y="32427"/>
                  </a:lnTo>
                  <a:lnTo>
                    <a:pt x="4284" y="31816"/>
                  </a:lnTo>
                  <a:lnTo>
                    <a:pt x="3978" y="31204"/>
                  </a:lnTo>
                  <a:lnTo>
                    <a:pt x="3672" y="30592"/>
                  </a:lnTo>
                  <a:lnTo>
                    <a:pt x="3366" y="30286"/>
                  </a:lnTo>
                  <a:lnTo>
                    <a:pt x="3060" y="29980"/>
                  </a:lnTo>
                  <a:lnTo>
                    <a:pt x="2754" y="29980"/>
                  </a:lnTo>
                  <a:lnTo>
                    <a:pt x="2448" y="29368"/>
                  </a:lnTo>
                  <a:lnTo>
                    <a:pt x="2754" y="28451"/>
                  </a:lnTo>
                  <a:lnTo>
                    <a:pt x="1836" y="27533"/>
                  </a:lnTo>
                  <a:lnTo>
                    <a:pt x="1836" y="26615"/>
                  </a:lnTo>
                  <a:lnTo>
                    <a:pt x="1530" y="26309"/>
                  </a:lnTo>
                  <a:lnTo>
                    <a:pt x="1224" y="25391"/>
                  </a:lnTo>
                  <a:lnTo>
                    <a:pt x="1224" y="25086"/>
                  </a:lnTo>
                  <a:lnTo>
                    <a:pt x="919" y="24780"/>
                  </a:lnTo>
                  <a:lnTo>
                    <a:pt x="307" y="25086"/>
                  </a:lnTo>
                  <a:lnTo>
                    <a:pt x="1" y="24474"/>
                  </a:lnTo>
                  <a:lnTo>
                    <a:pt x="307" y="23862"/>
                  </a:lnTo>
                  <a:lnTo>
                    <a:pt x="919" y="23250"/>
                  </a:lnTo>
                  <a:lnTo>
                    <a:pt x="919" y="23250"/>
                  </a:lnTo>
                  <a:lnTo>
                    <a:pt x="919" y="22638"/>
                  </a:lnTo>
                  <a:lnTo>
                    <a:pt x="613" y="22026"/>
                  </a:lnTo>
                  <a:lnTo>
                    <a:pt x="919" y="21721"/>
                  </a:lnTo>
                  <a:lnTo>
                    <a:pt x="919" y="21721"/>
                  </a:lnTo>
                  <a:lnTo>
                    <a:pt x="1530" y="21109"/>
                  </a:lnTo>
                  <a:lnTo>
                    <a:pt x="1530" y="20803"/>
                  </a:lnTo>
                  <a:lnTo>
                    <a:pt x="1530" y="20803"/>
                  </a:lnTo>
                  <a:lnTo>
                    <a:pt x="1224" y="20191"/>
                  </a:lnTo>
                  <a:lnTo>
                    <a:pt x="2142" y="19579"/>
                  </a:lnTo>
                  <a:lnTo>
                    <a:pt x="2142" y="19273"/>
                  </a:lnTo>
                  <a:lnTo>
                    <a:pt x="2754" y="18355"/>
                  </a:lnTo>
                  <a:lnTo>
                    <a:pt x="2754" y="17438"/>
                  </a:lnTo>
                  <a:lnTo>
                    <a:pt x="3060" y="17132"/>
                  </a:lnTo>
                  <a:lnTo>
                    <a:pt x="3366" y="17132"/>
                  </a:lnTo>
                  <a:lnTo>
                    <a:pt x="5201" y="17132"/>
                  </a:lnTo>
                  <a:lnTo>
                    <a:pt x="5201" y="7649"/>
                  </a:lnTo>
                  <a:lnTo>
                    <a:pt x="5201" y="7037"/>
                  </a:lnTo>
                  <a:lnTo>
                    <a:pt x="5201" y="7037"/>
                  </a:lnTo>
                  <a:lnTo>
                    <a:pt x="5201" y="6425"/>
                  </a:lnTo>
                  <a:lnTo>
                    <a:pt x="5201" y="5813"/>
                  </a:lnTo>
                  <a:lnTo>
                    <a:pt x="7649" y="5813"/>
                  </a:lnTo>
                  <a:lnTo>
                    <a:pt x="7649" y="5813"/>
                  </a:lnTo>
                  <a:lnTo>
                    <a:pt x="7649" y="4589"/>
                  </a:lnTo>
                  <a:lnTo>
                    <a:pt x="7649" y="2448"/>
                  </a:lnTo>
                  <a:lnTo>
                    <a:pt x="7649" y="1530"/>
                  </a:lnTo>
                  <a:lnTo>
                    <a:pt x="7649" y="1224"/>
                  </a:lnTo>
                  <a:lnTo>
                    <a:pt x="7649" y="613"/>
                  </a:lnTo>
                  <a:lnTo>
                    <a:pt x="23250" y="613"/>
                  </a:lnTo>
                  <a:lnTo>
                    <a:pt x="23862" y="1"/>
                  </a:lnTo>
                  <a:lnTo>
                    <a:pt x="23862" y="613"/>
                  </a:lnTo>
                  <a:lnTo>
                    <a:pt x="28145" y="613"/>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5" name="Google Shape;2015;p61"/>
            <p:cNvSpPr/>
            <p:nvPr/>
          </p:nvSpPr>
          <p:spPr>
            <a:xfrm>
              <a:off x="3523175" y="1744725"/>
              <a:ext cx="1040125" cy="879525"/>
            </a:xfrm>
            <a:custGeom>
              <a:rect b="b" l="l" r="r" t="t"/>
              <a:pathLst>
                <a:path extrusionOk="0" fill="none" h="35181" w="41605">
                  <a:moveTo>
                    <a:pt x="28145" y="613"/>
                  </a:moveTo>
                  <a:lnTo>
                    <a:pt x="29062" y="1224"/>
                  </a:lnTo>
                  <a:lnTo>
                    <a:pt x="30286" y="1224"/>
                  </a:lnTo>
                  <a:lnTo>
                    <a:pt x="30286" y="613"/>
                  </a:lnTo>
                  <a:lnTo>
                    <a:pt x="35793" y="613"/>
                  </a:lnTo>
                  <a:lnTo>
                    <a:pt x="37322" y="613"/>
                  </a:lnTo>
                  <a:lnTo>
                    <a:pt x="37322" y="1224"/>
                  </a:lnTo>
                  <a:lnTo>
                    <a:pt x="37322" y="1530"/>
                  </a:lnTo>
                  <a:lnTo>
                    <a:pt x="37934" y="2448"/>
                  </a:lnTo>
                  <a:lnTo>
                    <a:pt x="37934" y="3060"/>
                  </a:lnTo>
                  <a:lnTo>
                    <a:pt x="38240" y="4589"/>
                  </a:lnTo>
                  <a:lnTo>
                    <a:pt x="38240" y="4589"/>
                  </a:lnTo>
                  <a:lnTo>
                    <a:pt x="38240" y="5813"/>
                  </a:lnTo>
                  <a:lnTo>
                    <a:pt x="38240" y="6425"/>
                  </a:lnTo>
                  <a:lnTo>
                    <a:pt x="38240" y="7037"/>
                  </a:lnTo>
                  <a:lnTo>
                    <a:pt x="38546" y="7649"/>
                  </a:lnTo>
                  <a:lnTo>
                    <a:pt x="38546" y="7954"/>
                  </a:lnTo>
                  <a:lnTo>
                    <a:pt x="38852" y="9178"/>
                  </a:lnTo>
                  <a:lnTo>
                    <a:pt x="38852" y="9178"/>
                  </a:lnTo>
                  <a:lnTo>
                    <a:pt x="39463" y="9178"/>
                  </a:lnTo>
                  <a:lnTo>
                    <a:pt x="40075" y="9790"/>
                  </a:lnTo>
                  <a:lnTo>
                    <a:pt x="40381" y="10096"/>
                  </a:lnTo>
                  <a:lnTo>
                    <a:pt x="40381" y="10402"/>
                  </a:lnTo>
                  <a:lnTo>
                    <a:pt x="40993" y="10402"/>
                  </a:lnTo>
                  <a:lnTo>
                    <a:pt x="41605" y="11014"/>
                  </a:lnTo>
                  <a:lnTo>
                    <a:pt x="40687" y="12237"/>
                  </a:lnTo>
                  <a:lnTo>
                    <a:pt x="39769" y="12543"/>
                  </a:lnTo>
                  <a:lnTo>
                    <a:pt x="39463" y="12849"/>
                  </a:lnTo>
                  <a:lnTo>
                    <a:pt x="39158" y="12849"/>
                  </a:lnTo>
                  <a:lnTo>
                    <a:pt x="38546" y="13461"/>
                  </a:lnTo>
                  <a:lnTo>
                    <a:pt x="37628" y="13461"/>
                  </a:lnTo>
                  <a:lnTo>
                    <a:pt x="37628" y="14379"/>
                  </a:lnTo>
                  <a:lnTo>
                    <a:pt x="37322" y="14685"/>
                  </a:lnTo>
                  <a:lnTo>
                    <a:pt x="37628" y="15602"/>
                  </a:lnTo>
                  <a:lnTo>
                    <a:pt x="37322" y="16520"/>
                  </a:lnTo>
                  <a:lnTo>
                    <a:pt x="36710" y="18050"/>
                  </a:lnTo>
                  <a:lnTo>
                    <a:pt x="36404" y="18661"/>
                  </a:lnTo>
                  <a:lnTo>
                    <a:pt x="36404" y="19885"/>
                  </a:lnTo>
                  <a:lnTo>
                    <a:pt x="36404" y="20497"/>
                  </a:lnTo>
                  <a:lnTo>
                    <a:pt x="36710" y="20803"/>
                  </a:lnTo>
                  <a:lnTo>
                    <a:pt x="36404" y="22026"/>
                  </a:lnTo>
                  <a:lnTo>
                    <a:pt x="35793" y="23556"/>
                  </a:lnTo>
                  <a:lnTo>
                    <a:pt x="35487" y="24780"/>
                  </a:lnTo>
                  <a:lnTo>
                    <a:pt x="35487" y="24780"/>
                  </a:lnTo>
                  <a:lnTo>
                    <a:pt x="34875" y="24780"/>
                  </a:lnTo>
                  <a:lnTo>
                    <a:pt x="34263" y="25086"/>
                  </a:lnTo>
                  <a:lnTo>
                    <a:pt x="33345" y="26615"/>
                  </a:lnTo>
                  <a:lnTo>
                    <a:pt x="33039" y="27227"/>
                  </a:lnTo>
                  <a:lnTo>
                    <a:pt x="32427" y="29674"/>
                  </a:lnTo>
                  <a:lnTo>
                    <a:pt x="32122" y="29674"/>
                  </a:lnTo>
                  <a:lnTo>
                    <a:pt x="31510" y="29368"/>
                  </a:lnTo>
                  <a:lnTo>
                    <a:pt x="31204" y="29980"/>
                  </a:lnTo>
                  <a:lnTo>
                    <a:pt x="30898" y="30286"/>
                  </a:lnTo>
                  <a:lnTo>
                    <a:pt x="30898" y="31204"/>
                  </a:lnTo>
                  <a:lnTo>
                    <a:pt x="30898" y="31510"/>
                  </a:lnTo>
                  <a:lnTo>
                    <a:pt x="30592" y="33039"/>
                  </a:lnTo>
                  <a:lnTo>
                    <a:pt x="29980" y="33039"/>
                  </a:lnTo>
                  <a:lnTo>
                    <a:pt x="29980" y="32733"/>
                  </a:lnTo>
                  <a:lnTo>
                    <a:pt x="30286" y="31816"/>
                  </a:lnTo>
                  <a:lnTo>
                    <a:pt x="29980" y="31204"/>
                  </a:lnTo>
                  <a:lnTo>
                    <a:pt x="29980" y="31204"/>
                  </a:lnTo>
                  <a:lnTo>
                    <a:pt x="29062" y="29980"/>
                  </a:lnTo>
                  <a:lnTo>
                    <a:pt x="28757" y="29980"/>
                  </a:lnTo>
                  <a:lnTo>
                    <a:pt x="28451" y="29674"/>
                  </a:lnTo>
                  <a:lnTo>
                    <a:pt x="28145" y="27533"/>
                  </a:lnTo>
                  <a:lnTo>
                    <a:pt x="28451" y="26003"/>
                  </a:lnTo>
                  <a:lnTo>
                    <a:pt x="27227" y="26003"/>
                  </a:lnTo>
                  <a:lnTo>
                    <a:pt x="27227" y="26003"/>
                  </a:lnTo>
                  <a:lnTo>
                    <a:pt x="26921" y="26615"/>
                  </a:lnTo>
                  <a:lnTo>
                    <a:pt x="25697" y="26921"/>
                  </a:lnTo>
                  <a:lnTo>
                    <a:pt x="26003" y="27533"/>
                  </a:lnTo>
                  <a:lnTo>
                    <a:pt x="26309" y="29062"/>
                  </a:lnTo>
                  <a:lnTo>
                    <a:pt x="25392" y="29980"/>
                  </a:lnTo>
                  <a:lnTo>
                    <a:pt x="25086" y="29980"/>
                  </a:lnTo>
                  <a:lnTo>
                    <a:pt x="24780" y="30898"/>
                  </a:lnTo>
                  <a:lnTo>
                    <a:pt x="24474" y="31204"/>
                  </a:lnTo>
                  <a:lnTo>
                    <a:pt x="23556" y="32122"/>
                  </a:lnTo>
                  <a:lnTo>
                    <a:pt x="22332" y="32427"/>
                  </a:lnTo>
                  <a:lnTo>
                    <a:pt x="20497" y="31204"/>
                  </a:lnTo>
                  <a:lnTo>
                    <a:pt x="20191" y="30898"/>
                  </a:lnTo>
                  <a:lnTo>
                    <a:pt x="19579" y="31204"/>
                  </a:lnTo>
                  <a:lnTo>
                    <a:pt x="19273" y="31510"/>
                  </a:lnTo>
                  <a:lnTo>
                    <a:pt x="18967" y="32427"/>
                  </a:lnTo>
                  <a:lnTo>
                    <a:pt x="18050" y="32427"/>
                  </a:lnTo>
                  <a:lnTo>
                    <a:pt x="17744" y="32733"/>
                  </a:lnTo>
                  <a:lnTo>
                    <a:pt x="17744" y="32427"/>
                  </a:lnTo>
                  <a:lnTo>
                    <a:pt x="17744" y="31510"/>
                  </a:lnTo>
                  <a:lnTo>
                    <a:pt x="14685" y="31204"/>
                  </a:lnTo>
                  <a:lnTo>
                    <a:pt x="14685" y="32122"/>
                  </a:lnTo>
                  <a:lnTo>
                    <a:pt x="14990" y="32733"/>
                  </a:lnTo>
                  <a:lnTo>
                    <a:pt x="13155" y="32733"/>
                  </a:lnTo>
                  <a:lnTo>
                    <a:pt x="11931" y="33039"/>
                  </a:lnTo>
                  <a:lnTo>
                    <a:pt x="11625" y="33039"/>
                  </a:lnTo>
                  <a:lnTo>
                    <a:pt x="11014" y="32733"/>
                  </a:lnTo>
                  <a:lnTo>
                    <a:pt x="10708" y="31816"/>
                  </a:lnTo>
                  <a:lnTo>
                    <a:pt x="10096" y="31204"/>
                  </a:lnTo>
                  <a:lnTo>
                    <a:pt x="9790" y="30592"/>
                  </a:lnTo>
                  <a:lnTo>
                    <a:pt x="8872" y="30898"/>
                  </a:lnTo>
                  <a:lnTo>
                    <a:pt x="8260" y="30898"/>
                  </a:lnTo>
                  <a:lnTo>
                    <a:pt x="7955" y="30898"/>
                  </a:lnTo>
                  <a:lnTo>
                    <a:pt x="7955" y="31204"/>
                  </a:lnTo>
                  <a:lnTo>
                    <a:pt x="7649" y="31816"/>
                  </a:lnTo>
                  <a:lnTo>
                    <a:pt x="7037" y="32427"/>
                  </a:lnTo>
                  <a:lnTo>
                    <a:pt x="7037" y="33039"/>
                  </a:lnTo>
                  <a:lnTo>
                    <a:pt x="6731" y="33345"/>
                  </a:lnTo>
                  <a:lnTo>
                    <a:pt x="6731" y="34263"/>
                  </a:lnTo>
                  <a:lnTo>
                    <a:pt x="6731" y="34569"/>
                  </a:lnTo>
                  <a:lnTo>
                    <a:pt x="5813" y="35181"/>
                  </a:lnTo>
                  <a:lnTo>
                    <a:pt x="5813" y="34875"/>
                  </a:lnTo>
                  <a:lnTo>
                    <a:pt x="4284" y="34875"/>
                  </a:lnTo>
                  <a:lnTo>
                    <a:pt x="3978" y="34569"/>
                  </a:lnTo>
                  <a:lnTo>
                    <a:pt x="4284" y="34263"/>
                  </a:lnTo>
                  <a:lnTo>
                    <a:pt x="3978" y="34263"/>
                  </a:lnTo>
                  <a:lnTo>
                    <a:pt x="3978" y="33957"/>
                  </a:lnTo>
                  <a:lnTo>
                    <a:pt x="3978" y="33651"/>
                  </a:lnTo>
                  <a:lnTo>
                    <a:pt x="4284" y="33651"/>
                  </a:lnTo>
                  <a:lnTo>
                    <a:pt x="4284" y="33345"/>
                  </a:lnTo>
                  <a:lnTo>
                    <a:pt x="4589" y="32427"/>
                  </a:lnTo>
                  <a:lnTo>
                    <a:pt x="4284" y="31816"/>
                  </a:lnTo>
                  <a:lnTo>
                    <a:pt x="3978" y="31204"/>
                  </a:lnTo>
                  <a:lnTo>
                    <a:pt x="3672" y="30592"/>
                  </a:lnTo>
                  <a:lnTo>
                    <a:pt x="3366" y="30286"/>
                  </a:lnTo>
                  <a:lnTo>
                    <a:pt x="3060" y="29980"/>
                  </a:lnTo>
                  <a:lnTo>
                    <a:pt x="2754" y="29980"/>
                  </a:lnTo>
                  <a:lnTo>
                    <a:pt x="2448" y="29368"/>
                  </a:lnTo>
                  <a:lnTo>
                    <a:pt x="2754" y="28451"/>
                  </a:lnTo>
                  <a:lnTo>
                    <a:pt x="1836" y="27533"/>
                  </a:lnTo>
                  <a:lnTo>
                    <a:pt x="1836" y="26615"/>
                  </a:lnTo>
                  <a:lnTo>
                    <a:pt x="1530" y="26309"/>
                  </a:lnTo>
                  <a:lnTo>
                    <a:pt x="1224" y="25391"/>
                  </a:lnTo>
                  <a:lnTo>
                    <a:pt x="1224" y="25086"/>
                  </a:lnTo>
                  <a:lnTo>
                    <a:pt x="919" y="24780"/>
                  </a:lnTo>
                  <a:lnTo>
                    <a:pt x="307" y="25086"/>
                  </a:lnTo>
                  <a:lnTo>
                    <a:pt x="1" y="24474"/>
                  </a:lnTo>
                  <a:lnTo>
                    <a:pt x="307" y="23862"/>
                  </a:lnTo>
                  <a:lnTo>
                    <a:pt x="919" y="23250"/>
                  </a:lnTo>
                  <a:lnTo>
                    <a:pt x="919" y="23250"/>
                  </a:lnTo>
                  <a:lnTo>
                    <a:pt x="919" y="22638"/>
                  </a:lnTo>
                  <a:lnTo>
                    <a:pt x="613" y="22026"/>
                  </a:lnTo>
                  <a:lnTo>
                    <a:pt x="919" y="21721"/>
                  </a:lnTo>
                  <a:lnTo>
                    <a:pt x="919" y="21721"/>
                  </a:lnTo>
                  <a:lnTo>
                    <a:pt x="1530" y="21109"/>
                  </a:lnTo>
                  <a:lnTo>
                    <a:pt x="1530" y="20803"/>
                  </a:lnTo>
                  <a:lnTo>
                    <a:pt x="1530" y="20803"/>
                  </a:lnTo>
                  <a:lnTo>
                    <a:pt x="1224" y="20191"/>
                  </a:lnTo>
                  <a:lnTo>
                    <a:pt x="2142" y="19579"/>
                  </a:lnTo>
                  <a:lnTo>
                    <a:pt x="2142" y="19273"/>
                  </a:lnTo>
                  <a:lnTo>
                    <a:pt x="2754" y="18355"/>
                  </a:lnTo>
                  <a:lnTo>
                    <a:pt x="2754" y="17438"/>
                  </a:lnTo>
                  <a:lnTo>
                    <a:pt x="3060" y="17132"/>
                  </a:lnTo>
                  <a:lnTo>
                    <a:pt x="3366" y="17132"/>
                  </a:lnTo>
                  <a:lnTo>
                    <a:pt x="5201" y="17132"/>
                  </a:lnTo>
                  <a:lnTo>
                    <a:pt x="5201" y="7649"/>
                  </a:lnTo>
                  <a:lnTo>
                    <a:pt x="5201" y="7037"/>
                  </a:lnTo>
                  <a:lnTo>
                    <a:pt x="5201" y="7037"/>
                  </a:lnTo>
                  <a:lnTo>
                    <a:pt x="5201" y="6425"/>
                  </a:lnTo>
                  <a:lnTo>
                    <a:pt x="5201" y="5813"/>
                  </a:lnTo>
                  <a:lnTo>
                    <a:pt x="7649" y="5813"/>
                  </a:lnTo>
                  <a:lnTo>
                    <a:pt x="7649" y="5813"/>
                  </a:lnTo>
                  <a:lnTo>
                    <a:pt x="7649" y="4589"/>
                  </a:lnTo>
                  <a:lnTo>
                    <a:pt x="7649" y="2448"/>
                  </a:lnTo>
                  <a:lnTo>
                    <a:pt x="7649" y="1530"/>
                  </a:lnTo>
                  <a:lnTo>
                    <a:pt x="7649" y="1224"/>
                  </a:lnTo>
                  <a:lnTo>
                    <a:pt x="7649" y="613"/>
                  </a:lnTo>
                  <a:lnTo>
                    <a:pt x="23250" y="613"/>
                  </a:lnTo>
                  <a:lnTo>
                    <a:pt x="23862" y="1"/>
                  </a:lnTo>
                  <a:lnTo>
                    <a:pt x="23862" y="613"/>
                  </a:lnTo>
                  <a:lnTo>
                    <a:pt x="28145" y="613"/>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6" name="Google Shape;2016;p61"/>
            <p:cNvSpPr/>
            <p:nvPr/>
          </p:nvSpPr>
          <p:spPr>
            <a:xfrm>
              <a:off x="4471500" y="1813550"/>
              <a:ext cx="15325" cy="7675"/>
            </a:xfrm>
            <a:custGeom>
              <a:rect b="b" l="l" r="r" t="t"/>
              <a:pathLst>
                <a:path extrusionOk="0" h="307" w="613">
                  <a:moveTo>
                    <a:pt x="307" y="1"/>
                  </a:moveTo>
                  <a:lnTo>
                    <a:pt x="613" y="307"/>
                  </a:lnTo>
                  <a:lnTo>
                    <a:pt x="307" y="307"/>
                  </a:lnTo>
                  <a:lnTo>
                    <a:pt x="307" y="1"/>
                  </a:lnTo>
                  <a:lnTo>
                    <a:pt x="307" y="1"/>
                  </a:lnTo>
                  <a:lnTo>
                    <a:pt x="1" y="1"/>
                  </a:lnTo>
                  <a:lnTo>
                    <a:pt x="307"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7" name="Google Shape;2017;p61"/>
            <p:cNvSpPr/>
            <p:nvPr/>
          </p:nvSpPr>
          <p:spPr>
            <a:xfrm>
              <a:off x="4471500" y="1813550"/>
              <a:ext cx="15325" cy="7675"/>
            </a:xfrm>
            <a:custGeom>
              <a:rect b="b" l="l" r="r" t="t"/>
              <a:pathLst>
                <a:path extrusionOk="0" fill="none" h="307" w="613">
                  <a:moveTo>
                    <a:pt x="307" y="1"/>
                  </a:moveTo>
                  <a:lnTo>
                    <a:pt x="613" y="307"/>
                  </a:lnTo>
                  <a:lnTo>
                    <a:pt x="307" y="307"/>
                  </a:lnTo>
                  <a:lnTo>
                    <a:pt x="307" y="1"/>
                  </a:lnTo>
                  <a:lnTo>
                    <a:pt x="307" y="1"/>
                  </a:lnTo>
                  <a:lnTo>
                    <a:pt x="1" y="1"/>
                  </a:lnTo>
                  <a:lnTo>
                    <a:pt x="307"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8" name="Google Shape;2018;p61"/>
            <p:cNvSpPr/>
            <p:nvPr/>
          </p:nvSpPr>
          <p:spPr>
            <a:xfrm>
              <a:off x="1335900" y="2540100"/>
              <a:ext cx="183575" cy="191225"/>
            </a:xfrm>
            <a:custGeom>
              <a:rect b="b" l="l" r="r" t="t"/>
              <a:pathLst>
                <a:path extrusionOk="0" h="7649" w="7343">
                  <a:moveTo>
                    <a:pt x="7343" y="3672"/>
                  </a:moveTo>
                  <a:lnTo>
                    <a:pt x="7343" y="4283"/>
                  </a:lnTo>
                  <a:lnTo>
                    <a:pt x="6731" y="4895"/>
                  </a:lnTo>
                  <a:lnTo>
                    <a:pt x="6425" y="5507"/>
                  </a:lnTo>
                  <a:lnTo>
                    <a:pt x="4896" y="7037"/>
                  </a:lnTo>
                  <a:lnTo>
                    <a:pt x="4590" y="7343"/>
                  </a:lnTo>
                  <a:lnTo>
                    <a:pt x="4284" y="7648"/>
                  </a:lnTo>
                  <a:lnTo>
                    <a:pt x="3366" y="7037"/>
                  </a:lnTo>
                  <a:lnTo>
                    <a:pt x="1225" y="6119"/>
                  </a:lnTo>
                  <a:lnTo>
                    <a:pt x="1530" y="5813"/>
                  </a:lnTo>
                  <a:lnTo>
                    <a:pt x="919" y="5201"/>
                  </a:lnTo>
                  <a:lnTo>
                    <a:pt x="919" y="4895"/>
                  </a:lnTo>
                  <a:lnTo>
                    <a:pt x="613" y="4589"/>
                  </a:lnTo>
                  <a:lnTo>
                    <a:pt x="307" y="4283"/>
                  </a:lnTo>
                  <a:lnTo>
                    <a:pt x="1" y="3978"/>
                  </a:lnTo>
                  <a:lnTo>
                    <a:pt x="1" y="3672"/>
                  </a:lnTo>
                  <a:lnTo>
                    <a:pt x="307" y="3672"/>
                  </a:lnTo>
                  <a:lnTo>
                    <a:pt x="1" y="3366"/>
                  </a:lnTo>
                  <a:lnTo>
                    <a:pt x="1" y="2754"/>
                  </a:lnTo>
                  <a:lnTo>
                    <a:pt x="1" y="2142"/>
                  </a:lnTo>
                  <a:lnTo>
                    <a:pt x="613" y="2142"/>
                  </a:lnTo>
                  <a:lnTo>
                    <a:pt x="919" y="1836"/>
                  </a:lnTo>
                  <a:lnTo>
                    <a:pt x="1530" y="1224"/>
                  </a:lnTo>
                  <a:lnTo>
                    <a:pt x="1836" y="612"/>
                  </a:lnTo>
                  <a:lnTo>
                    <a:pt x="1836" y="307"/>
                  </a:lnTo>
                  <a:lnTo>
                    <a:pt x="2448" y="1"/>
                  </a:lnTo>
                  <a:lnTo>
                    <a:pt x="2754" y="307"/>
                  </a:lnTo>
                  <a:lnTo>
                    <a:pt x="3672" y="1"/>
                  </a:lnTo>
                  <a:lnTo>
                    <a:pt x="4896" y="1"/>
                  </a:lnTo>
                  <a:lnTo>
                    <a:pt x="5201" y="1"/>
                  </a:lnTo>
                  <a:lnTo>
                    <a:pt x="5507" y="612"/>
                  </a:lnTo>
                  <a:lnTo>
                    <a:pt x="6119" y="1224"/>
                  </a:lnTo>
                  <a:lnTo>
                    <a:pt x="6425" y="1530"/>
                  </a:lnTo>
                  <a:lnTo>
                    <a:pt x="6425" y="2142"/>
                  </a:lnTo>
                  <a:lnTo>
                    <a:pt x="6731" y="2448"/>
                  </a:lnTo>
                  <a:lnTo>
                    <a:pt x="6731" y="2754"/>
                  </a:lnTo>
                  <a:lnTo>
                    <a:pt x="7037" y="3060"/>
                  </a:lnTo>
                  <a:lnTo>
                    <a:pt x="6425" y="3672"/>
                  </a:lnTo>
                  <a:lnTo>
                    <a:pt x="6425" y="3978"/>
                  </a:lnTo>
                  <a:lnTo>
                    <a:pt x="6731" y="3978"/>
                  </a:lnTo>
                  <a:lnTo>
                    <a:pt x="7037" y="3672"/>
                  </a:lnTo>
                  <a:lnTo>
                    <a:pt x="7343" y="3672"/>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19" name="Google Shape;2019;p61"/>
            <p:cNvSpPr/>
            <p:nvPr/>
          </p:nvSpPr>
          <p:spPr>
            <a:xfrm>
              <a:off x="1335900" y="2540100"/>
              <a:ext cx="183575" cy="191225"/>
            </a:xfrm>
            <a:custGeom>
              <a:rect b="b" l="l" r="r" t="t"/>
              <a:pathLst>
                <a:path extrusionOk="0" fill="none" h="7649" w="7343">
                  <a:moveTo>
                    <a:pt x="7343" y="3672"/>
                  </a:moveTo>
                  <a:lnTo>
                    <a:pt x="7343" y="4283"/>
                  </a:lnTo>
                  <a:lnTo>
                    <a:pt x="6731" y="4895"/>
                  </a:lnTo>
                  <a:lnTo>
                    <a:pt x="6425" y="5507"/>
                  </a:lnTo>
                  <a:lnTo>
                    <a:pt x="4896" y="7037"/>
                  </a:lnTo>
                  <a:lnTo>
                    <a:pt x="4590" y="7343"/>
                  </a:lnTo>
                  <a:lnTo>
                    <a:pt x="4284" y="7648"/>
                  </a:lnTo>
                  <a:lnTo>
                    <a:pt x="3366" y="7037"/>
                  </a:lnTo>
                  <a:lnTo>
                    <a:pt x="1225" y="6119"/>
                  </a:lnTo>
                  <a:lnTo>
                    <a:pt x="1530" y="5813"/>
                  </a:lnTo>
                  <a:lnTo>
                    <a:pt x="919" y="5201"/>
                  </a:lnTo>
                  <a:lnTo>
                    <a:pt x="919" y="4895"/>
                  </a:lnTo>
                  <a:lnTo>
                    <a:pt x="613" y="4589"/>
                  </a:lnTo>
                  <a:lnTo>
                    <a:pt x="307" y="4283"/>
                  </a:lnTo>
                  <a:lnTo>
                    <a:pt x="1" y="3978"/>
                  </a:lnTo>
                  <a:lnTo>
                    <a:pt x="1" y="3672"/>
                  </a:lnTo>
                  <a:lnTo>
                    <a:pt x="307" y="3672"/>
                  </a:lnTo>
                  <a:lnTo>
                    <a:pt x="1" y="3366"/>
                  </a:lnTo>
                  <a:lnTo>
                    <a:pt x="1" y="2754"/>
                  </a:lnTo>
                  <a:lnTo>
                    <a:pt x="1" y="2142"/>
                  </a:lnTo>
                  <a:lnTo>
                    <a:pt x="613" y="2142"/>
                  </a:lnTo>
                  <a:lnTo>
                    <a:pt x="919" y="1836"/>
                  </a:lnTo>
                  <a:lnTo>
                    <a:pt x="1530" y="1224"/>
                  </a:lnTo>
                  <a:lnTo>
                    <a:pt x="1836" y="612"/>
                  </a:lnTo>
                  <a:lnTo>
                    <a:pt x="1836" y="307"/>
                  </a:lnTo>
                  <a:lnTo>
                    <a:pt x="2448" y="1"/>
                  </a:lnTo>
                  <a:lnTo>
                    <a:pt x="2754" y="307"/>
                  </a:lnTo>
                  <a:lnTo>
                    <a:pt x="3672" y="1"/>
                  </a:lnTo>
                  <a:lnTo>
                    <a:pt x="4896" y="1"/>
                  </a:lnTo>
                  <a:lnTo>
                    <a:pt x="5201" y="1"/>
                  </a:lnTo>
                  <a:lnTo>
                    <a:pt x="5507" y="612"/>
                  </a:lnTo>
                  <a:lnTo>
                    <a:pt x="6119" y="1224"/>
                  </a:lnTo>
                  <a:lnTo>
                    <a:pt x="6425" y="1530"/>
                  </a:lnTo>
                  <a:lnTo>
                    <a:pt x="6425" y="2142"/>
                  </a:lnTo>
                  <a:lnTo>
                    <a:pt x="6731" y="2448"/>
                  </a:lnTo>
                  <a:lnTo>
                    <a:pt x="6731" y="2754"/>
                  </a:lnTo>
                  <a:lnTo>
                    <a:pt x="7037" y="3060"/>
                  </a:lnTo>
                  <a:lnTo>
                    <a:pt x="6425" y="3672"/>
                  </a:lnTo>
                  <a:lnTo>
                    <a:pt x="6425" y="3978"/>
                  </a:lnTo>
                  <a:lnTo>
                    <a:pt x="6731" y="3978"/>
                  </a:lnTo>
                  <a:lnTo>
                    <a:pt x="7037" y="3672"/>
                  </a:lnTo>
                  <a:lnTo>
                    <a:pt x="7343" y="3672"/>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0" name="Google Shape;2020;p61"/>
            <p:cNvSpPr/>
            <p:nvPr/>
          </p:nvSpPr>
          <p:spPr>
            <a:xfrm>
              <a:off x="1068250" y="2111825"/>
              <a:ext cx="382400" cy="275350"/>
            </a:xfrm>
            <a:custGeom>
              <a:rect b="b" l="l" r="r" t="t"/>
              <a:pathLst>
                <a:path extrusionOk="0" h="11014" w="15296">
                  <a:moveTo>
                    <a:pt x="13154" y="4895"/>
                  </a:moveTo>
                  <a:lnTo>
                    <a:pt x="13460" y="5201"/>
                  </a:lnTo>
                  <a:lnTo>
                    <a:pt x="13460" y="5813"/>
                  </a:lnTo>
                  <a:lnTo>
                    <a:pt x="13766" y="6119"/>
                  </a:lnTo>
                  <a:lnTo>
                    <a:pt x="13766" y="6731"/>
                  </a:lnTo>
                  <a:lnTo>
                    <a:pt x="14072" y="7037"/>
                  </a:lnTo>
                  <a:lnTo>
                    <a:pt x="13766" y="7648"/>
                  </a:lnTo>
                  <a:lnTo>
                    <a:pt x="14378" y="8566"/>
                  </a:lnTo>
                  <a:lnTo>
                    <a:pt x="14684" y="8260"/>
                  </a:lnTo>
                  <a:lnTo>
                    <a:pt x="14990" y="8566"/>
                  </a:lnTo>
                  <a:lnTo>
                    <a:pt x="15296" y="9178"/>
                  </a:lnTo>
                  <a:lnTo>
                    <a:pt x="15296" y="10096"/>
                  </a:lnTo>
                  <a:lnTo>
                    <a:pt x="15296" y="10096"/>
                  </a:lnTo>
                  <a:lnTo>
                    <a:pt x="15296" y="10707"/>
                  </a:lnTo>
                  <a:lnTo>
                    <a:pt x="15296" y="11013"/>
                  </a:lnTo>
                  <a:lnTo>
                    <a:pt x="13766" y="11013"/>
                  </a:lnTo>
                  <a:lnTo>
                    <a:pt x="12848" y="11013"/>
                  </a:lnTo>
                  <a:lnTo>
                    <a:pt x="11625" y="10707"/>
                  </a:lnTo>
                  <a:lnTo>
                    <a:pt x="11319" y="10707"/>
                  </a:lnTo>
                  <a:lnTo>
                    <a:pt x="11013" y="10402"/>
                  </a:lnTo>
                  <a:lnTo>
                    <a:pt x="9483" y="10096"/>
                  </a:lnTo>
                  <a:lnTo>
                    <a:pt x="6118" y="10096"/>
                  </a:lnTo>
                  <a:lnTo>
                    <a:pt x="5201" y="10707"/>
                  </a:lnTo>
                  <a:lnTo>
                    <a:pt x="4895" y="10707"/>
                  </a:lnTo>
                  <a:lnTo>
                    <a:pt x="4589" y="10707"/>
                  </a:lnTo>
                  <a:lnTo>
                    <a:pt x="3365" y="10707"/>
                  </a:lnTo>
                  <a:lnTo>
                    <a:pt x="2753" y="11013"/>
                  </a:lnTo>
                  <a:lnTo>
                    <a:pt x="2141" y="11013"/>
                  </a:lnTo>
                  <a:lnTo>
                    <a:pt x="1835" y="10707"/>
                  </a:lnTo>
                  <a:lnTo>
                    <a:pt x="2141" y="9178"/>
                  </a:lnTo>
                  <a:lnTo>
                    <a:pt x="2141" y="8872"/>
                  </a:lnTo>
                  <a:lnTo>
                    <a:pt x="3059" y="8872"/>
                  </a:lnTo>
                  <a:lnTo>
                    <a:pt x="4283" y="8872"/>
                  </a:lnTo>
                  <a:lnTo>
                    <a:pt x="4589" y="8566"/>
                  </a:lnTo>
                  <a:lnTo>
                    <a:pt x="5506" y="8566"/>
                  </a:lnTo>
                  <a:lnTo>
                    <a:pt x="5812" y="7954"/>
                  </a:lnTo>
                  <a:lnTo>
                    <a:pt x="6118" y="7954"/>
                  </a:lnTo>
                  <a:lnTo>
                    <a:pt x="6424" y="8260"/>
                  </a:lnTo>
                  <a:lnTo>
                    <a:pt x="7954" y="8872"/>
                  </a:lnTo>
                  <a:lnTo>
                    <a:pt x="9177" y="8566"/>
                  </a:lnTo>
                  <a:lnTo>
                    <a:pt x="9177" y="8260"/>
                  </a:lnTo>
                  <a:lnTo>
                    <a:pt x="8871" y="7954"/>
                  </a:lnTo>
                  <a:lnTo>
                    <a:pt x="7954" y="8260"/>
                  </a:lnTo>
                  <a:lnTo>
                    <a:pt x="7648" y="7648"/>
                  </a:lnTo>
                  <a:lnTo>
                    <a:pt x="7036" y="7648"/>
                  </a:lnTo>
                  <a:lnTo>
                    <a:pt x="6730" y="7342"/>
                  </a:lnTo>
                  <a:lnTo>
                    <a:pt x="6424" y="7342"/>
                  </a:lnTo>
                  <a:lnTo>
                    <a:pt x="5506" y="7342"/>
                  </a:lnTo>
                  <a:lnTo>
                    <a:pt x="5201" y="7954"/>
                  </a:lnTo>
                  <a:lnTo>
                    <a:pt x="3059" y="7954"/>
                  </a:lnTo>
                  <a:lnTo>
                    <a:pt x="2447" y="7954"/>
                  </a:lnTo>
                  <a:lnTo>
                    <a:pt x="2141" y="7342"/>
                  </a:lnTo>
                  <a:lnTo>
                    <a:pt x="2141" y="7342"/>
                  </a:lnTo>
                  <a:lnTo>
                    <a:pt x="2141" y="7037"/>
                  </a:lnTo>
                  <a:lnTo>
                    <a:pt x="2141" y="6731"/>
                  </a:lnTo>
                  <a:lnTo>
                    <a:pt x="918" y="5201"/>
                  </a:lnTo>
                  <a:lnTo>
                    <a:pt x="612" y="4895"/>
                  </a:lnTo>
                  <a:lnTo>
                    <a:pt x="306" y="5201"/>
                  </a:lnTo>
                  <a:lnTo>
                    <a:pt x="0" y="4895"/>
                  </a:lnTo>
                  <a:lnTo>
                    <a:pt x="918" y="4589"/>
                  </a:lnTo>
                  <a:lnTo>
                    <a:pt x="1835" y="3366"/>
                  </a:lnTo>
                  <a:lnTo>
                    <a:pt x="2447" y="2142"/>
                  </a:lnTo>
                  <a:lnTo>
                    <a:pt x="2753" y="1530"/>
                  </a:lnTo>
                  <a:lnTo>
                    <a:pt x="2753" y="1530"/>
                  </a:lnTo>
                  <a:lnTo>
                    <a:pt x="2753" y="1530"/>
                  </a:lnTo>
                  <a:lnTo>
                    <a:pt x="2753" y="1530"/>
                  </a:lnTo>
                  <a:lnTo>
                    <a:pt x="2753" y="1224"/>
                  </a:lnTo>
                  <a:lnTo>
                    <a:pt x="3059" y="306"/>
                  </a:lnTo>
                  <a:lnTo>
                    <a:pt x="3365" y="306"/>
                  </a:lnTo>
                  <a:lnTo>
                    <a:pt x="4589" y="306"/>
                  </a:lnTo>
                  <a:lnTo>
                    <a:pt x="5201" y="306"/>
                  </a:lnTo>
                  <a:lnTo>
                    <a:pt x="5812" y="306"/>
                  </a:lnTo>
                  <a:lnTo>
                    <a:pt x="6424" y="1"/>
                  </a:lnTo>
                  <a:lnTo>
                    <a:pt x="7954" y="1"/>
                  </a:lnTo>
                  <a:lnTo>
                    <a:pt x="8871" y="612"/>
                  </a:lnTo>
                  <a:lnTo>
                    <a:pt x="9177" y="1224"/>
                  </a:lnTo>
                  <a:lnTo>
                    <a:pt x="10401" y="1530"/>
                  </a:lnTo>
                  <a:lnTo>
                    <a:pt x="10707" y="2754"/>
                  </a:lnTo>
                  <a:lnTo>
                    <a:pt x="11319" y="3060"/>
                  </a:lnTo>
                  <a:lnTo>
                    <a:pt x="11319" y="3060"/>
                  </a:lnTo>
                  <a:lnTo>
                    <a:pt x="11625" y="3366"/>
                  </a:lnTo>
                  <a:lnTo>
                    <a:pt x="11931" y="3977"/>
                  </a:lnTo>
                  <a:lnTo>
                    <a:pt x="12542" y="4283"/>
                  </a:lnTo>
                  <a:lnTo>
                    <a:pt x="12848" y="4589"/>
                  </a:lnTo>
                  <a:lnTo>
                    <a:pt x="13154" y="4895"/>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1" name="Google Shape;2021;p61"/>
            <p:cNvSpPr/>
            <p:nvPr/>
          </p:nvSpPr>
          <p:spPr>
            <a:xfrm>
              <a:off x="1068250" y="2111825"/>
              <a:ext cx="382400" cy="275350"/>
            </a:xfrm>
            <a:custGeom>
              <a:rect b="b" l="l" r="r" t="t"/>
              <a:pathLst>
                <a:path extrusionOk="0" fill="none" h="11014" w="15296">
                  <a:moveTo>
                    <a:pt x="13154" y="4895"/>
                  </a:moveTo>
                  <a:lnTo>
                    <a:pt x="13460" y="5201"/>
                  </a:lnTo>
                  <a:lnTo>
                    <a:pt x="13460" y="5813"/>
                  </a:lnTo>
                  <a:lnTo>
                    <a:pt x="13766" y="6119"/>
                  </a:lnTo>
                  <a:lnTo>
                    <a:pt x="13766" y="6731"/>
                  </a:lnTo>
                  <a:lnTo>
                    <a:pt x="14072" y="7037"/>
                  </a:lnTo>
                  <a:lnTo>
                    <a:pt x="13766" y="7648"/>
                  </a:lnTo>
                  <a:lnTo>
                    <a:pt x="14378" y="8566"/>
                  </a:lnTo>
                  <a:lnTo>
                    <a:pt x="14684" y="8260"/>
                  </a:lnTo>
                  <a:lnTo>
                    <a:pt x="14990" y="8566"/>
                  </a:lnTo>
                  <a:lnTo>
                    <a:pt x="15296" y="9178"/>
                  </a:lnTo>
                  <a:lnTo>
                    <a:pt x="15296" y="10096"/>
                  </a:lnTo>
                  <a:lnTo>
                    <a:pt x="15296" y="10096"/>
                  </a:lnTo>
                  <a:lnTo>
                    <a:pt x="15296" y="10707"/>
                  </a:lnTo>
                  <a:lnTo>
                    <a:pt x="15296" y="11013"/>
                  </a:lnTo>
                  <a:lnTo>
                    <a:pt x="13766" y="11013"/>
                  </a:lnTo>
                  <a:lnTo>
                    <a:pt x="12848" y="11013"/>
                  </a:lnTo>
                  <a:lnTo>
                    <a:pt x="11625" y="10707"/>
                  </a:lnTo>
                  <a:lnTo>
                    <a:pt x="11319" y="10707"/>
                  </a:lnTo>
                  <a:lnTo>
                    <a:pt x="11013" y="10402"/>
                  </a:lnTo>
                  <a:lnTo>
                    <a:pt x="9483" y="10096"/>
                  </a:lnTo>
                  <a:lnTo>
                    <a:pt x="6118" y="10096"/>
                  </a:lnTo>
                  <a:lnTo>
                    <a:pt x="5201" y="10707"/>
                  </a:lnTo>
                  <a:lnTo>
                    <a:pt x="4895" y="10707"/>
                  </a:lnTo>
                  <a:lnTo>
                    <a:pt x="4589" y="10707"/>
                  </a:lnTo>
                  <a:lnTo>
                    <a:pt x="3365" y="10707"/>
                  </a:lnTo>
                  <a:lnTo>
                    <a:pt x="2753" y="11013"/>
                  </a:lnTo>
                  <a:lnTo>
                    <a:pt x="2141" y="11013"/>
                  </a:lnTo>
                  <a:lnTo>
                    <a:pt x="1835" y="10707"/>
                  </a:lnTo>
                  <a:lnTo>
                    <a:pt x="2141" y="9178"/>
                  </a:lnTo>
                  <a:lnTo>
                    <a:pt x="2141" y="8872"/>
                  </a:lnTo>
                  <a:lnTo>
                    <a:pt x="3059" y="8872"/>
                  </a:lnTo>
                  <a:lnTo>
                    <a:pt x="4283" y="8872"/>
                  </a:lnTo>
                  <a:lnTo>
                    <a:pt x="4589" y="8566"/>
                  </a:lnTo>
                  <a:lnTo>
                    <a:pt x="5506" y="8566"/>
                  </a:lnTo>
                  <a:lnTo>
                    <a:pt x="5812" y="7954"/>
                  </a:lnTo>
                  <a:lnTo>
                    <a:pt x="6118" y="7954"/>
                  </a:lnTo>
                  <a:lnTo>
                    <a:pt x="6424" y="8260"/>
                  </a:lnTo>
                  <a:lnTo>
                    <a:pt x="7954" y="8872"/>
                  </a:lnTo>
                  <a:lnTo>
                    <a:pt x="9177" y="8566"/>
                  </a:lnTo>
                  <a:lnTo>
                    <a:pt x="9177" y="8260"/>
                  </a:lnTo>
                  <a:lnTo>
                    <a:pt x="8871" y="7954"/>
                  </a:lnTo>
                  <a:lnTo>
                    <a:pt x="7954" y="8260"/>
                  </a:lnTo>
                  <a:lnTo>
                    <a:pt x="7648" y="7648"/>
                  </a:lnTo>
                  <a:lnTo>
                    <a:pt x="7036" y="7648"/>
                  </a:lnTo>
                  <a:lnTo>
                    <a:pt x="6730" y="7342"/>
                  </a:lnTo>
                  <a:lnTo>
                    <a:pt x="6424" y="7342"/>
                  </a:lnTo>
                  <a:lnTo>
                    <a:pt x="5506" y="7342"/>
                  </a:lnTo>
                  <a:lnTo>
                    <a:pt x="5201" y="7954"/>
                  </a:lnTo>
                  <a:lnTo>
                    <a:pt x="3059" y="7954"/>
                  </a:lnTo>
                  <a:lnTo>
                    <a:pt x="2447" y="7954"/>
                  </a:lnTo>
                  <a:lnTo>
                    <a:pt x="2141" y="7342"/>
                  </a:lnTo>
                  <a:lnTo>
                    <a:pt x="2141" y="7342"/>
                  </a:lnTo>
                  <a:lnTo>
                    <a:pt x="2141" y="7037"/>
                  </a:lnTo>
                  <a:lnTo>
                    <a:pt x="2141" y="6731"/>
                  </a:lnTo>
                  <a:lnTo>
                    <a:pt x="918" y="5201"/>
                  </a:lnTo>
                  <a:lnTo>
                    <a:pt x="612" y="4895"/>
                  </a:lnTo>
                  <a:lnTo>
                    <a:pt x="306" y="5201"/>
                  </a:lnTo>
                  <a:lnTo>
                    <a:pt x="0" y="4895"/>
                  </a:lnTo>
                  <a:lnTo>
                    <a:pt x="918" y="4589"/>
                  </a:lnTo>
                  <a:lnTo>
                    <a:pt x="1835" y="3366"/>
                  </a:lnTo>
                  <a:lnTo>
                    <a:pt x="2447" y="2142"/>
                  </a:lnTo>
                  <a:lnTo>
                    <a:pt x="2753" y="1530"/>
                  </a:lnTo>
                  <a:lnTo>
                    <a:pt x="2753" y="1530"/>
                  </a:lnTo>
                  <a:lnTo>
                    <a:pt x="2753" y="1530"/>
                  </a:lnTo>
                  <a:lnTo>
                    <a:pt x="2753" y="1530"/>
                  </a:lnTo>
                  <a:lnTo>
                    <a:pt x="2753" y="1224"/>
                  </a:lnTo>
                  <a:lnTo>
                    <a:pt x="3059" y="306"/>
                  </a:lnTo>
                  <a:lnTo>
                    <a:pt x="3365" y="306"/>
                  </a:lnTo>
                  <a:lnTo>
                    <a:pt x="4589" y="306"/>
                  </a:lnTo>
                  <a:lnTo>
                    <a:pt x="5201" y="306"/>
                  </a:lnTo>
                  <a:lnTo>
                    <a:pt x="5812" y="306"/>
                  </a:lnTo>
                  <a:lnTo>
                    <a:pt x="6424" y="1"/>
                  </a:lnTo>
                  <a:lnTo>
                    <a:pt x="7954" y="1"/>
                  </a:lnTo>
                  <a:lnTo>
                    <a:pt x="8871" y="612"/>
                  </a:lnTo>
                  <a:lnTo>
                    <a:pt x="9177" y="1224"/>
                  </a:lnTo>
                  <a:lnTo>
                    <a:pt x="10401" y="1530"/>
                  </a:lnTo>
                  <a:lnTo>
                    <a:pt x="10707" y="2754"/>
                  </a:lnTo>
                  <a:lnTo>
                    <a:pt x="11319" y="3060"/>
                  </a:lnTo>
                  <a:lnTo>
                    <a:pt x="11319" y="3060"/>
                  </a:lnTo>
                  <a:lnTo>
                    <a:pt x="11625" y="3366"/>
                  </a:lnTo>
                  <a:lnTo>
                    <a:pt x="11931" y="3977"/>
                  </a:lnTo>
                  <a:lnTo>
                    <a:pt x="12542" y="4283"/>
                  </a:lnTo>
                  <a:lnTo>
                    <a:pt x="12848" y="4589"/>
                  </a:lnTo>
                  <a:lnTo>
                    <a:pt x="13154" y="4895"/>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2" name="Google Shape;2022;p61"/>
            <p:cNvSpPr/>
            <p:nvPr/>
          </p:nvSpPr>
          <p:spPr>
            <a:xfrm>
              <a:off x="4716250" y="2410100"/>
              <a:ext cx="634775" cy="856575"/>
            </a:xfrm>
            <a:custGeom>
              <a:rect b="b" l="l" r="r" t="t"/>
              <a:pathLst>
                <a:path extrusionOk="0" h="34263" w="25391">
                  <a:moveTo>
                    <a:pt x="25085" y="1836"/>
                  </a:moveTo>
                  <a:lnTo>
                    <a:pt x="25085" y="2142"/>
                  </a:lnTo>
                  <a:lnTo>
                    <a:pt x="25085" y="2753"/>
                  </a:lnTo>
                  <a:lnTo>
                    <a:pt x="25085" y="3671"/>
                  </a:lnTo>
                  <a:lnTo>
                    <a:pt x="24473" y="4283"/>
                  </a:lnTo>
                  <a:lnTo>
                    <a:pt x="24473" y="6424"/>
                  </a:lnTo>
                  <a:lnTo>
                    <a:pt x="23861" y="7342"/>
                  </a:lnTo>
                  <a:lnTo>
                    <a:pt x="23249" y="7954"/>
                  </a:lnTo>
                  <a:lnTo>
                    <a:pt x="22638" y="9483"/>
                  </a:lnTo>
                  <a:lnTo>
                    <a:pt x="22026" y="10401"/>
                  </a:lnTo>
                  <a:lnTo>
                    <a:pt x="21720" y="10707"/>
                  </a:lnTo>
                  <a:lnTo>
                    <a:pt x="21414" y="11319"/>
                  </a:lnTo>
                  <a:lnTo>
                    <a:pt x="20496" y="13154"/>
                  </a:lnTo>
                  <a:lnTo>
                    <a:pt x="19884" y="14684"/>
                  </a:lnTo>
                  <a:lnTo>
                    <a:pt x="19578" y="15296"/>
                  </a:lnTo>
                  <a:lnTo>
                    <a:pt x="17131" y="18967"/>
                  </a:lnTo>
                  <a:lnTo>
                    <a:pt x="16825" y="19273"/>
                  </a:lnTo>
                  <a:lnTo>
                    <a:pt x="15296" y="21108"/>
                  </a:lnTo>
                  <a:lnTo>
                    <a:pt x="12542" y="23861"/>
                  </a:lnTo>
                  <a:lnTo>
                    <a:pt x="11625" y="24473"/>
                  </a:lnTo>
                  <a:lnTo>
                    <a:pt x="8872" y="26003"/>
                  </a:lnTo>
                  <a:lnTo>
                    <a:pt x="8872" y="26003"/>
                  </a:lnTo>
                  <a:lnTo>
                    <a:pt x="7648" y="27226"/>
                  </a:lnTo>
                  <a:lnTo>
                    <a:pt x="6118" y="28450"/>
                  </a:lnTo>
                  <a:lnTo>
                    <a:pt x="5812" y="28756"/>
                  </a:lnTo>
                  <a:lnTo>
                    <a:pt x="3977" y="30897"/>
                  </a:lnTo>
                  <a:lnTo>
                    <a:pt x="3671" y="30897"/>
                  </a:lnTo>
                  <a:lnTo>
                    <a:pt x="3365" y="31509"/>
                  </a:lnTo>
                  <a:lnTo>
                    <a:pt x="2141" y="32733"/>
                  </a:lnTo>
                  <a:lnTo>
                    <a:pt x="2141" y="33039"/>
                  </a:lnTo>
                  <a:lnTo>
                    <a:pt x="1836" y="33345"/>
                  </a:lnTo>
                  <a:lnTo>
                    <a:pt x="1530" y="33650"/>
                  </a:lnTo>
                  <a:lnTo>
                    <a:pt x="1224" y="34262"/>
                  </a:lnTo>
                  <a:lnTo>
                    <a:pt x="918" y="33650"/>
                  </a:lnTo>
                  <a:lnTo>
                    <a:pt x="306" y="32733"/>
                  </a:lnTo>
                  <a:lnTo>
                    <a:pt x="0" y="32121"/>
                  </a:lnTo>
                  <a:lnTo>
                    <a:pt x="0" y="31509"/>
                  </a:lnTo>
                  <a:lnTo>
                    <a:pt x="0" y="30897"/>
                  </a:lnTo>
                  <a:lnTo>
                    <a:pt x="0" y="28756"/>
                  </a:lnTo>
                  <a:lnTo>
                    <a:pt x="0" y="23249"/>
                  </a:lnTo>
                  <a:lnTo>
                    <a:pt x="612" y="22026"/>
                  </a:lnTo>
                  <a:lnTo>
                    <a:pt x="2141" y="20190"/>
                  </a:lnTo>
                  <a:lnTo>
                    <a:pt x="2753" y="19579"/>
                  </a:lnTo>
                  <a:lnTo>
                    <a:pt x="3671" y="19579"/>
                  </a:lnTo>
                  <a:lnTo>
                    <a:pt x="3977" y="19579"/>
                  </a:lnTo>
                  <a:lnTo>
                    <a:pt x="4589" y="19273"/>
                  </a:lnTo>
                  <a:lnTo>
                    <a:pt x="5201" y="18355"/>
                  </a:lnTo>
                  <a:lnTo>
                    <a:pt x="6424" y="18049"/>
                  </a:lnTo>
                  <a:lnTo>
                    <a:pt x="7342" y="17743"/>
                  </a:lnTo>
                  <a:lnTo>
                    <a:pt x="7648" y="17743"/>
                  </a:lnTo>
                  <a:lnTo>
                    <a:pt x="8872" y="17743"/>
                  </a:lnTo>
                  <a:lnTo>
                    <a:pt x="9789" y="17743"/>
                  </a:lnTo>
                  <a:lnTo>
                    <a:pt x="11625" y="16213"/>
                  </a:lnTo>
                  <a:lnTo>
                    <a:pt x="15296" y="12237"/>
                  </a:lnTo>
                  <a:lnTo>
                    <a:pt x="16825" y="10401"/>
                  </a:lnTo>
                  <a:lnTo>
                    <a:pt x="17131" y="10095"/>
                  </a:lnTo>
                  <a:lnTo>
                    <a:pt x="17131" y="10095"/>
                  </a:lnTo>
                  <a:lnTo>
                    <a:pt x="16825" y="10095"/>
                  </a:lnTo>
                  <a:lnTo>
                    <a:pt x="15296" y="10095"/>
                  </a:lnTo>
                  <a:lnTo>
                    <a:pt x="14684" y="10095"/>
                  </a:lnTo>
                  <a:lnTo>
                    <a:pt x="11625" y="9178"/>
                  </a:lnTo>
                  <a:lnTo>
                    <a:pt x="11625" y="8872"/>
                  </a:lnTo>
                  <a:lnTo>
                    <a:pt x="7648" y="7648"/>
                  </a:lnTo>
                  <a:lnTo>
                    <a:pt x="7648" y="7648"/>
                  </a:lnTo>
                  <a:lnTo>
                    <a:pt x="5812" y="6118"/>
                  </a:lnTo>
                  <a:lnTo>
                    <a:pt x="5507" y="5507"/>
                  </a:lnTo>
                  <a:lnTo>
                    <a:pt x="4589" y="4589"/>
                  </a:lnTo>
                  <a:lnTo>
                    <a:pt x="4589" y="4589"/>
                  </a:lnTo>
                  <a:lnTo>
                    <a:pt x="4283" y="3671"/>
                  </a:lnTo>
                  <a:lnTo>
                    <a:pt x="4895" y="2447"/>
                  </a:lnTo>
                  <a:lnTo>
                    <a:pt x="4895" y="2447"/>
                  </a:lnTo>
                  <a:lnTo>
                    <a:pt x="5201" y="1836"/>
                  </a:lnTo>
                  <a:lnTo>
                    <a:pt x="5201" y="1836"/>
                  </a:lnTo>
                  <a:lnTo>
                    <a:pt x="5507" y="1530"/>
                  </a:lnTo>
                  <a:lnTo>
                    <a:pt x="5507" y="1224"/>
                  </a:lnTo>
                  <a:lnTo>
                    <a:pt x="6118" y="1530"/>
                  </a:lnTo>
                  <a:lnTo>
                    <a:pt x="6424" y="2447"/>
                  </a:lnTo>
                  <a:lnTo>
                    <a:pt x="7036" y="3059"/>
                  </a:lnTo>
                  <a:lnTo>
                    <a:pt x="7648" y="3671"/>
                  </a:lnTo>
                  <a:lnTo>
                    <a:pt x="7954" y="3977"/>
                  </a:lnTo>
                  <a:lnTo>
                    <a:pt x="8566" y="3977"/>
                  </a:lnTo>
                  <a:lnTo>
                    <a:pt x="8872" y="3977"/>
                  </a:lnTo>
                  <a:lnTo>
                    <a:pt x="9789" y="3977"/>
                  </a:lnTo>
                  <a:lnTo>
                    <a:pt x="11625" y="3059"/>
                  </a:lnTo>
                  <a:lnTo>
                    <a:pt x="11931" y="3059"/>
                  </a:lnTo>
                  <a:lnTo>
                    <a:pt x="12848" y="3059"/>
                  </a:lnTo>
                  <a:lnTo>
                    <a:pt x="13154" y="3365"/>
                  </a:lnTo>
                  <a:lnTo>
                    <a:pt x="13766" y="3365"/>
                  </a:lnTo>
                  <a:lnTo>
                    <a:pt x="15296" y="2447"/>
                  </a:lnTo>
                  <a:lnTo>
                    <a:pt x="15908" y="2142"/>
                  </a:lnTo>
                  <a:lnTo>
                    <a:pt x="16519" y="2142"/>
                  </a:lnTo>
                  <a:lnTo>
                    <a:pt x="16825" y="2142"/>
                  </a:lnTo>
                  <a:lnTo>
                    <a:pt x="17743" y="2142"/>
                  </a:lnTo>
                  <a:lnTo>
                    <a:pt x="18661" y="1836"/>
                  </a:lnTo>
                  <a:lnTo>
                    <a:pt x="19578" y="1836"/>
                  </a:lnTo>
                  <a:lnTo>
                    <a:pt x="20802" y="1530"/>
                  </a:lnTo>
                  <a:lnTo>
                    <a:pt x="21414" y="1224"/>
                  </a:lnTo>
                  <a:lnTo>
                    <a:pt x="22944" y="918"/>
                  </a:lnTo>
                  <a:lnTo>
                    <a:pt x="23555" y="612"/>
                  </a:lnTo>
                  <a:lnTo>
                    <a:pt x="23861" y="306"/>
                  </a:lnTo>
                  <a:lnTo>
                    <a:pt x="24167" y="0"/>
                  </a:lnTo>
                  <a:lnTo>
                    <a:pt x="25391" y="306"/>
                  </a:lnTo>
                  <a:lnTo>
                    <a:pt x="25391" y="612"/>
                  </a:lnTo>
                  <a:lnTo>
                    <a:pt x="25085" y="1836"/>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3" name="Google Shape;2023;p61"/>
            <p:cNvSpPr/>
            <p:nvPr/>
          </p:nvSpPr>
          <p:spPr>
            <a:xfrm>
              <a:off x="4716250" y="2410100"/>
              <a:ext cx="634775" cy="856575"/>
            </a:xfrm>
            <a:custGeom>
              <a:rect b="b" l="l" r="r" t="t"/>
              <a:pathLst>
                <a:path extrusionOk="0" fill="none" h="34263" w="25391">
                  <a:moveTo>
                    <a:pt x="25085" y="1836"/>
                  </a:moveTo>
                  <a:lnTo>
                    <a:pt x="25085" y="2142"/>
                  </a:lnTo>
                  <a:lnTo>
                    <a:pt x="25085" y="2753"/>
                  </a:lnTo>
                  <a:lnTo>
                    <a:pt x="25085" y="3671"/>
                  </a:lnTo>
                  <a:lnTo>
                    <a:pt x="24473" y="4283"/>
                  </a:lnTo>
                  <a:lnTo>
                    <a:pt x="24473" y="6424"/>
                  </a:lnTo>
                  <a:lnTo>
                    <a:pt x="23861" y="7342"/>
                  </a:lnTo>
                  <a:lnTo>
                    <a:pt x="23249" y="7954"/>
                  </a:lnTo>
                  <a:lnTo>
                    <a:pt x="22638" y="9483"/>
                  </a:lnTo>
                  <a:lnTo>
                    <a:pt x="22026" y="10401"/>
                  </a:lnTo>
                  <a:lnTo>
                    <a:pt x="21720" y="10707"/>
                  </a:lnTo>
                  <a:lnTo>
                    <a:pt x="21414" y="11319"/>
                  </a:lnTo>
                  <a:lnTo>
                    <a:pt x="20496" y="13154"/>
                  </a:lnTo>
                  <a:lnTo>
                    <a:pt x="19884" y="14684"/>
                  </a:lnTo>
                  <a:lnTo>
                    <a:pt x="19578" y="15296"/>
                  </a:lnTo>
                  <a:lnTo>
                    <a:pt x="17131" y="18967"/>
                  </a:lnTo>
                  <a:lnTo>
                    <a:pt x="16825" y="19273"/>
                  </a:lnTo>
                  <a:lnTo>
                    <a:pt x="15296" y="21108"/>
                  </a:lnTo>
                  <a:lnTo>
                    <a:pt x="12542" y="23861"/>
                  </a:lnTo>
                  <a:lnTo>
                    <a:pt x="11625" y="24473"/>
                  </a:lnTo>
                  <a:lnTo>
                    <a:pt x="8872" y="26003"/>
                  </a:lnTo>
                  <a:lnTo>
                    <a:pt x="8872" y="26003"/>
                  </a:lnTo>
                  <a:lnTo>
                    <a:pt x="7648" y="27226"/>
                  </a:lnTo>
                  <a:lnTo>
                    <a:pt x="6118" y="28450"/>
                  </a:lnTo>
                  <a:lnTo>
                    <a:pt x="5812" y="28756"/>
                  </a:lnTo>
                  <a:lnTo>
                    <a:pt x="3977" y="30897"/>
                  </a:lnTo>
                  <a:lnTo>
                    <a:pt x="3671" y="30897"/>
                  </a:lnTo>
                  <a:lnTo>
                    <a:pt x="3365" y="31509"/>
                  </a:lnTo>
                  <a:lnTo>
                    <a:pt x="2141" y="32733"/>
                  </a:lnTo>
                  <a:lnTo>
                    <a:pt x="2141" y="33039"/>
                  </a:lnTo>
                  <a:lnTo>
                    <a:pt x="1836" y="33345"/>
                  </a:lnTo>
                  <a:lnTo>
                    <a:pt x="1530" y="33650"/>
                  </a:lnTo>
                  <a:lnTo>
                    <a:pt x="1224" y="34262"/>
                  </a:lnTo>
                  <a:lnTo>
                    <a:pt x="918" y="33650"/>
                  </a:lnTo>
                  <a:lnTo>
                    <a:pt x="306" y="32733"/>
                  </a:lnTo>
                  <a:lnTo>
                    <a:pt x="0" y="32121"/>
                  </a:lnTo>
                  <a:lnTo>
                    <a:pt x="0" y="31509"/>
                  </a:lnTo>
                  <a:lnTo>
                    <a:pt x="0" y="30897"/>
                  </a:lnTo>
                  <a:lnTo>
                    <a:pt x="0" y="28756"/>
                  </a:lnTo>
                  <a:lnTo>
                    <a:pt x="0" y="23249"/>
                  </a:lnTo>
                  <a:lnTo>
                    <a:pt x="612" y="22026"/>
                  </a:lnTo>
                  <a:lnTo>
                    <a:pt x="2141" y="20190"/>
                  </a:lnTo>
                  <a:lnTo>
                    <a:pt x="2753" y="19579"/>
                  </a:lnTo>
                  <a:lnTo>
                    <a:pt x="3671" y="19579"/>
                  </a:lnTo>
                  <a:lnTo>
                    <a:pt x="3977" y="19579"/>
                  </a:lnTo>
                  <a:lnTo>
                    <a:pt x="4589" y="19273"/>
                  </a:lnTo>
                  <a:lnTo>
                    <a:pt x="5201" y="18355"/>
                  </a:lnTo>
                  <a:lnTo>
                    <a:pt x="6424" y="18049"/>
                  </a:lnTo>
                  <a:lnTo>
                    <a:pt x="7342" y="17743"/>
                  </a:lnTo>
                  <a:lnTo>
                    <a:pt x="7648" y="17743"/>
                  </a:lnTo>
                  <a:lnTo>
                    <a:pt x="8872" y="17743"/>
                  </a:lnTo>
                  <a:lnTo>
                    <a:pt x="9789" y="17743"/>
                  </a:lnTo>
                  <a:lnTo>
                    <a:pt x="11625" y="16213"/>
                  </a:lnTo>
                  <a:lnTo>
                    <a:pt x="15296" y="12237"/>
                  </a:lnTo>
                  <a:lnTo>
                    <a:pt x="16825" y="10401"/>
                  </a:lnTo>
                  <a:lnTo>
                    <a:pt x="17131" y="10095"/>
                  </a:lnTo>
                  <a:lnTo>
                    <a:pt x="17131" y="10095"/>
                  </a:lnTo>
                  <a:lnTo>
                    <a:pt x="16825" y="10095"/>
                  </a:lnTo>
                  <a:lnTo>
                    <a:pt x="15296" y="10095"/>
                  </a:lnTo>
                  <a:lnTo>
                    <a:pt x="14684" y="10095"/>
                  </a:lnTo>
                  <a:lnTo>
                    <a:pt x="11625" y="9178"/>
                  </a:lnTo>
                  <a:lnTo>
                    <a:pt x="11625" y="8872"/>
                  </a:lnTo>
                  <a:lnTo>
                    <a:pt x="7648" y="7648"/>
                  </a:lnTo>
                  <a:lnTo>
                    <a:pt x="7648" y="7648"/>
                  </a:lnTo>
                  <a:lnTo>
                    <a:pt x="5812" y="6118"/>
                  </a:lnTo>
                  <a:lnTo>
                    <a:pt x="5507" y="5507"/>
                  </a:lnTo>
                  <a:lnTo>
                    <a:pt x="4589" y="4589"/>
                  </a:lnTo>
                  <a:lnTo>
                    <a:pt x="4589" y="4589"/>
                  </a:lnTo>
                  <a:lnTo>
                    <a:pt x="4283" y="3671"/>
                  </a:lnTo>
                  <a:lnTo>
                    <a:pt x="4895" y="2447"/>
                  </a:lnTo>
                  <a:lnTo>
                    <a:pt x="4895" y="2447"/>
                  </a:lnTo>
                  <a:lnTo>
                    <a:pt x="5201" y="1836"/>
                  </a:lnTo>
                  <a:lnTo>
                    <a:pt x="5201" y="1836"/>
                  </a:lnTo>
                  <a:lnTo>
                    <a:pt x="5507" y="1530"/>
                  </a:lnTo>
                  <a:lnTo>
                    <a:pt x="5507" y="1224"/>
                  </a:lnTo>
                  <a:lnTo>
                    <a:pt x="6118" y="1530"/>
                  </a:lnTo>
                  <a:lnTo>
                    <a:pt x="6424" y="2447"/>
                  </a:lnTo>
                  <a:lnTo>
                    <a:pt x="7036" y="3059"/>
                  </a:lnTo>
                  <a:lnTo>
                    <a:pt x="7648" y="3671"/>
                  </a:lnTo>
                  <a:lnTo>
                    <a:pt x="7954" y="3977"/>
                  </a:lnTo>
                  <a:lnTo>
                    <a:pt x="8566" y="3977"/>
                  </a:lnTo>
                  <a:lnTo>
                    <a:pt x="8872" y="3977"/>
                  </a:lnTo>
                  <a:lnTo>
                    <a:pt x="9789" y="3977"/>
                  </a:lnTo>
                  <a:lnTo>
                    <a:pt x="11625" y="3059"/>
                  </a:lnTo>
                  <a:lnTo>
                    <a:pt x="11931" y="3059"/>
                  </a:lnTo>
                  <a:lnTo>
                    <a:pt x="12848" y="3059"/>
                  </a:lnTo>
                  <a:lnTo>
                    <a:pt x="13154" y="3365"/>
                  </a:lnTo>
                  <a:lnTo>
                    <a:pt x="13766" y="3365"/>
                  </a:lnTo>
                  <a:lnTo>
                    <a:pt x="15296" y="2447"/>
                  </a:lnTo>
                  <a:lnTo>
                    <a:pt x="15908" y="2142"/>
                  </a:lnTo>
                  <a:lnTo>
                    <a:pt x="16519" y="2142"/>
                  </a:lnTo>
                  <a:lnTo>
                    <a:pt x="16825" y="2142"/>
                  </a:lnTo>
                  <a:lnTo>
                    <a:pt x="17743" y="2142"/>
                  </a:lnTo>
                  <a:lnTo>
                    <a:pt x="18661" y="1836"/>
                  </a:lnTo>
                  <a:lnTo>
                    <a:pt x="19578" y="1836"/>
                  </a:lnTo>
                  <a:lnTo>
                    <a:pt x="20802" y="1530"/>
                  </a:lnTo>
                  <a:lnTo>
                    <a:pt x="21414" y="1224"/>
                  </a:lnTo>
                  <a:lnTo>
                    <a:pt x="22944" y="918"/>
                  </a:lnTo>
                  <a:lnTo>
                    <a:pt x="23555" y="612"/>
                  </a:lnTo>
                  <a:lnTo>
                    <a:pt x="23861" y="306"/>
                  </a:lnTo>
                  <a:lnTo>
                    <a:pt x="24167" y="0"/>
                  </a:lnTo>
                  <a:lnTo>
                    <a:pt x="25391" y="306"/>
                  </a:lnTo>
                  <a:lnTo>
                    <a:pt x="25391" y="612"/>
                  </a:lnTo>
                  <a:lnTo>
                    <a:pt x="25085" y="1836"/>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4" name="Google Shape;2024;p61"/>
            <p:cNvSpPr/>
            <p:nvPr/>
          </p:nvSpPr>
          <p:spPr>
            <a:xfrm>
              <a:off x="5351000" y="2501875"/>
              <a:ext cx="7675" cy="15300"/>
            </a:xfrm>
            <a:custGeom>
              <a:rect b="b" l="l" r="r" t="t"/>
              <a:pathLst>
                <a:path extrusionOk="0" h="612" w="307">
                  <a:moveTo>
                    <a:pt x="1" y="0"/>
                  </a:moveTo>
                  <a:lnTo>
                    <a:pt x="307" y="306"/>
                  </a:lnTo>
                  <a:lnTo>
                    <a:pt x="307" y="306"/>
                  </a:lnTo>
                  <a:lnTo>
                    <a:pt x="307" y="306"/>
                  </a:lnTo>
                  <a:lnTo>
                    <a:pt x="307" y="612"/>
                  </a:lnTo>
                  <a:lnTo>
                    <a:pt x="1" y="306"/>
                  </a:lnTo>
                  <a:lnTo>
                    <a:pt x="1" y="0"/>
                  </a:lnTo>
                  <a:lnTo>
                    <a:pt x="1"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5" name="Google Shape;2025;p61"/>
            <p:cNvSpPr/>
            <p:nvPr/>
          </p:nvSpPr>
          <p:spPr>
            <a:xfrm>
              <a:off x="5351000" y="2501875"/>
              <a:ext cx="7675" cy="15300"/>
            </a:xfrm>
            <a:custGeom>
              <a:rect b="b" l="l" r="r" t="t"/>
              <a:pathLst>
                <a:path extrusionOk="0" fill="none" h="612" w="307">
                  <a:moveTo>
                    <a:pt x="1" y="0"/>
                  </a:moveTo>
                  <a:lnTo>
                    <a:pt x="307" y="306"/>
                  </a:lnTo>
                  <a:lnTo>
                    <a:pt x="307" y="306"/>
                  </a:lnTo>
                  <a:lnTo>
                    <a:pt x="307" y="306"/>
                  </a:lnTo>
                  <a:lnTo>
                    <a:pt x="307" y="612"/>
                  </a:lnTo>
                  <a:lnTo>
                    <a:pt x="1" y="306"/>
                  </a:lnTo>
                  <a:lnTo>
                    <a:pt x="1" y="0"/>
                  </a:lnTo>
                  <a:lnTo>
                    <a:pt x="1"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6" name="Google Shape;2026;p61"/>
            <p:cNvSpPr/>
            <p:nvPr/>
          </p:nvSpPr>
          <p:spPr>
            <a:xfrm>
              <a:off x="4280325" y="1683550"/>
              <a:ext cx="175925" cy="76500"/>
            </a:xfrm>
            <a:custGeom>
              <a:rect b="b" l="l" r="r" t="t"/>
              <a:pathLst>
                <a:path extrusionOk="0" h="3060" w="7037">
                  <a:moveTo>
                    <a:pt x="7036" y="3060"/>
                  </a:moveTo>
                  <a:lnTo>
                    <a:pt x="5507" y="3060"/>
                  </a:lnTo>
                  <a:lnTo>
                    <a:pt x="0" y="3060"/>
                  </a:lnTo>
                  <a:lnTo>
                    <a:pt x="306" y="2448"/>
                  </a:lnTo>
                  <a:lnTo>
                    <a:pt x="1530" y="2142"/>
                  </a:lnTo>
                  <a:lnTo>
                    <a:pt x="2141" y="612"/>
                  </a:lnTo>
                  <a:lnTo>
                    <a:pt x="3059" y="918"/>
                  </a:lnTo>
                  <a:lnTo>
                    <a:pt x="3977" y="0"/>
                  </a:lnTo>
                  <a:lnTo>
                    <a:pt x="3977" y="306"/>
                  </a:lnTo>
                  <a:lnTo>
                    <a:pt x="4589" y="918"/>
                  </a:lnTo>
                  <a:lnTo>
                    <a:pt x="5507" y="1224"/>
                  </a:lnTo>
                  <a:lnTo>
                    <a:pt x="6118" y="2142"/>
                  </a:lnTo>
                  <a:lnTo>
                    <a:pt x="7036" y="2754"/>
                  </a:lnTo>
                  <a:lnTo>
                    <a:pt x="7036" y="306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7" name="Google Shape;2027;p61"/>
            <p:cNvSpPr/>
            <p:nvPr/>
          </p:nvSpPr>
          <p:spPr>
            <a:xfrm>
              <a:off x="4280325" y="1683550"/>
              <a:ext cx="175925" cy="76500"/>
            </a:xfrm>
            <a:custGeom>
              <a:rect b="b" l="l" r="r" t="t"/>
              <a:pathLst>
                <a:path extrusionOk="0" fill="none" h="3060" w="7037">
                  <a:moveTo>
                    <a:pt x="7036" y="3060"/>
                  </a:moveTo>
                  <a:lnTo>
                    <a:pt x="5507" y="3060"/>
                  </a:lnTo>
                  <a:lnTo>
                    <a:pt x="0" y="3060"/>
                  </a:lnTo>
                  <a:lnTo>
                    <a:pt x="306" y="2448"/>
                  </a:lnTo>
                  <a:lnTo>
                    <a:pt x="1530" y="2142"/>
                  </a:lnTo>
                  <a:lnTo>
                    <a:pt x="2141" y="612"/>
                  </a:lnTo>
                  <a:lnTo>
                    <a:pt x="3059" y="918"/>
                  </a:lnTo>
                  <a:lnTo>
                    <a:pt x="3977" y="0"/>
                  </a:lnTo>
                  <a:lnTo>
                    <a:pt x="3977" y="306"/>
                  </a:lnTo>
                  <a:lnTo>
                    <a:pt x="4589" y="918"/>
                  </a:lnTo>
                  <a:lnTo>
                    <a:pt x="5507" y="1224"/>
                  </a:lnTo>
                  <a:lnTo>
                    <a:pt x="6118" y="2142"/>
                  </a:lnTo>
                  <a:lnTo>
                    <a:pt x="7036" y="2754"/>
                  </a:lnTo>
                  <a:lnTo>
                    <a:pt x="7036" y="306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8" name="Google Shape;2028;p61"/>
            <p:cNvSpPr/>
            <p:nvPr/>
          </p:nvSpPr>
          <p:spPr>
            <a:xfrm>
              <a:off x="4303250" y="2853675"/>
              <a:ext cx="68875" cy="22950"/>
            </a:xfrm>
            <a:custGeom>
              <a:rect b="b" l="l" r="r" t="t"/>
              <a:pathLst>
                <a:path extrusionOk="0" h="918" w="2755">
                  <a:moveTo>
                    <a:pt x="2754" y="918"/>
                  </a:moveTo>
                  <a:lnTo>
                    <a:pt x="1" y="918"/>
                  </a:lnTo>
                  <a:lnTo>
                    <a:pt x="307" y="612"/>
                  </a:lnTo>
                  <a:lnTo>
                    <a:pt x="2142" y="0"/>
                  </a:lnTo>
                  <a:lnTo>
                    <a:pt x="2448" y="0"/>
                  </a:lnTo>
                  <a:lnTo>
                    <a:pt x="2754" y="0"/>
                  </a:lnTo>
                  <a:lnTo>
                    <a:pt x="2448" y="612"/>
                  </a:lnTo>
                  <a:lnTo>
                    <a:pt x="2754" y="918"/>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29" name="Google Shape;2029;p61"/>
            <p:cNvSpPr/>
            <p:nvPr/>
          </p:nvSpPr>
          <p:spPr>
            <a:xfrm>
              <a:off x="4303250" y="2853675"/>
              <a:ext cx="68875" cy="22950"/>
            </a:xfrm>
            <a:custGeom>
              <a:rect b="b" l="l" r="r" t="t"/>
              <a:pathLst>
                <a:path extrusionOk="0" fill="none" h="918" w="2755">
                  <a:moveTo>
                    <a:pt x="2754" y="918"/>
                  </a:moveTo>
                  <a:lnTo>
                    <a:pt x="1" y="918"/>
                  </a:lnTo>
                  <a:lnTo>
                    <a:pt x="307" y="612"/>
                  </a:lnTo>
                  <a:lnTo>
                    <a:pt x="2142" y="0"/>
                  </a:lnTo>
                  <a:lnTo>
                    <a:pt x="2448" y="0"/>
                  </a:lnTo>
                  <a:lnTo>
                    <a:pt x="2754" y="0"/>
                  </a:lnTo>
                  <a:lnTo>
                    <a:pt x="2448" y="612"/>
                  </a:lnTo>
                  <a:lnTo>
                    <a:pt x="2754" y="918"/>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0" name="Google Shape;2030;p61"/>
            <p:cNvSpPr/>
            <p:nvPr/>
          </p:nvSpPr>
          <p:spPr>
            <a:xfrm>
              <a:off x="3890275" y="2524800"/>
              <a:ext cx="76500" cy="53575"/>
            </a:xfrm>
            <a:custGeom>
              <a:rect b="b" l="l" r="r" t="t"/>
              <a:pathLst>
                <a:path extrusionOk="0" h="2143" w="3060">
                  <a:moveTo>
                    <a:pt x="3060" y="1530"/>
                  </a:moveTo>
                  <a:lnTo>
                    <a:pt x="2448" y="2142"/>
                  </a:lnTo>
                  <a:lnTo>
                    <a:pt x="2448" y="2142"/>
                  </a:lnTo>
                  <a:lnTo>
                    <a:pt x="918" y="2142"/>
                  </a:lnTo>
                  <a:lnTo>
                    <a:pt x="612" y="2142"/>
                  </a:lnTo>
                  <a:lnTo>
                    <a:pt x="306" y="1530"/>
                  </a:lnTo>
                  <a:lnTo>
                    <a:pt x="1" y="919"/>
                  </a:lnTo>
                  <a:lnTo>
                    <a:pt x="1" y="1"/>
                  </a:lnTo>
                  <a:lnTo>
                    <a:pt x="3060" y="307"/>
                  </a:lnTo>
                  <a:lnTo>
                    <a:pt x="3060" y="1224"/>
                  </a:lnTo>
                  <a:lnTo>
                    <a:pt x="3060" y="153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1" name="Google Shape;2031;p61"/>
            <p:cNvSpPr/>
            <p:nvPr/>
          </p:nvSpPr>
          <p:spPr>
            <a:xfrm>
              <a:off x="3890275" y="2524800"/>
              <a:ext cx="76500" cy="53575"/>
            </a:xfrm>
            <a:custGeom>
              <a:rect b="b" l="l" r="r" t="t"/>
              <a:pathLst>
                <a:path extrusionOk="0" fill="none" h="2143" w="3060">
                  <a:moveTo>
                    <a:pt x="3060" y="1530"/>
                  </a:moveTo>
                  <a:lnTo>
                    <a:pt x="2448" y="2142"/>
                  </a:lnTo>
                  <a:lnTo>
                    <a:pt x="2448" y="2142"/>
                  </a:lnTo>
                  <a:lnTo>
                    <a:pt x="918" y="2142"/>
                  </a:lnTo>
                  <a:lnTo>
                    <a:pt x="612" y="2142"/>
                  </a:lnTo>
                  <a:lnTo>
                    <a:pt x="306" y="1530"/>
                  </a:lnTo>
                  <a:lnTo>
                    <a:pt x="1" y="919"/>
                  </a:lnTo>
                  <a:lnTo>
                    <a:pt x="1" y="1"/>
                  </a:lnTo>
                  <a:lnTo>
                    <a:pt x="3060" y="307"/>
                  </a:lnTo>
                  <a:lnTo>
                    <a:pt x="3060" y="1224"/>
                  </a:lnTo>
                  <a:lnTo>
                    <a:pt x="3060" y="153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2" name="Google Shape;2032;p61"/>
            <p:cNvSpPr/>
            <p:nvPr/>
          </p:nvSpPr>
          <p:spPr>
            <a:xfrm>
              <a:off x="4226775" y="1760025"/>
              <a:ext cx="53575" cy="15325"/>
            </a:xfrm>
            <a:custGeom>
              <a:rect b="b" l="l" r="r" t="t"/>
              <a:pathLst>
                <a:path extrusionOk="0" h="613" w="2143">
                  <a:moveTo>
                    <a:pt x="1" y="1"/>
                  </a:moveTo>
                  <a:lnTo>
                    <a:pt x="1224" y="1"/>
                  </a:lnTo>
                  <a:lnTo>
                    <a:pt x="1530" y="1"/>
                  </a:lnTo>
                  <a:lnTo>
                    <a:pt x="2142" y="1"/>
                  </a:lnTo>
                  <a:lnTo>
                    <a:pt x="2142" y="1"/>
                  </a:lnTo>
                  <a:lnTo>
                    <a:pt x="2142" y="612"/>
                  </a:lnTo>
                  <a:lnTo>
                    <a:pt x="918" y="612"/>
                  </a:lnTo>
                  <a:lnTo>
                    <a:pt x="1"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3" name="Google Shape;2033;p61"/>
            <p:cNvSpPr/>
            <p:nvPr/>
          </p:nvSpPr>
          <p:spPr>
            <a:xfrm>
              <a:off x="4226775" y="1760025"/>
              <a:ext cx="53575" cy="15325"/>
            </a:xfrm>
            <a:custGeom>
              <a:rect b="b" l="l" r="r" t="t"/>
              <a:pathLst>
                <a:path extrusionOk="0" fill="none" h="613" w="2143">
                  <a:moveTo>
                    <a:pt x="1" y="1"/>
                  </a:moveTo>
                  <a:lnTo>
                    <a:pt x="1224" y="1"/>
                  </a:lnTo>
                  <a:lnTo>
                    <a:pt x="1530" y="1"/>
                  </a:lnTo>
                  <a:lnTo>
                    <a:pt x="2142" y="1"/>
                  </a:lnTo>
                  <a:lnTo>
                    <a:pt x="2142" y="1"/>
                  </a:lnTo>
                  <a:lnTo>
                    <a:pt x="2142" y="612"/>
                  </a:lnTo>
                  <a:lnTo>
                    <a:pt x="918" y="612"/>
                  </a:lnTo>
                  <a:lnTo>
                    <a:pt x="1"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4" name="Google Shape;2034;p61"/>
            <p:cNvSpPr/>
            <p:nvPr/>
          </p:nvSpPr>
          <p:spPr>
            <a:xfrm>
              <a:off x="4815650" y="1958875"/>
              <a:ext cx="650100" cy="413000"/>
            </a:xfrm>
            <a:custGeom>
              <a:rect b="b" l="l" r="r" t="t"/>
              <a:pathLst>
                <a:path extrusionOk="0" h="16520" w="26004">
                  <a:moveTo>
                    <a:pt x="23250" y="0"/>
                  </a:moveTo>
                  <a:lnTo>
                    <a:pt x="26003" y="6119"/>
                  </a:lnTo>
                  <a:lnTo>
                    <a:pt x="24474" y="6730"/>
                  </a:lnTo>
                  <a:lnTo>
                    <a:pt x="24168" y="7036"/>
                  </a:lnTo>
                  <a:lnTo>
                    <a:pt x="23862" y="7954"/>
                  </a:lnTo>
                  <a:lnTo>
                    <a:pt x="23862" y="8566"/>
                  </a:lnTo>
                  <a:lnTo>
                    <a:pt x="23556" y="8872"/>
                  </a:lnTo>
                  <a:lnTo>
                    <a:pt x="21415" y="9789"/>
                  </a:lnTo>
                  <a:lnTo>
                    <a:pt x="17132" y="11013"/>
                  </a:lnTo>
                  <a:lnTo>
                    <a:pt x="16214" y="11625"/>
                  </a:lnTo>
                  <a:lnTo>
                    <a:pt x="15602" y="12237"/>
                  </a:lnTo>
                  <a:lnTo>
                    <a:pt x="14991" y="12849"/>
                  </a:lnTo>
                  <a:lnTo>
                    <a:pt x="14073" y="12849"/>
                  </a:lnTo>
                  <a:lnTo>
                    <a:pt x="13155" y="12849"/>
                  </a:lnTo>
                  <a:lnTo>
                    <a:pt x="11932" y="13766"/>
                  </a:lnTo>
                  <a:lnTo>
                    <a:pt x="10096" y="14378"/>
                  </a:lnTo>
                  <a:lnTo>
                    <a:pt x="8566" y="14378"/>
                  </a:lnTo>
                  <a:lnTo>
                    <a:pt x="7649" y="14684"/>
                  </a:lnTo>
                  <a:lnTo>
                    <a:pt x="6731" y="15296"/>
                  </a:lnTo>
                  <a:lnTo>
                    <a:pt x="6119" y="15602"/>
                  </a:lnTo>
                  <a:lnTo>
                    <a:pt x="5813" y="16214"/>
                  </a:lnTo>
                  <a:lnTo>
                    <a:pt x="5813" y="15908"/>
                  </a:lnTo>
                  <a:lnTo>
                    <a:pt x="5507" y="16214"/>
                  </a:lnTo>
                  <a:lnTo>
                    <a:pt x="4896" y="15908"/>
                  </a:lnTo>
                  <a:lnTo>
                    <a:pt x="4284" y="16214"/>
                  </a:lnTo>
                  <a:lnTo>
                    <a:pt x="3672" y="16520"/>
                  </a:lnTo>
                  <a:lnTo>
                    <a:pt x="3366" y="16520"/>
                  </a:lnTo>
                  <a:lnTo>
                    <a:pt x="2142" y="16214"/>
                  </a:lnTo>
                  <a:lnTo>
                    <a:pt x="2142" y="16214"/>
                  </a:lnTo>
                  <a:lnTo>
                    <a:pt x="1531" y="14990"/>
                  </a:lnTo>
                  <a:lnTo>
                    <a:pt x="1531" y="13766"/>
                  </a:lnTo>
                  <a:lnTo>
                    <a:pt x="1225" y="12849"/>
                  </a:lnTo>
                  <a:lnTo>
                    <a:pt x="613" y="10095"/>
                  </a:lnTo>
                  <a:lnTo>
                    <a:pt x="1" y="9789"/>
                  </a:lnTo>
                  <a:lnTo>
                    <a:pt x="307" y="9484"/>
                  </a:lnTo>
                  <a:lnTo>
                    <a:pt x="307" y="8566"/>
                  </a:lnTo>
                  <a:lnTo>
                    <a:pt x="307" y="7648"/>
                  </a:lnTo>
                  <a:lnTo>
                    <a:pt x="307" y="6730"/>
                  </a:lnTo>
                  <a:lnTo>
                    <a:pt x="613" y="6730"/>
                  </a:lnTo>
                  <a:lnTo>
                    <a:pt x="919" y="6424"/>
                  </a:lnTo>
                  <a:lnTo>
                    <a:pt x="1225" y="6424"/>
                  </a:lnTo>
                  <a:lnTo>
                    <a:pt x="1225" y="6119"/>
                  </a:lnTo>
                  <a:lnTo>
                    <a:pt x="1531" y="6119"/>
                  </a:lnTo>
                  <a:lnTo>
                    <a:pt x="1531" y="5813"/>
                  </a:lnTo>
                  <a:lnTo>
                    <a:pt x="1225" y="5507"/>
                  </a:lnTo>
                  <a:lnTo>
                    <a:pt x="1531" y="5201"/>
                  </a:lnTo>
                  <a:lnTo>
                    <a:pt x="1225" y="4895"/>
                  </a:lnTo>
                  <a:lnTo>
                    <a:pt x="1531" y="4283"/>
                  </a:lnTo>
                  <a:lnTo>
                    <a:pt x="1531" y="4283"/>
                  </a:lnTo>
                  <a:lnTo>
                    <a:pt x="1531" y="3977"/>
                  </a:lnTo>
                  <a:lnTo>
                    <a:pt x="1836" y="3671"/>
                  </a:lnTo>
                  <a:lnTo>
                    <a:pt x="2754" y="4283"/>
                  </a:lnTo>
                  <a:lnTo>
                    <a:pt x="3060" y="4283"/>
                  </a:lnTo>
                  <a:lnTo>
                    <a:pt x="3366" y="4283"/>
                  </a:lnTo>
                  <a:lnTo>
                    <a:pt x="3366" y="4283"/>
                  </a:lnTo>
                  <a:lnTo>
                    <a:pt x="3672" y="4283"/>
                  </a:lnTo>
                  <a:lnTo>
                    <a:pt x="4284" y="3977"/>
                  </a:lnTo>
                  <a:lnTo>
                    <a:pt x="4896" y="3977"/>
                  </a:lnTo>
                  <a:lnTo>
                    <a:pt x="6119" y="3977"/>
                  </a:lnTo>
                  <a:lnTo>
                    <a:pt x="6731" y="4283"/>
                  </a:lnTo>
                  <a:lnTo>
                    <a:pt x="7649" y="4283"/>
                  </a:lnTo>
                  <a:lnTo>
                    <a:pt x="8872" y="4589"/>
                  </a:lnTo>
                  <a:lnTo>
                    <a:pt x="10096" y="4589"/>
                  </a:lnTo>
                  <a:lnTo>
                    <a:pt x="10708" y="5201"/>
                  </a:lnTo>
                  <a:lnTo>
                    <a:pt x="11320" y="5201"/>
                  </a:lnTo>
                  <a:lnTo>
                    <a:pt x="11932" y="4895"/>
                  </a:lnTo>
                  <a:lnTo>
                    <a:pt x="12543" y="3977"/>
                  </a:lnTo>
                  <a:lnTo>
                    <a:pt x="12849" y="3365"/>
                  </a:lnTo>
                  <a:lnTo>
                    <a:pt x="13767" y="2142"/>
                  </a:lnTo>
                  <a:lnTo>
                    <a:pt x="15908" y="918"/>
                  </a:lnTo>
                  <a:lnTo>
                    <a:pt x="20191" y="612"/>
                  </a:lnTo>
                  <a:lnTo>
                    <a:pt x="23250"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5" name="Google Shape;2035;p61"/>
            <p:cNvSpPr/>
            <p:nvPr/>
          </p:nvSpPr>
          <p:spPr>
            <a:xfrm>
              <a:off x="4815650" y="1958875"/>
              <a:ext cx="650100" cy="413000"/>
            </a:xfrm>
            <a:custGeom>
              <a:rect b="b" l="l" r="r" t="t"/>
              <a:pathLst>
                <a:path extrusionOk="0" fill="none" h="16520" w="26004">
                  <a:moveTo>
                    <a:pt x="23250" y="0"/>
                  </a:moveTo>
                  <a:lnTo>
                    <a:pt x="26003" y="6119"/>
                  </a:lnTo>
                  <a:lnTo>
                    <a:pt x="24474" y="6730"/>
                  </a:lnTo>
                  <a:lnTo>
                    <a:pt x="24168" y="7036"/>
                  </a:lnTo>
                  <a:lnTo>
                    <a:pt x="23862" y="7954"/>
                  </a:lnTo>
                  <a:lnTo>
                    <a:pt x="23862" y="8566"/>
                  </a:lnTo>
                  <a:lnTo>
                    <a:pt x="23556" y="8872"/>
                  </a:lnTo>
                  <a:lnTo>
                    <a:pt x="21415" y="9789"/>
                  </a:lnTo>
                  <a:lnTo>
                    <a:pt x="17132" y="11013"/>
                  </a:lnTo>
                  <a:lnTo>
                    <a:pt x="16214" y="11625"/>
                  </a:lnTo>
                  <a:lnTo>
                    <a:pt x="15602" y="12237"/>
                  </a:lnTo>
                  <a:lnTo>
                    <a:pt x="14991" y="12849"/>
                  </a:lnTo>
                  <a:lnTo>
                    <a:pt x="14073" y="12849"/>
                  </a:lnTo>
                  <a:lnTo>
                    <a:pt x="13155" y="12849"/>
                  </a:lnTo>
                  <a:lnTo>
                    <a:pt x="11932" y="13766"/>
                  </a:lnTo>
                  <a:lnTo>
                    <a:pt x="10096" y="14378"/>
                  </a:lnTo>
                  <a:lnTo>
                    <a:pt x="8566" y="14378"/>
                  </a:lnTo>
                  <a:lnTo>
                    <a:pt x="7649" y="14684"/>
                  </a:lnTo>
                  <a:lnTo>
                    <a:pt x="6731" y="15296"/>
                  </a:lnTo>
                  <a:lnTo>
                    <a:pt x="6119" y="15602"/>
                  </a:lnTo>
                  <a:lnTo>
                    <a:pt x="5813" y="16214"/>
                  </a:lnTo>
                  <a:lnTo>
                    <a:pt x="5813" y="15908"/>
                  </a:lnTo>
                  <a:lnTo>
                    <a:pt x="5507" y="16214"/>
                  </a:lnTo>
                  <a:lnTo>
                    <a:pt x="4896" y="15908"/>
                  </a:lnTo>
                  <a:lnTo>
                    <a:pt x="4284" y="16214"/>
                  </a:lnTo>
                  <a:lnTo>
                    <a:pt x="3672" y="16520"/>
                  </a:lnTo>
                  <a:lnTo>
                    <a:pt x="3366" y="16520"/>
                  </a:lnTo>
                  <a:lnTo>
                    <a:pt x="2142" y="16214"/>
                  </a:lnTo>
                  <a:lnTo>
                    <a:pt x="2142" y="16214"/>
                  </a:lnTo>
                  <a:lnTo>
                    <a:pt x="1531" y="14990"/>
                  </a:lnTo>
                  <a:lnTo>
                    <a:pt x="1531" y="13766"/>
                  </a:lnTo>
                  <a:lnTo>
                    <a:pt x="1225" y="12849"/>
                  </a:lnTo>
                  <a:lnTo>
                    <a:pt x="613" y="10095"/>
                  </a:lnTo>
                  <a:lnTo>
                    <a:pt x="1" y="9789"/>
                  </a:lnTo>
                  <a:lnTo>
                    <a:pt x="307" y="9484"/>
                  </a:lnTo>
                  <a:lnTo>
                    <a:pt x="307" y="8566"/>
                  </a:lnTo>
                  <a:lnTo>
                    <a:pt x="307" y="7648"/>
                  </a:lnTo>
                  <a:lnTo>
                    <a:pt x="307" y="6730"/>
                  </a:lnTo>
                  <a:lnTo>
                    <a:pt x="613" y="6730"/>
                  </a:lnTo>
                  <a:lnTo>
                    <a:pt x="919" y="6424"/>
                  </a:lnTo>
                  <a:lnTo>
                    <a:pt x="1225" y="6424"/>
                  </a:lnTo>
                  <a:lnTo>
                    <a:pt x="1225" y="6119"/>
                  </a:lnTo>
                  <a:lnTo>
                    <a:pt x="1531" y="6119"/>
                  </a:lnTo>
                  <a:lnTo>
                    <a:pt x="1531" y="5813"/>
                  </a:lnTo>
                  <a:lnTo>
                    <a:pt x="1225" y="5507"/>
                  </a:lnTo>
                  <a:lnTo>
                    <a:pt x="1531" y="5201"/>
                  </a:lnTo>
                  <a:lnTo>
                    <a:pt x="1225" y="4895"/>
                  </a:lnTo>
                  <a:lnTo>
                    <a:pt x="1531" y="4283"/>
                  </a:lnTo>
                  <a:lnTo>
                    <a:pt x="1531" y="4283"/>
                  </a:lnTo>
                  <a:lnTo>
                    <a:pt x="1531" y="3977"/>
                  </a:lnTo>
                  <a:lnTo>
                    <a:pt x="1836" y="3671"/>
                  </a:lnTo>
                  <a:lnTo>
                    <a:pt x="2754" y="4283"/>
                  </a:lnTo>
                  <a:lnTo>
                    <a:pt x="3060" y="4283"/>
                  </a:lnTo>
                  <a:lnTo>
                    <a:pt x="3366" y="4283"/>
                  </a:lnTo>
                  <a:lnTo>
                    <a:pt x="3366" y="4283"/>
                  </a:lnTo>
                  <a:lnTo>
                    <a:pt x="3672" y="4283"/>
                  </a:lnTo>
                  <a:lnTo>
                    <a:pt x="4284" y="3977"/>
                  </a:lnTo>
                  <a:lnTo>
                    <a:pt x="4896" y="3977"/>
                  </a:lnTo>
                  <a:lnTo>
                    <a:pt x="6119" y="3977"/>
                  </a:lnTo>
                  <a:lnTo>
                    <a:pt x="6731" y="4283"/>
                  </a:lnTo>
                  <a:lnTo>
                    <a:pt x="7649" y="4283"/>
                  </a:lnTo>
                  <a:lnTo>
                    <a:pt x="8872" y="4589"/>
                  </a:lnTo>
                  <a:lnTo>
                    <a:pt x="10096" y="4589"/>
                  </a:lnTo>
                  <a:lnTo>
                    <a:pt x="10708" y="5201"/>
                  </a:lnTo>
                  <a:lnTo>
                    <a:pt x="11320" y="5201"/>
                  </a:lnTo>
                  <a:lnTo>
                    <a:pt x="11932" y="4895"/>
                  </a:lnTo>
                  <a:lnTo>
                    <a:pt x="12543" y="3977"/>
                  </a:lnTo>
                  <a:lnTo>
                    <a:pt x="12849" y="3365"/>
                  </a:lnTo>
                  <a:lnTo>
                    <a:pt x="13767" y="2142"/>
                  </a:lnTo>
                  <a:lnTo>
                    <a:pt x="15908" y="918"/>
                  </a:lnTo>
                  <a:lnTo>
                    <a:pt x="20191" y="612"/>
                  </a:lnTo>
                  <a:lnTo>
                    <a:pt x="23250"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6" name="Google Shape;2036;p61"/>
            <p:cNvSpPr/>
            <p:nvPr/>
          </p:nvSpPr>
          <p:spPr>
            <a:xfrm>
              <a:off x="4808025" y="2188300"/>
              <a:ext cx="7650" cy="15325"/>
            </a:xfrm>
            <a:custGeom>
              <a:rect b="b" l="l" r="r" t="t"/>
              <a:pathLst>
                <a:path extrusionOk="0" h="613" w="306">
                  <a:moveTo>
                    <a:pt x="306" y="1"/>
                  </a:moveTo>
                  <a:lnTo>
                    <a:pt x="306" y="612"/>
                  </a:lnTo>
                  <a:lnTo>
                    <a:pt x="0" y="307"/>
                  </a:lnTo>
                  <a:lnTo>
                    <a:pt x="306" y="1"/>
                  </a:lnTo>
                  <a:lnTo>
                    <a:pt x="306"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7" name="Google Shape;2037;p61"/>
            <p:cNvSpPr/>
            <p:nvPr/>
          </p:nvSpPr>
          <p:spPr>
            <a:xfrm>
              <a:off x="4808025" y="2188300"/>
              <a:ext cx="7650" cy="15325"/>
            </a:xfrm>
            <a:custGeom>
              <a:rect b="b" l="l" r="r" t="t"/>
              <a:pathLst>
                <a:path extrusionOk="0" fill="none" h="613" w="306">
                  <a:moveTo>
                    <a:pt x="306" y="1"/>
                  </a:moveTo>
                  <a:lnTo>
                    <a:pt x="306" y="612"/>
                  </a:lnTo>
                  <a:lnTo>
                    <a:pt x="0" y="307"/>
                  </a:lnTo>
                  <a:lnTo>
                    <a:pt x="306" y="1"/>
                  </a:lnTo>
                  <a:lnTo>
                    <a:pt x="306"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8" name="Google Shape;2038;p61"/>
            <p:cNvSpPr/>
            <p:nvPr/>
          </p:nvSpPr>
          <p:spPr>
            <a:xfrm>
              <a:off x="4815650" y="2295375"/>
              <a:ext cx="7675" cy="7675"/>
            </a:xfrm>
            <a:custGeom>
              <a:rect b="b" l="l" r="r" t="t"/>
              <a:pathLst>
                <a:path extrusionOk="0" h="307" w="307">
                  <a:moveTo>
                    <a:pt x="307" y="0"/>
                  </a:moveTo>
                  <a:lnTo>
                    <a:pt x="307" y="306"/>
                  </a:lnTo>
                  <a:lnTo>
                    <a:pt x="1" y="306"/>
                  </a:lnTo>
                  <a:lnTo>
                    <a:pt x="1" y="0"/>
                  </a:lnTo>
                  <a:lnTo>
                    <a:pt x="307" y="0"/>
                  </a:lnTo>
                  <a:lnTo>
                    <a:pt x="307" y="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39" name="Google Shape;2039;p61"/>
            <p:cNvSpPr/>
            <p:nvPr/>
          </p:nvSpPr>
          <p:spPr>
            <a:xfrm>
              <a:off x="4815650" y="2295375"/>
              <a:ext cx="7675" cy="7675"/>
            </a:xfrm>
            <a:custGeom>
              <a:rect b="b" l="l" r="r" t="t"/>
              <a:pathLst>
                <a:path extrusionOk="0" fill="none" h="307" w="307">
                  <a:moveTo>
                    <a:pt x="307" y="0"/>
                  </a:moveTo>
                  <a:lnTo>
                    <a:pt x="307" y="306"/>
                  </a:lnTo>
                  <a:lnTo>
                    <a:pt x="1" y="306"/>
                  </a:lnTo>
                  <a:lnTo>
                    <a:pt x="1" y="0"/>
                  </a:lnTo>
                  <a:lnTo>
                    <a:pt x="307" y="0"/>
                  </a:lnTo>
                  <a:lnTo>
                    <a:pt x="307"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40" name="Google Shape;2040;p61"/>
            <p:cNvSpPr/>
            <p:nvPr/>
          </p:nvSpPr>
          <p:spPr>
            <a:xfrm>
              <a:off x="4815650" y="2280075"/>
              <a:ext cx="7675" cy="7675"/>
            </a:xfrm>
            <a:custGeom>
              <a:rect b="b" l="l" r="r" t="t"/>
              <a:pathLst>
                <a:path extrusionOk="0" h="307" w="307">
                  <a:moveTo>
                    <a:pt x="307" y="1"/>
                  </a:moveTo>
                  <a:lnTo>
                    <a:pt x="307" y="307"/>
                  </a:lnTo>
                  <a:lnTo>
                    <a:pt x="307" y="307"/>
                  </a:lnTo>
                  <a:lnTo>
                    <a:pt x="1" y="1"/>
                  </a:lnTo>
                  <a:lnTo>
                    <a:pt x="307" y="1"/>
                  </a:lnTo>
                  <a:lnTo>
                    <a:pt x="307" y="1"/>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41" name="Google Shape;2041;p61"/>
            <p:cNvSpPr/>
            <p:nvPr/>
          </p:nvSpPr>
          <p:spPr>
            <a:xfrm>
              <a:off x="4815650" y="2280075"/>
              <a:ext cx="7675" cy="7675"/>
            </a:xfrm>
            <a:custGeom>
              <a:rect b="b" l="l" r="r" t="t"/>
              <a:pathLst>
                <a:path extrusionOk="0" fill="none" h="307" w="307">
                  <a:moveTo>
                    <a:pt x="307" y="1"/>
                  </a:moveTo>
                  <a:lnTo>
                    <a:pt x="307" y="307"/>
                  </a:lnTo>
                  <a:lnTo>
                    <a:pt x="307" y="307"/>
                  </a:lnTo>
                  <a:lnTo>
                    <a:pt x="1" y="1"/>
                  </a:lnTo>
                  <a:lnTo>
                    <a:pt x="307" y="1"/>
                  </a:lnTo>
                  <a:lnTo>
                    <a:pt x="307" y="1"/>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42" name="Google Shape;2042;p61"/>
            <p:cNvSpPr/>
            <p:nvPr/>
          </p:nvSpPr>
          <p:spPr>
            <a:xfrm>
              <a:off x="3186675" y="4574425"/>
              <a:ext cx="1024825" cy="902450"/>
            </a:xfrm>
            <a:custGeom>
              <a:rect b="b" l="l" r="r" t="t"/>
              <a:pathLst>
                <a:path extrusionOk="0" h="36098" w="40993">
                  <a:moveTo>
                    <a:pt x="33039" y="0"/>
                  </a:moveTo>
                  <a:lnTo>
                    <a:pt x="34569" y="612"/>
                  </a:lnTo>
                  <a:lnTo>
                    <a:pt x="35792" y="612"/>
                  </a:lnTo>
                  <a:lnTo>
                    <a:pt x="36710" y="612"/>
                  </a:lnTo>
                  <a:lnTo>
                    <a:pt x="37016" y="918"/>
                  </a:lnTo>
                  <a:lnTo>
                    <a:pt x="37628" y="2754"/>
                  </a:lnTo>
                  <a:lnTo>
                    <a:pt x="37628" y="3671"/>
                  </a:lnTo>
                  <a:lnTo>
                    <a:pt x="37934" y="4589"/>
                  </a:lnTo>
                  <a:lnTo>
                    <a:pt x="38240" y="4895"/>
                  </a:lnTo>
                  <a:lnTo>
                    <a:pt x="38546" y="6119"/>
                  </a:lnTo>
                  <a:lnTo>
                    <a:pt x="38852" y="8260"/>
                  </a:lnTo>
                  <a:lnTo>
                    <a:pt x="38546" y="10095"/>
                  </a:lnTo>
                  <a:lnTo>
                    <a:pt x="38546" y="10401"/>
                  </a:lnTo>
                  <a:lnTo>
                    <a:pt x="38240" y="10707"/>
                  </a:lnTo>
                  <a:lnTo>
                    <a:pt x="37322" y="9790"/>
                  </a:lnTo>
                  <a:lnTo>
                    <a:pt x="37016" y="9790"/>
                  </a:lnTo>
                  <a:lnTo>
                    <a:pt x="36404" y="10401"/>
                  </a:lnTo>
                  <a:lnTo>
                    <a:pt x="35792" y="11931"/>
                  </a:lnTo>
                  <a:lnTo>
                    <a:pt x="35792" y="12543"/>
                  </a:lnTo>
                  <a:lnTo>
                    <a:pt x="36404" y="13766"/>
                  </a:lnTo>
                  <a:lnTo>
                    <a:pt x="37628" y="14378"/>
                  </a:lnTo>
                  <a:lnTo>
                    <a:pt x="38546" y="14378"/>
                  </a:lnTo>
                  <a:lnTo>
                    <a:pt x="38852" y="12849"/>
                  </a:lnTo>
                  <a:lnTo>
                    <a:pt x="38852" y="12849"/>
                  </a:lnTo>
                  <a:lnTo>
                    <a:pt x="40993" y="12849"/>
                  </a:lnTo>
                  <a:lnTo>
                    <a:pt x="40075" y="16520"/>
                  </a:lnTo>
                  <a:lnTo>
                    <a:pt x="39769" y="17743"/>
                  </a:lnTo>
                  <a:lnTo>
                    <a:pt x="38852" y="18661"/>
                  </a:lnTo>
                  <a:lnTo>
                    <a:pt x="37934" y="18967"/>
                  </a:lnTo>
                  <a:lnTo>
                    <a:pt x="37016" y="20191"/>
                  </a:lnTo>
                  <a:lnTo>
                    <a:pt x="34875" y="24167"/>
                  </a:lnTo>
                  <a:lnTo>
                    <a:pt x="33651" y="25697"/>
                  </a:lnTo>
                  <a:lnTo>
                    <a:pt x="32121" y="26921"/>
                  </a:lnTo>
                  <a:lnTo>
                    <a:pt x="30898" y="28450"/>
                  </a:lnTo>
                  <a:lnTo>
                    <a:pt x="28450" y="30897"/>
                  </a:lnTo>
                  <a:lnTo>
                    <a:pt x="26615" y="32121"/>
                  </a:lnTo>
                  <a:lnTo>
                    <a:pt x="25391" y="32733"/>
                  </a:lnTo>
                  <a:lnTo>
                    <a:pt x="24780" y="33039"/>
                  </a:lnTo>
                  <a:lnTo>
                    <a:pt x="23250" y="32733"/>
                  </a:lnTo>
                  <a:lnTo>
                    <a:pt x="22944" y="33345"/>
                  </a:lnTo>
                  <a:lnTo>
                    <a:pt x="22944" y="33651"/>
                  </a:lnTo>
                  <a:lnTo>
                    <a:pt x="21415" y="33651"/>
                  </a:lnTo>
                  <a:lnTo>
                    <a:pt x="21109" y="33651"/>
                  </a:lnTo>
                  <a:lnTo>
                    <a:pt x="20803" y="33957"/>
                  </a:lnTo>
                  <a:lnTo>
                    <a:pt x="20803" y="34263"/>
                  </a:lnTo>
                  <a:lnTo>
                    <a:pt x="20191" y="34263"/>
                  </a:lnTo>
                  <a:lnTo>
                    <a:pt x="19885" y="33957"/>
                  </a:lnTo>
                  <a:lnTo>
                    <a:pt x="17744" y="33651"/>
                  </a:lnTo>
                  <a:lnTo>
                    <a:pt x="17132" y="33957"/>
                  </a:lnTo>
                  <a:lnTo>
                    <a:pt x="15296" y="33651"/>
                  </a:lnTo>
                  <a:lnTo>
                    <a:pt x="14073" y="33957"/>
                  </a:lnTo>
                  <a:lnTo>
                    <a:pt x="14073" y="34263"/>
                  </a:lnTo>
                  <a:lnTo>
                    <a:pt x="13155" y="34874"/>
                  </a:lnTo>
                  <a:lnTo>
                    <a:pt x="12543" y="34874"/>
                  </a:lnTo>
                  <a:lnTo>
                    <a:pt x="11931" y="34874"/>
                  </a:lnTo>
                  <a:lnTo>
                    <a:pt x="11319" y="34874"/>
                  </a:lnTo>
                  <a:lnTo>
                    <a:pt x="11014" y="34874"/>
                  </a:lnTo>
                  <a:lnTo>
                    <a:pt x="10096" y="35180"/>
                  </a:lnTo>
                  <a:lnTo>
                    <a:pt x="8872" y="36098"/>
                  </a:lnTo>
                  <a:lnTo>
                    <a:pt x="7954" y="35792"/>
                  </a:lnTo>
                  <a:lnTo>
                    <a:pt x="7343" y="35486"/>
                  </a:lnTo>
                  <a:lnTo>
                    <a:pt x="7037" y="34874"/>
                  </a:lnTo>
                  <a:lnTo>
                    <a:pt x="6425" y="34568"/>
                  </a:lnTo>
                  <a:lnTo>
                    <a:pt x="5813" y="34874"/>
                  </a:lnTo>
                  <a:lnTo>
                    <a:pt x="5813" y="33957"/>
                  </a:lnTo>
                  <a:lnTo>
                    <a:pt x="5813" y="33957"/>
                  </a:lnTo>
                  <a:lnTo>
                    <a:pt x="5507" y="33957"/>
                  </a:lnTo>
                  <a:lnTo>
                    <a:pt x="5201" y="33957"/>
                  </a:lnTo>
                  <a:lnTo>
                    <a:pt x="4895" y="33957"/>
                  </a:lnTo>
                  <a:lnTo>
                    <a:pt x="4895" y="34263"/>
                  </a:lnTo>
                  <a:lnTo>
                    <a:pt x="4895" y="34568"/>
                  </a:lnTo>
                  <a:lnTo>
                    <a:pt x="4895" y="34568"/>
                  </a:lnTo>
                  <a:lnTo>
                    <a:pt x="4895" y="34568"/>
                  </a:lnTo>
                  <a:lnTo>
                    <a:pt x="4589" y="33957"/>
                  </a:lnTo>
                  <a:lnTo>
                    <a:pt x="4589" y="33957"/>
                  </a:lnTo>
                  <a:lnTo>
                    <a:pt x="4589" y="33651"/>
                  </a:lnTo>
                  <a:lnTo>
                    <a:pt x="4895" y="33345"/>
                  </a:lnTo>
                  <a:lnTo>
                    <a:pt x="4895" y="32733"/>
                  </a:lnTo>
                  <a:lnTo>
                    <a:pt x="3672" y="30897"/>
                  </a:lnTo>
                  <a:lnTo>
                    <a:pt x="3978" y="30897"/>
                  </a:lnTo>
                  <a:lnTo>
                    <a:pt x="3672" y="30592"/>
                  </a:lnTo>
                  <a:lnTo>
                    <a:pt x="3366" y="30286"/>
                  </a:lnTo>
                  <a:lnTo>
                    <a:pt x="3672" y="29980"/>
                  </a:lnTo>
                  <a:lnTo>
                    <a:pt x="4283" y="29980"/>
                  </a:lnTo>
                  <a:lnTo>
                    <a:pt x="4589" y="29368"/>
                  </a:lnTo>
                  <a:lnTo>
                    <a:pt x="4589" y="28450"/>
                  </a:lnTo>
                  <a:lnTo>
                    <a:pt x="4283" y="27227"/>
                  </a:lnTo>
                  <a:lnTo>
                    <a:pt x="3060" y="25085"/>
                  </a:lnTo>
                  <a:lnTo>
                    <a:pt x="2142" y="22944"/>
                  </a:lnTo>
                  <a:lnTo>
                    <a:pt x="1224" y="20191"/>
                  </a:lnTo>
                  <a:lnTo>
                    <a:pt x="918" y="19273"/>
                  </a:lnTo>
                  <a:lnTo>
                    <a:pt x="307" y="18355"/>
                  </a:lnTo>
                  <a:lnTo>
                    <a:pt x="1" y="18049"/>
                  </a:lnTo>
                  <a:lnTo>
                    <a:pt x="612" y="17437"/>
                  </a:lnTo>
                  <a:lnTo>
                    <a:pt x="612" y="17131"/>
                  </a:lnTo>
                  <a:lnTo>
                    <a:pt x="1224" y="16520"/>
                  </a:lnTo>
                  <a:lnTo>
                    <a:pt x="1530" y="16214"/>
                  </a:lnTo>
                  <a:lnTo>
                    <a:pt x="1836" y="16520"/>
                  </a:lnTo>
                  <a:lnTo>
                    <a:pt x="1836" y="16826"/>
                  </a:lnTo>
                  <a:lnTo>
                    <a:pt x="2142" y="17131"/>
                  </a:lnTo>
                  <a:lnTo>
                    <a:pt x="2142" y="17743"/>
                  </a:lnTo>
                  <a:lnTo>
                    <a:pt x="2448" y="18049"/>
                  </a:lnTo>
                  <a:lnTo>
                    <a:pt x="3672" y="18355"/>
                  </a:lnTo>
                  <a:lnTo>
                    <a:pt x="4283" y="18661"/>
                  </a:lnTo>
                  <a:lnTo>
                    <a:pt x="5507" y="18661"/>
                  </a:lnTo>
                  <a:lnTo>
                    <a:pt x="6731" y="18967"/>
                  </a:lnTo>
                  <a:lnTo>
                    <a:pt x="7037" y="18661"/>
                  </a:lnTo>
                  <a:lnTo>
                    <a:pt x="7037" y="18355"/>
                  </a:lnTo>
                  <a:lnTo>
                    <a:pt x="7343" y="18049"/>
                  </a:lnTo>
                  <a:lnTo>
                    <a:pt x="7648" y="17743"/>
                  </a:lnTo>
                  <a:lnTo>
                    <a:pt x="8872" y="17437"/>
                  </a:lnTo>
                  <a:lnTo>
                    <a:pt x="8872" y="7036"/>
                  </a:lnTo>
                  <a:lnTo>
                    <a:pt x="9790" y="7954"/>
                  </a:lnTo>
                  <a:lnTo>
                    <a:pt x="10708" y="10095"/>
                  </a:lnTo>
                  <a:lnTo>
                    <a:pt x="11014" y="11013"/>
                  </a:lnTo>
                  <a:lnTo>
                    <a:pt x="10402" y="11931"/>
                  </a:lnTo>
                  <a:lnTo>
                    <a:pt x="10402" y="12849"/>
                  </a:lnTo>
                  <a:lnTo>
                    <a:pt x="12849" y="12849"/>
                  </a:lnTo>
                  <a:lnTo>
                    <a:pt x="13461" y="12543"/>
                  </a:lnTo>
                  <a:lnTo>
                    <a:pt x="13767" y="12237"/>
                  </a:lnTo>
                  <a:lnTo>
                    <a:pt x="14379" y="11625"/>
                  </a:lnTo>
                  <a:lnTo>
                    <a:pt x="15296" y="11013"/>
                  </a:lnTo>
                  <a:lnTo>
                    <a:pt x="15602" y="10707"/>
                  </a:lnTo>
                  <a:lnTo>
                    <a:pt x="15908" y="9178"/>
                  </a:lnTo>
                  <a:lnTo>
                    <a:pt x="16214" y="8566"/>
                  </a:lnTo>
                  <a:lnTo>
                    <a:pt x="17438" y="8566"/>
                  </a:lnTo>
                  <a:lnTo>
                    <a:pt x="18661" y="9484"/>
                  </a:lnTo>
                  <a:lnTo>
                    <a:pt x="19273" y="9484"/>
                  </a:lnTo>
                  <a:lnTo>
                    <a:pt x="19579" y="9790"/>
                  </a:lnTo>
                  <a:lnTo>
                    <a:pt x="20191" y="10095"/>
                  </a:lnTo>
                  <a:lnTo>
                    <a:pt x="22332" y="9790"/>
                  </a:lnTo>
                  <a:lnTo>
                    <a:pt x="22638" y="9484"/>
                  </a:lnTo>
                  <a:lnTo>
                    <a:pt x="23556" y="7342"/>
                  </a:lnTo>
                  <a:lnTo>
                    <a:pt x="24780" y="6730"/>
                  </a:lnTo>
                  <a:lnTo>
                    <a:pt x="25697" y="5813"/>
                  </a:lnTo>
                  <a:lnTo>
                    <a:pt x="26309" y="4283"/>
                  </a:lnTo>
                  <a:lnTo>
                    <a:pt x="26921" y="3671"/>
                  </a:lnTo>
                  <a:lnTo>
                    <a:pt x="28145" y="2754"/>
                  </a:lnTo>
                  <a:lnTo>
                    <a:pt x="29368" y="1530"/>
                  </a:lnTo>
                  <a:lnTo>
                    <a:pt x="30898" y="918"/>
                  </a:lnTo>
                  <a:lnTo>
                    <a:pt x="31204" y="306"/>
                  </a:lnTo>
                  <a:lnTo>
                    <a:pt x="32121" y="306"/>
                  </a:lnTo>
                  <a:lnTo>
                    <a:pt x="33039" y="0"/>
                  </a:lnTo>
                  <a:close/>
                  <a:moveTo>
                    <a:pt x="28145" y="18967"/>
                  </a:moveTo>
                  <a:lnTo>
                    <a:pt x="27227" y="20496"/>
                  </a:lnTo>
                  <a:lnTo>
                    <a:pt x="26309" y="20802"/>
                  </a:lnTo>
                  <a:lnTo>
                    <a:pt x="27227" y="22332"/>
                  </a:lnTo>
                  <a:lnTo>
                    <a:pt x="27227" y="22638"/>
                  </a:lnTo>
                  <a:lnTo>
                    <a:pt x="28145" y="23556"/>
                  </a:lnTo>
                  <a:lnTo>
                    <a:pt x="28756" y="23862"/>
                  </a:lnTo>
                  <a:lnTo>
                    <a:pt x="29062" y="23556"/>
                  </a:lnTo>
                  <a:lnTo>
                    <a:pt x="29368" y="22638"/>
                  </a:lnTo>
                  <a:lnTo>
                    <a:pt x="29674" y="22332"/>
                  </a:lnTo>
                  <a:lnTo>
                    <a:pt x="30592" y="22332"/>
                  </a:lnTo>
                  <a:lnTo>
                    <a:pt x="31510" y="21720"/>
                  </a:lnTo>
                  <a:lnTo>
                    <a:pt x="31510" y="21108"/>
                  </a:lnTo>
                  <a:lnTo>
                    <a:pt x="32427" y="20191"/>
                  </a:lnTo>
                  <a:lnTo>
                    <a:pt x="32121" y="19273"/>
                  </a:lnTo>
                  <a:lnTo>
                    <a:pt x="31204" y="18661"/>
                  </a:lnTo>
                  <a:lnTo>
                    <a:pt x="30286" y="17743"/>
                  </a:lnTo>
                  <a:lnTo>
                    <a:pt x="29062" y="18049"/>
                  </a:lnTo>
                  <a:lnTo>
                    <a:pt x="28756" y="18661"/>
                  </a:lnTo>
                  <a:lnTo>
                    <a:pt x="28145" y="18967"/>
                  </a:lnTo>
                  <a:close/>
                </a:path>
              </a:pathLst>
            </a:custGeom>
            <a:solidFill>
              <a:schemeClr val="accent2"/>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43" name="Google Shape;2043;p61"/>
            <p:cNvSpPr/>
            <p:nvPr/>
          </p:nvSpPr>
          <p:spPr>
            <a:xfrm>
              <a:off x="3186675" y="4574425"/>
              <a:ext cx="1024825" cy="902450"/>
            </a:xfrm>
            <a:custGeom>
              <a:rect b="b" l="l" r="r" t="t"/>
              <a:pathLst>
                <a:path extrusionOk="0" fill="none" h="36098" w="40993">
                  <a:moveTo>
                    <a:pt x="33039" y="0"/>
                  </a:moveTo>
                  <a:lnTo>
                    <a:pt x="34569" y="612"/>
                  </a:lnTo>
                  <a:lnTo>
                    <a:pt x="35792" y="612"/>
                  </a:lnTo>
                  <a:lnTo>
                    <a:pt x="36710" y="612"/>
                  </a:lnTo>
                  <a:lnTo>
                    <a:pt x="37016" y="918"/>
                  </a:lnTo>
                  <a:lnTo>
                    <a:pt x="37628" y="2754"/>
                  </a:lnTo>
                  <a:lnTo>
                    <a:pt x="37628" y="3671"/>
                  </a:lnTo>
                  <a:lnTo>
                    <a:pt x="37934" y="4589"/>
                  </a:lnTo>
                  <a:lnTo>
                    <a:pt x="38240" y="4895"/>
                  </a:lnTo>
                  <a:lnTo>
                    <a:pt x="38546" y="6119"/>
                  </a:lnTo>
                  <a:lnTo>
                    <a:pt x="38852" y="8260"/>
                  </a:lnTo>
                  <a:lnTo>
                    <a:pt x="38546" y="10095"/>
                  </a:lnTo>
                  <a:lnTo>
                    <a:pt x="38546" y="10401"/>
                  </a:lnTo>
                  <a:lnTo>
                    <a:pt x="38240" y="10707"/>
                  </a:lnTo>
                  <a:lnTo>
                    <a:pt x="37322" y="9790"/>
                  </a:lnTo>
                  <a:lnTo>
                    <a:pt x="37016" y="9790"/>
                  </a:lnTo>
                  <a:lnTo>
                    <a:pt x="36404" y="10401"/>
                  </a:lnTo>
                  <a:lnTo>
                    <a:pt x="35792" y="11931"/>
                  </a:lnTo>
                  <a:lnTo>
                    <a:pt x="35792" y="12543"/>
                  </a:lnTo>
                  <a:lnTo>
                    <a:pt x="36404" y="13766"/>
                  </a:lnTo>
                  <a:lnTo>
                    <a:pt x="37628" y="14378"/>
                  </a:lnTo>
                  <a:lnTo>
                    <a:pt x="38546" y="14378"/>
                  </a:lnTo>
                  <a:lnTo>
                    <a:pt x="38852" y="12849"/>
                  </a:lnTo>
                  <a:lnTo>
                    <a:pt x="38852" y="12849"/>
                  </a:lnTo>
                  <a:lnTo>
                    <a:pt x="40993" y="12849"/>
                  </a:lnTo>
                  <a:lnTo>
                    <a:pt x="40075" y="16520"/>
                  </a:lnTo>
                  <a:lnTo>
                    <a:pt x="39769" y="17743"/>
                  </a:lnTo>
                  <a:lnTo>
                    <a:pt x="38852" y="18661"/>
                  </a:lnTo>
                  <a:lnTo>
                    <a:pt x="37934" y="18967"/>
                  </a:lnTo>
                  <a:lnTo>
                    <a:pt x="37016" y="20191"/>
                  </a:lnTo>
                  <a:lnTo>
                    <a:pt x="34875" y="24167"/>
                  </a:lnTo>
                  <a:lnTo>
                    <a:pt x="33651" y="25697"/>
                  </a:lnTo>
                  <a:lnTo>
                    <a:pt x="32121" y="26921"/>
                  </a:lnTo>
                  <a:lnTo>
                    <a:pt x="30898" y="28450"/>
                  </a:lnTo>
                  <a:lnTo>
                    <a:pt x="28450" y="30897"/>
                  </a:lnTo>
                  <a:lnTo>
                    <a:pt x="26615" y="32121"/>
                  </a:lnTo>
                  <a:lnTo>
                    <a:pt x="25391" y="32733"/>
                  </a:lnTo>
                  <a:lnTo>
                    <a:pt x="24780" y="33039"/>
                  </a:lnTo>
                  <a:lnTo>
                    <a:pt x="23250" y="32733"/>
                  </a:lnTo>
                  <a:lnTo>
                    <a:pt x="22944" y="33345"/>
                  </a:lnTo>
                  <a:lnTo>
                    <a:pt x="22944" y="33651"/>
                  </a:lnTo>
                  <a:lnTo>
                    <a:pt x="21415" y="33651"/>
                  </a:lnTo>
                  <a:lnTo>
                    <a:pt x="21109" y="33651"/>
                  </a:lnTo>
                  <a:lnTo>
                    <a:pt x="20803" y="33957"/>
                  </a:lnTo>
                  <a:lnTo>
                    <a:pt x="20803" y="34263"/>
                  </a:lnTo>
                  <a:lnTo>
                    <a:pt x="20191" y="34263"/>
                  </a:lnTo>
                  <a:lnTo>
                    <a:pt x="19885" y="33957"/>
                  </a:lnTo>
                  <a:lnTo>
                    <a:pt x="17744" y="33651"/>
                  </a:lnTo>
                  <a:lnTo>
                    <a:pt x="17132" y="33957"/>
                  </a:lnTo>
                  <a:lnTo>
                    <a:pt x="15296" y="33651"/>
                  </a:lnTo>
                  <a:lnTo>
                    <a:pt x="14073" y="33957"/>
                  </a:lnTo>
                  <a:lnTo>
                    <a:pt x="14073" y="34263"/>
                  </a:lnTo>
                  <a:lnTo>
                    <a:pt x="13155" y="34874"/>
                  </a:lnTo>
                  <a:lnTo>
                    <a:pt x="12543" y="34874"/>
                  </a:lnTo>
                  <a:lnTo>
                    <a:pt x="11931" y="34874"/>
                  </a:lnTo>
                  <a:lnTo>
                    <a:pt x="11319" y="34874"/>
                  </a:lnTo>
                  <a:lnTo>
                    <a:pt x="11014" y="34874"/>
                  </a:lnTo>
                  <a:lnTo>
                    <a:pt x="10096" y="35180"/>
                  </a:lnTo>
                  <a:lnTo>
                    <a:pt x="8872" y="36098"/>
                  </a:lnTo>
                  <a:lnTo>
                    <a:pt x="7954" y="35792"/>
                  </a:lnTo>
                  <a:lnTo>
                    <a:pt x="7343" y="35486"/>
                  </a:lnTo>
                  <a:lnTo>
                    <a:pt x="7037" y="34874"/>
                  </a:lnTo>
                  <a:lnTo>
                    <a:pt x="6425" y="34568"/>
                  </a:lnTo>
                  <a:lnTo>
                    <a:pt x="5813" y="34874"/>
                  </a:lnTo>
                  <a:lnTo>
                    <a:pt x="5813" y="33957"/>
                  </a:lnTo>
                  <a:lnTo>
                    <a:pt x="5813" y="33957"/>
                  </a:lnTo>
                  <a:lnTo>
                    <a:pt x="5507" y="33957"/>
                  </a:lnTo>
                  <a:lnTo>
                    <a:pt x="5201" y="33957"/>
                  </a:lnTo>
                  <a:lnTo>
                    <a:pt x="4895" y="33957"/>
                  </a:lnTo>
                  <a:lnTo>
                    <a:pt x="4895" y="34263"/>
                  </a:lnTo>
                  <a:lnTo>
                    <a:pt x="4895" y="34568"/>
                  </a:lnTo>
                  <a:lnTo>
                    <a:pt x="4895" y="34568"/>
                  </a:lnTo>
                  <a:lnTo>
                    <a:pt x="4895" y="34568"/>
                  </a:lnTo>
                  <a:lnTo>
                    <a:pt x="4589" y="33957"/>
                  </a:lnTo>
                  <a:lnTo>
                    <a:pt x="4589" y="33957"/>
                  </a:lnTo>
                  <a:lnTo>
                    <a:pt x="4589" y="33651"/>
                  </a:lnTo>
                  <a:lnTo>
                    <a:pt x="4895" y="33345"/>
                  </a:lnTo>
                  <a:lnTo>
                    <a:pt x="4895" y="32733"/>
                  </a:lnTo>
                  <a:lnTo>
                    <a:pt x="3672" y="30897"/>
                  </a:lnTo>
                  <a:lnTo>
                    <a:pt x="3978" y="30897"/>
                  </a:lnTo>
                  <a:lnTo>
                    <a:pt x="3672" y="30592"/>
                  </a:lnTo>
                  <a:lnTo>
                    <a:pt x="3366" y="30286"/>
                  </a:lnTo>
                  <a:lnTo>
                    <a:pt x="3672" y="29980"/>
                  </a:lnTo>
                  <a:lnTo>
                    <a:pt x="4283" y="29980"/>
                  </a:lnTo>
                  <a:lnTo>
                    <a:pt x="4589" y="29368"/>
                  </a:lnTo>
                  <a:lnTo>
                    <a:pt x="4589" y="28450"/>
                  </a:lnTo>
                  <a:lnTo>
                    <a:pt x="4283" y="27227"/>
                  </a:lnTo>
                  <a:lnTo>
                    <a:pt x="3060" y="25085"/>
                  </a:lnTo>
                  <a:lnTo>
                    <a:pt x="2142" y="22944"/>
                  </a:lnTo>
                  <a:lnTo>
                    <a:pt x="1224" y="20191"/>
                  </a:lnTo>
                  <a:lnTo>
                    <a:pt x="918" y="19273"/>
                  </a:lnTo>
                  <a:lnTo>
                    <a:pt x="307" y="18355"/>
                  </a:lnTo>
                  <a:lnTo>
                    <a:pt x="1" y="18049"/>
                  </a:lnTo>
                  <a:lnTo>
                    <a:pt x="612" y="17437"/>
                  </a:lnTo>
                  <a:lnTo>
                    <a:pt x="612" y="17131"/>
                  </a:lnTo>
                  <a:lnTo>
                    <a:pt x="1224" y="16520"/>
                  </a:lnTo>
                  <a:lnTo>
                    <a:pt x="1530" y="16214"/>
                  </a:lnTo>
                  <a:lnTo>
                    <a:pt x="1836" y="16520"/>
                  </a:lnTo>
                  <a:lnTo>
                    <a:pt x="1836" y="16826"/>
                  </a:lnTo>
                  <a:lnTo>
                    <a:pt x="2142" y="17131"/>
                  </a:lnTo>
                  <a:lnTo>
                    <a:pt x="2142" y="17743"/>
                  </a:lnTo>
                  <a:lnTo>
                    <a:pt x="2448" y="18049"/>
                  </a:lnTo>
                  <a:lnTo>
                    <a:pt x="3672" y="18355"/>
                  </a:lnTo>
                  <a:lnTo>
                    <a:pt x="4283" y="18661"/>
                  </a:lnTo>
                  <a:lnTo>
                    <a:pt x="5507" y="18661"/>
                  </a:lnTo>
                  <a:lnTo>
                    <a:pt x="6731" y="18967"/>
                  </a:lnTo>
                  <a:lnTo>
                    <a:pt x="7037" y="18661"/>
                  </a:lnTo>
                  <a:lnTo>
                    <a:pt x="7037" y="18355"/>
                  </a:lnTo>
                  <a:lnTo>
                    <a:pt x="7343" y="18049"/>
                  </a:lnTo>
                  <a:lnTo>
                    <a:pt x="7648" y="17743"/>
                  </a:lnTo>
                  <a:lnTo>
                    <a:pt x="8872" y="17437"/>
                  </a:lnTo>
                  <a:lnTo>
                    <a:pt x="8872" y="7036"/>
                  </a:lnTo>
                  <a:lnTo>
                    <a:pt x="9790" y="7954"/>
                  </a:lnTo>
                  <a:lnTo>
                    <a:pt x="10708" y="10095"/>
                  </a:lnTo>
                  <a:lnTo>
                    <a:pt x="11014" y="11013"/>
                  </a:lnTo>
                  <a:lnTo>
                    <a:pt x="10402" y="11931"/>
                  </a:lnTo>
                  <a:lnTo>
                    <a:pt x="10402" y="12849"/>
                  </a:lnTo>
                  <a:lnTo>
                    <a:pt x="12849" y="12849"/>
                  </a:lnTo>
                  <a:lnTo>
                    <a:pt x="13461" y="12543"/>
                  </a:lnTo>
                  <a:lnTo>
                    <a:pt x="13767" y="12237"/>
                  </a:lnTo>
                  <a:lnTo>
                    <a:pt x="14379" y="11625"/>
                  </a:lnTo>
                  <a:lnTo>
                    <a:pt x="15296" y="11013"/>
                  </a:lnTo>
                  <a:lnTo>
                    <a:pt x="15602" y="10707"/>
                  </a:lnTo>
                  <a:lnTo>
                    <a:pt x="15908" y="9178"/>
                  </a:lnTo>
                  <a:lnTo>
                    <a:pt x="16214" y="8566"/>
                  </a:lnTo>
                  <a:lnTo>
                    <a:pt x="17438" y="8566"/>
                  </a:lnTo>
                  <a:lnTo>
                    <a:pt x="18661" y="9484"/>
                  </a:lnTo>
                  <a:lnTo>
                    <a:pt x="19273" y="9484"/>
                  </a:lnTo>
                  <a:lnTo>
                    <a:pt x="19579" y="9790"/>
                  </a:lnTo>
                  <a:lnTo>
                    <a:pt x="20191" y="10095"/>
                  </a:lnTo>
                  <a:lnTo>
                    <a:pt x="22332" y="9790"/>
                  </a:lnTo>
                  <a:lnTo>
                    <a:pt x="22638" y="9484"/>
                  </a:lnTo>
                  <a:lnTo>
                    <a:pt x="23556" y="7342"/>
                  </a:lnTo>
                  <a:lnTo>
                    <a:pt x="24780" y="6730"/>
                  </a:lnTo>
                  <a:lnTo>
                    <a:pt x="25697" y="5813"/>
                  </a:lnTo>
                  <a:lnTo>
                    <a:pt x="26309" y="4283"/>
                  </a:lnTo>
                  <a:lnTo>
                    <a:pt x="26921" y="3671"/>
                  </a:lnTo>
                  <a:lnTo>
                    <a:pt x="28145" y="2754"/>
                  </a:lnTo>
                  <a:lnTo>
                    <a:pt x="29368" y="1530"/>
                  </a:lnTo>
                  <a:lnTo>
                    <a:pt x="30898" y="918"/>
                  </a:lnTo>
                  <a:lnTo>
                    <a:pt x="31204" y="306"/>
                  </a:lnTo>
                  <a:lnTo>
                    <a:pt x="32121" y="306"/>
                  </a:lnTo>
                  <a:lnTo>
                    <a:pt x="33039" y="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44" name="Google Shape;2044;p61"/>
            <p:cNvSpPr/>
            <p:nvPr/>
          </p:nvSpPr>
          <p:spPr>
            <a:xfrm>
              <a:off x="3844400" y="5018000"/>
              <a:ext cx="152975" cy="152975"/>
            </a:xfrm>
            <a:custGeom>
              <a:rect b="b" l="l" r="r" t="t"/>
              <a:pathLst>
                <a:path extrusionOk="0" fill="none" h="6119" w="6119">
                  <a:moveTo>
                    <a:pt x="1836" y="1224"/>
                  </a:moveTo>
                  <a:lnTo>
                    <a:pt x="918" y="2753"/>
                  </a:lnTo>
                  <a:lnTo>
                    <a:pt x="0" y="3059"/>
                  </a:lnTo>
                  <a:lnTo>
                    <a:pt x="918" y="4589"/>
                  </a:lnTo>
                  <a:lnTo>
                    <a:pt x="918" y="4895"/>
                  </a:lnTo>
                  <a:lnTo>
                    <a:pt x="1836" y="5813"/>
                  </a:lnTo>
                  <a:lnTo>
                    <a:pt x="2447" y="6119"/>
                  </a:lnTo>
                  <a:lnTo>
                    <a:pt x="2753" y="5813"/>
                  </a:lnTo>
                  <a:lnTo>
                    <a:pt x="3059" y="4895"/>
                  </a:lnTo>
                  <a:lnTo>
                    <a:pt x="3365" y="4589"/>
                  </a:lnTo>
                  <a:lnTo>
                    <a:pt x="4283" y="4589"/>
                  </a:lnTo>
                  <a:lnTo>
                    <a:pt x="5201" y="3977"/>
                  </a:lnTo>
                  <a:lnTo>
                    <a:pt x="5201" y="3365"/>
                  </a:lnTo>
                  <a:lnTo>
                    <a:pt x="6118" y="2448"/>
                  </a:lnTo>
                  <a:lnTo>
                    <a:pt x="5812" y="1530"/>
                  </a:lnTo>
                  <a:lnTo>
                    <a:pt x="4895" y="918"/>
                  </a:lnTo>
                  <a:lnTo>
                    <a:pt x="3977" y="0"/>
                  </a:lnTo>
                  <a:lnTo>
                    <a:pt x="2753" y="306"/>
                  </a:lnTo>
                  <a:lnTo>
                    <a:pt x="2447" y="918"/>
                  </a:lnTo>
                  <a:lnTo>
                    <a:pt x="1836" y="1224"/>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45" name="Google Shape;2045;p61"/>
            <p:cNvSpPr/>
            <p:nvPr/>
          </p:nvSpPr>
          <p:spPr>
            <a:xfrm>
              <a:off x="3530825" y="3671975"/>
              <a:ext cx="726575" cy="634800"/>
            </a:xfrm>
            <a:custGeom>
              <a:rect b="b" l="l" r="r" t="t"/>
              <a:pathLst>
                <a:path extrusionOk="0" h="25392" w="29063">
                  <a:moveTo>
                    <a:pt x="27227" y="3060"/>
                  </a:moveTo>
                  <a:lnTo>
                    <a:pt x="27533" y="3672"/>
                  </a:lnTo>
                  <a:lnTo>
                    <a:pt x="27839" y="3672"/>
                  </a:lnTo>
                  <a:lnTo>
                    <a:pt x="27839" y="3978"/>
                  </a:lnTo>
                  <a:lnTo>
                    <a:pt x="28451" y="4283"/>
                  </a:lnTo>
                  <a:lnTo>
                    <a:pt x="28145" y="4895"/>
                  </a:lnTo>
                  <a:lnTo>
                    <a:pt x="28756" y="5201"/>
                  </a:lnTo>
                  <a:lnTo>
                    <a:pt x="28756" y="5507"/>
                  </a:lnTo>
                  <a:lnTo>
                    <a:pt x="29062" y="6119"/>
                  </a:lnTo>
                  <a:lnTo>
                    <a:pt x="28756" y="6731"/>
                  </a:lnTo>
                  <a:lnTo>
                    <a:pt x="28145" y="7037"/>
                  </a:lnTo>
                  <a:lnTo>
                    <a:pt x="28451" y="7648"/>
                  </a:lnTo>
                  <a:lnTo>
                    <a:pt x="27839" y="8566"/>
                  </a:lnTo>
                  <a:lnTo>
                    <a:pt x="28145" y="9178"/>
                  </a:lnTo>
                  <a:lnTo>
                    <a:pt x="28145" y="10096"/>
                  </a:lnTo>
                  <a:lnTo>
                    <a:pt x="28145" y="10402"/>
                  </a:lnTo>
                  <a:lnTo>
                    <a:pt x="28756" y="10708"/>
                  </a:lnTo>
                  <a:lnTo>
                    <a:pt x="28451" y="11014"/>
                  </a:lnTo>
                  <a:lnTo>
                    <a:pt x="27533" y="11319"/>
                  </a:lnTo>
                  <a:lnTo>
                    <a:pt x="27227" y="11625"/>
                  </a:lnTo>
                  <a:lnTo>
                    <a:pt x="27533" y="11931"/>
                  </a:lnTo>
                  <a:lnTo>
                    <a:pt x="27227" y="12849"/>
                  </a:lnTo>
                  <a:lnTo>
                    <a:pt x="26921" y="13461"/>
                  </a:lnTo>
                  <a:lnTo>
                    <a:pt x="26615" y="13767"/>
                  </a:lnTo>
                  <a:lnTo>
                    <a:pt x="26921" y="14073"/>
                  </a:lnTo>
                  <a:lnTo>
                    <a:pt x="26921" y="14379"/>
                  </a:lnTo>
                  <a:lnTo>
                    <a:pt x="27533" y="14990"/>
                  </a:lnTo>
                  <a:lnTo>
                    <a:pt x="27839" y="14684"/>
                  </a:lnTo>
                  <a:lnTo>
                    <a:pt x="27839" y="14684"/>
                  </a:lnTo>
                  <a:lnTo>
                    <a:pt x="27839" y="14990"/>
                  </a:lnTo>
                  <a:lnTo>
                    <a:pt x="27533" y="14990"/>
                  </a:lnTo>
                  <a:lnTo>
                    <a:pt x="27227" y="14990"/>
                  </a:lnTo>
                  <a:lnTo>
                    <a:pt x="26309" y="15296"/>
                  </a:lnTo>
                  <a:lnTo>
                    <a:pt x="26309" y="15602"/>
                  </a:lnTo>
                  <a:lnTo>
                    <a:pt x="20497" y="17438"/>
                  </a:lnTo>
                  <a:lnTo>
                    <a:pt x="20497" y="17744"/>
                  </a:lnTo>
                  <a:lnTo>
                    <a:pt x="20803" y="18355"/>
                  </a:lnTo>
                  <a:lnTo>
                    <a:pt x="21109" y="18967"/>
                  </a:lnTo>
                  <a:lnTo>
                    <a:pt x="18661" y="19273"/>
                  </a:lnTo>
                  <a:lnTo>
                    <a:pt x="17438" y="19885"/>
                  </a:lnTo>
                  <a:lnTo>
                    <a:pt x="17132" y="20191"/>
                  </a:lnTo>
                  <a:lnTo>
                    <a:pt x="16826" y="21415"/>
                  </a:lnTo>
                  <a:lnTo>
                    <a:pt x="14684" y="22638"/>
                  </a:lnTo>
                  <a:lnTo>
                    <a:pt x="13767" y="23556"/>
                  </a:lnTo>
                  <a:lnTo>
                    <a:pt x="12543" y="25085"/>
                  </a:lnTo>
                  <a:lnTo>
                    <a:pt x="11625" y="25391"/>
                  </a:lnTo>
                  <a:lnTo>
                    <a:pt x="10402" y="25085"/>
                  </a:lnTo>
                  <a:lnTo>
                    <a:pt x="9790" y="25085"/>
                  </a:lnTo>
                  <a:lnTo>
                    <a:pt x="9178" y="24780"/>
                  </a:lnTo>
                  <a:lnTo>
                    <a:pt x="8260" y="24780"/>
                  </a:lnTo>
                  <a:lnTo>
                    <a:pt x="8260" y="24780"/>
                  </a:lnTo>
                  <a:lnTo>
                    <a:pt x="7343" y="24168"/>
                  </a:lnTo>
                  <a:lnTo>
                    <a:pt x="6119" y="23862"/>
                  </a:lnTo>
                  <a:lnTo>
                    <a:pt x="3672" y="24168"/>
                  </a:lnTo>
                  <a:lnTo>
                    <a:pt x="3060" y="23862"/>
                  </a:lnTo>
                  <a:lnTo>
                    <a:pt x="1530" y="22638"/>
                  </a:lnTo>
                  <a:lnTo>
                    <a:pt x="307" y="21415"/>
                  </a:lnTo>
                  <a:lnTo>
                    <a:pt x="1" y="20191"/>
                  </a:lnTo>
                  <a:lnTo>
                    <a:pt x="1" y="12237"/>
                  </a:lnTo>
                  <a:lnTo>
                    <a:pt x="1530" y="12237"/>
                  </a:lnTo>
                  <a:lnTo>
                    <a:pt x="4895" y="12237"/>
                  </a:lnTo>
                  <a:lnTo>
                    <a:pt x="4589" y="11625"/>
                  </a:lnTo>
                  <a:lnTo>
                    <a:pt x="4895" y="11014"/>
                  </a:lnTo>
                  <a:lnTo>
                    <a:pt x="5201" y="10402"/>
                  </a:lnTo>
                  <a:lnTo>
                    <a:pt x="4895" y="10096"/>
                  </a:lnTo>
                  <a:lnTo>
                    <a:pt x="4895" y="8872"/>
                  </a:lnTo>
                  <a:lnTo>
                    <a:pt x="5201" y="8260"/>
                  </a:lnTo>
                  <a:lnTo>
                    <a:pt x="4895" y="7037"/>
                  </a:lnTo>
                  <a:lnTo>
                    <a:pt x="5201" y="7037"/>
                  </a:lnTo>
                  <a:lnTo>
                    <a:pt x="5507" y="7343"/>
                  </a:lnTo>
                  <a:lnTo>
                    <a:pt x="5813" y="7343"/>
                  </a:lnTo>
                  <a:lnTo>
                    <a:pt x="5813" y="7954"/>
                  </a:lnTo>
                  <a:lnTo>
                    <a:pt x="5813" y="8260"/>
                  </a:lnTo>
                  <a:lnTo>
                    <a:pt x="6119" y="8260"/>
                  </a:lnTo>
                  <a:lnTo>
                    <a:pt x="7343" y="7954"/>
                  </a:lnTo>
                  <a:lnTo>
                    <a:pt x="8260" y="7648"/>
                  </a:lnTo>
                  <a:lnTo>
                    <a:pt x="8260" y="8260"/>
                  </a:lnTo>
                  <a:lnTo>
                    <a:pt x="8260" y="8872"/>
                  </a:lnTo>
                  <a:lnTo>
                    <a:pt x="8872" y="9178"/>
                  </a:lnTo>
                  <a:lnTo>
                    <a:pt x="9178" y="9178"/>
                  </a:lnTo>
                  <a:lnTo>
                    <a:pt x="10096" y="9484"/>
                  </a:lnTo>
                  <a:lnTo>
                    <a:pt x="11014" y="9484"/>
                  </a:lnTo>
                  <a:lnTo>
                    <a:pt x="11625" y="9790"/>
                  </a:lnTo>
                  <a:lnTo>
                    <a:pt x="12237" y="9790"/>
                  </a:lnTo>
                  <a:lnTo>
                    <a:pt x="12543" y="9484"/>
                  </a:lnTo>
                  <a:lnTo>
                    <a:pt x="12543" y="8872"/>
                  </a:lnTo>
                  <a:lnTo>
                    <a:pt x="12849" y="8566"/>
                  </a:lnTo>
                  <a:lnTo>
                    <a:pt x="13155" y="9178"/>
                  </a:lnTo>
                  <a:lnTo>
                    <a:pt x="13461" y="9484"/>
                  </a:lnTo>
                  <a:lnTo>
                    <a:pt x="13767" y="10096"/>
                  </a:lnTo>
                  <a:lnTo>
                    <a:pt x="14073" y="10402"/>
                  </a:lnTo>
                  <a:lnTo>
                    <a:pt x="14684" y="10402"/>
                  </a:lnTo>
                  <a:lnTo>
                    <a:pt x="14990" y="10708"/>
                  </a:lnTo>
                  <a:lnTo>
                    <a:pt x="15908" y="11014"/>
                  </a:lnTo>
                  <a:lnTo>
                    <a:pt x="16214" y="11319"/>
                  </a:lnTo>
                  <a:lnTo>
                    <a:pt x="16214" y="11625"/>
                  </a:lnTo>
                  <a:lnTo>
                    <a:pt x="16214" y="11931"/>
                  </a:lnTo>
                  <a:lnTo>
                    <a:pt x="16520" y="11931"/>
                  </a:lnTo>
                  <a:lnTo>
                    <a:pt x="16826" y="12237"/>
                  </a:lnTo>
                  <a:lnTo>
                    <a:pt x="17438" y="13155"/>
                  </a:lnTo>
                  <a:lnTo>
                    <a:pt x="18050" y="13461"/>
                  </a:lnTo>
                  <a:lnTo>
                    <a:pt x="18967" y="12849"/>
                  </a:lnTo>
                  <a:lnTo>
                    <a:pt x="18967" y="12849"/>
                  </a:lnTo>
                  <a:lnTo>
                    <a:pt x="18967" y="13461"/>
                  </a:lnTo>
                  <a:lnTo>
                    <a:pt x="19273" y="13461"/>
                  </a:lnTo>
                  <a:lnTo>
                    <a:pt x="19579" y="13155"/>
                  </a:lnTo>
                  <a:lnTo>
                    <a:pt x="19579" y="11014"/>
                  </a:lnTo>
                  <a:lnTo>
                    <a:pt x="19273" y="10096"/>
                  </a:lnTo>
                  <a:lnTo>
                    <a:pt x="18661" y="10402"/>
                  </a:lnTo>
                  <a:lnTo>
                    <a:pt x="18661" y="10708"/>
                  </a:lnTo>
                  <a:lnTo>
                    <a:pt x="18661" y="11014"/>
                  </a:lnTo>
                  <a:lnTo>
                    <a:pt x="18661" y="11014"/>
                  </a:lnTo>
                  <a:lnTo>
                    <a:pt x="17438" y="10708"/>
                  </a:lnTo>
                  <a:lnTo>
                    <a:pt x="16826" y="9790"/>
                  </a:lnTo>
                  <a:lnTo>
                    <a:pt x="15908" y="9178"/>
                  </a:lnTo>
                  <a:lnTo>
                    <a:pt x="15908" y="8260"/>
                  </a:lnTo>
                  <a:lnTo>
                    <a:pt x="16214" y="6731"/>
                  </a:lnTo>
                  <a:lnTo>
                    <a:pt x="16520" y="6425"/>
                  </a:lnTo>
                  <a:lnTo>
                    <a:pt x="16520" y="5201"/>
                  </a:lnTo>
                  <a:lnTo>
                    <a:pt x="16520" y="4283"/>
                  </a:lnTo>
                  <a:lnTo>
                    <a:pt x="16214" y="3060"/>
                  </a:lnTo>
                  <a:lnTo>
                    <a:pt x="15908" y="2754"/>
                  </a:lnTo>
                  <a:lnTo>
                    <a:pt x="17132" y="1836"/>
                  </a:lnTo>
                  <a:lnTo>
                    <a:pt x="17438" y="918"/>
                  </a:lnTo>
                  <a:lnTo>
                    <a:pt x="21415" y="307"/>
                  </a:lnTo>
                  <a:lnTo>
                    <a:pt x="21720" y="1"/>
                  </a:lnTo>
                  <a:lnTo>
                    <a:pt x="22638" y="1224"/>
                  </a:lnTo>
                  <a:lnTo>
                    <a:pt x="23250" y="1224"/>
                  </a:lnTo>
                  <a:lnTo>
                    <a:pt x="23862" y="1224"/>
                  </a:lnTo>
                  <a:lnTo>
                    <a:pt x="24168" y="1836"/>
                  </a:lnTo>
                  <a:lnTo>
                    <a:pt x="24474" y="1836"/>
                  </a:lnTo>
                  <a:lnTo>
                    <a:pt x="24780" y="2142"/>
                  </a:lnTo>
                  <a:lnTo>
                    <a:pt x="25391" y="2448"/>
                  </a:lnTo>
                  <a:lnTo>
                    <a:pt x="26003" y="2448"/>
                  </a:lnTo>
                  <a:lnTo>
                    <a:pt x="26309" y="2754"/>
                  </a:lnTo>
                  <a:lnTo>
                    <a:pt x="27227" y="3060"/>
                  </a:lnTo>
                  <a:close/>
                </a:path>
              </a:pathLst>
            </a:custGeom>
            <a:solidFill>
              <a:srgbClr val="EFEADC"/>
            </a:solidFill>
            <a:ln>
              <a:noFill/>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sp>
          <p:nvSpPr>
            <p:cNvPr id="2046" name="Google Shape;2046;p61"/>
            <p:cNvSpPr/>
            <p:nvPr/>
          </p:nvSpPr>
          <p:spPr>
            <a:xfrm>
              <a:off x="3530825" y="3671975"/>
              <a:ext cx="726575" cy="634800"/>
            </a:xfrm>
            <a:custGeom>
              <a:rect b="b" l="l" r="r" t="t"/>
              <a:pathLst>
                <a:path extrusionOk="0" fill="none" h="25392" w="29063">
                  <a:moveTo>
                    <a:pt x="27227" y="3060"/>
                  </a:moveTo>
                  <a:lnTo>
                    <a:pt x="27533" y="3672"/>
                  </a:lnTo>
                  <a:lnTo>
                    <a:pt x="27839" y="3672"/>
                  </a:lnTo>
                  <a:lnTo>
                    <a:pt x="27839" y="3978"/>
                  </a:lnTo>
                  <a:lnTo>
                    <a:pt x="28451" y="4283"/>
                  </a:lnTo>
                  <a:lnTo>
                    <a:pt x="28145" y="4895"/>
                  </a:lnTo>
                  <a:lnTo>
                    <a:pt x="28756" y="5201"/>
                  </a:lnTo>
                  <a:lnTo>
                    <a:pt x="28756" y="5507"/>
                  </a:lnTo>
                  <a:lnTo>
                    <a:pt x="29062" y="6119"/>
                  </a:lnTo>
                  <a:lnTo>
                    <a:pt x="28756" y="6731"/>
                  </a:lnTo>
                  <a:lnTo>
                    <a:pt x="28145" y="7037"/>
                  </a:lnTo>
                  <a:lnTo>
                    <a:pt x="28451" y="7648"/>
                  </a:lnTo>
                  <a:lnTo>
                    <a:pt x="27839" y="8566"/>
                  </a:lnTo>
                  <a:lnTo>
                    <a:pt x="28145" y="9178"/>
                  </a:lnTo>
                  <a:lnTo>
                    <a:pt x="28145" y="10096"/>
                  </a:lnTo>
                  <a:lnTo>
                    <a:pt x="28145" y="10402"/>
                  </a:lnTo>
                  <a:lnTo>
                    <a:pt x="28756" y="10708"/>
                  </a:lnTo>
                  <a:lnTo>
                    <a:pt x="28451" y="11014"/>
                  </a:lnTo>
                  <a:lnTo>
                    <a:pt x="27533" y="11319"/>
                  </a:lnTo>
                  <a:lnTo>
                    <a:pt x="27227" y="11625"/>
                  </a:lnTo>
                  <a:lnTo>
                    <a:pt x="27533" y="11931"/>
                  </a:lnTo>
                  <a:lnTo>
                    <a:pt x="27227" y="12849"/>
                  </a:lnTo>
                  <a:lnTo>
                    <a:pt x="26921" y="13461"/>
                  </a:lnTo>
                  <a:lnTo>
                    <a:pt x="26615" y="13767"/>
                  </a:lnTo>
                  <a:lnTo>
                    <a:pt x="26921" y="14073"/>
                  </a:lnTo>
                  <a:lnTo>
                    <a:pt x="26921" y="14379"/>
                  </a:lnTo>
                  <a:lnTo>
                    <a:pt x="27533" y="14990"/>
                  </a:lnTo>
                  <a:lnTo>
                    <a:pt x="27839" y="14684"/>
                  </a:lnTo>
                  <a:lnTo>
                    <a:pt x="27839" y="14684"/>
                  </a:lnTo>
                  <a:lnTo>
                    <a:pt x="27839" y="14990"/>
                  </a:lnTo>
                  <a:lnTo>
                    <a:pt x="27533" y="14990"/>
                  </a:lnTo>
                  <a:lnTo>
                    <a:pt x="27227" y="14990"/>
                  </a:lnTo>
                  <a:lnTo>
                    <a:pt x="26309" y="15296"/>
                  </a:lnTo>
                  <a:lnTo>
                    <a:pt x="26309" y="15602"/>
                  </a:lnTo>
                  <a:lnTo>
                    <a:pt x="20497" y="17438"/>
                  </a:lnTo>
                  <a:lnTo>
                    <a:pt x="20497" y="17744"/>
                  </a:lnTo>
                  <a:lnTo>
                    <a:pt x="20803" y="18355"/>
                  </a:lnTo>
                  <a:lnTo>
                    <a:pt x="21109" y="18967"/>
                  </a:lnTo>
                  <a:lnTo>
                    <a:pt x="18661" y="19273"/>
                  </a:lnTo>
                  <a:lnTo>
                    <a:pt x="17438" y="19885"/>
                  </a:lnTo>
                  <a:lnTo>
                    <a:pt x="17132" y="20191"/>
                  </a:lnTo>
                  <a:lnTo>
                    <a:pt x="16826" y="21415"/>
                  </a:lnTo>
                  <a:lnTo>
                    <a:pt x="14684" y="22638"/>
                  </a:lnTo>
                  <a:lnTo>
                    <a:pt x="13767" y="23556"/>
                  </a:lnTo>
                  <a:lnTo>
                    <a:pt x="12543" y="25085"/>
                  </a:lnTo>
                  <a:lnTo>
                    <a:pt x="11625" y="25391"/>
                  </a:lnTo>
                  <a:lnTo>
                    <a:pt x="10402" y="25085"/>
                  </a:lnTo>
                  <a:lnTo>
                    <a:pt x="9790" y="25085"/>
                  </a:lnTo>
                  <a:lnTo>
                    <a:pt x="9178" y="24780"/>
                  </a:lnTo>
                  <a:lnTo>
                    <a:pt x="8260" y="24780"/>
                  </a:lnTo>
                  <a:lnTo>
                    <a:pt x="8260" y="24780"/>
                  </a:lnTo>
                  <a:lnTo>
                    <a:pt x="7343" y="24168"/>
                  </a:lnTo>
                  <a:lnTo>
                    <a:pt x="6119" y="23862"/>
                  </a:lnTo>
                  <a:lnTo>
                    <a:pt x="3672" y="24168"/>
                  </a:lnTo>
                  <a:lnTo>
                    <a:pt x="3060" y="23862"/>
                  </a:lnTo>
                  <a:lnTo>
                    <a:pt x="1530" y="22638"/>
                  </a:lnTo>
                  <a:lnTo>
                    <a:pt x="307" y="21415"/>
                  </a:lnTo>
                  <a:lnTo>
                    <a:pt x="1" y="20191"/>
                  </a:lnTo>
                  <a:lnTo>
                    <a:pt x="1" y="12237"/>
                  </a:lnTo>
                  <a:lnTo>
                    <a:pt x="1530" y="12237"/>
                  </a:lnTo>
                  <a:lnTo>
                    <a:pt x="4895" y="12237"/>
                  </a:lnTo>
                  <a:lnTo>
                    <a:pt x="4589" y="11625"/>
                  </a:lnTo>
                  <a:lnTo>
                    <a:pt x="4895" y="11014"/>
                  </a:lnTo>
                  <a:lnTo>
                    <a:pt x="5201" y="10402"/>
                  </a:lnTo>
                  <a:lnTo>
                    <a:pt x="4895" y="10096"/>
                  </a:lnTo>
                  <a:lnTo>
                    <a:pt x="4895" y="8872"/>
                  </a:lnTo>
                  <a:lnTo>
                    <a:pt x="5201" y="8260"/>
                  </a:lnTo>
                  <a:lnTo>
                    <a:pt x="4895" y="7037"/>
                  </a:lnTo>
                  <a:lnTo>
                    <a:pt x="5201" y="7037"/>
                  </a:lnTo>
                  <a:lnTo>
                    <a:pt x="5507" y="7343"/>
                  </a:lnTo>
                  <a:lnTo>
                    <a:pt x="5813" y="7343"/>
                  </a:lnTo>
                  <a:lnTo>
                    <a:pt x="5813" y="7954"/>
                  </a:lnTo>
                  <a:lnTo>
                    <a:pt x="5813" y="8260"/>
                  </a:lnTo>
                  <a:lnTo>
                    <a:pt x="6119" y="8260"/>
                  </a:lnTo>
                  <a:lnTo>
                    <a:pt x="7343" y="7954"/>
                  </a:lnTo>
                  <a:lnTo>
                    <a:pt x="8260" y="7648"/>
                  </a:lnTo>
                  <a:lnTo>
                    <a:pt x="8260" y="8260"/>
                  </a:lnTo>
                  <a:lnTo>
                    <a:pt x="8260" y="8872"/>
                  </a:lnTo>
                  <a:lnTo>
                    <a:pt x="8872" y="9178"/>
                  </a:lnTo>
                  <a:lnTo>
                    <a:pt x="9178" y="9178"/>
                  </a:lnTo>
                  <a:lnTo>
                    <a:pt x="10096" y="9484"/>
                  </a:lnTo>
                  <a:lnTo>
                    <a:pt x="11014" y="9484"/>
                  </a:lnTo>
                  <a:lnTo>
                    <a:pt x="11625" y="9790"/>
                  </a:lnTo>
                  <a:lnTo>
                    <a:pt x="12237" y="9790"/>
                  </a:lnTo>
                  <a:lnTo>
                    <a:pt x="12543" y="9484"/>
                  </a:lnTo>
                  <a:lnTo>
                    <a:pt x="12543" y="8872"/>
                  </a:lnTo>
                  <a:lnTo>
                    <a:pt x="12849" y="8566"/>
                  </a:lnTo>
                  <a:lnTo>
                    <a:pt x="13155" y="9178"/>
                  </a:lnTo>
                  <a:lnTo>
                    <a:pt x="13461" y="9484"/>
                  </a:lnTo>
                  <a:lnTo>
                    <a:pt x="13767" y="10096"/>
                  </a:lnTo>
                  <a:lnTo>
                    <a:pt x="14073" y="10402"/>
                  </a:lnTo>
                  <a:lnTo>
                    <a:pt x="14684" y="10402"/>
                  </a:lnTo>
                  <a:lnTo>
                    <a:pt x="14990" y="10708"/>
                  </a:lnTo>
                  <a:lnTo>
                    <a:pt x="15908" y="11014"/>
                  </a:lnTo>
                  <a:lnTo>
                    <a:pt x="16214" y="11319"/>
                  </a:lnTo>
                  <a:lnTo>
                    <a:pt x="16214" y="11625"/>
                  </a:lnTo>
                  <a:lnTo>
                    <a:pt x="16214" y="11931"/>
                  </a:lnTo>
                  <a:lnTo>
                    <a:pt x="16520" y="11931"/>
                  </a:lnTo>
                  <a:lnTo>
                    <a:pt x="16826" y="12237"/>
                  </a:lnTo>
                  <a:lnTo>
                    <a:pt x="17438" y="13155"/>
                  </a:lnTo>
                  <a:lnTo>
                    <a:pt x="18050" y="13461"/>
                  </a:lnTo>
                  <a:lnTo>
                    <a:pt x="18967" y="12849"/>
                  </a:lnTo>
                  <a:lnTo>
                    <a:pt x="18967" y="12849"/>
                  </a:lnTo>
                  <a:lnTo>
                    <a:pt x="18967" y="13461"/>
                  </a:lnTo>
                  <a:lnTo>
                    <a:pt x="19273" y="13461"/>
                  </a:lnTo>
                  <a:lnTo>
                    <a:pt x="19579" y="13155"/>
                  </a:lnTo>
                  <a:lnTo>
                    <a:pt x="19579" y="11014"/>
                  </a:lnTo>
                  <a:lnTo>
                    <a:pt x="19273" y="10096"/>
                  </a:lnTo>
                  <a:lnTo>
                    <a:pt x="18661" y="10402"/>
                  </a:lnTo>
                  <a:lnTo>
                    <a:pt x="18661" y="10708"/>
                  </a:lnTo>
                  <a:lnTo>
                    <a:pt x="18661" y="11014"/>
                  </a:lnTo>
                  <a:lnTo>
                    <a:pt x="18661" y="11014"/>
                  </a:lnTo>
                  <a:lnTo>
                    <a:pt x="17438" y="10708"/>
                  </a:lnTo>
                  <a:lnTo>
                    <a:pt x="16826" y="9790"/>
                  </a:lnTo>
                  <a:lnTo>
                    <a:pt x="15908" y="9178"/>
                  </a:lnTo>
                  <a:lnTo>
                    <a:pt x="15908" y="8260"/>
                  </a:lnTo>
                  <a:lnTo>
                    <a:pt x="16214" y="6731"/>
                  </a:lnTo>
                  <a:lnTo>
                    <a:pt x="16520" y="6425"/>
                  </a:lnTo>
                  <a:lnTo>
                    <a:pt x="16520" y="5201"/>
                  </a:lnTo>
                  <a:lnTo>
                    <a:pt x="16520" y="4283"/>
                  </a:lnTo>
                  <a:lnTo>
                    <a:pt x="16214" y="3060"/>
                  </a:lnTo>
                  <a:lnTo>
                    <a:pt x="15908" y="2754"/>
                  </a:lnTo>
                  <a:lnTo>
                    <a:pt x="17132" y="1836"/>
                  </a:lnTo>
                  <a:lnTo>
                    <a:pt x="17438" y="918"/>
                  </a:lnTo>
                  <a:lnTo>
                    <a:pt x="21415" y="307"/>
                  </a:lnTo>
                  <a:lnTo>
                    <a:pt x="21720" y="1"/>
                  </a:lnTo>
                  <a:lnTo>
                    <a:pt x="22638" y="1224"/>
                  </a:lnTo>
                  <a:lnTo>
                    <a:pt x="23250" y="1224"/>
                  </a:lnTo>
                  <a:lnTo>
                    <a:pt x="23862" y="1224"/>
                  </a:lnTo>
                  <a:lnTo>
                    <a:pt x="24168" y="1836"/>
                  </a:lnTo>
                  <a:lnTo>
                    <a:pt x="24474" y="1836"/>
                  </a:lnTo>
                  <a:lnTo>
                    <a:pt x="24780" y="2142"/>
                  </a:lnTo>
                  <a:lnTo>
                    <a:pt x="25391" y="2448"/>
                  </a:lnTo>
                  <a:lnTo>
                    <a:pt x="26003" y="2448"/>
                  </a:lnTo>
                  <a:lnTo>
                    <a:pt x="26309" y="2754"/>
                  </a:lnTo>
                  <a:lnTo>
                    <a:pt x="27227" y="3060"/>
                  </a:lnTo>
                </a:path>
              </a:pathLst>
            </a:custGeom>
            <a:noFill/>
            <a:ln cap="rnd" cmpd="sng" w="7075">
              <a:solidFill>
                <a:srgbClr val="FFFFFF"/>
              </a:solidFill>
              <a:prstDash val="solid"/>
              <a:round/>
              <a:headEnd len="sm" w="sm" type="none"/>
              <a:tailEnd len="sm" w="sm" type="none"/>
            </a:ln>
          </p:spPr>
          <p:txBody>
            <a:bodyPr anchorCtr="0" anchor="ctr" bIns="84550" lIns="84550" spcFirstLastPara="1" rIns="84550" wrap="square" tIns="84550">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62"/>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Our presence</a:t>
            </a:r>
            <a:endParaRPr/>
          </a:p>
        </p:txBody>
      </p:sp>
      <p:grpSp>
        <p:nvGrpSpPr>
          <p:cNvPr id="2052" name="Google Shape;2052;p62"/>
          <p:cNvGrpSpPr/>
          <p:nvPr/>
        </p:nvGrpSpPr>
        <p:grpSpPr>
          <a:xfrm>
            <a:off x="4199913" y="112265"/>
            <a:ext cx="4896454" cy="4918964"/>
            <a:chOff x="2685375" y="1843600"/>
            <a:chExt cx="1299725" cy="1305700"/>
          </a:xfrm>
        </p:grpSpPr>
        <p:sp>
          <p:nvSpPr>
            <p:cNvPr id="2053" name="Google Shape;2053;p62"/>
            <p:cNvSpPr/>
            <p:nvPr/>
          </p:nvSpPr>
          <p:spPr>
            <a:xfrm>
              <a:off x="3355200" y="3143675"/>
              <a:ext cx="9375" cy="5625"/>
            </a:xfrm>
            <a:custGeom>
              <a:rect b="b" l="l" r="r" t="t"/>
              <a:pathLst>
                <a:path extrusionOk="0" h="225" w="375">
                  <a:moveTo>
                    <a:pt x="1" y="30"/>
                  </a:moveTo>
                  <a:lnTo>
                    <a:pt x="61" y="105"/>
                  </a:lnTo>
                  <a:lnTo>
                    <a:pt x="120" y="180"/>
                  </a:lnTo>
                  <a:lnTo>
                    <a:pt x="165" y="225"/>
                  </a:lnTo>
                  <a:lnTo>
                    <a:pt x="344" y="210"/>
                  </a:lnTo>
                  <a:lnTo>
                    <a:pt x="374" y="180"/>
                  </a:lnTo>
                  <a:lnTo>
                    <a:pt x="374" y="135"/>
                  </a:lnTo>
                  <a:lnTo>
                    <a:pt x="344" y="60"/>
                  </a:lnTo>
                  <a:lnTo>
                    <a:pt x="300" y="60"/>
                  </a:lnTo>
                  <a:lnTo>
                    <a:pt x="195" y="60"/>
                  </a:lnTo>
                  <a:lnTo>
                    <a:pt x="1" y="1"/>
                  </a:lnTo>
                  <a:lnTo>
                    <a:pt x="1" y="3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62"/>
            <p:cNvSpPr/>
            <p:nvPr/>
          </p:nvSpPr>
          <p:spPr>
            <a:xfrm>
              <a:off x="3355200" y="3143675"/>
              <a:ext cx="9375" cy="5625"/>
            </a:xfrm>
            <a:custGeom>
              <a:rect b="b" l="l" r="r" t="t"/>
              <a:pathLst>
                <a:path extrusionOk="0" fill="none" h="225" w="375">
                  <a:moveTo>
                    <a:pt x="1" y="30"/>
                  </a:moveTo>
                  <a:lnTo>
                    <a:pt x="61" y="105"/>
                  </a:lnTo>
                  <a:lnTo>
                    <a:pt x="120" y="180"/>
                  </a:lnTo>
                  <a:lnTo>
                    <a:pt x="165" y="225"/>
                  </a:lnTo>
                  <a:lnTo>
                    <a:pt x="344" y="210"/>
                  </a:lnTo>
                  <a:lnTo>
                    <a:pt x="374" y="180"/>
                  </a:lnTo>
                  <a:lnTo>
                    <a:pt x="374" y="135"/>
                  </a:lnTo>
                  <a:lnTo>
                    <a:pt x="344" y="60"/>
                  </a:lnTo>
                  <a:lnTo>
                    <a:pt x="300" y="60"/>
                  </a:lnTo>
                  <a:lnTo>
                    <a:pt x="195" y="60"/>
                  </a:lnTo>
                  <a:lnTo>
                    <a:pt x="1" y="1"/>
                  </a:lnTo>
                  <a:lnTo>
                    <a:pt x="1" y="30"/>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62"/>
            <p:cNvSpPr/>
            <p:nvPr/>
          </p:nvSpPr>
          <p:spPr>
            <a:xfrm>
              <a:off x="3115500" y="2307325"/>
              <a:ext cx="33625" cy="28025"/>
            </a:xfrm>
            <a:custGeom>
              <a:rect b="b" l="l" r="r" t="t"/>
              <a:pathLst>
                <a:path extrusionOk="0" h="1121" w="1345">
                  <a:moveTo>
                    <a:pt x="150" y="1"/>
                  </a:moveTo>
                  <a:lnTo>
                    <a:pt x="31" y="75"/>
                  </a:lnTo>
                  <a:lnTo>
                    <a:pt x="1" y="135"/>
                  </a:lnTo>
                  <a:lnTo>
                    <a:pt x="329" y="493"/>
                  </a:lnTo>
                  <a:lnTo>
                    <a:pt x="553" y="703"/>
                  </a:lnTo>
                  <a:lnTo>
                    <a:pt x="673" y="762"/>
                  </a:lnTo>
                  <a:lnTo>
                    <a:pt x="748" y="852"/>
                  </a:lnTo>
                  <a:lnTo>
                    <a:pt x="777" y="897"/>
                  </a:lnTo>
                  <a:lnTo>
                    <a:pt x="822" y="927"/>
                  </a:lnTo>
                  <a:lnTo>
                    <a:pt x="897" y="971"/>
                  </a:lnTo>
                  <a:lnTo>
                    <a:pt x="1001" y="986"/>
                  </a:lnTo>
                  <a:lnTo>
                    <a:pt x="1076" y="1001"/>
                  </a:lnTo>
                  <a:lnTo>
                    <a:pt x="1151" y="1031"/>
                  </a:lnTo>
                  <a:lnTo>
                    <a:pt x="1166" y="1031"/>
                  </a:lnTo>
                  <a:lnTo>
                    <a:pt x="1196" y="1046"/>
                  </a:lnTo>
                  <a:lnTo>
                    <a:pt x="1270" y="1091"/>
                  </a:lnTo>
                  <a:lnTo>
                    <a:pt x="1345" y="1121"/>
                  </a:lnTo>
                  <a:lnTo>
                    <a:pt x="1345" y="1076"/>
                  </a:lnTo>
                  <a:lnTo>
                    <a:pt x="1345" y="1016"/>
                  </a:lnTo>
                  <a:lnTo>
                    <a:pt x="1345" y="956"/>
                  </a:lnTo>
                  <a:lnTo>
                    <a:pt x="1315" y="912"/>
                  </a:lnTo>
                  <a:lnTo>
                    <a:pt x="1300" y="897"/>
                  </a:lnTo>
                  <a:lnTo>
                    <a:pt x="1300" y="867"/>
                  </a:lnTo>
                  <a:lnTo>
                    <a:pt x="1270" y="837"/>
                  </a:lnTo>
                  <a:lnTo>
                    <a:pt x="1255" y="807"/>
                  </a:lnTo>
                  <a:lnTo>
                    <a:pt x="1225" y="747"/>
                  </a:lnTo>
                  <a:lnTo>
                    <a:pt x="1211" y="673"/>
                  </a:lnTo>
                  <a:lnTo>
                    <a:pt x="1151" y="583"/>
                  </a:lnTo>
                  <a:lnTo>
                    <a:pt x="1046" y="538"/>
                  </a:lnTo>
                  <a:lnTo>
                    <a:pt x="1031" y="538"/>
                  </a:lnTo>
                  <a:lnTo>
                    <a:pt x="1031" y="523"/>
                  </a:lnTo>
                  <a:lnTo>
                    <a:pt x="987" y="493"/>
                  </a:lnTo>
                  <a:lnTo>
                    <a:pt x="987" y="404"/>
                  </a:lnTo>
                  <a:lnTo>
                    <a:pt x="987" y="359"/>
                  </a:lnTo>
                  <a:lnTo>
                    <a:pt x="972" y="299"/>
                  </a:lnTo>
                  <a:lnTo>
                    <a:pt x="942" y="225"/>
                  </a:lnTo>
                  <a:lnTo>
                    <a:pt x="867" y="240"/>
                  </a:lnTo>
                  <a:lnTo>
                    <a:pt x="837" y="240"/>
                  </a:lnTo>
                  <a:lnTo>
                    <a:pt x="792" y="254"/>
                  </a:lnTo>
                  <a:lnTo>
                    <a:pt x="688" y="284"/>
                  </a:lnTo>
                  <a:lnTo>
                    <a:pt x="464" y="284"/>
                  </a:lnTo>
                  <a:lnTo>
                    <a:pt x="434" y="269"/>
                  </a:lnTo>
                  <a:lnTo>
                    <a:pt x="419" y="254"/>
                  </a:lnTo>
                  <a:lnTo>
                    <a:pt x="404" y="240"/>
                  </a:lnTo>
                  <a:lnTo>
                    <a:pt x="389" y="180"/>
                  </a:lnTo>
                  <a:lnTo>
                    <a:pt x="314" y="75"/>
                  </a:lnTo>
                  <a:lnTo>
                    <a:pt x="255" y="16"/>
                  </a:lnTo>
                  <a:lnTo>
                    <a:pt x="150"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62"/>
            <p:cNvSpPr/>
            <p:nvPr/>
          </p:nvSpPr>
          <p:spPr>
            <a:xfrm>
              <a:off x="3115500" y="2307325"/>
              <a:ext cx="33625" cy="28025"/>
            </a:xfrm>
            <a:custGeom>
              <a:rect b="b" l="l" r="r" t="t"/>
              <a:pathLst>
                <a:path extrusionOk="0" fill="none" h="1121" w="1345">
                  <a:moveTo>
                    <a:pt x="1" y="135"/>
                  </a:moveTo>
                  <a:lnTo>
                    <a:pt x="329" y="493"/>
                  </a:lnTo>
                  <a:lnTo>
                    <a:pt x="553" y="703"/>
                  </a:lnTo>
                  <a:lnTo>
                    <a:pt x="673" y="762"/>
                  </a:lnTo>
                  <a:lnTo>
                    <a:pt x="748" y="852"/>
                  </a:lnTo>
                  <a:lnTo>
                    <a:pt x="777" y="897"/>
                  </a:lnTo>
                  <a:lnTo>
                    <a:pt x="822" y="927"/>
                  </a:lnTo>
                  <a:lnTo>
                    <a:pt x="897" y="971"/>
                  </a:lnTo>
                  <a:lnTo>
                    <a:pt x="1001" y="986"/>
                  </a:lnTo>
                  <a:lnTo>
                    <a:pt x="1076" y="1001"/>
                  </a:lnTo>
                  <a:lnTo>
                    <a:pt x="1151" y="1031"/>
                  </a:lnTo>
                  <a:lnTo>
                    <a:pt x="1166" y="1031"/>
                  </a:lnTo>
                  <a:lnTo>
                    <a:pt x="1196" y="1046"/>
                  </a:lnTo>
                  <a:lnTo>
                    <a:pt x="1270" y="1091"/>
                  </a:lnTo>
                  <a:lnTo>
                    <a:pt x="1345" y="1121"/>
                  </a:lnTo>
                  <a:lnTo>
                    <a:pt x="1345" y="1076"/>
                  </a:lnTo>
                  <a:lnTo>
                    <a:pt x="1345" y="1016"/>
                  </a:lnTo>
                  <a:lnTo>
                    <a:pt x="1345" y="956"/>
                  </a:lnTo>
                  <a:lnTo>
                    <a:pt x="1315" y="912"/>
                  </a:lnTo>
                  <a:lnTo>
                    <a:pt x="1300" y="897"/>
                  </a:lnTo>
                  <a:lnTo>
                    <a:pt x="1300" y="867"/>
                  </a:lnTo>
                  <a:lnTo>
                    <a:pt x="1270" y="837"/>
                  </a:lnTo>
                  <a:lnTo>
                    <a:pt x="1255" y="807"/>
                  </a:lnTo>
                  <a:lnTo>
                    <a:pt x="1225" y="747"/>
                  </a:lnTo>
                  <a:lnTo>
                    <a:pt x="1211" y="673"/>
                  </a:lnTo>
                  <a:lnTo>
                    <a:pt x="1151" y="583"/>
                  </a:lnTo>
                  <a:lnTo>
                    <a:pt x="1046" y="538"/>
                  </a:lnTo>
                  <a:lnTo>
                    <a:pt x="1031" y="538"/>
                  </a:lnTo>
                  <a:lnTo>
                    <a:pt x="1031" y="523"/>
                  </a:lnTo>
                  <a:lnTo>
                    <a:pt x="987" y="493"/>
                  </a:lnTo>
                  <a:lnTo>
                    <a:pt x="987" y="404"/>
                  </a:lnTo>
                  <a:lnTo>
                    <a:pt x="987" y="359"/>
                  </a:lnTo>
                  <a:lnTo>
                    <a:pt x="972" y="299"/>
                  </a:lnTo>
                  <a:lnTo>
                    <a:pt x="942" y="225"/>
                  </a:lnTo>
                  <a:lnTo>
                    <a:pt x="867" y="240"/>
                  </a:lnTo>
                  <a:lnTo>
                    <a:pt x="837" y="240"/>
                  </a:lnTo>
                  <a:lnTo>
                    <a:pt x="792" y="254"/>
                  </a:lnTo>
                  <a:lnTo>
                    <a:pt x="688" y="284"/>
                  </a:lnTo>
                  <a:lnTo>
                    <a:pt x="568" y="284"/>
                  </a:lnTo>
                  <a:lnTo>
                    <a:pt x="553" y="284"/>
                  </a:lnTo>
                  <a:lnTo>
                    <a:pt x="464" y="284"/>
                  </a:lnTo>
                  <a:lnTo>
                    <a:pt x="434" y="269"/>
                  </a:lnTo>
                  <a:lnTo>
                    <a:pt x="419" y="254"/>
                  </a:lnTo>
                  <a:lnTo>
                    <a:pt x="404" y="240"/>
                  </a:lnTo>
                  <a:lnTo>
                    <a:pt x="389" y="180"/>
                  </a:lnTo>
                  <a:lnTo>
                    <a:pt x="314" y="75"/>
                  </a:lnTo>
                  <a:lnTo>
                    <a:pt x="255" y="16"/>
                  </a:lnTo>
                  <a:lnTo>
                    <a:pt x="150" y="1"/>
                  </a:lnTo>
                  <a:lnTo>
                    <a:pt x="31" y="75"/>
                  </a:lnTo>
                  <a:lnTo>
                    <a:pt x="1" y="13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62"/>
            <p:cNvSpPr/>
            <p:nvPr/>
          </p:nvSpPr>
          <p:spPr>
            <a:xfrm>
              <a:off x="3906675" y="2422325"/>
              <a:ext cx="54550" cy="76575"/>
            </a:xfrm>
            <a:custGeom>
              <a:rect b="b" l="l" r="r" t="t"/>
              <a:pathLst>
                <a:path extrusionOk="0" h="3063" w="2182">
                  <a:moveTo>
                    <a:pt x="897" y="1"/>
                  </a:moveTo>
                  <a:lnTo>
                    <a:pt x="807" y="45"/>
                  </a:lnTo>
                  <a:lnTo>
                    <a:pt x="717" y="75"/>
                  </a:lnTo>
                  <a:lnTo>
                    <a:pt x="598" y="60"/>
                  </a:lnTo>
                  <a:lnTo>
                    <a:pt x="538" y="45"/>
                  </a:lnTo>
                  <a:lnTo>
                    <a:pt x="479" y="60"/>
                  </a:lnTo>
                  <a:lnTo>
                    <a:pt x="314" y="165"/>
                  </a:lnTo>
                  <a:lnTo>
                    <a:pt x="210" y="299"/>
                  </a:lnTo>
                  <a:lnTo>
                    <a:pt x="195" y="374"/>
                  </a:lnTo>
                  <a:lnTo>
                    <a:pt x="120" y="463"/>
                  </a:lnTo>
                  <a:lnTo>
                    <a:pt x="90" y="508"/>
                  </a:lnTo>
                  <a:lnTo>
                    <a:pt x="45" y="568"/>
                  </a:lnTo>
                  <a:lnTo>
                    <a:pt x="1" y="658"/>
                  </a:lnTo>
                  <a:lnTo>
                    <a:pt x="16" y="792"/>
                  </a:lnTo>
                  <a:lnTo>
                    <a:pt x="45" y="926"/>
                  </a:lnTo>
                  <a:lnTo>
                    <a:pt x="105" y="1061"/>
                  </a:lnTo>
                  <a:lnTo>
                    <a:pt x="195" y="1240"/>
                  </a:lnTo>
                  <a:lnTo>
                    <a:pt x="299" y="1434"/>
                  </a:lnTo>
                  <a:lnTo>
                    <a:pt x="374" y="1539"/>
                  </a:lnTo>
                  <a:lnTo>
                    <a:pt x="434" y="1599"/>
                  </a:lnTo>
                  <a:lnTo>
                    <a:pt x="568" y="1673"/>
                  </a:lnTo>
                  <a:lnTo>
                    <a:pt x="777" y="1778"/>
                  </a:lnTo>
                  <a:lnTo>
                    <a:pt x="956" y="1852"/>
                  </a:lnTo>
                  <a:lnTo>
                    <a:pt x="1046" y="1912"/>
                  </a:lnTo>
                  <a:lnTo>
                    <a:pt x="1121" y="1957"/>
                  </a:lnTo>
                  <a:lnTo>
                    <a:pt x="1166" y="2002"/>
                  </a:lnTo>
                  <a:lnTo>
                    <a:pt x="1195" y="2062"/>
                  </a:lnTo>
                  <a:lnTo>
                    <a:pt x="1166" y="2136"/>
                  </a:lnTo>
                  <a:lnTo>
                    <a:pt x="1151" y="2151"/>
                  </a:lnTo>
                  <a:lnTo>
                    <a:pt x="1091" y="2211"/>
                  </a:lnTo>
                  <a:lnTo>
                    <a:pt x="986" y="2420"/>
                  </a:lnTo>
                  <a:lnTo>
                    <a:pt x="1001" y="2524"/>
                  </a:lnTo>
                  <a:lnTo>
                    <a:pt x="1046" y="2614"/>
                  </a:lnTo>
                  <a:lnTo>
                    <a:pt x="1076" y="2659"/>
                  </a:lnTo>
                  <a:lnTo>
                    <a:pt x="1121" y="2704"/>
                  </a:lnTo>
                  <a:lnTo>
                    <a:pt x="1151" y="2823"/>
                  </a:lnTo>
                  <a:lnTo>
                    <a:pt x="1180" y="2973"/>
                  </a:lnTo>
                  <a:lnTo>
                    <a:pt x="1240" y="3062"/>
                  </a:lnTo>
                  <a:lnTo>
                    <a:pt x="1270" y="3017"/>
                  </a:lnTo>
                  <a:lnTo>
                    <a:pt x="1330" y="2883"/>
                  </a:lnTo>
                  <a:lnTo>
                    <a:pt x="1345" y="2778"/>
                  </a:lnTo>
                  <a:lnTo>
                    <a:pt x="1300" y="2704"/>
                  </a:lnTo>
                  <a:lnTo>
                    <a:pt x="1255" y="2659"/>
                  </a:lnTo>
                  <a:lnTo>
                    <a:pt x="1225" y="2584"/>
                  </a:lnTo>
                  <a:lnTo>
                    <a:pt x="1210" y="2495"/>
                  </a:lnTo>
                  <a:lnTo>
                    <a:pt x="1225" y="2420"/>
                  </a:lnTo>
                  <a:lnTo>
                    <a:pt x="1285" y="2360"/>
                  </a:lnTo>
                  <a:lnTo>
                    <a:pt x="1404" y="2345"/>
                  </a:lnTo>
                  <a:lnTo>
                    <a:pt x="1599" y="2345"/>
                  </a:lnTo>
                  <a:lnTo>
                    <a:pt x="1658" y="2330"/>
                  </a:lnTo>
                  <a:lnTo>
                    <a:pt x="1688" y="2315"/>
                  </a:lnTo>
                  <a:lnTo>
                    <a:pt x="1688" y="2286"/>
                  </a:lnTo>
                  <a:lnTo>
                    <a:pt x="1673" y="2241"/>
                  </a:lnTo>
                  <a:lnTo>
                    <a:pt x="1658" y="2151"/>
                  </a:lnTo>
                  <a:lnTo>
                    <a:pt x="1673" y="2032"/>
                  </a:lnTo>
                  <a:lnTo>
                    <a:pt x="1688" y="1927"/>
                  </a:lnTo>
                  <a:lnTo>
                    <a:pt x="1733" y="1823"/>
                  </a:lnTo>
                  <a:lnTo>
                    <a:pt x="1793" y="1733"/>
                  </a:lnTo>
                  <a:lnTo>
                    <a:pt x="1897" y="1658"/>
                  </a:lnTo>
                  <a:lnTo>
                    <a:pt x="2032" y="1539"/>
                  </a:lnTo>
                  <a:lnTo>
                    <a:pt x="2032" y="1479"/>
                  </a:lnTo>
                  <a:lnTo>
                    <a:pt x="2032" y="1449"/>
                  </a:lnTo>
                  <a:lnTo>
                    <a:pt x="2032" y="1419"/>
                  </a:lnTo>
                  <a:lnTo>
                    <a:pt x="2062" y="1345"/>
                  </a:lnTo>
                  <a:lnTo>
                    <a:pt x="2062" y="1225"/>
                  </a:lnTo>
                  <a:lnTo>
                    <a:pt x="2062" y="1121"/>
                  </a:lnTo>
                  <a:lnTo>
                    <a:pt x="2032" y="1031"/>
                  </a:lnTo>
                  <a:lnTo>
                    <a:pt x="2017" y="941"/>
                  </a:lnTo>
                  <a:lnTo>
                    <a:pt x="2062" y="822"/>
                  </a:lnTo>
                  <a:lnTo>
                    <a:pt x="2106" y="747"/>
                  </a:lnTo>
                  <a:lnTo>
                    <a:pt x="2136" y="702"/>
                  </a:lnTo>
                  <a:lnTo>
                    <a:pt x="2151" y="658"/>
                  </a:lnTo>
                  <a:lnTo>
                    <a:pt x="2181" y="613"/>
                  </a:lnTo>
                  <a:lnTo>
                    <a:pt x="2166" y="583"/>
                  </a:lnTo>
                  <a:lnTo>
                    <a:pt x="2166" y="568"/>
                  </a:lnTo>
                  <a:lnTo>
                    <a:pt x="2151" y="538"/>
                  </a:lnTo>
                  <a:lnTo>
                    <a:pt x="2121" y="538"/>
                  </a:lnTo>
                  <a:lnTo>
                    <a:pt x="2091" y="523"/>
                  </a:lnTo>
                  <a:lnTo>
                    <a:pt x="2032" y="523"/>
                  </a:lnTo>
                  <a:lnTo>
                    <a:pt x="1972" y="553"/>
                  </a:lnTo>
                  <a:lnTo>
                    <a:pt x="1897" y="613"/>
                  </a:lnTo>
                  <a:lnTo>
                    <a:pt x="1838" y="628"/>
                  </a:lnTo>
                  <a:lnTo>
                    <a:pt x="1778" y="628"/>
                  </a:lnTo>
                  <a:lnTo>
                    <a:pt x="1703" y="568"/>
                  </a:lnTo>
                  <a:lnTo>
                    <a:pt x="1673" y="538"/>
                  </a:lnTo>
                  <a:lnTo>
                    <a:pt x="1629" y="508"/>
                  </a:lnTo>
                  <a:lnTo>
                    <a:pt x="1494" y="434"/>
                  </a:lnTo>
                  <a:lnTo>
                    <a:pt x="1404" y="299"/>
                  </a:lnTo>
                  <a:lnTo>
                    <a:pt x="1330" y="180"/>
                  </a:lnTo>
                  <a:lnTo>
                    <a:pt x="1240" y="120"/>
                  </a:lnTo>
                  <a:lnTo>
                    <a:pt x="1210" y="90"/>
                  </a:lnTo>
                  <a:lnTo>
                    <a:pt x="1180" y="75"/>
                  </a:lnTo>
                  <a:lnTo>
                    <a:pt x="1091" y="15"/>
                  </a:lnTo>
                  <a:lnTo>
                    <a:pt x="986"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62"/>
            <p:cNvSpPr/>
            <p:nvPr/>
          </p:nvSpPr>
          <p:spPr>
            <a:xfrm>
              <a:off x="3906675" y="2422325"/>
              <a:ext cx="54550" cy="76575"/>
            </a:xfrm>
            <a:custGeom>
              <a:rect b="b" l="l" r="r" t="t"/>
              <a:pathLst>
                <a:path extrusionOk="0" fill="none" h="3063" w="2182">
                  <a:moveTo>
                    <a:pt x="1240" y="3062"/>
                  </a:moveTo>
                  <a:lnTo>
                    <a:pt x="1270" y="3017"/>
                  </a:lnTo>
                  <a:lnTo>
                    <a:pt x="1330" y="2883"/>
                  </a:lnTo>
                  <a:lnTo>
                    <a:pt x="1345" y="2778"/>
                  </a:lnTo>
                  <a:lnTo>
                    <a:pt x="1300" y="2704"/>
                  </a:lnTo>
                  <a:lnTo>
                    <a:pt x="1255" y="2659"/>
                  </a:lnTo>
                  <a:lnTo>
                    <a:pt x="1225" y="2584"/>
                  </a:lnTo>
                  <a:lnTo>
                    <a:pt x="1210" y="2495"/>
                  </a:lnTo>
                  <a:lnTo>
                    <a:pt x="1225" y="2420"/>
                  </a:lnTo>
                  <a:lnTo>
                    <a:pt x="1285" y="2360"/>
                  </a:lnTo>
                  <a:lnTo>
                    <a:pt x="1404" y="2345"/>
                  </a:lnTo>
                  <a:lnTo>
                    <a:pt x="1524" y="2345"/>
                  </a:lnTo>
                  <a:lnTo>
                    <a:pt x="1599" y="2345"/>
                  </a:lnTo>
                  <a:lnTo>
                    <a:pt x="1658" y="2330"/>
                  </a:lnTo>
                  <a:lnTo>
                    <a:pt x="1688" y="2315"/>
                  </a:lnTo>
                  <a:lnTo>
                    <a:pt x="1688" y="2286"/>
                  </a:lnTo>
                  <a:lnTo>
                    <a:pt x="1673" y="2241"/>
                  </a:lnTo>
                  <a:lnTo>
                    <a:pt x="1658" y="2151"/>
                  </a:lnTo>
                  <a:lnTo>
                    <a:pt x="1673" y="2032"/>
                  </a:lnTo>
                  <a:lnTo>
                    <a:pt x="1688" y="1927"/>
                  </a:lnTo>
                  <a:lnTo>
                    <a:pt x="1733" y="1823"/>
                  </a:lnTo>
                  <a:lnTo>
                    <a:pt x="1793" y="1733"/>
                  </a:lnTo>
                  <a:lnTo>
                    <a:pt x="1897" y="1658"/>
                  </a:lnTo>
                  <a:lnTo>
                    <a:pt x="2032" y="1539"/>
                  </a:lnTo>
                  <a:lnTo>
                    <a:pt x="2032" y="1479"/>
                  </a:lnTo>
                  <a:lnTo>
                    <a:pt x="2032" y="1449"/>
                  </a:lnTo>
                  <a:lnTo>
                    <a:pt x="2032" y="1419"/>
                  </a:lnTo>
                  <a:lnTo>
                    <a:pt x="2062" y="1345"/>
                  </a:lnTo>
                  <a:lnTo>
                    <a:pt x="2062" y="1225"/>
                  </a:lnTo>
                  <a:lnTo>
                    <a:pt x="2062" y="1121"/>
                  </a:lnTo>
                  <a:lnTo>
                    <a:pt x="2032" y="1031"/>
                  </a:lnTo>
                  <a:lnTo>
                    <a:pt x="2017" y="941"/>
                  </a:lnTo>
                  <a:lnTo>
                    <a:pt x="2062" y="822"/>
                  </a:lnTo>
                  <a:lnTo>
                    <a:pt x="2106" y="747"/>
                  </a:lnTo>
                  <a:lnTo>
                    <a:pt x="2136" y="702"/>
                  </a:lnTo>
                  <a:lnTo>
                    <a:pt x="2151" y="658"/>
                  </a:lnTo>
                  <a:lnTo>
                    <a:pt x="2181" y="613"/>
                  </a:lnTo>
                  <a:lnTo>
                    <a:pt x="2166" y="583"/>
                  </a:lnTo>
                  <a:lnTo>
                    <a:pt x="2166" y="568"/>
                  </a:lnTo>
                  <a:lnTo>
                    <a:pt x="2151" y="538"/>
                  </a:lnTo>
                  <a:lnTo>
                    <a:pt x="2121" y="538"/>
                  </a:lnTo>
                  <a:lnTo>
                    <a:pt x="2091" y="523"/>
                  </a:lnTo>
                  <a:lnTo>
                    <a:pt x="2032" y="523"/>
                  </a:lnTo>
                  <a:lnTo>
                    <a:pt x="1972" y="553"/>
                  </a:lnTo>
                  <a:lnTo>
                    <a:pt x="1897" y="613"/>
                  </a:lnTo>
                  <a:lnTo>
                    <a:pt x="1838" y="628"/>
                  </a:lnTo>
                  <a:lnTo>
                    <a:pt x="1778" y="628"/>
                  </a:lnTo>
                  <a:lnTo>
                    <a:pt x="1703" y="568"/>
                  </a:lnTo>
                  <a:lnTo>
                    <a:pt x="1673" y="538"/>
                  </a:lnTo>
                  <a:lnTo>
                    <a:pt x="1629" y="508"/>
                  </a:lnTo>
                  <a:lnTo>
                    <a:pt x="1629" y="508"/>
                  </a:lnTo>
                  <a:lnTo>
                    <a:pt x="1494" y="434"/>
                  </a:lnTo>
                  <a:lnTo>
                    <a:pt x="1404" y="299"/>
                  </a:lnTo>
                  <a:lnTo>
                    <a:pt x="1330" y="180"/>
                  </a:lnTo>
                  <a:lnTo>
                    <a:pt x="1240" y="120"/>
                  </a:lnTo>
                  <a:lnTo>
                    <a:pt x="1210" y="90"/>
                  </a:lnTo>
                  <a:lnTo>
                    <a:pt x="1180" y="75"/>
                  </a:lnTo>
                  <a:lnTo>
                    <a:pt x="1091" y="15"/>
                  </a:lnTo>
                  <a:lnTo>
                    <a:pt x="986" y="1"/>
                  </a:lnTo>
                  <a:lnTo>
                    <a:pt x="897" y="1"/>
                  </a:lnTo>
                  <a:lnTo>
                    <a:pt x="807" y="45"/>
                  </a:lnTo>
                  <a:lnTo>
                    <a:pt x="717" y="75"/>
                  </a:lnTo>
                  <a:lnTo>
                    <a:pt x="598" y="60"/>
                  </a:lnTo>
                  <a:lnTo>
                    <a:pt x="538" y="45"/>
                  </a:lnTo>
                  <a:lnTo>
                    <a:pt x="479" y="60"/>
                  </a:lnTo>
                  <a:lnTo>
                    <a:pt x="314" y="165"/>
                  </a:lnTo>
                  <a:lnTo>
                    <a:pt x="210" y="299"/>
                  </a:lnTo>
                  <a:lnTo>
                    <a:pt x="210" y="299"/>
                  </a:lnTo>
                  <a:lnTo>
                    <a:pt x="210" y="299"/>
                  </a:lnTo>
                  <a:lnTo>
                    <a:pt x="195" y="374"/>
                  </a:lnTo>
                  <a:lnTo>
                    <a:pt x="120" y="463"/>
                  </a:lnTo>
                  <a:lnTo>
                    <a:pt x="90" y="508"/>
                  </a:lnTo>
                  <a:lnTo>
                    <a:pt x="45" y="568"/>
                  </a:lnTo>
                  <a:lnTo>
                    <a:pt x="1" y="658"/>
                  </a:lnTo>
                  <a:lnTo>
                    <a:pt x="16" y="792"/>
                  </a:lnTo>
                  <a:lnTo>
                    <a:pt x="45" y="926"/>
                  </a:lnTo>
                  <a:lnTo>
                    <a:pt x="105" y="1061"/>
                  </a:lnTo>
                  <a:lnTo>
                    <a:pt x="195" y="1240"/>
                  </a:lnTo>
                  <a:lnTo>
                    <a:pt x="299" y="1434"/>
                  </a:lnTo>
                  <a:lnTo>
                    <a:pt x="374" y="1539"/>
                  </a:lnTo>
                  <a:lnTo>
                    <a:pt x="434" y="1599"/>
                  </a:lnTo>
                  <a:lnTo>
                    <a:pt x="568" y="1673"/>
                  </a:lnTo>
                  <a:lnTo>
                    <a:pt x="777" y="1778"/>
                  </a:lnTo>
                  <a:lnTo>
                    <a:pt x="956" y="1852"/>
                  </a:lnTo>
                  <a:lnTo>
                    <a:pt x="1046" y="1912"/>
                  </a:lnTo>
                  <a:lnTo>
                    <a:pt x="1121" y="1957"/>
                  </a:lnTo>
                  <a:lnTo>
                    <a:pt x="1166" y="2002"/>
                  </a:lnTo>
                  <a:lnTo>
                    <a:pt x="1195" y="2062"/>
                  </a:lnTo>
                  <a:lnTo>
                    <a:pt x="1166" y="2136"/>
                  </a:lnTo>
                  <a:lnTo>
                    <a:pt x="1151" y="2151"/>
                  </a:lnTo>
                  <a:lnTo>
                    <a:pt x="1091" y="2211"/>
                  </a:lnTo>
                  <a:lnTo>
                    <a:pt x="986" y="2420"/>
                  </a:lnTo>
                  <a:lnTo>
                    <a:pt x="1001" y="2524"/>
                  </a:lnTo>
                  <a:lnTo>
                    <a:pt x="1046" y="2614"/>
                  </a:lnTo>
                  <a:lnTo>
                    <a:pt x="1076" y="2659"/>
                  </a:lnTo>
                  <a:lnTo>
                    <a:pt x="1121" y="2704"/>
                  </a:lnTo>
                  <a:lnTo>
                    <a:pt x="1151" y="2823"/>
                  </a:lnTo>
                  <a:lnTo>
                    <a:pt x="1180" y="2973"/>
                  </a:lnTo>
                  <a:lnTo>
                    <a:pt x="1240" y="3062"/>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62"/>
            <p:cNvSpPr/>
            <p:nvPr/>
          </p:nvSpPr>
          <p:spPr>
            <a:xfrm>
              <a:off x="3720375" y="2094125"/>
              <a:ext cx="121000" cy="56050"/>
            </a:xfrm>
            <a:custGeom>
              <a:rect b="b" l="l" r="r" t="t"/>
              <a:pathLst>
                <a:path extrusionOk="0" h="2242" w="4840">
                  <a:moveTo>
                    <a:pt x="4809" y="255"/>
                  </a:moveTo>
                  <a:lnTo>
                    <a:pt x="4764" y="344"/>
                  </a:lnTo>
                  <a:lnTo>
                    <a:pt x="4734" y="419"/>
                  </a:lnTo>
                  <a:lnTo>
                    <a:pt x="4705" y="494"/>
                  </a:lnTo>
                  <a:lnTo>
                    <a:pt x="4660" y="524"/>
                  </a:lnTo>
                  <a:lnTo>
                    <a:pt x="4540" y="524"/>
                  </a:lnTo>
                  <a:lnTo>
                    <a:pt x="4451" y="509"/>
                  </a:lnTo>
                  <a:lnTo>
                    <a:pt x="4346" y="538"/>
                  </a:lnTo>
                  <a:lnTo>
                    <a:pt x="4257" y="598"/>
                  </a:lnTo>
                  <a:lnTo>
                    <a:pt x="4242" y="628"/>
                  </a:lnTo>
                  <a:lnTo>
                    <a:pt x="4167" y="643"/>
                  </a:lnTo>
                  <a:lnTo>
                    <a:pt x="4018" y="628"/>
                  </a:lnTo>
                  <a:lnTo>
                    <a:pt x="3838" y="598"/>
                  </a:lnTo>
                  <a:lnTo>
                    <a:pt x="3809" y="583"/>
                  </a:lnTo>
                  <a:lnTo>
                    <a:pt x="3794" y="509"/>
                  </a:lnTo>
                  <a:lnTo>
                    <a:pt x="3719" y="509"/>
                  </a:lnTo>
                  <a:lnTo>
                    <a:pt x="3525" y="538"/>
                  </a:lnTo>
                  <a:lnTo>
                    <a:pt x="3375" y="479"/>
                  </a:lnTo>
                  <a:lnTo>
                    <a:pt x="3301" y="449"/>
                  </a:lnTo>
                  <a:lnTo>
                    <a:pt x="3151" y="449"/>
                  </a:lnTo>
                  <a:lnTo>
                    <a:pt x="3077" y="479"/>
                  </a:lnTo>
                  <a:lnTo>
                    <a:pt x="2883" y="464"/>
                  </a:lnTo>
                  <a:lnTo>
                    <a:pt x="2688" y="389"/>
                  </a:lnTo>
                  <a:lnTo>
                    <a:pt x="2360" y="374"/>
                  </a:lnTo>
                  <a:lnTo>
                    <a:pt x="2031" y="374"/>
                  </a:lnTo>
                  <a:lnTo>
                    <a:pt x="1897" y="374"/>
                  </a:lnTo>
                  <a:lnTo>
                    <a:pt x="1792" y="419"/>
                  </a:lnTo>
                  <a:lnTo>
                    <a:pt x="1733" y="464"/>
                  </a:lnTo>
                  <a:lnTo>
                    <a:pt x="1658" y="419"/>
                  </a:lnTo>
                  <a:lnTo>
                    <a:pt x="1494" y="419"/>
                  </a:lnTo>
                  <a:lnTo>
                    <a:pt x="1344" y="494"/>
                  </a:lnTo>
                  <a:lnTo>
                    <a:pt x="1285" y="524"/>
                  </a:lnTo>
                  <a:lnTo>
                    <a:pt x="1135" y="613"/>
                  </a:lnTo>
                  <a:lnTo>
                    <a:pt x="1105" y="688"/>
                  </a:lnTo>
                  <a:lnTo>
                    <a:pt x="1090" y="807"/>
                  </a:lnTo>
                  <a:lnTo>
                    <a:pt x="1001" y="912"/>
                  </a:lnTo>
                  <a:lnTo>
                    <a:pt x="866" y="1016"/>
                  </a:lnTo>
                  <a:lnTo>
                    <a:pt x="762" y="1046"/>
                  </a:lnTo>
                  <a:lnTo>
                    <a:pt x="732" y="1046"/>
                  </a:lnTo>
                  <a:lnTo>
                    <a:pt x="702" y="1091"/>
                  </a:lnTo>
                  <a:lnTo>
                    <a:pt x="732" y="1151"/>
                  </a:lnTo>
                  <a:lnTo>
                    <a:pt x="777" y="1196"/>
                  </a:lnTo>
                  <a:lnTo>
                    <a:pt x="851" y="1255"/>
                  </a:lnTo>
                  <a:lnTo>
                    <a:pt x="837" y="1345"/>
                  </a:lnTo>
                  <a:lnTo>
                    <a:pt x="792" y="1479"/>
                  </a:lnTo>
                  <a:lnTo>
                    <a:pt x="762" y="1554"/>
                  </a:lnTo>
                  <a:lnTo>
                    <a:pt x="762" y="1703"/>
                  </a:lnTo>
                  <a:lnTo>
                    <a:pt x="837" y="1823"/>
                  </a:lnTo>
                  <a:lnTo>
                    <a:pt x="926" y="1957"/>
                  </a:lnTo>
                  <a:lnTo>
                    <a:pt x="941" y="2077"/>
                  </a:lnTo>
                  <a:lnTo>
                    <a:pt x="956" y="2166"/>
                  </a:lnTo>
                  <a:lnTo>
                    <a:pt x="971" y="2241"/>
                  </a:lnTo>
                  <a:lnTo>
                    <a:pt x="896" y="2241"/>
                  </a:lnTo>
                  <a:lnTo>
                    <a:pt x="851" y="2211"/>
                  </a:lnTo>
                  <a:lnTo>
                    <a:pt x="777" y="2092"/>
                  </a:lnTo>
                  <a:lnTo>
                    <a:pt x="702" y="1987"/>
                  </a:lnTo>
                  <a:lnTo>
                    <a:pt x="553" y="1883"/>
                  </a:lnTo>
                  <a:lnTo>
                    <a:pt x="433" y="1778"/>
                  </a:lnTo>
                  <a:lnTo>
                    <a:pt x="299" y="1599"/>
                  </a:lnTo>
                  <a:lnTo>
                    <a:pt x="194" y="1494"/>
                  </a:lnTo>
                  <a:lnTo>
                    <a:pt x="90" y="1435"/>
                  </a:lnTo>
                  <a:lnTo>
                    <a:pt x="60" y="1375"/>
                  </a:lnTo>
                  <a:lnTo>
                    <a:pt x="75" y="1360"/>
                  </a:lnTo>
                  <a:lnTo>
                    <a:pt x="120" y="1405"/>
                  </a:lnTo>
                  <a:lnTo>
                    <a:pt x="150" y="1375"/>
                  </a:lnTo>
                  <a:lnTo>
                    <a:pt x="164" y="1345"/>
                  </a:lnTo>
                  <a:lnTo>
                    <a:pt x="164" y="1300"/>
                  </a:lnTo>
                  <a:lnTo>
                    <a:pt x="120" y="1285"/>
                  </a:lnTo>
                  <a:lnTo>
                    <a:pt x="0" y="1225"/>
                  </a:lnTo>
                  <a:lnTo>
                    <a:pt x="15" y="1181"/>
                  </a:lnTo>
                  <a:lnTo>
                    <a:pt x="75" y="1196"/>
                  </a:lnTo>
                  <a:lnTo>
                    <a:pt x="164" y="1136"/>
                  </a:lnTo>
                  <a:lnTo>
                    <a:pt x="224" y="1076"/>
                  </a:lnTo>
                  <a:lnTo>
                    <a:pt x="239" y="1031"/>
                  </a:lnTo>
                  <a:lnTo>
                    <a:pt x="224" y="972"/>
                  </a:lnTo>
                  <a:lnTo>
                    <a:pt x="150" y="927"/>
                  </a:lnTo>
                  <a:lnTo>
                    <a:pt x="60" y="867"/>
                  </a:lnTo>
                  <a:lnTo>
                    <a:pt x="75" y="792"/>
                  </a:lnTo>
                  <a:lnTo>
                    <a:pt x="164" y="763"/>
                  </a:lnTo>
                  <a:lnTo>
                    <a:pt x="239" y="777"/>
                  </a:lnTo>
                  <a:lnTo>
                    <a:pt x="269" y="777"/>
                  </a:lnTo>
                  <a:lnTo>
                    <a:pt x="344" y="748"/>
                  </a:lnTo>
                  <a:lnTo>
                    <a:pt x="359" y="673"/>
                  </a:lnTo>
                  <a:lnTo>
                    <a:pt x="359" y="598"/>
                  </a:lnTo>
                  <a:lnTo>
                    <a:pt x="448" y="479"/>
                  </a:lnTo>
                  <a:lnTo>
                    <a:pt x="508" y="434"/>
                  </a:lnTo>
                  <a:lnTo>
                    <a:pt x="672" y="344"/>
                  </a:lnTo>
                  <a:lnTo>
                    <a:pt x="732" y="225"/>
                  </a:lnTo>
                  <a:lnTo>
                    <a:pt x="732" y="165"/>
                  </a:lnTo>
                  <a:lnTo>
                    <a:pt x="762" y="61"/>
                  </a:lnTo>
                  <a:lnTo>
                    <a:pt x="807" y="46"/>
                  </a:lnTo>
                  <a:lnTo>
                    <a:pt x="941" y="46"/>
                  </a:lnTo>
                  <a:lnTo>
                    <a:pt x="1046" y="31"/>
                  </a:lnTo>
                  <a:lnTo>
                    <a:pt x="1150" y="31"/>
                  </a:lnTo>
                  <a:lnTo>
                    <a:pt x="1285" y="105"/>
                  </a:lnTo>
                  <a:lnTo>
                    <a:pt x="1344" y="135"/>
                  </a:lnTo>
                  <a:lnTo>
                    <a:pt x="1464" y="120"/>
                  </a:lnTo>
                  <a:lnTo>
                    <a:pt x="1524" y="90"/>
                  </a:lnTo>
                  <a:lnTo>
                    <a:pt x="1703" y="16"/>
                  </a:lnTo>
                  <a:lnTo>
                    <a:pt x="1837" y="1"/>
                  </a:lnTo>
                  <a:lnTo>
                    <a:pt x="1882" y="31"/>
                  </a:lnTo>
                  <a:lnTo>
                    <a:pt x="1912" y="105"/>
                  </a:lnTo>
                  <a:lnTo>
                    <a:pt x="1972" y="90"/>
                  </a:lnTo>
                  <a:lnTo>
                    <a:pt x="2046" y="76"/>
                  </a:lnTo>
                  <a:lnTo>
                    <a:pt x="2196" y="76"/>
                  </a:lnTo>
                  <a:lnTo>
                    <a:pt x="2240" y="120"/>
                  </a:lnTo>
                  <a:lnTo>
                    <a:pt x="2315" y="180"/>
                  </a:lnTo>
                  <a:lnTo>
                    <a:pt x="2494" y="180"/>
                  </a:lnTo>
                  <a:lnTo>
                    <a:pt x="2688" y="150"/>
                  </a:lnTo>
                  <a:lnTo>
                    <a:pt x="2823" y="210"/>
                  </a:lnTo>
                  <a:lnTo>
                    <a:pt x="2853" y="255"/>
                  </a:lnTo>
                  <a:lnTo>
                    <a:pt x="2912" y="285"/>
                  </a:lnTo>
                  <a:lnTo>
                    <a:pt x="3017" y="285"/>
                  </a:lnTo>
                  <a:lnTo>
                    <a:pt x="3226" y="240"/>
                  </a:lnTo>
                  <a:lnTo>
                    <a:pt x="3390" y="210"/>
                  </a:lnTo>
                  <a:lnTo>
                    <a:pt x="3480" y="210"/>
                  </a:lnTo>
                  <a:lnTo>
                    <a:pt x="3704" y="195"/>
                  </a:lnTo>
                  <a:lnTo>
                    <a:pt x="3794" y="255"/>
                  </a:lnTo>
                  <a:lnTo>
                    <a:pt x="3883" y="329"/>
                  </a:lnTo>
                  <a:lnTo>
                    <a:pt x="4077" y="374"/>
                  </a:lnTo>
                  <a:lnTo>
                    <a:pt x="4122" y="329"/>
                  </a:lnTo>
                  <a:lnTo>
                    <a:pt x="4152" y="255"/>
                  </a:lnTo>
                  <a:lnTo>
                    <a:pt x="4227" y="165"/>
                  </a:lnTo>
                  <a:lnTo>
                    <a:pt x="4286" y="150"/>
                  </a:lnTo>
                  <a:lnTo>
                    <a:pt x="4361" y="120"/>
                  </a:lnTo>
                  <a:lnTo>
                    <a:pt x="4481" y="61"/>
                  </a:lnTo>
                  <a:lnTo>
                    <a:pt x="4570" y="46"/>
                  </a:lnTo>
                  <a:lnTo>
                    <a:pt x="4720" y="46"/>
                  </a:lnTo>
                  <a:lnTo>
                    <a:pt x="4749" y="90"/>
                  </a:lnTo>
                  <a:lnTo>
                    <a:pt x="4794" y="120"/>
                  </a:lnTo>
                  <a:lnTo>
                    <a:pt x="4839" y="210"/>
                  </a:lnTo>
                  <a:lnTo>
                    <a:pt x="4809" y="255"/>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62"/>
            <p:cNvSpPr/>
            <p:nvPr/>
          </p:nvSpPr>
          <p:spPr>
            <a:xfrm>
              <a:off x="3420550" y="2094875"/>
              <a:ext cx="32875" cy="22800"/>
            </a:xfrm>
            <a:custGeom>
              <a:rect b="b" l="l" r="r" t="t"/>
              <a:pathLst>
                <a:path extrusionOk="0" fill="none" h="912" w="1315">
                  <a:moveTo>
                    <a:pt x="1285" y="240"/>
                  </a:moveTo>
                  <a:lnTo>
                    <a:pt x="1180" y="329"/>
                  </a:lnTo>
                  <a:lnTo>
                    <a:pt x="1136" y="449"/>
                  </a:lnTo>
                  <a:lnTo>
                    <a:pt x="1121" y="568"/>
                  </a:lnTo>
                  <a:lnTo>
                    <a:pt x="1121" y="643"/>
                  </a:lnTo>
                  <a:lnTo>
                    <a:pt x="1076" y="688"/>
                  </a:lnTo>
                  <a:lnTo>
                    <a:pt x="956" y="762"/>
                  </a:lnTo>
                  <a:lnTo>
                    <a:pt x="897" y="837"/>
                  </a:lnTo>
                  <a:lnTo>
                    <a:pt x="837" y="912"/>
                  </a:lnTo>
                  <a:lnTo>
                    <a:pt x="792" y="837"/>
                  </a:lnTo>
                  <a:lnTo>
                    <a:pt x="717" y="643"/>
                  </a:lnTo>
                  <a:lnTo>
                    <a:pt x="688" y="568"/>
                  </a:lnTo>
                  <a:lnTo>
                    <a:pt x="643" y="538"/>
                  </a:lnTo>
                  <a:lnTo>
                    <a:pt x="538" y="598"/>
                  </a:lnTo>
                  <a:lnTo>
                    <a:pt x="478" y="583"/>
                  </a:lnTo>
                  <a:lnTo>
                    <a:pt x="374" y="494"/>
                  </a:lnTo>
                  <a:lnTo>
                    <a:pt x="254" y="479"/>
                  </a:lnTo>
                  <a:lnTo>
                    <a:pt x="195" y="523"/>
                  </a:lnTo>
                  <a:lnTo>
                    <a:pt x="165" y="523"/>
                  </a:lnTo>
                  <a:lnTo>
                    <a:pt x="30" y="434"/>
                  </a:lnTo>
                  <a:lnTo>
                    <a:pt x="1" y="374"/>
                  </a:lnTo>
                  <a:lnTo>
                    <a:pt x="30" y="284"/>
                  </a:lnTo>
                  <a:lnTo>
                    <a:pt x="210" y="180"/>
                  </a:lnTo>
                  <a:lnTo>
                    <a:pt x="254" y="225"/>
                  </a:lnTo>
                  <a:lnTo>
                    <a:pt x="299" y="284"/>
                  </a:lnTo>
                  <a:lnTo>
                    <a:pt x="389" y="314"/>
                  </a:lnTo>
                  <a:lnTo>
                    <a:pt x="449" y="284"/>
                  </a:lnTo>
                  <a:lnTo>
                    <a:pt x="493" y="240"/>
                  </a:lnTo>
                  <a:lnTo>
                    <a:pt x="508" y="180"/>
                  </a:lnTo>
                  <a:lnTo>
                    <a:pt x="464" y="150"/>
                  </a:lnTo>
                  <a:lnTo>
                    <a:pt x="419" y="90"/>
                  </a:lnTo>
                  <a:lnTo>
                    <a:pt x="449" y="1"/>
                  </a:lnTo>
                  <a:lnTo>
                    <a:pt x="493" y="46"/>
                  </a:lnTo>
                  <a:lnTo>
                    <a:pt x="613" y="150"/>
                  </a:lnTo>
                  <a:lnTo>
                    <a:pt x="643" y="255"/>
                  </a:lnTo>
                  <a:lnTo>
                    <a:pt x="688" y="314"/>
                  </a:lnTo>
                  <a:lnTo>
                    <a:pt x="882" y="419"/>
                  </a:lnTo>
                  <a:lnTo>
                    <a:pt x="941" y="389"/>
                  </a:lnTo>
                  <a:lnTo>
                    <a:pt x="971" y="344"/>
                  </a:lnTo>
                  <a:lnTo>
                    <a:pt x="986" y="270"/>
                  </a:lnTo>
                  <a:lnTo>
                    <a:pt x="1016" y="210"/>
                  </a:lnTo>
                  <a:lnTo>
                    <a:pt x="1121" y="135"/>
                  </a:lnTo>
                  <a:lnTo>
                    <a:pt x="1195" y="120"/>
                  </a:lnTo>
                  <a:lnTo>
                    <a:pt x="1255" y="120"/>
                  </a:lnTo>
                  <a:lnTo>
                    <a:pt x="1315" y="180"/>
                  </a:lnTo>
                  <a:lnTo>
                    <a:pt x="1285" y="240"/>
                  </a:lnTo>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62"/>
            <p:cNvSpPr/>
            <p:nvPr/>
          </p:nvSpPr>
          <p:spPr>
            <a:xfrm>
              <a:off x="3115500" y="1843600"/>
              <a:ext cx="869600" cy="436125"/>
            </a:xfrm>
            <a:custGeom>
              <a:rect b="b" l="l" r="r" t="t"/>
              <a:pathLst>
                <a:path extrusionOk="0" h="17445" w="34784">
                  <a:moveTo>
                    <a:pt x="34709" y="7692"/>
                  </a:moveTo>
                  <a:lnTo>
                    <a:pt x="34679" y="7632"/>
                  </a:lnTo>
                  <a:lnTo>
                    <a:pt x="34650" y="7602"/>
                  </a:lnTo>
                  <a:lnTo>
                    <a:pt x="34605" y="7543"/>
                  </a:lnTo>
                  <a:lnTo>
                    <a:pt x="34560" y="7468"/>
                  </a:lnTo>
                  <a:lnTo>
                    <a:pt x="34545" y="7378"/>
                  </a:lnTo>
                  <a:lnTo>
                    <a:pt x="34575" y="7319"/>
                  </a:lnTo>
                  <a:lnTo>
                    <a:pt x="34620" y="7274"/>
                  </a:lnTo>
                  <a:lnTo>
                    <a:pt x="34664" y="7259"/>
                  </a:lnTo>
                  <a:lnTo>
                    <a:pt x="34709" y="7244"/>
                  </a:lnTo>
                  <a:lnTo>
                    <a:pt x="34784" y="7184"/>
                  </a:lnTo>
                  <a:lnTo>
                    <a:pt x="34679" y="7110"/>
                  </a:lnTo>
                  <a:lnTo>
                    <a:pt x="34560" y="6975"/>
                  </a:lnTo>
                  <a:lnTo>
                    <a:pt x="34485" y="6915"/>
                  </a:lnTo>
                  <a:lnTo>
                    <a:pt x="34440" y="6915"/>
                  </a:lnTo>
                  <a:lnTo>
                    <a:pt x="34381" y="6900"/>
                  </a:lnTo>
                  <a:lnTo>
                    <a:pt x="34291" y="6811"/>
                  </a:lnTo>
                  <a:lnTo>
                    <a:pt x="34231" y="6736"/>
                  </a:lnTo>
                  <a:lnTo>
                    <a:pt x="34216" y="6676"/>
                  </a:lnTo>
                  <a:lnTo>
                    <a:pt x="34231" y="6632"/>
                  </a:lnTo>
                  <a:lnTo>
                    <a:pt x="34261" y="6602"/>
                  </a:lnTo>
                  <a:lnTo>
                    <a:pt x="34276" y="6572"/>
                  </a:lnTo>
                  <a:lnTo>
                    <a:pt x="34291" y="6557"/>
                  </a:lnTo>
                  <a:lnTo>
                    <a:pt x="34276" y="6557"/>
                  </a:lnTo>
                  <a:lnTo>
                    <a:pt x="34261" y="6557"/>
                  </a:lnTo>
                  <a:lnTo>
                    <a:pt x="34216" y="6572"/>
                  </a:lnTo>
                  <a:lnTo>
                    <a:pt x="34172" y="6617"/>
                  </a:lnTo>
                  <a:lnTo>
                    <a:pt x="34112" y="6691"/>
                  </a:lnTo>
                  <a:lnTo>
                    <a:pt x="34082" y="6751"/>
                  </a:lnTo>
                  <a:lnTo>
                    <a:pt x="34037" y="6826"/>
                  </a:lnTo>
                  <a:lnTo>
                    <a:pt x="33977" y="6871"/>
                  </a:lnTo>
                  <a:lnTo>
                    <a:pt x="33933" y="6915"/>
                  </a:lnTo>
                  <a:lnTo>
                    <a:pt x="33873" y="6930"/>
                  </a:lnTo>
                  <a:lnTo>
                    <a:pt x="33873" y="6930"/>
                  </a:lnTo>
                  <a:lnTo>
                    <a:pt x="33813" y="6915"/>
                  </a:lnTo>
                  <a:lnTo>
                    <a:pt x="33738" y="6886"/>
                  </a:lnTo>
                  <a:lnTo>
                    <a:pt x="33679" y="6871"/>
                  </a:lnTo>
                  <a:lnTo>
                    <a:pt x="33604" y="6841"/>
                  </a:lnTo>
                  <a:lnTo>
                    <a:pt x="33529" y="6826"/>
                  </a:lnTo>
                  <a:lnTo>
                    <a:pt x="33455" y="6826"/>
                  </a:lnTo>
                  <a:lnTo>
                    <a:pt x="33380" y="6796"/>
                  </a:lnTo>
                  <a:lnTo>
                    <a:pt x="33350" y="6766"/>
                  </a:lnTo>
                  <a:lnTo>
                    <a:pt x="33335" y="6751"/>
                  </a:lnTo>
                  <a:lnTo>
                    <a:pt x="33335" y="6751"/>
                  </a:lnTo>
                  <a:lnTo>
                    <a:pt x="33335" y="6751"/>
                  </a:lnTo>
                  <a:lnTo>
                    <a:pt x="33335" y="6751"/>
                  </a:lnTo>
                  <a:lnTo>
                    <a:pt x="33305" y="6751"/>
                  </a:lnTo>
                  <a:lnTo>
                    <a:pt x="33290" y="6766"/>
                  </a:lnTo>
                  <a:lnTo>
                    <a:pt x="33261" y="6796"/>
                  </a:lnTo>
                  <a:lnTo>
                    <a:pt x="33201" y="6811"/>
                  </a:lnTo>
                  <a:lnTo>
                    <a:pt x="33186" y="6811"/>
                  </a:lnTo>
                  <a:lnTo>
                    <a:pt x="33171" y="6826"/>
                  </a:lnTo>
                  <a:lnTo>
                    <a:pt x="33141" y="6826"/>
                  </a:lnTo>
                  <a:lnTo>
                    <a:pt x="33111" y="6826"/>
                  </a:lnTo>
                  <a:lnTo>
                    <a:pt x="33037" y="6811"/>
                  </a:lnTo>
                  <a:lnTo>
                    <a:pt x="32962" y="6736"/>
                  </a:lnTo>
                  <a:lnTo>
                    <a:pt x="32917" y="6676"/>
                  </a:lnTo>
                  <a:lnTo>
                    <a:pt x="32887" y="6632"/>
                  </a:lnTo>
                  <a:lnTo>
                    <a:pt x="32842" y="6572"/>
                  </a:lnTo>
                  <a:lnTo>
                    <a:pt x="32768" y="6512"/>
                  </a:lnTo>
                  <a:lnTo>
                    <a:pt x="32738" y="6497"/>
                  </a:lnTo>
                  <a:lnTo>
                    <a:pt x="32723" y="6482"/>
                  </a:lnTo>
                  <a:lnTo>
                    <a:pt x="32693" y="6452"/>
                  </a:lnTo>
                  <a:lnTo>
                    <a:pt x="32678" y="6423"/>
                  </a:lnTo>
                  <a:lnTo>
                    <a:pt x="32663" y="6408"/>
                  </a:lnTo>
                  <a:lnTo>
                    <a:pt x="32663" y="6378"/>
                  </a:lnTo>
                  <a:lnTo>
                    <a:pt x="32648" y="6333"/>
                  </a:lnTo>
                  <a:lnTo>
                    <a:pt x="32618" y="6258"/>
                  </a:lnTo>
                  <a:lnTo>
                    <a:pt x="32559" y="6184"/>
                  </a:lnTo>
                  <a:lnTo>
                    <a:pt x="32230" y="6109"/>
                  </a:lnTo>
                  <a:lnTo>
                    <a:pt x="32111" y="6094"/>
                  </a:lnTo>
                  <a:lnTo>
                    <a:pt x="32021" y="6079"/>
                  </a:lnTo>
                  <a:lnTo>
                    <a:pt x="31976" y="6079"/>
                  </a:lnTo>
                  <a:lnTo>
                    <a:pt x="31872" y="5989"/>
                  </a:lnTo>
                  <a:lnTo>
                    <a:pt x="31752" y="5736"/>
                  </a:lnTo>
                  <a:lnTo>
                    <a:pt x="31722" y="5691"/>
                  </a:lnTo>
                  <a:lnTo>
                    <a:pt x="31707" y="5646"/>
                  </a:lnTo>
                  <a:lnTo>
                    <a:pt x="31618" y="5526"/>
                  </a:lnTo>
                  <a:lnTo>
                    <a:pt x="31394" y="5377"/>
                  </a:lnTo>
                  <a:lnTo>
                    <a:pt x="31065" y="5183"/>
                  </a:lnTo>
                  <a:lnTo>
                    <a:pt x="30871" y="5108"/>
                  </a:lnTo>
                  <a:lnTo>
                    <a:pt x="30796" y="5108"/>
                  </a:lnTo>
                  <a:lnTo>
                    <a:pt x="30722" y="5138"/>
                  </a:lnTo>
                  <a:lnTo>
                    <a:pt x="30632" y="5183"/>
                  </a:lnTo>
                  <a:lnTo>
                    <a:pt x="30587" y="5228"/>
                  </a:lnTo>
                  <a:lnTo>
                    <a:pt x="30557" y="5258"/>
                  </a:lnTo>
                  <a:lnTo>
                    <a:pt x="30513" y="5273"/>
                  </a:lnTo>
                  <a:lnTo>
                    <a:pt x="30483" y="5258"/>
                  </a:lnTo>
                  <a:lnTo>
                    <a:pt x="30453" y="5243"/>
                  </a:lnTo>
                  <a:lnTo>
                    <a:pt x="30423" y="5228"/>
                  </a:lnTo>
                  <a:lnTo>
                    <a:pt x="30393" y="5228"/>
                  </a:lnTo>
                  <a:lnTo>
                    <a:pt x="30378" y="5243"/>
                  </a:lnTo>
                  <a:lnTo>
                    <a:pt x="30348" y="5302"/>
                  </a:lnTo>
                  <a:lnTo>
                    <a:pt x="30333" y="5347"/>
                  </a:lnTo>
                  <a:lnTo>
                    <a:pt x="30303" y="5407"/>
                  </a:lnTo>
                  <a:lnTo>
                    <a:pt x="30259" y="5452"/>
                  </a:lnTo>
                  <a:lnTo>
                    <a:pt x="30199" y="5482"/>
                  </a:lnTo>
                  <a:lnTo>
                    <a:pt x="30139" y="5482"/>
                  </a:lnTo>
                  <a:lnTo>
                    <a:pt x="30065" y="5452"/>
                  </a:lnTo>
                  <a:lnTo>
                    <a:pt x="30035" y="5437"/>
                  </a:lnTo>
                  <a:lnTo>
                    <a:pt x="30005" y="5437"/>
                  </a:lnTo>
                  <a:lnTo>
                    <a:pt x="29975" y="5452"/>
                  </a:lnTo>
                  <a:lnTo>
                    <a:pt x="29945" y="5467"/>
                  </a:lnTo>
                  <a:lnTo>
                    <a:pt x="29885" y="5482"/>
                  </a:lnTo>
                  <a:lnTo>
                    <a:pt x="29811" y="5467"/>
                  </a:lnTo>
                  <a:lnTo>
                    <a:pt x="29736" y="5437"/>
                  </a:lnTo>
                  <a:lnTo>
                    <a:pt x="29691" y="5392"/>
                  </a:lnTo>
                  <a:lnTo>
                    <a:pt x="29691" y="5392"/>
                  </a:lnTo>
                  <a:lnTo>
                    <a:pt x="29661" y="5392"/>
                  </a:lnTo>
                  <a:lnTo>
                    <a:pt x="29646" y="5392"/>
                  </a:lnTo>
                  <a:lnTo>
                    <a:pt x="29631" y="5392"/>
                  </a:lnTo>
                  <a:lnTo>
                    <a:pt x="29572" y="5407"/>
                  </a:lnTo>
                  <a:lnTo>
                    <a:pt x="29512" y="5437"/>
                  </a:lnTo>
                  <a:lnTo>
                    <a:pt x="29452" y="5467"/>
                  </a:lnTo>
                  <a:lnTo>
                    <a:pt x="29378" y="5467"/>
                  </a:lnTo>
                  <a:lnTo>
                    <a:pt x="29288" y="5452"/>
                  </a:lnTo>
                  <a:lnTo>
                    <a:pt x="29243" y="5422"/>
                  </a:lnTo>
                  <a:lnTo>
                    <a:pt x="29198" y="5377"/>
                  </a:lnTo>
                  <a:lnTo>
                    <a:pt x="29198" y="5317"/>
                  </a:lnTo>
                  <a:lnTo>
                    <a:pt x="29183" y="5258"/>
                  </a:lnTo>
                  <a:lnTo>
                    <a:pt x="29139" y="5213"/>
                  </a:lnTo>
                  <a:lnTo>
                    <a:pt x="29094" y="5198"/>
                  </a:lnTo>
                  <a:lnTo>
                    <a:pt x="29019" y="5213"/>
                  </a:lnTo>
                  <a:lnTo>
                    <a:pt x="28944" y="5228"/>
                  </a:lnTo>
                  <a:lnTo>
                    <a:pt x="28870" y="5213"/>
                  </a:lnTo>
                  <a:lnTo>
                    <a:pt x="28825" y="5183"/>
                  </a:lnTo>
                  <a:lnTo>
                    <a:pt x="28795" y="5063"/>
                  </a:lnTo>
                  <a:lnTo>
                    <a:pt x="28795" y="5004"/>
                  </a:lnTo>
                  <a:lnTo>
                    <a:pt x="28810" y="4929"/>
                  </a:lnTo>
                  <a:lnTo>
                    <a:pt x="28795" y="4869"/>
                  </a:lnTo>
                  <a:lnTo>
                    <a:pt x="28780" y="4839"/>
                  </a:lnTo>
                  <a:lnTo>
                    <a:pt x="28750" y="4839"/>
                  </a:lnTo>
                  <a:lnTo>
                    <a:pt x="28735" y="4839"/>
                  </a:lnTo>
                  <a:lnTo>
                    <a:pt x="28735" y="4839"/>
                  </a:lnTo>
                  <a:lnTo>
                    <a:pt x="28720" y="4839"/>
                  </a:lnTo>
                  <a:lnTo>
                    <a:pt x="28705" y="4839"/>
                  </a:lnTo>
                  <a:lnTo>
                    <a:pt x="28661" y="4839"/>
                  </a:lnTo>
                  <a:lnTo>
                    <a:pt x="28631" y="4810"/>
                  </a:lnTo>
                  <a:lnTo>
                    <a:pt x="28556" y="4780"/>
                  </a:lnTo>
                  <a:lnTo>
                    <a:pt x="28481" y="4765"/>
                  </a:lnTo>
                  <a:lnTo>
                    <a:pt x="28467" y="4765"/>
                  </a:lnTo>
                  <a:lnTo>
                    <a:pt x="28452" y="4765"/>
                  </a:lnTo>
                  <a:lnTo>
                    <a:pt x="28437" y="4765"/>
                  </a:lnTo>
                  <a:lnTo>
                    <a:pt x="28422" y="4780"/>
                  </a:lnTo>
                  <a:lnTo>
                    <a:pt x="28407" y="4825"/>
                  </a:lnTo>
                  <a:lnTo>
                    <a:pt x="28362" y="4884"/>
                  </a:lnTo>
                  <a:lnTo>
                    <a:pt x="28302" y="4914"/>
                  </a:lnTo>
                  <a:lnTo>
                    <a:pt x="28287" y="4914"/>
                  </a:lnTo>
                  <a:lnTo>
                    <a:pt x="28272" y="4929"/>
                  </a:lnTo>
                  <a:lnTo>
                    <a:pt x="28287" y="4959"/>
                  </a:lnTo>
                  <a:lnTo>
                    <a:pt x="28302" y="4989"/>
                  </a:lnTo>
                  <a:lnTo>
                    <a:pt x="28347" y="5108"/>
                  </a:lnTo>
                  <a:lnTo>
                    <a:pt x="28317" y="5198"/>
                  </a:lnTo>
                  <a:lnTo>
                    <a:pt x="28228" y="5317"/>
                  </a:lnTo>
                  <a:lnTo>
                    <a:pt x="28153" y="5377"/>
                  </a:lnTo>
                  <a:lnTo>
                    <a:pt x="28123" y="5422"/>
                  </a:lnTo>
                  <a:lnTo>
                    <a:pt x="28093" y="5377"/>
                  </a:lnTo>
                  <a:lnTo>
                    <a:pt x="27541" y="4810"/>
                  </a:lnTo>
                  <a:lnTo>
                    <a:pt x="26988" y="4212"/>
                  </a:lnTo>
                  <a:lnTo>
                    <a:pt x="26794" y="4018"/>
                  </a:lnTo>
                  <a:lnTo>
                    <a:pt x="26316" y="3600"/>
                  </a:lnTo>
                  <a:lnTo>
                    <a:pt x="25599" y="2958"/>
                  </a:lnTo>
                  <a:lnTo>
                    <a:pt x="25226" y="2584"/>
                  </a:lnTo>
                  <a:lnTo>
                    <a:pt x="25076" y="2420"/>
                  </a:lnTo>
                  <a:lnTo>
                    <a:pt x="24778" y="2226"/>
                  </a:lnTo>
                  <a:lnTo>
                    <a:pt x="24419" y="2032"/>
                  </a:lnTo>
                  <a:lnTo>
                    <a:pt x="24091" y="1897"/>
                  </a:lnTo>
                  <a:lnTo>
                    <a:pt x="23852" y="1793"/>
                  </a:lnTo>
                  <a:lnTo>
                    <a:pt x="23702" y="1703"/>
                  </a:lnTo>
                  <a:lnTo>
                    <a:pt x="23583" y="1614"/>
                  </a:lnTo>
                  <a:lnTo>
                    <a:pt x="23508" y="1449"/>
                  </a:lnTo>
                  <a:lnTo>
                    <a:pt x="23523" y="1390"/>
                  </a:lnTo>
                  <a:lnTo>
                    <a:pt x="23613" y="1345"/>
                  </a:lnTo>
                  <a:lnTo>
                    <a:pt x="23658" y="1330"/>
                  </a:lnTo>
                  <a:lnTo>
                    <a:pt x="23687" y="1330"/>
                  </a:lnTo>
                  <a:lnTo>
                    <a:pt x="23717" y="1330"/>
                  </a:lnTo>
                  <a:lnTo>
                    <a:pt x="23747" y="1300"/>
                  </a:lnTo>
                  <a:lnTo>
                    <a:pt x="23762" y="1270"/>
                  </a:lnTo>
                  <a:lnTo>
                    <a:pt x="23777" y="1225"/>
                  </a:lnTo>
                  <a:lnTo>
                    <a:pt x="23777" y="1166"/>
                  </a:lnTo>
                  <a:lnTo>
                    <a:pt x="23777" y="1166"/>
                  </a:lnTo>
                  <a:lnTo>
                    <a:pt x="23762" y="1166"/>
                  </a:lnTo>
                  <a:lnTo>
                    <a:pt x="23762" y="1166"/>
                  </a:lnTo>
                  <a:lnTo>
                    <a:pt x="23717" y="1166"/>
                  </a:lnTo>
                  <a:lnTo>
                    <a:pt x="23672" y="1180"/>
                  </a:lnTo>
                  <a:lnTo>
                    <a:pt x="23568" y="1210"/>
                  </a:lnTo>
                  <a:lnTo>
                    <a:pt x="23523" y="1240"/>
                  </a:lnTo>
                  <a:lnTo>
                    <a:pt x="23478" y="1255"/>
                  </a:lnTo>
                  <a:lnTo>
                    <a:pt x="23448" y="1270"/>
                  </a:lnTo>
                  <a:lnTo>
                    <a:pt x="23419" y="1270"/>
                  </a:lnTo>
                  <a:lnTo>
                    <a:pt x="23404" y="1270"/>
                  </a:lnTo>
                  <a:lnTo>
                    <a:pt x="23374" y="1255"/>
                  </a:lnTo>
                  <a:lnTo>
                    <a:pt x="23344" y="1225"/>
                  </a:lnTo>
                  <a:lnTo>
                    <a:pt x="23344" y="1210"/>
                  </a:lnTo>
                  <a:lnTo>
                    <a:pt x="23344" y="1210"/>
                  </a:lnTo>
                  <a:lnTo>
                    <a:pt x="23344" y="1210"/>
                  </a:lnTo>
                  <a:lnTo>
                    <a:pt x="23344" y="1210"/>
                  </a:lnTo>
                  <a:lnTo>
                    <a:pt x="23329" y="1210"/>
                  </a:lnTo>
                  <a:lnTo>
                    <a:pt x="23299" y="1210"/>
                  </a:lnTo>
                  <a:lnTo>
                    <a:pt x="23299" y="1225"/>
                  </a:lnTo>
                  <a:lnTo>
                    <a:pt x="23299" y="1255"/>
                  </a:lnTo>
                  <a:lnTo>
                    <a:pt x="23284" y="1285"/>
                  </a:lnTo>
                  <a:lnTo>
                    <a:pt x="23284" y="1315"/>
                  </a:lnTo>
                  <a:lnTo>
                    <a:pt x="23195" y="1419"/>
                  </a:lnTo>
                  <a:lnTo>
                    <a:pt x="23015" y="1479"/>
                  </a:lnTo>
                  <a:lnTo>
                    <a:pt x="22985" y="1494"/>
                  </a:lnTo>
                  <a:lnTo>
                    <a:pt x="22956" y="1509"/>
                  </a:lnTo>
                  <a:lnTo>
                    <a:pt x="22896" y="1524"/>
                  </a:lnTo>
                  <a:lnTo>
                    <a:pt x="22851" y="1524"/>
                  </a:lnTo>
                  <a:lnTo>
                    <a:pt x="22776" y="1539"/>
                  </a:lnTo>
                  <a:lnTo>
                    <a:pt x="22761" y="1584"/>
                  </a:lnTo>
                  <a:lnTo>
                    <a:pt x="22732" y="1673"/>
                  </a:lnTo>
                  <a:lnTo>
                    <a:pt x="22672" y="1733"/>
                  </a:lnTo>
                  <a:lnTo>
                    <a:pt x="22612" y="1793"/>
                  </a:lnTo>
                  <a:lnTo>
                    <a:pt x="22522" y="1808"/>
                  </a:lnTo>
                  <a:lnTo>
                    <a:pt x="22463" y="1823"/>
                  </a:lnTo>
                  <a:lnTo>
                    <a:pt x="22433" y="1823"/>
                  </a:lnTo>
                  <a:lnTo>
                    <a:pt x="22373" y="1823"/>
                  </a:lnTo>
                  <a:lnTo>
                    <a:pt x="22343" y="1823"/>
                  </a:lnTo>
                  <a:lnTo>
                    <a:pt x="22343" y="1823"/>
                  </a:lnTo>
                  <a:lnTo>
                    <a:pt x="22328" y="1912"/>
                  </a:lnTo>
                  <a:lnTo>
                    <a:pt x="22224" y="2017"/>
                  </a:lnTo>
                  <a:lnTo>
                    <a:pt x="22209" y="2017"/>
                  </a:lnTo>
                  <a:lnTo>
                    <a:pt x="22209" y="2017"/>
                  </a:lnTo>
                  <a:lnTo>
                    <a:pt x="22209" y="2032"/>
                  </a:lnTo>
                  <a:lnTo>
                    <a:pt x="22209" y="2032"/>
                  </a:lnTo>
                  <a:lnTo>
                    <a:pt x="22224" y="2062"/>
                  </a:lnTo>
                  <a:lnTo>
                    <a:pt x="22239" y="2121"/>
                  </a:lnTo>
                  <a:lnTo>
                    <a:pt x="22239" y="2166"/>
                  </a:lnTo>
                  <a:lnTo>
                    <a:pt x="22224" y="2211"/>
                  </a:lnTo>
                  <a:lnTo>
                    <a:pt x="22194" y="2241"/>
                  </a:lnTo>
                  <a:lnTo>
                    <a:pt x="22179" y="2256"/>
                  </a:lnTo>
                  <a:lnTo>
                    <a:pt x="22134" y="2271"/>
                  </a:lnTo>
                  <a:lnTo>
                    <a:pt x="22104" y="2256"/>
                  </a:lnTo>
                  <a:lnTo>
                    <a:pt x="22074" y="2256"/>
                  </a:lnTo>
                  <a:lnTo>
                    <a:pt x="22059" y="2226"/>
                  </a:lnTo>
                  <a:lnTo>
                    <a:pt x="22030" y="2196"/>
                  </a:lnTo>
                  <a:lnTo>
                    <a:pt x="22000" y="2181"/>
                  </a:lnTo>
                  <a:lnTo>
                    <a:pt x="21970" y="2166"/>
                  </a:lnTo>
                  <a:lnTo>
                    <a:pt x="21940" y="2166"/>
                  </a:lnTo>
                  <a:lnTo>
                    <a:pt x="21910" y="2166"/>
                  </a:lnTo>
                  <a:lnTo>
                    <a:pt x="21895" y="2166"/>
                  </a:lnTo>
                  <a:lnTo>
                    <a:pt x="21865" y="2151"/>
                  </a:lnTo>
                  <a:lnTo>
                    <a:pt x="21850" y="2151"/>
                  </a:lnTo>
                  <a:lnTo>
                    <a:pt x="21821" y="2121"/>
                  </a:lnTo>
                  <a:lnTo>
                    <a:pt x="21821" y="2091"/>
                  </a:lnTo>
                  <a:lnTo>
                    <a:pt x="21776" y="2077"/>
                  </a:lnTo>
                  <a:lnTo>
                    <a:pt x="21656" y="2077"/>
                  </a:lnTo>
                  <a:lnTo>
                    <a:pt x="21597" y="2077"/>
                  </a:lnTo>
                  <a:lnTo>
                    <a:pt x="21582" y="2077"/>
                  </a:lnTo>
                  <a:lnTo>
                    <a:pt x="21567" y="2077"/>
                  </a:lnTo>
                  <a:lnTo>
                    <a:pt x="21552" y="2077"/>
                  </a:lnTo>
                  <a:lnTo>
                    <a:pt x="21522" y="2077"/>
                  </a:lnTo>
                  <a:lnTo>
                    <a:pt x="21492" y="2136"/>
                  </a:lnTo>
                  <a:lnTo>
                    <a:pt x="21462" y="2211"/>
                  </a:lnTo>
                  <a:lnTo>
                    <a:pt x="21417" y="2256"/>
                  </a:lnTo>
                  <a:lnTo>
                    <a:pt x="21358" y="2286"/>
                  </a:lnTo>
                  <a:lnTo>
                    <a:pt x="21283" y="2271"/>
                  </a:lnTo>
                  <a:lnTo>
                    <a:pt x="21268" y="2256"/>
                  </a:lnTo>
                  <a:lnTo>
                    <a:pt x="21253" y="2256"/>
                  </a:lnTo>
                  <a:lnTo>
                    <a:pt x="21178" y="2196"/>
                  </a:lnTo>
                  <a:lnTo>
                    <a:pt x="21104" y="2077"/>
                  </a:lnTo>
                  <a:lnTo>
                    <a:pt x="21029" y="1957"/>
                  </a:lnTo>
                  <a:lnTo>
                    <a:pt x="21044" y="1867"/>
                  </a:lnTo>
                  <a:lnTo>
                    <a:pt x="21044" y="1867"/>
                  </a:lnTo>
                  <a:lnTo>
                    <a:pt x="21044" y="1853"/>
                  </a:lnTo>
                  <a:lnTo>
                    <a:pt x="21089" y="1808"/>
                  </a:lnTo>
                  <a:lnTo>
                    <a:pt x="21148" y="1748"/>
                  </a:lnTo>
                  <a:lnTo>
                    <a:pt x="21178" y="1718"/>
                  </a:lnTo>
                  <a:lnTo>
                    <a:pt x="21208" y="1673"/>
                  </a:lnTo>
                  <a:lnTo>
                    <a:pt x="21148" y="1673"/>
                  </a:lnTo>
                  <a:lnTo>
                    <a:pt x="21029" y="1688"/>
                  </a:lnTo>
                  <a:lnTo>
                    <a:pt x="20969" y="1688"/>
                  </a:lnTo>
                  <a:lnTo>
                    <a:pt x="20895" y="1688"/>
                  </a:lnTo>
                  <a:lnTo>
                    <a:pt x="20835" y="1688"/>
                  </a:lnTo>
                  <a:lnTo>
                    <a:pt x="20745" y="1688"/>
                  </a:lnTo>
                  <a:lnTo>
                    <a:pt x="20671" y="1614"/>
                  </a:lnTo>
                  <a:lnTo>
                    <a:pt x="20656" y="1584"/>
                  </a:lnTo>
                  <a:lnTo>
                    <a:pt x="20641" y="1569"/>
                  </a:lnTo>
                  <a:lnTo>
                    <a:pt x="20626" y="1554"/>
                  </a:lnTo>
                  <a:lnTo>
                    <a:pt x="20611" y="1554"/>
                  </a:lnTo>
                  <a:lnTo>
                    <a:pt x="20596" y="1554"/>
                  </a:lnTo>
                  <a:lnTo>
                    <a:pt x="20596" y="1569"/>
                  </a:lnTo>
                  <a:lnTo>
                    <a:pt x="20581" y="1584"/>
                  </a:lnTo>
                  <a:lnTo>
                    <a:pt x="20566" y="1628"/>
                  </a:lnTo>
                  <a:lnTo>
                    <a:pt x="20536" y="1673"/>
                  </a:lnTo>
                  <a:lnTo>
                    <a:pt x="20491" y="1748"/>
                  </a:lnTo>
                  <a:lnTo>
                    <a:pt x="20417" y="1778"/>
                  </a:lnTo>
                  <a:lnTo>
                    <a:pt x="20342" y="1793"/>
                  </a:lnTo>
                  <a:lnTo>
                    <a:pt x="20267" y="1778"/>
                  </a:lnTo>
                  <a:lnTo>
                    <a:pt x="20178" y="1718"/>
                  </a:lnTo>
                  <a:lnTo>
                    <a:pt x="20163" y="1614"/>
                  </a:lnTo>
                  <a:lnTo>
                    <a:pt x="20163" y="1554"/>
                  </a:lnTo>
                  <a:lnTo>
                    <a:pt x="20148" y="1494"/>
                  </a:lnTo>
                  <a:lnTo>
                    <a:pt x="20013" y="1375"/>
                  </a:lnTo>
                  <a:lnTo>
                    <a:pt x="19849" y="1315"/>
                  </a:lnTo>
                  <a:lnTo>
                    <a:pt x="19819" y="1300"/>
                  </a:lnTo>
                  <a:lnTo>
                    <a:pt x="19804" y="1285"/>
                  </a:lnTo>
                  <a:lnTo>
                    <a:pt x="19774" y="1285"/>
                  </a:lnTo>
                  <a:lnTo>
                    <a:pt x="19745" y="1300"/>
                  </a:lnTo>
                  <a:lnTo>
                    <a:pt x="19700" y="1315"/>
                  </a:lnTo>
                  <a:lnTo>
                    <a:pt x="19670" y="1330"/>
                  </a:lnTo>
                  <a:lnTo>
                    <a:pt x="19670" y="1345"/>
                  </a:lnTo>
                  <a:lnTo>
                    <a:pt x="19655" y="1375"/>
                  </a:lnTo>
                  <a:lnTo>
                    <a:pt x="19610" y="1464"/>
                  </a:lnTo>
                  <a:lnTo>
                    <a:pt x="19536" y="1509"/>
                  </a:lnTo>
                  <a:lnTo>
                    <a:pt x="19476" y="1524"/>
                  </a:lnTo>
                  <a:lnTo>
                    <a:pt x="19416" y="1494"/>
                  </a:lnTo>
                  <a:lnTo>
                    <a:pt x="19356" y="1464"/>
                  </a:lnTo>
                  <a:lnTo>
                    <a:pt x="19326" y="1434"/>
                  </a:lnTo>
                  <a:lnTo>
                    <a:pt x="19311" y="1434"/>
                  </a:lnTo>
                  <a:lnTo>
                    <a:pt x="19297" y="1419"/>
                  </a:lnTo>
                  <a:lnTo>
                    <a:pt x="19267" y="1419"/>
                  </a:lnTo>
                  <a:lnTo>
                    <a:pt x="19237" y="1434"/>
                  </a:lnTo>
                  <a:lnTo>
                    <a:pt x="19237" y="1434"/>
                  </a:lnTo>
                  <a:lnTo>
                    <a:pt x="19237" y="1434"/>
                  </a:lnTo>
                  <a:lnTo>
                    <a:pt x="19222" y="1449"/>
                  </a:lnTo>
                  <a:lnTo>
                    <a:pt x="19222" y="1449"/>
                  </a:lnTo>
                  <a:lnTo>
                    <a:pt x="19162" y="1479"/>
                  </a:lnTo>
                  <a:lnTo>
                    <a:pt x="19102" y="1479"/>
                  </a:lnTo>
                  <a:lnTo>
                    <a:pt x="19043" y="1464"/>
                  </a:lnTo>
                  <a:lnTo>
                    <a:pt x="18998" y="1419"/>
                  </a:lnTo>
                  <a:lnTo>
                    <a:pt x="18983" y="1419"/>
                  </a:lnTo>
                  <a:lnTo>
                    <a:pt x="18983" y="1404"/>
                  </a:lnTo>
                  <a:lnTo>
                    <a:pt x="18938" y="1330"/>
                  </a:lnTo>
                  <a:lnTo>
                    <a:pt x="18968" y="1210"/>
                  </a:lnTo>
                  <a:lnTo>
                    <a:pt x="19013" y="1151"/>
                  </a:lnTo>
                  <a:lnTo>
                    <a:pt x="19013" y="1151"/>
                  </a:lnTo>
                  <a:lnTo>
                    <a:pt x="19013" y="1106"/>
                  </a:lnTo>
                  <a:lnTo>
                    <a:pt x="18998" y="1046"/>
                  </a:lnTo>
                  <a:lnTo>
                    <a:pt x="18968" y="971"/>
                  </a:lnTo>
                  <a:lnTo>
                    <a:pt x="18968" y="912"/>
                  </a:lnTo>
                  <a:lnTo>
                    <a:pt x="18953" y="852"/>
                  </a:lnTo>
                  <a:lnTo>
                    <a:pt x="18938" y="837"/>
                  </a:lnTo>
                  <a:lnTo>
                    <a:pt x="18908" y="807"/>
                  </a:lnTo>
                  <a:lnTo>
                    <a:pt x="18789" y="747"/>
                  </a:lnTo>
                  <a:lnTo>
                    <a:pt x="18684" y="703"/>
                  </a:lnTo>
                  <a:lnTo>
                    <a:pt x="18624" y="583"/>
                  </a:lnTo>
                  <a:lnTo>
                    <a:pt x="18624" y="523"/>
                  </a:lnTo>
                  <a:lnTo>
                    <a:pt x="18624" y="493"/>
                  </a:lnTo>
                  <a:lnTo>
                    <a:pt x="18624" y="479"/>
                  </a:lnTo>
                  <a:lnTo>
                    <a:pt x="18610" y="419"/>
                  </a:lnTo>
                  <a:lnTo>
                    <a:pt x="18580" y="389"/>
                  </a:lnTo>
                  <a:lnTo>
                    <a:pt x="18565" y="374"/>
                  </a:lnTo>
                  <a:lnTo>
                    <a:pt x="18550" y="359"/>
                  </a:lnTo>
                  <a:lnTo>
                    <a:pt x="18550" y="359"/>
                  </a:lnTo>
                  <a:lnTo>
                    <a:pt x="18535" y="344"/>
                  </a:lnTo>
                  <a:lnTo>
                    <a:pt x="18445" y="269"/>
                  </a:lnTo>
                  <a:lnTo>
                    <a:pt x="18386" y="165"/>
                  </a:lnTo>
                  <a:lnTo>
                    <a:pt x="18371" y="150"/>
                  </a:lnTo>
                  <a:lnTo>
                    <a:pt x="18236" y="135"/>
                  </a:lnTo>
                  <a:lnTo>
                    <a:pt x="18191" y="135"/>
                  </a:lnTo>
                  <a:lnTo>
                    <a:pt x="18162" y="150"/>
                  </a:lnTo>
                  <a:lnTo>
                    <a:pt x="18132" y="150"/>
                  </a:lnTo>
                  <a:lnTo>
                    <a:pt x="18117" y="150"/>
                  </a:lnTo>
                  <a:lnTo>
                    <a:pt x="18117" y="150"/>
                  </a:lnTo>
                  <a:lnTo>
                    <a:pt x="18117" y="150"/>
                  </a:lnTo>
                  <a:lnTo>
                    <a:pt x="18117" y="180"/>
                  </a:lnTo>
                  <a:lnTo>
                    <a:pt x="18102" y="210"/>
                  </a:lnTo>
                  <a:lnTo>
                    <a:pt x="18087" y="240"/>
                  </a:lnTo>
                  <a:lnTo>
                    <a:pt x="18072" y="269"/>
                  </a:lnTo>
                  <a:lnTo>
                    <a:pt x="18042" y="314"/>
                  </a:lnTo>
                  <a:lnTo>
                    <a:pt x="18012" y="329"/>
                  </a:lnTo>
                  <a:lnTo>
                    <a:pt x="17952" y="344"/>
                  </a:lnTo>
                  <a:lnTo>
                    <a:pt x="17908" y="329"/>
                  </a:lnTo>
                  <a:lnTo>
                    <a:pt x="17878" y="314"/>
                  </a:lnTo>
                  <a:lnTo>
                    <a:pt x="17863" y="299"/>
                  </a:lnTo>
                  <a:lnTo>
                    <a:pt x="17743" y="225"/>
                  </a:lnTo>
                  <a:lnTo>
                    <a:pt x="17564" y="150"/>
                  </a:lnTo>
                  <a:lnTo>
                    <a:pt x="17430" y="105"/>
                  </a:lnTo>
                  <a:lnTo>
                    <a:pt x="17355" y="60"/>
                  </a:lnTo>
                  <a:lnTo>
                    <a:pt x="17295" y="30"/>
                  </a:lnTo>
                  <a:lnTo>
                    <a:pt x="17250" y="16"/>
                  </a:lnTo>
                  <a:lnTo>
                    <a:pt x="17206" y="16"/>
                  </a:lnTo>
                  <a:lnTo>
                    <a:pt x="17131" y="30"/>
                  </a:lnTo>
                  <a:lnTo>
                    <a:pt x="17071" y="60"/>
                  </a:lnTo>
                  <a:lnTo>
                    <a:pt x="17056" y="75"/>
                  </a:lnTo>
                  <a:lnTo>
                    <a:pt x="17026" y="90"/>
                  </a:lnTo>
                  <a:lnTo>
                    <a:pt x="16967" y="105"/>
                  </a:lnTo>
                  <a:lnTo>
                    <a:pt x="16937" y="105"/>
                  </a:lnTo>
                  <a:lnTo>
                    <a:pt x="16922" y="105"/>
                  </a:lnTo>
                  <a:lnTo>
                    <a:pt x="16862" y="105"/>
                  </a:lnTo>
                  <a:lnTo>
                    <a:pt x="16847" y="75"/>
                  </a:lnTo>
                  <a:lnTo>
                    <a:pt x="16817" y="45"/>
                  </a:lnTo>
                  <a:lnTo>
                    <a:pt x="16788" y="16"/>
                  </a:lnTo>
                  <a:lnTo>
                    <a:pt x="16773" y="1"/>
                  </a:lnTo>
                  <a:lnTo>
                    <a:pt x="16758" y="1"/>
                  </a:lnTo>
                  <a:lnTo>
                    <a:pt x="16743" y="16"/>
                  </a:lnTo>
                  <a:lnTo>
                    <a:pt x="16728" y="45"/>
                  </a:lnTo>
                  <a:lnTo>
                    <a:pt x="16713" y="60"/>
                  </a:lnTo>
                  <a:lnTo>
                    <a:pt x="16698" y="90"/>
                  </a:lnTo>
                  <a:lnTo>
                    <a:pt x="16683" y="105"/>
                  </a:lnTo>
                  <a:lnTo>
                    <a:pt x="16683" y="120"/>
                  </a:lnTo>
                  <a:lnTo>
                    <a:pt x="16638" y="180"/>
                  </a:lnTo>
                  <a:lnTo>
                    <a:pt x="16534" y="225"/>
                  </a:lnTo>
                  <a:lnTo>
                    <a:pt x="16459" y="254"/>
                  </a:lnTo>
                  <a:lnTo>
                    <a:pt x="16459" y="299"/>
                  </a:lnTo>
                  <a:lnTo>
                    <a:pt x="16459" y="314"/>
                  </a:lnTo>
                  <a:lnTo>
                    <a:pt x="16444" y="404"/>
                  </a:lnTo>
                  <a:lnTo>
                    <a:pt x="16325" y="479"/>
                  </a:lnTo>
                  <a:lnTo>
                    <a:pt x="16235" y="523"/>
                  </a:lnTo>
                  <a:lnTo>
                    <a:pt x="16205" y="538"/>
                  </a:lnTo>
                  <a:lnTo>
                    <a:pt x="16130" y="568"/>
                  </a:lnTo>
                  <a:lnTo>
                    <a:pt x="16101" y="583"/>
                  </a:lnTo>
                  <a:lnTo>
                    <a:pt x="16041" y="613"/>
                  </a:lnTo>
                  <a:lnTo>
                    <a:pt x="15921" y="643"/>
                  </a:lnTo>
                  <a:lnTo>
                    <a:pt x="15862" y="658"/>
                  </a:lnTo>
                  <a:lnTo>
                    <a:pt x="15787" y="658"/>
                  </a:lnTo>
                  <a:lnTo>
                    <a:pt x="15638" y="688"/>
                  </a:lnTo>
                  <a:lnTo>
                    <a:pt x="15473" y="732"/>
                  </a:lnTo>
                  <a:lnTo>
                    <a:pt x="15369" y="762"/>
                  </a:lnTo>
                  <a:lnTo>
                    <a:pt x="15175" y="807"/>
                  </a:lnTo>
                  <a:lnTo>
                    <a:pt x="14861" y="852"/>
                  </a:lnTo>
                  <a:lnTo>
                    <a:pt x="14652" y="882"/>
                  </a:lnTo>
                  <a:lnTo>
                    <a:pt x="14577" y="897"/>
                  </a:lnTo>
                  <a:lnTo>
                    <a:pt x="14532" y="927"/>
                  </a:lnTo>
                  <a:lnTo>
                    <a:pt x="14488" y="941"/>
                  </a:lnTo>
                  <a:lnTo>
                    <a:pt x="14413" y="941"/>
                  </a:lnTo>
                  <a:lnTo>
                    <a:pt x="14413" y="941"/>
                  </a:lnTo>
                  <a:lnTo>
                    <a:pt x="14353" y="956"/>
                  </a:lnTo>
                  <a:lnTo>
                    <a:pt x="14278" y="986"/>
                  </a:lnTo>
                  <a:lnTo>
                    <a:pt x="14204" y="1031"/>
                  </a:lnTo>
                  <a:lnTo>
                    <a:pt x="14174" y="1076"/>
                  </a:lnTo>
                  <a:lnTo>
                    <a:pt x="14159" y="1106"/>
                  </a:lnTo>
                  <a:lnTo>
                    <a:pt x="14159" y="1136"/>
                  </a:lnTo>
                  <a:lnTo>
                    <a:pt x="14174" y="1180"/>
                  </a:lnTo>
                  <a:lnTo>
                    <a:pt x="14144" y="1255"/>
                  </a:lnTo>
                  <a:lnTo>
                    <a:pt x="14114" y="1315"/>
                  </a:lnTo>
                  <a:lnTo>
                    <a:pt x="14069" y="1330"/>
                  </a:lnTo>
                  <a:lnTo>
                    <a:pt x="14054" y="1330"/>
                  </a:lnTo>
                  <a:lnTo>
                    <a:pt x="14025" y="1315"/>
                  </a:lnTo>
                  <a:lnTo>
                    <a:pt x="13980" y="1285"/>
                  </a:lnTo>
                  <a:lnTo>
                    <a:pt x="13935" y="1210"/>
                  </a:lnTo>
                  <a:lnTo>
                    <a:pt x="13920" y="1195"/>
                  </a:lnTo>
                  <a:lnTo>
                    <a:pt x="13905" y="1180"/>
                  </a:lnTo>
                  <a:lnTo>
                    <a:pt x="13890" y="1180"/>
                  </a:lnTo>
                  <a:lnTo>
                    <a:pt x="13860" y="1166"/>
                  </a:lnTo>
                  <a:lnTo>
                    <a:pt x="13756" y="1180"/>
                  </a:lnTo>
                  <a:lnTo>
                    <a:pt x="13651" y="1225"/>
                  </a:lnTo>
                  <a:lnTo>
                    <a:pt x="13577" y="1240"/>
                  </a:lnTo>
                  <a:lnTo>
                    <a:pt x="13532" y="1255"/>
                  </a:lnTo>
                  <a:lnTo>
                    <a:pt x="13502" y="1255"/>
                  </a:lnTo>
                  <a:lnTo>
                    <a:pt x="13472" y="1270"/>
                  </a:lnTo>
                  <a:lnTo>
                    <a:pt x="13353" y="1285"/>
                  </a:lnTo>
                  <a:lnTo>
                    <a:pt x="13248" y="1345"/>
                  </a:lnTo>
                  <a:lnTo>
                    <a:pt x="13203" y="1390"/>
                  </a:lnTo>
                  <a:lnTo>
                    <a:pt x="13203" y="1404"/>
                  </a:lnTo>
                  <a:lnTo>
                    <a:pt x="13158" y="1449"/>
                  </a:lnTo>
                  <a:lnTo>
                    <a:pt x="13084" y="1449"/>
                  </a:lnTo>
                  <a:lnTo>
                    <a:pt x="13069" y="1449"/>
                  </a:lnTo>
                  <a:lnTo>
                    <a:pt x="13009" y="1449"/>
                  </a:lnTo>
                  <a:lnTo>
                    <a:pt x="12979" y="1434"/>
                  </a:lnTo>
                  <a:lnTo>
                    <a:pt x="12949" y="1434"/>
                  </a:lnTo>
                  <a:lnTo>
                    <a:pt x="12919" y="1434"/>
                  </a:lnTo>
                  <a:lnTo>
                    <a:pt x="12890" y="1434"/>
                  </a:lnTo>
                  <a:lnTo>
                    <a:pt x="12860" y="1449"/>
                  </a:lnTo>
                  <a:lnTo>
                    <a:pt x="12740" y="1449"/>
                  </a:lnTo>
                  <a:lnTo>
                    <a:pt x="12636" y="1479"/>
                  </a:lnTo>
                  <a:lnTo>
                    <a:pt x="12606" y="1494"/>
                  </a:lnTo>
                  <a:lnTo>
                    <a:pt x="12546" y="1524"/>
                  </a:lnTo>
                  <a:lnTo>
                    <a:pt x="12456" y="1554"/>
                  </a:lnTo>
                  <a:lnTo>
                    <a:pt x="12367" y="1569"/>
                  </a:lnTo>
                  <a:lnTo>
                    <a:pt x="12292" y="1569"/>
                  </a:lnTo>
                  <a:lnTo>
                    <a:pt x="12247" y="1569"/>
                  </a:lnTo>
                  <a:lnTo>
                    <a:pt x="12188" y="1584"/>
                  </a:lnTo>
                  <a:lnTo>
                    <a:pt x="12188" y="1584"/>
                  </a:lnTo>
                  <a:lnTo>
                    <a:pt x="12188" y="1584"/>
                  </a:lnTo>
                  <a:lnTo>
                    <a:pt x="12188" y="1599"/>
                  </a:lnTo>
                  <a:lnTo>
                    <a:pt x="12188" y="1599"/>
                  </a:lnTo>
                  <a:lnTo>
                    <a:pt x="12188" y="1628"/>
                  </a:lnTo>
                  <a:lnTo>
                    <a:pt x="12188" y="1673"/>
                  </a:lnTo>
                  <a:lnTo>
                    <a:pt x="12173" y="1688"/>
                  </a:lnTo>
                  <a:lnTo>
                    <a:pt x="12173" y="1703"/>
                  </a:lnTo>
                  <a:lnTo>
                    <a:pt x="12143" y="1748"/>
                  </a:lnTo>
                  <a:lnTo>
                    <a:pt x="12068" y="1778"/>
                  </a:lnTo>
                  <a:lnTo>
                    <a:pt x="12008" y="1778"/>
                  </a:lnTo>
                  <a:lnTo>
                    <a:pt x="11964" y="1763"/>
                  </a:lnTo>
                  <a:lnTo>
                    <a:pt x="11934" y="1748"/>
                  </a:lnTo>
                  <a:lnTo>
                    <a:pt x="11919" y="1748"/>
                  </a:lnTo>
                  <a:lnTo>
                    <a:pt x="11889" y="1718"/>
                  </a:lnTo>
                  <a:lnTo>
                    <a:pt x="11874" y="1703"/>
                  </a:lnTo>
                  <a:lnTo>
                    <a:pt x="11844" y="1658"/>
                  </a:lnTo>
                  <a:lnTo>
                    <a:pt x="11769" y="1658"/>
                  </a:lnTo>
                  <a:lnTo>
                    <a:pt x="11710" y="1658"/>
                  </a:lnTo>
                  <a:lnTo>
                    <a:pt x="11680" y="1703"/>
                  </a:lnTo>
                  <a:lnTo>
                    <a:pt x="11650" y="1748"/>
                  </a:lnTo>
                  <a:lnTo>
                    <a:pt x="11575" y="1748"/>
                  </a:lnTo>
                  <a:lnTo>
                    <a:pt x="11501" y="1718"/>
                  </a:lnTo>
                  <a:lnTo>
                    <a:pt x="11456" y="1688"/>
                  </a:lnTo>
                  <a:lnTo>
                    <a:pt x="11456" y="1673"/>
                  </a:lnTo>
                  <a:lnTo>
                    <a:pt x="11441" y="1658"/>
                  </a:lnTo>
                  <a:lnTo>
                    <a:pt x="11411" y="1673"/>
                  </a:lnTo>
                  <a:lnTo>
                    <a:pt x="11396" y="1688"/>
                  </a:lnTo>
                  <a:lnTo>
                    <a:pt x="11351" y="1703"/>
                  </a:lnTo>
                  <a:lnTo>
                    <a:pt x="11292" y="1718"/>
                  </a:lnTo>
                  <a:lnTo>
                    <a:pt x="11247" y="1718"/>
                  </a:lnTo>
                  <a:lnTo>
                    <a:pt x="11187" y="1688"/>
                  </a:lnTo>
                  <a:lnTo>
                    <a:pt x="11142" y="1658"/>
                  </a:lnTo>
                  <a:lnTo>
                    <a:pt x="11112" y="1643"/>
                  </a:lnTo>
                  <a:lnTo>
                    <a:pt x="11082" y="1628"/>
                  </a:lnTo>
                  <a:lnTo>
                    <a:pt x="11067" y="1628"/>
                  </a:lnTo>
                  <a:lnTo>
                    <a:pt x="11038" y="1628"/>
                  </a:lnTo>
                  <a:lnTo>
                    <a:pt x="10993" y="1628"/>
                  </a:lnTo>
                  <a:lnTo>
                    <a:pt x="10978" y="1643"/>
                  </a:lnTo>
                  <a:lnTo>
                    <a:pt x="10978" y="1643"/>
                  </a:lnTo>
                  <a:lnTo>
                    <a:pt x="10993" y="1658"/>
                  </a:lnTo>
                  <a:lnTo>
                    <a:pt x="11008" y="1673"/>
                  </a:lnTo>
                  <a:lnTo>
                    <a:pt x="11023" y="1688"/>
                  </a:lnTo>
                  <a:lnTo>
                    <a:pt x="11038" y="1703"/>
                  </a:lnTo>
                  <a:lnTo>
                    <a:pt x="11038" y="1718"/>
                  </a:lnTo>
                  <a:lnTo>
                    <a:pt x="11082" y="1763"/>
                  </a:lnTo>
                  <a:lnTo>
                    <a:pt x="11097" y="1808"/>
                  </a:lnTo>
                  <a:lnTo>
                    <a:pt x="11097" y="1853"/>
                  </a:lnTo>
                  <a:lnTo>
                    <a:pt x="11038" y="1927"/>
                  </a:lnTo>
                  <a:lnTo>
                    <a:pt x="10963" y="1957"/>
                  </a:lnTo>
                  <a:lnTo>
                    <a:pt x="10948" y="1957"/>
                  </a:lnTo>
                  <a:lnTo>
                    <a:pt x="10933" y="1957"/>
                  </a:lnTo>
                  <a:lnTo>
                    <a:pt x="10963" y="1972"/>
                  </a:lnTo>
                  <a:lnTo>
                    <a:pt x="11023" y="2002"/>
                  </a:lnTo>
                  <a:lnTo>
                    <a:pt x="11067" y="2002"/>
                  </a:lnTo>
                  <a:lnTo>
                    <a:pt x="11142" y="2002"/>
                  </a:lnTo>
                  <a:lnTo>
                    <a:pt x="11187" y="2002"/>
                  </a:lnTo>
                  <a:lnTo>
                    <a:pt x="11217" y="2002"/>
                  </a:lnTo>
                  <a:lnTo>
                    <a:pt x="11351" y="2002"/>
                  </a:lnTo>
                  <a:lnTo>
                    <a:pt x="11441" y="2032"/>
                  </a:lnTo>
                  <a:lnTo>
                    <a:pt x="11456" y="2062"/>
                  </a:lnTo>
                  <a:lnTo>
                    <a:pt x="11471" y="2091"/>
                  </a:lnTo>
                  <a:lnTo>
                    <a:pt x="11471" y="2121"/>
                  </a:lnTo>
                  <a:lnTo>
                    <a:pt x="11456" y="2166"/>
                  </a:lnTo>
                  <a:lnTo>
                    <a:pt x="11426" y="2196"/>
                  </a:lnTo>
                  <a:lnTo>
                    <a:pt x="11396" y="2226"/>
                  </a:lnTo>
                  <a:lnTo>
                    <a:pt x="11336" y="2271"/>
                  </a:lnTo>
                  <a:lnTo>
                    <a:pt x="11247" y="2286"/>
                  </a:lnTo>
                  <a:lnTo>
                    <a:pt x="11232" y="2286"/>
                  </a:lnTo>
                  <a:lnTo>
                    <a:pt x="11232" y="2286"/>
                  </a:lnTo>
                  <a:lnTo>
                    <a:pt x="11202" y="2286"/>
                  </a:lnTo>
                  <a:lnTo>
                    <a:pt x="11187" y="2301"/>
                  </a:lnTo>
                  <a:lnTo>
                    <a:pt x="11187" y="2301"/>
                  </a:lnTo>
                  <a:lnTo>
                    <a:pt x="11187" y="2315"/>
                  </a:lnTo>
                  <a:lnTo>
                    <a:pt x="11187" y="2315"/>
                  </a:lnTo>
                  <a:lnTo>
                    <a:pt x="11202" y="2330"/>
                  </a:lnTo>
                  <a:lnTo>
                    <a:pt x="11217" y="2345"/>
                  </a:lnTo>
                  <a:lnTo>
                    <a:pt x="11277" y="2390"/>
                  </a:lnTo>
                  <a:lnTo>
                    <a:pt x="11351" y="2390"/>
                  </a:lnTo>
                  <a:lnTo>
                    <a:pt x="11366" y="2390"/>
                  </a:lnTo>
                  <a:lnTo>
                    <a:pt x="11396" y="2390"/>
                  </a:lnTo>
                  <a:lnTo>
                    <a:pt x="11501" y="2390"/>
                  </a:lnTo>
                  <a:lnTo>
                    <a:pt x="11545" y="2405"/>
                  </a:lnTo>
                  <a:lnTo>
                    <a:pt x="11605" y="2435"/>
                  </a:lnTo>
                  <a:lnTo>
                    <a:pt x="11635" y="2465"/>
                  </a:lnTo>
                  <a:lnTo>
                    <a:pt x="11635" y="2465"/>
                  </a:lnTo>
                  <a:lnTo>
                    <a:pt x="11665" y="2465"/>
                  </a:lnTo>
                  <a:lnTo>
                    <a:pt x="11710" y="2465"/>
                  </a:lnTo>
                  <a:lnTo>
                    <a:pt x="11754" y="2465"/>
                  </a:lnTo>
                  <a:lnTo>
                    <a:pt x="11784" y="2465"/>
                  </a:lnTo>
                  <a:lnTo>
                    <a:pt x="11799" y="2450"/>
                  </a:lnTo>
                  <a:lnTo>
                    <a:pt x="11814" y="2450"/>
                  </a:lnTo>
                  <a:lnTo>
                    <a:pt x="11874" y="2465"/>
                  </a:lnTo>
                  <a:lnTo>
                    <a:pt x="11934" y="2495"/>
                  </a:lnTo>
                  <a:lnTo>
                    <a:pt x="12008" y="2540"/>
                  </a:lnTo>
                  <a:lnTo>
                    <a:pt x="12068" y="2584"/>
                  </a:lnTo>
                  <a:lnTo>
                    <a:pt x="12098" y="2659"/>
                  </a:lnTo>
                  <a:lnTo>
                    <a:pt x="12098" y="2719"/>
                  </a:lnTo>
                  <a:lnTo>
                    <a:pt x="12083" y="2808"/>
                  </a:lnTo>
                  <a:lnTo>
                    <a:pt x="12053" y="2868"/>
                  </a:lnTo>
                  <a:lnTo>
                    <a:pt x="12023" y="2913"/>
                  </a:lnTo>
                  <a:lnTo>
                    <a:pt x="11964" y="2913"/>
                  </a:lnTo>
                  <a:lnTo>
                    <a:pt x="11889" y="2913"/>
                  </a:lnTo>
                  <a:lnTo>
                    <a:pt x="11844" y="2883"/>
                  </a:lnTo>
                  <a:lnTo>
                    <a:pt x="11799" y="2883"/>
                  </a:lnTo>
                  <a:lnTo>
                    <a:pt x="11740" y="2883"/>
                  </a:lnTo>
                  <a:lnTo>
                    <a:pt x="11680" y="2898"/>
                  </a:lnTo>
                  <a:lnTo>
                    <a:pt x="11620" y="2913"/>
                  </a:lnTo>
                  <a:lnTo>
                    <a:pt x="11605" y="2913"/>
                  </a:lnTo>
                  <a:lnTo>
                    <a:pt x="11516" y="2868"/>
                  </a:lnTo>
                  <a:lnTo>
                    <a:pt x="11471" y="2808"/>
                  </a:lnTo>
                  <a:lnTo>
                    <a:pt x="11456" y="2778"/>
                  </a:lnTo>
                  <a:lnTo>
                    <a:pt x="11456" y="2778"/>
                  </a:lnTo>
                  <a:lnTo>
                    <a:pt x="11366" y="2764"/>
                  </a:lnTo>
                  <a:lnTo>
                    <a:pt x="11306" y="2764"/>
                  </a:lnTo>
                  <a:lnTo>
                    <a:pt x="11202" y="2778"/>
                  </a:lnTo>
                  <a:lnTo>
                    <a:pt x="11202" y="2793"/>
                  </a:lnTo>
                  <a:lnTo>
                    <a:pt x="11187" y="2808"/>
                  </a:lnTo>
                  <a:lnTo>
                    <a:pt x="11172" y="2838"/>
                  </a:lnTo>
                  <a:lnTo>
                    <a:pt x="11157" y="2913"/>
                  </a:lnTo>
                  <a:lnTo>
                    <a:pt x="11082" y="2988"/>
                  </a:lnTo>
                  <a:lnTo>
                    <a:pt x="11038" y="3017"/>
                  </a:lnTo>
                  <a:lnTo>
                    <a:pt x="10993" y="3062"/>
                  </a:lnTo>
                  <a:lnTo>
                    <a:pt x="10993" y="3077"/>
                  </a:lnTo>
                  <a:lnTo>
                    <a:pt x="10993" y="3077"/>
                  </a:lnTo>
                  <a:lnTo>
                    <a:pt x="10993" y="3077"/>
                  </a:lnTo>
                  <a:lnTo>
                    <a:pt x="10993" y="3077"/>
                  </a:lnTo>
                  <a:lnTo>
                    <a:pt x="11112" y="3182"/>
                  </a:lnTo>
                  <a:lnTo>
                    <a:pt x="11232" y="3316"/>
                  </a:lnTo>
                  <a:lnTo>
                    <a:pt x="11366" y="3480"/>
                  </a:lnTo>
                  <a:lnTo>
                    <a:pt x="11366" y="3510"/>
                  </a:lnTo>
                  <a:lnTo>
                    <a:pt x="11366" y="3585"/>
                  </a:lnTo>
                  <a:lnTo>
                    <a:pt x="11292" y="3675"/>
                  </a:lnTo>
                  <a:lnTo>
                    <a:pt x="11187" y="3764"/>
                  </a:lnTo>
                  <a:lnTo>
                    <a:pt x="11097" y="3809"/>
                  </a:lnTo>
                  <a:lnTo>
                    <a:pt x="11067" y="3809"/>
                  </a:lnTo>
                  <a:lnTo>
                    <a:pt x="11023" y="3809"/>
                  </a:lnTo>
                  <a:lnTo>
                    <a:pt x="11008" y="3809"/>
                  </a:lnTo>
                  <a:lnTo>
                    <a:pt x="10978" y="3809"/>
                  </a:lnTo>
                  <a:lnTo>
                    <a:pt x="10918" y="3809"/>
                  </a:lnTo>
                  <a:lnTo>
                    <a:pt x="10888" y="3839"/>
                  </a:lnTo>
                  <a:lnTo>
                    <a:pt x="10799" y="3899"/>
                  </a:lnTo>
                  <a:lnTo>
                    <a:pt x="10679" y="3928"/>
                  </a:lnTo>
                  <a:lnTo>
                    <a:pt x="10679" y="3928"/>
                  </a:lnTo>
                  <a:lnTo>
                    <a:pt x="10664" y="3928"/>
                  </a:lnTo>
                  <a:lnTo>
                    <a:pt x="10679" y="3928"/>
                  </a:lnTo>
                  <a:lnTo>
                    <a:pt x="10694" y="3943"/>
                  </a:lnTo>
                  <a:lnTo>
                    <a:pt x="10769" y="3958"/>
                  </a:lnTo>
                  <a:lnTo>
                    <a:pt x="10843" y="4003"/>
                  </a:lnTo>
                  <a:lnTo>
                    <a:pt x="10888" y="4018"/>
                  </a:lnTo>
                  <a:lnTo>
                    <a:pt x="10933" y="4033"/>
                  </a:lnTo>
                  <a:lnTo>
                    <a:pt x="11023" y="4063"/>
                  </a:lnTo>
                  <a:lnTo>
                    <a:pt x="11067" y="4152"/>
                  </a:lnTo>
                  <a:lnTo>
                    <a:pt x="11082" y="4212"/>
                  </a:lnTo>
                  <a:lnTo>
                    <a:pt x="11097" y="4242"/>
                  </a:lnTo>
                  <a:lnTo>
                    <a:pt x="11112" y="4257"/>
                  </a:lnTo>
                  <a:lnTo>
                    <a:pt x="11157" y="4272"/>
                  </a:lnTo>
                  <a:lnTo>
                    <a:pt x="11277" y="4272"/>
                  </a:lnTo>
                  <a:lnTo>
                    <a:pt x="11396" y="4302"/>
                  </a:lnTo>
                  <a:lnTo>
                    <a:pt x="11501" y="4347"/>
                  </a:lnTo>
                  <a:lnTo>
                    <a:pt x="11560" y="4391"/>
                  </a:lnTo>
                  <a:lnTo>
                    <a:pt x="11575" y="4421"/>
                  </a:lnTo>
                  <a:lnTo>
                    <a:pt x="11605" y="4436"/>
                  </a:lnTo>
                  <a:lnTo>
                    <a:pt x="11650" y="4466"/>
                  </a:lnTo>
                  <a:lnTo>
                    <a:pt x="11695" y="4481"/>
                  </a:lnTo>
                  <a:lnTo>
                    <a:pt x="11754" y="4481"/>
                  </a:lnTo>
                  <a:lnTo>
                    <a:pt x="11814" y="4496"/>
                  </a:lnTo>
                  <a:lnTo>
                    <a:pt x="11874" y="4511"/>
                  </a:lnTo>
                  <a:lnTo>
                    <a:pt x="11934" y="4526"/>
                  </a:lnTo>
                  <a:lnTo>
                    <a:pt x="12008" y="4541"/>
                  </a:lnTo>
                  <a:lnTo>
                    <a:pt x="12098" y="4586"/>
                  </a:lnTo>
                  <a:lnTo>
                    <a:pt x="12173" y="4615"/>
                  </a:lnTo>
                  <a:lnTo>
                    <a:pt x="12203" y="4660"/>
                  </a:lnTo>
                  <a:lnTo>
                    <a:pt x="12217" y="4690"/>
                  </a:lnTo>
                  <a:lnTo>
                    <a:pt x="12232" y="4735"/>
                  </a:lnTo>
                  <a:lnTo>
                    <a:pt x="12232" y="4765"/>
                  </a:lnTo>
                  <a:lnTo>
                    <a:pt x="12232" y="4780"/>
                  </a:lnTo>
                  <a:lnTo>
                    <a:pt x="12217" y="4825"/>
                  </a:lnTo>
                  <a:lnTo>
                    <a:pt x="12188" y="4839"/>
                  </a:lnTo>
                  <a:lnTo>
                    <a:pt x="12188" y="4839"/>
                  </a:lnTo>
                  <a:lnTo>
                    <a:pt x="12173" y="4839"/>
                  </a:lnTo>
                  <a:lnTo>
                    <a:pt x="12173" y="4854"/>
                  </a:lnTo>
                  <a:lnTo>
                    <a:pt x="12173" y="4884"/>
                  </a:lnTo>
                  <a:lnTo>
                    <a:pt x="12173" y="4959"/>
                  </a:lnTo>
                  <a:lnTo>
                    <a:pt x="12188" y="5063"/>
                  </a:lnTo>
                  <a:lnTo>
                    <a:pt x="12188" y="5153"/>
                  </a:lnTo>
                  <a:lnTo>
                    <a:pt x="12188" y="5213"/>
                  </a:lnTo>
                  <a:lnTo>
                    <a:pt x="12173" y="5288"/>
                  </a:lnTo>
                  <a:lnTo>
                    <a:pt x="12113" y="5362"/>
                  </a:lnTo>
                  <a:lnTo>
                    <a:pt x="12038" y="5422"/>
                  </a:lnTo>
                  <a:lnTo>
                    <a:pt x="11934" y="5452"/>
                  </a:lnTo>
                  <a:lnTo>
                    <a:pt x="11904" y="5452"/>
                  </a:lnTo>
                  <a:lnTo>
                    <a:pt x="11874" y="5452"/>
                  </a:lnTo>
                  <a:lnTo>
                    <a:pt x="11814" y="5467"/>
                  </a:lnTo>
                  <a:lnTo>
                    <a:pt x="11784" y="5497"/>
                  </a:lnTo>
                  <a:lnTo>
                    <a:pt x="11740" y="5541"/>
                  </a:lnTo>
                  <a:lnTo>
                    <a:pt x="11695" y="5571"/>
                  </a:lnTo>
                  <a:lnTo>
                    <a:pt x="11680" y="5586"/>
                  </a:lnTo>
                  <a:lnTo>
                    <a:pt x="11650" y="5586"/>
                  </a:lnTo>
                  <a:lnTo>
                    <a:pt x="11620" y="5586"/>
                  </a:lnTo>
                  <a:lnTo>
                    <a:pt x="11575" y="5541"/>
                  </a:lnTo>
                  <a:lnTo>
                    <a:pt x="11560" y="5541"/>
                  </a:lnTo>
                  <a:lnTo>
                    <a:pt x="11545" y="5556"/>
                  </a:lnTo>
                  <a:lnTo>
                    <a:pt x="11486" y="5571"/>
                  </a:lnTo>
                  <a:lnTo>
                    <a:pt x="11381" y="5556"/>
                  </a:lnTo>
                  <a:lnTo>
                    <a:pt x="11277" y="5541"/>
                  </a:lnTo>
                  <a:lnTo>
                    <a:pt x="11202" y="5497"/>
                  </a:lnTo>
                  <a:lnTo>
                    <a:pt x="11142" y="5437"/>
                  </a:lnTo>
                  <a:lnTo>
                    <a:pt x="11082" y="5332"/>
                  </a:lnTo>
                  <a:lnTo>
                    <a:pt x="11067" y="5273"/>
                  </a:lnTo>
                  <a:lnTo>
                    <a:pt x="11038" y="5258"/>
                  </a:lnTo>
                  <a:lnTo>
                    <a:pt x="11023" y="5243"/>
                  </a:lnTo>
                  <a:lnTo>
                    <a:pt x="11008" y="5243"/>
                  </a:lnTo>
                  <a:lnTo>
                    <a:pt x="10993" y="5243"/>
                  </a:lnTo>
                  <a:lnTo>
                    <a:pt x="10993" y="5243"/>
                  </a:lnTo>
                  <a:lnTo>
                    <a:pt x="10963" y="5258"/>
                  </a:lnTo>
                  <a:lnTo>
                    <a:pt x="10963" y="5273"/>
                  </a:lnTo>
                  <a:lnTo>
                    <a:pt x="10933" y="5347"/>
                  </a:lnTo>
                  <a:lnTo>
                    <a:pt x="10948" y="5422"/>
                  </a:lnTo>
                  <a:lnTo>
                    <a:pt x="10963" y="5452"/>
                  </a:lnTo>
                  <a:lnTo>
                    <a:pt x="10948" y="5482"/>
                  </a:lnTo>
                  <a:lnTo>
                    <a:pt x="10948" y="5497"/>
                  </a:lnTo>
                  <a:lnTo>
                    <a:pt x="10948" y="5526"/>
                  </a:lnTo>
                  <a:lnTo>
                    <a:pt x="10873" y="5646"/>
                  </a:lnTo>
                  <a:lnTo>
                    <a:pt x="10799" y="5676"/>
                  </a:lnTo>
                  <a:lnTo>
                    <a:pt x="10784" y="5691"/>
                  </a:lnTo>
                  <a:lnTo>
                    <a:pt x="10784" y="5691"/>
                  </a:lnTo>
                  <a:lnTo>
                    <a:pt x="10769" y="5721"/>
                  </a:lnTo>
                  <a:lnTo>
                    <a:pt x="10709" y="5765"/>
                  </a:lnTo>
                  <a:lnTo>
                    <a:pt x="10694" y="5765"/>
                  </a:lnTo>
                  <a:lnTo>
                    <a:pt x="10679" y="5765"/>
                  </a:lnTo>
                  <a:lnTo>
                    <a:pt x="10590" y="5721"/>
                  </a:lnTo>
                  <a:lnTo>
                    <a:pt x="10575" y="5661"/>
                  </a:lnTo>
                  <a:lnTo>
                    <a:pt x="10575" y="5631"/>
                  </a:lnTo>
                  <a:lnTo>
                    <a:pt x="10575" y="5616"/>
                  </a:lnTo>
                  <a:lnTo>
                    <a:pt x="10560" y="5586"/>
                  </a:lnTo>
                  <a:lnTo>
                    <a:pt x="10515" y="5571"/>
                  </a:lnTo>
                  <a:lnTo>
                    <a:pt x="10410" y="5571"/>
                  </a:lnTo>
                  <a:lnTo>
                    <a:pt x="10321" y="5571"/>
                  </a:lnTo>
                  <a:lnTo>
                    <a:pt x="10231" y="5571"/>
                  </a:lnTo>
                  <a:lnTo>
                    <a:pt x="10201" y="5556"/>
                  </a:lnTo>
                  <a:lnTo>
                    <a:pt x="10171" y="5556"/>
                  </a:lnTo>
                  <a:lnTo>
                    <a:pt x="10037" y="5541"/>
                  </a:lnTo>
                  <a:lnTo>
                    <a:pt x="9962" y="5452"/>
                  </a:lnTo>
                  <a:lnTo>
                    <a:pt x="9888" y="5392"/>
                  </a:lnTo>
                  <a:lnTo>
                    <a:pt x="9783" y="5347"/>
                  </a:lnTo>
                  <a:lnTo>
                    <a:pt x="9723" y="5317"/>
                  </a:lnTo>
                  <a:lnTo>
                    <a:pt x="9679" y="5302"/>
                  </a:lnTo>
                  <a:lnTo>
                    <a:pt x="9634" y="5228"/>
                  </a:lnTo>
                  <a:lnTo>
                    <a:pt x="9649" y="5153"/>
                  </a:lnTo>
                  <a:lnTo>
                    <a:pt x="9664" y="5108"/>
                  </a:lnTo>
                  <a:lnTo>
                    <a:pt x="9649" y="5063"/>
                  </a:lnTo>
                  <a:lnTo>
                    <a:pt x="9634" y="5034"/>
                  </a:lnTo>
                  <a:lnTo>
                    <a:pt x="9574" y="5019"/>
                  </a:lnTo>
                  <a:lnTo>
                    <a:pt x="9514" y="5019"/>
                  </a:lnTo>
                  <a:lnTo>
                    <a:pt x="9455" y="4989"/>
                  </a:lnTo>
                  <a:lnTo>
                    <a:pt x="9410" y="4974"/>
                  </a:lnTo>
                  <a:lnTo>
                    <a:pt x="9395" y="4974"/>
                  </a:lnTo>
                  <a:lnTo>
                    <a:pt x="9395" y="4974"/>
                  </a:lnTo>
                  <a:lnTo>
                    <a:pt x="9365" y="5034"/>
                  </a:lnTo>
                  <a:lnTo>
                    <a:pt x="9350" y="5093"/>
                  </a:lnTo>
                  <a:lnTo>
                    <a:pt x="9275" y="5123"/>
                  </a:lnTo>
                  <a:lnTo>
                    <a:pt x="9260" y="5123"/>
                  </a:lnTo>
                  <a:lnTo>
                    <a:pt x="9245" y="5108"/>
                  </a:lnTo>
                  <a:lnTo>
                    <a:pt x="9216" y="5093"/>
                  </a:lnTo>
                  <a:lnTo>
                    <a:pt x="9201" y="5078"/>
                  </a:lnTo>
                  <a:lnTo>
                    <a:pt x="9186" y="5063"/>
                  </a:lnTo>
                  <a:lnTo>
                    <a:pt x="9156" y="5049"/>
                  </a:lnTo>
                  <a:lnTo>
                    <a:pt x="9111" y="5034"/>
                  </a:lnTo>
                  <a:lnTo>
                    <a:pt x="9066" y="5019"/>
                  </a:lnTo>
                  <a:lnTo>
                    <a:pt x="9051" y="5019"/>
                  </a:lnTo>
                  <a:lnTo>
                    <a:pt x="9036" y="5019"/>
                  </a:lnTo>
                  <a:lnTo>
                    <a:pt x="9021" y="5034"/>
                  </a:lnTo>
                  <a:lnTo>
                    <a:pt x="9021" y="5034"/>
                  </a:lnTo>
                  <a:lnTo>
                    <a:pt x="9021" y="5078"/>
                  </a:lnTo>
                  <a:lnTo>
                    <a:pt x="8977" y="5198"/>
                  </a:lnTo>
                  <a:lnTo>
                    <a:pt x="8902" y="5213"/>
                  </a:lnTo>
                  <a:lnTo>
                    <a:pt x="8872" y="5213"/>
                  </a:lnTo>
                  <a:lnTo>
                    <a:pt x="8857" y="5243"/>
                  </a:lnTo>
                  <a:lnTo>
                    <a:pt x="8812" y="5288"/>
                  </a:lnTo>
                  <a:lnTo>
                    <a:pt x="8738" y="5317"/>
                  </a:lnTo>
                  <a:lnTo>
                    <a:pt x="8708" y="5317"/>
                  </a:lnTo>
                  <a:lnTo>
                    <a:pt x="8693" y="5317"/>
                  </a:lnTo>
                  <a:lnTo>
                    <a:pt x="8603" y="5288"/>
                  </a:lnTo>
                  <a:lnTo>
                    <a:pt x="8573" y="5198"/>
                  </a:lnTo>
                  <a:lnTo>
                    <a:pt x="8558" y="5138"/>
                  </a:lnTo>
                  <a:lnTo>
                    <a:pt x="8529" y="5078"/>
                  </a:lnTo>
                  <a:lnTo>
                    <a:pt x="8484" y="5049"/>
                  </a:lnTo>
                  <a:lnTo>
                    <a:pt x="8319" y="5034"/>
                  </a:lnTo>
                  <a:lnTo>
                    <a:pt x="8245" y="5034"/>
                  </a:lnTo>
                  <a:lnTo>
                    <a:pt x="8170" y="5049"/>
                  </a:lnTo>
                  <a:lnTo>
                    <a:pt x="8155" y="5049"/>
                  </a:lnTo>
                  <a:lnTo>
                    <a:pt x="8140" y="5049"/>
                  </a:lnTo>
                  <a:lnTo>
                    <a:pt x="8155" y="5078"/>
                  </a:lnTo>
                  <a:lnTo>
                    <a:pt x="8140" y="5123"/>
                  </a:lnTo>
                  <a:lnTo>
                    <a:pt x="8110" y="5168"/>
                  </a:lnTo>
                  <a:lnTo>
                    <a:pt x="8081" y="5168"/>
                  </a:lnTo>
                  <a:lnTo>
                    <a:pt x="8066" y="5168"/>
                  </a:lnTo>
                  <a:lnTo>
                    <a:pt x="8051" y="5168"/>
                  </a:lnTo>
                  <a:lnTo>
                    <a:pt x="8021" y="5153"/>
                  </a:lnTo>
                  <a:lnTo>
                    <a:pt x="8006" y="5153"/>
                  </a:lnTo>
                  <a:lnTo>
                    <a:pt x="7976" y="5123"/>
                  </a:lnTo>
                  <a:lnTo>
                    <a:pt x="7946" y="5123"/>
                  </a:lnTo>
                  <a:lnTo>
                    <a:pt x="7931" y="5123"/>
                  </a:lnTo>
                  <a:lnTo>
                    <a:pt x="7931" y="5123"/>
                  </a:lnTo>
                  <a:lnTo>
                    <a:pt x="7901" y="5123"/>
                  </a:lnTo>
                  <a:lnTo>
                    <a:pt x="7886" y="5123"/>
                  </a:lnTo>
                  <a:lnTo>
                    <a:pt x="7886" y="5123"/>
                  </a:lnTo>
                  <a:lnTo>
                    <a:pt x="7886" y="5138"/>
                  </a:lnTo>
                  <a:lnTo>
                    <a:pt x="7886" y="5153"/>
                  </a:lnTo>
                  <a:lnTo>
                    <a:pt x="7871" y="5213"/>
                  </a:lnTo>
                  <a:lnTo>
                    <a:pt x="7842" y="5243"/>
                  </a:lnTo>
                  <a:lnTo>
                    <a:pt x="7812" y="5258"/>
                  </a:lnTo>
                  <a:lnTo>
                    <a:pt x="7767" y="5273"/>
                  </a:lnTo>
                  <a:lnTo>
                    <a:pt x="7752" y="5258"/>
                  </a:lnTo>
                  <a:lnTo>
                    <a:pt x="7737" y="5258"/>
                  </a:lnTo>
                  <a:lnTo>
                    <a:pt x="7722" y="5258"/>
                  </a:lnTo>
                  <a:lnTo>
                    <a:pt x="7707" y="5258"/>
                  </a:lnTo>
                  <a:lnTo>
                    <a:pt x="7707" y="5302"/>
                  </a:lnTo>
                  <a:lnTo>
                    <a:pt x="7692" y="5422"/>
                  </a:lnTo>
                  <a:lnTo>
                    <a:pt x="7618" y="5467"/>
                  </a:lnTo>
                  <a:lnTo>
                    <a:pt x="7588" y="5497"/>
                  </a:lnTo>
                  <a:lnTo>
                    <a:pt x="7543" y="5541"/>
                  </a:lnTo>
                  <a:lnTo>
                    <a:pt x="7513" y="5556"/>
                  </a:lnTo>
                  <a:lnTo>
                    <a:pt x="7498" y="5586"/>
                  </a:lnTo>
                  <a:lnTo>
                    <a:pt x="7453" y="5631"/>
                  </a:lnTo>
                  <a:lnTo>
                    <a:pt x="7408" y="5661"/>
                  </a:lnTo>
                  <a:lnTo>
                    <a:pt x="7364" y="5691"/>
                  </a:lnTo>
                  <a:lnTo>
                    <a:pt x="7274" y="5661"/>
                  </a:lnTo>
                  <a:lnTo>
                    <a:pt x="7244" y="5616"/>
                  </a:lnTo>
                  <a:lnTo>
                    <a:pt x="7214" y="5586"/>
                  </a:lnTo>
                  <a:lnTo>
                    <a:pt x="7140" y="5571"/>
                  </a:lnTo>
                  <a:lnTo>
                    <a:pt x="7080" y="5571"/>
                  </a:lnTo>
                  <a:lnTo>
                    <a:pt x="6990" y="5541"/>
                  </a:lnTo>
                  <a:lnTo>
                    <a:pt x="6886" y="5512"/>
                  </a:lnTo>
                  <a:lnTo>
                    <a:pt x="6811" y="5467"/>
                  </a:lnTo>
                  <a:lnTo>
                    <a:pt x="6751" y="5422"/>
                  </a:lnTo>
                  <a:lnTo>
                    <a:pt x="6692" y="5347"/>
                  </a:lnTo>
                  <a:lnTo>
                    <a:pt x="6647" y="5288"/>
                  </a:lnTo>
                  <a:lnTo>
                    <a:pt x="6557" y="5228"/>
                  </a:lnTo>
                  <a:lnTo>
                    <a:pt x="6512" y="5198"/>
                  </a:lnTo>
                  <a:lnTo>
                    <a:pt x="6483" y="5198"/>
                  </a:lnTo>
                  <a:lnTo>
                    <a:pt x="6468" y="5198"/>
                  </a:lnTo>
                  <a:lnTo>
                    <a:pt x="6468" y="5198"/>
                  </a:lnTo>
                  <a:lnTo>
                    <a:pt x="6468" y="5198"/>
                  </a:lnTo>
                  <a:lnTo>
                    <a:pt x="6468" y="5198"/>
                  </a:lnTo>
                  <a:lnTo>
                    <a:pt x="6453" y="5258"/>
                  </a:lnTo>
                  <a:lnTo>
                    <a:pt x="6468" y="5273"/>
                  </a:lnTo>
                  <a:lnTo>
                    <a:pt x="6497" y="5317"/>
                  </a:lnTo>
                  <a:lnTo>
                    <a:pt x="6512" y="5422"/>
                  </a:lnTo>
                  <a:lnTo>
                    <a:pt x="6512" y="5497"/>
                  </a:lnTo>
                  <a:lnTo>
                    <a:pt x="6468" y="5541"/>
                  </a:lnTo>
                  <a:lnTo>
                    <a:pt x="6438" y="5571"/>
                  </a:lnTo>
                  <a:lnTo>
                    <a:pt x="6393" y="5586"/>
                  </a:lnTo>
                  <a:lnTo>
                    <a:pt x="6348" y="5586"/>
                  </a:lnTo>
                  <a:lnTo>
                    <a:pt x="6303" y="5571"/>
                  </a:lnTo>
                  <a:lnTo>
                    <a:pt x="6199" y="5526"/>
                  </a:lnTo>
                  <a:lnTo>
                    <a:pt x="6154" y="5452"/>
                  </a:lnTo>
                  <a:lnTo>
                    <a:pt x="6139" y="5392"/>
                  </a:lnTo>
                  <a:lnTo>
                    <a:pt x="6124" y="5347"/>
                  </a:lnTo>
                  <a:lnTo>
                    <a:pt x="6109" y="5288"/>
                  </a:lnTo>
                  <a:lnTo>
                    <a:pt x="6094" y="5243"/>
                  </a:lnTo>
                  <a:lnTo>
                    <a:pt x="6064" y="5228"/>
                  </a:lnTo>
                  <a:lnTo>
                    <a:pt x="6005" y="5198"/>
                  </a:lnTo>
                  <a:lnTo>
                    <a:pt x="5870" y="5108"/>
                  </a:lnTo>
                  <a:lnTo>
                    <a:pt x="5751" y="4959"/>
                  </a:lnTo>
                  <a:lnTo>
                    <a:pt x="5706" y="4914"/>
                  </a:lnTo>
                  <a:lnTo>
                    <a:pt x="5586" y="4884"/>
                  </a:lnTo>
                  <a:lnTo>
                    <a:pt x="5512" y="4884"/>
                  </a:lnTo>
                  <a:lnTo>
                    <a:pt x="5497" y="4884"/>
                  </a:lnTo>
                  <a:lnTo>
                    <a:pt x="5422" y="4884"/>
                  </a:lnTo>
                  <a:lnTo>
                    <a:pt x="5377" y="4869"/>
                  </a:lnTo>
                  <a:lnTo>
                    <a:pt x="5318" y="4810"/>
                  </a:lnTo>
                  <a:lnTo>
                    <a:pt x="5318" y="4720"/>
                  </a:lnTo>
                  <a:lnTo>
                    <a:pt x="5303" y="4675"/>
                  </a:lnTo>
                  <a:lnTo>
                    <a:pt x="5288" y="4615"/>
                  </a:lnTo>
                  <a:lnTo>
                    <a:pt x="5258" y="4586"/>
                  </a:lnTo>
                  <a:lnTo>
                    <a:pt x="5094" y="4556"/>
                  </a:lnTo>
                  <a:lnTo>
                    <a:pt x="5034" y="4556"/>
                  </a:lnTo>
                  <a:lnTo>
                    <a:pt x="4959" y="4556"/>
                  </a:lnTo>
                  <a:lnTo>
                    <a:pt x="4884" y="4556"/>
                  </a:lnTo>
                  <a:lnTo>
                    <a:pt x="4855" y="4556"/>
                  </a:lnTo>
                  <a:lnTo>
                    <a:pt x="4810" y="4571"/>
                  </a:lnTo>
                  <a:lnTo>
                    <a:pt x="4795" y="4586"/>
                  </a:lnTo>
                  <a:lnTo>
                    <a:pt x="4750" y="4615"/>
                  </a:lnTo>
                  <a:lnTo>
                    <a:pt x="4705" y="4615"/>
                  </a:lnTo>
                  <a:lnTo>
                    <a:pt x="4690" y="4615"/>
                  </a:lnTo>
                  <a:lnTo>
                    <a:pt x="4660" y="4601"/>
                  </a:lnTo>
                  <a:lnTo>
                    <a:pt x="4646" y="4586"/>
                  </a:lnTo>
                  <a:lnTo>
                    <a:pt x="4646" y="4571"/>
                  </a:lnTo>
                  <a:lnTo>
                    <a:pt x="4616" y="4541"/>
                  </a:lnTo>
                  <a:lnTo>
                    <a:pt x="4601" y="4526"/>
                  </a:lnTo>
                  <a:lnTo>
                    <a:pt x="4586" y="4541"/>
                  </a:lnTo>
                  <a:lnTo>
                    <a:pt x="4571" y="4556"/>
                  </a:lnTo>
                  <a:lnTo>
                    <a:pt x="4541" y="4601"/>
                  </a:lnTo>
                  <a:lnTo>
                    <a:pt x="4451" y="4615"/>
                  </a:lnTo>
                  <a:lnTo>
                    <a:pt x="4451" y="4615"/>
                  </a:lnTo>
                  <a:lnTo>
                    <a:pt x="4392" y="4615"/>
                  </a:lnTo>
                  <a:lnTo>
                    <a:pt x="4302" y="4511"/>
                  </a:lnTo>
                  <a:lnTo>
                    <a:pt x="4272" y="4436"/>
                  </a:lnTo>
                  <a:lnTo>
                    <a:pt x="4242" y="4391"/>
                  </a:lnTo>
                  <a:lnTo>
                    <a:pt x="4212" y="4332"/>
                  </a:lnTo>
                  <a:lnTo>
                    <a:pt x="4197" y="4302"/>
                  </a:lnTo>
                  <a:lnTo>
                    <a:pt x="4168" y="4242"/>
                  </a:lnTo>
                  <a:lnTo>
                    <a:pt x="4153" y="4227"/>
                  </a:lnTo>
                  <a:lnTo>
                    <a:pt x="4153" y="4227"/>
                  </a:lnTo>
                  <a:lnTo>
                    <a:pt x="4123" y="4242"/>
                  </a:lnTo>
                  <a:lnTo>
                    <a:pt x="4093" y="4272"/>
                  </a:lnTo>
                  <a:lnTo>
                    <a:pt x="4078" y="4317"/>
                  </a:lnTo>
                  <a:lnTo>
                    <a:pt x="4078" y="4317"/>
                  </a:lnTo>
                  <a:lnTo>
                    <a:pt x="4048" y="4362"/>
                  </a:lnTo>
                  <a:lnTo>
                    <a:pt x="3988" y="4376"/>
                  </a:lnTo>
                  <a:lnTo>
                    <a:pt x="3944" y="4376"/>
                  </a:lnTo>
                  <a:lnTo>
                    <a:pt x="3899" y="4362"/>
                  </a:lnTo>
                  <a:lnTo>
                    <a:pt x="3854" y="4347"/>
                  </a:lnTo>
                  <a:lnTo>
                    <a:pt x="3809" y="4347"/>
                  </a:lnTo>
                  <a:lnTo>
                    <a:pt x="3794" y="4347"/>
                  </a:lnTo>
                  <a:lnTo>
                    <a:pt x="3794" y="4347"/>
                  </a:lnTo>
                  <a:lnTo>
                    <a:pt x="3794" y="4347"/>
                  </a:lnTo>
                  <a:lnTo>
                    <a:pt x="3794" y="4362"/>
                  </a:lnTo>
                  <a:lnTo>
                    <a:pt x="3794" y="4376"/>
                  </a:lnTo>
                  <a:lnTo>
                    <a:pt x="3794" y="4391"/>
                  </a:lnTo>
                  <a:lnTo>
                    <a:pt x="3794" y="4421"/>
                  </a:lnTo>
                  <a:lnTo>
                    <a:pt x="3794" y="4436"/>
                  </a:lnTo>
                  <a:lnTo>
                    <a:pt x="3794" y="4496"/>
                  </a:lnTo>
                  <a:lnTo>
                    <a:pt x="3764" y="4541"/>
                  </a:lnTo>
                  <a:lnTo>
                    <a:pt x="3749" y="4571"/>
                  </a:lnTo>
                  <a:lnTo>
                    <a:pt x="3720" y="4586"/>
                  </a:lnTo>
                  <a:lnTo>
                    <a:pt x="3690" y="4601"/>
                  </a:lnTo>
                  <a:lnTo>
                    <a:pt x="3660" y="4586"/>
                  </a:lnTo>
                  <a:lnTo>
                    <a:pt x="3630" y="4571"/>
                  </a:lnTo>
                  <a:lnTo>
                    <a:pt x="3600" y="4556"/>
                  </a:lnTo>
                  <a:lnTo>
                    <a:pt x="3600" y="4541"/>
                  </a:lnTo>
                  <a:lnTo>
                    <a:pt x="3600" y="4541"/>
                  </a:lnTo>
                  <a:lnTo>
                    <a:pt x="3540" y="4556"/>
                  </a:lnTo>
                  <a:lnTo>
                    <a:pt x="3496" y="4586"/>
                  </a:lnTo>
                  <a:lnTo>
                    <a:pt x="3466" y="4601"/>
                  </a:lnTo>
                  <a:lnTo>
                    <a:pt x="3451" y="4615"/>
                  </a:lnTo>
                  <a:lnTo>
                    <a:pt x="3436" y="4615"/>
                  </a:lnTo>
                  <a:lnTo>
                    <a:pt x="3361" y="4601"/>
                  </a:lnTo>
                  <a:lnTo>
                    <a:pt x="3316" y="4556"/>
                  </a:lnTo>
                  <a:lnTo>
                    <a:pt x="3272" y="4511"/>
                  </a:lnTo>
                  <a:lnTo>
                    <a:pt x="3242" y="4436"/>
                  </a:lnTo>
                  <a:lnTo>
                    <a:pt x="3227" y="4391"/>
                  </a:lnTo>
                  <a:lnTo>
                    <a:pt x="3212" y="4362"/>
                  </a:lnTo>
                  <a:lnTo>
                    <a:pt x="3212" y="4347"/>
                  </a:lnTo>
                  <a:lnTo>
                    <a:pt x="3197" y="4332"/>
                  </a:lnTo>
                  <a:lnTo>
                    <a:pt x="3152" y="4332"/>
                  </a:lnTo>
                  <a:lnTo>
                    <a:pt x="3107" y="4332"/>
                  </a:lnTo>
                  <a:lnTo>
                    <a:pt x="3092" y="4332"/>
                  </a:lnTo>
                  <a:lnTo>
                    <a:pt x="3062" y="4332"/>
                  </a:lnTo>
                  <a:lnTo>
                    <a:pt x="3033" y="4332"/>
                  </a:lnTo>
                  <a:lnTo>
                    <a:pt x="3003" y="4347"/>
                  </a:lnTo>
                  <a:lnTo>
                    <a:pt x="2988" y="4347"/>
                  </a:lnTo>
                  <a:lnTo>
                    <a:pt x="2958" y="4347"/>
                  </a:lnTo>
                  <a:lnTo>
                    <a:pt x="2943" y="4362"/>
                  </a:lnTo>
                  <a:lnTo>
                    <a:pt x="2928" y="4362"/>
                  </a:lnTo>
                  <a:lnTo>
                    <a:pt x="2898" y="4362"/>
                  </a:lnTo>
                  <a:lnTo>
                    <a:pt x="2853" y="4362"/>
                  </a:lnTo>
                  <a:lnTo>
                    <a:pt x="2809" y="4302"/>
                  </a:lnTo>
                  <a:lnTo>
                    <a:pt x="2779" y="4347"/>
                  </a:lnTo>
                  <a:lnTo>
                    <a:pt x="2764" y="4421"/>
                  </a:lnTo>
                  <a:lnTo>
                    <a:pt x="2719" y="4526"/>
                  </a:lnTo>
                  <a:lnTo>
                    <a:pt x="2689" y="4571"/>
                  </a:lnTo>
                  <a:lnTo>
                    <a:pt x="2674" y="4615"/>
                  </a:lnTo>
                  <a:lnTo>
                    <a:pt x="2644" y="4675"/>
                  </a:lnTo>
                  <a:lnTo>
                    <a:pt x="2585" y="4765"/>
                  </a:lnTo>
                  <a:lnTo>
                    <a:pt x="2480" y="4810"/>
                  </a:lnTo>
                  <a:lnTo>
                    <a:pt x="2405" y="4825"/>
                  </a:lnTo>
                  <a:lnTo>
                    <a:pt x="2375" y="4825"/>
                  </a:lnTo>
                  <a:lnTo>
                    <a:pt x="2331" y="4839"/>
                  </a:lnTo>
                  <a:lnTo>
                    <a:pt x="2271" y="4854"/>
                  </a:lnTo>
                  <a:lnTo>
                    <a:pt x="2271" y="4884"/>
                  </a:lnTo>
                  <a:lnTo>
                    <a:pt x="2256" y="4899"/>
                  </a:lnTo>
                  <a:lnTo>
                    <a:pt x="2226" y="4944"/>
                  </a:lnTo>
                  <a:lnTo>
                    <a:pt x="2166" y="4974"/>
                  </a:lnTo>
                  <a:lnTo>
                    <a:pt x="2077" y="4989"/>
                  </a:lnTo>
                  <a:lnTo>
                    <a:pt x="1972" y="5019"/>
                  </a:lnTo>
                  <a:lnTo>
                    <a:pt x="1912" y="5049"/>
                  </a:lnTo>
                  <a:lnTo>
                    <a:pt x="1898" y="5108"/>
                  </a:lnTo>
                  <a:lnTo>
                    <a:pt x="1912" y="5153"/>
                  </a:lnTo>
                  <a:lnTo>
                    <a:pt x="1927" y="5198"/>
                  </a:lnTo>
                  <a:lnTo>
                    <a:pt x="1912" y="5243"/>
                  </a:lnTo>
                  <a:lnTo>
                    <a:pt x="1912" y="5258"/>
                  </a:lnTo>
                  <a:lnTo>
                    <a:pt x="1778" y="5392"/>
                  </a:lnTo>
                  <a:lnTo>
                    <a:pt x="1674" y="5452"/>
                  </a:lnTo>
                  <a:lnTo>
                    <a:pt x="1509" y="5556"/>
                  </a:lnTo>
                  <a:lnTo>
                    <a:pt x="1360" y="5586"/>
                  </a:lnTo>
                  <a:lnTo>
                    <a:pt x="1360" y="5586"/>
                  </a:lnTo>
                  <a:lnTo>
                    <a:pt x="1345" y="5571"/>
                  </a:lnTo>
                  <a:lnTo>
                    <a:pt x="1345" y="5571"/>
                  </a:lnTo>
                  <a:lnTo>
                    <a:pt x="1345" y="5571"/>
                  </a:lnTo>
                  <a:lnTo>
                    <a:pt x="1375" y="5631"/>
                  </a:lnTo>
                  <a:lnTo>
                    <a:pt x="1405" y="5706"/>
                  </a:lnTo>
                  <a:lnTo>
                    <a:pt x="1435" y="5780"/>
                  </a:lnTo>
                  <a:lnTo>
                    <a:pt x="1479" y="5870"/>
                  </a:lnTo>
                  <a:lnTo>
                    <a:pt x="1539" y="5960"/>
                  </a:lnTo>
                  <a:lnTo>
                    <a:pt x="1644" y="6109"/>
                  </a:lnTo>
                  <a:lnTo>
                    <a:pt x="1674" y="6243"/>
                  </a:lnTo>
                  <a:lnTo>
                    <a:pt x="1674" y="6258"/>
                  </a:lnTo>
                  <a:lnTo>
                    <a:pt x="1674" y="6273"/>
                  </a:lnTo>
                  <a:lnTo>
                    <a:pt x="1599" y="6408"/>
                  </a:lnTo>
                  <a:lnTo>
                    <a:pt x="1509" y="6467"/>
                  </a:lnTo>
                  <a:lnTo>
                    <a:pt x="1360" y="6557"/>
                  </a:lnTo>
                  <a:lnTo>
                    <a:pt x="1240" y="6557"/>
                  </a:lnTo>
                  <a:lnTo>
                    <a:pt x="1166" y="6542"/>
                  </a:lnTo>
                  <a:lnTo>
                    <a:pt x="972" y="6348"/>
                  </a:lnTo>
                  <a:lnTo>
                    <a:pt x="703" y="6049"/>
                  </a:lnTo>
                  <a:lnTo>
                    <a:pt x="538" y="5825"/>
                  </a:lnTo>
                  <a:lnTo>
                    <a:pt x="509" y="5795"/>
                  </a:lnTo>
                  <a:lnTo>
                    <a:pt x="464" y="5780"/>
                  </a:lnTo>
                  <a:lnTo>
                    <a:pt x="464" y="5780"/>
                  </a:lnTo>
                  <a:lnTo>
                    <a:pt x="434" y="5780"/>
                  </a:lnTo>
                  <a:lnTo>
                    <a:pt x="419" y="5795"/>
                  </a:lnTo>
                  <a:lnTo>
                    <a:pt x="389" y="5810"/>
                  </a:lnTo>
                  <a:lnTo>
                    <a:pt x="359" y="5825"/>
                  </a:lnTo>
                  <a:lnTo>
                    <a:pt x="270" y="5930"/>
                  </a:lnTo>
                  <a:lnTo>
                    <a:pt x="255" y="6004"/>
                  </a:lnTo>
                  <a:lnTo>
                    <a:pt x="255" y="6049"/>
                  </a:lnTo>
                  <a:lnTo>
                    <a:pt x="270" y="6064"/>
                  </a:lnTo>
                  <a:lnTo>
                    <a:pt x="314" y="6094"/>
                  </a:lnTo>
                  <a:lnTo>
                    <a:pt x="359" y="6154"/>
                  </a:lnTo>
                  <a:lnTo>
                    <a:pt x="374" y="6199"/>
                  </a:lnTo>
                  <a:lnTo>
                    <a:pt x="344" y="6288"/>
                  </a:lnTo>
                  <a:lnTo>
                    <a:pt x="270" y="6348"/>
                  </a:lnTo>
                  <a:lnTo>
                    <a:pt x="195" y="6393"/>
                  </a:lnTo>
                  <a:lnTo>
                    <a:pt x="135" y="6423"/>
                  </a:lnTo>
                  <a:lnTo>
                    <a:pt x="90" y="6437"/>
                  </a:lnTo>
                  <a:lnTo>
                    <a:pt x="61" y="6452"/>
                  </a:lnTo>
                  <a:lnTo>
                    <a:pt x="31" y="6542"/>
                  </a:lnTo>
                  <a:lnTo>
                    <a:pt x="46" y="6706"/>
                  </a:lnTo>
                  <a:lnTo>
                    <a:pt x="46" y="6796"/>
                  </a:lnTo>
                  <a:lnTo>
                    <a:pt x="46" y="6900"/>
                  </a:lnTo>
                  <a:lnTo>
                    <a:pt x="61" y="7035"/>
                  </a:lnTo>
                  <a:lnTo>
                    <a:pt x="105" y="7065"/>
                  </a:lnTo>
                  <a:lnTo>
                    <a:pt x="150" y="7095"/>
                  </a:lnTo>
                  <a:lnTo>
                    <a:pt x="210" y="7169"/>
                  </a:lnTo>
                  <a:lnTo>
                    <a:pt x="285" y="7259"/>
                  </a:lnTo>
                  <a:lnTo>
                    <a:pt x="300" y="7319"/>
                  </a:lnTo>
                  <a:lnTo>
                    <a:pt x="285" y="7393"/>
                  </a:lnTo>
                  <a:lnTo>
                    <a:pt x="255" y="7438"/>
                  </a:lnTo>
                  <a:lnTo>
                    <a:pt x="225" y="7453"/>
                  </a:lnTo>
                  <a:lnTo>
                    <a:pt x="195" y="7483"/>
                  </a:lnTo>
                  <a:lnTo>
                    <a:pt x="180" y="7483"/>
                  </a:lnTo>
                  <a:lnTo>
                    <a:pt x="120" y="7543"/>
                  </a:lnTo>
                  <a:lnTo>
                    <a:pt x="90" y="7573"/>
                  </a:lnTo>
                  <a:lnTo>
                    <a:pt x="61" y="7632"/>
                  </a:lnTo>
                  <a:lnTo>
                    <a:pt x="46" y="7737"/>
                  </a:lnTo>
                  <a:lnTo>
                    <a:pt x="16" y="7871"/>
                  </a:lnTo>
                  <a:lnTo>
                    <a:pt x="1" y="8006"/>
                  </a:lnTo>
                  <a:lnTo>
                    <a:pt x="1" y="8125"/>
                  </a:lnTo>
                  <a:lnTo>
                    <a:pt x="1" y="8140"/>
                  </a:lnTo>
                  <a:lnTo>
                    <a:pt x="75" y="8155"/>
                  </a:lnTo>
                  <a:lnTo>
                    <a:pt x="210" y="8170"/>
                  </a:lnTo>
                  <a:lnTo>
                    <a:pt x="270" y="8170"/>
                  </a:lnTo>
                  <a:lnTo>
                    <a:pt x="344" y="8185"/>
                  </a:lnTo>
                  <a:lnTo>
                    <a:pt x="449" y="8215"/>
                  </a:lnTo>
                  <a:lnTo>
                    <a:pt x="509" y="8260"/>
                  </a:lnTo>
                  <a:lnTo>
                    <a:pt x="568" y="8334"/>
                  </a:lnTo>
                  <a:lnTo>
                    <a:pt x="583" y="8424"/>
                  </a:lnTo>
                  <a:lnTo>
                    <a:pt x="583" y="8439"/>
                  </a:lnTo>
                  <a:lnTo>
                    <a:pt x="583" y="8439"/>
                  </a:lnTo>
                  <a:lnTo>
                    <a:pt x="598" y="8439"/>
                  </a:lnTo>
                  <a:lnTo>
                    <a:pt x="598" y="8439"/>
                  </a:lnTo>
                  <a:lnTo>
                    <a:pt x="628" y="8439"/>
                  </a:lnTo>
                  <a:lnTo>
                    <a:pt x="658" y="8469"/>
                  </a:lnTo>
                  <a:lnTo>
                    <a:pt x="673" y="8484"/>
                  </a:lnTo>
                  <a:lnTo>
                    <a:pt x="673" y="8513"/>
                  </a:lnTo>
                  <a:lnTo>
                    <a:pt x="673" y="8543"/>
                  </a:lnTo>
                  <a:lnTo>
                    <a:pt x="673" y="8558"/>
                  </a:lnTo>
                  <a:lnTo>
                    <a:pt x="658" y="8573"/>
                  </a:lnTo>
                  <a:lnTo>
                    <a:pt x="643" y="8588"/>
                  </a:lnTo>
                  <a:lnTo>
                    <a:pt x="613" y="8603"/>
                  </a:lnTo>
                  <a:lnTo>
                    <a:pt x="583" y="8618"/>
                  </a:lnTo>
                  <a:lnTo>
                    <a:pt x="583" y="8633"/>
                  </a:lnTo>
                  <a:lnTo>
                    <a:pt x="598" y="8693"/>
                  </a:lnTo>
                  <a:lnTo>
                    <a:pt x="598" y="8737"/>
                  </a:lnTo>
                  <a:lnTo>
                    <a:pt x="628" y="8782"/>
                  </a:lnTo>
                  <a:lnTo>
                    <a:pt x="673" y="8842"/>
                  </a:lnTo>
                  <a:lnTo>
                    <a:pt x="718" y="8902"/>
                  </a:lnTo>
                  <a:lnTo>
                    <a:pt x="762" y="8932"/>
                  </a:lnTo>
                  <a:lnTo>
                    <a:pt x="777" y="8947"/>
                  </a:lnTo>
                  <a:lnTo>
                    <a:pt x="792" y="8947"/>
                  </a:lnTo>
                  <a:lnTo>
                    <a:pt x="792" y="8947"/>
                  </a:lnTo>
                  <a:lnTo>
                    <a:pt x="792" y="8932"/>
                  </a:lnTo>
                  <a:lnTo>
                    <a:pt x="807" y="8917"/>
                  </a:lnTo>
                  <a:lnTo>
                    <a:pt x="822" y="8872"/>
                  </a:lnTo>
                  <a:lnTo>
                    <a:pt x="852" y="8827"/>
                  </a:lnTo>
                  <a:lnTo>
                    <a:pt x="897" y="8782"/>
                  </a:lnTo>
                  <a:lnTo>
                    <a:pt x="942" y="8782"/>
                  </a:lnTo>
                  <a:lnTo>
                    <a:pt x="942" y="8782"/>
                  </a:lnTo>
                  <a:lnTo>
                    <a:pt x="957" y="8782"/>
                  </a:lnTo>
                  <a:lnTo>
                    <a:pt x="972" y="8782"/>
                  </a:lnTo>
                  <a:lnTo>
                    <a:pt x="972" y="8782"/>
                  </a:lnTo>
                  <a:lnTo>
                    <a:pt x="1001" y="8797"/>
                  </a:lnTo>
                  <a:lnTo>
                    <a:pt x="1031" y="8827"/>
                  </a:lnTo>
                  <a:lnTo>
                    <a:pt x="1076" y="8842"/>
                  </a:lnTo>
                  <a:lnTo>
                    <a:pt x="1121" y="8857"/>
                  </a:lnTo>
                  <a:lnTo>
                    <a:pt x="1166" y="8857"/>
                  </a:lnTo>
                  <a:lnTo>
                    <a:pt x="1240" y="8857"/>
                  </a:lnTo>
                  <a:lnTo>
                    <a:pt x="1285" y="8857"/>
                  </a:lnTo>
                  <a:lnTo>
                    <a:pt x="1345" y="8857"/>
                  </a:lnTo>
                  <a:lnTo>
                    <a:pt x="1435" y="8857"/>
                  </a:lnTo>
                  <a:lnTo>
                    <a:pt x="1479" y="8872"/>
                  </a:lnTo>
                  <a:lnTo>
                    <a:pt x="1494" y="8887"/>
                  </a:lnTo>
                  <a:lnTo>
                    <a:pt x="1674" y="9051"/>
                  </a:lnTo>
                  <a:lnTo>
                    <a:pt x="1883" y="9260"/>
                  </a:lnTo>
                  <a:lnTo>
                    <a:pt x="2032" y="9410"/>
                  </a:lnTo>
                  <a:lnTo>
                    <a:pt x="2166" y="9559"/>
                  </a:lnTo>
                  <a:lnTo>
                    <a:pt x="2331" y="9798"/>
                  </a:lnTo>
                  <a:lnTo>
                    <a:pt x="2510" y="10037"/>
                  </a:lnTo>
                  <a:lnTo>
                    <a:pt x="2510" y="10082"/>
                  </a:lnTo>
                  <a:lnTo>
                    <a:pt x="2525" y="10126"/>
                  </a:lnTo>
                  <a:lnTo>
                    <a:pt x="2510" y="10156"/>
                  </a:lnTo>
                  <a:lnTo>
                    <a:pt x="2480" y="10186"/>
                  </a:lnTo>
                  <a:lnTo>
                    <a:pt x="2435" y="10216"/>
                  </a:lnTo>
                  <a:lnTo>
                    <a:pt x="2405" y="10216"/>
                  </a:lnTo>
                  <a:lnTo>
                    <a:pt x="2361" y="10216"/>
                  </a:lnTo>
                  <a:lnTo>
                    <a:pt x="2346" y="10216"/>
                  </a:lnTo>
                  <a:lnTo>
                    <a:pt x="2241" y="10216"/>
                  </a:lnTo>
                  <a:lnTo>
                    <a:pt x="2166" y="10156"/>
                  </a:lnTo>
                  <a:lnTo>
                    <a:pt x="2151" y="10156"/>
                  </a:lnTo>
                  <a:lnTo>
                    <a:pt x="2151" y="10141"/>
                  </a:lnTo>
                  <a:lnTo>
                    <a:pt x="2136" y="10141"/>
                  </a:lnTo>
                  <a:lnTo>
                    <a:pt x="2136" y="10141"/>
                  </a:lnTo>
                  <a:lnTo>
                    <a:pt x="2122" y="10156"/>
                  </a:lnTo>
                  <a:lnTo>
                    <a:pt x="2122" y="10171"/>
                  </a:lnTo>
                  <a:lnTo>
                    <a:pt x="2107" y="10186"/>
                  </a:lnTo>
                  <a:lnTo>
                    <a:pt x="2092" y="10231"/>
                  </a:lnTo>
                  <a:lnTo>
                    <a:pt x="2107" y="10276"/>
                  </a:lnTo>
                  <a:lnTo>
                    <a:pt x="2166" y="10291"/>
                  </a:lnTo>
                  <a:lnTo>
                    <a:pt x="2226" y="10306"/>
                  </a:lnTo>
                  <a:lnTo>
                    <a:pt x="2256" y="10321"/>
                  </a:lnTo>
                  <a:lnTo>
                    <a:pt x="2286" y="10335"/>
                  </a:lnTo>
                  <a:lnTo>
                    <a:pt x="2331" y="10365"/>
                  </a:lnTo>
                  <a:lnTo>
                    <a:pt x="2405" y="10395"/>
                  </a:lnTo>
                  <a:lnTo>
                    <a:pt x="2480" y="10440"/>
                  </a:lnTo>
                  <a:lnTo>
                    <a:pt x="2525" y="10470"/>
                  </a:lnTo>
                  <a:lnTo>
                    <a:pt x="2570" y="10485"/>
                  </a:lnTo>
                  <a:lnTo>
                    <a:pt x="2599" y="10515"/>
                  </a:lnTo>
                  <a:lnTo>
                    <a:pt x="2644" y="10515"/>
                  </a:lnTo>
                  <a:lnTo>
                    <a:pt x="2644" y="10515"/>
                  </a:lnTo>
                  <a:lnTo>
                    <a:pt x="2644" y="10515"/>
                  </a:lnTo>
                  <a:lnTo>
                    <a:pt x="2644" y="10485"/>
                  </a:lnTo>
                  <a:lnTo>
                    <a:pt x="2659" y="10455"/>
                  </a:lnTo>
                  <a:lnTo>
                    <a:pt x="2674" y="10395"/>
                  </a:lnTo>
                  <a:lnTo>
                    <a:pt x="2689" y="10365"/>
                  </a:lnTo>
                  <a:lnTo>
                    <a:pt x="2719" y="10306"/>
                  </a:lnTo>
                  <a:lnTo>
                    <a:pt x="2734" y="10291"/>
                  </a:lnTo>
                  <a:lnTo>
                    <a:pt x="2764" y="10276"/>
                  </a:lnTo>
                  <a:lnTo>
                    <a:pt x="2779" y="10276"/>
                  </a:lnTo>
                  <a:lnTo>
                    <a:pt x="2809" y="10276"/>
                  </a:lnTo>
                  <a:lnTo>
                    <a:pt x="2838" y="10276"/>
                  </a:lnTo>
                  <a:lnTo>
                    <a:pt x="2928" y="10291"/>
                  </a:lnTo>
                  <a:lnTo>
                    <a:pt x="3018" y="10291"/>
                  </a:lnTo>
                  <a:lnTo>
                    <a:pt x="3137" y="10291"/>
                  </a:lnTo>
                  <a:lnTo>
                    <a:pt x="3242" y="10261"/>
                  </a:lnTo>
                  <a:lnTo>
                    <a:pt x="3361" y="10216"/>
                  </a:lnTo>
                  <a:lnTo>
                    <a:pt x="3510" y="10097"/>
                  </a:lnTo>
                  <a:lnTo>
                    <a:pt x="3555" y="10022"/>
                  </a:lnTo>
                  <a:lnTo>
                    <a:pt x="3570" y="10007"/>
                  </a:lnTo>
                  <a:lnTo>
                    <a:pt x="3660" y="9902"/>
                  </a:lnTo>
                  <a:lnTo>
                    <a:pt x="3839" y="9798"/>
                  </a:lnTo>
                  <a:lnTo>
                    <a:pt x="4033" y="9708"/>
                  </a:lnTo>
                  <a:lnTo>
                    <a:pt x="4197" y="9648"/>
                  </a:lnTo>
                  <a:lnTo>
                    <a:pt x="4317" y="9604"/>
                  </a:lnTo>
                  <a:lnTo>
                    <a:pt x="4392" y="9589"/>
                  </a:lnTo>
                  <a:lnTo>
                    <a:pt x="4466" y="9604"/>
                  </a:lnTo>
                  <a:lnTo>
                    <a:pt x="4556" y="9678"/>
                  </a:lnTo>
                  <a:lnTo>
                    <a:pt x="4586" y="9693"/>
                  </a:lnTo>
                  <a:lnTo>
                    <a:pt x="4690" y="9768"/>
                  </a:lnTo>
                  <a:lnTo>
                    <a:pt x="4765" y="9798"/>
                  </a:lnTo>
                  <a:lnTo>
                    <a:pt x="4795" y="9813"/>
                  </a:lnTo>
                  <a:lnTo>
                    <a:pt x="4825" y="9828"/>
                  </a:lnTo>
                  <a:lnTo>
                    <a:pt x="4870" y="9843"/>
                  </a:lnTo>
                  <a:lnTo>
                    <a:pt x="4929" y="9843"/>
                  </a:lnTo>
                  <a:lnTo>
                    <a:pt x="4944" y="9828"/>
                  </a:lnTo>
                  <a:lnTo>
                    <a:pt x="4989" y="9828"/>
                  </a:lnTo>
                  <a:lnTo>
                    <a:pt x="5049" y="9828"/>
                  </a:lnTo>
                  <a:lnTo>
                    <a:pt x="5094" y="9872"/>
                  </a:lnTo>
                  <a:lnTo>
                    <a:pt x="5109" y="9887"/>
                  </a:lnTo>
                  <a:lnTo>
                    <a:pt x="5168" y="9917"/>
                  </a:lnTo>
                  <a:lnTo>
                    <a:pt x="5183" y="9932"/>
                  </a:lnTo>
                  <a:lnTo>
                    <a:pt x="5213" y="9917"/>
                  </a:lnTo>
                  <a:lnTo>
                    <a:pt x="5273" y="9887"/>
                  </a:lnTo>
                  <a:lnTo>
                    <a:pt x="5392" y="9828"/>
                  </a:lnTo>
                  <a:lnTo>
                    <a:pt x="5497" y="9798"/>
                  </a:lnTo>
                  <a:lnTo>
                    <a:pt x="5631" y="9798"/>
                  </a:lnTo>
                  <a:lnTo>
                    <a:pt x="5751" y="9813"/>
                  </a:lnTo>
                  <a:lnTo>
                    <a:pt x="5840" y="9858"/>
                  </a:lnTo>
                  <a:lnTo>
                    <a:pt x="5960" y="9932"/>
                  </a:lnTo>
                  <a:lnTo>
                    <a:pt x="6109" y="10067"/>
                  </a:lnTo>
                  <a:lnTo>
                    <a:pt x="6229" y="10276"/>
                  </a:lnTo>
                  <a:lnTo>
                    <a:pt x="6333" y="10485"/>
                  </a:lnTo>
                  <a:lnTo>
                    <a:pt x="6393" y="10724"/>
                  </a:lnTo>
                  <a:lnTo>
                    <a:pt x="6393" y="10828"/>
                  </a:lnTo>
                  <a:lnTo>
                    <a:pt x="6393" y="10873"/>
                  </a:lnTo>
                  <a:lnTo>
                    <a:pt x="6393" y="11008"/>
                  </a:lnTo>
                  <a:lnTo>
                    <a:pt x="6363" y="11112"/>
                  </a:lnTo>
                  <a:lnTo>
                    <a:pt x="6333" y="11232"/>
                  </a:lnTo>
                  <a:lnTo>
                    <a:pt x="6333" y="11351"/>
                  </a:lnTo>
                  <a:lnTo>
                    <a:pt x="6363" y="11485"/>
                  </a:lnTo>
                  <a:lnTo>
                    <a:pt x="6438" y="11605"/>
                  </a:lnTo>
                  <a:lnTo>
                    <a:pt x="6527" y="11680"/>
                  </a:lnTo>
                  <a:lnTo>
                    <a:pt x="6677" y="11709"/>
                  </a:lnTo>
                  <a:lnTo>
                    <a:pt x="6826" y="11709"/>
                  </a:lnTo>
                  <a:lnTo>
                    <a:pt x="6916" y="11680"/>
                  </a:lnTo>
                  <a:lnTo>
                    <a:pt x="6975" y="11665"/>
                  </a:lnTo>
                  <a:lnTo>
                    <a:pt x="7050" y="11590"/>
                  </a:lnTo>
                  <a:lnTo>
                    <a:pt x="7125" y="11530"/>
                  </a:lnTo>
                  <a:lnTo>
                    <a:pt x="7229" y="11515"/>
                  </a:lnTo>
                  <a:lnTo>
                    <a:pt x="7244" y="11515"/>
                  </a:lnTo>
                  <a:lnTo>
                    <a:pt x="7289" y="11515"/>
                  </a:lnTo>
                  <a:lnTo>
                    <a:pt x="7319" y="11530"/>
                  </a:lnTo>
                  <a:lnTo>
                    <a:pt x="7364" y="11560"/>
                  </a:lnTo>
                  <a:lnTo>
                    <a:pt x="7394" y="11605"/>
                  </a:lnTo>
                  <a:lnTo>
                    <a:pt x="7408" y="11650"/>
                  </a:lnTo>
                  <a:lnTo>
                    <a:pt x="7394" y="11709"/>
                  </a:lnTo>
                  <a:lnTo>
                    <a:pt x="7394" y="11844"/>
                  </a:lnTo>
                  <a:lnTo>
                    <a:pt x="7468" y="11963"/>
                  </a:lnTo>
                  <a:lnTo>
                    <a:pt x="7483" y="11978"/>
                  </a:lnTo>
                  <a:lnTo>
                    <a:pt x="7513" y="12008"/>
                  </a:lnTo>
                  <a:lnTo>
                    <a:pt x="7528" y="12038"/>
                  </a:lnTo>
                  <a:lnTo>
                    <a:pt x="7588" y="12098"/>
                  </a:lnTo>
                  <a:lnTo>
                    <a:pt x="7588" y="12202"/>
                  </a:lnTo>
                  <a:lnTo>
                    <a:pt x="7543" y="12262"/>
                  </a:lnTo>
                  <a:lnTo>
                    <a:pt x="7453" y="12307"/>
                  </a:lnTo>
                  <a:lnTo>
                    <a:pt x="7349" y="12322"/>
                  </a:lnTo>
                  <a:lnTo>
                    <a:pt x="7244" y="12322"/>
                  </a:lnTo>
                  <a:lnTo>
                    <a:pt x="7155" y="12307"/>
                  </a:lnTo>
                  <a:lnTo>
                    <a:pt x="7065" y="12337"/>
                  </a:lnTo>
                  <a:lnTo>
                    <a:pt x="7020" y="12367"/>
                  </a:lnTo>
                  <a:lnTo>
                    <a:pt x="7005" y="12411"/>
                  </a:lnTo>
                  <a:lnTo>
                    <a:pt x="6990" y="12456"/>
                  </a:lnTo>
                  <a:lnTo>
                    <a:pt x="6975" y="12516"/>
                  </a:lnTo>
                  <a:lnTo>
                    <a:pt x="6945" y="12650"/>
                  </a:lnTo>
                  <a:lnTo>
                    <a:pt x="6886" y="12859"/>
                  </a:lnTo>
                  <a:lnTo>
                    <a:pt x="6826" y="12904"/>
                  </a:lnTo>
                  <a:lnTo>
                    <a:pt x="6781" y="12919"/>
                  </a:lnTo>
                  <a:lnTo>
                    <a:pt x="6751" y="12919"/>
                  </a:lnTo>
                  <a:lnTo>
                    <a:pt x="6707" y="12889"/>
                  </a:lnTo>
                  <a:lnTo>
                    <a:pt x="6677" y="12845"/>
                  </a:lnTo>
                  <a:lnTo>
                    <a:pt x="6647" y="12785"/>
                  </a:lnTo>
                  <a:lnTo>
                    <a:pt x="6647" y="12725"/>
                  </a:lnTo>
                  <a:lnTo>
                    <a:pt x="6632" y="12591"/>
                  </a:lnTo>
                  <a:lnTo>
                    <a:pt x="6692" y="12471"/>
                  </a:lnTo>
                  <a:lnTo>
                    <a:pt x="6707" y="12441"/>
                  </a:lnTo>
                  <a:lnTo>
                    <a:pt x="6721" y="12396"/>
                  </a:lnTo>
                  <a:lnTo>
                    <a:pt x="6781" y="12307"/>
                  </a:lnTo>
                  <a:lnTo>
                    <a:pt x="6916" y="12158"/>
                  </a:lnTo>
                  <a:lnTo>
                    <a:pt x="7035" y="12113"/>
                  </a:lnTo>
                  <a:lnTo>
                    <a:pt x="7155" y="12098"/>
                  </a:lnTo>
                  <a:lnTo>
                    <a:pt x="7199" y="12068"/>
                  </a:lnTo>
                  <a:lnTo>
                    <a:pt x="7214" y="12053"/>
                  </a:lnTo>
                  <a:lnTo>
                    <a:pt x="7214" y="12038"/>
                  </a:lnTo>
                  <a:lnTo>
                    <a:pt x="7214" y="12038"/>
                  </a:lnTo>
                  <a:lnTo>
                    <a:pt x="7199" y="12038"/>
                  </a:lnTo>
                  <a:lnTo>
                    <a:pt x="7170" y="12023"/>
                  </a:lnTo>
                  <a:lnTo>
                    <a:pt x="7140" y="12023"/>
                  </a:lnTo>
                  <a:lnTo>
                    <a:pt x="7095" y="12038"/>
                  </a:lnTo>
                  <a:lnTo>
                    <a:pt x="7050" y="12053"/>
                  </a:lnTo>
                  <a:lnTo>
                    <a:pt x="6975" y="12083"/>
                  </a:lnTo>
                  <a:lnTo>
                    <a:pt x="6886" y="12098"/>
                  </a:lnTo>
                  <a:lnTo>
                    <a:pt x="6796" y="12098"/>
                  </a:lnTo>
                  <a:lnTo>
                    <a:pt x="6736" y="12083"/>
                  </a:lnTo>
                  <a:lnTo>
                    <a:pt x="6647" y="12053"/>
                  </a:lnTo>
                  <a:lnTo>
                    <a:pt x="6497" y="12008"/>
                  </a:lnTo>
                  <a:lnTo>
                    <a:pt x="6348" y="11978"/>
                  </a:lnTo>
                  <a:lnTo>
                    <a:pt x="6229" y="11963"/>
                  </a:lnTo>
                  <a:lnTo>
                    <a:pt x="6139" y="11948"/>
                  </a:lnTo>
                  <a:lnTo>
                    <a:pt x="6064" y="11933"/>
                  </a:lnTo>
                  <a:lnTo>
                    <a:pt x="5885" y="11919"/>
                  </a:lnTo>
                  <a:lnTo>
                    <a:pt x="5691" y="11889"/>
                  </a:lnTo>
                  <a:lnTo>
                    <a:pt x="5646" y="11874"/>
                  </a:lnTo>
                  <a:lnTo>
                    <a:pt x="5601" y="11859"/>
                  </a:lnTo>
                  <a:lnTo>
                    <a:pt x="5392" y="11814"/>
                  </a:lnTo>
                  <a:lnTo>
                    <a:pt x="5288" y="11769"/>
                  </a:lnTo>
                  <a:lnTo>
                    <a:pt x="5243" y="11754"/>
                  </a:lnTo>
                  <a:lnTo>
                    <a:pt x="5198" y="11739"/>
                  </a:lnTo>
                  <a:lnTo>
                    <a:pt x="5198" y="11739"/>
                  </a:lnTo>
                  <a:lnTo>
                    <a:pt x="5153" y="11754"/>
                  </a:lnTo>
                  <a:lnTo>
                    <a:pt x="5138" y="11754"/>
                  </a:lnTo>
                  <a:lnTo>
                    <a:pt x="5094" y="11784"/>
                  </a:lnTo>
                  <a:lnTo>
                    <a:pt x="5049" y="11799"/>
                  </a:lnTo>
                  <a:lnTo>
                    <a:pt x="4959" y="11799"/>
                  </a:lnTo>
                  <a:lnTo>
                    <a:pt x="4929" y="11859"/>
                  </a:lnTo>
                  <a:lnTo>
                    <a:pt x="4914" y="11904"/>
                  </a:lnTo>
                  <a:lnTo>
                    <a:pt x="4914" y="11933"/>
                  </a:lnTo>
                  <a:lnTo>
                    <a:pt x="4884" y="12008"/>
                  </a:lnTo>
                  <a:lnTo>
                    <a:pt x="4899" y="12068"/>
                  </a:lnTo>
                  <a:lnTo>
                    <a:pt x="4899" y="12158"/>
                  </a:lnTo>
                  <a:lnTo>
                    <a:pt x="4855" y="12217"/>
                  </a:lnTo>
                  <a:lnTo>
                    <a:pt x="4810" y="12247"/>
                  </a:lnTo>
                  <a:lnTo>
                    <a:pt x="4750" y="12262"/>
                  </a:lnTo>
                  <a:lnTo>
                    <a:pt x="4720" y="12262"/>
                  </a:lnTo>
                  <a:lnTo>
                    <a:pt x="4690" y="12292"/>
                  </a:lnTo>
                  <a:lnTo>
                    <a:pt x="4675" y="12307"/>
                  </a:lnTo>
                  <a:lnTo>
                    <a:pt x="4660" y="12322"/>
                  </a:lnTo>
                  <a:lnTo>
                    <a:pt x="4660" y="12337"/>
                  </a:lnTo>
                  <a:lnTo>
                    <a:pt x="4660" y="12352"/>
                  </a:lnTo>
                  <a:lnTo>
                    <a:pt x="4705" y="12382"/>
                  </a:lnTo>
                  <a:lnTo>
                    <a:pt x="4765" y="12411"/>
                  </a:lnTo>
                  <a:lnTo>
                    <a:pt x="4825" y="12441"/>
                  </a:lnTo>
                  <a:lnTo>
                    <a:pt x="4870" y="12471"/>
                  </a:lnTo>
                  <a:lnTo>
                    <a:pt x="4884" y="12486"/>
                  </a:lnTo>
                  <a:lnTo>
                    <a:pt x="4914" y="12516"/>
                  </a:lnTo>
                  <a:lnTo>
                    <a:pt x="4974" y="12576"/>
                  </a:lnTo>
                  <a:lnTo>
                    <a:pt x="5094" y="12635"/>
                  </a:lnTo>
                  <a:lnTo>
                    <a:pt x="5138" y="12650"/>
                  </a:lnTo>
                  <a:lnTo>
                    <a:pt x="5183" y="12665"/>
                  </a:lnTo>
                  <a:lnTo>
                    <a:pt x="5243" y="12695"/>
                  </a:lnTo>
                  <a:lnTo>
                    <a:pt x="5273" y="12725"/>
                  </a:lnTo>
                  <a:lnTo>
                    <a:pt x="5318" y="12785"/>
                  </a:lnTo>
                  <a:lnTo>
                    <a:pt x="5318" y="12830"/>
                  </a:lnTo>
                  <a:lnTo>
                    <a:pt x="5303" y="12845"/>
                  </a:lnTo>
                  <a:lnTo>
                    <a:pt x="5288" y="12874"/>
                  </a:lnTo>
                  <a:lnTo>
                    <a:pt x="5228" y="12889"/>
                  </a:lnTo>
                  <a:lnTo>
                    <a:pt x="5123" y="12874"/>
                  </a:lnTo>
                  <a:lnTo>
                    <a:pt x="5034" y="12845"/>
                  </a:lnTo>
                  <a:lnTo>
                    <a:pt x="5019" y="12830"/>
                  </a:lnTo>
                  <a:lnTo>
                    <a:pt x="5004" y="12845"/>
                  </a:lnTo>
                  <a:lnTo>
                    <a:pt x="4974" y="12874"/>
                  </a:lnTo>
                  <a:lnTo>
                    <a:pt x="4959" y="12889"/>
                  </a:lnTo>
                  <a:lnTo>
                    <a:pt x="4944" y="12904"/>
                  </a:lnTo>
                  <a:lnTo>
                    <a:pt x="4884" y="12934"/>
                  </a:lnTo>
                  <a:lnTo>
                    <a:pt x="4825" y="12934"/>
                  </a:lnTo>
                  <a:lnTo>
                    <a:pt x="4765" y="12904"/>
                  </a:lnTo>
                  <a:lnTo>
                    <a:pt x="4720" y="12845"/>
                  </a:lnTo>
                  <a:lnTo>
                    <a:pt x="4660" y="12800"/>
                  </a:lnTo>
                  <a:lnTo>
                    <a:pt x="4601" y="12755"/>
                  </a:lnTo>
                  <a:lnTo>
                    <a:pt x="4526" y="12725"/>
                  </a:lnTo>
                  <a:lnTo>
                    <a:pt x="4481" y="12710"/>
                  </a:lnTo>
                  <a:lnTo>
                    <a:pt x="4451" y="12710"/>
                  </a:lnTo>
                  <a:lnTo>
                    <a:pt x="4377" y="12695"/>
                  </a:lnTo>
                  <a:lnTo>
                    <a:pt x="4272" y="12695"/>
                  </a:lnTo>
                  <a:lnTo>
                    <a:pt x="4227" y="12695"/>
                  </a:lnTo>
                  <a:lnTo>
                    <a:pt x="4183" y="12695"/>
                  </a:lnTo>
                  <a:lnTo>
                    <a:pt x="4108" y="12710"/>
                  </a:lnTo>
                  <a:lnTo>
                    <a:pt x="4078" y="12725"/>
                  </a:lnTo>
                  <a:lnTo>
                    <a:pt x="4063" y="12755"/>
                  </a:lnTo>
                  <a:lnTo>
                    <a:pt x="4063" y="12770"/>
                  </a:lnTo>
                  <a:lnTo>
                    <a:pt x="4078" y="12859"/>
                  </a:lnTo>
                  <a:lnTo>
                    <a:pt x="4183" y="12949"/>
                  </a:lnTo>
                  <a:lnTo>
                    <a:pt x="4272" y="12994"/>
                  </a:lnTo>
                  <a:lnTo>
                    <a:pt x="4302" y="12994"/>
                  </a:lnTo>
                  <a:lnTo>
                    <a:pt x="4362" y="13024"/>
                  </a:lnTo>
                  <a:lnTo>
                    <a:pt x="4436" y="13039"/>
                  </a:lnTo>
                  <a:lnTo>
                    <a:pt x="4511" y="13054"/>
                  </a:lnTo>
                  <a:lnTo>
                    <a:pt x="4675" y="13143"/>
                  </a:lnTo>
                  <a:lnTo>
                    <a:pt x="4705" y="13218"/>
                  </a:lnTo>
                  <a:lnTo>
                    <a:pt x="4795" y="13382"/>
                  </a:lnTo>
                  <a:lnTo>
                    <a:pt x="4914" y="13561"/>
                  </a:lnTo>
                  <a:lnTo>
                    <a:pt x="4944" y="13606"/>
                  </a:lnTo>
                  <a:lnTo>
                    <a:pt x="4959" y="13636"/>
                  </a:lnTo>
                  <a:lnTo>
                    <a:pt x="5004" y="13696"/>
                  </a:lnTo>
                  <a:lnTo>
                    <a:pt x="5064" y="13770"/>
                  </a:lnTo>
                  <a:lnTo>
                    <a:pt x="5123" y="13845"/>
                  </a:lnTo>
                  <a:lnTo>
                    <a:pt x="5228" y="14024"/>
                  </a:lnTo>
                  <a:lnTo>
                    <a:pt x="5258" y="14129"/>
                  </a:lnTo>
                  <a:lnTo>
                    <a:pt x="5258" y="14233"/>
                  </a:lnTo>
                  <a:lnTo>
                    <a:pt x="5243" y="14308"/>
                  </a:lnTo>
                  <a:lnTo>
                    <a:pt x="5243" y="14353"/>
                  </a:lnTo>
                  <a:lnTo>
                    <a:pt x="5243" y="14368"/>
                  </a:lnTo>
                  <a:lnTo>
                    <a:pt x="5258" y="14368"/>
                  </a:lnTo>
                  <a:lnTo>
                    <a:pt x="5288" y="14368"/>
                  </a:lnTo>
                  <a:lnTo>
                    <a:pt x="5422" y="14353"/>
                  </a:lnTo>
                  <a:lnTo>
                    <a:pt x="5527" y="14368"/>
                  </a:lnTo>
                  <a:lnTo>
                    <a:pt x="5631" y="14413"/>
                  </a:lnTo>
                  <a:lnTo>
                    <a:pt x="5691" y="14502"/>
                  </a:lnTo>
                  <a:lnTo>
                    <a:pt x="5706" y="14502"/>
                  </a:lnTo>
                  <a:lnTo>
                    <a:pt x="5751" y="14592"/>
                  </a:lnTo>
                  <a:lnTo>
                    <a:pt x="5855" y="14711"/>
                  </a:lnTo>
                  <a:lnTo>
                    <a:pt x="5915" y="14711"/>
                  </a:lnTo>
                  <a:lnTo>
                    <a:pt x="5975" y="14711"/>
                  </a:lnTo>
                  <a:lnTo>
                    <a:pt x="6020" y="14696"/>
                  </a:lnTo>
                  <a:lnTo>
                    <a:pt x="6094" y="14681"/>
                  </a:lnTo>
                  <a:lnTo>
                    <a:pt x="6169" y="14726"/>
                  </a:lnTo>
                  <a:lnTo>
                    <a:pt x="6199" y="14771"/>
                  </a:lnTo>
                  <a:lnTo>
                    <a:pt x="6214" y="14786"/>
                  </a:lnTo>
                  <a:lnTo>
                    <a:pt x="6229" y="14786"/>
                  </a:lnTo>
                  <a:lnTo>
                    <a:pt x="6229" y="14801"/>
                  </a:lnTo>
                  <a:lnTo>
                    <a:pt x="6244" y="14801"/>
                  </a:lnTo>
                  <a:lnTo>
                    <a:pt x="6273" y="14801"/>
                  </a:lnTo>
                  <a:lnTo>
                    <a:pt x="6303" y="14801"/>
                  </a:lnTo>
                  <a:lnTo>
                    <a:pt x="6348" y="14786"/>
                  </a:lnTo>
                  <a:lnTo>
                    <a:pt x="6393" y="14786"/>
                  </a:lnTo>
                  <a:lnTo>
                    <a:pt x="6453" y="14786"/>
                  </a:lnTo>
                  <a:lnTo>
                    <a:pt x="6587" y="14846"/>
                  </a:lnTo>
                  <a:lnTo>
                    <a:pt x="6647" y="14935"/>
                  </a:lnTo>
                  <a:lnTo>
                    <a:pt x="6692" y="15070"/>
                  </a:lnTo>
                  <a:lnTo>
                    <a:pt x="6707" y="15279"/>
                  </a:lnTo>
                  <a:lnTo>
                    <a:pt x="6692" y="15473"/>
                  </a:lnTo>
                  <a:lnTo>
                    <a:pt x="6632" y="15607"/>
                  </a:lnTo>
                  <a:lnTo>
                    <a:pt x="6602" y="15712"/>
                  </a:lnTo>
                  <a:lnTo>
                    <a:pt x="6632" y="15817"/>
                  </a:lnTo>
                  <a:lnTo>
                    <a:pt x="6662" y="15891"/>
                  </a:lnTo>
                  <a:lnTo>
                    <a:pt x="6662" y="15966"/>
                  </a:lnTo>
                  <a:lnTo>
                    <a:pt x="6662" y="15966"/>
                  </a:lnTo>
                  <a:lnTo>
                    <a:pt x="6662" y="15966"/>
                  </a:lnTo>
                  <a:lnTo>
                    <a:pt x="6766" y="15876"/>
                  </a:lnTo>
                  <a:lnTo>
                    <a:pt x="6886" y="15742"/>
                  </a:lnTo>
                  <a:lnTo>
                    <a:pt x="6975" y="15667"/>
                  </a:lnTo>
                  <a:lnTo>
                    <a:pt x="7244" y="15503"/>
                  </a:lnTo>
                  <a:lnTo>
                    <a:pt x="7408" y="15443"/>
                  </a:lnTo>
                  <a:lnTo>
                    <a:pt x="7588" y="15383"/>
                  </a:lnTo>
                  <a:lnTo>
                    <a:pt x="7916" y="15339"/>
                  </a:lnTo>
                  <a:lnTo>
                    <a:pt x="8036" y="15354"/>
                  </a:lnTo>
                  <a:lnTo>
                    <a:pt x="8185" y="15398"/>
                  </a:lnTo>
                  <a:lnTo>
                    <a:pt x="8424" y="15533"/>
                  </a:lnTo>
                  <a:lnTo>
                    <a:pt x="8573" y="15652"/>
                  </a:lnTo>
                  <a:lnTo>
                    <a:pt x="8573" y="15667"/>
                  </a:lnTo>
                  <a:lnTo>
                    <a:pt x="8633" y="15712"/>
                  </a:lnTo>
                  <a:lnTo>
                    <a:pt x="8723" y="15787"/>
                  </a:lnTo>
                  <a:lnTo>
                    <a:pt x="8887" y="15921"/>
                  </a:lnTo>
                  <a:lnTo>
                    <a:pt x="9066" y="16160"/>
                  </a:lnTo>
                  <a:lnTo>
                    <a:pt x="9126" y="16265"/>
                  </a:lnTo>
                  <a:lnTo>
                    <a:pt x="9171" y="16339"/>
                  </a:lnTo>
                  <a:lnTo>
                    <a:pt x="9216" y="16414"/>
                  </a:lnTo>
                  <a:lnTo>
                    <a:pt x="9320" y="16548"/>
                  </a:lnTo>
                  <a:lnTo>
                    <a:pt x="9440" y="16608"/>
                  </a:lnTo>
                  <a:lnTo>
                    <a:pt x="9559" y="16638"/>
                  </a:lnTo>
                  <a:lnTo>
                    <a:pt x="9723" y="16608"/>
                  </a:lnTo>
                  <a:lnTo>
                    <a:pt x="9783" y="16608"/>
                  </a:lnTo>
                  <a:lnTo>
                    <a:pt x="9843" y="16593"/>
                  </a:lnTo>
                  <a:lnTo>
                    <a:pt x="8992" y="12202"/>
                  </a:lnTo>
                  <a:lnTo>
                    <a:pt x="9036" y="12187"/>
                  </a:lnTo>
                  <a:lnTo>
                    <a:pt x="11187" y="11485"/>
                  </a:lnTo>
                  <a:lnTo>
                    <a:pt x="11187" y="11426"/>
                  </a:lnTo>
                  <a:lnTo>
                    <a:pt x="11202" y="11336"/>
                  </a:lnTo>
                  <a:lnTo>
                    <a:pt x="11232" y="11232"/>
                  </a:lnTo>
                  <a:lnTo>
                    <a:pt x="11336" y="11097"/>
                  </a:lnTo>
                  <a:lnTo>
                    <a:pt x="11396" y="11067"/>
                  </a:lnTo>
                  <a:lnTo>
                    <a:pt x="11486" y="11052"/>
                  </a:lnTo>
                  <a:lnTo>
                    <a:pt x="11590" y="11037"/>
                  </a:lnTo>
                  <a:lnTo>
                    <a:pt x="11665" y="11022"/>
                  </a:lnTo>
                  <a:lnTo>
                    <a:pt x="11769" y="11082"/>
                  </a:lnTo>
                  <a:lnTo>
                    <a:pt x="11769" y="11112"/>
                  </a:lnTo>
                  <a:lnTo>
                    <a:pt x="11710" y="11202"/>
                  </a:lnTo>
                  <a:lnTo>
                    <a:pt x="11590" y="11232"/>
                  </a:lnTo>
                  <a:lnTo>
                    <a:pt x="11530" y="11246"/>
                  </a:lnTo>
                  <a:lnTo>
                    <a:pt x="11456" y="11321"/>
                  </a:lnTo>
                  <a:lnTo>
                    <a:pt x="11441" y="11381"/>
                  </a:lnTo>
                  <a:lnTo>
                    <a:pt x="11456" y="11500"/>
                  </a:lnTo>
                  <a:lnTo>
                    <a:pt x="11426" y="11590"/>
                  </a:lnTo>
                  <a:lnTo>
                    <a:pt x="11411" y="11605"/>
                  </a:lnTo>
                  <a:lnTo>
                    <a:pt x="11411" y="11605"/>
                  </a:lnTo>
                  <a:lnTo>
                    <a:pt x="13726" y="12919"/>
                  </a:lnTo>
                  <a:lnTo>
                    <a:pt x="13726" y="12919"/>
                  </a:lnTo>
                  <a:lnTo>
                    <a:pt x="14786" y="13994"/>
                  </a:lnTo>
                  <a:lnTo>
                    <a:pt x="15070" y="13920"/>
                  </a:lnTo>
                  <a:lnTo>
                    <a:pt x="15414" y="13845"/>
                  </a:lnTo>
                  <a:lnTo>
                    <a:pt x="15548" y="13815"/>
                  </a:lnTo>
                  <a:lnTo>
                    <a:pt x="15742" y="13785"/>
                  </a:lnTo>
                  <a:lnTo>
                    <a:pt x="15981" y="13785"/>
                  </a:lnTo>
                  <a:lnTo>
                    <a:pt x="16220" y="13815"/>
                  </a:lnTo>
                  <a:lnTo>
                    <a:pt x="16459" y="13860"/>
                  </a:lnTo>
                  <a:lnTo>
                    <a:pt x="16668" y="13890"/>
                  </a:lnTo>
                  <a:lnTo>
                    <a:pt x="16847" y="13905"/>
                  </a:lnTo>
                  <a:lnTo>
                    <a:pt x="16907" y="13905"/>
                  </a:lnTo>
                  <a:lnTo>
                    <a:pt x="16982" y="13875"/>
                  </a:lnTo>
                  <a:lnTo>
                    <a:pt x="17071" y="13815"/>
                  </a:lnTo>
                  <a:lnTo>
                    <a:pt x="17131" y="13756"/>
                  </a:lnTo>
                  <a:lnTo>
                    <a:pt x="17206" y="13726"/>
                  </a:lnTo>
                  <a:lnTo>
                    <a:pt x="17280" y="13696"/>
                  </a:lnTo>
                  <a:lnTo>
                    <a:pt x="17370" y="13696"/>
                  </a:lnTo>
                  <a:lnTo>
                    <a:pt x="17475" y="13741"/>
                  </a:lnTo>
                  <a:lnTo>
                    <a:pt x="17549" y="13860"/>
                  </a:lnTo>
                  <a:lnTo>
                    <a:pt x="17684" y="14024"/>
                  </a:lnTo>
                  <a:lnTo>
                    <a:pt x="17848" y="14114"/>
                  </a:lnTo>
                  <a:lnTo>
                    <a:pt x="17893" y="14129"/>
                  </a:lnTo>
                  <a:lnTo>
                    <a:pt x="17923" y="14159"/>
                  </a:lnTo>
                  <a:lnTo>
                    <a:pt x="18087" y="14293"/>
                  </a:lnTo>
                  <a:lnTo>
                    <a:pt x="18176" y="14428"/>
                  </a:lnTo>
                  <a:lnTo>
                    <a:pt x="18176" y="14443"/>
                  </a:lnTo>
                  <a:lnTo>
                    <a:pt x="18191" y="14457"/>
                  </a:lnTo>
                  <a:lnTo>
                    <a:pt x="18206" y="14472"/>
                  </a:lnTo>
                  <a:lnTo>
                    <a:pt x="18221" y="14487"/>
                  </a:lnTo>
                  <a:lnTo>
                    <a:pt x="18296" y="14622"/>
                  </a:lnTo>
                  <a:lnTo>
                    <a:pt x="18400" y="14696"/>
                  </a:lnTo>
                  <a:lnTo>
                    <a:pt x="18415" y="14696"/>
                  </a:lnTo>
                  <a:lnTo>
                    <a:pt x="18415" y="14696"/>
                  </a:lnTo>
                  <a:lnTo>
                    <a:pt x="18505" y="14637"/>
                  </a:lnTo>
                  <a:lnTo>
                    <a:pt x="18580" y="14622"/>
                  </a:lnTo>
                  <a:lnTo>
                    <a:pt x="18624" y="14637"/>
                  </a:lnTo>
                  <a:lnTo>
                    <a:pt x="18684" y="14726"/>
                  </a:lnTo>
                  <a:lnTo>
                    <a:pt x="18699" y="14801"/>
                  </a:lnTo>
                  <a:lnTo>
                    <a:pt x="18714" y="15025"/>
                  </a:lnTo>
                  <a:lnTo>
                    <a:pt x="18774" y="15428"/>
                  </a:lnTo>
                  <a:lnTo>
                    <a:pt x="18819" y="15697"/>
                  </a:lnTo>
                  <a:lnTo>
                    <a:pt x="18849" y="15787"/>
                  </a:lnTo>
                  <a:lnTo>
                    <a:pt x="19043" y="15787"/>
                  </a:lnTo>
                  <a:lnTo>
                    <a:pt x="19237" y="15787"/>
                  </a:lnTo>
                  <a:lnTo>
                    <a:pt x="19282" y="15787"/>
                  </a:lnTo>
                  <a:lnTo>
                    <a:pt x="19297" y="15817"/>
                  </a:lnTo>
                  <a:lnTo>
                    <a:pt x="19730" y="16802"/>
                  </a:lnTo>
                  <a:lnTo>
                    <a:pt x="20058" y="16772"/>
                  </a:lnTo>
                  <a:lnTo>
                    <a:pt x="20461" y="16742"/>
                  </a:lnTo>
                  <a:lnTo>
                    <a:pt x="20536" y="16742"/>
                  </a:lnTo>
                  <a:lnTo>
                    <a:pt x="20581" y="16757"/>
                  </a:lnTo>
                  <a:lnTo>
                    <a:pt x="20611" y="16757"/>
                  </a:lnTo>
                  <a:lnTo>
                    <a:pt x="20641" y="16772"/>
                  </a:lnTo>
                  <a:lnTo>
                    <a:pt x="20775" y="16802"/>
                  </a:lnTo>
                  <a:lnTo>
                    <a:pt x="20880" y="16877"/>
                  </a:lnTo>
                  <a:lnTo>
                    <a:pt x="20939" y="16922"/>
                  </a:lnTo>
                  <a:lnTo>
                    <a:pt x="20969" y="16967"/>
                  </a:lnTo>
                  <a:lnTo>
                    <a:pt x="20999" y="17026"/>
                  </a:lnTo>
                  <a:lnTo>
                    <a:pt x="21014" y="17086"/>
                  </a:lnTo>
                  <a:lnTo>
                    <a:pt x="21029" y="17146"/>
                  </a:lnTo>
                  <a:lnTo>
                    <a:pt x="21104" y="17280"/>
                  </a:lnTo>
                  <a:lnTo>
                    <a:pt x="21163" y="17355"/>
                  </a:lnTo>
                  <a:lnTo>
                    <a:pt x="21238" y="17400"/>
                  </a:lnTo>
                  <a:lnTo>
                    <a:pt x="21343" y="17444"/>
                  </a:lnTo>
                  <a:lnTo>
                    <a:pt x="21432" y="17444"/>
                  </a:lnTo>
                  <a:lnTo>
                    <a:pt x="21462" y="17444"/>
                  </a:lnTo>
                  <a:lnTo>
                    <a:pt x="21462" y="17444"/>
                  </a:lnTo>
                  <a:lnTo>
                    <a:pt x="21477" y="17429"/>
                  </a:lnTo>
                  <a:lnTo>
                    <a:pt x="21462" y="17400"/>
                  </a:lnTo>
                  <a:lnTo>
                    <a:pt x="21417" y="17280"/>
                  </a:lnTo>
                  <a:lnTo>
                    <a:pt x="21417" y="17131"/>
                  </a:lnTo>
                  <a:lnTo>
                    <a:pt x="21462" y="16981"/>
                  </a:lnTo>
                  <a:lnTo>
                    <a:pt x="21552" y="16877"/>
                  </a:lnTo>
                  <a:lnTo>
                    <a:pt x="21611" y="16817"/>
                  </a:lnTo>
                  <a:lnTo>
                    <a:pt x="21686" y="16772"/>
                  </a:lnTo>
                  <a:lnTo>
                    <a:pt x="21806" y="16698"/>
                  </a:lnTo>
                  <a:lnTo>
                    <a:pt x="21806" y="16638"/>
                  </a:lnTo>
                  <a:lnTo>
                    <a:pt x="21791" y="16504"/>
                  </a:lnTo>
                  <a:lnTo>
                    <a:pt x="21850" y="16399"/>
                  </a:lnTo>
                  <a:lnTo>
                    <a:pt x="21925" y="16309"/>
                  </a:lnTo>
                  <a:lnTo>
                    <a:pt x="22030" y="16250"/>
                  </a:lnTo>
                  <a:lnTo>
                    <a:pt x="22149" y="16190"/>
                  </a:lnTo>
                  <a:lnTo>
                    <a:pt x="22254" y="16175"/>
                  </a:lnTo>
                  <a:lnTo>
                    <a:pt x="22298" y="16175"/>
                  </a:lnTo>
                  <a:lnTo>
                    <a:pt x="22358" y="16160"/>
                  </a:lnTo>
                  <a:lnTo>
                    <a:pt x="22418" y="16130"/>
                  </a:lnTo>
                  <a:lnTo>
                    <a:pt x="22463" y="16100"/>
                  </a:lnTo>
                  <a:lnTo>
                    <a:pt x="22508" y="16041"/>
                  </a:lnTo>
                  <a:lnTo>
                    <a:pt x="22522" y="15981"/>
                  </a:lnTo>
                  <a:lnTo>
                    <a:pt x="22522" y="15981"/>
                  </a:lnTo>
                  <a:lnTo>
                    <a:pt x="22552" y="15891"/>
                  </a:lnTo>
                  <a:lnTo>
                    <a:pt x="22657" y="15697"/>
                  </a:lnTo>
                  <a:lnTo>
                    <a:pt x="22746" y="15682"/>
                  </a:lnTo>
                  <a:lnTo>
                    <a:pt x="22761" y="15682"/>
                  </a:lnTo>
                  <a:lnTo>
                    <a:pt x="22851" y="15682"/>
                  </a:lnTo>
                  <a:lnTo>
                    <a:pt x="22896" y="15712"/>
                  </a:lnTo>
                  <a:lnTo>
                    <a:pt x="22896" y="15727"/>
                  </a:lnTo>
                  <a:lnTo>
                    <a:pt x="22896" y="15727"/>
                  </a:lnTo>
                  <a:lnTo>
                    <a:pt x="22941" y="15682"/>
                  </a:lnTo>
                  <a:lnTo>
                    <a:pt x="22971" y="15607"/>
                  </a:lnTo>
                  <a:lnTo>
                    <a:pt x="22985" y="15578"/>
                  </a:lnTo>
                  <a:lnTo>
                    <a:pt x="22985" y="15548"/>
                  </a:lnTo>
                  <a:lnTo>
                    <a:pt x="23015" y="15488"/>
                  </a:lnTo>
                  <a:lnTo>
                    <a:pt x="23060" y="15383"/>
                  </a:lnTo>
                  <a:lnTo>
                    <a:pt x="23120" y="15264"/>
                  </a:lnTo>
                  <a:lnTo>
                    <a:pt x="23135" y="15159"/>
                  </a:lnTo>
                  <a:lnTo>
                    <a:pt x="23150" y="15130"/>
                  </a:lnTo>
                  <a:lnTo>
                    <a:pt x="23180" y="15025"/>
                  </a:lnTo>
                  <a:lnTo>
                    <a:pt x="23269" y="14876"/>
                  </a:lnTo>
                  <a:lnTo>
                    <a:pt x="23359" y="14831"/>
                  </a:lnTo>
                  <a:lnTo>
                    <a:pt x="23463" y="14816"/>
                  </a:lnTo>
                  <a:lnTo>
                    <a:pt x="23523" y="14831"/>
                  </a:lnTo>
                  <a:lnTo>
                    <a:pt x="23538" y="14846"/>
                  </a:lnTo>
                  <a:lnTo>
                    <a:pt x="23568" y="14846"/>
                  </a:lnTo>
                  <a:lnTo>
                    <a:pt x="23613" y="14846"/>
                  </a:lnTo>
                  <a:lnTo>
                    <a:pt x="23658" y="14816"/>
                  </a:lnTo>
                  <a:lnTo>
                    <a:pt x="23717" y="14771"/>
                  </a:lnTo>
                  <a:lnTo>
                    <a:pt x="23807" y="14756"/>
                  </a:lnTo>
                  <a:lnTo>
                    <a:pt x="23852" y="14756"/>
                  </a:lnTo>
                  <a:lnTo>
                    <a:pt x="23882" y="14786"/>
                  </a:lnTo>
                  <a:lnTo>
                    <a:pt x="23971" y="14831"/>
                  </a:lnTo>
                  <a:lnTo>
                    <a:pt x="24240" y="14846"/>
                  </a:lnTo>
                  <a:lnTo>
                    <a:pt x="24255" y="14846"/>
                  </a:lnTo>
                  <a:lnTo>
                    <a:pt x="24345" y="14876"/>
                  </a:lnTo>
                  <a:lnTo>
                    <a:pt x="24509" y="14920"/>
                  </a:lnTo>
                  <a:lnTo>
                    <a:pt x="24628" y="14965"/>
                  </a:lnTo>
                  <a:lnTo>
                    <a:pt x="24688" y="15025"/>
                  </a:lnTo>
                  <a:lnTo>
                    <a:pt x="24733" y="15055"/>
                  </a:lnTo>
                  <a:lnTo>
                    <a:pt x="24763" y="15085"/>
                  </a:lnTo>
                  <a:lnTo>
                    <a:pt x="24793" y="15100"/>
                  </a:lnTo>
                  <a:lnTo>
                    <a:pt x="24837" y="15115"/>
                  </a:lnTo>
                  <a:lnTo>
                    <a:pt x="24867" y="15115"/>
                  </a:lnTo>
                  <a:lnTo>
                    <a:pt x="24927" y="15115"/>
                  </a:lnTo>
                  <a:lnTo>
                    <a:pt x="25032" y="15130"/>
                  </a:lnTo>
                  <a:lnTo>
                    <a:pt x="25136" y="15144"/>
                  </a:lnTo>
                  <a:lnTo>
                    <a:pt x="25166" y="15159"/>
                  </a:lnTo>
                  <a:lnTo>
                    <a:pt x="25196" y="15174"/>
                  </a:lnTo>
                  <a:lnTo>
                    <a:pt x="25256" y="15219"/>
                  </a:lnTo>
                  <a:lnTo>
                    <a:pt x="25315" y="15234"/>
                  </a:lnTo>
                  <a:lnTo>
                    <a:pt x="25300" y="15174"/>
                  </a:lnTo>
                  <a:lnTo>
                    <a:pt x="25285" y="15115"/>
                  </a:lnTo>
                  <a:lnTo>
                    <a:pt x="25256" y="15025"/>
                  </a:lnTo>
                  <a:lnTo>
                    <a:pt x="25241" y="14950"/>
                  </a:lnTo>
                  <a:lnTo>
                    <a:pt x="25241" y="14920"/>
                  </a:lnTo>
                  <a:lnTo>
                    <a:pt x="25226" y="14771"/>
                  </a:lnTo>
                  <a:lnTo>
                    <a:pt x="25270" y="14592"/>
                  </a:lnTo>
                  <a:lnTo>
                    <a:pt x="25330" y="14487"/>
                  </a:lnTo>
                  <a:lnTo>
                    <a:pt x="25420" y="14413"/>
                  </a:lnTo>
                  <a:lnTo>
                    <a:pt x="25524" y="14338"/>
                  </a:lnTo>
                  <a:lnTo>
                    <a:pt x="25644" y="14308"/>
                  </a:lnTo>
                  <a:lnTo>
                    <a:pt x="25763" y="14293"/>
                  </a:lnTo>
                  <a:lnTo>
                    <a:pt x="25868" y="14293"/>
                  </a:lnTo>
                  <a:lnTo>
                    <a:pt x="25987" y="14308"/>
                  </a:lnTo>
                  <a:lnTo>
                    <a:pt x="26062" y="14383"/>
                  </a:lnTo>
                  <a:lnTo>
                    <a:pt x="26107" y="14428"/>
                  </a:lnTo>
                  <a:lnTo>
                    <a:pt x="26211" y="14487"/>
                  </a:lnTo>
                  <a:lnTo>
                    <a:pt x="26346" y="14577"/>
                  </a:lnTo>
                  <a:lnTo>
                    <a:pt x="26480" y="14622"/>
                  </a:lnTo>
                  <a:lnTo>
                    <a:pt x="26585" y="14667"/>
                  </a:lnTo>
                  <a:lnTo>
                    <a:pt x="26674" y="14696"/>
                  </a:lnTo>
                  <a:lnTo>
                    <a:pt x="26779" y="14711"/>
                  </a:lnTo>
                  <a:lnTo>
                    <a:pt x="26913" y="14771"/>
                  </a:lnTo>
                  <a:lnTo>
                    <a:pt x="27033" y="14816"/>
                  </a:lnTo>
                  <a:lnTo>
                    <a:pt x="27107" y="14831"/>
                  </a:lnTo>
                  <a:lnTo>
                    <a:pt x="27122" y="14831"/>
                  </a:lnTo>
                  <a:lnTo>
                    <a:pt x="27167" y="14816"/>
                  </a:lnTo>
                  <a:lnTo>
                    <a:pt x="27182" y="14801"/>
                  </a:lnTo>
                  <a:lnTo>
                    <a:pt x="27182" y="14786"/>
                  </a:lnTo>
                  <a:lnTo>
                    <a:pt x="27227" y="14711"/>
                  </a:lnTo>
                  <a:lnTo>
                    <a:pt x="27331" y="14637"/>
                  </a:lnTo>
                  <a:lnTo>
                    <a:pt x="27451" y="14622"/>
                  </a:lnTo>
                  <a:lnTo>
                    <a:pt x="27555" y="14622"/>
                  </a:lnTo>
                  <a:lnTo>
                    <a:pt x="27615" y="14622"/>
                  </a:lnTo>
                  <a:lnTo>
                    <a:pt x="27675" y="14652"/>
                  </a:lnTo>
                  <a:lnTo>
                    <a:pt x="27735" y="14696"/>
                  </a:lnTo>
                  <a:lnTo>
                    <a:pt x="27794" y="14741"/>
                  </a:lnTo>
                  <a:lnTo>
                    <a:pt x="27824" y="14741"/>
                  </a:lnTo>
                  <a:lnTo>
                    <a:pt x="27884" y="14756"/>
                  </a:lnTo>
                  <a:lnTo>
                    <a:pt x="27959" y="14741"/>
                  </a:lnTo>
                  <a:lnTo>
                    <a:pt x="28048" y="14711"/>
                  </a:lnTo>
                  <a:lnTo>
                    <a:pt x="28108" y="14667"/>
                  </a:lnTo>
                  <a:lnTo>
                    <a:pt x="28168" y="14637"/>
                  </a:lnTo>
                  <a:lnTo>
                    <a:pt x="28242" y="14592"/>
                  </a:lnTo>
                  <a:lnTo>
                    <a:pt x="28287" y="14592"/>
                  </a:lnTo>
                  <a:lnTo>
                    <a:pt x="28332" y="14577"/>
                  </a:lnTo>
                  <a:lnTo>
                    <a:pt x="28481" y="14622"/>
                  </a:lnTo>
                  <a:lnTo>
                    <a:pt x="28556" y="14696"/>
                  </a:lnTo>
                  <a:lnTo>
                    <a:pt x="28571" y="14711"/>
                  </a:lnTo>
                  <a:lnTo>
                    <a:pt x="28586" y="14711"/>
                  </a:lnTo>
                  <a:lnTo>
                    <a:pt x="28691" y="14726"/>
                  </a:lnTo>
                  <a:lnTo>
                    <a:pt x="28705" y="14726"/>
                  </a:lnTo>
                  <a:lnTo>
                    <a:pt x="28840" y="14726"/>
                  </a:lnTo>
                  <a:lnTo>
                    <a:pt x="28944" y="14696"/>
                  </a:lnTo>
                  <a:lnTo>
                    <a:pt x="28974" y="14696"/>
                  </a:lnTo>
                  <a:lnTo>
                    <a:pt x="29124" y="14696"/>
                  </a:lnTo>
                  <a:lnTo>
                    <a:pt x="29243" y="14696"/>
                  </a:lnTo>
                  <a:lnTo>
                    <a:pt x="29363" y="14696"/>
                  </a:lnTo>
                  <a:lnTo>
                    <a:pt x="29631" y="14711"/>
                  </a:lnTo>
                  <a:lnTo>
                    <a:pt x="29811" y="14741"/>
                  </a:lnTo>
                  <a:lnTo>
                    <a:pt x="29855" y="14741"/>
                  </a:lnTo>
                  <a:lnTo>
                    <a:pt x="30079" y="14786"/>
                  </a:lnTo>
                  <a:lnTo>
                    <a:pt x="30303" y="14861"/>
                  </a:lnTo>
                  <a:lnTo>
                    <a:pt x="30408" y="14891"/>
                  </a:lnTo>
                  <a:lnTo>
                    <a:pt x="30483" y="14935"/>
                  </a:lnTo>
                  <a:lnTo>
                    <a:pt x="30542" y="14980"/>
                  </a:lnTo>
                  <a:lnTo>
                    <a:pt x="30602" y="15040"/>
                  </a:lnTo>
                  <a:lnTo>
                    <a:pt x="30617" y="15055"/>
                  </a:lnTo>
                  <a:lnTo>
                    <a:pt x="30707" y="15159"/>
                  </a:lnTo>
                  <a:lnTo>
                    <a:pt x="30901" y="15219"/>
                  </a:lnTo>
                  <a:lnTo>
                    <a:pt x="31005" y="15249"/>
                  </a:lnTo>
                  <a:lnTo>
                    <a:pt x="31095" y="15249"/>
                  </a:lnTo>
                  <a:lnTo>
                    <a:pt x="31229" y="15264"/>
                  </a:lnTo>
                  <a:lnTo>
                    <a:pt x="31304" y="15309"/>
                  </a:lnTo>
                  <a:lnTo>
                    <a:pt x="31394" y="15398"/>
                  </a:lnTo>
                  <a:lnTo>
                    <a:pt x="31543" y="15518"/>
                  </a:lnTo>
                  <a:lnTo>
                    <a:pt x="31513" y="15473"/>
                  </a:lnTo>
                  <a:lnTo>
                    <a:pt x="31498" y="15428"/>
                  </a:lnTo>
                  <a:lnTo>
                    <a:pt x="31439" y="15294"/>
                  </a:lnTo>
                  <a:lnTo>
                    <a:pt x="31394" y="15219"/>
                  </a:lnTo>
                  <a:lnTo>
                    <a:pt x="31364" y="15174"/>
                  </a:lnTo>
                  <a:lnTo>
                    <a:pt x="31334" y="15130"/>
                  </a:lnTo>
                  <a:lnTo>
                    <a:pt x="31304" y="15055"/>
                  </a:lnTo>
                  <a:lnTo>
                    <a:pt x="31274" y="14965"/>
                  </a:lnTo>
                  <a:lnTo>
                    <a:pt x="31274" y="14906"/>
                  </a:lnTo>
                  <a:lnTo>
                    <a:pt x="31274" y="14876"/>
                  </a:lnTo>
                  <a:lnTo>
                    <a:pt x="31304" y="14831"/>
                  </a:lnTo>
                  <a:lnTo>
                    <a:pt x="31334" y="14801"/>
                  </a:lnTo>
                  <a:lnTo>
                    <a:pt x="31349" y="14786"/>
                  </a:lnTo>
                  <a:lnTo>
                    <a:pt x="31364" y="14786"/>
                  </a:lnTo>
                  <a:lnTo>
                    <a:pt x="31394" y="14786"/>
                  </a:lnTo>
                  <a:lnTo>
                    <a:pt x="31468" y="14771"/>
                  </a:lnTo>
                  <a:lnTo>
                    <a:pt x="31528" y="14756"/>
                  </a:lnTo>
                  <a:lnTo>
                    <a:pt x="31498" y="14711"/>
                  </a:lnTo>
                  <a:lnTo>
                    <a:pt x="31468" y="14681"/>
                  </a:lnTo>
                  <a:lnTo>
                    <a:pt x="31453" y="14667"/>
                  </a:lnTo>
                  <a:lnTo>
                    <a:pt x="31439" y="14667"/>
                  </a:lnTo>
                  <a:lnTo>
                    <a:pt x="31424" y="14637"/>
                  </a:lnTo>
                  <a:lnTo>
                    <a:pt x="31394" y="14592"/>
                  </a:lnTo>
                  <a:lnTo>
                    <a:pt x="31379" y="14562"/>
                  </a:lnTo>
                  <a:lnTo>
                    <a:pt x="31379" y="14517"/>
                  </a:lnTo>
                  <a:lnTo>
                    <a:pt x="31394" y="14487"/>
                  </a:lnTo>
                  <a:lnTo>
                    <a:pt x="31439" y="14443"/>
                  </a:lnTo>
                  <a:lnTo>
                    <a:pt x="31468" y="14428"/>
                  </a:lnTo>
                  <a:lnTo>
                    <a:pt x="31528" y="14413"/>
                  </a:lnTo>
                  <a:lnTo>
                    <a:pt x="31588" y="14413"/>
                  </a:lnTo>
                  <a:lnTo>
                    <a:pt x="31633" y="14413"/>
                  </a:lnTo>
                  <a:lnTo>
                    <a:pt x="31618" y="14398"/>
                  </a:lnTo>
                  <a:lnTo>
                    <a:pt x="31603" y="14383"/>
                  </a:lnTo>
                  <a:lnTo>
                    <a:pt x="31588" y="14353"/>
                  </a:lnTo>
                  <a:lnTo>
                    <a:pt x="31588" y="14338"/>
                  </a:lnTo>
                  <a:lnTo>
                    <a:pt x="31588" y="14338"/>
                  </a:lnTo>
                  <a:lnTo>
                    <a:pt x="31573" y="14338"/>
                  </a:lnTo>
                  <a:lnTo>
                    <a:pt x="31528" y="14293"/>
                  </a:lnTo>
                  <a:lnTo>
                    <a:pt x="31498" y="14099"/>
                  </a:lnTo>
                  <a:lnTo>
                    <a:pt x="31468" y="13965"/>
                  </a:lnTo>
                  <a:lnTo>
                    <a:pt x="31394" y="13875"/>
                  </a:lnTo>
                  <a:lnTo>
                    <a:pt x="31349" y="13830"/>
                  </a:lnTo>
                  <a:lnTo>
                    <a:pt x="31319" y="13785"/>
                  </a:lnTo>
                  <a:lnTo>
                    <a:pt x="31274" y="13726"/>
                  </a:lnTo>
                  <a:lnTo>
                    <a:pt x="31215" y="13651"/>
                  </a:lnTo>
                  <a:lnTo>
                    <a:pt x="31005" y="13382"/>
                  </a:lnTo>
                  <a:lnTo>
                    <a:pt x="30856" y="13113"/>
                  </a:lnTo>
                  <a:lnTo>
                    <a:pt x="30811" y="12964"/>
                  </a:lnTo>
                  <a:lnTo>
                    <a:pt x="30796" y="12859"/>
                  </a:lnTo>
                  <a:lnTo>
                    <a:pt x="30796" y="12770"/>
                  </a:lnTo>
                  <a:lnTo>
                    <a:pt x="30796" y="12695"/>
                  </a:lnTo>
                  <a:lnTo>
                    <a:pt x="30796" y="12635"/>
                  </a:lnTo>
                  <a:lnTo>
                    <a:pt x="30781" y="12576"/>
                  </a:lnTo>
                  <a:lnTo>
                    <a:pt x="30752" y="12531"/>
                  </a:lnTo>
                  <a:lnTo>
                    <a:pt x="30707" y="12516"/>
                  </a:lnTo>
                  <a:lnTo>
                    <a:pt x="30602" y="12501"/>
                  </a:lnTo>
                  <a:lnTo>
                    <a:pt x="30528" y="12501"/>
                  </a:lnTo>
                  <a:lnTo>
                    <a:pt x="30438" y="12486"/>
                  </a:lnTo>
                  <a:lnTo>
                    <a:pt x="30348" y="12471"/>
                  </a:lnTo>
                  <a:lnTo>
                    <a:pt x="30289" y="12441"/>
                  </a:lnTo>
                  <a:lnTo>
                    <a:pt x="30259" y="12411"/>
                  </a:lnTo>
                  <a:lnTo>
                    <a:pt x="30244" y="12382"/>
                  </a:lnTo>
                  <a:lnTo>
                    <a:pt x="30229" y="12352"/>
                  </a:lnTo>
                  <a:lnTo>
                    <a:pt x="30229" y="12322"/>
                  </a:lnTo>
                  <a:lnTo>
                    <a:pt x="30229" y="12292"/>
                  </a:lnTo>
                  <a:lnTo>
                    <a:pt x="30244" y="12247"/>
                  </a:lnTo>
                  <a:lnTo>
                    <a:pt x="30289" y="12202"/>
                  </a:lnTo>
                  <a:lnTo>
                    <a:pt x="30348" y="12143"/>
                  </a:lnTo>
                  <a:lnTo>
                    <a:pt x="30408" y="12113"/>
                  </a:lnTo>
                  <a:lnTo>
                    <a:pt x="30468" y="12098"/>
                  </a:lnTo>
                  <a:lnTo>
                    <a:pt x="30557" y="12098"/>
                  </a:lnTo>
                  <a:lnTo>
                    <a:pt x="30707" y="12083"/>
                  </a:lnTo>
                  <a:lnTo>
                    <a:pt x="30990" y="12053"/>
                  </a:lnTo>
                  <a:lnTo>
                    <a:pt x="31140" y="12008"/>
                  </a:lnTo>
                  <a:lnTo>
                    <a:pt x="31244" y="11963"/>
                  </a:lnTo>
                  <a:lnTo>
                    <a:pt x="31304" y="11933"/>
                  </a:lnTo>
                  <a:lnTo>
                    <a:pt x="31349" y="11889"/>
                  </a:lnTo>
                  <a:lnTo>
                    <a:pt x="31498" y="11784"/>
                  </a:lnTo>
                  <a:lnTo>
                    <a:pt x="31663" y="11754"/>
                  </a:lnTo>
                  <a:lnTo>
                    <a:pt x="31677" y="11754"/>
                  </a:lnTo>
                  <a:lnTo>
                    <a:pt x="31782" y="11769"/>
                  </a:lnTo>
                  <a:lnTo>
                    <a:pt x="31872" y="11829"/>
                  </a:lnTo>
                  <a:lnTo>
                    <a:pt x="31902" y="11889"/>
                  </a:lnTo>
                  <a:lnTo>
                    <a:pt x="31931" y="11978"/>
                  </a:lnTo>
                  <a:lnTo>
                    <a:pt x="31946" y="11978"/>
                  </a:lnTo>
                  <a:lnTo>
                    <a:pt x="31961" y="11978"/>
                  </a:lnTo>
                  <a:lnTo>
                    <a:pt x="32006" y="11978"/>
                  </a:lnTo>
                  <a:lnTo>
                    <a:pt x="32036" y="11978"/>
                  </a:lnTo>
                  <a:lnTo>
                    <a:pt x="32066" y="11963"/>
                  </a:lnTo>
                  <a:lnTo>
                    <a:pt x="32096" y="11948"/>
                  </a:lnTo>
                  <a:lnTo>
                    <a:pt x="32111" y="11933"/>
                  </a:lnTo>
                  <a:lnTo>
                    <a:pt x="32126" y="11919"/>
                  </a:lnTo>
                  <a:lnTo>
                    <a:pt x="32185" y="11889"/>
                  </a:lnTo>
                  <a:lnTo>
                    <a:pt x="32245" y="11874"/>
                  </a:lnTo>
                  <a:lnTo>
                    <a:pt x="32320" y="11889"/>
                  </a:lnTo>
                  <a:lnTo>
                    <a:pt x="32379" y="11919"/>
                  </a:lnTo>
                  <a:lnTo>
                    <a:pt x="32394" y="11933"/>
                  </a:lnTo>
                  <a:lnTo>
                    <a:pt x="32409" y="11948"/>
                  </a:lnTo>
                  <a:lnTo>
                    <a:pt x="32409" y="11963"/>
                  </a:lnTo>
                  <a:lnTo>
                    <a:pt x="32439" y="11963"/>
                  </a:lnTo>
                  <a:lnTo>
                    <a:pt x="32454" y="11963"/>
                  </a:lnTo>
                  <a:lnTo>
                    <a:pt x="32484" y="11963"/>
                  </a:lnTo>
                  <a:lnTo>
                    <a:pt x="32499" y="11948"/>
                  </a:lnTo>
                  <a:lnTo>
                    <a:pt x="32514" y="11933"/>
                  </a:lnTo>
                  <a:lnTo>
                    <a:pt x="32529" y="11904"/>
                  </a:lnTo>
                  <a:lnTo>
                    <a:pt x="32529" y="11859"/>
                  </a:lnTo>
                  <a:lnTo>
                    <a:pt x="32514" y="11739"/>
                  </a:lnTo>
                  <a:lnTo>
                    <a:pt x="32439" y="11709"/>
                  </a:lnTo>
                  <a:lnTo>
                    <a:pt x="32394" y="11680"/>
                  </a:lnTo>
                  <a:lnTo>
                    <a:pt x="32335" y="11650"/>
                  </a:lnTo>
                  <a:lnTo>
                    <a:pt x="32305" y="11620"/>
                  </a:lnTo>
                  <a:lnTo>
                    <a:pt x="32290" y="11605"/>
                  </a:lnTo>
                  <a:lnTo>
                    <a:pt x="32215" y="11560"/>
                  </a:lnTo>
                  <a:lnTo>
                    <a:pt x="32126" y="11441"/>
                  </a:lnTo>
                  <a:lnTo>
                    <a:pt x="32126" y="11336"/>
                  </a:lnTo>
                  <a:lnTo>
                    <a:pt x="32140" y="11157"/>
                  </a:lnTo>
                  <a:lnTo>
                    <a:pt x="32140" y="10798"/>
                  </a:lnTo>
                  <a:lnTo>
                    <a:pt x="32140" y="10350"/>
                  </a:lnTo>
                  <a:lnTo>
                    <a:pt x="32155" y="10052"/>
                  </a:lnTo>
                  <a:lnTo>
                    <a:pt x="32170" y="9858"/>
                  </a:lnTo>
                  <a:lnTo>
                    <a:pt x="32170" y="9738"/>
                  </a:lnTo>
                  <a:lnTo>
                    <a:pt x="32170" y="9663"/>
                  </a:lnTo>
                  <a:lnTo>
                    <a:pt x="32170" y="9589"/>
                  </a:lnTo>
                  <a:lnTo>
                    <a:pt x="32170" y="9544"/>
                  </a:lnTo>
                  <a:lnTo>
                    <a:pt x="32185" y="9514"/>
                  </a:lnTo>
                  <a:lnTo>
                    <a:pt x="32215" y="9484"/>
                  </a:lnTo>
                  <a:lnTo>
                    <a:pt x="32260" y="9469"/>
                  </a:lnTo>
                  <a:lnTo>
                    <a:pt x="32290" y="9469"/>
                  </a:lnTo>
                  <a:lnTo>
                    <a:pt x="32335" y="9484"/>
                  </a:lnTo>
                  <a:lnTo>
                    <a:pt x="32379" y="9514"/>
                  </a:lnTo>
                  <a:lnTo>
                    <a:pt x="32439" y="9574"/>
                  </a:lnTo>
                  <a:lnTo>
                    <a:pt x="32484" y="9604"/>
                  </a:lnTo>
                  <a:lnTo>
                    <a:pt x="32663" y="9678"/>
                  </a:lnTo>
                  <a:lnTo>
                    <a:pt x="32902" y="9768"/>
                  </a:lnTo>
                  <a:lnTo>
                    <a:pt x="33037" y="9798"/>
                  </a:lnTo>
                  <a:lnTo>
                    <a:pt x="33081" y="9798"/>
                  </a:lnTo>
                  <a:lnTo>
                    <a:pt x="33156" y="9798"/>
                  </a:lnTo>
                  <a:lnTo>
                    <a:pt x="33305" y="9783"/>
                  </a:lnTo>
                  <a:lnTo>
                    <a:pt x="33455" y="9783"/>
                  </a:lnTo>
                  <a:lnTo>
                    <a:pt x="33589" y="9783"/>
                  </a:lnTo>
                  <a:lnTo>
                    <a:pt x="33738" y="9828"/>
                  </a:lnTo>
                  <a:lnTo>
                    <a:pt x="33768" y="9872"/>
                  </a:lnTo>
                  <a:lnTo>
                    <a:pt x="33783" y="9902"/>
                  </a:lnTo>
                  <a:lnTo>
                    <a:pt x="33798" y="9932"/>
                  </a:lnTo>
                  <a:lnTo>
                    <a:pt x="33813" y="9977"/>
                  </a:lnTo>
                  <a:lnTo>
                    <a:pt x="33828" y="9992"/>
                  </a:lnTo>
                  <a:lnTo>
                    <a:pt x="33843" y="9992"/>
                  </a:lnTo>
                  <a:lnTo>
                    <a:pt x="33858" y="9977"/>
                  </a:lnTo>
                  <a:lnTo>
                    <a:pt x="33903" y="9962"/>
                  </a:lnTo>
                  <a:lnTo>
                    <a:pt x="33933" y="9932"/>
                  </a:lnTo>
                  <a:lnTo>
                    <a:pt x="33963" y="9887"/>
                  </a:lnTo>
                  <a:lnTo>
                    <a:pt x="33977" y="9828"/>
                  </a:lnTo>
                  <a:lnTo>
                    <a:pt x="34007" y="9768"/>
                  </a:lnTo>
                  <a:lnTo>
                    <a:pt x="34112" y="9723"/>
                  </a:lnTo>
                  <a:lnTo>
                    <a:pt x="34172" y="9723"/>
                  </a:lnTo>
                  <a:lnTo>
                    <a:pt x="34201" y="9723"/>
                  </a:lnTo>
                  <a:lnTo>
                    <a:pt x="34216" y="9708"/>
                  </a:lnTo>
                  <a:lnTo>
                    <a:pt x="34246" y="9708"/>
                  </a:lnTo>
                  <a:lnTo>
                    <a:pt x="34276" y="9708"/>
                  </a:lnTo>
                  <a:lnTo>
                    <a:pt x="34336" y="9708"/>
                  </a:lnTo>
                  <a:lnTo>
                    <a:pt x="34381" y="9634"/>
                  </a:lnTo>
                  <a:lnTo>
                    <a:pt x="34411" y="9574"/>
                  </a:lnTo>
                  <a:lnTo>
                    <a:pt x="34425" y="9544"/>
                  </a:lnTo>
                  <a:lnTo>
                    <a:pt x="34425" y="9529"/>
                  </a:lnTo>
                  <a:lnTo>
                    <a:pt x="34425" y="9529"/>
                  </a:lnTo>
                  <a:lnTo>
                    <a:pt x="34411" y="9499"/>
                  </a:lnTo>
                  <a:lnTo>
                    <a:pt x="34381" y="9439"/>
                  </a:lnTo>
                  <a:lnTo>
                    <a:pt x="34336" y="9365"/>
                  </a:lnTo>
                  <a:lnTo>
                    <a:pt x="34276" y="9260"/>
                  </a:lnTo>
                  <a:lnTo>
                    <a:pt x="34037" y="8842"/>
                  </a:lnTo>
                  <a:lnTo>
                    <a:pt x="33963" y="8588"/>
                  </a:lnTo>
                  <a:lnTo>
                    <a:pt x="33948" y="8439"/>
                  </a:lnTo>
                  <a:lnTo>
                    <a:pt x="33948" y="8319"/>
                  </a:lnTo>
                  <a:lnTo>
                    <a:pt x="33963" y="8170"/>
                  </a:lnTo>
                  <a:lnTo>
                    <a:pt x="33992" y="8140"/>
                  </a:lnTo>
                  <a:lnTo>
                    <a:pt x="34067" y="8095"/>
                  </a:lnTo>
                  <a:lnTo>
                    <a:pt x="34157" y="8095"/>
                  </a:lnTo>
                  <a:lnTo>
                    <a:pt x="34201" y="8095"/>
                  </a:lnTo>
                  <a:lnTo>
                    <a:pt x="34246" y="8080"/>
                  </a:lnTo>
                  <a:lnTo>
                    <a:pt x="34291" y="8080"/>
                  </a:lnTo>
                  <a:lnTo>
                    <a:pt x="34336" y="8080"/>
                  </a:lnTo>
                  <a:lnTo>
                    <a:pt x="34396" y="8080"/>
                  </a:lnTo>
                  <a:lnTo>
                    <a:pt x="34440" y="8065"/>
                  </a:lnTo>
                  <a:lnTo>
                    <a:pt x="34455" y="8050"/>
                  </a:lnTo>
                  <a:lnTo>
                    <a:pt x="34515" y="7991"/>
                  </a:lnTo>
                  <a:lnTo>
                    <a:pt x="34635" y="7946"/>
                  </a:lnTo>
                  <a:lnTo>
                    <a:pt x="34679" y="7916"/>
                  </a:lnTo>
                  <a:lnTo>
                    <a:pt x="34709" y="7841"/>
                  </a:lnTo>
                  <a:lnTo>
                    <a:pt x="34709" y="7767"/>
                  </a:lnTo>
                  <a:lnTo>
                    <a:pt x="34709" y="7692"/>
                  </a:lnTo>
                  <a:lnTo>
                    <a:pt x="34709" y="7692"/>
                  </a:lnTo>
                  <a:lnTo>
                    <a:pt x="34709" y="7692"/>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62"/>
            <p:cNvSpPr/>
            <p:nvPr/>
          </p:nvSpPr>
          <p:spPr>
            <a:xfrm>
              <a:off x="3115500" y="1843600"/>
              <a:ext cx="869600" cy="436125"/>
            </a:xfrm>
            <a:custGeom>
              <a:rect b="b" l="l" r="r" t="t"/>
              <a:pathLst>
                <a:path extrusionOk="0" fill="none" h="17445" w="34784">
                  <a:moveTo>
                    <a:pt x="29004" y="10276"/>
                  </a:moveTo>
                  <a:lnTo>
                    <a:pt x="28959" y="10365"/>
                  </a:lnTo>
                  <a:lnTo>
                    <a:pt x="28929" y="10440"/>
                  </a:lnTo>
                  <a:lnTo>
                    <a:pt x="28900" y="10515"/>
                  </a:lnTo>
                  <a:lnTo>
                    <a:pt x="28855" y="10545"/>
                  </a:lnTo>
                  <a:lnTo>
                    <a:pt x="28735" y="10545"/>
                  </a:lnTo>
                  <a:lnTo>
                    <a:pt x="28646" y="10530"/>
                  </a:lnTo>
                  <a:lnTo>
                    <a:pt x="28541" y="10559"/>
                  </a:lnTo>
                  <a:lnTo>
                    <a:pt x="28452" y="10619"/>
                  </a:lnTo>
                  <a:lnTo>
                    <a:pt x="28437" y="10649"/>
                  </a:lnTo>
                  <a:lnTo>
                    <a:pt x="28362" y="10664"/>
                  </a:lnTo>
                  <a:lnTo>
                    <a:pt x="28213" y="10649"/>
                  </a:lnTo>
                  <a:lnTo>
                    <a:pt x="28033" y="10619"/>
                  </a:lnTo>
                  <a:lnTo>
                    <a:pt x="28004" y="10604"/>
                  </a:lnTo>
                  <a:lnTo>
                    <a:pt x="27989" y="10530"/>
                  </a:lnTo>
                  <a:lnTo>
                    <a:pt x="27914" y="10530"/>
                  </a:lnTo>
                  <a:lnTo>
                    <a:pt x="27720" y="10559"/>
                  </a:lnTo>
                  <a:lnTo>
                    <a:pt x="27570" y="10500"/>
                  </a:lnTo>
                  <a:lnTo>
                    <a:pt x="27496" y="10470"/>
                  </a:lnTo>
                  <a:lnTo>
                    <a:pt x="27346" y="10470"/>
                  </a:lnTo>
                  <a:lnTo>
                    <a:pt x="27272" y="10500"/>
                  </a:lnTo>
                  <a:lnTo>
                    <a:pt x="27078" y="10485"/>
                  </a:lnTo>
                  <a:lnTo>
                    <a:pt x="26883" y="10410"/>
                  </a:lnTo>
                  <a:lnTo>
                    <a:pt x="26555" y="10395"/>
                  </a:lnTo>
                  <a:lnTo>
                    <a:pt x="26226" y="10395"/>
                  </a:lnTo>
                  <a:lnTo>
                    <a:pt x="26092" y="10395"/>
                  </a:lnTo>
                  <a:lnTo>
                    <a:pt x="25987" y="10440"/>
                  </a:lnTo>
                  <a:lnTo>
                    <a:pt x="25928" y="10485"/>
                  </a:lnTo>
                  <a:lnTo>
                    <a:pt x="25853" y="10440"/>
                  </a:lnTo>
                  <a:lnTo>
                    <a:pt x="25689" y="10440"/>
                  </a:lnTo>
                  <a:lnTo>
                    <a:pt x="25539" y="10515"/>
                  </a:lnTo>
                  <a:lnTo>
                    <a:pt x="25480" y="10545"/>
                  </a:lnTo>
                  <a:lnTo>
                    <a:pt x="25330" y="10634"/>
                  </a:lnTo>
                  <a:lnTo>
                    <a:pt x="25300" y="10709"/>
                  </a:lnTo>
                  <a:lnTo>
                    <a:pt x="25285" y="10828"/>
                  </a:lnTo>
                  <a:lnTo>
                    <a:pt x="25196" y="10933"/>
                  </a:lnTo>
                  <a:lnTo>
                    <a:pt x="25061" y="11037"/>
                  </a:lnTo>
                  <a:lnTo>
                    <a:pt x="24957" y="11067"/>
                  </a:lnTo>
                  <a:lnTo>
                    <a:pt x="24927" y="11067"/>
                  </a:lnTo>
                  <a:lnTo>
                    <a:pt x="24897" y="11112"/>
                  </a:lnTo>
                  <a:lnTo>
                    <a:pt x="24927" y="11172"/>
                  </a:lnTo>
                  <a:lnTo>
                    <a:pt x="24972" y="11217"/>
                  </a:lnTo>
                  <a:lnTo>
                    <a:pt x="25046" y="11276"/>
                  </a:lnTo>
                  <a:lnTo>
                    <a:pt x="25032" y="11366"/>
                  </a:lnTo>
                  <a:lnTo>
                    <a:pt x="24987" y="11500"/>
                  </a:lnTo>
                  <a:lnTo>
                    <a:pt x="24957" y="11575"/>
                  </a:lnTo>
                  <a:lnTo>
                    <a:pt x="24957" y="11724"/>
                  </a:lnTo>
                  <a:lnTo>
                    <a:pt x="25032" y="11844"/>
                  </a:lnTo>
                  <a:lnTo>
                    <a:pt x="25121" y="11978"/>
                  </a:lnTo>
                  <a:lnTo>
                    <a:pt x="25136" y="12098"/>
                  </a:lnTo>
                  <a:lnTo>
                    <a:pt x="25151" y="12187"/>
                  </a:lnTo>
                  <a:lnTo>
                    <a:pt x="25166" y="12262"/>
                  </a:lnTo>
                  <a:lnTo>
                    <a:pt x="25091" y="12262"/>
                  </a:lnTo>
                  <a:lnTo>
                    <a:pt x="25046" y="12232"/>
                  </a:lnTo>
                  <a:lnTo>
                    <a:pt x="24972" y="12113"/>
                  </a:lnTo>
                  <a:lnTo>
                    <a:pt x="24897" y="12008"/>
                  </a:lnTo>
                  <a:lnTo>
                    <a:pt x="24748" y="11904"/>
                  </a:lnTo>
                  <a:lnTo>
                    <a:pt x="24628" y="11799"/>
                  </a:lnTo>
                  <a:lnTo>
                    <a:pt x="24494" y="11620"/>
                  </a:lnTo>
                  <a:lnTo>
                    <a:pt x="24389" y="11515"/>
                  </a:lnTo>
                  <a:lnTo>
                    <a:pt x="24285" y="11456"/>
                  </a:lnTo>
                  <a:lnTo>
                    <a:pt x="24255" y="11396"/>
                  </a:lnTo>
                  <a:lnTo>
                    <a:pt x="24270" y="11381"/>
                  </a:lnTo>
                  <a:lnTo>
                    <a:pt x="24315" y="11426"/>
                  </a:lnTo>
                  <a:lnTo>
                    <a:pt x="24345" y="11396"/>
                  </a:lnTo>
                  <a:lnTo>
                    <a:pt x="24359" y="11366"/>
                  </a:lnTo>
                  <a:lnTo>
                    <a:pt x="24359" y="11321"/>
                  </a:lnTo>
                  <a:lnTo>
                    <a:pt x="24315" y="11306"/>
                  </a:lnTo>
                  <a:lnTo>
                    <a:pt x="24195" y="11246"/>
                  </a:lnTo>
                  <a:lnTo>
                    <a:pt x="24210" y="11202"/>
                  </a:lnTo>
                  <a:lnTo>
                    <a:pt x="24270" y="11217"/>
                  </a:lnTo>
                  <a:lnTo>
                    <a:pt x="24359" y="11157"/>
                  </a:lnTo>
                  <a:lnTo>
                    <a:pt x="24419" y="11097"/>
                  </a:lnTo>
                  <a:lnTo>
                    <a:pt x="24434" y="11052"/>
                  </a:lnTo>
                  <a:lnTo>
                    <a:pt x="24419" y="10993"/>
                  </a:lnTo>
                  <a:lnTo>
                    <a:pt x="24345" y="10948"/>
                  </a:lnTo>
                  <a:lnTo>
                    <a:pt x="24255" y="10888"/>
                  </a:lnTo>
                  <a:lnTo>
                    <a:pt x="24270" y="10813"/>
                  </a:lnTo>
                  <a:lnTo>
                    <a:pt x="24359" y="10784"/>
                  </a:lnTo>
                  <a:lnTo>
                    <a:pt x="24434" y="10798"/>
                  </a:lnTo>
                  <a:lnTo>
                    <a:pt x="24464" y="10798"/>
                  </a:lnTo>
                  <a:lnTo>
                    <a:pt x="24539" y="10769"/>
                  </a:lnTo>
                  <a:lnTo>
                    <a:pt x="24554" y="10694"/>
                  </a:lnTo>
                  <a:lnTo>
                    <a:pt x="24554" y="10619"/>
                  </a:lnTo>
                  <a:lnTo>
                    <a:pt x="24643" y="10500"/>
                  </a:lnTo>
                  <a:lnTo>
                    <a:pt x="24703" y="10455"/>
                  </a:lnTo>
                  <a:lnTo>
                    <a:pt x="24867" y="10365"/>
                  </a:lnTo>
                  <a:lnTo>
                    <a:pt x="24927" y="10246"/>
                  </a:lnTo>
                  <a:lnTo>
                    <a:pt x="24927" y="10186"/>
                  </a:lnTo>
                  <a:lnTo>
                    <a:pt x="24957" y="10082"/>
                  </a:lnTo>
                  <a:lnTo>
                    <a:pt x="25002" y="10067"/>
                  </a:lnTo>
                  <a:lnTo>
                    <a:pt x="25136" y="10067"/>
                  </a:lnTo>
                  <a:lnTo>
                    <a:pt x="25241" y="10052"/>
                  </a:lnTo>
                  <a:lnTo>
                    <a:pt x="25345" y="10052"/>
                  </a:lnTo>
                  <a:lnTo>
                    <a:pt x="25480" y="10126"/>
                  </a:lnTo>
                  <a:lnTo>
                    <a:pt x="25539" y="10156"/>
                  </a:lnTo>
                  <a:lnTo>
                    <a:pt x="25659" y="10141"/>
                  </a:lnTo>
                  <a:lnTo>
                    <a:pt x="25719" y="10111"/>
                  </a:lnTo>
                  <a:lnTo>
                    <a:pt x="25898" y="10037"/>
                  </a:lnTo>
                  <a:lnTo>
                    <a:pt x="26032" y="10022"/>
                  </a:lnTo>
                  <a:lnTo>
                    <a:pt x="26077" y="10052"/>
                  </a:lnTo>
                  <a:lnTo>
                    <a:pt x="26107" y="10126"/>
                  </a:lnTo>
                  <a:lnTo>
                    <a:pt x="26167" y="10111"/>
                  </a:lnTo>
                  <a:lnTo>
                    <a:pt x="26241" y="10097"/>
                  </a:lnTo>
                  <a:lnTo>
                    <a:pt x="26391" y="10097"/>
                  </a:lnTo>
                  <a:lnTo>
                    <a:pt x="26435" y="10141"/>
                  </a:lnTo>
                  <a:lnTo>
                    <a:pt x="26510" y="10201"/>
                  </a:lnTo>
                  <a:lnTo>
                    <a:pt x="26689" y="10201"/>
                  </a:lnTo>
                  <a:lnTo>
                    <a:pt x="26883" y="10171"/>
                  </a:lnTo>
                  <a:lnTo>
                    <a:pt x="27018" y="10231"/>
                  </a:lnTo>
                  <a:lnTo>
                    <a:pt x="27048" y="10276"/>
                  </a:lnTo>
                  <a:lnTo>
                    <a:pt x="27107" y="10306"/>
                  </a:lnTo>
                  <a:lnTo>
                    <a:pt x="27212" y="10306"/>
                  </a:lnTo>
                  <a:lnTo>
                    <a:pt x="27421" y="10261"/>
                  </a:lnTo>
                  <a:lnTo>
                    <a:pt x="27585" y="10231"/>
                  </a:lnTo>
                  <a:lnTo>
                    <a:pt x="27675" y="10231"/>
                  </a:lnTo>
                  <a:lnTo>
                    <a:pt x="27899" y="10216"/>
                  </a:lnTo>
                  <a:lnTo>
                    <a:pt x="27989" y="10276"/>
                  </a:lnTo>
                  <a:lnTo>
                    <a:pt x="28078" y="10350"/>
                  </a:lnTo>
                  <a:lnTo>
                    <a:pt x="28272" y="10395"/>
                  </a:lnTo>
                  <a:lnTo>
                    <a:pt x="28317" y="10350"/>
                  </a:lnTo>
                  <a:lnTo>
                    <a:pt x="28347" y="10276"/>
                  </a:lnTo>
                  <a:lnTo>
                    <a:pt x="28422" y="10186"/>
                  </a:lnTo>
                  <a:lnTo>
                    <a:pt x="28481" y="10171"/>
                  </a:lnTo>
                  <a:lnTo>
                    <a:pt x="28556" y="10141"/>
                  </a:lnTo>
                  <a:lnTo>
                    <a:pt x="28676" y="10082"/>
                  </a:lnTo>
                  <a:lnTo>
                    <a:pt x="28765" y="10067"/>
                  </a:lnTo>
                  <a:lnTo>
                    <a:pt x="28915" y="10067"/>
                  </a:lnTo>
                  <a:lnTo>
                    <a:pt x="28944" y="10111"/>
                  </a:lnTo>
                  <a:lnTo>
                    <a:pt x="28989" y="10141"/>
                  </a:lnTo>
                  <a:lnTo>
                    <a:pt x="29034" y="10231"/>
                  </a:lnTo>
                  <a:close/>
                  <a:moveTo>
                    <a:pt x="13487" y="10291"/>
                  </a:moveTo>
                  <a:lnTo>
                    <a:pt x="13382" y="10380"/>
                  </a:lnTo>
                  <a:lnTo>
                    <a:pt x="13338" y="10500"/>
                  </a:lnTo>
                  <a:lnTo>
                    <a:pt x="13323" y="10619"/>
                  </a:lnTo>
                  <a:lnTo>
                    <a:pt x="13323" y="10694"/>
                  </a:lnTo>
                  <a:lnTo>
                    <a:pt x="13278" y="10739"/>
                  </a:lnTo>
                  <a:lnTo>
                    <a:pt x="13158" y="10813"/>
                  </a:lnTo>
                  <a:lnTo>
                    <a:pt x="13099" y="10888"/>
                  </a:lnTo>
                  <a:lnTo>
                    <a:pt x="13039" y="10963"/>
                  </a:lnTo>
                  <a:lnTo>
                    <a:pt x="12994" y="10888"/>
                  </a:lnTo>
                  <a:lnTo>
                    <a:pt x="12919" y="10694"/>
                  </a:lnTo>
                  <a:lnTo>
                    <a:pt x="12890" y="10619"/>
                  </a:lnTo>
                  <a:lnTo>
                    <a:pt x="12845" y="10589"/>
                  </a:lnTo>
                  <a:lnTo>
                    <a:pt x="12740" y="10649"/>
                  </a:lnTo>
                  <a:lnTo>
                    <a:pt x="12680" y="10634"/>
                  </a:lnTo>
                  <a:lnTo>
                    <a:pt x="12576" y="10545"/>
                  </a:lnTo>
                  <a:lnTo>
                    <a:pt x="12456" y="10530"/>
                  </a:lnTo>
                  <a:lnTo>
                    <a:pt x="12397" y="10574"/>
                  </a:lnTo>
                  <a:lnTo>
                    <a:pt x="12367" y="10574"/>
                  </a:lnTo>
                  <a:lnTo>
                    <a:pt x="12232" y="10485"/>
                  </a:lnTo>
                  <a:lnTo>
                    <a:pt x="12203" y="10425"/>
                  </a:lnTo>
                  <a:lnTo>
                    <a:pt x="12232" y="10335"/>
                  </a:lnTo>
                  <a:lnTo>
                    <a:pt x="12412" y="10231"/>
                  </a:lnTo>
                  <a:lnTo>
                    <a:pt x="12456" y="10276"/>
                  </a:lnTo>
                  <a:lnTo>
                    <a:pt x="12501" y="10335"/>
                  </a:lnTo>
                  <a:lnTo>
                    <a:pt x="12591" y="10365"/>
                  </a:lnTo>
                  <a:lnTo>
                    <a:pt x="12651" y="10335"/>
                  </a:lnTo>
                  <a:lnTo>
                    <a:pt x="12695" y="10291"/>
                  </a:lnTo>
                  <a:lnTo>
                    <a:pt x="12710" y="10231"/>
                  </a:lnTo>
                  <a:lnTo>
                    <a:pt x="12666" y="10201"/>
                  </a:lnTo>
                  <a:lnTo>
                    <a:pt x="12621" y="10141"/>
                  </a:lnTo>
                  <a:lnTo>
                    <a:pt x="12651" y="10052"/>
                  </a:lnTo>
                  <a:lnTo>
                    <a:pt x="12695" y="10097"/>
                  </a:lnTo>
                  <a:lnTo>
                    <a:pt x="12815" y="10201"/>
                  </a:lnTo>
                  <a:lnTo>
                    <a:pt x="12845" y="10306"/>
                  </a:lnTo>
                  <a:lnTo>
                    <a:pt x="12890" y="10365"/>
                  </a:lnTo>
                  <a:lnTo>
                    <a:pt x="13084" y="10470"/>
                  </a:lnTo>
                  <a:lnTo>
                    <a:pt x="13143" y="10440"/>
                  </a:lnTo>
                  <a:lnTo>
                    <a:pt x="13173" y="10395"/>
                  </a:lnTo>
                  <a:lnTo>
                    <a:pt x="13188" y="10321"/>
                  </a:lnTo>
                  <a:lnTo>
                    <a:pt x="13218" y="10261"/>
                  </a:lnTo>
                  <a:lnTo>
                    <a:pt x="13323" y="10186"/>
                  </a:lnTo>
                  <a:lnTo>
                    <a:pt x="13397" y="10171"/>
                  </a:lnTo>
                  <a:lnTo>
                    <a:pt x="13457" y="10171"/>
                  </a:lnTo>
                  <a:lnTo>
                    <a:pt x="13517" y="10231"/>
                  </a:lnTo>
                  <a:close/>
                  <a:moveTo>
                    <a:pt x="34709" y="7692"/>
                  </a:moveTo>
                  <a:lnTo>
                    <a:pt x="34679" y="7632"/>
                  </a:lnTo>
                  <a:lnTo>
                    <a:pt x="34650" y="7602"/>
                  </a:lnTo>
                  <a:lnTo>
                    <a:pt x="34605" y="7543"/>
                  </a:lnTo>
                  <a:lnTo>
                    <a:pt x="34560" y="7468"/>
                  </a:lnTo>
                  <a:lnTo>
                    <a:pt x="34545" y="7378"/>
                  </a:lnTo>
                  <a:lnTo>
                    <a:pt x="34575" y="7319"/>
                  </a:lnTo>
                  <a:lnTo>
                    <a:pt x="34620" y="7274"/>
                  </a:lnTo>
                  <a:lnTo>
                    <a:pt x="34664" y="7259"/>
                  </a:lnTo>
                  <a:lnTo>
                    <a:pt x="34709" y="7244"/>
                  </a:lnTo>
                  <a:lnTo>
                    <a:pt x="34784" y="7184"/>
                  </a:lnTo>
                  <a:lnTo>
                    <a:pt x="34679" y="7110"/>
                  </a:lnTo>
                  <a:lnTo>
                    <a:pt x="34560" y="6975"/>
                  </a:lnTo>
                  <a:lnTo>
                    <a:pt x="34485" y="6915"/>
                  </a:lnTo>
                  <a:lnTo>
                    <a:pt x="34440" y="6915"/>
                  </a:lnTo>
                  <a:lnTo>
                    <a:pt x="34381" y="6900"/>
                  </a:lnTo>
                  <a:lnTo>
                    <a:pt x="34291" y="6811"/>
                  </a:lnTo>
                  <a:lnTo>
                    <a:pt x="34231" y="6736"/>
                  </a:lnTo>
                  <a:lnTo>
                    <a:pt x="34216" y="6676"/>
                  </a:lnTo>
                  <a:lnTo>
                    <a:pt x="34231" y="6632"/>
                  </a:lnTo>
                  <a:lnTo>
                    <a:pt x="34261" y="6602"/>
                  </a:lnTo>
                  <a:lnTo>
                    <a:pt x="34276" y="6572"/>
                  </a:lnTo>
                  <a:lnTo>
                    <a:pt x="34291" y="6557"/>
                  </a:lnTo>
                  <a:lnTo>
                    <a:pt x="34276" y="6557"/>
                  </a:lnTo>
                  <a:lnTo>
                    <a:pt x="34261" y="6557"/>
                  </a:lnTo>
                  <a:lnTo>
                    <a:pt x="34216" y="6572"/>
                  </a:lnTo>
                  <a:lnTo>
                    <a:pt x="34172" y="6617"/>
                  </a:lnTo>
                  <a:lnTo>
                    <a:pt x="34112" y="6691"/>
                  </a:lnTo>
                  <a:lnTo>
                    <a:pt x="34082" y="6751"/>
                  </a:lnTo>
                  <a:lnTo>
                    <a:pt x="34037" y="6826"/>
                  </a:lnTo>
                  <a:lnTo>
                    <a:pt x="33977" y="6871"/>
                  </a:lnTo>
                  <a:lnTo>
                    <a:pt x="33933" y="6915"/>
                  </a:lnTo>
                  <a:lnTo>
                    <a:pt x="33873" y="6930"/>
                  </a:lnTo>
                  <a:lnTo>
                    <a:pt x="33873" y="6930"/>
                  </a:lnTo>
                  <a:lnTo>
                    <a:pt x="33813" y="6915"/>
                  </a:lnTo>
                  <a:lnTo>
                    <a:pt x="33738" y="6886"/>
                  </a:lnTo>
                  <a:lnTo>
                    <a:pt x="33679" y="6871"/>
                  </a:lnTo>
                  <a:lnTo>
                    <a:pt x="33604" y="6841"/>
                  </a:lnTo>
                  <a:lnTo>
                    <a:pt x="33529" y="6826"/>
                  </a:lnTo>
                  <a:lnTo>
                    <a:pt x="33455" y="6826"/>
                  </a:lnTo>
                  <a:lnTo>
                    <a:pt x="33380" y="6796"/>
                  </a:lnTo>
                  <a:lnTo>
                    <a:pt x="33350" y="6766"/>
                  </a:lnTo>
                  <a:lnTo>
                    <a:pt x="33335" y="6751"/>
                  </a:lnTo>
                  <a:lnTo>
                    <a:pt x="33335" y="6751"/>
                  </a:lnTo>
                  <a:lnTo>
                    <a:pt x="33335" y="6751"/>
                  </a:lnTo>
                  <a:lnTo>
                    <a:pt x="33335" y="6751"/>
                  </a:lnTo>
                  <a:lnTo>
                    <a:pt x="33305" y="6751"/>
                  </a:lnTo>
                  <a:lnTo>
                    <a:pt x="33290" y="6766"/>
                  </a:lnTo>
                  <a:lnTo>
                    <a:pt x="33261" y="6796"/>
                  </a:lnTo>
                  <a:lnTo>
                    <a:pt x="33201" y="6811"/>
                  </a:lnTo>
                  <a:lnTo>
                    <a:pt x="33186" y="6811"/>
                  </a:lnTo>
                  <a:lnTo>
                    <a:pt x="33171" y="6826"/>
                  </a:lnTo>
                  <a:lnTo>
                    <a:pt x="33141" y="6826"/>
                  </a:lnTo>
                  <a:lnTo>
                    <a:pt x="33111" y="6826"/>
                  </a:lnTo>
                  <a:lnTo>
                    <a:pt x="33037" y="6811"/>
                  </a:lnTo>
                  <a:lnTo>
                    <a:pt x="32962" y="6736"/>
                  </a:lnTo>
                  <a:lnTo>
                    <a:pt x="32917" y="6676"/>
                  </a:lnTo>
                  <a:lnTo>
                    <a:pt x="32887" y="6632"/>
                  </a:lnTo>
                  <a:lnTo>
                    <a:pt x="32842" y="6572"/>
                  </a:lnTo>
                  <a:lnTo>
                    <a:pt x="32768" y="6512"/>
                  </a:lnTo>
                  <a:lnTo>
                    <a:pt x="32738" y="6497"/>
                  </a:lnTo>
                  <a:lnTo>
                    <a:pt x="32723" y="6482"/>
                  </a:lnTo>
                  <a:lnTo>
                    <a:pt x="32693" y="6452"/>
                  </a:lnTo>
                  <a:lnTo>
                    <a:pt x="32678" y="6423"/>
                  </a:lnTo>
                  <a:lnTo>
                    <a:pt x="32663" y="6408"/>
                  </a:lnTo>
                  <a:lnTo>
                    <a:pt x="32663" y="6378"/>
                  </a:lnTo>
                  <a:lnTo>
                    <a:pt x="32648" y="6333"/>
                  </a:lnTo>
                  <a:lnTo>
                    <a:pt x="32618" y="6258"/>
                  </a:lnTo>
                  <a:lnTo>
                    <a:pt x="32559" y="6184"/>
                  </a:lnTo>
                  <a:lnTo>
                    <a:pt x="32230" y="6109"/>
                  </a:lnTo>
                  <a:lnTo>
                    <a:pt x="32111" y="6094"/>
                  </a:lnTo>
                  <a:lnTo>
                    <a:pt x="32021" y="6079"/>
                  </a:lnTo>
                  <a:lnTo>
                    <a:pt x="31976" y="6079"/>
                  </a:lnTo>
                  <a:lnTo>
                    <a:pt x="31872" y="5989"/>
                  </a:lnTo>
                  <a:lnTo>
                    <a:pt x="31752" y="5736"/>
                  </a:lnTo>
                  <a:lnTo>
                    <a:pt x="31722" y="5691"/>
                  </a:lnTo>
                  <a:lnTo>
                    <a:pt x="31707" y="5646"/>
                  </a:lnTo>
                  <a:lnTo>
                    <a:pt x="31618" y="5526"/>
                  </a:lnTo>
                  <a:lnTo>
                    <a:pt x="31394" y="5377"/>
                  </a:lnTo>
                  <a:lnTo>
                    <a:pt x="31065" y="5183"/>
                  </a:lnTo>
                  <a:lnTo>
                    <a:pt x="30871" y="5108"/>
                  </a:lnTo>
                  <a:lnTo>
                    <a:pt x="30796" y="5108"/>
                  </a:lnTo>
                  <a:lnTo>
                    <a:pt x="30722" y="5138"/>
                  </a:lnTo>
                  <a:lnTo>
                    <a:pt x="30632" y="5183"/>
                  </a:lnTo>
                  <a:lnTo>
                    <a:pt x="30587" y="5228"/>
                  </a:lnTo>
                  <a:lnTo>
                    <a:pt x="30557" y="5258"/>
                  </a:lnTo>
                  <a:lnTo>
                    <a:pt x="30513" y="5273"/>
                  </a:lnTo>
                  <a:lnTo>
                    <a:pt x="30483" y="5258"/>
                  </a:lnTo>
                  <a:lnTo>
                    <a:pt x="30453" y="5243"/>
                  </a:lnTo>
                  <a:lnTo>
                    <a:pt x="30423" y="5228"/>
                  </a:lnTo>
                  <a:lnTo>
                    <a:pt x="30393" y="5228"/>
                  </a:lnTo>
                  <a:lnTo>
                    <a:pt x="30378" y="5243"/>
                  </a:lnTo>
                  <a:lnTo>
                    <a:pt x="30348" y="5302"/>
                  </a:lnTo>
                  <a:lnTo>
                    <a:pt x="30333" y="5347"/>
                  </a:lnTo>
                  <a:lnTo>
                    <a:pt x="30303" y="5407"/>
                  </a:lnTo>
                  <a:lnTo>
                    <a:pt x="30259" y="5452"/>
                  </a:lnTo>
                  <a:lnTo>
                    <a:pt x="30199" y="5482"/>
                  </a:lnTo>
                  <a:lnTo>
                    <a:pt x="30139" y="5482"/>
                  </a:lnTo>
                  <a:lnTo>
                    <a:pt x="30065" y="5452"/>
                  </a:lnTo>
                  <a:lnTo>
                    <a:pt x="30035" y="5437"/>
                  </a:lnTo>
                  <a:lnTo>
                    <a:pt x="30005" y="5437"/>
                  </a:lnTo>
                  <a:lnTo>
                    <a:pt x="29975" y="5452"/>
                  </a:lnTo>
                  <a:lnTo>
                    <a:pt x="29945" y="5467"/>
                  </a:lnTo>
                  <a:lnTo>
                    <a:pt x="29885" y="5482"/>
                  </a:lnTo>
                  <a:lnTo>
                    <a:pt x="29811" y="5467"/>
                  </a:lnTo>
                  <a:lnTo>
                    <a:pt x="29736" y="5437"/>
                  </a:lnTo>
                  <a:lnTo>
                    <a:pt x="29691" y="5392"/>
                  </a:lnTo>
                  <a:lnTo>
                    <a:pt x="29691" y="5392"/>
                  </a:lnTo>
                  <a:lnTo>
                    <a:pt x="29661" y="5392"/>
                  </a:lnTo>
                  <a:lnTo>
                    <a:pt x="29646" y="5392"/>
                  </a:lnTo>
                  <a:lnTo>
                    <a:pt x="29631" y="5392"/>
                  </a:lnTo>
                  <a:lnTo>
                    <a:pt x="29572" y="5407"/>
                  </a:lnTo>
                  <a:lnTo>
                    <a:pt x="29512" y="5437"/>
                  </a:lnTo>
                  <a:lnTo>
                    <a:pt x="29452" y="5467"/>
                  </a:lnTo>
                  <a:lnTo>
                    <a:pt x="29378" y="5467"/>
                  </a:lnTo>
                  <a:lnTo>
                    <a:pt x="29288" y="5452"/>
                  </a:lnTo>
                  <a:lnTo>
                    <a:pt x="29243" y="5422"/>
                  </a:lnTo>
                  <a:lnTo>
                    <a:pt x="29198" y="5377"/>
                  </a:lnTo>
                  <a:lnTo>
                    <a:pt x="29198" y="5317"/>
                  </a:lnTo>
                  <a:lnTo>
                    <a:pt x="29183" y="5258"/>
                  </a:lnTo>
                  <a:lnTo>
                    <a:pt x="29139" y="5213"/>
                  </a:lnTo>
                  <a:lnTo>
                    <a:pt x="29094" y="5198"/>
                  </a:lnTo>
                  <a:lnTo>
                    <a:pt x="29019" y="5213"/>
                  </a:lnTo>
                  <a:lnTo>
                    <a:pt x="28944" y="5228"/>
                  </a:lnTo>
                  <a:lnTo>
                    <a:pt x="28870" y="5213"/>
                  </a:lnTo>
                  <a:lnTo>
                    <a:pt x="28825" y="5183"/>
                  </a:lnTo>
                  <a:lnTo>
                    <a:pt x="28795" y="5063"/>
                  </a:lnTo>
                  <a:lnTo>
                    <a:pt x="28795" y="5004"/>
                  </a:lnTo>
                  <a:lnTo>
                    <a:pt x="28810" y="4929"/>
                  </a:lnTo>
                  <a:lnTo>
                    <a:pt x="28795" y="4869"/>
                  </a:lnTo>
                  <a:lnTo>
                    <a:pt x="28780" y="4839"/>
                  </a:lnTo>
                  <a:lnTo>
                    <a:pt x="28750" y="4839"/>
                  </a:lnTo>
                  <a:lnTo>
                    <a:pt x="28735" y="4839"/>
                  </a:lnTo>
                  <a:lnTo>
                    <a:pt x="28735" y="4839"/>
                  </a:lnTo>
                  <a:lnTo>
                    <a:pt x="28720" y="4839"/>
                  </a:lnTo>
                  <a:lnTo>
                    <a:pt x="28705" y="4839"/>
                  </a:lnTo>
                  <a:lnTo>
                    <a:pt x="28661" y="4839"/>
                  </a:lnTo>
                  <a:lnTo>
                    <a:pt x="28631" y="4810"/>
                  </a:lnTo>
                  <a:lnTo>
                    <a:pt x="28556" y="4780"/>
                  </a:lnTo>
                  <a:lnTo>
                    <a:pt x="28481" y="4765"/>
                  </a:lnTo>
                  <a:lnTo>
                    <a:pt x="28467" y="4765"/>
                  </a:lnTo>
                  <a:lnTo>
                    <a:pt x="28452" y="4765"/>
                  </a:lnTo>
                  <a:lnTo>
                    <a:pt x="28437" y="4765"/>
                  </a:lnTo>
                  <a:lnTo>
                    <a:pt x="28422" y="4780"/>
                  </a:lnTo>
                  <a:lnTo>
                    <a:pt x="28407" y="4825"/>
                  </a:lnTo>
                  <a:lnTo>
                    <a:pt x="28362" y="4884"/>
                  </a:lnTo>
                  <a:lnTo>
                    <a:pt x="28302" y="4914"/>
                  </a:lnTo>
                  <a:lnTo>
                    <a:pt x="28287" y="4914"/>
                  </a:lnTo>
                  <a:lnTo>
                    <a:pt x="28272" y="4929"/>
                  </a:lnTo>
                  <a:lnTo>
                    <a:pt x="28287" y="4959"/>
                  </a:lnTo>
                  <a:lnTo>
                    <a:pt x="28302" y="4989"/>
                  </a:lnTo>
                  <a:lnTo>
                    <a:pt x="28347" y="5108"/>
                  </a:lnTo>
                  <a:lnTo>
                    <a:pt x="28317" y="5198"/>
                  </a:lnTo>
                  <a:lnTo>
                    <a:pt x="28228" y="5317"/>
                  </a:lnTo>
                  <a:lnTo>
                    <a:pt x="28153" y="5377"/>
                  </a:lnTo>
                  <a:lnTo>
                    <a:pt x="28123" y="5422"/>
                  </a:lnTo>
                  <a:lnTo>
                    <a:pt x="28093" y="5377"/>
                  </a:lnTo>
                  <a:lnTo>
                    <a:pt x="27541" y="4810"/>
                  </a:lnTo>
                  <a:lnTo>
                    <a:pt x="26988" y="4212"/>
                  </a:lnTo>
                  <a:lnTo>
                    <a:pt x="26794" y="4018"/>
                  </a:lnTo>
                  <a:lnTo>
                    <a:pt x="26316" y="3600"/>
                  </a:lnTo>
                  <a:lnTo>
                    <a:pt x="25599" y="2958"/>
                  </a:lnTo>
                  <a:lnTo>
                    <a:pt x="25226" y="2584"/>
                  </a:lnTo>
                  <a:lnTo>
                    <a:pt x="25076" y="2420"/>
                  </a:lnTo>
                  <a:lnTo>
                    <a:pt x="24778" y="2226"/>
                  </a:lnTo>
                  <a:lnTo>
                    <a:pt x="24419" y="2032"/>
                  </a:lnTo>
                  <a:lnTo>
                    <a:pt x="24091" y="1897"/>
                  </a:lnTo>
                  <a:lnTo>
                    <a:pt x="23852" y="1793"/>
                  </a:lnTo>
                  <a:lnTo>
                    <a:pt x="23702" y="1703"/>
                  </a:lnTo>
                  <a:lnTo>
                    <a:pt x="23583" y="1614"/>
                  </a:lnTo>
                  <a:lnTo>
                    <a:pt x="23508" y="1449"/>
                  </a:lnTo>
                  <a:lnTo>
                    <a:pt x="23523" y="1390"/>
                  </a:lnTo>
                  <a:lnTo>
                    <a:pt x="23613" y="1345"/>
                  </a:lnTo>
                  <a:lnTo>
                    <a:pt x="23658" y="1330"/>
                  </a:lnTo>
                  <a:lnTo>
                    <a:pt x="23687" y="1330"/>
                  </a:lnTo>
                  <a:lnTo>
                    <a:pt x="23717" y="1330"/>
                  </a:lnTo>
                  <a:lnTo>
                    <a:pt x="23747" y="1300"/>
                  </a:lnTo>
                  <a:lnTo>
                    <a:pt x="23762" y="1270"/>
                  </a:lnTo>
                  <a:lnTo>
                    <a:pt x="23777" y="1225"/>
                  </a:lnTo>
                  <a:lnTo>
                    <a:pt x="23777" y="1166"/>
                  </a:lnTo>
                  <a:lnTo>
                    <a:pt x="23777" y="1166"/>
                  </a:lnTo>
                  <a:lnTo>
                    <a:pt x="23762" y="1166"/>
                  </a:lnTo>
                  <a:lnTo>
                    <a:pt x="23762" y="1166"/>
                  </a:lnTo>
                  <a:lnTo>
                    <a:pt x="23717" y="1166"/>
                  </a:lnTo>
                  <a:lnTo>
                    <a:pt x="23672" y="1180"/>
                  </a:lnTo>
                  <a:lnTo>
                    <a:pt x="23568" y="1210"/>
                  </a:lnTo>
                  <a:lnTo>
                    <a:pt x="23523" y="1240"/>
                  </a:lnTo>
                  <a:lnTo>
                    <a:pt x="23478" y="1255"/>
                  </a:lnTo>
                  <a:lnTo>
                    <a:pt x="23448" y="1270"/>
                  </a:lnTo>
                  <a:lnTo>
                    <a:pt x="23419" y="1270"/>
                  </a:lnTo>
                  <a:lnTo>
                    <a:pt x="23404" y="1270"/>
                  </a:lnTo>
                  <a:lnTo>
                    <a:pt x="23374" y="1255"/>
                  </a:lnTo>
                  <a:lnTo>
                    <a:pt x="23344" y="1225"/>
                  </a:lnTo>
                  <a:lnTo>
                    <a:pt x="23344" y="1210"/>
                  </a:lnTo>
                  <a:lnTo>
                    <a:pt x="23344" y="1210"/>
                  </a:lnTo>
                  <a:lnTo>
                    <a:pt x="23344" y="1210"/>
                  </a:lnTo>
                  <a:lnTo>
                    <a:pt x="23344" y="1210"/>
                  </a:lnTo>
                  <a:lnTo>
                    <a:pt x="23329" y="1210"/>
                  </a:lnTo>
                  <a:lnTo>
                    <a:pt x="23299" y="1210"/>
                  </a:lnTo>
                  <a:lnTo>
                    <a:pt x="23299" y="1225"/>
                  </a:lnTo>
                  <a:lnTo>
                    <a:pt x="23299" y="1255"/>
                  </a:lnTo>
                  <a:lnTo>
                    <a:pt x="23284" y="1285"/>
                  </a:lnTo>
                  <a:lnTo>
                    <a:pt x="23284" y="1315"/>
                  </a:lnTo>
                  <a:lnTo>
                    <a:pt x="23195" y="1419"/>
                  </a:lnTo>
                  <a:lnTo>
                    <a:pt x="23015" y="1479"/>
                  </a:lnTo>
                  <a:lnTo>
                    <a:pt x="22985" y="1494"/>
                  </a:lnTo>
                  <a:lnTo>
                    <a:pt x="22956" y="1509"/>
                  </a:lnTo>
                  <a:lnTo>
                    <a:pt x="22896" y="1524"/>
                  </a:lnTo>
                  <a:lnTo>
                    <a:pt x="22851" y="1524"/>
                  </a:lnTo>
                  <a:lnTo>
                    <a:pt x="22776" y="1539"/>
                  </a:lnTo>
                  <a:lnTo>
                    <a:pt x="22761" y="1584"/>
                  </a:lnTo>
                  <a:lnTo>
                    <a:pt x="22732" y="1673"/>
                  </a:lnTo>
                  <a:lnTo>
                    <a:pt x="22672" y="1733"/>
                  </a:lnTo>
                  <a:lnTo>
                    <a:pt x="22612" y="1793"/>
                  </a:lnTo>
                  <a:lnTo>
                    <a:pt x="22522" y="1808"/>
                  </a:lnTo>
                  <a:lnTo>
                    <a:pt x="22463" y="1823"/>
                  </a:lnTo>
                  <a:lnTo>
                    <a:pt x="22433" y="1823"/>
                  </a:lnTo>
                  <a:lnTo>
                    <a:pt x="22373" y="1823"/>
                  </a:lnTo>
                  <a:lnTo>
                    <a:pt x="22343" y="1823"/>
                  </a:lnTo>
                  <a:lnTo>
                    <a:pt x="22343" y="1823"/>
                  </a:lnTo>
                  <a:lnTo>
                    <a:pt x="22328" y="1912"/>
                  </a:lnTo>
                  <a:lnTo>
                    <a:pt x="22224" y="2017"/>
                  </a:lnTo>
                  <a:lnTo>
                    <a:pt x="22209" y="2017"/>
                  </a:lnTo>
                  <a:lnTo>
                    <a:pt x="22209" y="2017"/>
                  </a:lnTo>
                  <a:lnTo>
                    <a:pt x="22209" y="2032"/>
                  </a:lnTo>
                  <a:lnTo>
                    <a:pt x="22209" y="2032"/>
                  </a:lnTo>
                  <a:lnTo>
                    <a:pt x="22224" y="2062"/>
                  </a:lnTo>
                  <a:lnTo>
                    <a:pt x="22239" y="2121"/>
                  </a:lnTo>
                  <a:lnTo>
                    <a:pt x="22239" y="2166"/>
                  </a:lnTo>
                  <a:lnTo>
                    <a:pt x="22224" y="2211"/>
                  </a:lnTo>
                  <a:lnTo>
                    <a:pt x="22194" y="2241"/>
                  </a:lnTo>
                  <a:lnTo>
                    <a:pt x="22179" y="2256"/>
                  </a:lnTo>
                  <a:lnTo>
                    <a:pt x="22134" y="2271"/>
                  </a:lnTo>
                  <a:lnTo>
                    <a:pt x="22104" y="2256"/>
                  </a:lnTo>
                  <a:lnTo>
                    <a:pt x="22074" y="2256"/>
                  </a:lnTo>
                  <a:lnTo>
                    <a:pt x="22059" y="2226"/>
                  </a:lnTo>
                  <a:lnTo>
                    <a:pt x="22030" y="2196"/>
                  </a:lnTo>
                  <a:lnTo>
                    <a:pt x="22000" y="2181"/>
                  </a:lnTo>
                  <a:lnTo>
                    <a:pt x="21970" y="2166"/>
                  </a:lnTo>
                  <a:lnTo>
                    <a:pt x="21940" y="2166"/>
                  </a:lnTo>
                  <a:lnTo>
                    <a:pt x="21910" y="2166"/>
                  </a:lnTo>
                  <a:lnTo>
                    <a:pt x="21895" y="2166"/>
                  </a:lnTo>
                  <a:lnTo>
                    <a:pt x="21865" y="2151"/>
                  </a:lnTo>
                  <a:lnTo>
                    <a:pt x="21850" y="2151"/>
                  </a:lnTo>
                  <a:lnTo>
                    <a:pt x="21821" y="2121"/>
                  </a:lnTo>
                  <a:lnTo>
                    <a:pt x="21821" y="2091"/>
                  </a:lnTo>
                  <a:lnTo>
                    <a:pt x="21776" y="2077"/>
                  </a:lnTo>
                  <a:lnTo>
                    <a:pt x="21656" y="2077"/>
                  </a:lnTo>
                  <a:lnTo>
                    <a:pt x="21597" y="2077"/>
                  </a:lnTo>
                  <a:lnTo>
                    <a:pt x="21582" y="2077"/>
                  </a:lnTo>
                  <a:lnTo>
                    <a:pt x="21567" y="2077"/>
                  </a:lnTo>
                  <a:lnTo>
                    <a:pt x="21552" y="2077"/>
                  </a:lnTo>
                  <a:lnTo>
                    <a:pt x="21522" y="2077"/>
                  </a:lnTo>
                  <a:lnTo>
                    <a:pt x="21492" y="2136"/>
                  </a:lnTo>
                  <a:lnTo>
                    <a:pt x="21462" y="2211"/>
                  </a:lnTo>
                  <a:lnTo>
                    <a:pt x="21417" y="2256"/>
                  </a:lnTo>
                  <a:lnTo>
                    <a:pt x="21358" y="2286"/>
                  </a:lnTo>
                  <a:lnTo>
                    <a:pt x="21283" y="2271"/>
                  </a:lnTo>
                  <a:lnTo>
                    <a:pt x="21268" y="2256"/>
                  </a:lnTo>
                  <a:lnTo>
                    <a:pt x="21253" y="2256"/>
                  </a:lnTo>
                  <a:lnTo>
                    <a:pt x="21178" y="2196"/>
                  </a:lnTo>
                  <a:lnTo>
                    <a:pt x="21104" y="2077"/>
                  </a:lnTo>
                  <a:lnTo>
                    <a:pt x="21029" y="1957"/>
                  </a:lnTo>
                  <a:lnTo>
                    <a:pt x="21044" y="1867"/>
                  </a:lnTo>
                  <a:lnTo>
                    <a:pt x="21044" y="1867"/>
                  </a:lnTo>
                  <a:lnTo>
                    <a:pt x="21044" y="1853"/>
                  </a:lnTo>
                  <a:lnTo>
                    <a:pt x="21089" y="1808"/>
                  </a:lnTo>
                  <a:lnTo>
                    <a:pt x="21148" y="1748"/>
                  </a:lnTo>
                  <a:lnTo>
                    <a:pt x="21178" y="1718"/>
                  </a:lnTo>
                  <a:lnTo>
                    <a:pt x="21208" y="1673"/>
                  </a:lnTo>
                  <a:lnTo>
                    <a:pt x="21148" y="1673"/>
                  </a:lnTo>
                  <a:lnTo>
                    <a:pt x="21029" y="1688"/>
                  </a:lnTo>
                  <a:lnTo>
                    <a:pt x="20969" y="1688"/>
                  </a:lnTo>
                  <a:lnTo>
                    <a:pt x="20895" y="1688"/>
                  </a:lnTo>
                  <a:lnTo>
                    <a:pt x="20835" y="1688"/>
                  </a:lnTo>
                  <a:lnTo>
                    <a:pt x="20745" y="1688"/>
                  </a:lnTo>
                  <a:lnTo>
                    <a:pt x="20671" y="1614"/>
                  </a:lnTo>
                  <a:lnTo>
                    <a:pt x="20656" y="1584"/>
                  </a:lnTo>
                  <a:lnTo>
                    <a:pt x="20641" y="1569"/>
                  </a:lnTo>
                  <a:lnTo>
                    <a:pt x="20626" y="1554"/>
                  </a:lnTo>
                  <a:lnTo>
                    <a:pt x="20611" y="1554"/>
                  </a:lnTo>
                  <a:lnTo>
                    <a:pt x="20596" y="1554"/>
                  </a:lnTo>
                  <a:lnTo>
                    <a:pt x="20596" y="1569"/>
                  </a:lnTo>
                  <a:lnTo>
                    <a:pt x="20581" y="1584"/>
                  </a:lnTo>
                  <a:lnTo>
                    <a:pt x="20566" y="1628"/>
                  </a:lnTo>
                  <a:lnTo>
                    <a:pt x="20536" y="1673"/>
                  </a:lnTo>
                  <a:lnTo>
                    <a:pt x="20491" y="1748"/>
                  </a:lnTo>
                  <a:lnTo>
                    <a:pt x="20417" y="1778"/>
                  </a:lnTo>
                  <a:lnTo>
                    <a:pt x="20342" y="1793"/>
                  </a:lnTo>
                  <a:lnTo>
                    <a:pt x="20267" y="1778"/>
                  </a:lnTo>
                  <a:lnTo>
                    <a:pt x="20178" y="1718"/>
                  </a:lnTo>
                  <a:lnTo>
                    <a:pt x="20163" y="1614"/>
                  </a:lnTo>
                  <a:lnTo>
                    <a:pt x="20163" y="1554"/>
                  </a:lnTo>
                  <a:lnTo>
                    <a:pt x="20148" y="1494"/>
                  </a:lnTo>
                  <a:lnTo>
                    <a:pt x="20013" y="1375"/>
                  </a:lnTo>
                  <a:lnTo>
                    <a:pt x="19849" y="1315"/>
                  </a:lnTo>
                  <a:lnTo>
                    <a:pt x="19819" y="1300"/>
                  </a:lnTo>
                  <a:lnTo>
                    <a:pt x="19804" y="1285"/>
                  </a:lnTo>
                  <a:lnTo>
                    <a:pt x="19774" y="1285"/>
                  </a:lnTo>
                  <a:lnTo>
                    <a:pt x="19745" y="1300"/>
                  </a:lnTo>
                  <a:lnTo>
                    <a:pt x="19700" y="1315"/>
                  </a:lnTo>
                  <a:lnTo>
                    <a:pt x="19670" y="1330"/>
                  </a:lnTo>
                  <a:lnTo>
                    <a:pt x="19670" y="1345"/>
                  </a:lnTo>
                  <a:lnTo>
                    <a:pt x="19655" y="1375"/>
                  </a:lnTo>
                  <a:lnTo>
                    <a:pt x="19610" y="1464"/>
                  </a:lnTo>
                  <a:lnTo>
                    <a:pt x="19536" y="1509"/>
                  </a:lnTo>
                  <a:lnTo>
                    <a:pt x="19476" y="1524"/>
                  </a:lnTo>
                  <a:lnTo>
                    <a:pt x="19416" y="1494"/>
                  </a:lnTo>
                  <a:lnTo>
                    <a:pt x="19356" y="1464"/>
                  </a:lnTo>
                  <a:lnTo>
                    <a:pt x="19326" y="1434"/>
                  </a:lnTo>
                  <a:lnTo>
                    <a:pt x="19311" y="1434"/>
                  </a:lnTo>
                  <a:lnTo>
                    <a:pt x="19297" y="1419"/>
                  </a:lnTo>
                  <a:lnTo>
                    <a:pt x="19267" y="1419"/>
                  </a:lnTo>
                  <a:lnTo>
                    <a:pt x="19237" y="1434"/>
                  </a:lnTo>
                  <a:lnTo>
                    <a:pt x="19237" y="1434"/>
                  </a:lnTo>
                  <a:lnTo>
                    <a:pt x="19237" y="1434"/>
                  </a:lnTo>
                  <a:lnTo>
                    <a:pt x="19222" y="1449"/>
                  </a:lnTo>
                  <a:lnTo>
                    <a:pt x="19222" y="1449"/>
                  </a:lnTo>
                  <a:lnTo>
                    <a:pt x="19162" y="1479"/>
                  </a:lnTo>
                  <a:lnTo>
                    <a:pt x="19102" y="1479"/>
                  </a:lnTo>
                  <a:lnTo>
                    <a:pt x="19043" y="1464"/>
                  </a:lnTo>
                  <a:lnTo>
                    <a:pt x="18998" y="1419"/>
                  </a:lnTo>
                  <a:lnTo>
                    <a:pt x="18983" y="1419"/>
                  </a:lnTo>
                  <a:lnTo>
                    <a:pt x="18983" y="1404"/>
                  </a:lnTo>
                  <a:lnTo>
                    <a:pt x="18938" y="1330"/>
                  </a:lnTo>
                  <a:lnTo>
                    <a:pt x="18968" y="1210"/>
                  </a:lnTo>
                  <a:lnTo>
                    <a:pt x="19013" y="1151"/>
                  </a:lnTo>
                  <a:lnTo>
                    <a:pt x="19013" y="1151"/>
                  </a:lnTo>
                  <a:lnTo>
                    <a:pt x="19013" y="1106"/>
                  </a:lnTo>
                  <a:lnTo>
                    <a:pt x="18998" y="1046"/>
                  </a:lnTo>
                  <a:lnTo>
                    <a:pt x="18968" y="971"/>
                  </a:lnTo>
                  <a:lnTo>
                    <a:pt x="18968" y="912"/>
                  </a:lnTo>
                  <a:lnTo>
                    <a:pt x="18953" y="852"/>
                  </a:lnTo>
                  <a:lnTo>
                    <a:pt x="18938" y="837"/>
                  </a:lnTo>
                  <a:lnTo>
                    <a:pt x="18908" y="807"/>
                  </a:lnTo>
                  <a:lnTo>
                    <a:pt x="18789" y="747"/>
                  </a:lnTo>
                  <a:lnTo>
                    <a:pt x="18684" y="703"/>
                  </a:lnTo>
                  <a:lnTo>
                    <a:pt x="18624" y="583"/>
                  </a:lnTo>
                  <a:lnTo>
                    <a:pt x="18624" y="523"/>
                  </a:lnTo>
                  <a:lnTo>
                    <a:pt x="18624" y="493"/>
                  </a:lnTo>
                  <a:lnTo>
                    <a:pt x="18624" y="479"/>
                  </a:lnTo>
                  <a:lnTo>
                    <a:pt x="18610" y="419"/>
                  </a:lnTo>
                  <a:lnTo>
                    <a:pt x="18580" y="389"/>
                  </a:lnTo>
                  <a:lnTo>
                    <a:pt x="18565" y="374"/>
                  </a:lnTo>
                  <a:lnTo>
                    <a:pt x="18550" y="359"/>
                  </a:lnTo>
                  <a:lnTo>
                    <a:pt x="18550" y="359"/>
                  </a:lnTo>
                  <a:lnTo>
                    <a:pt x="18535" y="344"/>
                  </a:lnTo>
                  <a:lnTo>
                    <a:pt x="18445" y="269"/>
                  </a:lnTo>
                  <a:lnTo>
                    <a:pt x="18386" y="165"/>
                  </a:lnTo>
                  <a:lnTo>
                    <a:pt x="18371" y="150"/>
                  </a:lnTo>
                  <a:lnTo>
                    <a:pt x="18236" y="135"/>
                  </a:lnTo>
                  <a:lnTo>
                    <a:pt x="18191" y="135"/>
                  </a:lnTo>
                  <a:lnTo>
                    <a:pt x="18162" y="150"/>
                  </a:lnTo>
                  <a:lnTo>
                    <a:pt x="18132" y="150"/>
                  </a:lnTo>
                  <a:lnTo>
                    <a:pt x="18117" y="150"/>
                  </a:lnTo>
                  <a:lnTo>
                    <a:pt x="18117" y="150"/>
                  </a:lnTo>
                  <a:lnTo>
                    <a:pt x="18117" y="150"/>
                  </a:lnTo>
                  <a:lnTo>
                    <a:pt x="18117" y="180"/>
                  </a:lnTo>
                  <a:lnTo>
                    <a:pt x="18102" y="210"/>
                  </a:lnTo>
                  <a:lnTo>
                    <a:pt x="18087" y="240"/>
                  </a:lnTo>
                  <a:lnTo>
                    <a:pt x="18072" y="269"/>
                  </a:lnTo>
                  <a:lnTo>
                    <a:pt x="18042" y="314"/>
                  </a:lnTo>
                  <a:lnTo>
                    <a:pt x="18012" y="329"/>
                  </a:lnTo>
                  <a:lnTo>
                    <a:pt x="17952" y="344"/>
                  </a:lnTo>
                  <a:lnTo>
                    <a:pt x="17908" y="329"/>
                  </a:lnTo>
                  <a:lnTo>
                    <a:pt x="17878" y="314"/>
                  </a:lnTo>
                  <a:lnTo>
                    <a:pt x="17863" y="299"/>
                  </a:lnTo>
                  <a:lnTo>
                    <a:pt x="17743" y="225"/>
                  </a:lnTo>
                  <a:lnTo>
                    <a:pt x="17564" y="150"/>
                  </a:lnTo>
                  <a:lnTo>
                    <a:pt x="17430" y="105"/>
                  </a:lnTo>
                  <a:lnTo>
                    <a:pt x="17355" y="60"/>
                  </a:lnTo>
                  <a:lnTo>
                    <a:pt x="17295" y="30"/>
                  </a:lnTo>
                  <a:lnTo>
                    <a:pt x="17250" y="16"/>
                  </a:lnTo>
                  <a:lnTo>
                    <a:pt x="17206" y="16"/>
                  </a:lnTo>
                  <a:lnTo>
                    <a:pt x="17131" y="30"/>
                  </a:lnTo>
                  <a:lnTo>
                    <a:pt x="17071" y="60"/>
                  </a:lnTo>
                  <a:lnTo>
                    <a:pt x="17056" y="75"/>
                  </a:lnTo>
                  <a:lnTo>
                    <a:pt x="17026" y="90"/>
                  </a:lnTo>
                  <a:lnTo>
                    <a:pt x="16967" y="105"/>
                  </a:lnTo>
                  <a:lnTo>
                    <a:pt x="16937" y="105"/>
                  </a:lnTo>
                  <a:lnTo>
                    <a:pt x="16922" y="105"/>
                  </a:lnTo>
                  <a:lnTo>
                    <a:pt x="16862" y="105"/>
                  </a:lnTo>
                  <a:lnTo>
                    <a:pt x="16847" y="75"/>
                  </a:lnTo>
                  <a:lnTo>
                    <a:pt x="16817" y="45"/>
                  </a:lnTo>
                  <a:lnTo>
                    <a:pt x="16788" y="16"/>
                  </a:lnTo>
                  <a:lnTo>
                    <a:pt x="16773" y="1"/>
                  </a:lnTo>
                  <a:lnTo>
                    <a:pt x="16758" y="1"/>
                  </a:lnTo>
                  <a:lnTo>
                    <a:pt x="16743" y="16"/>
                  </a:lnTo>
                  <a:lnTo>
                    <a:pt x="16728" y="45"/>
                  </a:lnTo>
                  <a:lnTo>
                    <a:pt x="16713" y="60"/>
                  </a:lnTo>
                  <a:lnTo>
                    <a:pt x="16698" y="90"/>
                  </a:lnTo>
                  <a:lnTo>
                    <a:pt x="16683" y="105"/>
                  </a:lnTo>
                  <a:lnTo>
                    <a:pt x="16683" y="120"/>
                  </a:lnTo>
                  <a:lnTo>
                    <a:pt x="16638" y="180"/>
                  </a:lnTo>
                  <a:lnTo>
                    <a:pt x="16534" y="225"/>
                  </a:lnTo>
                  <a:lnTo>
                    <a:pt x="16459" y="254"/>
                  </a:lnTo>
                  <a:lnTo>
                    <a:pt x="16459" y="299"/>
                  </a:lnTo>
                  <a:lnTo>
                    <a:pt x="16459" y="314"/>
                  </a:lnTo>
                  <a:lnTo>
                    <a:pt x="16444" y="404"/>
                  </a:lnTo>
                  <a:lnTo>
                    <a:pt x="16325" y="479"/>
                  </a:lnTo>
                  <a:lnTo>
                    <a:pt x="16235" y="523"/>
                  </a:lnTo>
                  <a:lnTo>
                    <a:pt x="16205" y="538"/>
                  </a:lnTo>
                  <a:lnTo>
                    <a:pt x="16130" y="568"/>
                  </a:lnTo>
                  <a:lnTo>
                    <a:pt x="16101" y="583"/>
                  </a:lnTo>
                  <a:lnTo>
                    <a:pt x="16041" y="613"/>
                  </a:lnTo>
                  <a:lnTo>
                    <a:pt x="15921" y="643"/>
                  </a:lnTo>
                  <a:lnTo>
                    <a:pt x="15862" y="658"/>
                  </a:lnTo>
                  <a:lnTo>
                    <a:pt x="15787" y="658"/>
                  </a:lnTo>
                  <a:lnTo>
                    <a:pt x="15638" y="688"/>
                  </a:lnTo>
                  <a:lnTo>
                    <a:pt x="15473" y="732"/>
                  </a:lnTo>
                  <a:lnTo>
                    <a:pt x="15369" y="762"/>
                  </a:lnTo>
                  <a:lnTo>
                    <a:pt x="15175" y="807"/>
                  </a:lnTo>
                  <a:lnTo>
                    <a:pt x="14861" y="852"/>
                  </a:lnTo>
                  <a:lnTo>
                    <a:pt x="14652" y="882"/>
                  </a:lnTo>
                  <a:lnTo>
                    <a:pt x="14577" y="897"/>
                  </a:lnTo>
                  <a:lnTo>
                    <a:pt x="14532" y="927"/>
                  </a:lnTo>
                  <a:lnTo>
                    <a:pt x="14488" y="941"/>
                  </a:lnTo>
                  <a:lnTo>
                    <a:pt x="14413" y="941"/>
                  </a:lnTo>
                  <a:lnTo>
                    <a:pt x="14413" y="941"/>
                  </a:lnTo>
                  <a:lnTo>
                    <a:pt x="14353" y="956"/>
                  </a:lnTo>
                  <a:lnTo>
                    <a:pt x="14278" y="986"/>
                  </a:lnTo>
                  <a:lnTo>
                    <a:pt x="14204" y="1031"/>
                  </a:lnTo>
                  <a:lnTo>
                    <a:pt x="14174" y="1076"/>
                  </a:lnTo>
                  <a:lnTo>
                    <a:pt x="14159" y="1106"/>
                  </a:lnTo>
                  <a:lnTo>
                    <a:pt x="14159" y="1136"/>
                  </a:lnTo>
                  <a:lnTo>
                    <a:pt x="14174" y="1180"/>
                  </a:lnTo>
                  <a:lnTo>
                    <a:pt x="14144" y="1255"/>
                  </a:lnTo>
                  <a:lnTo>
                    <a:pt x="14114" y="1315"/>
                  </a:lnTo>
                  <a:lnTo>
                    <a:pt x="14069" y="1330"/>
                  </a:lnTo>
                  <a:lnTo>
                    <a:pt x="14054" y="1330"/>
                  </a:lnTo>
                  <a:lnTo>
                    <a:pt x="14025" y="1315"/>
                  </a:lnTo>
                  <a:lnTo>
                    <a:pt x="13980" y="1285"/>
                  </a:lnTo>
                  <a:lnTo>
                    <a:pt x="13935" y="1210"/>
                  </a:lnTo>
                  <a:lnTo>
                    <a:pt x="13920" y="1195"/>
                  </a:lnTo>
                  <a:lnTo>
                    <a:pt x="13905" y="1180"/>
                  </a:lnTo>
                  <a:lnTo>
                    <a:pt x="13890" y="1180"/>
                  </a:lnTo>
                  <a:lnTo>
                    <a:pt x="13860" y="1166"/>
                  </a:lnTo>
                  <a:lnTo>
                    <a:pt x="13756" y="1180"/>
                  </a:lnTo>
                  <a:lnTo>
                    <a:pt x="13651" y="1225"/>
                  </a:lnTo>
                  <a:lnTo>
                    <a:pt x="13577" y="1240"/>
                  </a:lnTo>
                  <a:lnTo>
                    <a:pt x="13532" y="1255"/>
                  </a:lnTo>
                  <a:lnTo>
                    <a:pt x="13502" y="1255"/>
                  </a:lnTo>
                  <a:lnTo>
                    <a:pt x="13472" y="1270"/>
                  </a:lnTo>
                  <a:lnTo>
                    <a:pt x="13353" y="1285"/>
                  </a:lnTo>
                  <a:lnTo>
                    <a:pt x="13248" y="1345"/>
                  </a:lnTo>
                  <a:lnTo>
                    <a:pt x="13203" y="1390"/>
                  </a:lnTo>
                  <a:lnTo>
                    <a:pt x="13203" y="1404"/>
                  </a:lnTo>
                  <a:lnTo>
                    <a:pt x="13158" y="1449"/>
                  </a:lnTo>
                  <a:lnTo>
                    <a:pt x="13084" y="1449"/>
                  </a:lnTo>
                  <a:lnTo>
                    <a:pt x="13069" y="1449"/>
                  </a:lnTo>
                  <a:lnTo>
                    <a:pt x="13009" y="1449"/>
                  </a:lnTo>
                  <a:lnTo>
                    <a:pt x="12979" y="1434"/>
                  </a:lnTo>
                  <a:lnTo>
                    <a:pt x="12949" y="1434"/>
                  </a:lnTo>
                  <a:lnTo>
                    <a:pt x="12919" y="1434"/>
                  </a:lnTo>
                  <a:lnTo>
                    <a:pt x="12890" y="1434"/>
                  </a:lnTo>
                  <a:lnTo>
                    <a:pt x="12860" y="1449"/>
                  </a:lnTo>
                  <a:lnTo>
                    <a:pt x="12740" y="1449"/>
                  </a:lnTo>
                  <a:lnTo>
                    <a:pt x="12636" y="1479"/>
                  </a:lnTo>
                  <a:lnTo>
                    <a:pt x="12606" y="1494"/>
                  </a:lnTo>
                  <a:lnTo>
                    <a:pt x="12546" y="1524"/>
                  </a:lnTo>
                  <a:lnTo>
                    <a:pt x="12456" y="1554"/>
                  </a:lnTo>
                  <a:lnTo>
                    <a:pt x="12367" y="1569"/>
                  </a:lnTo>
                  <a:lnTo>
                    <a:pt x="12292" y="1569"/>
                  </a:lnTo>
                  <a:lnTo>
                    <a:pt x="12247" y="1569"/>
                  </a:lnTo>
                  <a:lnTo>
                    <a:pt x="12188" y="1584"/>
                  </a:lnTo>
                  <a:lnTo>
                    <a:pt x="12188" y="1584"/>
                  </a:lnTo>
                  <a:lnTo>
                    <a:pt x="12188" y="1584"/>
                  </a:lnTo>
                  <a:lnTo>
                    <a:pt x="12188" y="1599"/>
                  </a:lnTo>
                  <a:lnTo>
                    <a:pt x="12188" y="1599"/>
                  </a:lnTo>
                  <a:lnTo>
                    <a:pt x="12188" y="1628"/>
                  </a:lnTo>
                  <a:lnTo>
                    <a:pt x="12188" y="1673"/>
                  </a:lnTo>
                  <a:lnTo>
                    <a:pt x="12173" y="1688"/>
                  </a:lnTo>
                  <a:lnTo>
                    <a:pt x="12173" y="1703"/>
                  </a:lnTo>
                  <a:lnTo>
                    <a:pt x="12143" y="1748"/>
                  </a:lnTo>
                  <a:lnTo>
                    <a:pt x="12068" y="1778"/>
                  </a:lnTo>
                  <a:lnTo>
                    <a:pt x="12008" y="1778"/>
                  </a:lnTo>
                  <a:lnTo>
                    <a:pt x="11964" y="1763"/>
                  </a:lnTo>
                  <a:lnTo>
                    <a:pt x="11934" y="1748"/>
                  </a:lnTo>
                  <a:lnTo>
                    <a:pt x="11919" y="1748"/>
                  </a:lnTo>
                  <a:lnTo>
                    <a:pt x="11889" y="1718"/>
                  </a:lnTo>
                  <a:lnTo>
                    <a:pt x="11874" y="1703"/>
                  </a:lnTo>
                  <a:lnTo>
                    <a:pt x="11844" y="1658"/>
                  </a:lnTo>
                  <a:lnTo>
                    <a:pt x="11769" y="1658"/>
                  </a:lnTo>
                  <a:lnTo>
                    <a:pt x="11710" y="1658"/>
                  </a:lnTo>
                  <a:lnTo>
                    <a:pt x="11680" y="1703"/>
                  </a:lnTo>
                  <a:lnTo>
                    <a:pt x="11650" y="1748"/>
                  </a:lnTo>
                  <a:lnTo>
                    <a:pt x="11575" y="1748"/>
                  </a:lnTo>
                  <a:lnTo>
                    <a:pt x="11501" y="1718"/>
                  </a:lnTo>
                  <a:lnTo>
                    <a:pt x="11456" y="1688"/>
                  </a:lnTo>
                  <a:lnTo>
                    <a:pt x="11456" y="1673"/>
                  </a:lnTo>
                  <a:lnTo>
                    <a:pt x="11441" y="1658"/>
                  </a:lnTo>
                  <a:lnTo>
                    <a:pt x="11411" y="1673"/>
                  </a:lnTo>
                  <a:lnTo>
                    <a:pt x="11396" y="1688"/>
                  </a:lnTo>
                  <a:lnTo>
                    <a:pt x="11351" y="1703"/>
                  </a:lnTo>
                  <a:lnTo>
                    <a:pt x="11292" y="1718"/>
                  </a:lnTo>
                  <a:lnTo>
                    <a:pt x="11247" y="1718"/>
                  </a:lnTo>
                  <a:lnTo>
                    <a:pt x="11187" y="1688"/>
                  </a:lnTo>
                  <a:lnTo>
                    <a:pt x="11142" y="1658"/>
                  </a:lnTo>
                  <a:lnTo>
                    <a:pt x="11112" y="1643"/>
                  </a:lnTo>
                  <a:lnTo>
                    <a:pt x="11082" y="1628"/>
                  </a:lnTo>
                  <a:lnTo>
                    <a:pt x="11067" y="1628"/>
                  </a:lnTo>
                  <a:lnTo>
                    <a:pt x="11038" y="1628"/>
                  </a:lnTo>
                  <a:lnTo>
                    <a:pt x="10993" y="1628"/>
                  </a:lnTo>
                  <a:lnTo>
                    <a:pt x="10978" y="1643"/>
                  </a:lnTo>
                  <a:lnTo>
                    <a:pt x="10978" y="1643"/>
                  </a:lnTo>
                  <a:lnTo>
                    <a:pt x="10993" y="1658"/>
                  </a:lnTo>
                  <a:lnTo>
                    <a:pt x="11008" y="1673"/>
                  </a:lnTo>
                  <a:lnTo>
                    <a:pt x="11023" y="1688"/>
                  </a:lnTo>
                  <a:lnTo>
                    <a:pt x="11038" y="1703"/>
                  </a:lnTo>
                  <a:lnTo>
                    <a:pt x="11038" y="1718"/>
                  </a:lnTo>
                  <a:lnTo>
                    <a:pt x="11082" y="1763"/>
                  </a:lnTo>
                  <a:lnTo>
                    <a:pt x="11097" y="1808"/>
                  </a:lnTo>
                  <a:lnTo>
                    <a:pt x="11097" y="1853"/>
                  </a:lnTo>
                  <a:lnTo>
                    <a:pt x="11038" y="1927"/>
                  </a:lnTo>
                  <a:lnTo>
                    <a:pt x="10963" y="1957"/>
                  </a:lnTo>
                  <a:lnTo>
                    <a:pt x="10948" y="1957"/>
                  </a:lnTo>
                  <a:lnTo>
                    <a:pt x="10933" y="1957"/>
                  </a:lnTo>
                  <a:lnTo>
                    <a:pt x="10963" y="1972"/>
                  </a:lnTo>
                  <a:lnTo>
                    <a:pt x="11023" y="2002"/>
                  </a:lnTo>
                  <a:lnTo>
                    <a:pt x="11067" y="2002"/>
                  </a:lnTo>
                  <a:lnTo>
                    <a:pt x="11142" y="2002"/>
                  </a:lnTo>
                  <a:lnTo>
                    <a:pt x="11187" y="2002"/>
                  </a:lnTo>
                  <a:lnTo>
                    <a:pt x="11217" y="2002"/>
                  </a:lnTo>
                  <a:lnTo>
                    <a:pt x="11351" y="2002"/>
                  </a:lnTo>
                  <a:lnTo>
                    <a:pt x="11441" y="2032"/>
                  </a:lnTo>
                  <a:lnTo>
                    <a:pt x="11456" y="2062"/>
                  </a:lnTo>
                  <a:lnTo>
                    <a:pt x="11471" y="2091"/>
                  </a:lnTo>
                  <a:lnTo>
                    <a:pt x="11471" y="2121"/>
                  </a:lnTo>
                  <a:lnTo>
                    <a:pt x="11456" y="2166"/>
                  </a:lnTo>
                  <a:lnTo>
                    <a:pt x="11426" y="2196"/>
                  </a:lnTo>
                  <a:lnTo>
                    <a:pt x="11396" y="2226"/>
                  </a:lnTo>
                  <a:lnTo>
                    <a:pt x="11336" y="2271"/>
                  </a:lnTo>
                  <a:lnTo>
                    <a:pt x="11247" y="2286"/>
                  </a:lnTo>
                  <a:lnTo>
                    <a:pt x="11232" y="2286"/>
                  </a:lnTo>
                  <a:lnTo>
                    <a:pt x="11232" y="2286"/>
                  </a:lnTo>
                  <a:lnTo>
                    <a:pt x="11202" y="2286"/>
                  </a:lnTo>
                  <a:lnTo>
                    <a:pt x="11187" y="2301"/>
                  </a:lnTo>
                  <a:lnTo>
                    <a:pt x="11187" y="2301"/>
                  </a:lnTo>
                  <a:lnTo>
                    <a:pt x="11187" y="2315"/>
                  </a:lnTo>
                  <a:lnTo>
                    <a:pt x="11187" y="2315"/>
                  </a:lnTo>
                  <a:lnTo>
                    <a:pt x="11202" y="2330"/>
                  </a:lnTo>
                  <a:lnTo>
                    <a:pt x="11217" y="2345"/>
                  </a:lnTo>
                  <a:lnTo>
                    <a:pt x="11277" y="2390"/>
                  </a:lnTo>
                  <a:lnTo>
                    <a:pt x="11351" y="2390"/>
                  </a:lnTo>
                  <a:lnTo>
                    <a:pt x="11366" y="2390"/>
                  </a:lnTo>
                  <a:lnTo>
                    <a:pt x="11396" y="2390"/>
                  </a:lnTo>
                  <a:lnTo>
                    <a:pt x="11501" y="2390"/>
                  </a:lnTo>
                  <a:lnTo>
                    <a:pt x="11545" y="2405"/>
                  </a:lnTo>
                  <a:lnTo>
                    <a:pt x="11605" y="2435"/>
                  </a:lnTo>
                  <a:lnTo>
                    <a:pt x="11635" y="2465"/>
                  </a:lnTo>
                  <a:lnTo>
                    <a:pt x="11635" y="2465"/>
                  </a:lnTo>
                  <a:lnTo>
                    <a:pt x="11665" y="2465"/>
                  </a:lnTo>
                  <a:lnTo>
                    <a:pt x="11710" y="2465"/>
                  </a:lnTo>
                  <a:lnTo>
                    <a:pt x="11754" y="2465"/>
                  </a:lnTo>
                  <a:lnTo>
                    <a:pt x="11784" y="2465"/>
                  </a:lnTo>
                  <a:lnTo>
                    <a:pt x="11799" y="2450"/>
                  </a:lnTo>
                  <a:lnTo>
                    <a:pt x="11814" y="2450"/>
                  </a:lnTo>
                  <a:lnTo>
                    <a:pt x="11874" y="2465"/>
                  </a:lnTo>
                  <a:lnTo>
                    <a:pt x="11934" y="2495"/>
                  </a:lnTo>
                  <a:lnTo>
                    <a:pt x="12008" y="2540"/>
                  </a:lnTo>
                  <a:lnTo>
                    <a:pt x="12068" y="2584"/>
                  </a:lnTo>
                  <a:lnTo>
                    <a:pt x="12098" y="2659"/>
                  </a:lnTo>
                  <a:lnTo>
                    <a:pt x="12098" y="2719"/>
                  </a:lnTo>
                  <a:lnTo>
                    <a:pt x="12083" y="2808"/>
                  </a:lnTo>
                  <a:lnTo>
                    <a:pt x="12053" y="2868"/>
                  </a:lnTo>
                  <a:lnTo>
                    <a:pt x="12023" y="2913"/>
                  </a:lnTo>
                  <a:lnTo>
                    <a:pt x="11964" y="2913"/>
                  </a:lnTo>
                  <a:lnTo>
                    <a:pt x="11889" y="2913"/>
                  </a:lnTo>
                  <a:lnTo>
                    <a:pt x="11844" y="2883"/>
                  </a:lnTo>
                  <a:lnTo>
                    <a:pt x="11799" y="2883"/>
                  </a:lnTo>
                  <a:lnTo>
                    <a:pt x="11740" y="2883"/>
                  </a:lnTo>
                  <a:lnTo>
                    <a:pt x="11680" y="2898"/>
                  </a:lnTo>
                  <a:lnTo>
                    <a:pt x="11620" y="2913"/>
                  </a:lnTo>
                  <a:lnTo>
                    <a:pt x="11605" y="2913"/>
                  </a:lnTo>
                  <a:lnTo>
                    <a:pt x="11516" y="2868"/>
                  </a:lnTo>
                  <a:lnTo>
                    <a:pt x="11471" y="2808"/>
                  </a:lnTo>
                  <a:lnTo>
                    <a:pt x="11456" y="2778"/>
                  </a:lnTo>
                  <a:lnTo>
                    <a:pt x="11456" y="2778"/>
                  </a:lnTo>
                  <a:lnTo>
                    <a:pt x="11366" y="2764"/>
                  </a:lnTo>
                  <a:lnTo>
                    <a:pt x="11306" y="2764"/>
                  </a:lnTo>
                  <a:lnTo>
                    <a:pt x="11202" y="2778"/>
                  </a:lnTo>
                  <a:lnTo>
                    <a:pt x="11202" y="2793"/>
                  </a:lnTo>
                  <a:lnTo>
                    <a:pt x="11187" y="2808"/>
                  </a:lnTo>
                  <a:lnTo>
                    <a:pt x="11172" y="2838"/>
                  </a:lnTo>
                  <a:lnTo>
                    <a:pt x="11157" y="2913"/>
                  </a:lnTo>
                  <a:lnTo>
                    <a:pt x="11082" y="2988"/>
                  </a:lnTo>
                  <a:lnTo>
                    <a:pt x="11038" y="3017"/>
                  </a:lnTo>
                  <a:lnTo>
                    <a:pt x="10993" y="3062"/>
                  </a:lnTo>
                  <a:lnTo>
                    <a:pt x="10993" y="3077"/>
                  </a:lnTo>
                  <a:lnTo>
                    <a:pt x="10993" y="3077"/>
                  </a:lnTo>
                  <a:lnTo>
                    <a:pt x="10993" y="3077"/>
                  </a:lnTo>
                  <a:lnTo>
                    <a:pt x="10993" y="3077"/>
                  </a:lnTo>
                  <a:lnTo>
                    <a:pt x="11112" y="3182"/>
                  </a:lnTo>
                  <a:lnTo>
                    <a:pt x="11232" y="3316"/>
                  </a:lnTo>
                  <a:lnTo>
                    <a:pt x="11366" y="3480"/>
                  </a:lnTo>
                  <a:lnTo>
                    <a:pt x="11366" y="3510"/>
                  </a:lnTo>
                  <a:lnTo>
                    <a:pt x="11366" y="3585"/>
                  </a:lnTo>
                  <a:lnTo>
                    <a:pt x="11292" y="3675"/>
                  </a:lnTo>
                  <a:lnTo>
                    <a:pt x="11187" y="3764"/>
                  </a:lnTo>
                  <a:lnTo>
                    <a:pt x="11097" y="3809"/>
                  </a:lnTo>
                  <a:lnTo>
                    <a:pt x="11067" y="3809"/>
                  </a:lnTo>
                  <a:lnTo>
                    <a:pt x="11023" y="3809"/>
                  </a:lnTo>
                  <a:lnTo>
                    <a:pt x="11008" y="3809"/>
                  </a:lnTo>
                  <a:lnTo>
                    <a:pt x="10978" y="3809"/>
                  </a:lnTo>
                  <a:lnTo>
                    <a:pt x="10918" y="3809"/>
                  </a:lnTo>
                  <a:lnTo>
                    <a:pt x="10888" y="3839"/>
                  </a:lnTo>
                  <a:lnTo>
                    <a:pt x="10799" y="3899"/>
                  </a:lnTo>
                  <a:lnTo>
                    <a:pt x="10679" y="3928"/>
                  </a:lnTo>
                  <a:lnTo>
                    <a:pt x="10679" y="3928"/>
                  </a:lnTo>
                  <a:lnTo>
                    <a:pt x="10664" y="3928"/>
                  </a:lnTo>
                  <a:lnTo>
                    <a:pt x="10679" y="3928"/>
                  </a:lnTo>
                  <a:lnTo>
                    <a:pt x="10694" y="3943"/>
                  </a:lnTo>
                  <a:lnTo>
                    <a:pt x="10769" y="3958"/>
                  </a:lnTo>
                  <a:lnTo>
                    <a:pt x="10843" y="4003"/>
                  </a:lnTo>
                  <a:lnTo>
                    <a:pt x="10888" y="4018"/>
                  </a:lnTo>
                  <a:lnTo>
                    <a:pt x="10933" y="4033"/>
                  </a:lnTo>
                  <a:lnTo>
                    <a:pt x="11023" y="4063"/>
                  </a:lnTo>
                  <a:lnTo>
                    <a:pt x="11067" y="4152"/>
                  </a:lnTo>
                  <a:lnTo>
                    <a:pt x="11082" y="4212"/>
                  </a:lnTo>
                  <a:lnTo>
                    <a:pt x="11097" y="4242"/>
                  </a:lnTo>
                  <a:lnTo>
                    <a:pt x="11112" y="4257"/>
                  </a:lnTo>
                  <a:lnTo>
                    <a:pt x="11157" y="4272"/>
                  </a:lnTo>
                  <a:lnTo>
                    <a:pt x="11277" y="4272"/>
                  </a:lnTo>
                  <a:lnTo>
                    <a:pt x="11396" y="4302"/>
                  </a:lnTo>
                  <a:lnTo>
                    <a:pt x="11501" y="4347"/>
                  </a:lnTo>
                  <a:lnTo>
                    <a:pt x="11560" y="4391"/>
                  </a:lnTo>
                  <a:lnTo>
                    <a:pt x="11575" y="4421"/>
                  </a:lnTo>
                  <a:lnTo>
                    <a:pt x="11605" y="4436"/>
                  </a:lnTo>
                  <a:lnTo>
                    <a:pt x="11650" y="4466"/>
                  </a:lnTo>
                  <a:lnTo>
                    <a:pt x="11695" y="4481"/>
                  </a:lnTo>
                  <a:lnTo>
                    <a:pt x="11754" y="4481"/>
                  </a:lnTo>
                  <a:lnTo>
                    <a:pt x="11814" y="4496"/>
                  </a:lnTo>
                  <a:lnTo>
                    <a:pt x="11874" y="4511"/>
                  </a:lnTo>
                  <a:lnTo>
                    <a:pt x="11934" y="4526"/>
                  </a:lnTo>
                  <a:lnTo>
                    <a:pt x="12008" y="4541"/>
                  </a:lnTo>
                  <a:lnTo>
                    <a:pt x="12098" y="4586"/>
                  </a:lnTo>
                  <a:lnTo>
                    <a:pt x="12173" y="4615"/>
                  </a:lnTo>
                  <a:lnTo>
                    <a:pt x="12203" y="4660"/>
                  </a:lnTo>
                  <a:lnTo>
                    <a:pt x="12217" y="4690"/>
                  </a:lnTo>
                  <a:lnTo>
                    <a:pt x="12232" y="4735"/>
                  </a:lnTo>
                  <a:lnTo>
                    <a:pt x="12232" y="4765"/>
                  </a:lnTo>
                  <a:lnTo>
                    <a:pt x="12232" y="4780"/>
                  </a:lnTo>
                  <a:lnTo>
                    <a:pt x="12217" y="4825"/>
                  </a:lnTo>
                  <a:lnTo>
                    <a:pt x="12188" y="4839"/>
                  </a:lnTo>
                  <a:lnTo>
                    <a:pt x="12188" y="4839"/>
                  </a:lnTo>
                  <a:lnTo>
                    <a:pt x="12173" y="4839"/>
                  </a:lnTo>
                  <a:lnTo>
                    <a:pt x="12173" y="4854"/>
                  </a:lnTo>
                  <a:lnTo>
                    <a:pt x="12173" y="4884"/>
                  </a:lnTo>
                  <a:lnTo>
                    <a:pt x="12173" y="4959"/>
                  </a:lnTo>
                  <a:lnTo>
                    <a:pt x="12188" y="5063"/>
                  </a:lnTo>
                  <a:lnTo>
                    <a:pt x="12188" y="5153"/>
                  </a:lnTo>
                  <a:lnTo>
                    <a:pt x="12188" y="5213"/>
                  </a:lnTo>
                  <a:lnTo>
                    <a:pt x="12173" y="5288"/>
                  </a:lnTo>
                  <a:lnTo>
                    <a:pt x="12113" y="5362"/>
                  </a:lnTo>
                  <a:lnTo>
                    <a:pt x="12038" y="5422"/>
                  </a:lnTo>
                  <a:lnTo>
                    <a:pt x="11934" y="5452"/>
                  </a:lnTo>
                  <a:lnTo>
                    <a:pt x="11904" y="5452"/>
                  </a:lnTo>
                  <a:lnTo>
                    <a:pt x="11874" y="5452"/>
                  </a:lnTo>
                  <a:lnTo>
                    <a:pt x="11814" y="5467"/>
                  </a:lnTo>
                  <a:lnTo>
                    <a:pt x="11784" y="5497"/>
                  </a:lnTo>
                  <a:lnTo>
                    <a:pt x="11740" y="5541"/>
                  </a:lnTo>
                  <a:lnTo>
                    <a:pt x="11695" y="5571"/>
                  </a:lnTo>
                  <a:lnTo>
                    <a:pt x="11680" y="5586"/>
                  </a:lnTo>
                  <a:lnTo>
                    <a:pt x="11650" y="5586"/>
                  </a:lnTo>
                  <a:lnTo>
                    <a:pt x="11620" y="5586"/>
                  </a:lnTo>
                  <a:lnTo>
                    <a:pt x="11575" y="5541"/>
                  </a:lnTo>
                  <a:lnTo>
                    <a:pt x="11560" y="5541"/>
                  </a:lnTo>
                  <a:lnTo>
                    <a:pt x="11545" y="5556"/>
                  </a:lnTo>
                  <a:lnTo>
                    <a:pt x="11486" y="5571"/>
                  </a:lnTo>
                  <a:lnTo>
                    <a:pt x="11381" y="5556"/>
                  </a:lnTo>
                  <a:lnTo>
                    <a:pt x="11277" y="5541"/>
                  </a:lnTo>
                  <a:lnTo>
                    <a:pt x="11202" y="5497"/>
                  </a:lnTo>
                  <a:lnTo>
                    <a:pt x="11142" y="5437"/>
                  </a:lnTo>
                  <a:lnTo>
                    <a:pt x="11082" y="5332"/>
                  </a:lnTo>
                  <a:lnTo>
                    <a:pt x="11067" y="5273"/>
                  </a:lnTo>
                  <a:lnTo>
                    <a:pt x="11038" y="5258"/>
                  </a:lnTo>
                  <a:lnTo>
                    <a:pt x="11023" y="5243"/>
                  </a:lnTo>
                  <a:lnTo>
                    <a:pt x="11008" y="5243"/>
                  </a:lnTo>
                  <a:lnTo>
                    <a:pt x="10993" y="5243"/>
                  </a:lnTo>
                  <a:lnTo>
                    <a:pt x="10993" y="5243"/>
                  </a:lnTo>
                  <a:lnTo>
                    <a:pt x="10963" y="5258"/>
                  </a:lnTo>
                  <a:lnTo>
                    <a:pt x="10963" y="5273"/>
                  </a:lnTo>
                  <a:lnTo>
                    <a:pt x="10933" y="5347"/>
                  </a:lnTo>
                  <a:lnTo>
                    <a:pt x="10948" y="5422"/>
                  </a:lnTo>
                  <a:lnTo>
                    <a:pt x="10963" y="5452"/>
                  </a:lnTo>
                  <a:lnTo>
                    <a:pt x="10948" y="5482"/>
                  </a:lnTo>
                  <a:lnTo>
                    <a:pt x="10948" y="5497"/>
                  </a:lnTo>
                  <a:lnTo>
                    <a:pt x="10948" y="5526"/>
                  </a:lnTo>
                  <a:lnTo>
                    <a:pt x="10873" y="5646"/>
                  </a:lnTo>
                  <a:lnTo>
                    <a:pt x="10799" y="5676"/>
                  </a:lnTo>
                  <a:lnTo>
                    <a:pt x="10784" y="5691"/>
                  </a:lnTo>
                  <a:lnTo>
                    <a:pt x="10784" y="5691"/>
                  </a:lnTo>
                  <a:lnTo>
                    <a:pt x="10769" y="5721"/>
                  </a:lnTo>
                  <a:lnTo>
                    <a:pt x="10709" y="5765"/>
                  </a:lnTo>
                  <a:lnTo>
                    <a:pt x="10694" y="5765"/>
                  </a:lnTo>
                  <a:lnTo>
                    <a:pt x="10679" y="5765"/>
                  </a:lnTo>
                  <a:lnTo>
                    <a:pt x="10590" y="5721"/>
                  </a:lnTo>
                  <a:lnTo>
                    <a:pt x="10575" y="5661"/>
                  </a:lnTo>
                  <a:lnTo>
                    <a:pt x="10575" y="5631"/>
                  </a:lnTo>
                  <a:lnTo>
                    <a:pt x="10575" y="5616"/>
                  </a:lnTo>
                  <a:lnTo>
                    <a:pt x="10560" y="5586"/>
                  </a:lnTo>
                  <a:lnTo>
                    <a:pt x="10515" y="5571"/>
                  </a:lnTo>
                  <a:lnTo>
                    <a:pt x="10410" y="5571"/>
                  </a:lnTo>
                  <a:lnTo>
                    <a:pt x="10321" y="5571"/>
                  </a:lnTo>
                  <a:lnTo>
                    <a:pt x="10231" y="5571"/>
                  </a:lnTo>
                  <a:lnTo>
                    <a:pt x="10201" y="5556"/>
                  </a:lnTo>
                  <a:lnTo>
                    <a:pt x="10171" y="5556"/>
                  </a:lnTo>
                  <a:lnTo>
                    <a:pt x="10037" y="5541"/>
                  </a:lnTo>
                  <a:lnTo>
                    <a:pt x="9962" y="5452"/>
                  </a:lnTo>
                  <a:lnTo>
                    <a:pt x="9888" y="5392"/>
                  </a:lnTo>
                  <a:lnTo>
                    <a:pt x="9783" y="5347"/>
                  </a:lnTo>
                  <a:lnTo>
                    <a:pt x="9723" y="5317"/>
                  </a:lnTo>
                  <a:lnTo>
                    <a:pt x="9679" y="5302"/>
                  </a:lnTo>
                  <a:lnTo>
                    <a:pt x="9634" y="5228"/>
                  </a:lnTo>
                  <a:lnTo>
                    <a:pt x="9649" y="5153"/>
                  </a:lnTo>
                  <a:lnTo>
                    <a:pt x="9664" y="5108"/>
                  </a:lnTo>
                  <a:lnTo>
                    <a:pt x="9649" y="5063"/>
                  </a:lnTo>
                  <a:lnTo>
                    <a:pt x="9634" y="5034"/>
                  </a:lnTo>
                  <a:lnTo>
                    <a:pt x="9574" y="5019"/>
                  </a:lnTo>
                  <a:lnTo>
                    <a:pt x="9514" y="5019"/>
                  </a:lnTo>
                  <a:lnTo>
                    <a:pt x="9455" y="4989"/>
                  </a:lnTo>
                  <a:lnTo>
                    <a:pt x="9410" y="4974"/>
                  </a:lnTo>
                  <a:lnTo>
                    <a:pt x="9395" y="4974"/>
                  </a:lnTo>
                  <a:lnTo>
                    <a:pt x="9395" y="4974"/>
                  </a:lnTo>
                  <a:lnTo>
                    <a:pt x="9365" y="5034"/>
                  </a:lnTo>
                  <a:lnTo>
                    <a:pt x="9350" y="5093"/>
                  </a:lnTo>
                  <a:lnTo>
                    <a:pt x="9275" y="5123"/>
                  </a:lnTo>
                  <a:lnTo>
                    <a:pt x="9260" y="5123"/>
                  </a:lnTo>
                  <a:lnTo>
                    <a:pt x="9245" y="5108"/>
                  </a:lnTo>
                  <a:lnTo>
                    <a:pt x="9216" y="5093"/>
                  </a:lnTo>
                  <a:lnTo>
                    <a:pt x="9201" y="5078"/>
                  </a:lnTo>
                  <a:lnTo>
                    <a:pt x="9186" y="5063"/>
                  </a:lnTo>
                  <a:lnTo>
                    <a:pt x="9156" y="5049"/>
                  </a:lnTo>
                  <a:lnTo>
                    <a:pt x="9111" y="5034"/>
                  </a:lnTo>
                  <a:lnTo>
                    <a:pt x="9066" y="5019"/>
                  </a:lnTo>
                  <a:lnTo>
                    <a:pt x="9051" y="5019"/>
                  </a:lnTo>
                  <a:lnTo>
                    <a:pt x="9036" y="5019"/>
                  </a:lnTo>
                  <a:lnTo>
                    <a:pt x="9021" y="5034"/>
                  </a:lnTo>
                  <a:lnTo>
                    <a:pt x="9021" y="5034"/>
                  </a:lnTo>
                  <a:lnTo>
                    <a:pt x="9021" y="5078"/>
                  </a:lnTo>
                  <a:lnTo>
                    <a:pt x="8977" y="5198"/>
                  </a:lnTo>
                  <a:lnTo>
                    <a:pt x="8902" y="5213"/>
                  </a:lnTo>
                  <a:lnTo>
                    <a:pt x="8872" y="5213"/>
                  </a:lnTo>
                  <a:lnTo>
                    <a:pt x="8857" y="5243"/>
                  </a:lnTo>
                  <a:lnTo>
                    <a:pt x="8812" y="5288"/>
                  </a:lnTo>
                  <a:lnTo>
                    <a:pt x="8738" y="5317"/>
                  </a:lnTo>
                  <a:lnTo>
                    <a:pt x="8708" y="5317"/>
                  </a:lnTo>
                  <a:lnTo>
                    <a:pt x="8693" y="5317"/>
                  </a:lnTo>
                  <a:lnTo>
                    <a:pt x="8603" y="5288"/>
                  </a:lnTo>
                  <a:lnTo>
                    <a:pt x="8573" y="5198"/>
                  </a:lnTo>
                  <a:lnTo>
                    <a:pt x="8558" y="5138"/>
                  </a:lnTo>
                  <a:lnTo>
                    <a:pt x="8529" y="5078"/>
                  </a:lnTo>
                  <a:lnTo>
                    <a:pt x="8484" y="5049"/>
                  </a:lnTo>
                  <a:lnTo>
                    <a:pt x="8319" y="5034"/>
                  </a:lnTo>
                  <a:lnTo>
                    <a:pt x="8245" y="5034"/>
                  </a:lnTo>
                  <a:lnTo>
                    <a:pt x="8170" y="5049"/>
                  </a:lnTo>
                  <a:lnTo>
                    <a:pt x="8155" y="5049"/>
                  </a:lnTo>
                  <a:lnTo>
                    <a:pt x="8140" y="5049"/>
                  </a:lnTo>
                  <a:lnTo>
                    <a:pt x="8155" y="5078"/>
                  </a:lnTo>
                  <a:lnTo>
                    <a:pt x="8140" y="5123"/>
                  </a:lnTo>
                  <a:lnTo>
                    <a:pt x="8110" y="5168"/>
                  </a:lnTo>
                  <a:lnTo>
                    <a:pt x="8081" y="5168"/>
                  </a:lnTo>
                  <a:lnTo>
                    <a:pt x="8066" y="5168"/>
                  </a:lnTo>
                  <a:lnTo>
                    <a:pt x="8051" y="5168"/>
                  </a:lnTo>
                  <a:lnTo>
                    <a:pt x="8021" y="5153"/>
                  </a:lnTo>
                  <a:lnTo>
                    <a:pt x="8006" y="5153"/>
                  </a:lnTo>
                  <a:lnTo>
                    <a:pt x="7976" y="5123"/>
                  </a:lnTo>
                  <a:lnTo>
                    <a:pt x="7946" y="5123"/>
                  </a:lnTo>
                  <a:lnTo>
                    <a:pt x="7931" y="5123"/>
                  </a:lnTo>
                  <a:lnTo>
                    <a:pt x="7931" y="5123"/>
                  </a:lnTo>
                  <a:lnTo>
                    <a:pt x="7901" y="5123"/>
                  </a:lnTo>
                  <a:lnTo>
                    <a:pt x="7886" y="5123"/>
                  </a:lnTo>
                  <a:lnTo>
                    <a:pt x="7886" y="5123"/>
                  </a:lnTo>
                  <a:lnTo>
                    <a:pt x="7886" y="5138"/>
                  </a:lnTo>
                  <a:lnTo>
                    <a:pt x="7886" y="5153"/>
                  </a:lnTo>
                  <a:lnTo>
                    <a:pt x="7871" y="5213"/>
                  </a:lnTo>
                  <a:lnTo>
                    <a:pt x="7842" y="5243"/>
                  </a:lnTo>
                  <a:lnTo>
                    <a:pt x="7812" y="5258"/>
                  </a:lnTo>
                  <a:lnTo>
                    <a:pt x="7767" y="5273"/>
                  </a:lnTo>
                  <a:lnTo>
                    <a:pt x="7752" y="5258"/>
                  </a:lnTo>
                  <a:lnTo>
                    <a:pt x="7737" y="5258"/>
                  </a:lnTo>
                  <a:lnTo>
                    <a:pt x="7722" y="5258"/>
                  </a:lnTo>
                  <a:lnTo>
                    <a:pt x="7707" y="5258"/>
                  </a:lnTo>
                  <a:lnTo>
                    <a:pt x="7707" y="5302"/>
                  </a:lnTo>
                  <a:lnTo>
                    <a:pt x="7692" y="5422"/>
                  </a:lnTo>
                  <a:lnTo>
                    <a:pt x="7618" y="5467"/>
                  </a:lnTo>
                  <a:lnTo>
                    <a:pt x="7588" y="5497"/>
                  </a:lnTo>
                  <a:lnTo>
                    <a:pt x="7543" y="5541"/>
                  </a:lnTo>
                  <a:lnTo>
                    <a:pt x="7513" y="5556"/>
                  </a:lnTo>
                  <a:lnTo>
                    <a:pt x="7498" y="5586"/>
                  </a:lnTo>
                  <a:lnTo>
                    <a:pt x="7453" y="5631"/>
                  </a:lnTo>
                  <a:lnTo>
                    <a:pt x="7408" y="5661"/>
                  </a:lnTo>
                  <a:lnTo>
                    <a:pt x="7364" y="5691"/>
                  </a:lnTo>
                  <a:lnTo>
                    <a:pt x="7274" y="5661"/>
                  </a:lnTo>
                  <a:lnTo>
                    <a:pt x="7244" y="5616"/>
                  </a:lnTo>
                  <a:lnTo>
                    <a:pt x="7214" y="5586"/>
                  </a:lnTo>
                  <a:lnTo>
                    <a:pt x="7140" y="5571"/>
                  </a:lnTo>
                  <a:lnTo>
                    <a:pt x="7080" y="5571"/>
                  </a:lnTo>
                  <a:lnTo>
                    <a:pt x="6990" y="5541"/>
                  </a:lnTo>
                  <a:lnTo>
                    <a:pt x="6886" y="5512"/>
                  </a:lnTo>
                  <a:lnTo>
                    <a:pt x="6811" y="5467"/>
                  </a:lnTo>
                  <a:lnTo>
                    <a:pt x="6751" y="5422"/>
                  </a:lnTo>
                  <a:lnTo>
                    <a:pt x="6692" y="5347"/>
                  </a:lnTo>
                  <a:lnTo>
                    <a:pt x="6647" y="5288"/>
                  </a:lnTo>
                  <a:lnTo>
                    <a:pt x="6557" y="5228"/>
                  </a:lnTo>
                  <a:lnTo>
                    <a:pt x="6512" y="5198"/>
                  </a:lnTo>
                  <a:lnTo>
                    <a:pt x="6483" y="5198"/>
                  </a:lnTo>
                  <a:lnTo>
                    <a:pt x="6468" y="5198"/>
                  </a:lnTo>
                  <a:lnTo>
                    <a:pt x="6468" y="5198"/>
                  </a:lnTo>
                  <a:lnTo>
                    <a:pt x="6468" y="5198"/>
                  </a:lnTo>
                  <a:lnTo>
                    <a:pt x="6468" y="5198"/>
                  </a:lnTo>
                  <a:lnTo>
                    <a:pt x="6453" y="5258"/>
                  </a:lnTo>
                  <a:lnTo>
                    <a:pt x="6468" y="5273"/>
                  </a:lnTo>
                  <a:lnTo>
                    <a:pt x="6497" y="5317"/>
                  </a:lnTo>
                  <a:lnTo>
                    <a:pt x="6512" y="5422"/>
                  </a:lnTo>
                  <a:lnTo>
                    <a:pt x="6512" y="5497"/>
                  </a:lnTo>
                  <a:lnTo>
                    <a:pt x="6468" y="5541"/>
                  </a:lnTo>
                  <a:lnTo>
                    <a:pt x="6438" y="5571"/>
                  </a:lnTo>
                  <a:lnTo>
                    <a:pt x="6393" y="5586"/>
                  </a:lnTo>
                  <a:lnTo>
                    <a:pt x="6348" y="5586"/>
                  </a:lnTo>
                  <a:lnTo>
                    <a:pt x="6303" y="5571"/>
                  </a:lnTo>
                  <a:lnTo>
                    <a:pt x="6199" y="5526"/>
                  </a:lnTo>
                  <a:lnTo>
                    <a:pt x="6154" y="5452"/>
                  </a:lnTo>
                  <a:lnTo>
                    <a:pt x="6139" y="5392"/>
                  </a:lnTo>
                  <a:lnTo>
                    <a:pt x="6124" y="5347"/>
                  </a:lnTo>
                  <a:lnTo>
                    <a:pt x="6109" y="5288"/>
                  </a:lnTo>
                  <a:lnTo>
                    <a:pt x="6094" y="5243"/>
                  </a:lnTo>
                  <a:lnTo>
                    <a:pt x="6064" y="5228"/>
                  </a:lnTo>
                  <a:lnTo>
                    <a:pt x="6005" y="5198"/>
                  </a:lnTo>
                  <a:lnTo>
                    <a:pt x="5870" y="5108"/>
                  </a:lnTo>
                  <a:lnTo>
                    <a:pt x="5751" y="4959"/>
                  </a:lnTo>
                  <a:lnTo>
                    <a:pt x="5706" y="4914"/>
                  </a:lnTo>
                  <a:lnTo>
                    <a:pt x="5586" y="4884"/>
                  </a:lnTo>
                  <a:lnTo>
                    <a:pt x="5512" y="4884"/>
                  </a:lnTo>
                  <a:lnTo>
                    <a:pt x="5497" y="4884"/>
                  </a:lnTo>
                  <a:lnTo>
                    <a:pt x="5422" y="4884"/>
                  </a:lnTo>
                  <a:lnTo>
                    <a:pt x="5377" y="4869"/>
                  </a:lnTo>
                  <a:lnTo>
                    <a:pt x="5318" y="4810"/>
                  </a:lnTo>
                  <a:lnTo>
                    <a:pt x="5318" y="4720"/>
                  </a:lnTo>
                  <a:lnTo>
                    <a:pt x="5303" y="4675"/>
                  </a:lnTo>
                  <a:lnTo>
                    <a:pt x="5288" y="4615"/>
                  </a:lnTo>
                  <a:lnTo>
                    <a:pt x="5258" y="4586"/>
                  </a:lnTo>
                  <a:lnTo>
                    <a:pt x="5094" y="4556"/>
                  </a:lnTo>
                  <a:lnTo>
                    <a:pt x="5034" y="4556"/>
                  </a:lnTo>
                  <a:lnTo>
                    <a:pt x="4959" y="4556"/>
                  </a:lnTo>
                  <a:lnTo>
                    <a:pt x="4884" y="4556"/>
                  </a:lnTo>
                  <a:lnTo>
                    <a:pt x="4855" y="4556"/>
                  </a:lnTo>
                  <a:lnTo>
                    <a:pt x="4810" y="4571"/>
                  </a:lnTo>
                  <a:lnTo>
                    <a:pt x="4795" y="4586"/>
                  </a:lnTo>
                  <a:lnTo>
                    <a:pt x="4750" y="4615"/>
                  </a:lnTo>
                  <a:lnTo>
                    <a:pt x="4705" y="4615"/>
                  </a:lnTo>
                  <a:lnTo>
                    <a:pt x="4690" y="4615"/>
                  </a:lnTo>
                  <a:lnTo>
                    <a:pt x="4660" y="4601"/>
                  </a:lnTo>
                  <a:lnTo>
                    <a:pt x="4646" y="4586"/>
                  </a:lnTo>
                  <a:lnTo>
                    <a:pt x="4646" y="4571"/>
                  </a:lnTo>
                  <a:lnTo>
                    <a:pt x="4616" y="4541"/>
                  </a:lnTo>
                  <a:lnTo>
                    <a:pt x="4601" y="4526"/>
                  </a:lnTo>
                  <a:lnTo>
                    <a:pt x="4586" y="4541"/>
                  </a:lnTo>
                  <a:lnTo>
                    <a:pt x="4571" y="4556"/>
                  </a:lnTo>
                  <a:lnTo>
                    <a:pt x="4541" y="4601"/>
                  </a:lnTo>
                  <a:lnTo>
                    <a:pt x="4451" y="4615"/>
                  </a:lnTo>
                  <a:lnTo>
                    <a:pt x="4451" y="4615"/>
                  </a:lnTo>
                  <a:lnTo>
                    <a:pt x="4392" y="4615"/>
                  </a:lnTo>
                  <a:lnTo>
                    <a:pt x="4302" y="4511"/>
                  </a:lnTo>
                  <a:lnTo>
                    <a:pt x="4272" y="4436"/>
                  </a:lnTo>
                  <a:lnTo>
                    <a:pt x="4242" y="4391"/>
                  </a:lnTo>
                  <a:lnTo>
                    <a:pt x="4212" y="4332"/>
                  </a:lnTo>
                  <a:lnTo>
                    <a:pt x="4197" y="4302"/>
                  </a:lnTo>
                  <a:lnTo>
                    <a:pt x="4168" y="4242"/>
                  </a:lnTo>
                  <a:lnTo>
                    <a:pt x="4153" y="4227"/>
                  </a:lnTo>
                  <a:lnTo>
                    <a:pt x="4153" y="4227"/>
                  </a:lnTo>
                  <a:lnTo>
                    <a:pt x="4123" y="4242"/>
                  </a:lnTo>
                  <a:lnTo>
                    <a:pt x="4093" y="4272"/>
                  </a:lnTo>
                  <a:lnTo>
                    <a:pt x="4078" y="4317"/>
                  </a:lnTo>
                  <a:lnTo>
                    <a:pt x="4078" y="4317"/>
                  </a:lnTo>
                  <a:lnTo>
                    <a:pt x="4048" y="4362"/>
                  </a:lnTo>
                  <a:lnTo>
                    <a:pt x="3988" y="4376"/>
                  </a:lnTo>
                  <a:lnTo>
                    <a:pt x="3944" y="4376"/>
                  </a:lnTo>
                  <a:lnTo>
                    <a:pt x="3899" y="4362"/>
                  </a:lnTo>
                  <a:lnTo>
                    <a:pt x="3854" y="4347"/>
                  </a:lnTo>
                  <a:lnTo>
                    <a:pt x="3809" y="4347"/>
                  </a:lnTo>
                  <a:lnTo>
                    <a:pt x="3794" y="4347"/>
                  </a:lnTo>
                  <a:lnTo>
                    <a:pt x="3794" y="4347"/>
                  </a:lnTo>
                  <a:lnTo>
                    <a:pt x="3794" y="4347"/>
                  </a:lnTo>
                  <a:lnTo>
                    <a:pt x="3794" y="4362"/>
                  </a:lnTo>
                  <a:lnTo>
                    <a:pt x="3794" y="4376"/>
                  </a:lnTo>
                  <a:lnTo>
                    <a:pt x="3794" y="4391"/>
                  </a:lnTo>
                  <a:lnTo>
                    <a:pt x="3794" y="4421"/>
                  </a:lnTo>
                  <a:lnTo>
                    <a:pt x="3794" y="4436"/>
                  </a:lnTo>
                  <a:lnTo>
                    <a:pt x="3794" y="4496"/>
                  </a:lnTo>
                  <a:lnTo>
                    <a:pt x="3764" y="4541"/>
                  </a:lnTo>
                  <a:lnTo>
                    <a:pt x="3749" y="4571"/>
                  </a:lnTo>
                  <a:lnTo>
                    <a:pt x="3720" y="4586"/>
                  </a:lnTo>
                  <a:lnTo>
                    <a:pt x="3690" y="4601"/>
                  </a:lnTo>
                  <a:lnTo>
                    <a:pt x="3660" y="4586"/>
                  </a:lnTo>
                  <a:lnTo>
                    <a:pt x="3630" y="4571"/>
                  </a:lnTo>
                  <a:lnTo>
                    <a:pt x="3600" y="4556"/>
                  </a:lnTo>
                  <a:lnTo>
                    <a:pt x="3600" y="4541"/>
                  </a:lnTo>
                  <a:lnTo>
                    <a:pt x="3600" y="4541"/>
                  </a:lnTo>
                  <a:lnTo>
                    <a:pt x="3540" y="4556"/>
                  </a:lnTo>
                  <a:lnTo>
                    <a:pt x="3496" y="4586"/>
                  </a:lnTo>
                  <a:lnTo>
                    <a:pt x="3466" y="4601"/>
                  </a:lnTo>
                  <a:lnTo>
                    <a:pt x="3451" y="4615"/>
                  </a:lnTo>
                  <a:lnTo>
                    <a:pt x="3436" y="4615"/>
                  </a:lnTo>
                  <a:lnTo>
                    <a:pt x="3361" y="4601"/>
                  </a:lnTo>
                  <a:lnTo>
                    <a:pt x="3316" y="4556"/>
                  </a:lnTo>
                  <a:lnTo>
                    <a:pt x="3272" y="4511"/>
                  </a:lnTo>
                  <a:lnTo>
                    <a:pt x="3242" y="4436"/>
                  </a:lnTo>
                  <a:lnTo>
                    <a:pt x="3227" y="4391"/>
                  </a:lnTo>
                  <a:lnTo>
                    <a:pt x="3212" y="4362"/>
                  </a:lnTo>
                  <a:lnTo>
                    <a:pt x="3212" y="4347"/>
                  </a:lnTo>
                  <a:lnTo>
                    <a:pt x="3197" y="4332"/>
                  </a:lnTo>
                  <a:lnTo>
                    <a:pt x="3152" y="4332"/>
                  </a:lnTo>
                  <a:lnTo>
                    <a:pt x="3107" y="4332"/>
                  </a:lnTo>
                  <a:lnTo>
                    <a:pt x="3092" y="4332"/>
                  </a:lnTo>
                  <a:lnTo>
                    <a:pt x="3062" y="4332"/>
                  </a:lnTo>
                  <a:lnTo>
                    <a:pt x="3033" y="4332"/>
                  </a:lnTo>
                  <a:lnTo>
                    <a:pt x="3003" y="4347"/>
                  </a:lnTo>
                  <a:lnTo>
                    <a:pt x="2988" y="4347"/>
                  </a:lnTo>
                  <a:lnTo>
                    <a:pt x="2958" y="4347"/>
                  </a:lnTo>
                  <a:lnTo>
                    <a:pt x="2943" y="4362"/>
                  </a:lnTo>
                  <a:lnTo>
                    <a:pt x="2928" y="4362"/>
                  </a:lnTo>
                  <a:lnTo>
                    <a:pt x="2898" y="4362"/>
                  </a:lnTo>
                  <a:lnTo>
                    <a:pt x="2853" y="4362"/>
                  </a:lnTo>
                  <a:lnTo>
                    <a:pt x="2809" y="4302"/>
                  </a:lnTo>
                  <a:lnTo>
                    <a:pt x="2779" y="4347"/>
                  </a:lnTo>
                  <a:lnTo>
                    <a:pt x="2764" y="4421"/>
                  </a:lnTo>
                  <a:lnTo>
                    <a:pt x="2719" y="4526"/>
                  </a:lnTo>
                  <a:lnTo>
                    <a:pt x="2689" y="4571"/>
                  </a:lnTo>
                  <a:lnTo>
                    <a:pt x="2674" y="4615"/>
                  </a:lnTo>
                  <a:lnTo>
                    <a:pt x="2644" y="4675"/>
                  </a:lnTo>
                  <a:lnTo>
                    <a:pt x="2585" y="4765"/>
                  </a:lnTo>
                  <a:lnTo>
                    <a:pt x="2480" y="4810"/>
                  </a:lnTo>
                  <a:lnTo>
                    <a:pt x="2405" y="4825"/>
                  </a:lnTo>
                  <a:lnTo>
                    <a:pt x="2375" y="4825"/>
                  </a:lnTo>
                  <a:lnTo>
                    <a:pt x="2331" y="4839"/>
                  </a:lnTo>
                  <a:lnTo>
                    <a:pt x="2271" y="4854"/>
                  </a:lnTo>
                  <a:lnTo>
                    <a:pt x="2271" y="4884"/>
                  </a:lnTo>
                  <a:lnTo>
                    <a:pt x="2256" y="4899"/>
                  </a:lnTo>
                  <a:lnTo>
                    <a:pt x="2226" y="4944"/>
                  </a:lnTo>
                  <a:lnTo>
                    <a:pt x="2166" y="4974"/>
                  </a:lnTo>
                  <a:lnTo>
                    <a:pt x="2077" y="4989"/>
                  </a:lnTo>
                  <a:lnTo>
                    <a:pt x="1972" y="5019"/>
                  </a:lnTo>
                  <a:lnTo>
                    <a:pt x="1912" y="5049"/>
                  </a:lnTo>
                  <a:lnTo>
                    <a:pt x="1898" y="5108"/>
                  </a:lnTo>
                  <a:lnTo>
                    <a:pt x="1912" y="5153"/>
                  </a:lnTo>
                  <a:lnTo>
                    <a:pt x="1927" y="5198"/>
                  </a:lnTo>
                  <a:lnTo>
                    <a:pt x="1912" y="5243"/>
                  </a:lnTo>
                  <a:lnTo>
                    <a:pt x="1912" y="5258"/>
                  </a:lnTo>
                  <a:lnTo>
                    <a:pt x="1778" y="5392"/>
                  </a:lnTo>
                  <a:lnTo>
                    <a:pt x="1674" y="5452"/>
                  </a:lnTo>
                  <a:lnTo>
                    <a:pt x="1509" y="5556"/>
                  </a:lnTo>
                  <a:lnTo>
                    <a:pt x="1360" y="5586"/>
                  </a:lnTo>
                  <a:lnTo>
                    <a:pt x="1360" y="5586"/>
                  </a:lnTo>
                  <a:lnTo>
                    <a:pt x="1345" y="5571"/>
                  </a:lnTo>
                  <a:lnTo>
                    <a:pt x="1345" y="5571"/>
                  </a:lnTo>
                  <a:lnTo>
                    <a:pt x="1345" y="5571"/>
                  </a:lnTo>
                  <a:lnTo>
                    <a:pt x="1375" y="5631"/>
                  </a:lnTo>
                  <a:lnTo>
                    <a:pt x="1405" y="5706"/>
                  </a:lnTo>
                  <a:lnTo>
                    <a:pt x="1435" y="5780"/>
                  </a:lnTo>
                  <a:lnTo>
                    <a:pt x="1479" y="5870"/>
                  </a:lnTo>
                  <a:lnTo>
                    <a:pt x="1539" y="5960"/>
                  </a:lnTo>
                  <a:lnTo>
                    <a:pt x="1644" y="6109"/>
                  </a:lnTo>
                  <a:lnTo>
                    <a:pt x="1674" y="6243"/>
                  </a:lnTo>
                  <a:lnTo>
                    <a:pt x="1674" y="6258"/>
                  </a:lnTo>
                  <a:lnTo>
                    <a:pt x="1674" y="6273"/>
                  </a:lnTo>
                  <a:lnTo>
                    <a:pt x="1599" y="6408"/>
                  </a:lnTo>
                  <a:lnTo>
                    <a:pt x="1509" y="6467"/>
                  </a:lnTo>
                  <a:lnTo>
                    <a:pt x="1360" y="6557"/>
                  </a:lnTo>
                  <a:lnTo>
                    <a:pt x="1240" y="6557"/>
                  </a:lnTo>
                  <a:lnTo>
                    <a:pt x="1166" y="6542"/>
                  </a:lnTo>
                  <a:lnTo>
                    <a:pt x="972" y="6348"/>
                  </a:lnTo>
                  <a:lnTo>
                    <a:pt x="703" y="6049"/>
                  </a:lnTo>
                  <a:lnTo>
                    <a:pt x="538" y="5825"/>
                  </a:lnTo>
                  <a:lnTo>
                    <a:pt x="509" y="5795"/>
                  </a:lnTo>
                  <a:lnTo>
                    <a:pt x="464" y="5780"/>
                  </a:lnTo>
                  <a:lnTo>
                    <a:pt x="464" y="5780"/>
                  </a:lnTo>
                  <a:lnTo>
                    <a:pt x="434" y="5780"/>
                  </a:lnTo>
                  <a:lnTo>
                    <a:pt x="419" y="5795"/>
                  </a:lnTo>
                  <a:lnTo>
                    <a:pt x="389" y="5810"/>
                  </a:lnTo>
                  <a:lnTo>
                    <a:pt x="359" y="5825"/>
                  </a:lnTo>
                  <a:lnTo>
                    <a:pt x="270" y="5930"/>
                  </a:lnTo>
                  <a:lnTo>
                    <a:pt x="255" y="6004"/>
                  </a:lnTo>
                  <a:lnTo>
                    <a:pt x="255" y="6049"/>
                  </a:lnTo>
                  <a:lnTo>
                    <a:pt x="270" y="6064"/>
                  </a:lnTo>
                  <a:lnTo>
                    <a:pt x="314" y="6094"/>
                  </a:lnTo>
                  <a:lnTo>
                    <a:pt x="359" y="6154"/>
                  </a:lnTo>
                  <a:lnTo>
                    <a:pt x="374" y="6199"/>
                  </a:lnTo>
                  <a:lnTo>
                    <a:pt x="344" y="6288"/>
                  </a:lnTo>
                  <a:lnTo>
                    <a:pt x="270" y="6348"/>
                  </a:lnTo>
                  <a:lnTo>
                    <a:pt x="195" y="6393"/>
                  </a:lnTo>
                  <a:lnTo>
                    <a:pt x="135" y="6423"/>
                  </a:lnTo>
                  <a:lnTo>
                    <a:pt x="90" y="6437"/>
                  </a:lnTo>
                  <a:lnTo>
                    <a:pt x="61" y="6452"/>
                  </a:lnTo>
                  <a:lnTo>
                    <a:pt x="31" y="6542"/>
                  </a:lnTo>
                  <a:lnTo>
                    <a:pt x="46" y="6706"/>
                  </a:lnTo>
                  <a:lnTo>
                    <a:pt x="46" y="6796"/>
                  </a:lnTo>
                  <a:lnTo>
                    <a:pt x="46" y="6900"/>
                  </a:lnTo>
                  <a:lnTo>
                    <a:pt x="61" y="7035"/>
                  </a:lnTo>
                  <a:lnTo>
                    <a:pt x="105" y="7065"/>
                  </a:lnTo>
                  <a:lnTo>
                    <a:pt x="150" y="7095"/>
                  </a:lnTo>
                  <a:lnTo>
                    <a:pt x="210" y="7169"/>
                  </a:lnTo>
                  <a:lnTo>
                    <a:pt x="285" y="7259"/>
                  </a:lnTo>
                  <a:lnTo>
                    <a:pt x="300" y="7319"/>
                  </a:lnTo>
                  <a:lnTo>
                    <a:pt x="285" y="7393"/>
                  </a:lnTo>
                  <a:lnTo>
                    <a:pt x="255" y="7438"/>
                  </a:lnTo>
                  <a:lnTo>
                    <a:pt x="225" y="7453"/>
                  </a:lnTo>
                  <a:lnTo>
                    <a:pt x="195" y="7483"/>
                  </a:lnTo>
                  <a:lnTo>
                    <a:pt x="180" y="7483"/>
                  </a:lnTo>
                  <a:lnTo>
                    <a:pt x="120" y="7543"/>
                  </a:lnTo>
                  <a:lnTo>
                    <a:pt x="90" y="7573"/>
                  </a:lnTo>
                  <a:lnTo>
                    <a:pt x="61" y="7632"/>
                  </a:lnTo>
                  <a:lnTo>
                    <a:pt x="46" y="7737"/>
                  </a:lnTo>
                  <a:lnTo>
                    <a:pt x="16" y="7871"/>
                  </a:lnTo>
                  <a:lnTo>
                    <a:pt x="1" y="8006"/>
                  </a:lnTo>
                  <a:lnTo>
                    <a:pt x="1" y="8125"/>
                  </a:lnTo>
                  <a:lnTo>
                    <a:pt x="1" y="8140"/>
                  </a:lnTo>
                  <a:lnTo>
                    <a:pt x="75" y="8155"/>
                  </a:lnTo>
                  <a:lnTo>
                    <a:pt x="210" y="8170"/>
                  </a:lnTo>
                  <a:lnTo>
                    <a:pt x="270" y="8170"/>
                  </a:lnTo>
                  <a:lnTo>
                    <a:pt x="344" y="8185"/>
                  </a:lnTo>
                  <a:lnTo>
                    <a:pt x="449" y="8215"/>
                  </a:lnTo>
                  <a:lnTo>
                    <a:pt x="509" y="8260"/>
                  </a:lnTo>
                  <a:lnTo>
                    <a:pt x="568" y="8334"/>
                  </a:lnTo>
                  <a:lnTo>
                    <a:pt x="583" y="8424"/>
                  </a:lnTo>
                  <a:lnTo>
                    <a:pt x="583" y="8439"/>
                  </a:lnTo>
                  <a:lnTo>
                    <a:pt x="583" y="8439"/>
                  </a:lnTo>
                  <a:lnTo>
                    <a:pt x="598" y="8439"/>
                  </a:lnTo>
                  <a:lnTo>
                    <a:pt x="598" y="8439"/>
                  </a:lnTo>
                  <a:lnTo>
                    <a:pt x="628" y="8439"/>
                  </a:lnTo>
                  <a:lnTo>
                    <a:pt x="658" y="8469"/>
                  </a:lnTo>
                  <a:lnTo>
                    <a:pt x="673" y="8484"/>
                  </a:lnTo>
                  <a:lnTo>
                    <a:pt x="673" y="8513"/>
                  </a:lnTo>
                  <a:lnTo>
                    <a:pt x="673" y="8543"/>
                  </a:lnTo>
                  <a:lnTo>
                    <a:pt x="673" y="8558"/>
                  </a:lnTo>
                  <a:lnTo>
                    <a:pt x="658" y="8573"/>
                  </a:lnTo>
                  <a:lnTo>
                    <a:pt x="643" y="8588"/>
                  </a:lnTo>
                  <a:lnTo>
                    <a:pt x="613" y="8603"/>
                  </a:lnTo>
                  <a:lnTo>
                    <a:pt x="583" y="8618"/>
                  </a:lnTo>
                  <a:lnTo>
                    <a:pt x="583" y="8633"/>
                  </a:lnTo>
                  <a:lnTo>
                    <a:pt x="598" y="8693"/>
                  </a:lnTo>
                  <a:lnTo>
                    <a:pt x="598" y="8737"/>
                  </a:lnTo>
                  <a:lnTo>
                    <a:pt x="628" y="8782"/>
                  </a:lnTo>
                  <a:lnTo>
                    <a:pt x="673" y="8842"/>
                  </a:lnTo>
                  <a:lnTo>
                    <a:pt x="718" y="8902"/>
                  </a:lnTo>
                  <a:lnTo>
                    <a:pt x="762" y="8932"/>
                  </a:lnTo>
                  <a:lnTo>
                    <a:pt x="777" y="8947"/>
                  </a:lnTo>
                  <a:lnTo>
                    <a:pt x="792" y="8947"/>
                  </a:lnTo>
                  <a:lnTo>
                    <a:pt x="792" y="8947"/>
                  </a:lnTo>
                  <a:lnTo>
                    <a:pt x="792" y="8932"/>
                  </a:lnTo>
                  <a:lnTo>
                    <a:pt x="807" y="8917"/>
                  </a:lnTo>
                  <a:lnTo>
                    <a:pt x="822" y="8872"/>
                  </a:lnTo>
                  <a:lnTo>
                    <a:pt x="852" y="8827"/>
                  </a:lnTo>
                  <a:lnTo>
                    <a:pt x="897" y="8782"/>
                  </a:lnTo>
                  <a:lnTo>
                    <a:pt x="942" y="8782"/>
                  </a:lnTo>
                  <a:lnTo>
                    <a:pt x="942" y="8782"/>
                  </a:lnTo>
                  <a:lnTo>
                    <a:pt x="957" y="8782"/>
                  </a:lnTo>
                  <a:lnTo>
                    <a:pt x="972" y="8782"/>
                  </a:lnTo>
                  <a:lnTo>
                    <a:pt x="972" y="8782"/>
                  </a:lnTo>
                  <a:lnTo>
                    <a:pt x="1001" y="8797"/>
                  </a:lnTo>
                  <a:lnTo>
                    <a:pt x="1031" y="8827"/>
                  </a:lnTo>
                  <a:lnTo>
                    <a:pt x="1076" y="8842"/>
                  </a:lnTo>
                  <a:lnTo>
                    <a:pt x="1121" y="8857"/>
                  </a:lnTo>
                  <a:lnTo>
                    <a:pt x="1166" y="8857"/>
                  </a:lnTo>
                  <a:lnTo>
                    <a:pt x="1240" y="8857"/>
                  </a:lnTo>
                  <a:lnTo>
                    <a:pt x="1285" y="8857"/>
                  </a:lnTo>
                  <a:lnTo>
                    <a:pt x="1345" y="8857"/>
                  </a:lnTo>
                  <a:lnTo>
                    <a:pt x="1435" y="8857"/>
                  </a:lnTo>
                  <a:lnTo>
                    <a:pt x="1479" y="8872"/>
                  </a:lnTo>
                  <a:lnTo>
                    <a:pt x="1494" y="8887"/>
                  </a:lnTo>
                  <a:lnTo>
                    <a:pt x="1674" y="9051"/>
                  </a:lnTo>
                  <a:lnTo>
                    <a:pt x="1883" y="9260"/>
                  </a:lnTo>
                  <a:lnTo>
                    <a:pt x="2032" y="9410"/>
                  </a:lnTo>
                  <a:lnTo>
                    <a:pt x="2166" y="9559"/>
                  </a:lnTo>
                  <a:lnTo>
                    <a:pt x="2331" y="9798"/>
                  </a:lnTo>
                  <a:lnTo>
                    <a:pt x="2510" y="10037"/>
                  </a:lnTo>
                  <a:lnTo>
                    <a:pt x="2510" y="10082"/>
                  </a:lnTo>
                  <a:lnTo>
                    <a:pt x="2525" y="10126"/>
                  </a:lnTo>
                  <a:lnTo>
                    <a:pt x="2510" y="10156"/>
                  </a:lnTo>
                  <a:lnTo>
                    <a:pt x="2480" y="10186"/>
                  </a:lnTo>
                  <a:lnTo>
                    <a:pt x="2435" y="10216"/>
                  </a:lnTo>
                  <a:lnTo>
                    <a:pt x="2405" y="10216"/>
                  </a:lnTo>
                  <a:lnTo>
                    <a:pt x="2361" y="10216"/>
                  </a:lnTo>
                  <a:lnTo>
                    <a:pt x="2346" y="10216"/>
                  </a:lnTo>
                  <a:lnTo>
                    <a:pt x="2241" y="10216"/>
                  </a:lnTo>
                  <a:lnTo>
                    <a:pt x="2166" y="10156"/>
                  </a:lnTo>
                  <a:lnTo>
                    <a:pt x="2151" y="10156"/>
                  </a:lnTo>
                  <a:lnTo>
                    <a:pt x="2151" y="10141"/>
                  </a:lnTo>
                  <a:lnTo>
                    <a:pt x="2136" y="10141"/>
                  </a:lnTo>
                  <a:lnTo>
                    <a:pt x="2136" y="10141"/>
                  </a:lnTo>
                  <a:lnTo>
                    <a:pt x="2122" y="10156"/>
                  </a:lnTo>
                  <a:lnTo>
                    <a:pt x="2122" y="10171"/>
                  </a:lnTo>
                  <a:lnTo>
                    <a:pt x="2107" y="10186"/>
                  </a:lnTo>
                  <a:lnTo>
                    <a:pt x="2092" y="10231"/>
                  </a:lnTo>
                  <a:lnTo>
                    <a:pt x="2107" y="10276"/>
                  </a:lnTo>
                  <a:lnTo>
                    <a:pt x="2166" y="10291"/>
                  </a:lnTo>
                  <a:lnTo>
                    <a:pt x="2226" y="10306"/>
                  </a:lnTo>
                  <a:lnTo>
                    <a:pt x="2256" y="10321"/>
                  </a:lnTo>
                  <a:lnTo>
                    <a:pt x="2286" y="10335"/>
                  </a:lnTo>
                  <a:lnTo>
                    <a:pt x="2331" y="10365"/>
                  </a:lnTo>
                  <a:lnTo>
                    <a:pt x="2405" y="10395"/>
                  </a:lnTo>
                  <a:lnTo>
                    <a:pt x="2480" y="10440"/>
                  </a:lnTo>
                  <a:lnTo>
                    <a:pt x="2525" y="10470"/>
                  </a:lnTo>
                  <a:lnTo>
                    <a:pt x="2570" y="10485"/>
                  </a:lnTo>
                  <a:lnTo>
                    <a:pt x="2599" y="10515"/>
                  </a:lnTo>
                  <a:lnTo>
                    <a:pt x="2644" y="10515"/>
                  </a:lnTo>
                  <a:lnTo>
                    <a:pt x="2644" y="10515"/>
                  </a:lnTo>
                  <a:lnTo>
                    <a:pt x="2644" y="10515"/>
                  </a:lnTo>
                  <a:lnTo>
                    <a:pt x="2644" y="10485"/>
                  </a:lnTo>
                  <a:lnTo>
                    <a:pt x="2659" y="10455"/>
                  </a:lnTo>
                  <a:lnTo>
                    <a:pt x="2674" y="10395"/>
                  </a:lnTo>
                  <a:lnTo>
                    <a:pt x="2689" y="10365"/>
                  </a:lnTo>
                  <a:lnTo>
                    <a:pt x="2719" y="10306"/>
                  </a:lnTo>
                  <a:lnTo>
                    <a:pt x="2734" y="10291"/>
                  </a:lnTo>
                  <a:lnTo>
                    <a:pt x="2764" y="10276"/>
                  </a:lnTo>
                  <a:lnTo>
                    <a:pt x="2779" y="10276"/>
                  </a:lnTo>
                  <a:lnTo>
                    <a:pt x="2809" y="10276"/>
                  </a:lnTo>
                  <a:lnTo>
                    <a:pt x="2838" y="10276"/>
                  </a:lnTo>
                  <a:lnTo>
                    <a:pt x="2928" y="10291"/>
                  </a:lnTo>
                  <a:lnTo>
                    <a:pt x="3018" y="10291"/>
                  </a:lnTo>
                  <a:lnTo>
                    <a:pt x="3137" y="10291"/>
                  </a:lnTo>
                  <a:lnTo>
                    <a:pt x="3242" y="10261"/>
                  </a:lnTo>
                  <a:lnTo>
                    <a:pt x="3361" y="10216"/>
                  </a:lnTo>
                  <a:lnTo>
                    <a:pt x="3510" y="10097"/>
                  </a:lnTo>
                  <a:lnTo>
                    <a:pt x="3555" y="10022"/>
                  </a:lnTo>
                  <a:lnTo>
                    <a:pt x="3570" y="10007"/>
                  </a:lnTo>
                  <a:lnTo>
                    <a:pt x="3660" y="9902"/>
                  </a:lnTo>
                  <a:lnTo>
                    <a:pt x="3839" y="9798"/>
                  </a:lnTo>
                  <a:lnTo>
                    <a:pt x="4033" y="9708"/>
                  </a:lnTo>
                  <a:lnTo>
                    <a:pt x="4197" y="9648"/>
                  </a:lnTo>
                  <a:lnTo>
                    <a:pt x="4317" y="9604"/>
                  </a:lnTo>
                  <a:lnTo>
                    <a:pt x="4392" y="9589"/>
                  </a:lnTo>
                  <a:lnTo>
                    <a:pt x="4466" y="9604"/>
                  </a:lnTo>
                  <a:lnTo>
                    <a:pt x="4556" y="9678"/>
                  </a:lnTo>
                  <a:lnTo>
                    <a:pt x="4586" y="9693"/>
                  </a:lnTo>
                  <a:lnTo>
                    <a:pt x="4690" y="9768"/>
                  </a:lnTo>
                  <a:lnTo>
                    <a:pt x="4765" y="9798"/>
                  </a:lnTo>
                  <a:lnTo>
                    <a:pt x="4795" y="9813"/>
                  </a:lnTo>
                  <a:lnTo>
                    <a:pt x="4825" y="9828"/>
                  </a:lnTo>
                  <a:lnTo>
                    <a:pt x="4870" y="9843"/>
                  </a:lnTo>
                  <a:lnTo>
                    <a:pt x="4929" y="9843"/>
                  </a:lnTo>
                  <a:lnTo>
                    <a:pt x="4944" y="9828"/>
                  </a:lnTo>
                  <a:lnTo>
                    <a:pt x="4989" y="9828"/>
                  </a:lnTo>
                  <a:lnTo>
                    <a:pt x="5049" y="9828"/>
                  </a:lnTo>
                  <a:lnTo>
                    <a:pt x="5094" y="9872"/>
                  </a:lnTo>
                  <a:lnTo>
                    <a:pt x="5109" y="9887"/>
                  </a:lnTo>
                  <a:lnTo>
                    <a:pt x="5168" y="9917"/>
                  </a:lnTo>
                  <a:lnTo>
                    <a:pt x="5183" y="9932"/>
                  </a:lnTo>
                  <a:lnTo>
                    <a:pt x="5213" y="9917"/>
                  </a:lnTo>
                  <a:lnTo>
                    <a:pt x="5273" y="9887"/>
                  </a:lnTo>
                  <a:lnTo>
                    <a:pt x="5392" y="9828"/>
                  </a:lnTo>
                  <a:lnTo>
                    <a:pt x="5497" y="9798"/>
                  </a:lnTo>
                  <a:lnTo>
                    <a:pt x="5631" y="9798"/>
                  </a:lnTo>
                  <a:lnTo>
                    <a:pt x="5751" y="9813"/>
                  </a:lnTo>
                  <a:lnTo>
                    <a:pt x="5840" y="9858"/>
                  </a:lnTo>
                  <a:lnTo>
                    <a:pt x="5960" y="9932"/>
                  </a:lnTo>
                  <a:lnTo>
                    <a:pt x="6109" y="10067"/>
                  </a:lnTo>
                  <a:lnTo>
                    <a:pt x="6229" y="10276"/>
                  </a:lnTo>
                  <a:lnTo>
                    <a:pt x="6333" y="10485"/>
                  </a:lnTo>
                  <a:lnTo>
                    <a:pt x="6393" y="10724"/>
                  </a:lnTo>
                  <a:lnTo>
                    <a:pt x="6393" y="10828"/>
                  </a:lnTo>
                  <a:lnTo>
                    <a:pt x="6393" y="10873"/>
                  </a:lnTo>
                  <a:lnTo>
                    <a:pt x="6393" y="11008"/>
                  </a:lnTo>
                  <a:lnTo>
                    <a:pt x="6363" y="11112"/>
                  </a:lnTo>
                  <a:lnTo>
                    <a:pt x="6333" y="11232"/>
                  </a:lnTo>
                  <a:lnTo>
                    <a:pt x="6333" y="11351"/>
                  </a:lnTo>
                  <a:lnTo>
                    <a:pt x="6363" y="11485"/>
                  </a:lnTo>
                  <a:lnTo>
                    <a:pt x="6438" y="11605"/>
                  </a:lnTo>
                  <a:lnTo>
                    <a:pt x="6527" y="11680"/>
                  </a:lnTo>
                  <a:lnTo>
                    <a:pt x="6677" y="11709"/>
                  </a:lnTo>
                  <a:lnTo>
                    <a:pt x="6826" y="11709"/>
                  </a:lnTo>
                  <a:lnTo>
                    <a:pt x="6916" y="11680"/>
                  </a:lnTo>
                  <a:lnTo>
                    <a:pt x="6975" y="11665"/>
                  </a:lnTo>
                  <a:lnTo>
                    <a:pt x="7050" y="11590"/>
                  </a:lnTo>
                  <a:lnTo>
                    <a:pt x="7125" y="11530"/>
                  </a:lnTo>
                  <a:lnTo>
                    <a:pt x="7229" y="11515"/>
                  </a:lnTo>
                  <a:lnTo>
                    <a:pt x="7244" y="11515"/>
                  </a:lnTo>
                  <a:lnTo>
                    <a:pt x="7289" y="11515"/>
                  </a:lnTo>
                  <a:lnTo>
                    <a:pt x="7319" y="11530"/>
                  </a:lnTo>
                  <a:lnTo>
                    <a:pt x="7364" y="11560"/>
                  </a:lnTo>
                  <a:lnTo>
                    <a:pt x="7394" y="11605"/>
                  </a:lnTo>
                  <a:lnTo>
                    <a:pt x="7408" y="11650"/>
                  </a:lnTo>
                  <a:lnTo>
                    <a:pt x="7394" y="11709"/>
                  </a:lnTo>
                  <a:lnTo>
                    <a:pt x="7394" y="11844"/>
                  </a:lnTo>
                  <a:lnTo>
                    <a:pt x="7468" y="11963"/>
                  </a:lnTo>
                  <a:lnTo>
                    <a:pt x="7483" y="11978"/>
                  </a:lnTo>
                  <a:lnTo>
                    <a:pt x="7513" y="12008"/>
                  </a:lnTo>
                  <a:lnTo>
                    <a:pt x="7528" y="12038"/>
                  </a:lnTo>
                  <a:lnTo>
                    <a:pt x="7588" y="12098"/>
                  </a:lnTo>
                  <a:lnTo>
                    <a:pt x="7588" y="12202"/>
                  </a:lnTo>
                  <a:lnTo>
                    <a:pt x="7543" y="12262"/>
                  </a:lnTo>
                  <a:lnTo>
                    <a:pt x="7453" y="12307"/>
                  </a:lnTo>
                  <a:lnTo>
                    <a:pt x="7349" y="12322"/>
                  </a:lnTo>
                  <a:lnTo>
                    <a:pt x="7244" y="12322"/>
                  </a:lnTo>
                  <a:lnTo>
                    <a:pt x="7155" y="12307"/>
                  </a:lnTo>
                  <a:lnTo>
                    <a:pt x="7065" y="12337"/>
                  </a:lnTo>
                  <a:lnTo>
                    <a:pt x="7020" y="12367"/>
                  </a:lnTo>
                  <a:lnTo>
                    <a:pt x="7005" y="12411"/>
                  </a:lnTo>
                  <a:lnTo>
                    <a:pt x="6990" y="12456"/>
                  </a:lnTo>
                  <a:lnTo>
                    <a:pt x="6975" y="12516"/>
                  </a:lnTo>
                  <a:lnTo>
                    <a:pt x="6945" y="12650"/>
                  </a:lnTo>
                  <a:lnTo>
                    <a:pt x="6886" y="12859"/>
                  </a:lnTo>
                  <a:lnTo>
                    <a:pt x="6826" y="12904"/>
                  </a:lnTo>
                  <a:lnTo>
                    <a:pt x="6781" y="12919"/>
                  </a:lnTo>
                  <a:lnTo>
                    <a:pt x="6751" y="12919"/>
                  </a:lnTo>
                  <a:lnTo>
                    <a:pt x="6707" y="12889"/>
                  </a:lnTo>
                  <a:lnTo>
                    <a:pt x="6677" y="12845"/>
                  </a:lnTo>
                  <a:lnTo>
                    <a:pt x="6647" y="12785"/>
                  </a:lnTo>
                  <a:lnTo>
                    <a:pt x="6647" y="12725"/>
                  </a:lnTo>
                  <a:lnTo>
                    <a:pt x="6632" y="12591"/>
                  </a:lnTo>
                  <a:lnTo>
                    <a:pt x="6692" y="12471"/>
                  </a:lnTo>
                  <a:lnTo>
                    <a:pt x="6707" y="12441"/>
                  </a:lnTo>
                  <a:lnTo>
                    <a:pt x="6721" y="12396"/>
                  </a:lnTo>
                  <a:lnTo>
                    <a:pt x="6781" y="12307"/>
                  </a:lnTo>
                  <a:lnTo>
                    <a:pt x="6916" y="12158"/>
                  </a:lnTo>
                  <a:lnTo>
                    <a:pt x="7035" y="12113"/>
                  </a:lnTo>
                  <a:lnTo>
                    <a:pt x="7155" y="12098"/>
                  </a:lnTo>
                  <a:lnTo>
                    <a:pt x="7199" y="12068"/>
                  </a:lnTo>
                  <a:lnTo>
                    <a:pt x="7214" y="12053"/>
                  </a:lnTo>
                  <a:lnTo>
                    <a:pt x="7214" y="12038"/>
                  </a:lnTo>
                  <a:lnTo>
                    <a:pt x="7214" y="12038"/>
                  </a:lnTo>
                  <a:lnTo>
                    <a:pt x="7199" y="12038"/>
                  </a:lnTo>
                  <a:lnTo>
                    <a:pt x="7170" y="12023"/>
                  </a:lnTo>
                  <a:lnTo>
                    <a:pt x="7140" y="12023"/>
                  </a:lnTo>
                  <a:lnTo>
                    <a:pt x="7095" y="12038"/>
                  </a:lnTo>
                  <a:lnTo>
                    <a:pt x="7050" y="12053"/>
                  </a:lnTo>
                  <a:lnTo>
                    <a:pt x="6975" y="12083"/>
                  </a:lnTo>
                  <a:lnTo>
                    <a:pt x="6886" y="12098"/>
                  </a:lnTo>
                  <a:lnTo>
                    <a:pt x="6796" y="12098"/>
                  </a:lnTo>
                  <a:lnTo>
                    <a:pt x="6736" y="12083"/>
                  </a:lnTo>
                  <a:lnTo>
                    <a:pt x="6647" y="12053"/>
                  </a:lnTo>
                  <a:lnTo>
                    <a:pt x="6497" y="12008"/>
                  </a:lnTo>
                  <a:lnTo>
                    <a:pt x="6348" y="11978"/>
                  </a:lnTo>
                  <a:lnTo>
                    <a:pt x="6229" y="11963"/>
                  </a:lnTo>
                  <a:lnTo>
                    <a:pt x="6139" y="11948"/>
                  </a:lnTo>
                  <a:lnTo>
                    <a:pt x="6064" y="11933"/>
                  </a:lnTo>
                  <a:lnTo>
                    <a:pt x="5885" y="11919"/>
                  </a:lnTo>
                  <a:lnTo>
                    <a:pt x="5691" y="11889"/>
                  </a:lnTo>
                  <a:lnTo>
                    <a:pt x="5646" y="11874"/>
                  </a:lnTo>
                  <a:lnTo>
                    <a:pt x="5601" y="11859"/>
                  </a:lnTo>
                  <a:lnTo>
                    <a:pt x="5392" y="11814"/>
                  </a:lnTo>
                  <a:lnTo>
                    <a:pt x="5288" y="11769"/>
                  </a:lnTo>
                  <a:lnTo>
                    <a:pt x="5243" y="11754"/>
                  </a:lnTo>
                  <a:lnTo>
                    <a:pt x="5198" y="11739"/>
                  </a:lnTo>
                  <a:lnTo>
                    <a:pt x="5198" y="11739"/>
                  </a:lnTo>
                  <a:lnTo>
                    <a:pt x="5153" y="11754"/>
                  </a:lnTo>
                  <a:lnTo>
                    <a:pt x="5138" y="11754"/>
                  </a:lnTo>
                  <a:lnTo>
                    <a:pt x="5094" y="11784"/>
                  </a:lnTo>
                  <a:lnTo>
                    <a:pt x="5049" y="11799"/>
                  </a:lnTo>
                  <a:lnTo>
                    <a:pt x="4959" y="11799"/>
                  </a:lnTo>
                  <a:lnTo>
                    <a:pt x="4929" y="11859"/>
                  </a:lnTo>
                  <a:lnTo>
                    <a:pt x="4914" y="11904"/>
                  </a:lnTo>
                  <a:lnTo>
                    <a:pt x="4914" y="11933"/>
                  </a:lnTo>
                  <a:lnTo>
                    <a:pt x="4884" y="12008"/>
                  </a:lnTo>
                  <a:lnTo>
                    <a:pt x="4899" y="12068"/>
                  </a:lnTo>
                  <a:lnTo>
                    <a:pt x="4899" y="12158"/>
                  </a:lnTo>
                  <a:lnTo>
                    <a:pt x="4855" y="12217"/>
                  </a:lnTo>
                  <a:lnTo>
                    <a:pt x="4810" y="12247"/>
                  </a:lnTo>
                  <a:lnTo>
                    <a:pt x="4750" y="12262"/>
                  </a:lnTo>
                  <a:lnTo>
                    <a:pt x="4720" y="12262"/>
                  </a:lnTo>
                  <a:lnTo>
                    <a:pt x="4690" y="12292"/>
                  </a:lnTo>
                  <a:lnTo>
                    <a:pt x="4675" y="12307"/>
                  </a:lnTo>
                  <a:lnTo>
                    <a:pt x="4660" y="12322"/>
                  </a:lnTo>
                  <a:lnTo>
                    <a:pt x="4660" y="12337"/>
                  </a:lnTo>
                  <a:lnTo>
                    <a:pt x="4660" y="12352"/>
                  </a:lnTo>
                  <a:lnTo>
                    <a:pt x="4705" y="12382"/>
                  </a:lnTo>
                  <a:lnTo>
                    <a:pt x="4765" y="12411"/>
                  </a:lnTo>
                  <a:lnTo>
                    <a:pt x="4825" y="12441"/>
                  </a:lnTo>
                  <a:lnTo>
                    <a:pt x="4870" y="12471"/>
                  </a:lnTo>
                  <a:lnTo>
                    <a:pt x="4884" y="12486"/>
                  </a:lnTo>
                  <a:lnTo>
                    <a:pt x="4914" y="12516"/>
                  </a:lnTo>
                  <a:lnTo>
                    <a:pt x="4974" y="12576"/>
                  </a:lnTo>
                  <a:lnTo>
                    <a:pt x="5094" y="12635"/>
                  </a:lnTo>
                  <a:lnTo>
                    <a:pt x="5138" y="12650"/>
                  </a:lnTo>
                  <a:lnTo>
                    <a:pt x="5183" y="12665"/>
                  </a:lnTo>
                  <a:lnTo>
                    <a:pt x="5243" y="12695"/>
                  </a:lnTo>
                  <a:lnTo>
                    <a:pt x="5273" y="12725"/>
                  </a:lnTo>
                  <a:lnTo>
                    <a:pt x="5318" y="12785"/>
                  </a:lnTo>
                  <a:lnTo>
                    <a:pt x="5318" y="12830"/>
                  </a:lnTo>
                  <a:lnTo>
                    <a:pt x="5303" y="12845"/>
                  </a:lnTo>
                  <a:lnTo>
                    <a:pt x="5288" y="12874"/>
                  </a:lnTo>
                  <a:lnTo>
                    <a:pt x="5228" y="12889"/>
                  </a:lnTo>
                  <a:lnTo>
                    <a:pt x="5123" y="12874"/>
                  </a:lnTo>
                  <a:lnTo>
                    <a:pt x="5034" y="12845"/>
                  </a:lnTo>
                  <a:lnTo>
                    <a:pt x="5019" y="12830"/>
                  </a:lnTo>
                  <a:lnTo>
                    <a:pt x="5004" y="12845"/>
                  </a:lnTo>
                  <a:lnTo>
                    <a:pt x="4974" y="12874"/>
                  </a:lnTo>
                  <a:lnTo>
                    <a:pt x="4959" y="12889"/>
                  </a:lnTo>
                  <a:lnTo>
                    <a:pt x="4944" y="12904"/>
                  </a:lnTo>
                  <a:lnTo>
                    <a:pt x="4884" y="12934"/>
                  </a:lnTo>
                  <a:lnTo>
                    <a:pt x="4825" y="12934"/>
                  </a:lnTo>
                  <a:lnTo>
                    <a:pt x="4765" y="12904"/>
                  </a:lnTo>
                  <a:lnTo>
                    <a:pt x="4720" y="12845"/>
                  </a:lnTo>
                  <a:lnTo>
                    <a:pt x="4660" y="12800"/>
                  </a:lnTo>
                  <a:lnTo>
                    <a:pt x="4601" y="12755"/>
                  </a:lnTo>
                  <a:lnTo>
                    <a:pt x="4526" y="12725"/>
                  </a:lnTo>
                  <a:lnTo>
                    <a:pt x="4481" y="12710"/>
                  </a:lnTo>
                  <a:lnTo>
                    <a:pt x="4451" y="12710"/>
                  </a:lnTo>
                  <a:lnTo>
                    <a:pt x="4377" y="12695"/>
                  </a:lnTo>
                  <a:lnTo>
                    <a:pt x="4272" y="12695"/>
                  </a:lnTo>
                  <a:lnTo>
                    <a:pt x="4227" y="12695"/>
                  </a:lnTo>
                  <a:lnTo>
                    <a:pt x="4183" y="12695"/>
                  </a:lnTo>
                  <a:lnTo>
                    <a:pt x="4108" y="12710"/>
                  </a:lnTo>
                  <a:lnTo>
                    <a:pt x="4078" y="12725"/>
                  </a:lnTo>
                  <a:lnTo>
                    <a:pt x="4063" y="12755"/>
                  </a:lnTo>
                  <a:lnTo>
                    <a:pt x="4063" y="12770"/>
                  </a:lnTo>
                  <a:lnTo>
                    <a:pt x="4078" y="12859"/>
                  </a:lnTo>
                  <a:lnTo>
                    <a:pt x="4183" y="12949"/>
                  </a:lnTo>
                  <a:lnTo>
                    <a:pt x="4272" y="12994"/>
                  </a:lnTo>
                  <a:lnTo>
                    <a:pt x="4302" y="12994"/>
                  </a:lnTo>
                  <a:lnTo>
                    <a:pt x="4362" y="13024"/>
                  </a:lnTo>
                  <a:lnTo>
                    <a:pt x="4436" y="13039"/>
                  </a:lnTo>
                  <a:lnTo>
                    <a:pt x="4511" y="13054"/>
                  </a:lnTo>
                  <a:lnTo>
                    <a:pt x="4675" y="13143"/>
                  </a:lnTo>
                  <a:lnTo>
                    <a:pt x="4705" y="13218"/>
                  </a:lnTo>
                  <a:lnTo>
                    <a:pt x="4795" y="13382"/>
                  </a:lnTo>
                  <a:lnTo>
                    <a:pt x="4914" y="13561"/>
                  </a:lnTo>
                  <a:lnTo>
                    <a:pt x="4944" y="13606"/>
                  </a:lnTo>
                  <a:lnTo>
                    <a:pt x="4959" y="13636"/>
                  </a:lnTo>
                  <a:lnTo>
                    <a:pt x="5004" y="13696"/>
                  </a:lnTo>
                  <a:lnTo>
                    <a:pt x="5064" y="13770"/>
                  </a:lnTo>
                  <a:lnTo>
                    <a:pt x="5123" y="13845"/>
                  </a:lnTo>
                  <a:lnTo>
                    <a:pt x="5228" y="14024"/>
                  </a:lnTo>
                  <a:lnTo>
                    <a:pt x="5258" y="14129"/>
                  </a:lnTo>
                  <a:lnTo>
                    <a:pt x="5258" y="14233"/>
                  </a:lnTo>
                  <a:lnTo>
                    <a:pt x="5243" y="14308"/>
                  </a:lnTo>
                  <a:lnTo>
                    <a:pt x="5243" y="14353"/>
                  </a:lnTo>
                  <a:lnTo>
                    <a:pt x="5243" y="14368"/>
                  </a:lnTo>
                  <a:lnTo>
                    <a:pt x="5258" y="14368"/>
                  </a:lnTo>
                  <a:lnTo>
                    <a:pt x="5288" y="14368"/>
                  </a:lnTo>
                  <a:lnTo>
                    <a:pt x="5422" y="14353"/>
                  </a:lnTo>
                  <a:lnTo>
                    <a:pt x="5527" y="14368"/>
                  </a:lnTo>
                  <a:lnTo>
                    <a:pt x="5631" y="14413"/>
                  </a:lnTo>
                  <a:lnTo>
                    <a:pt x="5691" y="14502"/>
                  </a:lnTo>
                  <a:lnTo>
                    <a:pt x="5706" y="14502"/>
                  </a:lnTo>
                  <a:lnTo>
                    <a:pt x="5751" y="14592"/>
                  </a:lnTo>
                  <a:lnTo>
                    <a:pt x="5855" y="14711"/>
                  </a:lnTo>
                  <a:lnTo>
                    <a:pt x="5915" y="14711"/>
                  </a:lnTo>
                  <a:lnTo>
                    <a:pt x="5975" y="14711"/>
                  </a:lnTo>
                  <a:lnTo>
                    <a:pt x="6020" y="14696"/>
                  </a:lnTo>
                  <a:lnTo>
                    <a:pt x="6094" y="14681"/>
                  </a:lnTo>
                  <a:lnTo>
                    <a:pt x="6169" y="14726"/>
                  </a:lnTo>
                  <a:lnTo>
                    <a:pt x="6199" y="14771"/>
                  </a:lnTo>
                  <a:lnTo>
                    <a:pt x="6214" y="14786"/>
                  </a:lnTo>
                  <a:lnTo>
                    <a:pt x="6229" y="14786"/>
                  </a:lnTo>
                  <a:lnTo>
                    <a:pt x="6229" y="14801"/>
                  </a:lnTo>
                  <a:lnTo>
                    <a:pt x="6244" y="14801"/>
                  </a:lnTo>
                  <a:lnTo>
                    <a:pt x="6273" y="14801"/>
                  </a:lnTo>
                  <a:lnTo>
                    <a:pt x="6303" y="14801"/>
                  </a:lnTo>
                  <a:lnTo>
                    <a:pt x="6348" y="14786"/>
                  </a:lnTo>
                  <a:lnTo>
                    <a:pt x="6393" y="14786"/>
                  </a:lnTo>
                  <a:lnTo>
                    <a:pt x="6453" y="14786"/>
                  </a:lnTo>
                  <a:lnTo>
                    <a:pt x="6587" y="14846"/>
                  </a:lnTo>
                  <a:lnTo>
                    <a:pt x="6647" y="14935"/>
                  </a:lnTo>
                  <a:lnTo>
                    <a:pt x="6692" y="15070"/>
                  </a:lnTo>
                  <a:lnTo>
                    <a:pt x="6707" y="15279"/>
                  </a:lnTo>
                  <a:lnTo>
                    <a:pt x="6692" y="15473"/>
                  </a:lnTo>
                  <a:lnTo>
                    <a:pt x="6632" y="15607"/>
                  </a:lnTo>
                  <a:lnTo>
                    <a:pt x="6602" y="15712"/>
                  </a:lnTo>
                  <a:lnTo>
                    <a:pt x="6632" y="15817"/>
                  </a:lnTo>
                  <a:lnTo>
                    <a:pt x="6662" y="15891"/>
                  </a:lnTo>
                  <a:lnTo>
                    <a:pt x="6662" y="15966"/>
                  </a:lnTo>
                  <a:lnTo>
                    <a:pt x="6662" y="15966"/>
                  </a:lnTo>
                  <a:lnTo>
                    <a:pt x="6662" y="15966"/>
                  </a:lnTo>
                  <a:lnTo>
                    <a:pt x="6766" y="15876"/>
                  </a:lnTo>
                  <a:lnTo>
                    <a:pt x="6886" y="15742"/>
                  </a:lnTo>
                  <a:lnTo>
                    <a:pt x="6975" y="15667"/>
                  </a:lnTo>
                  <a:lnTo>
                    <a:pt x="7244" y="15503"/>
                  </a:lnTo>
                  <a:lnTo>
                    <a:pt x="7408" y="15443"/>
                  </a:lnTo>
                  <a:lnTo>
                    <a:pt x="7588" y="15383"/>
                  </a:lnTo>
                  <a:lnTo>
                    <a:pt x="7916" y="15339"/>
                  </a:lnTo>
                  <a:lnTo>
                    <a:pt x="8036" y="15354"/>
                  </a:lnTo>
                  <a:lnTo>
                    <a:pt x="8185" y="15398"/>
                  </a:lnTo>
                  <a:lnTo>
                    <a:pt x="8424" y="15533"/>
                  </a:lnTo>
                  <a:lnTo>
                    <a:pt x="8573" y="15652"/>
                  </a:lnTo>
                  <a:lnTo>
                    <a:pt x="8573" y="15667"/>
                  </a:lnTo>
                  <a:lnTo>
                    <a:pt x="8633" y="15712"/>
                  </a:lnTo>
                  <a:lnTo>
                    <a:pt x="8723" y="15787"/>
                  </a:lnTo>
                  <a:lnTo>
                    <a:pt x="8887" y="15921"/>
                  </a:lnTo>
                  <a:lnTo>
                    <a:pt x="9066" y="16160"/>
                  </a:lnTo>
                  <a:lnTo>
                    <a:pt x="9126" y="16265"/>
                  </a:lnTo>
                  <a:lnTo>
                    <a:pt x="9171" y="16339"/>
                  </a:lnTo>
                  <a:lnTo>
                    <a:pt x="9216" y="16414"/>
                  </a:lnTo>
                  <a:lnTo>
                    <a:pt x="9320" y="16548"/>
                  </a:lnTo>
                  <a:lnTo>
                    <a:pt x="9440" y="16608"/>
                  </a:lnTo>
                  <a:lnTo>
                    <a:pt x="9559" y="16638"/>
                  </a:lnTo>
                  <a:lnTo>
                    <a:pt x="9723" y="16608"/>
                  </a:lnTo>
                  <a:lnTo>
                    <a:pt x="9783" y="16608"/>
                  </a:lnTo>
                  <a:lnTo>
                    <a:pt x="9843" y="16593"/>
                  </a:lnTo>
                  <a:lnTo>
                    <a:pt x="8992" y="12202"/>
                  </a:lnTo>
                  <a:lnTo>
                    <a:pt x="9036" y="12187"/>
                  </a:lnTo>
                  <a:lnTo>
                    <a:pt x="11187" y="11485"/>
                  </a:lnTo>
                  <a:lnTo>
                    <a:pt x="11187" y="11426"/>
                  </a:lnTo>
                  <a:lnTo>
                    <a:pt x="11202" y="11336"/>
                  </a:lnTo>
                  <a:lnTo>
                    <a:pt x="11232" y="11232"/>
                  </a:lnTo>
                  <a:lnTo>
                    <a:pt x="11336" y="11097"/>
                  </a:lnTo>
                  <a:lnTo>
                    <a:pt x="11396" y="11067"/>
                  </a:lnTo>
                  <a:lnTo>
                    <a:pt x="11486" y="11052"/>
                  </a:lnTo>
                  <a:lnTo>
                    <a:pt x="11590" y="11037"/>
                  </a:lnTo>
                  <a:lnTo>
                    <a:pt x="11665" y="11022"/>
                  </a:lnTo>
                  <a:lnTo>
                    <a:pt x="11769" y="11082"/>
                  </a:lnTo>
                  <a:lnTo>
                    <a:pt x="11769" y="11112"/>
                  </a:lnTo>
                  <a:lnTo>
                    <a:pt x="11710" y="11202"/>
                  </a:lnTo>
                  <a:lnTo>
                    <a:pt x="11590" y="11232"/>
                  </a:lnTo>
                  <a:lnTo>
                    <a:pt x="11530" y="11246"/>
                  </a:lnTo>
                  <a:lnTo>
                    <a:pt x="11456" y="11321"/>
                  </a:lnTo>
                  <a:lnTo>
                    <a:pt x="11441" y="11381"/>
                  </a:lnTo>
                  <a:lnTo>
                    <a:pt x="11456" y="11500"/>
                  </a:lnTo>
                  <a:lnTo>
                    <a:pt x="11426" y="11590"/>
                  </a:lnTo>
                  <a:lnTo>
                    <a:pt x="11411" y="11605"/>
                  </a:lnTo>
                  <a:lnTo>
                    <a:pt x="11411" y="11605"/>
                  </a:lnTo>
                  <a:lnTo>
                    <a:pt x="13726" y="12919"/>
                  </a:lnTo>
                  <a:lnTo>
                    <a:pt x="13726" y="12919"/>
                  </a:lnTo>
                  <a:lnTo>
                    <a:pt x="14786" y="13994"/>
                  </a:lnTo>
                  <a:lnTo>
                    <a:pt x="15070" y="13920"/>
                  </a:lnTo>
                  <a:lnTo>
                    <a:pt x="15414" y="13845"/>
                  </a:lnTo>
                  <a:lnTo>
                    <a:pt x="15548" y="13815"/>
                  </a:lnTo>
                  <a:lnTo>
                    <a:pt x="15742" y="13785"/>
                  </a:lnTo>
                  <a:lnTo>
                    <a:pt x="15981" y="13785"/>
                  </a:lnTo>
                  <a:lnTo>
                    <a:pt x="16220" y="13815"/>
                  </a:lnTo>
                  <a:lnTo>
                    <a:pt x="16459" y="13860"/>
                  </a:lnTo>
                  <a:lnTo>
                    <a:pt x="16668" y="13890"/>
                  </a:lnTo>
                  <a:lnTo>
                    <a:pt x="16847" y="13905"/>
                  </a:lnTo>
                  <a:lnTo>
                    <a:pt x="16907" y="13905"/>
                  </a:lnTo>
                  <a:lnTo>
                    <a:pt x="16982" y="13875"/>
                  </a:lnTo>
                  <a:lnTo>
                    <a:pt x="17071" y="13815"/>
                  </a:lnTo>
                  <a:lnTo>
                    <a:pt x="17131" y="13756"/>
                  </a:lnTo>
                  <a:lnTo>
                    <a:pt x="17206" y="13726"/>
                  </a:lnTo>
                  <a:lnTo>
                    <a:pt x="17280" y="13696"/>
                  </a:lnTo>
                  <a:lnTo>
                    <a:pt x="17370" y="13696"/>
                  </a:lnTo>
                  <a:lnTo>
                    <a:pt x="17475" y="13741"/>
                  </a:lnTo>
                  <a:lnTo>
                    <a:pt x="17549" y="13860"/>
                  </a:lnTo>
                  <a:lnTo>
                    <a:pt x="17684" y="14024"/>
                  </a:lnTo>
                  <a:lnTo>
                    <a:pt x="17848" y="14114"/>
                  </a:lnTo>
                  <a:lnTo>
                    <a:pt x="17893" y="14129"/>
                  </a:lnTo>
                  <a:lnTo>
                    <a:pt x="17923" y="14159"/>
                  </a:lnTo>
                  <a:lnTo>
                    <a:pt x="18087" y="14293"/>
                  </a:lnTo>
                  <a:lnTo>
                    <a:pt x="18176" y="14428"/>
                  </a:lnTo>
                  <a:lnTo>
                    <a:pt x="18176" y="14443"/>
                  </a:lnTo>
                  <a:lnTo>
                    <a:pt x="18191" y="14457"/>
                  </a:lnTo>
                  <a:lnTo>
                    <a:pt x="18206" y="14472"/>
                  </a:lnTo>
                  <a:lnTo>
                    <a:pt x="18221" y="14487"/>
                  </a:lnTo>
                  <a:lnTo>
                    <a:pt x="18296" y="14622"/>
                  </a:lnTo>
                  <a:lnTo>
                    <a:pt x="18400" y="14696"/>
                  </a:lnTo>
                  <a:lnTo>
                    <a:pt x="18415" y="14696"/>
                  </a:lnTo>
                  <a:lnTo>
                    <a:pt x="18415" y="14696"/>
                  </a:lnTo>
                  <a:lnTo>
                    <a:pt x="18505" y="14637"/>
                  </a:lnTo>
                  <a:lnTo>
                    <a:pt x="18580" y="14622"/>
                  </a:lnTo>
                  <a:lnTo>
                    <a:pt x="18624" y="14637"/>
                  </a:lnTo>
                  <a:lnTo>
                    <a:pt x="18684" y="14726"/>
                  </a:lnTo>
                  <a:lnTo>
                    <a:pt x="18699" y="14801"/>
                  </a:lnTo>
                  <a:lnTo>
                    <a:pt x="18714" y="15025"/>
                  </a:lnTo>
                  <a:lnTo>
                    <a:pt x="18774" y="15428"/>
                  </a:lnTo>
                  <a:lnTo>
                    <a:pt x="18819" y="15697"/>
                  </a:lnTo>
                  <a:lnTo>
                    <a:pt x="18849" y="15787"/>
                  </a:lnTo>
                  <a:lnTo>
                    <a:pt x="19043" y="15787"/>
                  </a:lnTo>
                  <a:lnTo>
                    <a:pt x="19237" y="15787"/>
                  </a:lnTo>
                  <a:lnTo>
                    <a:pt x="19282" y="15787"/>
                  </a:lnTo>
                  <a:lnTo>
                    <a:pt x="19297" y="15817"/>
                  </a:lnTo>
                  <a:lnTo>
                    <a:pt x="19730" y="16802"/>
                  </a:lnTo>
                  <a:lnTo>
                    <a:pt x="20058" y="16772"/>
                  </a:lnTo>
                  <a:lnTo>
                    <a:pt x="20461" y="16742"/>
                  </a:lnTo>
                  <a:lnTo>
                    <a:pt x="20536" y="16742"/>
                  </a:lnTo>
                  <a:lnTo>
                    <a:pt x="20581" y="16757"/>
                  </a:lnTo>
                  <a:lnTo>
                    <a:pt x="20611" y="16757"/>
                  </a:lnTo>
                  <a:lnTo>
                    <a:pt x="20641" y="16772"/>
                  </a:lnTo>
                  <a:lnTo>
                    <a:pt x="20775" y="16802"/>
                  </a:lnTo>
                  <a:lnTo>
                    <a:pt x="20880" y="16877"/>
                  </a:lnTo>
                  <a:lnTo>
                    <a:pt x="20939" y="16922"/>
                  </a:lnTo>
                  <a:lnTo>
                    <a:pt x="20969" y="16967"/>
                  </a:lnTo>
                  <a:lnTo>
                    <a:pt x="20999" y="17026"/>
                  </a:lnTo>
                  <a:lnTo>
                    <a:pt x="21014" y="17086"/>
                  </a:lnTo>
                  <a:lnTo>
                    <a:pt x="21029" y="17146"/>
                  </a:lnTo>
                  <a:lnTo>
                    <a:pt x="21104" y="17280"/>
                  </a:lnTo>
                  <a:lnTo>
                    <a:pt x="21163" y="17355"/>
                  </a:lnTo>
                  <a:lnTo>
                    <a:pt x="21238" y="17400"/>
                  </a:lnTo>
                  <a:lnTo>
                    <a:pt x="21343" y="17444"/>
                  </a:lnTo>
                  <a:lnTo>
                    <a:pt x="21432" y="17444"/>
                  </a:lnTo>
                  <a:lnTo>
                    <a:pt x="21462" y="17444"/>
                  </a:lnTo>
                  <a:lnTo>
                    <a:pt x="21462" y="17444"/>
                  </a:lnTo>
                  <a:lnTo>
                    <a:pt x="21477" y="17429"/>
                  </a:lnTo>
                  <a:lnTo>
                    <a:pt x="21462" y="17400"/>
                  </a:lnTo>
                  <a:lnTo>
                    <a:pt x="21417" y="17280"/>
                  </a:lnTo>
                  <a:lnTo>
                    <a:pt x="21417" y="17131"/>
                  </a:lnTo>
                  <a:lnTo>
                    <a:pt x="21462" y="16981"/>
                  </a:lnTo>
                  <a:lnTo>
                    <a:pt x="21552" y="16877"/>
                  </a:lnTo>
                  <a:lnTo>
                    <a:pt x="21611" y="16817"/>
                  </a:lnTo>
                  <a:lnTo>
                    <a:pt x="21686" y="16772"/>
                  </a:lnTo>
                  <a:lnTo>
                    <a:pt x="21806" y="16698"/>
                  </a:lnTo>
                  <a:lnTo>
                    <a:pt x="21806" y="16638"/>
                  </a:lnTo>
                  <a:lnTo>
                    <a:pt x="21791" y="16504"/>
                  </a:lnTo>
                  <a:lnTo>
                    <a:pt x="21850" y="16399"/>
                  </a:lnTo>
                  <a:lnTo>
                    <a:pt x="21925" y="16309"/>
                  </a:lnTo>
                  <a:lnTo>
                    <a:pt x="22030" y="16250"/>
                  </a:lnTo>
                  <a:lnTo>
                    <a:pt x="22149" y="16190"/>
                  </a:lnTo>
                  <a:lnTo>
                    <a:pt x="22254" y="16175"/>
                  </a:lnTo>
                  <a:lnTo>
                    <a:pt x="22298" y="16175"/>
                  </a:lnTo>
                  <a:lnTo>
                    <a:pt x="22358" y="16160"/>
                  </a:lnTo>
                  <a:lnTo>
                    <a:pt x="22418" y="16130"/>
                  </a:lnTo>
                  <a:lnTo>
                    <a:pt x="22463" y="16100"/>
                  </a:lnTo>
                  <a:lnTo>
                    <a:pt x="22508" y="16041"/>
                  </a:lnTo>
                  <a:lnTo>
                    <a:pt x="22522" y="15981"/>
                  </a:lnTo>
                  <a:lnTo>
                    <a:pt x="22522" y="15981"/>
                  </a:lnTo>
                  <a:lnTo>
                    <a:pt x="22552" y="15891"/>
                  </a:lnTo>
                  <a:lnTo>
                    <a:pt x="22657" y="15697"/>
                  </a:lnTo>
                  <a:lnTo>
                    <a:pt x="22746" y="15682"/>
                  </a:lnTo>
                  <a:lnTo>
                    <a:pt x="22761" y="15682"/>
                  </a:lnTo>
                  <a:lnTo>
                    <a:pt x="22851" y="15682"/>
                  </a:lnTo>
                  <a:lnTo>
                    <a:pt x="22896" y="15712"/>
                  </a:lnTo>
                  <a:lnTo>
                    <a:pt x="22896" y="15727"/>
                  </a:lnTo>
                  <a:lnTo>
                    <a:pt x="22896" y="15727"/>
                  </a:lnTo>
                  <a:lnTo>
                    <a:pt x="22941" y="15682"/>
                  </a:lnTo>
                  <a:lnTo>
                    <a:pt x="22971" y="15607"/>
                  </a:lnTo>
                  <a:lnTo>
                    <a:pt x="22985" y="15578"/>
                  </a:lnTo>
                  <a:lnTo>
                    <a:pt x="22985" y="15548"/>
                  </a:lnTo>
                  <a:lnTo>
                    <a:pt x="23015" y="15488"/>
                  </a:lnTo>
                  <a:lnTo>
                    <a:pt x="23060" y="15383"/>
                  </a:lnTo>
                  <a:lnTo>
                    <a:pt x="23120" y="15264"/>
                  </a:lnTo>
                  <a:lnTo>
                    <a:pt x="23135" y="15159"/>
                  </a:lnTo>
                  <a:lnTo>
                    <a:pt x="23150" y="15130"/>
                  </a:lnTo>
                  <a:lnTo>
                    <a:pt x="23180" y="15025"/>
                  </a:lnTo>
                  <a:lnTo>
                    <a:pt x="23269" y="14876"/>
                  </a:lnTo>
                  <a:lnTo>
                    <a:pt x="23359" y="14831"/>
                  </a:lnTo>
                  <a:lnTo>
                    <a:pt x="23463" y="14816"/>
                  </a:lnTo>
                  <a:lnTo>
                    <a:pt x="23523" y="14831"/>
                  </a:lnTo>
                  <a:lnTo>
                    <a:pt x="23538" y="14846"/>
                  </a:lnTo>
                  <a:lnTo>
                    <a:pt x="23568" y="14846"/>
                  </a:lnTo>
                  <a:lnTo>
                    <a:pt x="23613" y="14846"/>
                  </a:lnTo>
                  <a:lnTo>
                    <a:pt x="23658" y="14816"/>
                  </a:lnTo>
                  <a:lnTo>
                    <a:pt x="23717" y="14771"/>
                  </a:lnTo>
                  <a:lnTo>
                    <a:pt x="23807" y="14756"/>
                  </a:lnTo>
                  <a:lnTo>
                    <a:pt x="23852" y="14756"/>
                  </a:lnTo>
                  <a:lnTo>
                    <a:pt x="23882" y="14786"/>
                  </a:lnTo>
                  <a:lnTo>
                    <a:pt x="23971" y="14831"/>
                  </a:lnTo>
                  <a:lnTo>
                    <a:pt x="24240" y="14846"/>
                  </a:lnTo>
                  <a:lnTo>
                    <a:pt x="24255" y="14846"/>
                  </a:lnTo>
                  <a:lnTo>
                    <a:pt x="24345" y="14876"/>
                  </a:lnTo>
                  <a:lnTo>
                    <a:pt x="24509" y="14920"/>
                  </a:lnTo>
                  <a:lnTo>
                    <a:pt x="24628" y="14965"/>
                  </a:lnTo>
                  <a:lnTo>
                    <a:pt x="24688" y="15025"/>
                  </a:lnTo>
                  <a:lnTo>
                    <a:pt x="24733" y="15055"/>
                  </a:lnTo>
                  <a:lnTo>
                    <a:pt x="24763" y="15085"/>
                  </a:lnTo>
                  <a:lnTo>
                    <a:pt x="24793" y="15100"/>
                  </a:lnTo>
                  <a:lnTo>
                    <a:pt x="24837" y="15115"/>
                  </a:lnTo>
                  <a:lnTo>
                    <a:pt x="24867" y="15115"/>
                  </a:lnTo>
                  <a:lnTo>
                    <a:pt x="24927" y="15115"/>
                  </a:lnTo>
                  <a:lnTo>
                    <a:pt x="25032" y="15130"/>
                  </a:lnTo>
                  <a:lnTo>
                    <a:pt x="25136" y="15144"/>
                  </a:lnTo>
                  <a:lnTo>
                    <a:pt x="25166" y="15159"/>
                  </a:lnTo>
                  <a:lnTo>
                    <a:pt x="25196" y="15174"/>
                  </a:lnTo>
                  <a:lnTo>
                    <a:pt x="25256" y="15219"/>
                  </a:lnTo>
                  <a:lnTo>
                    <a:pt x="25315" y="15234"/>
                  </a:lnTo>
                  <a:lnTo>
                    <a:pt x="25300" y="15174"/>
                  </a:lnTo>
                  <a:lnTo>
                    <a:pt x="25285" y="15115"/>
                  </a:lnTo>
                  <a:lnTo>
                    <a:pt x="25256" y="15025"/>
                  </a:lnTo>
                  <a:lnTo>
                    <a:pt x="25241" y="14950"/>
                  </a:lnTo>
                  <a:lnTo>
                    <a:pt x="25241" y="14920"/>
                  </a:lnTo>
                  <a:lnTo>
                    <a:pt x="25226" y="14771"/>
                  </a:lnTo>
                  <a:lnTo>
                    <a:pt x="25270" y="14592"/>
                  </a:lnTo>
                  <a:lnTo>
                    <a:pt x="25330" y="14487"/>
                  </a:lnTo>
                  <a:lnTo>
                    <a:pt x="25420" y="14413"/>
                  </a:lnTo>
                  <a:lnTo>
                    <a:pt x="25524" y="14338"/>
                  </a:lnTo>
                  <a:lnTo>
                    <a:pt x="25644" y="14308"/>
                  </a:lnTo>
                  <a:lnTo>
                    <a:pt x="25763" y="14293"/>
                  </a:lnTo>
                  <a:lnTo>
                    <a:pt x="25868" y="14293"/>
                  </a:lnTo>
                  <a:lnTo>
                    <a:pt x="25987" y="14308"/>
                  </a:lnTo>
                  <a:lnTo>
                    <a:pt x="26062" y="14383"/>
                  </a:lnTo>
                  <a:lnTo>
                    <a:pt x="26107" y="14428"/>
                  </a:lnTo>
                  <a:lnTo>
                    <a:pt x="26211" y="14487"/>
                  </a:lnTo>
                  <a:lnTo>
                    <a:pt x="26346" y="14577"/>
                  </a:lnTo>
                  <a:lnTo>
                    <a:pt x="26480" y="14622"/>
                  </a:lnTo>
                  <a:lnTo>
                    <a:pt x="26585" y="14667"/>
                  </a:lnTo>
                  <a:lnTo>
                    <a:pt x="26674" y="14696"/>
                  </a:lnTo>
                  <a:lnTo>
                    <a:pt x="26779" y="14711"/>
                  </a:lnTo>
                  <a:lnTo>
                    <a:pt x="26913" y="14771"/>
                  </a:lnTo>
                  <a:lnTo>
                    <a:pt x="27033" y="14816"/>
                  </a:lnTo>
                  <a:lnTo>
                    <a:pt x="27107" y="14831"/>
                  </a:lnTo>
                  <a:lnTo>
                    <a:pt x="27122" y="14831"/>
                  </a:lnTo>
                  <a:lnTo>
                    <a:pt x="27167" y="14816"/>
                  </a:lnTo>
                  <a:lnTo>
                    <a:pt x="27182" y="14801"/>
                  </a:lnTo>
                  <a:lnTo>
                    <a:pt x="27182" y="14786"/>
                  </a:lnTo>
                  <a:lnTo>
                    <a:pt x="27227" y="14711"/>
                  </a:lnTo>
                  <a:lnTo>
                    <a:pt x="27331" y="14637"/>
                  </a:lnTo>
                  <a:lnTo>
                    <a:pt x="27451" y="14622"/>
                  </a:lnTo>
                  <a:lnTo>
                    <a:pt x="27555" y="14622"/>
                  </a:lnTo>
                  <a:lnTo>
                    <a:pt x="27615" y="14622"/>
                  </a:lnTo>
                  <a:lnTo>
                    <a:pt x="27675" y="14652"/>
                  </a:lnTo>
                  <a:lnTo>
                    <a:pt x="27735" y="14696"/>
                  </a:lnTo>
                  <a:lnTo>
                    <a:pt x="27794" y="14741"/>
                  </a:lnTo>
                  <a:lnTo>
                    <a:pt x="27824" y="14741"/>
                  </a:lnTo>
                  <a:lnTo>
                    <a:pt x="27884" y="14756"/>
                  </a:lnTo>
                  <a:lnTo>
                    <a:pt x="27959" y="14741"/>
                  </a:lnTo>
                  <a:lnTo>
                    <a:pt x="28048" y="14711"/>
                  </a:lnTo>
                  <a:lnTo>
                    <a:pt x="28108" y="14667"/>
                  </a:lnTo>
                  <a:lnTo>
                    <a:pt x="28168" y="14637"/>
                  </a:lnTo>
                  <a:lnTo>
                    <a:pt x="28242" y="14592"/>
                  </a:lnTo>
                  <a:lnTo>
                    <a:pt x="28287" y="14592"/>
                  </a:lnTo>
                  <a:lnTo>
                    <a:pt x="28332" y="14577"/>
                  </a:lnTo>
                  <a:lnTo>
                    <a:pt x="28481" y="14622"/>
                  </a:lnTo>
                  <a:lnTo>
                    <a:pt x="28556" y="14696"/>
                  </a:lnTo>
                  <a:lnTo>
                    <a:pt x="28571" y="14711"/>
                  </a:lnTo>
                  <a:lnTo>
                    <a:pt x="28586" y="14711"/>
                  </a:lnTo>
                  <a:lnTo>
                    <a:pt x="28691" y="14726"/>
                  </a:lnTo>
                  <a:lnTo>
                    <a:pt x="28705" y="14726"/>
                  </a:lnTo>
                  <a:lnTo>
                    <a:pt x="28840" y="14726"/>
                  </a:lnTo>
                  <a:lnTo>
                    <a:pt x="28944" y="14696"/>
                  </a:lnTo>
                  <a:lnTo>
                    <a:pt x="28974" y="14696"/>
                  </a:lnTo>
                  <a:lnTo>
                    <a:pt x="29124" y="14696"/>
                  </a:lnTo>
                  <a:lnTo>
                    <a:pt x="29243" y="14696"/>
                  </a:lnTo>
                  <a:lnTo>
                    <a:pt x="29363" y="14696"/>
                  </a:lnTo>
                  <a:lnTo>
                    <a:pt x="29631" y="14711"/>
                  </a:lnTo>
                  <a:lnTo>
                    <a:pt x="29811" y="14741"/>
                  </a:lnTo>
                  <a:lnTo>
                    <a:pt x="29855" y="14741"/>
                  </a:lnTo>
                  <a:lnTo>
                    <a:pt x="30079" y="14786"/>
                  </a:lnTo>
                  <a:lnTo>
                    <a:pt x="30303" y="14861"/>
                  </a:lnTo>
                  <a:lnTo>
                    <a:pt x="30408" y="14891"/>
                  </a:lnTo>
                  <a:lnTo>
                    <a:pt x="30483" y="14935"/>
                  </a:lnTo>
                  <a:lnTo>
                    <a:pt x="30542" y="14980"/>
                  </a:lnTo>
                  <a:lnTo>
                    <a:pt x="30602" y="15040"/>
                  </a:lnTo>
                  <a:lnTo>
                    <a:pt x="30617" y="15055"/>
                  </a:lnTo>
                  <a:lnTo>
                    <a:pt x="30707" y="15159"/>
                  </a:lnTo>
                  <a:lnTo>
                    <a:pt x="30901" y="15219"/>
                  </a:lnTo>
                  <a:lnTo>
                    <a:pt x="31005" y="15249"/>
                  </a:lnTo>
                  <a:lnTo>
                    <a:pt x="31095" y="15249"/>
                  </a:lnTo>
                  <a:lnTo>
                    <a:pt x="31229" y="15264"/>
                  </a:lnTo>
                  <a:lnTo>
                    <a:pt x="31304" y="15309"/>
                  </a:lnTo>
                  <a:lnTo>
                    <a:pt x="31394" y="15398"/>
                  </a:lnTo>
                  <a:lnTo>
                    <a:pt x="31543" y="15518"/>
                  </a:lnTo>
                  <a:lnTo>
                    <a:pt x="31513" y="15473"/>
                  </a:lnTo>
                  <a:lnTo>
                    <a:pt x="31498" y="15428"/>
                  </a:lnTo>
                  <a:lnTo>
                    <a:pt x="31439" y="15294"/>
                  </a:lnTo>
                  <a:lnTo>
                    <a:pt x="31394" y="15219"/>
                  </a:lnTo>
                  <a:lnTo>
                    <a:pt x="31364" y="15174"/>
                  </a:lnTo>
                  <a:lnTo>
                    <a:pt x="31334" y="15130"/>
                  </a:lnTo>
                  <a:lnTo>
                    <a:pt x="31304" y="15055"/>
                  </a:lnTo>
                  <a:lnTo>
                    <a:pt x="31274" y="14965"/>
                  </a:lnTo>
                  <a:lnTo>
                    <a:pt x="31274" y="14906"/>
                  </a:lnTo>
                  <a:lnTo>
                    <a:pt x="31274" y="14876"/>
                  </a:lnTo>
                  <a:lnTo>
                    <a:pt x="31304" y="14831"/>
                  </a:lnTo>
                  <a:lnTo>
                    <a:pt x="31334" y="14801"/>
                  </a:lnTo>
                  <a:lnTo>
                    <a:pt x="31349" y="14786"/>
                  </a:lnTo>
                  <a:lnTo>
                    <a:pt x="31364" y="14786"/>
                  </a:lnTo>
                  <a:lnTo>
                    <a:pt x="31394" y="14786"/>
                  </a:lnTo>
                  <a:lnTo>
                    <a:pt x="31468" y="14771"/>
                  </a:lnTo>
                  <a:lnTo>
                    <a:pt x="31528" y="14756"/>
                  </a:lnTo>
                  <a:lnTo>
                    <a:pt x="31498" y="14711"/>
                  </a:lnTo>
                  <a:lnTo>
                    <a:pt x="31468" y="14681"/>
                  </a:lnTo>
                  <a:lnTo>
                    <a:pt x="31453" y="14667"/>
                  </a:lnTo>
                  <a:lnTo>
                    <a:pt x="31439" y="14667"/>
                  </a:lnTo>
                  <a:lnTo>
                    <a:pt x="31424" y="14637"/>
                  </a:lnTo>
                  <a:lnTo>
                    <a:pt x="31394" y="14592"/>
                  </a:lnTo>
                  <a:lnTo>
                    <a:pt x="31379" y="14562"/>
                  </a:lnTo>
                  <a:lnTo>
                    <a:pt x="31379" y="14517"/>
                  </a:lnTo>
                  <a:lnTo>
                    <a:pt x="31394" y="14487"/>
                  </a:lnTo>
                  <a:lnTo>
                    <a:pt x="31439" y="14443"/>
                  </a:lnTo>
                  <a:lnTo>
                    <a:pt x="31468" y="14428"/>
                  </a:lnTo>
                  <a:lnTo>
                    <a:pt x="31528" y="14413"/>
                  </a:lnTo>
                  <a:lnTo>
                    <a:pt x="31588" y="14413"/>
                  </a:lnTo>
                  <a:lnTo>
                    <a:pt x="31633" y="14413"/>
                  </a:lnTo>
                  <a:lnTo>
                    <a:pt x="31618" y="14398"/>
                  </a:lnTo>
                  <a:lnTo>
                    <a:pt x="31603" y="14383"/>
                  </a:lnTo>
                  <a:lnTo>
                    <a:pt x="31588" y="14353"/>
                  </a:lnTo>
                  <a:lnTo>
                    <a:pt x="31588" y="14338"/>
                  </a:lnTo>
                  <a:lnTo>
                    <a:pt x="31588" y="14338"/>
                  </a:lnTo>
                  <a:lnTo>
                    <a:pt x="31573" y="14338"/>
                  </a:lnTo>
                  <a:lnTo>
                    <a:pt x="31528" y="14293"/>
                  </a:lnTo>
                  <a:lnTo>
                    <a:pt x="31498" y="14099"/>
                  </a:lnTo>
                  <a:lnTo>
                    <a:pt x="31468" y="13965"/>
                  </a:lnTo>
                  <a:lnTo>
                    <a:pt x="31394" y="13875"/>
                  </a:lnTo>
                  <a:lnTo>
                    <a:pt x="31349" y="13830"/>
                  </a:lnTo>
                  <a:lnTo>
                    <a:pt x="31319" y="13785"/>
                  </a:lnTo>
                  <a:lnTo>
                    <a:pt x="31274" y="13726"/>
                  </a:lnTo>
                  <a:lnTo>
                    <a:pt x="31215" y="13651"/>
                  </a:lnTo>
                  <a:lnTo>
                    <a:pt x="31005" y="13382"/>
                  </a:lnTo>
                  <a:lnTo>
                    <a:pt x="30856" y="13113"/>
                  </a:lnTo>
                  <a:lnTo>
                    <a:pt x="30811" y="12964"/>
                  </a:lnTo>
                  <a:lnTo>
                    <a:pt x="30796" y="12859"/>
                  </a:lnTo>
                  <a:lnTo>
                    <a:pt x="30796" y="12770"/>
                  </a:lnTo>
                  <a:lnTo>
                    <a:pt x="30796" y="12695"/>
                  </a:lnTo>
                  <a:lnTo>
                    <a:pt x="30796" y="12635"/>
                  </a:lnTo>
                  <a:lnTo>
                    <a:pt x="30781" y="12576"/>
                  </a:lnTo>
                  <a:lnTo>
                    <a:pt x="30752" y="12531"/>
                  </a:lnTo>
                  <a:lnTo>
                    <a:pt x="30707" y="12516"/>
                  </a:lnTo>
                  <a:lnTo>
                    <a:pt x="30602" y="12501"/>
                  </a:lnTo>
                  <a:lnTo>
                    <a:pt x="30528" y="12501"/>
                  </a:lnTo>
                  <a:lnTo>
                    <a:pt x="30438" y="12486"/>
                  </a:lnTo>
                  <a:lnTo>
                    <a:pt x="30348" y="12471"/>
                  </a:lnTo>
                  <a:lnTo>
                    <a:pt x="30289" y="12441"/>
                  </a:lnTo>
                  <a:lnTo>
                    <a:pt x="30259" y="12411"/>
                  </a:lnTo>
                  <a:lnTo>
                    <a:pt x="30244" y="12382"/>
                  </a:lnTo>
                  <a:lnTo>
                    <a:pt x="30229" y="12352"/>
                  </a:lnTo>
                  <a:lnTo>
                    <a:pt x="30229" y="12322"/>
                  </a:lnTo>
                  <a:lnTo>
                    <a:pt x="30229" y="12292"/>
                  </a:lnTo>
                  <a:lnTo>
                    <a:pt x="30244" y="12247"/>
                  </a:lnTo>
                  <a:lnTo>
                    <a:pt x="30289" y="12202"/>
                  </a:lnTo>
                  <a:lnTo>
                    <a:pt x="30348" y="12143"/>
                  </a:lnTo>
                  <a:lnTo>
                    <a:pt x="30408" y="12113"/>
                  </a:lnTo>
                  <a:lnTo>
                    <a:pt x="30468" y="12098"/>
                  </a:lnTo>
                  <a:lnTo>
                    <a:pt x="30557" y="12098"/>
                  </a:lnTo>
                  <a:lnTo>
                    <a:pt x="30707" y="12083"/>
                  </a:lnTo>
                  <a:lnTo>
                    <a:pt x="30990" y="12053"/>
                  </a:lnTo>
                  <a:lnTo>
                    <a:pt x="31140" y="12008"/>
                  </a:lnTo>
                  <a:lnTo>
                    <a:pt x="31244" y="11963"/>
                  </a:lnTo>
                  <a:lnTo>
                    <a:pt x="31304" y="11933"/>
                  </a:lnTo>
                  <a:lnTo>
                    <a:pt x="31349" y="11889"/>
                  </a:lnTo>
                  <a:lnTo>
                    <a:pt x="31498" y="11784"/>
                  </a:lnTo>
                  <a:lnTo>
                    <a:pt x="31663" y="11754"/>
                  </a:lnTo>
                  <a:lnTo>
                    <a:pt x="31677" y="11754"/>
                  </a:lnTo>
                  <a:lnTo>
                    <a:pt x="31782" y="11769"/>
                  </a:lnTo>
                  <a:lnTo>
                    <a:pt x="31872" y="11829"/>
                  </a:lnTo>
                  <a:lnTo>
                    <a:pt x="31902" y="11889"/>
                  </a:lnTo>
                  <a:lnTo>
                    <a:pt x="31931" y="11978"/>
                  </a:lnTo>
                  <a:lnTo>
                    <a:pt x="31946" y="11978"/>
                  </a:lnTo>
                  <a:lnTo>
                    <a:pt x="31961" y="11978"/>
                  </a:lnTo>
                  <a:lnTo>
                    <a:pt x="32006" y="11978"/>
                  </a:lnTo>
                  <a:lnTo>
                    <a:pt x="32036" y="11978"/>
                  </a:lnTo>
                  <a:lnTo>
                    <a:pt x="32066" y="11963"/>
                  </a:lnTo>
                  <a:lnTo>
                    <a:pt x="32096" y="11948"/>
                  </a:lnTo>
                  <a:lnTo>
                    <a:pt x="32111" y="11933"/>
                  </a:lnTo>
                  <a:lnTo>
                    <a:pt x="32126" y="11919"/>
                  </a:lnTo>
                  <a:lnTo>
                    <a:pt x="32185" y="11889"/>
                  </a:lnTo>
                  <a:lnTo>
                    <a:pt x="32245" y="11874"/>
                  </a:lnTo>
                  <a:lnTo>
                    <a:pt x="32320" y="11889"/>
                  </a:lnTo>
                  <a:lnTo>
                    <a:pt x="32379" y="11919"/>
                  </a:lnTo>
                  <a:lnTo>
                    <a:pt x="32394" y="11933"/>
                  </a:lnTo>
                  <a:lnTo>
                    <a:pt x="32409" y="11948"/>
                  </a:lnTo>
                  <a:lnTo>
                    <a:pt x="32409" y="11963"/>
                  </a:lnTo>
                  <a:lnTo>
                    <a:pt x="32439" y="11963"/>
                  </a:lnTo>
                  <a:lnTo>
                    <a:pt x="32454" y="11963"/>
                  </a:lnTo>
                  <a:lnTo>
                    <a:pt x="32484" y="11963"/>
                  </a:lnTo>
                  <a:lnTo>
                    <a:pt x="32499" y="11948"/>
                  </a:lnTo>
                  <a:lnTo>
                    <a:pt x="32514" y="11933"/>
                  </a:lnTo>
                  <a:lnTo>
                    <a:pt x="32529" y="11904"/>
                  </a:lnTo>
                  <a:lnTo>
                    <a:pt x="32529" y="11859"/>
                  </a:lnTo>
                  <a:lnTo>
                    <a:pt x="32514" y="11739"/>
                  </a:lnTo>
                  <a:lnTo>
                    <a:pt x="32439" y="11709"/>
                  </a:lnTo>
                  <a:lnTo>
                    <a:pt x="32394" y="11680"/>
                  </a:lnTo>
                  <a:lnTo>
                    <a:pt x="32335" y="11650"/>
                  </a:lnTo>
                  <a:lnTo>
                    <a:pt x="32305" y="11620"/>
                  </a:lnTo>
                  <a:lnTo>
                    <a:pt x="32290" y="11605"/>
                  </a:lnTo>
                  <a:lnTo>
                    <a:pt x="32215" y="11560"/>
                  </a:lnTo>
                  <a:lnTo>
                    <a:pt x="32126" y="11441"/>
                  </a:lnTo>
                  <a:lnTo>
                    <a:pt x="32126" y="11336"/>
                  </a:lnTo>
                  <a:lnTo>
                    <a:pt x="32140" y="11157"/>
                  </a:lnTo>
                  <a:lnTo>
                    <a:pt x="32140" y="10798"/>
                  </a:lnTo>
                  <a:lnTo>
                    <a:pt x="32140" y="10350"/>
                  </a:lnTo>
                  <a:lnTo>
                    <a:pt x="32155" y="10052"/>
                  </a:lnTo>
                  <a:lnTo>
                    <a:pt x="32170" y="9858"/>
                  </a:lnTo>
                  <a:lnTo>
                    <a:pt x="32170" y="9738"/>
                  </a:lnTo>
                  <a:lnTo>
                    <a:pt x="32170" y="9663"/>
                  </a:lnTo>
                  <a:lnTo>
                    <a:pt x="32170" y="9589"/>
                  </a:lnTo>
                  <a:lnTo>
                    <a:pt x="32170" y="9544"/>
                  </a:lnTo>
                  <a:lnTo>
                    <a:pt x="32185" y="9514"/>
                  </a:lnTo>
                  <a:lnTo>
                    <a:pt x="32215" y="9484"/>
                  </a:lnTo>
                  <a:lnTo>
                    <a:pt x="32260" y="9469"/>
                  </a:lnTo>
                  <a:lnTo>
                    <a:pt x="32290" y="9469"/>
                  </a:lnTo>
                  <a:lnTo>
                    <a:pt x="32335" y="9484"/>
                  </a:lnTo>
                  <a:lnTo>
                    <a:pt x="32379" y="9514"/>
                  </a:lnTo>
                  <a:lnTo>
                    <a:pt x="32439" y="9574"/>
                  </a:lnTo>
                  <a:lnTo>
                    <a:pt x="32484" y="9604"/>
                  </a:lnTo>
                  <a:lnTo>
                    <a:pt x="32663" y="9678"/>
                  </a:lnTo>
                  <a:lnTo>
                    <a:pt x="32902" y="9768"/>
                  </a:lnTo>
                  <a:lnTo>
                    <a:pt x="33037" y="9798"/>
                  </a:lnTo>
                  <a:lnTo>
                    <a:pt x="33081" y="9798"/>
                  </a:lnTo>
                  <a:lnTo>
                    <a:pt x="33156" y="9798"/>
                  </a:lnTo>
                  <a:lnTo>
                    <a:pt x="33305" y="9783"/>
                  </a:lnTo>
                  <a:lnTo>
                    <a:pt x="33455" y="9783"/>
                  </a:lnTo>
                  <a:lnTo>
                    <a:pt x="33589" y="9783"/>
                  </a:lnTo>
                  <a:lnTo>
                    <a:pt x="33738" y="9828"/>
                  </a:lnTo>
                  <a:lnTo>
                    <a:pt x="33768" y="9872"/>
                  </a:lnTo>
                  <a:lnTo>
                    <a:pt x="33783" y="9902"/>
                  </a:lnTo>
                  <a:lnTo>
                    <a:pt x="33798" y="9932"/>
                  </a:lnTo>
                  <a:lnTo>
                    <a:pt x="33813" y="9977"/>
                  </a:lnTo>
                  <a:lnTo>
                    <a:pt x="33828" y="9992"/>
                  </a:lnTo>
                  <a:lnTo>
                    <a:pt x="33843" y="9992"/>
                  </a:lnTo>
                  <a:lnTo>
                    <a:pt x="33858" y="9977"/>
                  </a:lnTo>
                  <a:lnTo>
                    <a:pt x="33903" y="9962"/>
                  </a:lnTo>
                  <a:lnTo>
                    <a:pt x="33933" y="9932"/>
                  </a:lnTo>
                  <a:lnTo>
                    <a:pt x="33963" y="9887"/>
                  </a:lnTo>
                  <a:lnTo>
                    <a:pt x="33977" y="9828"/>
                  </a:lnTo>
                  <a:lnTo>
                    <a:pt x="34007" y="9768"/>
                  </a:lnTo>
                  <a:lnTo>
                    <a:pt x="34112" y="9723"/>
                  </a:lnTo>
                  <a:lnTo>
                    <a:pt x="34172" y="9723"/>
                  </a:lnTo>
                  <a:lnTo>
                    <a:pt x="34201" y="9723"/>
                  </a:lnTo>
                  <a:lnTo>
                    <a:pt x="34216" y="9708"/>
                  </a:lnTo>
                  <a:lnTo>
                    <a:pt x="34246" y="9708"/>
                  </a:lnTo>
                  <a:lnTo>
                    <a:pt x="34276" y="9708"/>
                  </a:lnTo>
                  <a:lnTo>
                    <a:pt x="34336" y="9708"/>
                  </a:lnTo>
                  <a:lnTo>
                    <a:pt x="34381" y="9634"/>
                  </a:lnTo>
                  <a:lnTo>
                    <a:pt x="34411" y="9574"/>
                  </a:lnTo>
                  <a:lnTo>
                    <a:pt x="34425" y="9544"/>
                  </a:lnTo>
                  <a:lnTo>
                    <a:pt x="34425" y="9529"/>
                  </a:lnTo>
                  <a:lnTo>
                    <a:pt x="34425" y="9529"/>
                  </a:lnTo>
                  <a:lnTo>
                    <a:pt x="34411" y="9499"/>
                  </a:lnTo>
                  <a:lnTo>
                    <a:pt x="34381" y="9439"/>
                  </a:lnTo>
                  <a:lnTo>
                    <a:pt x="34336" y="9365"/>
                  </a:lnTo>
                  <a:lnTo>
                    <a:pt x="34276" y="9260"/>
                  </a:lnTo>
                  <a:lnTo>
                    <a:pt x="34037" y="8842"/>
                  </a:lnTo>
                  <a:lnTo>
                    <a:pt x="33963" y="8588"/>
                  </a:lnTo>
                  <a:lnTo>
                    <a:pt x="33948" y="8439"/>
                  </a:lnTo>
                  <a:lnTo>
                    <a:pt x="33948" y="8319"/>
                  </a:lnTo>
                  <a:lnTo>
                    <a:pt x="33963" y="8170"/>
                  </a:lnTo>
                  <a:lnTo>
                    <a:pt x="33992" y="8140"/>
                  </a:lnTo>
                  <a:lnTo>
                    <a:pt x="34067" y="8095"/>
                  </a:lnTo>
                  <a:lnTo>
                    <a:pt x="34157" y="8095"/>
                  </a:lnTo>
                  <a:lnTo>
                    <a:pt x="34201" y="8095"/>
                  </a:lnTo>
                  <a:lnTo>
                    <a:pt x="34246" y="8080"/>
                  </a:lnTo>
                  <a:lnTo>
                    <a:pt x="34291" y="8080"/>
                  </a:lnTo>
                  <a:lnTo>
                    <a:pt x="34336" y="8080"/>
                  </a:lnTo>
                  <a:lnTo>
                    <a:pt x="34396" y="8080"/>
                  </a:lnTo>
                  <a:lnTo>
                    <a:pt x="34440" y="8065"/>
                  </a:lnTo>
                  <a:lnTo>
                    <a:pt x="34455" y="8050"/>
                  </a:lnTo>
                  <a:lnTo>
                    <a:pt x="34515" y="7991"/>
                  </a:lnTo>
                  <a:lnTo>
                    <a:pt x="34635" y="7946"/>
                  </a:lnTo>
                  <a:lnTo>
                    <a:pt x="34679" y="7916"/>
                  </a:lnTo>
                  <a:lnTo>
                    <a:pt x="34709" y="7841"/>
                  </a:lnTo>
                  <a:lnTo>
                    <a:pt x="34709" y="7767"/>
                  </a:lnTo>
                  <a:lnTo>
                    <a:pt x="34709" y="7692"/>
                  </a:lnTo>
                  <a:lnTo>
                    <a:pt x="34709" y="7692"/>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62"/>
            <p:cNvSpPr/>
            <p:nvPr/>
          </p:nvSpPr>
          <p:spPr>
            <a:xfrm>
              <a:off x="3635250" y="2268875"/>
              <a:ext cx="189300" cy="131450"/>
            </a:xfrm>
            <a:custGeom>
              <a:rect b="b" l="l" r="r" t="t"/>
              <a:pathLst>
                <a:path extrusionOk="0" h="5258" w="7572">
                  <a:moveTo>
                    <a:pt x="2255" y="0"/>
                  </a:moveTo>
                  <a:lnTo>
                    <a:pt x="2240" y="15"/>
                  </a:lnTo>
                  <a:lnTo>
                    <a:pt x="2225" y="45"/>
                  </a:lnTo>
                  <a:lnTo>
                    <a:pt x="2210" y="75"/>
                  </a:lnTo>
                  <a:lnTo>
                    <a:pt x="2181" y="120"/>
                  </a:lnTo>
                  <a:lnTo>
                    <a:pt x="2151" y="209"/>
                  </a:lnTo>
                  <a:lnTo>
                    <a:pt x="2091" y="284"/>
                  </a:lnTo>
                  <a:lnTo>
                    <a:pt x="2031" y="329"/>
                  </a:lnTo>
                  <a:lnTo>
                    <a:pt x="1971" y="374"/>
                  </a:lnTo>
                  <a:lnTo>
                    <a:pt x="1927" y="404"/>
                  </a:lnTo>
                  <a:lnTo>
                    <a:pt x="1897" y="418"/>
                  </a:lnTo>
                  <a:lnTo>
                    <a:pt x="1882" y="448"/>
                  </a:lnTo>
                  <a:lnTo>
                    <a:pt x="1852" y="463"/>
                  </a:lnTo>
                  <a:lnTo>
                    <a:pt x="1822" y="478"/>
                  </a:lnTo>
                  <a:lnTo>
                    <a:pt x="1792" y="493"/>
                  </a:lnTo>
                  <a:lnTo>
                    <a:pt x="1732" y="493"/>
                  </a:lnTo>
                  <a:lnTo>
                    <a:pt x="1703" y="478"/>
                  </a:lnTo>
                  <a:lnTo>
                    <a:pt x="1673" y="448"/>
                  </a:lnTo>
                  <a:lnTo>
                    <a:pt x="1643" y="404"/>
                  </a:lnTo>
                  <a:lnTo>
                    <a:pt x="1598" y="359"/>
                  </a:lnTo>
                  <a:lnTo>
                    <a:pt x="1553" y="329"/>
                  </a:lnTo>
                  <a:lnTo>
                    <a:pt x="1494" y="299"/>
                  </a:lnTo>
                  <a:lnTo>
                    <a:pt x="1464" y="299"/>
                  </a:lnTo>
                  <a:lnTo>
                    <a:pt x="1464" y="284"/>
                  </a:lnTo>
                  <a:lnTo>
                    <a:pt x="1419" y="284"/>
                  </a:lnTo>
                  <a:lnTo>
                    <a:pt x="1419" y="299"/>
                  </a:lnTo>
                  <a:lnTo>
                    <a:pt x="1404" y="299"/>
                  </a:lnTo>
                  <a:lnTo>
                    <a:pt x="1404" y="314"/>
                  </a:lnTo>
                  <a:lnTo>
                    <a:pt x="1389" y="404"/>
                  </a:lnTo>
                  <a:lnTo>
                    <a:pt x="1404" y="433"/>
                  </a:lnTo>
                  <a:lnTo>
                    <a:pt x="1419" y="463"/>
                  </a:lnTo>
                  <a:lnTo>
                    <a:pt x="1434" y="493"/>
                  </a:lnTo>
                  <a:lnTo>
                    <a:pt x="1434" y="538"/>
                  </a:lnTo>
                  <a:lnTo>
                    <a:pt x="1389" y="568"/>
                  </a:lnTo>
                  <a:lnTo>
                    <a:pt x="1359" y="568"/>
                  </a:lnTo>
                  <a:lnTo>
                    <a:pt x="1344" y="583"/>
                  </a:lnTo>
                  <a:lnTo>
                    <a:pt x="1359" y="628"/>
                  </a:lnTo>
                  <a:lnTo>
                    <a:pt x="1419" y="628"/>
                  </a:lnTo>
                  <a:lnTo>
                    <a:pt x="1449" y="657"/>
                  </a:lnTo>
                  <a:lnTo>
                    <a:pt x="1464" y="687"/>
                  </a:lnTo>
                  <a:lnTo>
                    <a:pt x="1479" y="732"/>
                  </a:lnTo>
                  <a:lnTo>
                    <a:pt x="1479" y="762"/>
                  </a:lnTo>
                  <a:lnTo>
                    <a:pt x="1494" y="837"/>
                  </a:lnTo>
                  <a:lnTo>
                    <a:pt x="1508" y="896"/>
                  </a:lnTo>
                  <a:lnTo>
                    <a:pt x="1494" y="956"/>
                  </a:lnTo>
                  <a:lnTo>
                    <a:pt x="1449" y="1001"/>
                  </a:lnTo>
                  <a:lnTo>
                    <a:pt x="1434" y="1016"/>
                  </a:lnTo>
                  <a:lnTo>
                    <a:pt x="1404" y="1016"/>
                  </a:lnTo>
                  <a:lnTo>
                    <a:pt x="1374" y="1031"/>
                  </a:lnTo>
                  <a:lnTo>
                    <a:pt x="1344" y="1031"/>
                  </a:lnTo>
                  <a:lnTo>
                    <a:pt x="1299" y="1046"/>
                  </a:lnTo>
                  <a:lnTo>
                    <a:pt x="1120" y="1046"/>
                  </a:lnTo>
                  <a:lnTo>
                    <a:pt x="1060" y="1031"/>
                  </a:lnTo>
                  <a:lnTo>
                    <a:pt x="971" y="1031"/>
                  </a:lnTo>
                  <a:lnTo>
                    <a:pt x="986" y="1046"/>
                  </a:lnTo>
                  <a:lnTo>
                    <a:pt x="986" y="1061"/>
                  </a:lnTo>
                  <a:lnTo>
                    <a:pt x="1001" y="1076"/>
                  </a:lnTo>
                  <a:lnTo>
                    <a:pt x="1031" y="1076"/>
                  </a:lnTo>
                  <a:lnTo>
                    <a:pt x="1060" y="1091"/>
                  </a:lnTo>
                  <a:lnTo>
                    <a:pt x="1075" y="1105"/>
                  </a:lnTo>
                  <a:lnTo>
                    <a:pt x="1090" y="1120"/>
                  </a:lnTo>
                  <a:lnTo>
                    <a:pt x="1105" y="1150"/>
                  </a:lnTo>
                  <a:lnTo>
                    <a:pt x="1120" y="1195"/>
                  </a:lnTo>
                  <a:lnTo>
                    <a:pt x="1120" y="1225"/>
                  </a:lnTo>
                  <a:lnTo>
                    <a:pt x="1120" y="1255"/>
                  </a:lnTo>
                  <a:lnTo>
                    <a:pt x="1120" y="1300"/>
                  </a:lnTo>
                  <a:lnTo>
                    <a:pt x="1105" y="1330"/>
                  </a:lnTo>
                  <a:lnTo>
                    <a:pt x="1105" y="1374"/>
                  </a:lnTo>
                  <a:lnTo>
                    <a:pt x="1090" y="1404"/>
                  </a:lnTo>
                  <a:lnTo>
                    <a:pt x="1075" y="1464"/>
                  </a:lnTo>
                  <a:lnTo>
                    <a:pt x="1075" y="1524"/>
                  </a:lnTo>
                  <a:lnTo>
                    <a:pt x="1090" y="1658"/>
                  </a:lnTo>
                  <a:lnTo>
                    <a:pt x="1016" y="1778"/>
                  </a:lnTo>
                  <a:lnTo>
                    <a:pt x="941" y="1822"/>
                  </a:lnTo>
                  <a:lnTo>
                    <a:pt x="777" y="1822"/>
                  </a:lnTo>
                  <a:lnTo>
                    <a:pt x="687" y="1792"/>
                  </a:lnTo>
                  <a:lnTo>
                    <a:pt x="642" y="1792"/>
                  </a:lnTo>
                  <a:lnTo>
                    <a:pt x="612" y="1778"/>
                  </a:lnTo>
                  <a:lnTo>
                    <a:pt x="553" y="1778"/>
                  </a:lnTo>
                  <a:lnTo>
                    <a:pt x="478" y="1748"/>
                  </a:lnTo>
                  <a:lnTo>
                    <a:pt x="344" y="1718"/>
                  </a:lnTo>
                  <a:lnTo>
                    <a:pt x="194" y="1718"/>
                  </a:lnTo>
                  <a:lnTo>
                    <a:pt x="149" y="1748"/>
                  </a:lnTo>
                  <a:lnTo>
                    <a:pt x="105" y="1763"/>
                  </a:lnTo>
                  <a:lnTo>
                    <a:pt x="75" y="1792"/>
                  </a:lnTo>
                  <a:lnTo>
                    <a:pt x="45" y="1822"/>
                  </a:lnTo>
                  <a:lnTo>
                    <a:pt x="30" y="1837"/>
                  </a:lnTo>
                  <a:lnTo>
                    <a:pt x="15" y="1882"/>
                  </a:lnTo>
                  <a:lnTo>
                    <a:pt x="0" y="1912"/>
                  </a:lnTo>
                  <a:lnTo>
                    <a:pt x="0" y="1957"/>
                  </a:lnTo>
                  <a:lnTo>
                    <a:pt x="0" y="2002"/>
                  </a:lnTo>
                  <a:lnTo>
                    <a:pt x="15" y="2046"/>
                  </a:lnTo>
                  <a:lnTo>
                    <a:pt x="15" y="2076"/>
                  </a:lnTo>
                  <a:lnTo>
                    <a:pt x="45" y="2121"/>
                  </a:lnTo>
                  <a:lnTo>
                    <a:pt x="45" y="2106"/>
                  </a:lnTo>
                  <a:lnTo>
                    <a:pt x="60" y="2151"/>
                  </a:lnTo>
                  <a:lnTo>
                    <a:pt x="90" y="2181"/>
                  </a:lnTo>
                  <a:lnTo>
                    <a:pt x="134" y="2211"/>
                  </a:lnTo>
                  <a:lnTo>
                    <a:pt x="179" y="2241"/>
                  </a:lnTo>
                  <a:lnTo>
                    <a:pt x="224" y="2255"/>
                  </a:lnTo>
                  <a:lnTo>
                    <a:pt x="254" y="2270"/>
                  </a:lnTo>
                  <a:lnTo>
                    <a:pt x="284" y="2270"/>
                  </a:lnTo>
                  <a:lnTo>
                    <a:pt x="314" y="2285"/>
                  </a:lnTo>
                  <a:lnTo>
                    <a:pt x="344" y="2300"/>
                  </a:lnTo>
                  <a:lnTo>
                    <a:pt x="373" y="2330"/>
                  </a:lnTo>
                  <a:lnTo>
                    <a:pt x="388" y="2375"/>
                  </a:lnTo>
                  <a:lnTo>
                    <a:pt x="403" y="2405"/>
                  </a:lnTo>
                  <a:lnTo>
                    <a:pt x="403" y="2435"/>
                  </a:lnTo>
                  <a:lnTo>
                    <a:pt x="418" y="2450"/>
                  </a:lnTo>
                  <a:lnTo>
                    <a:pt x="433" y="2450"/>
                  </a:lnTo>
                  <a:lnTo>
                    <a:pt x="448" y="2465"/>
                  </a:lnTo>
                  <a:lnTo>
                    <a:pt x="463" y="2450"/>
                  </a:lnTo>
                  <a:lnTo>
                    <a:pt x="493" y="2450"/>
                  </a:lnTo>
                  <a:lnTo>
                    <a:pt x="523" y="2435"/>
                  </a:lnTo>
                  <a:lnTo>
                    <a:pt x="568" y="2405"/>
                  </a:lnTo>
                  <a:lnTo>
                    <a:pt x="612" y="2390"/>
                  </a:lnTo>
                  <a:lnTo>
                    <a:pt x="672" y="2375"/>
                  </a:lnTo>
                  <a:lnTo>
                    <a:pt x="732" y="2390"/>
                  </a:lnTo>
                  <a:lnTo>
                    <a:pt x="747" y="2390"/>
                  </a:lnTo>
                  <a:lnTo>
                    <a:pt x="762" y="2405"/>
                  </a:lnTo>
                  <a:lnTo>
                    <a:pt x="777" y="2405"/>
                  </a:lnTo>
                  <a:lnTo>
                    <a:pt x="792" y="2420"/>
                  </a:lnTo>
                  <a:lnTo>
                    <a:pt x="821" y="2420"/>
                  </a:lnTo>
                  <a:lnTo>
                    <a:pt x="821" y="2435"/>
                  </a:lnTo>
                  <a:lnTo>
                    <a:pt x="836" y="2450"/>
                  </a:lnTo>
                  <a:lnTo>
                    <a:pt x="851" y="2465"/>
                  </a:lnTo>
                  <a:lnTo>
                    <a:pt x="866" y="2494"/>
                  </a:lnTo>
                  <a:lnTo>
                    <a:pt x="866" y="2524"/>
                  </a:lnTo>
                  <a:lnTo>
                    <a:pt x="881" y="2554"/>
                  </a:lnTo>
                  <a:lnTo>
                    <a:pt x="866" y="2584"/>
                  </a:lnTo>
                  <a:lnTo>
                    <a:pt x="836" y="2689"/>
                  </a:lnTo>
                  <a:lnTo>
                    <a:pt x="792" y="2748"/>
                  </a:lnTo>
                  <a:lnTo>
                    <a:pt x="777" y="2763"/>
                  </a:lnTo>
                  <a:lnTo>
                    <a:pt x="762" y="2793"/>
                  </a:lnTo>
                  <a:lnTo>
                    <a:pt x="747" y="2808"/>
                  </a:lnTo>
                  <a:lnTo>
                    <a:pt x="762" y="2838"/>
                  </a:lnTo>
                  <a:lnTo>
                    <a:pt x="777" y="2883"/>
                  </a:lnTo>
                  <a:lnTo>
                    <a:pt x="807" y="2942"/>
                  </a:lnTo>
                  <a:lnTo>
                    <a:pt x="836" y="3002"/>
                  </a:lnTo>
                  <a:lnTo>
                    <a:pt x="881" y="3062"/>
                  </a:lnTo>
                  <a:lnTo>
                    <a:pt x="941" y="3137"/>
                  </a:lnTo>
                  <a:lnTo>
                    <a:pt x="986" y="3196"/>
                  </a:lnTo>
                  <a:lnTo>
                    <a:pt x="1031" y="3241"/>
                  </a:lnTo>
                  <a:lnTo>
                    <a:pt x="1075" y="3286"/>
                  </a:lnTo>
                  <a:lnTo>
                    <a:pt x="1090" y="3301"/>
                  </a:lnTo>
                  <a:lnTo>
                    <a:pt x="1105" y="3316"/>
                  </a:lnTo>
                  <a:lnTo>
                    <a:pt x="1120" y="3331"/>
                  </a:lnTo>
                  <a:lnTo>
                    <a:pt x="1135" y="3331"/>
                  </a:lnTo>
                  <a:lnTo>
                    <a:pt x="1195" y="3376"/>
                  </a:lnTo>
                  <a:lnTo>
                    <a:pt x="1225" y="3465"/>
                  </a:lnTo>
                  <a:lnTo>
                    <a:pt x="1195" y="3555"/>
                  </a:lnTo>
                  <a:lnTo>
                    <a:pt x="1180" y="3585"/>
                  </a:lnTo>
                  <a:lnTo>
                    <a:pt x="1150" y="3629"/>
                  </a:lnTo>
                  <a:lnTo>
                    <a:pt x="1135" y="3644"/>
                  </a:lnTo>
                  <a:lnTo>
                    <a:pt x="1120" y="3674"/>
                  </a:lnTo>
                  <a:lnTo>
                    <a:pt x="1105" y="3689"/>
                  </a:lnTo>
                  <a:lnTo>
                    <a:pt x="1045" y="3779"/>
                  </a:lnTo>
                  <a:lnTo>
                    <a:pt x="1031" y="3868"/>
                  </a:lnTo>
                  <a:lnTo>
                    <a:pt x="1016" y="3868"/>
                  </a:lnTo>
                  <a:lnTo>
                    <a:pt x="1016" y="3898"/>
                  </a:lnTo>
                  <a:lnTo>
                    <a:pt x="1016" y="3928"/>
                  </a:lnTo>
                  <a:lnTo>
                    <a:pt x="1016" y="3973"/>
                  </a:lnTo>
                  <a:lnTo>
                    <a:pt x="1001" y="4003"/>
                  </a:lnTo>
                  <a:lnTo>
                    <a:pt x="986" y="4048"/>
                  </a:lnTo>
                  <a:lnTo>
                    <a:pt x="971" y="4078"/>
                  </a:lnTo>
                  <a:lnTo>
                    <a:pt x="956" y="4092"/>
                  </a:lnTo>
                  <a:lnTo>
                    <a:pt x="941" y="4122"/>
                  </a:lnTo>
                  <a:lnTo>
                    <a:pt x="941" y="4152"/>
                  </a:lnTo>
                  <a:lnTo>
                    <a:pt x="926" y="4167"/>
                  </a:lnTo>
                  <a:lnTo>
                    <a:pt x="911" y="4197"/>
                  </a:lnTo>
                  <a:lnTo>
                    <a:pt x="896" y="4227"/>
                  </a:lnTo>
                  <a:lnTo>
                    <a:pt x="896" y="4257"/>
                  </a:lnTo>
                  <a:lnTo>
                    <a:pt x="896" y="4272"/>
                  </a:lnTo>
                  <a:lnTo>
                    <a:pt x="896" y="4302"/>
                  </a:lnTo>
                  <a:lnTo>
                    <a:pt x="911" y="4361"/>
                  </a:lnTo>
                  <a:lnTo>
                    <a:pt x="911" y="4376"/>
                  </a:lnTo>
                  <a:lnTo>
                    <a:pt x="911" y="4406"/>
                  </a:lnTo>
                  <a:lnTo>
                    <a:pt x="911" y="4436"/>
                  </a:lnTo>
                  <a:lnTo>
                    <a:pt x="926" y="4466"/>
                  </a:lnTo>
                  <a:lnTo>
                    <a:pt x="926" y="4496"/>
                  </a:lnTo>
                  <a:lnTo>
                    <a:pt x="926" y="4526"/>
                  </a:lnTo>
                  <a:lnTo>
                    <a:pt x="926" y="4540"/>
                  </a:lnTo>
                  <a:lnTo>
                    <a:pt x="911" y="4555"/>
                  </a:lnTo>
                  <a:lnTo>
                    <a:pt x="911" y="4570"/>
                  </a:lnTo>
                  <a:lnTo>
                    <a:pt x="911" y="4600"/>
                  </a:lnTo>
                  <a:lnTo>
                    <a:pt x="911" y="4615"/>
                  </a:lnTo>
                  <a:lnTo>
                    <a:pt x="896" y="4630"/>
                  </a:lnTo>
                  <a:lnTo>
                    <a:pt x="896" y="4645"/>
                  </a:lnTo>
                  <a:lnTo>
                    <a:pt x="881" y="4660"/>
                  </a:lnTo>
                  <a:lnTo>
                    <a:pt x="896" y="4660"/>
                  </a:lnTo>
                  <a:lnTo>
                    <a:pt x="941" y="4705"/>
                  </a:lnTo>
                  <a:lnTo>
                    <a:pt x="986" y="4779"/>
                  </a:lnTo>
                  <a:lnTo>
                    <a:pt x="986" y="4794"/>
                  </a:lnTo>
                  <a:lnTo>
                    <a:pt x="1001" y="4809"/>
                  </a:lnTo>
                  <a:lnTo>
                    <a:pt x="1060" y="4869"/>
                  </a:lnTo>
                  <a:lnTo>
                    <a:pt x="1120" y="4899"/>
                  </a:lnTo>
                  <a:lnTo>
                    <a:pt x="1195" y="4914"/>
                  </a:lnTo>
                  <a:lnTo>
                    <a:pt x="1255" y="4884"/>
                  </a:lnTo>
                  <a:lnTo>
                    <a:pt x="1255" y="4869"/>
                  </a:lnTo>
                  <a:lnTo>
                    <a:pt x="1314" y="4824"/>
                  </a:lnTo>
                  <a:lnTo>
                    <a:pt x="1359" y="4779"/>
                  </a:lnTo>
                  <a:lnTo>
                    <a:pt x="1538" y="4585"/>
                  </a:lnTo>
                  <a:lnTo>
                    <a:pt x="1762" y="4466"/>
                  </a:lnTo>
                  <a:lnTo>
                    <a:pt x="1822" y="4436"/>
                  </a:lnTo>
                  <a:lnTo>
                    <a:pt x="1882" y="4436"/>
                  </a:lnTo>
                  <a:lnTo>
                    <a:pt x="1956" y="4451"/>
                  </a:lnTo>
                  <a:lnTo>
                    <a:pt x="2061" y="4526"/>
                  </a:lnTo>
                  <a:lnTo>
                    <a:pt x="2091" y="4585"/>
                  </a:lnTo>
                  <a:lnTo>
                    <a:pt x="2106" y="4600"/>
                  </a:lnTo>
                  <a:lnTo>
                    <a:pt x="2121" y="4630"/>
                  </a:lnTo>
                  <a:lnTo>
                    <a:pt x="2151" y="4660"/>
                  </a:lnTo>
                  <a:lnTo>
                    <a:pt x="2210" y="4675"/>
                  </a:lnTo>
                  <a:lnTo>
                    <a:pt x="2240" y="4675"/>
                  </a:lnTo>
                  <a:lnTo>
                    <a:pt x="2270" y="4660"/>
                  </a:lnTo>
                  <a:lnTo>
                    <a:pt x="2300" y="4645"/>
                  </a:lnTo>
                  <a:lnTo>
                    <a:pt x="2300" y="4630"/>
                  </a:lnTo>
                  <a:lnTo>
                    <a:pt x="2315" y="4615"/>
                  </a:lnTo>
                  <a:lnTo>
                    <a:pt x="2315" y="4585"/>
                  </a:lnTo>
                  <a:lnTo>
                    <a:pt x="2300" y="4555"/>
                  </a:lnTo>
                  <a:lnTo>
                    <a:pt x="2270" y="4451"/>
                  </a:lnTo>
                  <a:lnTo>
                    <a:pt x="2270" y="4227"/>
                  </a:lnTo>
                  <a:lnTo>
                    <a:pt x="2330" y="4152"/>
                  </a:lnTo>
                  <a:lnTo>
                    <a:pt x="2449" y="4092"/>
                  </a:lnTo>
                  <a:lnTo>
                    <a:pt x="2614" y="4063"/>
                  </a:lnTo>
                  <a:lnTo>
                    <a:pt x="2733" y="4078"/>
                  </a:lnTo>
                  <a:lnTo>
                    <a:pt x="2808" y="4137"/>
                  </a:lnTo>
                  <a:lnTo>
                    <a:pt x="2868" y="4182"/>
                  </a:lnTo>
                  <a:lnTo>
                    <a:pt x="2942" y="4197"/>
                  </a:lnTo>
                  <a:lnTo>
                    <a:pt x="2972" y="4197"/>
                  </a:lnTo>
                  <a:lnTo>
                    <a:pt x="2987" y="4182"/>
                  </a:lnTo>
                  <a:lnTo>
                    <a:pt x="3002" y="4182"/>
                  </a:lnTo>
                  <a:lnTo>
                    <a:pt x="3017" y="4167"/>
                  </a:lnTo>
                  <a:lnTo>
                    <a:pt x="3017" y="4152"/>
                  </a:lnTo>
                  <a:lnTo>
                    <a:pt x="3017" y="4122"/>
                  </a:lnTo>
                  <a:lnTo>
                    <a:pt x="2987" y="4048"/>
                  </a:lnTo>
                  <a:lnTo>
                    <a:pt x="2942" y="3988"/>
                  </a:lnTo>
                  <a:lnTo>
                    <a:pt x="2912" y="3928"/>
                  </a:lnTo>
                  <a:lnTo>
                    <a:pt x="2868" y="3853"/>
                  </a:lnTo>
                  <a:lnTo>
                    <a:pt x="2882" y="3719"/>
                  </a:lnTo>
                  <a:lnTo>
                    <a:pt x="3017" y="3540"/>
                  </a:lnTo>
                  <a:lnTo>
                    <a:pt x="3092" y="3420"/>
                  </a:lnTo>
                  <a:lnTo>
                    <a:pt x="3136" y="3331"/>
                  </a:lnTo>
                  <a:lnTo>
                    <a:pt x="3166" y="3241"/>
                  </a:lnTo>
                  <a:lnTo>
                    <a:pt x="3241" y="3166"/>
                  </a:lnTo>
                  <a:lnTo>
                    <a:pt x="3360" y="3107"/>
                  </a:lnTo>
                  <a:lnTo>
                    <a:pt x="3480" y="3092"/>
                  </a:lnTo>
                  <a:lnTo>
                    <a:pt x="3584" y="3092"/>
                  </a:lnTo>
                  <a:lnTo>
                    <a:pt x="3689" y="3107"/>
                  </a:lnTo>
                  <a:lnTo>
                    <a:pt x="3793" y="3152"/>
                  </a:lnTo>
                  <a:lnTo>
                    <a:pt x="3853" y="3241"/>
                  </a:lnTo>
                  <a:lnTo>
                    <a:pt x="3898" y="3346"/>
                  </a:lnTo>
                  <a:lnTo>
                    <a:pt x="3913" y="3450"/>
                  </a:lnTo>
                  <a:lnTo>
                    <a:pt x="3928" y="3555"/>
                  </a:lnTo>
                  <a:lnTo>
                    <a:pt x="3913" y="3644"/>
                  </a:lnTo>
                  <a:lnTo>
                    <a:pt x="3898" y="3689"/>
                  </a:lnTo>
                  <a:lnTo>
                    <a:pt x="3898" y="3734"/>
                  </a:lnTo>
                  <a:lnTo>
                    <a:pt x="3898" y="3764"/>
                  </a:lnTo>
                  <a:lnTo>
                    <a:pt x="3913" y="3764"/>
                  </a:lnTo>
                  <a:lnTo>
                    <a:pt x="3913" y="3779"/>
                  </a:lnTo>
                  <a:lnTo>
                    <a:pt x="3928" y="3779"/>
                  </a:lnTo>
                  <a:lnTo>
                    <a:pt x="3958" y="3794"/>
                  </a:lnTo>
                  <a:lnTo>
                    <a:pt x="3988" y="3779"/>
                  </a:lnTo>
                  <a:lnTo>
                    <a:pt x="4062" y="3779"/>
                  </a:lnTo>
                  <a:lnTo>
                    <a:pt x="4092" y="3764"/>
                  </a:lnTo>
                  <a:lnTo>
                    <a:pt x="4182" y="3764"/>
                  </a:lnTo>
                  <a:lnTo>
                    <a:pt x="4227" y="3839"/>
                  </a:lnTo>
                  <a:lnTo>
                    <a:pt x="4227" y="3868"/>
                  </a:lnTo>
                  <a:lnTo>
                    <a:pt x="4227" y="3928"/>
                  </a:lnTo>
                  <a:lnTo>
                    <a:pt x="4227" y="4063"/>
                  </a:lnTo>
                  <a:lnTo>
                    <a:pt x="4242" y="4287"/>
                  </a:lnTo>
                  <a:lnTo>
                    <a:pt x="4271" y="4839"/>
                  </a:lnTo>
                  <a:lnTo>
                    <a:pt x="4331" y="4974"/>
                  </a:lnTo>
                  <a:lnTo>
                    <a:pt x="4451" y="5108"/>
                  </a:lnTo>
                  <a:lnTo>
                    <a:pt x="4570" y="5213"/>
                  </a:lnTo>
                  <a:lnTo>
                    <a:pt x="4630" y="5257"/>
                  </a:lnTo>
                  <a:lnTo>
                    <a:pt x="4734" y="5242"/>
                  </a:lnTo>
                  <a:lnTo>
                    <a:pt x="4779" y="5183"/>
                  </a:lnTo>
                  <a:lnTo>
                    <a:pt x="4884" y="5033"/>
                  </a:lnTo>
                  <a:lnTo>
                    <a:pt x="4973" y="4944"/>
                  </a:lnTo>
                  <a:lnTo>
                    <a:pt x="5063" y="4884"/>
                  </a:lnTo>
                  <a:lnTo>
                    <a:pt x="5182" y="4839"/>
                  </a:lnTo>
                  <a:lnTo>
                    <a:pt x="5227" y="4824"/>
                  </a:lnTo>
                  <a:lnTo>
                    <a:pt x="5302" y="4809"/>
                  </a:lnTo>
                  <a:lnTo>
                    <a:pt x="5362" y="4750"/>
                  </a:lnTo>
                  <a:lnTo>
                    <a:pt x="5421" y="4675"/>
                  </a:lnTo>
                  <a:lnTo>
                    <a:pt x="5571" y="4481"/>
                  </a:lnTo>
                  <a:lnTo>
                    <a:pt x="5735" y="4376"/>
                  </a:lnTo>
                  <a:lnTo>
                    <a:pt x="5750" y="4361"/>
                  </a:lnTo>
                  <a:lnTo>
                    <a:pt x="5765" y="4346"/>
                  </a:lnTo>
                  <a:lnTo>
                    <a:pt x="5854" y="4316"/>
                  </a:lnTo>
                  <a:lnTo>
                    <a:pt x="5959" y="4302"/>
                  </a:lnTo>
                  <a:lnTo>
                    <a:pt x="6093" y="4287"/>
                  </a:lnTo>
                  <a:lnTo>
                    <a:pt x="6198" y="4287"/>
                  </a:lnTo>
                  <a:lnTo>
                    <a:pt x="6332" y="4302"/>
                  </a:lnTo>
                  <a:lnTo>
                    <a:pt x="6377" y="4346"/>
                  </a:lnTo>
                  <a:lnTo>
                    <a:pt x="6377" y="4361"/>
                  </a:lnTo>
                  <a:lnTo>
                    <a:pt x="6377" y="4376"/>
                  </a:lnTo>
                  <a:lnTo>
                    <a:pt x="6377" y="4451"/>
                  </a:lnTo>
                  <a:lnTo>
                    <a:pt x="6362" y="4511"/>
                  </a:lnTo>
                  <a:lnTo>
                    <a:pt x="6347" y="4540"/>
                  </a:lnTo>
                  <a:lnTo>
                    <a:pt x="6347" y="4555"/>
                  </a:lnTo>
                  <a:lnTo>
                    <a:pt x="6377" y="4570"/>
                  </a:lnTo>
                  <a:lnTo>
                    <a:pt x="6482" y="4570"/>
                  </a:lnTo>
                  <a:lnTo>
                    <a:pt x="6571" y="4540"/>
                  </a:lnTo>
                  <a:lnTo>
                    <a:pt x="6631" y="4496"/>
                  </a:lnTo>
                  <a:lnTo>
                    <a:pt x="6661" y="4466"/>
                  </a:lnTo>
                  <a:lnTo>
                    <a:pt x="6691" y="4436"/>
                  </a:lnTo>
                  <a:lnTo>
                    <a:pt x="6765" y="4346"/>
                  </a:lnTo>
                  <a:lnTo>
                    <a:pt x="6855" y="4316"/>
                  </a:lnTo>
                  <a:lnTo>
                    <a:pt x="6930" y="4302"/>
                  </a:lnTo>
                  <a:lnTo>
                    <a:pt x="7019" y="4316"/>
                  </a:lnTo>
                  <a:lnTo>
                    <a:pt x="7109" y="4346"/>
                  </a:lnTo>
                  <a:lnTo>
                    <a:pt x="7169" y="4376"/>
                  </a:lnTo>
                  <a:lnTo>
                    <a:pt x="7228" y="4406"/>
                  </a:lnTo>
                  <a:lnTo>
                    <a:pt x="7333" y="4436"/>
                  </a:lnTo>
                  <a:lnTo>
                    <a:pt x="7393" y="4451"/>
                  </a:lnTo>
                  <a:lnTo>
                    <a:pt x="7452" y="4466"/>
                  </a:lnTo>
                  <a:lnTo>
                    <a:pt x="7542" y="4466"/>
                  </a:lnTo>
                  <a:lnTo>
                    <a:pt x="7557" y="4436"/>
                  </a:lnTo>
                  <a:lnTo>
                    <a:pt x="7572" y="4436"/>
                  </a:lnTo>
                  <a:lnTo>
                    <a:pt x="7572" y="4421"/>
                  </a:lnTo>
                  <a:lnTo>
                    <a:pt x="7572" y="4361"/>
                  </a:lnTo>
                  <a:lnTo>
                    <a:pt x="7542" y="4302"/>
                  </a:lnTo>
                  <a:lnTo>
                    <a:pt x="7497" y="4257"/>
                  </a:lnTo>
                  <a:lnTo>
                    <a:pt x="7467" y="4242"/>
                  </a:lnTo>
                  <a:lnTo>
                    <a:pt x="7438" y="4212"/>
                  </a:lnTo>
                  <a:lnTo>
                    <a:pt x="7408" y="4197"/>
                  </a:lnTo>
                  <a:lnTo>
                    <a:pt x="7393" y="4182"/>
                  </a:lnTo>
                  <a:lnTo>
                    <a:pt x="7348" y="4152"/>
                  </a:lnTo>
                  <a:lnTo>
                    <a:pt x="7333" y="4122"/>
                  </a:lnTo>
                  <a:lnTo>
                    <a:pt x="7303" y="4078"/>
                  </a:lnTo>
                  <a:lnTo>
                    <a:pt x="7288" y="3988"/>
                  </a:lnTo>
                  <a:lnTo>
                    <a:pt x="7273" y="3928"/>
                  </a:lnTo>
                  <a:lnTo>
                    <a:pt x="7243" y="3779"/>
                  </a:lnTo>
                  <a:lnTo>
                    <a:pt x="7154" y="3644"/>
                  </a:lnTo>
                  <a:lnTo>
                    <a:pt x="7079" y="3540"/>
                  </a:lnTo>
                  <a:lnTo>
                    <a:pt x="7049" y="3450"/>
                  </a:lnTo>
                  <a:lnTo>
                    <a:pt x="7049" y="3361"/>
                  </a:lnTo>
                  <a:lnTo>
                    <a:pt x="7049" y="3241"/>
                  </a:lnTo>
                  <a:lnTo>
                    <a:pt x="7049" y="3166"/>
                  </a:lnTo>
                  <a:lnTo>
                    <a:pt x="7034" y="3107"/>
                  </a:lnTo>
                  <a:lnTo>
                    <a:pt x="7019" y="3092"/>
                  </a:lnTo>
                  <a:lnTo>
                    <a:pt x="6975" y="3047"/>
                  </a:lnTo>
                  <a:lnTo>
                    <a:pt x="6855" y="2987"/>
                  </a:lnTo>
                  <a:lnTo>
                    <a:pt x="6661" y="2928"/>
                  </a:lnTo>
                  <a:lnTo>
                    <a:pt x="6601" y="2898"/>
                  </a:lnTo>
                  <a:lnTo>
                    <a:pt x="6541" y="2883"/>
                  </a:lnTo>
                  <a:lnTo>
                    <a:pt x="6407" y="2853"/>
                  </a:lnTo>
                  <a:lnTo>
                    <a:pt x="6392" y="2898"/>
                  </a:lnTo>
                  <a:lnTo>
                    <a:pt x="6392" y="2913"/>
                  </a:lnTo>
                  <a:lnTo>
                    <a:pt x="6392" y="2942"/>
                  </a:lnTo>
                  <a:lnTo>
                    <a:pt x="6377" y="2957"/>
                  </a:lnTo>
                  <a:lnTo>
                    <a:pt x="6377" y="3002"/>
                  </a:lnTo>
                  <a:lnTo>
                    <a:pt x="6347" y="3032"/>
                  </a:lnTo>
                  <a:lnTo>
                    <a:pt x="6332" y="3047"/>
                  </a:lnTo>
                  <a:lnTo>
                    <a:pt x="6303" y="3047"/>
                  </a:lnTo>
                  <a:lnTo>
                    <a:pt x="6273" y="3062"/>
                  </a:lnTo>
                  <a:lnTo>
                    <a:pt x="6243" y="3047"/>
                  </a:lnTo>
                  <a:lnTo>
                    <a:pt x="6183" y="3032"/>
                  </a:lnTo>
                  <a:lnTo>
                    <a:pt x="6123" y="2972"/>
                  </a:lnTo>
                  <a:lnTo>
                    <a:pt x="6078" y="2928"/>
                  </a:lnTo>
                  <a:lnTo>
                    <a:pt x="6049" y="2898"/>
                  </a:lnTo>
                  <a:lnTo>
                    <a:pt x="5899" y="2748"/>
                  </a:lnTo>
                  <a:lnTo>
                    <a:pt x="5854" y="2599"/>
                  </a:lnTo>
                  <a:lnTo>
                    <a:pt x="5884" y="2524"/>
                  </a:lnTo>
                  <a:lnTo>
                    <a:pt x="5914" y="2509"/>
                  </a:lnTo>
                  <a:lnTo>
                    <a:pt x="5929" y="2509"/>
                  </a:lnTo>
                  <a:lnTo>
                    <a:pt x="5914" y="2479"/>
                  </a:lnTo>
                  <a:lnTo>
                    <a:pt x="5899" y="2435"/>
                  </a:lnTo>
                  <a:lnTo>
                    <a:pt x="5825" y="2360"/>
                  </a:lnTo>
                  <a:lnTo>
                    <a:pt x="5765" y="2300"/>
                  </a:lnTo>
                  <a:lnTo>
                    <a:pt x="5690" y="2226"/>
                  </a:lnTo>
                  <a:lnTo>
                    <a:pt x="5660" y="2121"/>
                  </a:lnTo>
                  <a:lnTo>
                    <a:pt x="5630" y="2031"/>
                  </a:lnTo>
                  <a:lnTo>
                    <a:pt x="5630" y="1972"/>
                  </a:lnTo>
                  <a:lnTo>
                    <a:pt x="5645" y="1927"/>
                  </a:lnTo>
                  <a:lnTo>
                    <a:pt x="5660" y="1897"/>
                  </a:lnTo>
                  <a:lnTo>
                    <a:pt x="5481" y="1897"/>
                  </a:lnTo>
                  <a:lnTo>
                    <a:pt x="5466" y="1912"/>
                  </a:lnTo>
                  <a:lnTo>
                    <a:pt x="5451" y="1927"/>
                  </a:lnTo>
                  <a:lnTo>
                    <a:pt x="5421" y="1927"/>
                  </a:lnTo>
                  <a:lnTo>
                    <a:pt x="5406" y="1942"/>
                  </a:lnTo>
                  <a:lnTo>
                    <a:pt x="5391" y="1957"/>
                  </a:lnTo>
                  <a:lnTo>
                    <a:pt x="5377" y="1972"/>
                  </a:lnTo>
                  <a:lnTo>
                    <a:pt x="5362" y="1987"/>
                  </a:lnTo>
                  <a:lnTo>
                    <a:pt x="5347" y="2002"/>
                  </a:lnTo>
                  <a:lnTo>
                    <a:pt x="5317" y="2017"/>
                  </a:lnTo>
                  <a:lnTo>
                    <a:pt x="5287" y="2031"/>
                  </a:lnTo>
                  <a:lnTo>
                    <a:pt x="5242" y="2046"/>
                  </a:lnTo>
                  <a:lnTo>
                    <a:pt x="5197" y="2061"/>
                  </a:lnTo>
                  <a:lnTo>
                    <a:pt x="4943" y="2061"/>
                  </a:lnTo>
                  <a:lnTo>
                    <a:pt x="4914" y="2046"/>
                  </a:lnTo>
                  <a:lnTo>
                    <a:pt x="4884" y="2046"/>
                  </a:lnTo>
                  <a:lnTo>
                    <a:pt x="4854" y="2031"/>
                  </a:lnTo>
                  <a:lnTo>
                    <a:pt x="4824" y="2017"/>
                  </a:lnTo>
                  <a:lnTo>
                    <a:pt x="4719" y="1987"/>
                  </a:lnTo>
                  <a:lnTo>
                    <a:pt x="4630" y="1972"/>
                  </a:lnTo>
                  <a:lnTo>
                    <a:pt x="4585" y="2017"/>
                  </a:lnTo>
                  <a:lnTo>
                    <a:pt x="4570" y="2031"/>
                  </a:lnTo>
                  <a:lnTo>
                    <a:pt x="4555" y="2061"/>
                  </a:lnTo>
                  <a:lnTo>
                    <a:pt x="4555" y="2076"/>
                  </a:lnTo>
                  <a:lnTo>
                    <a:pt x="4555" y="2091"/>
                  </a:lnTo>
                  <a:lnTo>
                    <a:pt x="4540" y="2121"/>
                  </a:lnTo>
                  <a:lnTo>
                    <a:pt x="4540" y="2136"/>
                  </a:lnTo>
                  <a:lnTo>
                    <a:pt x="4540" y="2151"/>
                  </a:lnTo>
                  <a:lnTo>
                    <a:pt x="4540" y="2166"/>
                  </a:lnTo>
                  <a:lnTo>
                    <a:pt x="4525" y="2181"/>
                  </a:lnTo>
                  <a:lnTo>
                    <a:pt x="4510" y="2196"/>
                  </a:lnTo>
                  <a:lnTo>
                    <a:pt x="4495" y="2211"/>
                  </a:lnTo>
                  <a:lnTo>
                    <a:pt x="4495" y="2226"/>
                  </a:lnTo>
                  <a:lnTo>
                    <a:pt x="4480" y="2226"/>
                  </a:lnTo>
                  <a:lnTo>
                    <a:pt x="4466" y="2241"/>
                  </a:lnTo>
                  <a:lnTo>
                    <a:pt x="4376" y="2241"/>
                  </a:lnTo>
                  <a:lnTo>
                    <a:pt x="4361" y="2226"/>
                  </a:lnTo>
                  <a:lnTo>
                    <a:pt x="4331" y="2226"/>
                  </a:lnTo>
                  <a:lnTo>
                    <a:pt x="4316" y="2211"/>
                  </a:lnTo>
                  <a:lnTo>
                    <a:pt x="4301" y="2196"/>
                  </a:lnTo>
                  <a:lnTo>
                    <a:pt x="4286" y="2166"/>
                  </a:lnTo>
                  <a:lnTo>
                    <a:pt x="4256" y="2136"/>
                  </a:lnTo>
                  <a:lnTo>
                    <a:pt x="4227" y="2121"/>
                  </a:lnTo>
                  <a:lnTo>
                    <a:pt x="4197" y="2106"/>
                  </a:lnTo>
                  <a:lnTo>
                    <a:pt x="4182" y="2091"/>
                  </a:lnTo>
                  <a:lnTo>
                    <a:pt x="4137" y="2091"/>
                  </a:lnTo>
                  <a:lnTo>
                    <a:pt x="4137" y="2106"/>
                  </a:lnTo>
                  <a:lnTo>
                    <a:pt x="4122" y="2106"/>
                  </a:lnTo>
                  <a:lnTo>
                    <a:pt x="4107" y="2121"/>
                  </a:lnTo>
                  <a:lnTo>
                    <a:pt x="4107" y="2136"/>
                  </a:lnTo>
                  <a:lnTo>
                    <a:pt x="4092" y="2136"/>
                  </a:lnTo>
                  <a:lnTo>
                    <a:pt x="4092" y="2151"/>
                  </a:lnTo>
                  <a:lnTo>
                    <a:pt x="4077" y="2151"/>
                  </a:lnTo>
                  <a:lnTo>
                    <a:pt x="4077" y="2166"/>
                  </a:lnTo>
                  <a:lnTo>
                    <a:pt x="4047" y="2181"/>
                  </a:lnTo>
                  <a:lnTo>
                    <a:pt x="3988" y="2181"/>
                  </a:lnTo>
                  <a:lnTo>
                    <a:pt x="3973" y="2151"/>
                  </a:lnTo>
                  <a:lnTo>
                    <a:pt x="3943" y="2121"/>
                  </a:lnTo>
                  <a:lnTo>
                    <a:pt x="3943" y="2106"/>
                  </a:lnTo>
                  <a:lnTo>
                    <a:pt x="3928" y="2076"/>
                  </a:lnTo>
                  <a:lnTo>
                    <a:pt x="3928" y="2061"/>
                  </a:lnTo>
                  <a:lnTo>
                    <a:pt x="3913" y="2031"/>
                  </a:lnTo>
                  <a:lnTo>
                    <a:pt x="3913" y="2017"/>
                  </a:lnTo>
                  <a:lnTo>
                    <a:pt x="3898" y="2002"/>
                  </a:lnTo>
                  <a:lnTo>
                    <a:pt x="3898" y="1987"/>
                  </a:lnTo>
                  <a:lnTo>
                    <a:pt x="3883" y="1972"/>
                  </a:lnTo>
                  <a:lnTo>
                    <a:pt x="3868" y="1957"/>
                  </a:lnTo>
                  <a:lnTo>
                    <a:pt x="3719" y="1957"/>
                  </a:lnTo>
                  <a:lnTo>
                    <a:pt x="3689" y="1927"/>
                  </a:lnTo>
                  <a:lnTo>
                    <a:pt x="3689" y="1897"/>
                  </a:lnTo>
                  <a:lnTo>
                    <a:pt x="3674" y="1867"/>
                  </a:lnTo>
                  <a:lnTo>
                    <a:pt x="3674" y="1852"/>
                  </a:lnTo>
                  <a:lnTo>
                    <a:pt x="3659" y="1837"/>
                  </a:lnTo>
                  <a:lnTo>
                    <a:pt x="3659" y="1807"/>
                  </a:lnTo>
                  <a:lnTo>
                    <a:pt x="3659" y="1792"/>
                  </a:lnTo>
                  <a:lnTo>
                    <a:pt x="3644" y="1778"/>
                  </a:lnTo>
                  <a:lnTo>
                    <a:pt x="3629" y="1763"/>
                  </a:lnTo>
                  <a:lnTo>
                    <a:pt x="3614" y="1748"/>
                  </a:lnTo>
                  <a:lnTo>
                    <a:pt x="3584" y="1748"/>
                  </a:lnTo>
                  <a:lnTo>
                    <a:pt x="3555" y="1763"/>
                  </a:lnTo>
                  <a:lnTo>
                    <a:pt x="3510" y="1778"/>
                  </a:lnTo>
                  <a:lnTo>
                    <a:pt x="3465" y="1792"/>
                  </a:lnTo>
                  <a:lnTo>
                    <a:pt x="3405" y="1822"/>
                  </a:lnTo>
                  <a:lnTo>
                    <a:pt x="3360" y="1867"/>
                  </a:lnTo>
                  <a:lnTo>
                    <a:pt x="3330" y="1897"/>
                  </a:lnTo>
                  <a:lnTo>
                    <a:pt x="3316" y="1912"/>
                  </a:lnTo>
                  <a:lnTo>
                    <a:pt x="3301" y="1927"/>
                  </a:lnTo>
                  <a:lnTo>
                    <a:pt x="3286" y="1942"/>
                  </a:lnTo>
                  <a:lnTo>
                    <a:pt x="3271" y="1957"/>
                  </a:lnTo>
                  <a:lnTo>
                    <a:pt x="3256" y="1972"/>
                  </a:lnTo>
                  <a:lnTo>
                    <a:pt x="3241" y="1987"/>
                  </a:lnTo>
                  <a:lnTo>
                    <a:pt x="3226" y="2002"/>
                  </a:lnTo>
                  <a:lnTo>
                    <a:pt x="3181" y="2017"/>
                  </a:lnTo>
                  <a:lnTo>
                    <a:pt x="3136" y="2031"/>
                  </a:lnTo>
                  <a:lnTo>
                    <a:pt x="3092" y="2017"/>
                  </a:lnTo>
                  <a:lnTo>
                    <a:pt x="3032" y="1987"/>
                  </a:lnTo>
                  <a:lnTo>
                    <a:pt x="2987" y="1957"/>
                  </a:lnTo>
                  <a:lnTo>
                    <a:pt x="2942" y="1912"/>
                  </a:lnTo>
                  <a:lnTo>
                    <a:pt x="2897" y="1882"/>
                  </a:lnTo>
                  <a:lnTo>
                    <a:pt x="2853" y="1837"/>
                  </a:lnTo>
                  <a:lnTo>
                    <a:pt x="2838" y="1822"/>
                  </a:lnTo>
                  <a:lnTo>
                    <a:pt x="2823" y="1807"/>
                  </a:lnTo>
                  <a:lnTo>
                    <a:pt x="2793" y="1792"/>
                  </a:lnTo>
                  <a:lnTo>
                    <a:pt x="2748" y="1792"/>
                  </a:lnTo>
                  <a:lnTo>
                    <a:pt x="2733" y="1778"/>
                  </a:lnTo>
                  <a:lnTo>
                    <a:pt x="2718" y="1792"/>
                  </a:lnTo>
                  <a:lnTo>
                    <a:pt x="2703" y="1792"/>
                  </a:lnTo>
                  <a:lnTo>
                    <a:pt x="2688" y="1807"/>
                  </a:lnTo>
                  <a:lnTo>
                    <a:pt x="2673" y="1822"/>
                  </a:lnTo>
                  <a:lnTo>
                    <a:pt x="2658" y="1822"/>
                  </a:lnTo>
                  <a:lnTo>
                    <a:pt x="2643" y="1837"/>
                  </a:lnTo>
                  <a:lnTo>
                    <a:pt x="2614" y="1852"/>
                  </a:lnTo>
                  <a:lnTo>
                    <a:pt x="2599" y="1852"/>
                  </a:lnTo>
                  <a:lnTo>
                    <a:pt x="2569" y="1867"/>
                  </a:lnTo>
                  <a:lnTo>
                    <a:pt x="2494" y="1867"/>
                  </a:lnTo>
                  <a:lnTo>
                    <a:pt x="2479" y="1852"/>
                  </a:lnTo>
                  <a:lnTo>
                    <a:pt x="2479" y="1837"/>
                  </a:lnTo>
                  <a:lnTo>
                    <a:pt x="2464" y="1837"/>
                  </a:lnTo>
                  <a:lnTo>
                    <a:pt x="2464" y="1822"/>
                  </a:lnTo>
                  <a:lnTo>
                    <a:pt x="2449" y="1822"/>
                  </a:lnTo>
                  <a:lnTo>
                    <a:pt x="2434" y="1807"/>
                  </a:lnTo>
                  <a:lnTo>
                    <a:pt x="2405" y="1807"/>
                  </a:lnTo>
                  <a:lnTo>
                    <a:pt x="2405" y="1792"/>
                  </a:lnTo>
                  <a:lnTo>
                    <a:pt x="2330" y="1792"/>
                  </a:lnTo>
                  <a:lnTo>
                    <a:pt x="2315" y="1807"/>
                  </a:lnTo>
                  <a:lnTo>
                    <a:pt x="2300" y="1807"/>
                  </a:lnTo>
                  <a:lnTo>
                    <a:pt x="2270" y="1837"/>
                  </a:lnTo>
                  <a:lnTo>
                    <a:pt x="2255" y="1837"/>
                  </a:lnTo>
                  <a:lnTo>
                    <a:pt x="2240" y="1867"/>
                  </a:lnTo>
                  <a:lnTo>
                    <a:pt x="2166" y="1867"/>
                  </a:lnTo>
                  <a:lnTo>
                    <a:pt x="2151" y="1852"/>
                  </a:lnTo>
                  <a:lnTo>
                    <a:pt x="2121" y="1852"/>
                  </a:lnTo>
                  <a:lnTo>
                    <a:pt x="2106" y="1837"/>
                  </a:lnTo>
                  <a:lnTo>
                    <a:pt x="2076" y="1837"/>
                  </a:lnTo>
                  <a:lnTo>
                    <a:pt x="2016" y="1807"/>
                  </a:lnTo>
                  <a:lnTo>
                    <a:pt x="1942" y="1792"/>
                  </a:lnTo>
                  <a:lnTo>
                    <a:pt x="1867" y="1792"/>
                  </a:lnTo>
                  <a:lnTo>
                    <a:pt x="1852" y="1807"/>
                  </a:lnTo>
                  <a:lnTo>
                    <a:pt x="1837" y="1807"/>
                  </a:lnTo>
                  <a:lnTo>
                    <a:pt x="1822" y="1822"/>
                  </a:lnTo>
                  <a:lnTo>
                    <a:pt x="1807" y="1837"/>
                  </a:lnTo>
                  <a:lnTo>
                    <a:pt x="1807" y="1852"/>
                  </a:lnTo>
                  <a:lnTo>
                    <a:pt x="1792" y="1867"/>
                  </a:lnTo>
                  <a:lnTo>
                    <a:pt x="1777" y="1867"/>
                  </a:lnTo>
                  <a:lnTo>
                    <a:pt x="1762" y="1882"/>
                  </a:lnTo>
                  <a:lnTo>
                    <a:pt x="1747" y="1897"/>
                  </a:lnTo>
                  <a:lnTo>
                    <a:pt x="1718" y="1897"/>
                  </a:lnTo>
                  <a:lnTo>
                    <a:pt x="1718" y="1882"/>
                  </a:lnTo>
                  <a:lnTo>
                    <a:pt x="1688" y="1882"/>
                  </a:lnTo>
                  <a:lnTo>
                    <a:pt x="1673" y="1867"/>
                  </a:lnTo>
                  <a:lnTo>
                    <a:pt x="1658" y="1852"/>
                  </a:lnTo>
                  <a:lnTo>
                    <a:pt x="1643" y="1822"/>
                  </a:lnTo>
                  <a:lnTo>
                    <a:pt x="1643" y="1792"/>
                  </a:lnTo>
                  <a:lnTo>
                    <a:pt x="1628" y="1763"/>
                  </a:lnTo>
                  <a:lnTo>
                    <a:pt x="1628" y="1733"/>
                  </a:lnTo>
                  <a:lnTo>
                    <a:pt x="1628" y="1703"/>
                  </a:lnTo>
                  <a:lnTo>
                    <a:pt x="1613" y="1673"/>
                  </a:lnTo>
                  <a:lnTo>
                    <a:pt x="1598" y="1658"/>
                  </a:lnTo>
                  <a:lnTo>
                    <a:pt x="1583" y="1643"/>
                  </a:lnTo>
                  <a:lnTo>
                    <a:pt x="1568" y="1613"/>
                  </a:lnTo>
                  <a:lnTo>
                    <a:pt x="1538" y="1583"/>
                  </a:lnTo>
                  <a:lnTo>
                    <a:pt x="1523" y="1539"/>
                  </a:lnTo>
                  <a:lnTo>
                    <a:pt x="1508" y="1449"/>
                  </a:lnTo>
                  <a:lnTo>
                    <a:pt x="1508" y="1374"/>
                  </a:lnTo>
                  <a:lnTo>
                    <a:pt x="1538" y="1300"/>
                  </a:lnTo>
                  <a:lnTo>
                    <a:pt x="1568" y="1240"/>
                  </a:lnTo>
                  <a:lnTo>
                    <a:pt x="1613" y="1180"/>
                  </a:lnTo>
                  <a:lnTo>
                    <a:pt x="1673" y="1135"/>
                  </a:lnTo>
                  <a:lnTo>
                    <a:pt x="1732" y="1091"/>
                  </a:lnTo>
                  <a:lnTo>
                    <a:pt x="1807" y="1046"/>
                  </a:lnTo>
                  <a:lnTo>
                    <a:pt x="1867" y="1001"/>
                  </a:lnTo>
                  <a:lnTo>
                    <a:pt x="2001" y="956"/>
                  </a:lnTo>
                  <a:lnTo>
                    <a:pt x="2121" y="956"/>
                  </a:lnTo>
                  <a:lnTo>
                    <a:pt x="2225" y="971"/>
                  </a:lnTo>
                  <a:lnTo>
                    <a:pt x="2315" y="1016"/>
                  </a:lnTo>
                  <a:lnTo>
                    <a:pt x="2330" y="1016"/>
                  </a:lnTo>
                  <a:lnTo>
                    <a:pt x="2360" y="1031"/>
                  </a:lnTo>
                  <a:lnTo>
                    <a:pt x="2375" y="1031"/>
                  </a:lnTo>
                  <a:lnTo>
                    <a:pt x="2390" y="1046"/>
                  </a:lnTo>
                  <a:lnTo>
                    <a:pt x="2419" y="1061"/>
                  </a:lnTo>
                  <a:lnTo>
                    <a:pt x="2449" y="1076"/>
                  </a:lnTo>
                  <a:lnTo>
                    <a:pt x="2479" y="1105"/>
                  </a:lnTo>
                  <a:lnTo>
                    <a:pt x="2494" y="1120"/>
                  </a:lnTo>
                  <a:lnTo>
                    <a:pt x="2509" y="1135"/>
                  </a:lnTo>
                  <a:lnTo>
                    <a:pt x="2524" y="1165"/>
                  </a:lnTo>
                  <a:lnTo>
                    <a:pt x="2539" y="1195"/>
                  </a:lnTo>
                  <a:lnTo>
                    <a:pt x="2539" y="1210"/>
                  </a:lnTo>
                  <a:lnTo>
                    <a:pt x="2554" y="1225"/>
                  </a:lnTo>
                  <a:lnTo>
                    <a:pt x="2569" y="1240"/>
                  </a:lnTo>
                  <a:lnTo>
                    <a:pt x="2569" y="1255"/>
                  </a:lnTo>
                  <a:lnTo>
                    <a:pt x="2614" y="1300"/>
                  </a:lnTo>
                  <a:lnTo>
                    <a:pt x="2629" y="1330"/>
                  </a:lnTo>
                  <a:lnTo>
                    <a:pt x="2643" y="1374"/>
                  </a:lnTo>
                  <a:lnTo>
                    <a:pt x="2658" y="1404"/>
                  </a:lnTo>
                  <a:lnTo>
                    <a:pt x="2673" y="1419"/>
                  </a:lnTo>
                  <a:lnTo>
                    <a:pt x="2688" y="1449"/>
                  </a:lnTo>
                  <a:lnTo>
                    <a:pt x="2703" y="1464"/>
                  </a:lnTo>
                  <a:lnTo>
                    <a:pt x="2718" y="1479"/>
                  </a:lnTo>
                  <a:lnTo>
                    <a:pt x="2748" y="1494"/>
                  </a:lnTo>
                  <a:lnTo>
                    <a:pt x="2778" y="1509"/>
                  </a:lnTo>
                  <a:lnTo>
                    <a:pt x="2882" y="1509"/>
                  </a:lnTo>
                  <a:lnTo>
                    <a:pt x="2882" y="1494"/>
                  </a:lnTo>
                  <a:lnTo>
                    <a:pt x="2897" y="1494"/>
                  </a:lnTo>
                  <a:lnTo>
                    <a:pt x="2897" y="1479"/>
                  </a:lnTo>
                  <a:lnTo>
                    <a:pt x="2897" y="1464"/>
                  </a:lnTo>
                  <a:lnTo>
                    <a:pt x="2897" y="1449"/>
                  </a:lnTo>
                  <a:lnTo>
                    <a:pt x="2882" y="1434"/>
                  </a:lnTo>
                  <a:lnTo>
                    <a:pt x="2882" y="1404"/>
                  </a:lnTo>
                  <a:lnTo>
                    <a:pt x="2868" y="1374"/>
                  </a:lnTo>
                  <a:lnTo>
                    <a:pt x="2853" y="1330"/>
                  </a:lnTo>
                  <a:lnTo>
                    <a:pt x="2838" y="1300"/>
                  </a:lnTo>
                  <a:lnTo>
                    <a:pt x="2808" y="1255"/>
                  </a:lnTo>
                  <a:lnTo>
                    <a:pt x="2808" y="1210"/>
                  </a:lnTo>
                  <a:lnTo>
                    <a:pt x="2793" y="1180"/>
                  </a:lnTo>
                  <a:lnTo>
                    <a:pt x="2808" y="1150"/>
                  </a:lnTo>
                  <a:lnTo>
                    <a:pt x="2793" y="1150"/>
                  </a:lnTo>
                  <a:lnTo>
                    <a:pt x="2808" y="1135"/>
                  </a:lnTo>
                  <a:lnTo>
                    <a:pt x="2763" y="1105"/>
                  </a:lnTo>
                  <a:lnTo>
                    <a:pt x="2688" y="1046"/>
                  </a:lnTo>
                  <a:lnTo>
                    <a:pt x="2614" y="956"/>
                  </a:lnTo>
                  <a:lnTo>
                    <a:pt x="2554" y="911"/>
                  </a:lnTo>
                  <a:lnTo>
                    <a:pt x="2539" y="896"/>
                  </a:lnTo>
                  <a:lnTo>
                    <a:pt x="2524" y="881"/>
                  </a:lnTo>
                  <a:lnTo>
                    <a:pt x="2509" y="881"/>
                  </a:lnTo>
                  <a:lnTo>
                    <a:pt x="2509" y="867"/>
                  </a:lnTo>
                  <a:lnTo>
                    <a:pt x="2494" y="852"/>
                  </a:lnTo>
                  <a:lnTo>
                    <a:pt x="2449" y="822"/>
                  </a:lnTo>
                  <a:lnTo>
                    <a:pt x="2419" y="792"/>
                  </a:lnTo>
                  <a:lnTo>
                    <a:pt x="2405" y="792"/>
                  </a:lnTo>
                  <a:lnTo>
                    <a:pt x="2405" y="777"/>
                  </a:lnTo>
                  <a:lnTo>
                    <a:pt x="2360" y="717"/>
                  </a:lnTo>
                  <a:lnTo>
                    <a:pt x="2375" y="657"/>
                  </a:lnTo>
                  <a:lnTo>
                    <a:pt x="2390" y="628"/>
                  </a:lnTo>
                  <a:lnTo>
                    <a:pt x="2419" y="598"/>
                  </a:lnTo>
                  <a:lnTo>
                    <a:pt x="2434" y="583"/>
                  </a:lnTo>
                  <a:lnTo>
                    <a:pt x="2449" y="568"/>
                  </a:lnTo>
                  <a:lnTo>
                    <a:pt x="2479" y="553"/>
                  </a:lnTo>
                  <a:lnTo>
                    <a:pt x="2509" y="538"/>
                  </a:lnTo>
                  <a:lnTo>
                    <a:pt x="2524" y="523"/>
                  </a:lnTo>
                  <a:lnTo>
                    <a:pt x="2554" y="508"/>
                  </a:lnTo>
                  <a:lnTo>
                    <a:pt x="2584" y="478"/>
                  </a:lnTo>
                  <a:lnTo>
                    <a:pt x="2629" y="448"/>
                  </a:lnTo>
                  <a:lnTo>
                    <a:pt x="2658" y="418"/>
                  </a:lnTo>
                  <a:lnTo>
                    <a:pt x="2673" y="404"/>
                  </a:lnTo>
                  <a:lnTo>
                    <a:pt x="2673" y="389"/>
                  </a:lnTo>
                  <a:lnTo>
                    <a:pt x="2658" y="359"/>
                  </a:lnTo>
                  <a:lnTo>
                    <a:pt x="2629" y="344"/>
                  </a:lnTo>
                  <a:lnTo>
                    <a:pt x="2599" y="329"/>
                  </a:lnTo>
                  <a:lnTo>
                    <a:pt x="2569" y="299"/>
                  </a:lnTo>
                  <a:lnTo>
                    <a:pt x="2554" y="269"/>
                  </a:lnTo>
                  <a:lnTo>
                    <a:pt x="2524" y="239"/>
                  </a:lnTo>
                  <a:lnTo>
                    <a:pt x="2524" y="224"/>
                  </a:lnTo>
                  <a:lnTo>
                    <a:pt x="2509" y="194"/>
                  </a:lnTo>
                  <a:lnTo>
                    <a:pt x="2494" y="180"/>
                  </a:lnTo>
                  <a:lnTo>
                    <a:pt x="2479" y="150"/>
                  </a:lnTo>
                  <a:lnTo>
                    <a:pt x="2449" y="120"/>
                  </a:lnTo>
                  <a:lnTo>
                    <a:pt x="2419" y="75"/>
                  </a:lnTo>
                  <a:lnTo>
                    <a:pt x="2390" y="45"/>
                  </a:lnTo>
                  <a:lnTo>
                    <a:pt x="2360" y="15"/>
                  </a:lnTo>
                  <a:lnTo>
                    <a:pt x="2345" y="15"/>
                  </a:lnTo>
                  <a:lnTo>
                    <a:pt x="2330"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62"/>
            <p:cNvSpPr/>
            <p:nvPr/>
          </p:nvSpPr>
          <p:spPr>
            <a:xfrm>
              <a:off x="3635250" y="2268875"/>
              <a:ext cx="189300" cy="131450"/>
            </a:xfrm>
            <a:custGeom>
              <a:rect b="b" l="l" r="r" t="t"/>
              <a:pathLst>
                <a:path extrusionOk="0" fill="none" h="5258" w="7572">
                  <a:moveTo>
                    <a:pt x="5481" y="1897"/>
                  </a:moveTo>
                  <a:lnTo>
                    <a:pt x="5466" y="1912"/>
                  </a:lnTo>
                  <a:lnTo>
                    <a:pt x="5451" y="1927"/>
                  </a:lnTo>
                  <a:lnTo>
                    <a:pt x="5421" y="1927"/>
                  </a:lnTo>
                  <a:lnTo>
                    <a:pt x="5406" y="1942"/>
                  </a:lnTo>
                  <a:lnTo>
                    <a:pt x="5391" y="1957"/>
                  </a:lnTo>
                  <a:lnTo>
                    <a:pt x="5377" y="1972"/>
                  </a:lnTo>
                  <a:lnTo>
                    <a:pt x="5362" y="1987"/>
                  </a:lnTo>
                  <a:lnTo>
                    <a:pt x="5347" y="2002"/>
                  </a:lnTo>
                  <a:lnTo>
                    <a:pt x="5317" y="2017"/>
                  </a:lnTo>
                  <a:lnTo>
                    <a:pt x="5287" y="2031"/>
                  </a:lnTo>
                  <a:lnTo>
                    <a:pt x="5242" y="2046"/>
                  </a:lnTo>
                  <a:lnTo>
                    <a:pt x="5197" y="2061"/>
                  </a:lnTo>
                  <a:lnTo>
                    <a:pt x="5153" y="2061"/>
                  </a:lnTo>
                  <a:lnTo>
                    <a:pt x="5108" y="2061"/>
                  </a:lnTo>
                  <a:lnTo>
                    <a:pt x="5048" y="2061"/>
                  </a:lnTo>
                  <a:lnTo>
                    <a:pt x="5003" y="2061"/>
                  </a:lnTo>
                  <a:lnTo>
                    <a:pt x="4943" y="2061"/>
                  </a:lnTo>
                  <a:lnTo>
                    <a:pt x="4914" y="2046"/>
                  </a:lnTo>
                  <a:lnTo>
                    <a:pt x="4884" y="2046"/>
                  </a:lnTo>
                  <a:lnTo>
                    <a:pt x="4854" y="2031"/>
                  </a:lnTo>
                  <a:lnTo>
                    <a:pt x="4854" y="2031"/>
                  </a:lnTo>
                  <a:lnTo>
                    <a:pt x="4854" y="2031"/>
                  </a:lnTo>
                  <a:lnTo>
                    <a:pt x="4824" y="2017"/>
                  </a:lnTo>
                  <a:lnTo>
                    <a:pt x="4719" y="1987"/>
                  </a:lnTo>
                  <a:lnTo>
                    <a:pt x="4630" y="1972"/>
                  </a:lnTo>
                  <a:lnTo>
                    <a:pt x="4585" y="2017"/>
                  </a:lnTo>
                  <a:lnTo>
                    <a:pt x="4570" y="2031"/>
                  </a:lnTo>
                  <a:lnTo>
                    <a:pt x="4555" y="2061"/>
                  </a:lnTo>
                  <a:lnTo>
                    <a:pt x="4555" y="2061"/>
                  </a:lnTo>
                  <a:lnTo>
                    <a:pt x="4555" y="2076"/>
                  </a:lnTo>
                  <a:lnTo>
                    <a:pt x="4555" y="2091"/>
                  </a:lnTo>
                  <a:lnTo>
                    <a:pt x="4540" y="2121"/>
                  </a:lnTo>
                  <a:lnTo>
                    <a:pt x="4540" y="2136"/>
                  </a:lnTo>
                  <a:lnTo>
                    <a:pt x="4540" y="2136"/>
                  </a:lnTo>
                  <a:lnTo>
                    <a:pt x="4540" y="2136"/>
                  </a:lnTo>
                  <a:lnTo>
                    <a:pt x="4540" y="2136"/>
                  </a:lnTo>
                  <a:lnTo>
                    <a:pt x="4540" y="2136"/>
                  </a:lnTo>
                  <a:lnTo>
                    <a:pt x="4540" y="2151"/>
                  </a:lnTo>
                  <a:lnTo>
                    <a:pt x="4540" y="2151"/>
                  </a:lnTo>
                  <a:lnTo>
                    <a:pt x="4540" y="2166"/>
                  </a:lnTo>
                  <a:lnTo>
                    <a:pt x="4525" y="2181"/>
                  </a:lnTo>
                  <a:lnTo>
                    <a:pt x="4510" y="2196"/>
                  </a:lnTo>
                  <a:lnTo>
                    <a:pt x="4495" y="2211"/>
                  </a:lnTo>
                  <a:lnTo>
                    <a:pt x="4495" y="2226"/>
                  </a:lnTo>
                  <a:lnTo>
                    <a:pt x="4495" y="2226"/>
                  </a:lnTo>
                  <a:lnTo>
                    <a:pt x="4480" y="2226"/>
                  </a:lnTo>
                  <a:lnTo>
                    <a:pt x="4480" y="2226"/>
                  </a:lnTo>
                  <a:lnTo>
                    <a:pt x="4466" y="2241"/>
                  </a:lnTo>
                  <a:lnTo>
                    <a:pt x="4451" y="2241"/>
                  </a:lnTo>
                  <a:lnTo>
                    <a:pt x="4436" y="2241"/>
                  </a:lnTo>
                  <a:lnTo>
                    <a:pt x="4421" y="2241"/>
                  </a:lnTo>
                  <a:lnTo>
                    <a:pt x="4421" y="2241"/>
                  </a:lnTo>
                  <a:lnTo>
                    <a:pt x="4391" y="2241"/>
                  </a:lnTo>
                  <a:lnTo>
                    <a:pt x="4376" y="2241"/>
                  </a:lnTo>
                  <a:lnTo>
                    <a:pt x="4361" y="2226"/>
                  </a:lnTo>
                  <a:lnTo>
                    <a:pt x="4331" y="2226"/>
                  </a:lnTo>
                  <a:lnTo>
                    <a:pt x="4316" y="2211"/>
                  </a:lnTo>
                  <a:lnTo>
                    <a:pt x="4301" y="2196"/>
                  </a:lnTo>
                  <a:lnTo>
                    <a:pt x="4286" y="2166"/>
                  </a:lnTo>
                  <a:lnTo>
                    <a:pt x="4256" y="2136"/>
                  </a:lnTo>
                  <a:lnTo>
                    <a:pt x="4227" y="2121"/>
                  </a:lnTo>
                  <a:lnTo>
                    <a:pt x="4197" y="2106"/>
                  </a:lnTo>
                  <a:lnTo>
                    <a:pt x="4182" y="2091"/>
                  </a:lnTo>
                  <a:lnTo>
                    <a:pt x="4152" y="2091"/>
                  </a:lnTo>
                  <a:lnTo>
                    <a:pt x="4152" y="2091"/>
                  </a:lnTo>
                  <a:lnTo>
                    <a:pt x="4137" y="2091"/>
                  </a:lnTo>
                  <a:lnTo>
                    <a:pt x="4137" y="2091"/>
                  </a:lnTo>
                  <a:lnTo>
                    <a:pt x="4137" y="2106"/>
                  </a:lnTo>
                  <a:lnTo>
                    <a:pt x="4122" y="2106"/>
                  </a:lnTo>
                  <a:lnTo>
                    <a:pt x="4107" y="2121"/>
                  </a:lnTo>
                  <a:lnTo>
                    <a:pt x="4107" y="2136"/>
                  </a:lnTo>
                  <a:lnTo>
                    <a:pt x="4092" y="2136"/>
                  </a:lnTo>
                  <a:lnTo>
                    <a:pt x="4092" y="2151"/>
                  </a:lnTo>
                  <a:lnTo>
                    <a:pt x="4077" y="2151"/>
                  </a:lnTo>
                  <a:lnTo>
                    <a:pt x="4077" y="2166"/>
                  </a:lnTo>
                  <a:lnTo>
                    <a:pt x="4047" y="2181"/>
                  </a:lnTo>
                  <a:lnTo>
                    <a:pt x="4017" y="2181"/>
                  </a:lnTo>
                  <a:lnTo>
                    <a:pt x="3988" y="2181"/>
                  </a:lnTo>
                  <a:lnTo>
                    <a:pt x="3973" y="2151"/>
                  </a:lnTo>
                  <a:lnTo>
                    <a:pt x="3943" y="2121"/>
                  </a:lnTo>
                  <a:lnTo>
                    <a:pt x="3943" y="2106"/>
                  </a:lnTo>
                  <a:lnTo>
                    <a:pt x="3928" y="2076"/>
                  </a:lnTo>
                  <a:lnTo>
                    <a:pt x="3928" y="2061"/>
                  </a:lnTo>
                  <a:lnTo>
                    <a:pt x="3928" y="2061"/>
                  </a:lnTo>
                  <a:lnTo>
                    <a:pt x="3928" y="2061"/>
                  </a:lnTo>
                  <a:lnTo>
                    <a:pt x="3913" y="2031"/>
                  </a:lnTo>
                  <a:lnTo>
                    <a:pt x="3913" y="2031"/>
                  </a:lnTo>
                  <a:lnTo>
                    <a:pt x="3913" y="2017"/>
                  </a:lnTo>
                  <a:lnTo>
                    <a:pt x="3898" y="2002"/>
                  </a:lnTo>
                  <a:lnTo>
                    <a:pt x="3898" y="1987"/>
                  </a:lnTo>
                  <a:lnTo>
                    <a:pt x="3883" y="1972"/>
                  </a:lnTo>
                  <a:lnTo>
                    <a:pt x="3868" y="1957"/>
                  </a:lnTo>
                  <a:lnTo>
                    <a:pt x="3838" y="1957"/>
                  </a:lnTo>
                  <a:lnTo>
                    <a:pt x="3808" y="1957"/>
                  </a:lnTo>
                  <a:lnTo>
                    <a:pt x="3793" y="1957"/>
                  </a:lnTo>
                  <a:lnTo>
                    <a:pt x="3779" y="1957"/>
                  </a:lnTo>
                  <a:lnTo>
                    <a:pt x="3764" y="1957"/>
                  </a:lnTo>
                  <a:lnTo>
                    <a:pt x="3764" y="1957"/>
                  </a:lnTo>
                  <a:lnTo>
                    <a:pt x="3719" y="1957"/>
                  </a:lnTo>
                  <a:lnTo>
                    <a:pt x="3689" y="1927"/>
                  </a:lnTo>
                  <a:lnTo>
                    <a:pt x="3689" y="1897"/>
                  </a:lnTo>
                  <a:lnTo>
                    <a:pt x="3674" y="1867"/>
                  </a:lnTo>
                  <a:lnTo>
                    <a:pt x="3674" y="1852"/>
                  </a:lnTo>
                  <a:lnTo>
                    <a:pt x="3659" y="1837"/>
                  </a:lnTo>
                  <a:lnTo>
                    <a:pt x="3659" y="1807"/>
                  </a:lnTo>
                  <a:lnTo>
                    <a:pt x="3659" y="1792"/>
                  </a:lnTo>
                  <a:lnTo>
                    <a:pt x="3644" y="1778"/>
                  </a:lnTo>
                  <a:lnTo>
                    <a:pt x="3629" y="1763"/>
                  </a:lnTo>
                  <a:lnTo>
                    <a:pt x="3614" y="1748"/>
                  </a:lnTo>
                  <a:lnTo>
                    <a:pt x="3584" y="1748"/>
                  </a:lnTo>
                  <a:lnTo>
                    <a:pt x="3555" y="1763"/>
                  </a:lnTo>
                  <a:lnTo>
                    <a:pt x="3510" y="1778"/>
                  </a:lnTo>
                  <a:lnTo>
                    <a:pt x="3465" y="1792"/>
                  </a:lnTo>
                  <a:lnTo>
                    <a:pt x="3405" y="1822"/>
                  </a:lnTo>
                  <a:lnTo>
                    <a:pt x="3360" y="1867"/>
                  </a:lnTo>
                  <a:lnTo>
                    <a:pt x="3330" y="1897"/>
                  </a:lnTo>
                  <a:lnTo>
                    <a:pt x="3316" y="1912"/>
                  </a:lnTo>
                  <a:lnTo>
                    <a:pt x="3301" y="1927"/>
                  </a:lnTo>
                  <a:lnTo>
                    <a:pt x="3286" y="1942"/>
                  </a:lnTo>
                  <a:lnTo>
                    <a:pt x="3271" y="1957"/>
                  </a:lnTo>
                  <a:lnTo>
                    <a:pt x="3271" y="1957"/>
                  </a:lnTo>
                  <a:lnTo>
                    <a:pt x="3256" y="1972"/>
                  </a:lnTo>
                  <a:lnTo>
                    <a:pt x="3241" y="1987"/>
                  </a:lnTo>
                  <a:lnTo>
                    <a:pt x="3226" y="2002"/>
                  </a:lnTo>
                  <a:lnTo>
                    <a:pt x="3181" y="2017"/>
                  </a:lnTo>
                  <a:lnTo>
                    <a:pt x="3136" y="2031"/>
                  </a:lnTo>
                  <a:lnTo>
                    <a:pt x="3092" y="2017"/>
                  </a:lnTo>
                  <a:lnTo>
                    <a:pt x="3032" y="1987"/>
                  </a:lnTo>
                  <a:lnTo>
                    <a:pt x="2987" y="1957"/>
                  </a:lnTo>
                  <a:lnTo>
                    <a:pt x="2942" y="1912"/>
                  </a:lnTo>
                  <a:lnTo>
                    <a:pt x="2897" y="1882"/>
                  </a:lnTo>
                  <a:lnTo>
                    <a:pt x="2853" y="1837"/>
                  </a:lnTo>
                  <a:lnTo>
                    <a:pt x="2838" y="1822"/>
                  </a:lnTo>
                  <a:lnTo>
                    <a:pt x="2838" y="1822"/>
                  </a:lnTo>
                  <a:lnTo>
                    <a:pt x="2823" y="1807"/>
                  </a:lnTo>
                  <a:lnTo>
                    <a:pt x="2793" y="1792"/>
                  </a:lnTo>
                  <a:lnTo>
                    <a:pt x="2778" y="1792"/>
                  </a:lnTo>
                  <a:lnTo>
                    <a:pt x="2748" y="1792"/>
                  </a:lnTo>
                  <a:lnTo>
                    <a:pt x="2733" y="1778"/>
                  </a:lnTo>
                  <a:lnTo>
                    <a:pt x="2718" y="1792"/>
                  </a:lnTo>
                  <a:lnTo>
                    <a:pt x="2703" y="1792"/>
                  </a:lnTo>
                  <a:lnTo>
                    <a:pt x="2703" y="1792"/>
                  </a:lnTo>
                  <a:lnTo>
                    <a:pt x="2688" y="1807"/>
                  </a:lnTo>
                  <a:lnTo>
                    <a:pt x="2688" y="1807"/>
                  </a:lnTo>
                  <a:lnTo>
                    <a:pt x="2673" y="1822"/>
                  </a:lnTo>
                  <a:lnTo>
                    <a:pt x="2658" y="1822"/>
                  </a:lnTo>
                  <a:lnTo>
                    <a:pt x="2643" y="1837"/>
                  </a:lnTo>
                  <a:lnTo>
                    <a:pt x="2614" y="1852"/>
                  </a:lnTo>
                  <a:lnTo>
                    <a:pt x="2599" y="1852"/>
                  </a:lnTo>
                  <a:lnTo>
                    <a:pt x="2569" y="1867"/>
                  </a:lnTo>
                  <a:lnTo>
                    <a:pt x="2554" y="1867"/>
                  </a:lnTo>
                  <a:lnTo>
                    <a:pt x="2524" y="1867"/>
                  </a:lnTo>
                  <a:lnTo>
                    <a:pt x="2509" y="1867"/>
                  </a:lnTo>
                  <a:lnTo>
                    <a:pt x="2509" y="1867"/>
                  </a:lnTo>
                  <a:lnTo>
                    <a:pt x="2494" y="1867"/>
                  </a:lnTo>
                  <a:lnTo>
                    <a:pt x="2479" y="1852"/>
                  </a:lnTo>
                  <a:lnTo>
                    <a:pt x="2479" y="1852"/>
                  </a:lnTo>
                  <a:lnTo>
                    <a:pt x="2479" y="1852"/>
                  </a:lnTo>
                  <a:lnTo>
                    <a:pt x="2479" y="1837"/>
                  </a:lnTo>
                  <a:lnTo>
                    <a:pt x="2479" y="1837"/>
                  </a:lnTo>
                  <a:lnTo>
                    <a:pt x="2464" y="1837"/>
                  </a:lnTo>
                  <a:lnTo>
                    <a:pt x="2464" y="1837"/>
                  </a:lnTo>
                  <a:lnTo>
                    <a:pt x="2464" y="1837"/>
                  </a:lnTo>
                  <a:lnTo>
                    <a:pt x="2464" y="1822"/>
                  </a:lnTo>
                  <a:lnTo>
                    <a:pt x="2449" y="1822"/>
                  </a:lnTo>
                  <a:lnTo>
                    <a:pt x="2434" y="1807"/>
                  </a:lnTo>
                  <a:lnTo>
                    <a:pt x="2419" y="1807"/>
                  </a:lnTo>
                  <a:lnTo>
                    <a:pt x="2419" y="1807"/>
                  </a:lnTo>
                  <a:lnTo>
                    <a:pt x="2405" y="1807"/>
                  </a:lnTo>
                  <a:lnTo>
                    <a:pt x="2405" y="1792"/>
                  </a:lnTo>
                  <a:lnTo>
                    <a:pt x="2375" y="1792"/>
                  </a:lnTo>
                  <a:lnTo>
                    <a:pt x="2345" y="1792"/>
                  </a:lnTo>
                  <a:lnTo>
                    <a:pt x="2345" y="1792"/>
                  </a:lnTo>
                  <a:lnTo>
                    <a:pt x="2330" y="1792"/>
                  </a:lnTo>
                  <a:lnTo>
                    <a:pt x="2315" y="1807"/>
                  </a:lnTo>
                  <a:lnTo>
                    <a:pt x="2300" y="1807"/>
                  </a:lnTo>
                  <a:lnTo>
                    <a:pt x="2300" y="1807"/>
                  </a:lnTo>
                  <a:lnTo>
                    <a:pt x="2300" y="1807"/>
                  </a:lnTo>
                  <a:lnTo>
                    <a:pt x="2270" y="1837"/>
                  </a:lnTo>
                  <a:lnTo>
                    <a:pt x="2255" y="1837"/>
                  </a:lnTo>
                  <a:lnTo>
                    <a:pt x="2255" y="1837"/>
                  </a:lnTo>
                  <a:lnTo>
                    <a:pt x="2255" y="1837"/>
                  </a:lnTo>
                  <a:lnTo>
                    <a:pt x="2240" y="1867"/>
                  </a:lnTo>
                  <a:lnTo>
                    <a:pt x="2225" y="1867"/>
                  </a:lnTo>
                  <a:lnTo>
                    <a:pt x="2225" y="1867"/>
                  </a:lnTo>
                  <a:lnTo>
                    <a:pt x="2195" y="1867"/>
                  </a:lnTo>
                  <a:lnTo>
                    <a:pt x="2166" y="1867"/>
                  </a:lnTo>
                  <a:lnTo>
                    <a:pt x="2151" y="1852"/>
                  </a:lnTo>
                  <a:lnTo>
                    <a:pt x="2121" y="1852"/>
                  </a:lnTo>
                  <a:lnTo>
                    <a:pt x="2106" y="1837"/>
                  </a:lnTo>
                  <a:lnTo>
                    <a:pt x="2076" y="1837"/>
                  </a:lnTo>
                  <a:lnTo>
                    <a:pt x="2016" y="1807"/>
                  </a:lnTo>
                  <a:lnTo>
                    <a:pt x="1942" y="1792"/>
                  </a:lnTo>
                  <a:lnTo>
                    <a:pt x="1912" y="1792"/>
                  </a:lnTo>
                  <a:lnTo>
                    <a:pt x="1897" y="1792"/>
                  </a:lnTo>
                  <a:lnTo>
                    <a:pt x="1867" y="1792"/>
                  </a:lnTo>
                  <a:lnTo>
                    <a:pt x="1852" y="1807"/>
                  </a:lnTo>
                  <a:lnTo>
                    <a:pt x="1837" y="1807"/>
                  </a:lnTo>
                  <a:lnTo>
                    <a:pt x="1822" y="1822"/>
                  </a:lnTo>
                  <a:lnTo>
                    <a:pt x="1807" y="1837"/>
                  </a:lnTo>
                  <a:lnTo>
                    <a:pt x="1807" y="1852"/>
                  </a:lnTo>
                  <a:lnTo>
                    <a:pt x="1792" y="1867"/>
                  </a:lnTo>
                  <a:lnTo>
                    <a:pt x="1777" y="1867"/>
                  </a:lnTo>
                  <a:lnTo>
                    <a:pt x="1777" y="1867"/>
                  </a:lnTo>
                  <a:lnTo>
                    <a:pt x="1762" y="1882"/>
                  </a:lnTo>
                  <a:lnTo>
                    <a:pt x="1762" y="1882"/>
                  </a:lnTo>
                  <a:lnTo>
                    <a:pt x="1747" y="1897"/>
                  </a:lnTo>
                  <a:lnTo>
                    <a:pt x="1732" y="1897"/>
                  </a:lnTo>
                  <a:lnTo>
                    <a:pt x="1718" y="1897"/>
                  </a:lnTo>
                  <a:lnTo>
                    <a:pt x="1718" y="1882"/>
                  </a:lnTo>
                  <a:lnTo>
                    <a:pt x="1703" y="1882"/>
                  </a:lnTo>
                  <a:lnTo>
                    <a:pt x="1703" y="1882"/>
                  </a:lnTo>
                  <a:lnTo>
                    <a:pt x="1688" y="1882"/>
                  </a:lnTo>
                  <a:lnTo>
                    <a:pt x="1673" y="1867"/>
                  </a:lnTo>
                  <a:lnTo>
                    <a:pt x="1673" y="1867"/>
                  </a:lnTo>
                  <a:lnTo>
                    <a:pt x="1658" y="1852"/>
                  </a:lnTo>
                  <a:lnTo>
                    <a:pt x="1643" y="1822"/>
                  </a:lnTo>
                  <a:lnTo>
                    <a:pt x="1643" y="1792"/>
                  </a:lnTo>
                  <a:lnTo>
                    <a:pt x="1628" y="1763"/>
                  </a:lnTo>
                  <a:lnTo>
                    <a:pt x="1628" y="1733"/>
                  </a:lnTo>
                  <a:lnTo>
                    <a:pt x="1628" y="1703"/>
                  </a:lnTo>
                  <a:lnTo>
                    <a:pt x="1613" y="1673"/>
                  </a:lnTo>
                  <a:lnTo>
                    <a:pt x="1598" y="1658"/>
                  </a:lnTo>
                  <a:lnTo>
                    <a:pt x="1583" y="1643"/>
                  </a:lnTo>
                  <a:lnTo>
                    <a:pt x="1568" y="1613"/>
                  </a:lnTo>
                  <a:lnTo>
                    <a:pt x="1538" y="1583"/>
                  </a:lnTo>
                  <a:lnTo>
                    <a:pt x="1523" y="1539"/>
                  </a:lnTo>
                  <a:lnTo>
                    <a:pt x="1508" y="1449"/>
                  </a:lnTo>
                  <a:lnTo>
                    <a:pt x="1508" y="1374"/>
                  </a:lnTo>
                  <a:lnTo>
                    <a:pt x="1538" y="1300"/>
                  </a:lnTo>
                  <a:lnTo>
                    <a:pt x="1568" y="1240"/>
                  </a:lnTo>
                  <a:lnTo>
                    <a:pt x="1613" y="1180"/>
                  </a:lnTo>
                  <a:lnTo>
                    <a:pt x="1673" y="1135"/>
                  </a:lnTo>
                  <a:lnTo>
                    <a:pt x="1732" y="1091"/>
                  </a:lnTo>
                  <a:lnTo>
                    <a:pt x="1807" y="1046"/>
                  </a:lnTo>
                  <a:lnTo>
                    <a:pt x="1867" y="1001"/>
                  </a:lnTo>
                  <a:lnTo>
                    <a:pt x="2001" y="956"/>
                  </a:lnTo>
                  <a:lnTo>
                    <a:pt x="2121" y="956"/>
                  </a:lnTo>
                  <a:lnTo>
                    <a:pt x="2225" y="971"/>
                  </a:lnTo>
                  <a:lnTo>
                    <a:pt x="2315" y="1016"/>
                  </a:lnTo>
                  <a:lnTo>
                    <a:pt x="2315" y="1016"/>
                  </a:lnTo>
                  <a:lnTo>
                    <a:pt x="2330" y="1016"/>
                  </a:lnTo>
                  <a:lnTo>
                    <a:pt x="2360" y="1031"/>
                  </a:lnTo>
                  <a:lnTo>
                    <a:pt x="2375" y="1031"/>
                  </a:lnTo>
                  <a:lnTo>
                    <a:pt x="2390" y="1046"/>
                  </a:lnTo>
                  <a:lnTo>
                    <a:pt x="2419" y="1061"/>
                  </a:lnTo>
                  <a:lnTo>
                    <a:pt x="2419" y="1061"/>
                  </a:lnTo>
                  <a:lnTo>
                    <a:pt x="2449" y="1076"/>
                  </a:lnTo>
                  <a:lnTo>
                    <a:pt x="2479" y="1105"/>
                  </a:lnTo>
                  <a:lnTo>
                    <a:pt x="2494" y="1120"/>
                  </a:lnTo>
                  <a:lnTo>
                    <a:pt x="2509" y="1135"/>
                  </a:lnTo>
                  <a:lnTo>
                    <a:pt x="2524" y="1165"/>
                  </a:lnTo>
                  <a:lnTo>
                    <a:pt x="2539" y="1195"/>
                  </a:lnTo>
                  <a:lnTo>
                    <a:pt x="2539" y="1210"/>
                  </a:lnTo>
                  <a:lnTo>
                    <a:pt x="2554" y="1225"/>
                  </a:lnTo>
                  <a:lnTo>
                    <a:pt x="2569" y="1240"/>
                  </a:lnTo>
                  <a:lnTo>
                    <a:pt x="2569" y="1255"/>
                  </a:lnTo>
                  <a:lnTo>
                    <a:pt x="2614" y="1300"/>
                  </a:lnTo>
                  <a:lnTo>
                    <a:pt x="2629" y="1330"/>
                  </a:lnTo>
                  <a:lnTo>
                    <a:pt x="2643" y="1374"/>
                  </a:lnTo>
                  <a:lnTo>
                    <a:pt x="2658" y="1404"/>
                  </a:lnTo>
                  <a:lnTo>
                    <a:pt x="2673" y="1419"/>
                  </a:lnTo>
                  <a:lnTo>
                    <a:pt x="2688" y="1449"/>
                  </a:lnTo>
                  <a:lnTo>
                    <a:pt x="2688" y="1449"/>
                  </a:lnTo>
                  <a:lnTo>
                    <a:pt x="2688" y="1449"/>
                  </a:lnTo>
                  <a:lnTo>
                    <a:pt x="2688" y="1449"/>
                  </a:lnTo>
                  <a:lnTo>
                    <a:pt x="2688" y="1449"/>
                  </a:lnTo>
                  <a:lnTo>
                    <a:pt x="2688" y="1449"/>
                  </a:lnTo>
                  <a:lnTo>
                    <a:pt x="2703" y="1464"/>
                  </a:lnTo>
                  <a:lnTo>
                    <a:pt x="2718" y="1479"/>
                  </a:lnTo>
                  <a:lnTo>
                    <a:pt x="2748" y="1494"/>
                  </a:lnTo>
                  <a:lnTo>
                    <a:pt x="2778" y="1509"/>
                  </a:lnTo>
                  <a:lnTo>
                    <a:pt x="2808" y="1509"/>
                  </a:lnTo>
                  <a:lnTo>
                    <a:pt x="2838" y="1509"/>
                  </a:lnTo>
                  <a:lnTo>
                    <a:pt x="2868" y="1509"/>
                  </a:lnTo>
                  <a:lnTo>
                    <a:pt x="2882" y="1509"/>
                  </a:lnTo>
                  <a:lnTo>
                    <a:pt x="2882" y="1509"/>
                  </a:lnTo>
                  <a:lnTo>
                    <a:pt x="2882" y="1509"/>
                  </a:lnTo>
                  <a:lnTo>
                    <a:pt x="2882" y="1509"/>
                  </a:lnTo>
                  <a:lnTo>
                    <a:pt x="2882" y="1494"/>
                  </a:lnTo>
                  <a:lnTo>
                    <a:pt x="2897" y="1494"/>
                  </a:lnTo>
                  <a:lnTo>
                    <a:pt x="2897" y="1479"/>
                  </a:lnTo>
                  <a:lnTo>
                    <a:pt x="2897" y="1464"/>
                  </a:lnTo>
                  <a:lnTo>
                    <a:pt x="2897" y="1449"/>
                  </a:lnTo>
                  <a:lnTo>
                    <a:pt x="2882" y="1434"/>
                  </a:lnTo>
                  <a:lnTo>
                    <a:pt x="2882" y="1404"/>
                  </a:lnTo>
                  <a:lnTo>
                    <a:pt x="2868" y="1374"/>
                  </a:lnTo>
                  <a:lnTo>
                    <a:pt x="2853" y="1330"/>
                  </a:lnTo>
                  <a:lnTo>
                    <a:pt x="2838" y="1300"/>
                  </a:lnTo>
                  <a:lnTo>
                    <a:pt x="2838" y="1300"/>
                  </a:lnTo>
                  <a:lnTo>
                    <a:pt x="2808" y="1255"/>
                  </a:lnTo>
                  <a:lnTo>
                    <a:pt x="2808" y="1210"/>
                  </a:lnTo>
                  <a:lnTo>
                    <a:pt x="2793" y="1180"/>
                  </a:lnTo>
                  <a:lnTo>
                    <a:pt x="2808" y="1150"/>
                  </a:lnTo>
                  <a:lnTo>
                    <a:pt x="2793" y="1150"/>
                  </a:lnTo>
                  <a:lnTo>
                    <a:pt x="2808" y="1135"/>
                  </a:lnTo>
                  <a:lnTo>
                    <a:pt x="2763" y="1105"/>
                  </a:lnTo>
                  <a:lnTo>
                    <a:pt x="2688" y="1046"/>
                  </a:lnTo>
                  <a:lnTo>
                    <a:pt x="2614" y="956"/>
                  </a:lnTo>
                  <a:lnTo>
                    <a:pt x="2554" y="911"/>
                  </a:lnTo>
                  <a:lnTo>
                    <a:pt x="2539" y="896"/>
                  </a:lnTo>
                  <a:lnTo>
                    <a:pt x="2524" y="881"/>
                  </a:lnTo>
                  <a:lnTo>
                    <a:pt x="2509" y="881"/>
                  </a:lnTo>
                  <a:lnTo>
                    <a:pt x="2509" y="867"/>
                  </a:lnTo>
                  <a:lnTo>
                    <a:pt x="2494" y="852"/>
                  </a:lnTo>
                  <a:lnTo>
                    <a:pt x="2449" y="822"/>
                  </a:lnTo>
                  <a:lnTo>
                    <a:pt x="2419" y="792"/>
                  </a:lnTo>
                  <a:lnTo>
                    <a:pt x="2419" y="792"/>
                  </a:lnTo>
                  <a:lnTo>
                    <a:pt x="2405" y="792"/>
                  </a:lnTo>
                  <a:lnTo>
                    <a:pt x="2405" y="777"/>
                  </a:lnTo>
                  <a:lnTo>
                    <a:pt x="2360" y="717"/>
                  </a:lnTo>
                  <a:lnTo>
                    <a:pt x="2375" y="657"/>
                  </a:lnTo>
                  <a:lnTo>
                    <a:pt x="2390" y="628"/>
                  </a:lnTo>
                  <a:lnTo>
                    <a:pt x="2419" y="598"/>
                  </a:lnTo>
                  <a:lnTo>
                    <a:pt x="2419" y="598"/>
                  </a:lnTo>
                  <a:lnTo>
                    <a:pt x="2434" y="583"/>
                  </a:lnTo>
                  <a:lnTo>
                    <a:pt x="2449" y="568"/>
                  </a:lnTo>
                  <a:lnTo>
                    <a:pt x="2479" y="553"/>
                  </a:lnTo>
                  <a:lnTo>
                    <a:pt x="2509" y="538"/>
                  </a:lnTo>
                  <a:lnTo>
                    <a:pt x="2524" y="523"/>
                  </a:lnTo>
                  <a:lnTo>
                    <a:pt x="2554" y="508"/>
                  </a:lnTo>
                  <a:lnTo>
                    <a:pt x="2584" y="478"/>
                  </a:lnTo>
                  <a:lnTo>
                    <a:pt x="2629" y="448"/>
                  </a:lnTo>
                  <a:lnTo>
                    <a:pt x="2658" y="418"/>
                  </a:lnTo>
                  <a:lnTo>
                    <a:pt x="2673" y="404"/>
                  </a:lnTo>
                  <a:lnTo>
                    <a:pt x="2673" y="389"/>
                  </a:lnTo>
                  <a:lnTo>
                    <a:pt x="2673" y="389"/>
                  </a:lnTo>
                  <a:lnTo>
                    <a:pt x="2658" y="359"/>
                  </a:lnTo>
                  <a:lnTo>
                    <a:pt x="2629" y="344"/>
                  </a:lnTo>
                  <a:lnTo>
                    <a:pt x="2599" y="329"/>
                  </a:lnTo>
                  <a:lnTo>
                    <a:pt x="2569" y="299"/>
                  </a:lnTo>
                  <a:lnTo>
                    <a:pt x="2554" y="269"/>
                  </a:lnTo>
                  <a:lnTo>
                    <a:pt x="2524" y="239"/>
                  </a:lnTo>
                  <a:lnTo>
                    <a:pt x="2524" y="224"/>
                  </a:lnTo>
                  <a:lnTo>
                    <a:pt x="2509" y="194"/>
                  </a:lnTo>
                  <a:lnTo>
                    <a:pt x="2494" y="180"/>
                  </a:lnTo>
                  <a:lnTo>
                    <a:pt x="2479" y="150"/>
                  </a:lnTo>
                  <a:lnTo>
                    <a:pt x="2479" y="150"/>
                  </a:lnTo>
                  <a:lnTo>
                    <a:pt x="2449" y="120"/>
                  </a:lnTo>
                  <a:lnTo>
                    <a:pt x="2419" y="75"/>
                  </a:lnTo>
                  <a:lnTo>
                    <a:pt x="2419" y="75"/>
                  </a:lnTo>
                  <a:lnTo>
                    <a:pt x="2390" y="45"/>
                  </a:lnTo>
                  <a:lnTo>
                    <a:pt x="2360" y="15"/>
                  </a:lnTo>
                  <a:lnTo>
                    <a:pt x="2345" y="15"/>
                  </a:lnTo>
                  <a:lnTo>
                    <a:pt x="2330" y="0"/>
                  </a:lnTo>
                  <a:lnTo>
                    <a:pt x="2330" y="0"/>
                  </a:lnTo>
                  <a:lnTo>
                    <a:pt x="2330" y="0"/>
                  </a:lnTo>
                  <a:lnTo>
                    <a:pt x="2300" y="0"/>
                  </a:lnTo>
                  <a:lnTo>
                    <a:pt x="2285" y="0"/>
                  </a:lnTo>
                  <a:lnTo>
                    <a:pt x="2270" y="0"/>
                  </a:lnTo>
                  <a:lnTo>
                    <a:pt x="2255" y="0"/>
                  </a:lnTo>
                  <a:lnTo>
                    <a:pt x="2240" y="15"/>
                  </a:lnTo>
                  <a:lnTo>
                    <a:pt x="2225" y="45"/>
                  </a:lnTo>
                  <a:lnTo>
                    <a:pt x="2210" y="75"/>
                  </a:lnTo>
                  <a:lnTo>
                    <a:pt x="2181" y="120"/>
                  </a:lnTo>
                  <a:lnTo>
                    <a:pt x="2151" y="209"/>
                  </a:lnTo>
                  <a:lnTo>
                    <a:pt x="2091" y="284"/>
                  </a:lnTo>
                  <a:lnTo>
                    <a:pt x="2031" y="329"/>
                  </a:lnTo>
                  <a:lnTo>
                    <a:pt x="1971" y="374"/>
                  </a:lnTo>
                  <a:lnTo>
                    <a:pt x="1927" y="404"/>
                  </a:lnTo>
                  <a:lnTo>
                    <a:pt x="1897" y="418"/>
                  </a:lnTo>
                  <a:lnTo>
                    <a:pt x="1897" y="418"/>
                  </a:lnTo>
                  <a:lnTo>
                    <a:pt x="1882" y="448"/>
                  </a:lnTo>
                  <a:lnTo>
                    <a:pt x="1852" y="463"/>
                  </a:lnTo>
                  <a:lnTo>
                    <a:pt x="1822" y="478"/>
                  </a:lnTo>
                  <a:lnTo>
                    <a:pt x="1792" y="493"/>
                  </a:lnTo>
                  <a:lnTo>
                    <a:pt x="1762" y="493"/>
                  </a:lnTo>
                  <a:lnTo>
                    <a:pt x="1732" y="493"/>
                  </a:lnTo>
                  <a:lnTo>
                    <a:pt x="1703" y="478"/>
                  </a:lnTo>
                  <a:lnTo>
                    <a:pt x="1673" y="448"/>
                  </a:lnTo>
                  <a:lnTo>
                    <a:pt x="1643" y="404"/>
                  </a:lnTo>
                  <a:lnTo>
                    <a:pt x="1598" y="359"/>
                  </a:lnTo>
                  <a:lnTo>
                    <a:pt x="1553" y="329"/>
                  </a:lnTo>
                  <a:lnTo>
                    <a:pt x="1494" y="299"/>
                  </a:lnTo>
                  <a:lnTo>
                    <a:pt x="1479" y="299"/>
                  </a:lnTo>
                  <a:lnTo>
                    <a:pt x="1464" y="299"/>
                  </a:lnTo>
                  <a:lnTo>
                    <a:pt x="1464" y="284"/>
                  </a:lnTo>
                  <a:lnTo>
                    <a:pt x="1449" y="284"/>
                  </a:lnTo>
                  <a:lnTo>
                    <a:pt x="1434" y="284"/>
                  </a:lnTo>
                  <a:lnTo>
                    <a:pt x="1434" y="284"/>
                  </a:lnTo>
                  <a:lnTo>
                    <a:pt x="1434" y="284"/>
                  </a:lnTo>
                  <a:lnTo>
                    <a:pt x="1419" y="284"/>
                  </a:lnTo>
                  <a:lnTo>
                    <a:pt x="1419" y="299"/>
                  </a:lnTo>
                  <a:lnTo>
                    <a:pt x="1419" y="299"/>
                  </a:lnTo>
                  <a:lnTo>
                    <a:pt x="1419" y="299"/>
                  </a:lnTo>
                  <a:lnTo>
                    <a:pt x="1404" y="299"/>
                  </a:lnTo>
                  <a:lnTo>
                    <a:pt x="1404" y="314"/>
                  </a:lnTo>
                  <a:lnTo>
                    <a:pt x="1389" y="404"/>
                  </a:lnTo>
                  <a:lnTo>
                    <a:pt x="1404" y="433"/>
                  </a:lnTo>
                  <a:lnTo>
                    <a:pt x="1404" y="433"/>
                  </a:lnTo>
                  <a:lnTo>
                    <a:pt x="1419" y="463"/>
                  </a:lnTo>
                  <a:lnTo>
                    <a:pt x="1434" y="493"/>
                  </a:lnTo>
                  <a:lnTo>
                    <a:pt x="1434" y="538"/>
                  </a:lnTo>
                  <a:lnTo>
                    <a:pt x="1389" y="568"/>
                  </a:lnTo>
                  <a:lnTo>
                    <a:pt x="1374" y="568"/>
                  </a:lnTo>
                  <a:lnTo>
                    <a:pt x="1359" y="568"/>
                  </a:lnTo>
                  <a:lnTo>
                    <a:pt x="1344" y="583"/>
                  </a:lnTo>
                  <a:lnTo>
                    <a:pt x="1344" y="583"/>
                  </a:lnTo>
                  <a:lnTo>
                    <a:pt x="1329" y="583"/>
                  </a:lnTo>
                  <a:lnTo>
                    <a:pt x="1329" y="583"/>
                  </a:lnTo>
                  <a:lnTo>
                    <a:pt x="1329" y="583"/>
                  </a:lnTo>
                  <a:lnTo>
                    <a:pt x="1344" y="583"/>
                  </a:lnTo>
                  <a:lnTo>
                    <a:pt x="1359" y="628"/>
                  </a:lnTo>
                  <a:lnTo>
                    <a:pt x="1389" y="628"/>
                  </a:lnTo>
                  <a:lnTo>
                    <a:pt x="1419" y="628"/>
                  </a:lnTo>
                  <a:lnTo>
                    <a:pt x="1449" y="657"/>
                  </a:lnTo>
                  <a:lnTo>
                    <a:pt x="1464" y="687"/>
                  </a:lnTo>
                  <a:lnTo>
                    <a:pt x="1479" y="732"/>
                  </a:lnTo>
                  <a:lnTo>
                    <a:pt x="1479" y="762"/>
                  </a:lnTo>
                  <a:lnTo>
                    <a:pt x="1494" y="837"/>
                  </a:lnTo>
                  <a:lnTo>
                    <a:pt x="1508" y="896"/>
                  </a:lnTo>
                  <a:lnTo>
                    <a:pt x="1494" y="956"/>
                  </a:lnTo>
                  <a:lnTo>
                    <a:pt x="1449" y="1001"/>
                  </a:lnTo>
                  <a:lnTo>
                    <a:pt x="1434" y="1016"/>
                  </a:lnTo>
                  <a:lnTo>
                    <a:pt x="1404" y="1016"/>
                  </a:lnTo>
                  <a:lnTo>
                    <a:pt x="1374" y="1031"/>
                  </a:lnTo>
                  <a:lnTo>
                    <a:pt x="1344" y="1031"/>
                  </a:lnTo>
                  <a:lnTo>
                    <a:pt x="1299" y="1046"/>
                  </a:lnTo>
                  <a:lnTo>
                    <a:pt x="1255" y="1046"/>
                  </a:lnTo>
                  <a:lnTo>
                    <a:pt x="1210" y="1046"/>
                  </a:lnTo>
                  <a:lnTo>
                    <a:pt x="1165" y="1046"/>
                  </a:lnTo>
                  <a:lnTo>
                    <a:pt x="1120" y="1046"/>
                  </a:lnTo>
                  <a:lnTo>
                    <a:pt x="1060" y="1031"/>
                  </a:lnTo>
                  <a:lnTo>
                    <a:pt x="1060" y="1031"/>
                  </a:lnTo>
                  <a:lnTo>
                    <a:pt x="1060" y="1031"/>
                  </a:lnTo>
                  <a:lnTo>
                    <a:pt x="1031" y="1031"/>
                  </a:lnTo>
                  <a:lnTo>
                    <a:pt x="1001" y="1031"/>
                  </a:lnTo>
                  <a:lnTo>
                    <a:pt x="986" y="1031"/>
                  </a:lnTo>
                  <a:lnTo>
                    <a:pt x="971" y="1031"/>
                  </a:lnTo>
                  <a:lnTo>
                    <a:pt x="986" y="1046"/>
                  </a:lnTo>
                  <a:lnTo>
                    <a:pt x="986" y="1061"/>
                  </a:lnTo>
                  <a:lnTo>
                    <a:pt x="1001" y="1076"/>
                  </a:lnTo>
                  <a:lnTo>
                    <a:pt x="1016" y="1076"/>
                  </a:lnTo>
                  <a:lnTo>
                    <a:pt x="1031" y="1076"/>
                  </a:lnTo>
                  <a:lnTo>
                    <a:pt x="1060" y="1091"/>
                  </a:lnTo>
                  <a:lnTo>
                    <a:pt x="1075" y="1105"/>
                  </a:lnTo>
                  <a:lnTo>
                    <a:pt x="1090" y="1120"/>
                  </a:lnTo>
                  <a:lnTo>
                    <a:pt x="1105" y="1150"/>
                  </a:lnTo>
                  <a:lnTo>
                    <a:pt x="1120" y="1195"/>
                  </a:lnTo>
                  <a:lnTo>
                    <a:pt x="1120" y="1225"/>
                  </a:lnTo>
                  <a:lnTo>
                    <a:pt x="1120" y="1255"/>
                  </a:lnTo>
                  <a:lnTo>
                    <a:pt x="1120" y="1300"/>
                  </a:lnTo>
                  <a:lnTo>
                    <a:pt x="1105" y="1330"/>
                  </a:lnTo>
                  <a:lnTo>
                    <a:pt x="1105" y="1374"/>
                  </a:lnTo>
                  <a:lnTo>
                    <a:pt x="1090" y="1404"/>
                  </a:lnTo>
                  <a:lnTo>
                    <a:pt x="1075" y="1464"/>
                  </a:lnTo>
                  <a:lnTo>
                    <a:pt x="1075" y="1524"/>
                  </a:lnTo>
                  <a:lnTo>
                    <a:pt x="1075" y="1524"/>
                  </a:lnTo>
                  <a:lnTo>
                    <a:pt x="1090" y="1658"/>
                  </a:lnTo>
                  <a:lnTo>
                    <a:pt x="1016" y="1778"/>
                  </a:lnTo>
                  <a:lnTo>
                    <a:pt x="1016" y="1778"/>
                  </a:lnTo>
                  <a:lnTo>
                    <a:pt x="941" y="1822"/>
                  </a:lnTo>
                  <a:lnTo>
                    <a:pt x="777" y="1822"/>
                  </a:lnTo>
                  <a:lnTo>
                    <a:pt x="687" y="1792"/>
                  </a:lnTo>
                  <a:lnTo>
                    <a:pt x="687" y="1792"/>
                  </a:lnTo>
                  <a:lnTo>
                    <a:pt x="642" y="1792"/>
                  </a:lnTo>
                  <a:lnTo>
                    <a:pt x="612" y="1778"/>
                  </a:lnTo>
                  <a:lnTo>
                    <a:pt x="553" y="1778"/>
                  </a:lnTo>
                  <a:lnTo>
                    <a:pt x="478" y="1748"/>
                  </a:lnTo>
                  <a:lnTo>
                    <a:pt x="478" y="1748"/>
                  </a:lnTo>
                  <a:lnTo>
                    <a:pt x="478" y="1748"/>
                  </a:lnTo>
                  <a:lnTo>
                    <a:pt x="478" y="1748"/>
                  </a:lnTo>
                  <a:lnTo>
                    <a:pt x="478" y="1748"/>
                  </a:lnTo>
                  <a:lnTo>
                    <a:pt x="344" y="1718"/>
                  </a:lnTo>
                  <a:lnTo>
                    <a:pt x="194" y="1718"/>
                  </a:lnTo>
                  <a:lnTo>
                    <a:pt x="149" y="1748"/>
                  </a:lnTo>
                  <a:lnTo>
                    <a:pt x="105" y="1763"/>
                  </a:lnTo>
                  <a:lnTo>
                    <a:pt x="75" y="1792"/>
                  </a:lnTo>
                  <a:lnTo>
                    <a:pt x="45" y="1822"/>
                  </a:lnTo>
                  <a:lnTo>
                    <a:pt x="30" y="1837"/>
                  </a:lnTo>
                  <a:lnTo>
                    <a:pt x="15" y="1882"/>
                  </a:lnTo>
                  <a:lnTo>
                    <a:pt x="0" y="1912"/>
                  </a:lnTo>
                  <a:lnTo>
                    <a:pt x="0" y="1957"/>
                  </a:lnTo>
                  <a:lnTo>
                    <a:pt x="0" y="2002"/>
                  </a:lnTo>
                  <a:lnTo>
                    <a:pt x="15" y="2046"/>
                  </a:lnTo>
                  <a:lnTo>
                    <a:pt x="15" y="2076"/>
                  </a:lnTo>
                  <a:lnTo>
                    <a:pt x="45" y="2121"/>
                  </a:lnTo>
                  <a:lnTo>
                    <a:pt x="45" y="2106"/>
                  </a:lnTo>
                  <a:lnTo>
                    <a:pt x="60" y="2151"/>
                  </a:lnTo>
                  <a:lnTo>
                    <a:pt x="90" y="2181"/>
                  </a:lnTo>
                  <a:lnTo>
                    <a:pt x="134" y="2211"/>
                  </a:lnTo>
                  <a:lnTo>
                    <a:pt x="179" y="2241"/>
                  </a:lnTo>
                  <a:lnTo>
                    <a:pt x="179" y="2241"/>
                  </a:lnTo>
                  <a:lnTo>
                    <a:pt x="224" y="2255"/>
                  </a:lnTo>
                  <a:lnTo>
                    <a:pt x="254" y="2270"/>
                  </a:lnTo>
                  <a:lnTo>
                    <a:pt x="254" y="2270"/>
                  </a:lnTo>
                  <a:lnTo>
                    <a:pt x="269" y="2270"/>
                  </a:lnTo>
                  <a:lnTo>
                    <a:pt x="284" y="2270"/>
                  </a:lnTo>
                  <a:lnTo>
                    <a:pt x="314" y="2285"/>
                  </a:lnTo>
                  <a:lnTo>
                    <a:pt x="344" y="2300"/>
                  </a:lnTo>
                  <a:lnTo>
                    <a:pt x="373" y="2330"/>
                  </a:lnTo>
                  <a:lnTo>
                    <a:pt x="388" y="2375"/>
                  </a:lnTo>
                  <a:lnTo>
                    <a:pt x="403" y="2405"/>
                  </a:lnTo>
                  <a:lnTo>
                    <a:pt x="403" y="2435"/>
                  </a:lnTo>
                  <a:lnTo>
                    <a:pt x="418" y="2450"/>
                  </a:lnTo>
                  <a:lnTo>
                    <a:pt x="433" y="2450"/>
                  </a:lnTo>
                  <a:lnTo>
                    <a:pt x="448" y="2465"/>
                  </a:lnTo>
                  <a:lnTo>
                    <a:pt x="463" y="2450"/>
                  </a:lnTo>
                  <a:lnTo>
                    <a:pt x="493" y="2450"/>
                  </a:lnTo>
                  <a:lnTo>
                    <a:pt x="523" y="2435"/>
                  </a:lnTo>
                  <a:lnTo>
                    <a:pt x="568" y="2405"/>
                  </a:lnTo>
                  <a:lnTo>
                    <a:pt x="612" y="2390"/>
                  </a:lnTo>
                  <a:lnTo>
                    <a:pt x="672" y="2375"/>
                  </a:lnTo>
                  <a:lnTo>
                    <a:pt x="732" y="2390"/>
                  </a:lnTo>
                  <a:lnTo>
                    <a:pt x="747" y="2390"/>
                  </a:lnTo>
                  <a:lnTo>
                    <a:pt x="762" y="2405"/>
                  </a:lnTo>
                  <a:lnTo>
                    <a:pt x="777" y="2405"/>
                  </a:lnTo>
                  <a:lnTo>
                    <a:pt x="792" y="2420"/>
                  </a:lnTo>
                  <a:lnTo>
                    <a:pt x="821" y="2420"/>
                  </a:lnTo>
                  <a:lnTo>
                    <a:pt x="821" y="2435"/>
                  </a:lnTo>
                  <a:lnTo>
                    <a:pt x="836" y="2450"/>
                  </a:lnTo>
                  <a:lnTo>
                    <a:pt x="851" y="2465"/>
                  </a:lnTo>
                  <a:lnTo>
                    <a:pt x="866" y="2494"/>
                  </a:lnTo>
                  <a:lnTo>
                    <a:pt x="866" y="2524"/>
                  </a:lnTo>
                  <a:lnTo>
                    <a:pt x="881" y="2554"/>
                  </a:lnTo>
                  <a:lnTo>
                    <a:pt x="866" y="2584"/>
                  </a:lnTo>
                  <a:lnTo>
                    <a:pt x="836" y="2689"/>
                  </a:lnTo>
                  <a:lnTo>
                    <a:pt x="792" y="2748"/>
                  </a:lnTo>
                  <a:lnTo>
                    <a:pt x="792" y="2748"/>
                  </a:lnTo>
                  <a:lnTo>
                    <a:pt x="777" y="2763"/>
                  </a:lnTo>
                  <a:lnTo>
                    <a:pt x="762" y="2793"/>
                  </a:lnTo>
                  <a:lnTo>
                    <a:pt x="747" y="2808"/>
                  </a:lnTo>
                  <a:lnTo>
                    <a:pt x="762" y="2838"/>
                  </a:lnTo>
                  <a:lnTo>
                    <a:pt x="777" y="2883"/>
                  </a:lnTo>
                  <a:lnTo>
                    <a:pt x="807" y="2942"/>
                  </a:lnTo>
                  <a:lnTo>
                    <a:pt x="836" y="3002"/>
                  </a:lnTo>
                  <a:lnTo>
                    <a:pt x="881" y="3062"/>
                  </a:lnTo>
                  <a:lnTo>
                    <a:pt x="941" y="3137"/>
                  </a:lnTo>
                  <a:lnTo>
                    <a:pt x="986" y="3196"/>
                  </a:lnTo>
                  <a:lnTo>
                    <a:pt x="1031" y="3241"/>
                  </a:lnTo>
                  <a:lnTo>
                    <a:pt x="1075" y="3286"/>
                  </a:lnTo>
                  <a:lnTo>
                    <a:pt x="1090" y="3301"/>
                  </a:lnTo>
                  <a:lnTo>
                    <a:pt x="1105" y="3316"/>
                  </a:lnTo>
                  <a:lnTo>
                    <a:pt x="1120" y="3331"/>
                  </a:lnTo>
                  <a:lnTo>
                    <a:pt x="1135" y="3331"/>
                  </a:lnTo>
                  <a:lnTo>
                    <a:pt x="1195" y="3376"/>
                  </a:lnTo>
                  <a:lnTo>
                    <a:pt x="1225" y="3465"/>
                  </a:lnTo>
                  <a:lnTo>
                    <a:pt x="1195" y="3555"/>
                  </a:lnTo>
                  <a:lnTo>
                    <a:pt x="1180" y="3585"/>
                  </a:lnTo>
                  <a:lnTo>
                    <a:pt x="1150" y="3629"/>
                  </a:lnTo>
                  <a:lnTo>
                    <a:pt x="1135" y="3644"/>
                  </a:lnTo>
                  <a:lnTo>
                    <a:pt x="1120" y="3674"/>
                  </a:lnTo>
                  <a:lnTo>
                    <a:pt x="1105" y="3689"/>
                  </a:lnTo>
                  <a:lnTo>
                    <a:pt x="1045" y="3779"/>
                  </a:lnTo>
                  <a:lnTo>
                    <a:pt x="1031" y="3868"/>
                  </a:lnTo>
                  <a:lnTo>
                    <a:pt x="1016" y="3868"/>
                  </a:lnTo>
                  <a:lnTo>
                    <a:pt x="1016" y="3898"/>
                  </a:lnTo>
                  <a:lnTo>
                    <a:pt x="1016" y="3928"/>
                  </a:lnTo>
                  <a:lnTo>
                    <a:pt x="1016" y="3973"/>
                  </a:lnTo>
                  <a:lnTo>
                    <a:pt x="1001" y="4003"/>
                  </a:lnTo>
                  <a:lnTo>
                    <a:pt x="986" y="4048"/>
                  </a:lnTo>
                  <a:lnTo>
                    <a:pt x="971" y="4078"/>
                  </a:lnTo>
                  <a:lnTo>
                    <a:pt x="956" y="4092"/>
                  </a:lnTo>
                  <a:lnTo>
                    <a:pt x="941" y="4122"/>
                  </a:lnTo>
                  <a:lnTo>
                    <a:pt x="941" y="4152"/>
                  </a:lnTo>
                  <a:lnTo>
                    <a:pt x="926" y="4167"/>
                  </a:lnTo>
                  <a:lnTo>
                    <a:pt x="911" y="4197"/>
                  </a:lnTo>
                  <a:lnTo>
                    <a:pt x="896" y="4227"/>
                  </a:lnTo>
                  <a:lnTo>
                    <a:pt x="896" y="4257"/>
                  </a:lnTo>
                  <a:lnTo>
                    <a:pt x="896" y="4272"/>
                  </a:lnTo>
                  <a:lnTo>
                    <a:pt x="896" y="4272"/>
                  </a:lnTo>
                  <a:lnTo>
                    <a:pt x="896" y="4302"/>
                  </a:lnTo>
                  <a:lnTo>
                    <a:pt x="911" y="4361"/>
                  </a:lnTo>
                  <a:lnTo>
                    <a:pt x="911" y="4361"/>
                  </a:lnTo>
                  <a:lnTo>
                    <a:pt x="911" y="4361"/>
                  </a:lnTo>
                  <a:lnTo>
                    <a:pt x="911" y="4361"/>
                  </a:lnTo>
                  <a:lnTo>
                    <a:pt x="911" y="4376"/>
                  </a:lnTo>
                  <a:lnTo>
                    <a:pt x="911" y="4406"/>
                  </a:lnTo>
                  <a:lnTo>
                    <a:pt x="911" y="4436"/>
                  </a:lnTo>
                  <a:lnTo>
                    <a:pt x="926" y="4466"/>
                  </a:lnTo>
                  <a:lnTo>
                    <a:pt x="926" y="4496"/>
                  </a:lnTo>
                  <a:lnTo>
                    <a:pt x="926" y="4526"/>
                  </a:lnTo>
                  <a:lnTo>
                    <a:pt x="926" y="4540"/>
                  </a:lnTo>
                  <a:lnTo>
                    <a:pt x="911" y="4555"/>
                  </a:lnTo>
                  <a:lnTo>
                    <a:pt x="911" y="4570"/>
                  </a:lnTo>
                  <a:lnTo>
                    <a:pt x="911" y="4600"/>
                  </a:lnTo>
                  <a:lnTo>
                    <a:pt x="911" y="4615"/>
                  </a:lnTo>
                  <a:lnTo>
                    <a:pt x="896" y="4630"/>
                  </a:lnTo>
                  <a:lnTo>
                    <a:pt x="896" y="4645"/>
                  </a:lnTo>
                  <a:lnTo>
                    <a:pt x="896" y="4645"/>
                  </a:lnTo>
                  <a:lnTo>
                    <a:pt x="881" y="4660"/>
                  </a:lnTo>
                  <a:lnTo>
                    <a:pt x="881" y="4660"/>
                  </a:lnTo>
                  <a:lnTo>
                    <a:pt x="881" y="4660"/>
                  </a:lnTo>
                  <a:lnTo>
                    <a:pt x="896" y="4660"/>
                  </a:lnTo>
                  <a:lnTo>
                    <a:pt x="896" y="4660"/>
                  </a:lnTo>
                  <a:lnTo>
                    <a:pt x="941" y="4705"/>
                  </a:lnTo>
                  <a:lnTo>
                    <a:pt x="986" y="4779"/>
                  </a:lnTo>
                  <a:lnTo>
                    <a:pt x="986" y="4794"/>
                  </a:lnTo>
                  <a:lnTo>
                    <a:pt x="1001" y="4809"/>
                  </a:lnTo>
                  <a:lnTo>
                    <a:pt x="1060" y="4869"/>
                  </a:lnTo>
                  <a:lnTo>
                    <a:pt x="1120" y="4899"/>
                  </a:lnTo>
                  <a:lnTo>
                    <a:pt x="1195" y="4914"/>
                  </a:lnTo>
                  <a:lnTo>
                    <a:pt x="1255" y="4884"/>
                  </a:lnTo>
                  <a:lnTo>
                    <a:pt x="1255" y="4884"/>
                  </a:lnTo>
                  <a:lnTo>
                    <a:pt x="1255" y="4869"/>
                  </a:lnTo>
                  <a:lnTo>
                    <a:pt x="1314" y="4824"/>
                  </a:lnTo>
                  <a:lnTo>
                    <a:pt x="1359" y="4779"/>
                  </a:lnTo>
                  <a:lnTo>
                    <a:pt x="1538" y="4585"/>
                  </a:lnTo>
                  <a:lnTo>
                    <a:pt x="1762" y="4466"/>
                  </a:lnTo>
                  <a:lnTo>
                    <a:pt x="1822" y="4436"/>
                  </a:lnTo>
                  <a:lnTo>
                    <a:pt x="1882" y="4436"/>
                  </a:lnTo>
                  <a:lnTo>
                    <a:pt x="1956" y="4451"/>
                  </a:lnTo>
                  <a:lnTo>
                    <a:pt x="2061" y="4526"/>
                  </a:lnTo>
                  <a:lnTo>
                    <a:pt x="2091" y="4585"/>
                  </a:lnTo>
                  <a:lnTo>
                    <a:pt x="2106" y="4600"/>
                  </a:lnTo>
                  <a:lnTo>
                    <a:pt x="2121" y="4630"/>
                  </a:lnTo>
                  <a:lnTo>
                    <a:pt x="2151" y="4660"/>
                  </a:lnTo>
                  <a:lnTo>
                    <a:pt x="2210" y="4675"/>
                  </a:lnTo>
                  <a:lnTo>
                    <a:pt x="2240" y="4675"/>
                  </a:lnTo>
                  <a:lnTo>
                    <a:pt x="2270" y="4660"/>
                  </a:lnTo>
                  <a:lnTo>
                    <a:pt x="2300" y="4645"/>
                  </a:lnTo>
                  <a:lnTo>
                    <a:pt x="2300" y="4630"/>
                  </a:lnTo>
                  <a:lnTo>
                    <a:pt x="2315" y="4615"/>
                  </a:lnTo>
                  <a:lnTo>
                    <a:pt x="2315" y="4585"/>
                  </a:lnTo>
                  <a:lnTo>
                    <a:pt x="2300" y="4555"/>
                  </a:lnTo>
                  <a:lnTo>
                    <a:pt x="2270" y="4451"/>
                  </a:lnTo>
                  <a:lnTo>
                    <a:pt x="2270" y="4227"/>
                  </a:lnTo>
                  <a:lnTo>
                    <a:pt x="2330" y="4152"/>
                  </a:lnTo>
                  <a:lnTo>
                    <a:pt x="2449" y="4092"/>
                  </a:lnTo>
                  <a:lnTo>
                    <a:pt x="2614" y="4063"/>
                  </a:lnTo>
                  <a:lnTo>
                    <a:pt x="2733" y="4078"/>
                  </a:lnTo>
                  <a:lnTo>
                    <a:pt x="2808" y="4137"/>
                  </a:lnTo>
                  <a:lnTo>
                    <a:pt x="2868" y="4182"/>
                  </a:lnTo>
                  <a:lnTo>
                    <a:pt x="2942" y="4197"/>
                  </a:lnTo>
                  <a:lnTo>
                    <a:pt x="2972" y="4197"/>
                  </a:lnTo>
                  <a:lnTo>
                    <a:pt x="2987" y="4182"/>
                  </a:lnTo>
                  <a:lnTo>
                    <a:pt x="3002" y="4182"/>
                  </a:lnTo>
                  <a:lnTo>
                    <a:pt x="3017" y="4167"/>
                  </a:lnTo>
                  <a:lnTo>
                    <a:pt x="3017" y="4152"/>
                  </a:lnTo>
                  <a:lnTo>
                    <a:pt x="3017" y="4122"/>
                  </a:lnTo>
                  <a:lnTo>
                    <a:pt x="2987" y="4048"/>
                  </a:lnTo>
                  <a:lnTo>
                    <a:pt x="2942" y="3988"/>
                  </a:lnTo>
                  <a:lnTo>
                    <a:pt x="2912" y="3928"/>
                  </a:lnTo>
                  <a:lnTo>
                    <a:pt x="2868" y="3853"/>
                  </a:lnTo>
                  <a:lnTo>
                    <a:pt x="2882" y="3719"/>
                  </a:lnTo>
                  <a:lnTo>
                    <a:pt x="3017" y="3540"/>
                  </a:lnTo>
                  <a:lnTo>
                    <a:pt x="3092" y="3420"/>
                  </a:lnTo>
                  <a:lnTo>
                    <a:pt x="3136" y="3331"/>
                  </a:lnTo>
                  <a:lnTo>
                    <a:pt x="3166" y="3241"/>
                  </a:lnTo>
                  <a:lnTo>
                    <a:pt x="3241" y="3166"/>
                  </a:lnTo>
                  <a:lnTo>
                    <a:pt x="3360" y="3107"/>
                  </a:lnTo>
                  <a:lnTo>
                    <a:pt x="3480" y="3092"/>
                  </a:lnTo>
                  <a:lnTo>
                    <a:pt x="3584" y="3092"/>
                  </a:lnTo>
                  <a:lnTo>
                    <a:pt x="3689" y="3107"/>
                  </a:lnTo>
                  <a:lnTo>
                    <a:pt x="3793" y="3152"/>
                  </a:lnTo>
                  <a:lnTo>
                    <a:pt x="3853" y="3241"/>
                  </a:lnTo>
                  <a:lnTo>
                    <a:pt x="3898" y="3346"/>
                  </a:lnTo>
                  <a:lnTo>
                    <a:pt x="3913" y="3450"/>
                  </a:lnTo>
                  <a:lnTo>
                    <a:pt x="3928" y="3555"/>
                  </a:lnTo>
                  <a:lnTo>
                    <a:pt x="3913" y="3644"/>
                  </a:lnTo>
                  <a:lnTo>
                    <a:pt x="3898" y="3689"/>
                  </a:lnTo>
                  <a:lnTo>
                    <a:pt x="3898" y="3734"/>
                  </a:lnTo>
                  <a:lnTo>
                    <a:pt x="3898" y="3764"/>
                  </a:lnTo>
                  <a:lnTo>
                    <a:pt x="3913" y="3764"/>
                  </a:lnTo>
                  <a:lnTo>
                    <a:pt x="3913" y="3779"/>
                  </a:lnTo>
                  <a:lnTo>
                    <a:pt x="3928" y="3779"/>
                  </a:lnTo>
                  <a:lnTo>
                    <a:pt x="3958" y="3794"/>
                  </a:lnTo>
                  <a:lnTo>
                    <a:pt x="3988" y="3779"/>
                  </a:lnTo>
                  <a:lnTo>
                    <a:pt x="4017" y="3779"/>
                  </a:lnTo>
                  <a:lnTo>
                    <a:pt x="4062" y="3779"/>
                  </a:lnTo>
                  <a:lnTo>
                    <a:pt x="4092" y="3764"/>
                  </a:lnTo>
                  <a:lnTo>
                    <a:pt x="4107" y="3764"/>
                  </a:lnTo>
                  <a:lnTo>
                    <a:pt x="4182" y="3764"/>
                  </a:lnTo>
                  <a:lnTo>
                    <a:pt x="4227" y="3839"/>
                  </a:lnTo>
                  <a:lnTo>
                    <a:pt x="4227" y="3868"/>
                  </a:lnTo>
                  <a:lnTo>
                    <a:pt x="4227" y="3928"/>
                  </a:lnTo>
                  <a:lnTo>
                    <a:pt x="4227" y="4063"/>
                  </a:lnTo>
                  <a:lnTo>
                    <a:pt x="4242" y="4287"/>
                  </a:lnTo>
                  <a:lnTo>
                    <a:pt x="4271" y="4839"/>
                  </a:lnTo>
                  <a:lnTo>
                    <a:pt x="4331" y="4974"/>
                  </a:lnTo>
                  <a:lnTo>
                    <a:pt x="4451" y="5108"/>
                  </a:lnTo>
                  <a:lnTo>
                    <a:pt x="4570" y="5213"/>
                  </a:lnTo>
                  <a:lnTo>
                    <a:pt x="4630" y="5257"/>
                  </a:lnTo>
                  <a:lnTo>
                    <a:pt x="4734" y="5242"/>
                  </a:lnTo>
                  <a:lnTo>
                    <a:pt x="4779" y="5183"/>
                  </a:lnTo>
                  <a:lnTo>
                    <a:pt x="4884" y="5033"/>
                  </a:lnTo>
                  <a:lnTo>
                    <a:pt x="4973" y="4944"/>
                  </a:lnTo>
                  <a:lnTo>
                    <a:pt x="5063" y="4884"/>
                  </a:lnTo>
                  <a:lnTo>
                    <a:pt x="5182" y="4839"/>
                  </a:lnTo>
                  <a:lnTo>
                    <a:pt x="5227" y="4824"/>
                  </a:lnTo>
                  <a:lnTo>
                    <a:pt x="5302" y="4809"/>
                  </a:lnTo>
                  <a:lnTo>
                    <a:pt x="5362" y="4750"/>
                  </a:lnTo>
                  <a:lnTo>
                    <a:pt x="5421" y="4675"/>
                  </a:lnTo>
                  <a:lnTo>
                    <a:pt x="5571" y="4481"/>
                  </a:lnTo>
                  <a:lnTo>
                    <a:pt x="5735" y="4376"/>
                  </a:lnTo>
                  <a:lnTo>
                    <a:pt x="5750" y="4361"/>
                  </a:lnTo>
                  <a:lnTo>
                    <a:pt x="5765" y="4346"/>
                  </a:lnTo>
                  <a:lnTo>
                    <a:pt x="5854" y="4316"/>
                  </a:lnTo>
                  <a:lnTo>
                    <a:pt x="5959" y="4302"/>
                  </a:lnTo>
                  <a:lnTo>
                    <a:pt x="6093" y="4287"/>
                  </a:lnTo>
                  <a:lnTo>
                    <a:pt x="6198" y="4287"/>
                  </a:lnTo>
                  <a:lnTo>
                    <a:pt x="6332" y="4302"/>
                  </a:lnTo>
                  <a:lnTo>
                    <a:pt x="6377" y="4346"/>
                  </a:lnTo>
                  <a:lnTo>
                    <a:pt x="6377" y="4361"/>
                  </a:lnTo>
                  <a:lnTo>
                    <a:pt x="6377" y="4376"/>
                  </a:lnTo>
                  <a:lnTo>
                    <a:pt x="6377" y="4451"/>
                  </a:lnTo>
                  <a:lnTo>
                    <a:pt x="6362" y="4511"/>
                  </a:lnTo>
                  <a:lnTo>
                    <a:pt x="6347" y="4540"/>
                  </a:lnTo>
                  <a:lnTo>
                    <a:pt x="6347" y="4555"/>
                  </a:lnTo>
                  <a:lnTo>
                    <a:pt x="6347" y="4555"/>
                  </a:lnTo>
                  <a:lnTo>
                    <a:pt x="6347" y="4555"/>
                  </a:lnTo>
                  <a:lnTo>
                    <a:pt x="6377" y="4570"/>
                  </a:lnTo>
                  <a:lnTo>
                    <a:pt x="6437" y="4570"/>
                  </a:lnTo>
                  <a:lnTo>
                    <a:pt x="6452" y="4570"/>
                  </a:lnTo>
                  <a:lnTo>
                    <a:pt x="6482" y="4570"/>
                  </a:lnTo>
                  <a:lnTo>
                    <a:pt x="6571" y="4540"/>
                  </a:lnTo>
                  <a:lnTo>
                    <a:pt x="6631" y="4496"/>
                  </a:lnTo>
                  <a:lnTo>
                    <a:pt x="6661" y="4466"/>
                  </a:lnTo>
                  <a:lnTo>
                    <a:pt x="6691" y="4436"/>
                  </a:lnTo>
                  <a:lnTo>
                    <a:pt x="6765" y="4346"/>
                  </a:lnTo>
                  <a:lnTo>
                    <a:pt x="6855" y="4316"/>
                  </a:lnTo>
                  <a:lnTo>
                    <a:pt x="6930" y="4302"/>
                  </a:lnTo>
                  <a:lnTo>
                    <a:pt x="7019" y="4316"/>
                  </a:lnTo>
                  <a:lnTo>
                    <a:pt x="7109" y="4346"/>
                  </a:lnTo>
                  <a:lnTo>
                    <a:pt x="7169" y="4376"/>
                  </a:lnTo>
                  <a:lnTo>
                    <a:pt x="7228" y="4406"/>
                  </a:lnTo>
                  <a:lnTo>
                    <a:pt x="7333" y="4436"/>
                  </a:lnTo>
                  <a:lnTo>
                    <a:pt x="7393" y="4451"/>
                  </a:lnTo>
                  <a:lnTo>
                    <a:pt x="7452" y="4466"/>
                  </a:lnTo>
                  <a:lnTo>
                    <a:pt x="7467" y="4466"/>
                  </a:lnTo>
                  <a:lnTo>
                    <a:pt x="7482" y="4466"/>
                  </a:lnTo>
                  <a:lnTo>
                    <a:pt x="7482" y="4466"/>
                  </a:lnTo>
                  <a:lnTo>
                    <a:pt x="7542" y="4466"/>
                  </a:lnTo>
                  <a:lnTo>
                    <a:pt x="7557" y="4436"/>
                  </a:lnTo>
                  <a:lnTo>
                    <a:pt x="7572" y="4436"/>
                  </a:lnTo>
                  <a:lnTo>
                    <a:pt x="7572" y="4421"/>
                  </a:lnTo>
                  <a:lnTo>
                    <a:pt x="7572" y="4361"/>
                  </a:lnTo>
                  <a:lnTo>
                    <a:pt x="7542" y="4302"/>
                  </a:lnTo>
                  <a:lnTo>
                    <a:pt x="7497" y="4257"/>
                  </a:lnTo>
                  <a:lnTo>
                    <a:pt x="7467" y="4242"/>
                  </a:lnTo>
                  <a:lnTo>
                    <a:pt x="7438" y="4212"/>
                  </a:lnTo>
                  <a:lnTo>
                    <a:pt x="7408" y="4197"/>
                  </a:lnTo>
                  <a:lnTo>
                    <a:pt x="7393" y="4182"/>
                  </a:lnTo>
                  <a:lnTo>
                    <a:pt x="7348" y="4152"/>
                  </a:lnTo>
                  <a:lnTo>
                    <a:pt x="7333" y="4122"/>
                  </a:lnTo>
                  <a:lnTo>
                    <a:pt x="7303" y="4078"/>
                  </a:lnTo>
                  <a:lnTo>
                    <a:pt x="7288" y="3988"/>
                  </a:lnTo>
                  <a:lnTo>
                    <a:pt x="7273" y="3928"/>
                  </a:lnTo>
                  <a:lnTo>
                    <a:pt x="7243" y="3779"/>
                  </a:lnTo>
                  <a:lnTo>
                    <a:pt x="7154" y="3644"/>
                  </a:lnTo>
                  <a:lnTo>
                    <a:pt x="7079" y="3540"/>
                  </a:lnTo>
                  <a:lnTo>
                    <a:pt x="7049" y="3450"/>
                  </a:lnTo>
                  <a:lnTo>
                    <a:pt x="7049" y="3361"/>
                  </a:lnTo>
                  <a:lnTo>
                    <a:pt x="7049" y="3241"/>
                  </a:lnTo>
                  <a:lnTo>
                    <a:pt x="7049" y="3166"/>
                  </a:lnTo>
                  <a:lnTo>
                    <a:pt x="7034" y="3107"/>
                  </a:lnTo>
                  <a:lnTo>
                    <a:pt x="7019" y="3092"/>
                  </a:lnTo>
                  <a:lnTo>
                    <a:pt x="6975" y="3047"/>
                  </a:lnTo>
                  <a:lnTo>
                    <a:pt x="6855" y="2987"/>
                  </a:lnTo>
                  <a:lnTo>
                    <a:pt x="6661" y="2928"/>
                  </a:lnTo>
                  <a:lnTo>
                    <a:pt x="6601" y="2898"/>
                  </a:lnTo>
                  <a:lnTo>
                    <a:pt x="6541" y="2883"/>
                  </a:lnTo>
                  <a:lnTo>
                    <a:pt x="6407" y="2853"/>
                  </a:lnTo>
                  <a:lnTo>
                    <a:pt x="6392" y="2898"/>
                  </a:lnTo>
                  <a:lnTo>
                    <a:pt x="6392" y="2913"/>
                  </a:lnTo>
                  <a:lnTo>
                    <a:pt x="6392" y="2942"/>
                  </a:lnTo>
                  <a:lnTo>
                    <a:pt x="6377" y="2957"/>
                  </a:lnTo>
                  <a:lnTo>
                    <a:pt x="6377" y="2957"/>
                  </a:lnTo>
                  <a:lnTo>
                    <a:pt x="6377" y="3002"/>
                  </a:lnTo>
                  <a:lnTo>
                    <a:pt x="6347" y="3032"/>
                  </a:lnTo>
                  <a:lnTo>
                    <a:pt x="6332" y="3047"/>
                  </a:lnTo>
                  <a:lnTo>
                    <a:pt x="6303" y="3047"/>
                  </a:lnTo>
                  <a:lnTo>
                    <a:pt x="6273" y="3062"/>
                  </a:lnTo>
                  <a:lnTo>
                    <a:pt x="6243" y="3047"/>
                  </a:lnTo>
                  <a:lnTo>
                    <a:pt x="6183" y="3032"/>
                  </a:lnTo>
                  <a:lnTo>
                    <a:pt x="6123" y="2972"/>
                  </a:lnTo>
                  <a:lnTo>
                    <a:pt x="6078" y="2928"/>
                  </a:lnTo>
                  <a:lnTo>
                    <a:pt x="6049" y="2898"/>
                  </a:lnTo>
                  <a:lnTo>
                    <a:pt x="5899" y="2748"/>
                  </a:lnTo>
                  <a:lnTo>
                    <a:pt x="5854" y="2599"/>
                  </a:lnTo>
                  <a:lnTo>
                    <a:pt x="5884" y="2524"/>
                  </a:lnTo>
                  <a:lnTo>
                    <a:pt x="5914" y="2509"/>
                  </a:lnTo>
                  <a:lnTo>
                    <a:pt x="5929" y="2509"/>
                  </a:lnTo>
                  <a:lnTo>
                    <a:pt x="5929" y="2509"/>
                  </a:lnTo>
                  <a:lnTo>
                    <a:pt x="5914" y="2479"/>
                  </a:lnTo>
                  <a:lnTo>
                    <a:pt x="5899" y="2435"/>
                  </a:lnTo>
                  <a:lnTo>
                    <a:pt x="5825" y="2360"/>
                  </a:lnTo>
                  <a:lnTo>
                    <a:pt x="5765" y="2300"/>
                  </a:lnTo>
                  <a:lnTo>
                    <a:pt x="5690" y="2226"/>
                  </a:lnTo>
                  <a:lnTo>
                    <a:pt x="5660" y="2121"/>
                  </a:lnTo>
                  <a:lnTo>
                    <a:pt x="5630" y="2031"/>
                  </a:lnTo>
                  <a:lnTo>
                    <a:pt x="5630" y="1972"/>
                  </a:lnTo>
                  <a:lnTo>
                    <a:pt x="5645" y="1927"/>
                  </a:lnTo>
                  <a:lnTo>
                    <a:pt x="5660" y="1897"/>
                  </a:lnTo>
                  <a:lnTo>
                    <a:pt x="5645" y="1897"/>
                  </a:lnTo>
                  <a:lnTo>
                    <a:pt x="5616" y="1897"/>
                  </a:lnTo>
                  <a:lnTo>
                    <a:pt x="5541" y="1897"/>
                  </a:lnTo>
                  <a:lnTo>
                    <a:pt x="5481" y="1897"/>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62"/>
            <p:cNvSpPr/>
            <p:nvPr/>
          </p:nvSpPr>
          <p:spPr>
            <a:xfrm>
              <a:off x="2994175" y="2191575"/>
              <a:ext cx="157575" cy="75825"/>
            </a:xfrm>
            <a:custGeom>
              <a:rect b="b" l="l" r="r" t="t"/>
              <a:pathLst>
                <a:path extrusionOk="0" h="3033" w="6303">
                  <a:moveTo>
                    <a:pt x="134" y="1"/>
                  </a:moveTo>
                  <a:lnTo>
                    <a:pt x="45" y="46"/>
                  </a:lnTo>
                  <a:lnTo>
                    <a:pt x="15" y="180"/>
                  </a:lnTo>
                  <a:lnTo>
                    <a:pt x="15" y="210"/>
                  </a:lnTo>
                  <a:lnTo>
                    <a:pt x="0" y="225"/>
                  </a:lnTo>
                  <a:lnTo>
                    <a:pt x="105" y="300"/>
                  </a:lnTo>
                  <a:lnTo>
                    <a:pt x="209" y="374"/>
                  </a:lnTo>
                  <a:lnTo>
                    <a:pt x="433" y="479"/>
                  </a:lnTo>
                  <a:lnTo>
                    <a:pt x="702" y="583"/>
                  </a:lnTo>
                  <a:lnTo>
                    <a:pt x="747" y="598"/>
                  </a:lnTo>
                  <a:lnTo>
                    <a:pt x="792" y="613"/>
                  </a:lnTo>
                  <a:lnTo>
                    <a:pt x="926" y="688"/>
                  </a:lnTo>
                  <a:lnTo>
                    <a:pt x="1135" y="852"/>
                  </a:lnTo>
                  <a:lnTo>
                    <a:pt x="1299" y="1001"/>
                  </a:lnTo>
                  <a:lnTo>
                    <a:pt x="1389" y="1136"/>
                  </a:lnTo>
                  <a:lnTo>
                    <a:pt x="1449" y="1255"/>
                  </a:lnTo>
                  <a:lnTo>
                    <a:pt x="1464" y="1345"/>
                  </a:lnTo>
                  <a:lnTo>
                    <a:pt x="1479" y="1449"/>
                  </a:lnTo>
                  <a:lnTo>
                    <a:pt x="1553" y="1569"/>
                  </a:lnTo>
                  <a:lnTo>
                    <a:pt x="1598" y="1629"/>
                  </a:lnTo>
                  <a:lnTo>
                    <a:pt x="1628" y="1674"/>
                  </a:lnTo>
                  <a:lnTo>
                    <a:pt x="1718" y="1778"/>
                  </a:lnTo>
                  <a:lnTo>
                    <a:pt x="1762" y="1898"/>
                  </a:lnTo>
                  <a:lnTo>
                    <a:pt x="1777" y="2017"/>
                  </a:lnTo>
                  <a:lnTo>
                    <a:pt x="1762" y="2166"/>
                  </a:lnTo>
                  <a:lnTo>
                    <a:pt x="1732" y="2316"/>
                  </a:lnTo>
                  <a:lnTo>
                    <a:pt x="1688" y="2420"/>
                  </a:lnTo>
                  <a:lnTo>
                    <a:pt x="1673" y="2435"/>
                  </a:lnTo>
                  <a:lnTo>
                    <a:pt x="1673" y="2450"/>
                  </a:lnTo>
                  <a:lnTo>
                    <a:pt x="1703" y="2480"/>
                  </a:lnTo>
                  <a:lnTo>
                    <a:pt x="1732" y="2510"/>
                  </a:lnTo>
                  <a:lnTo>
                    <a:pt x="1777" y="2525"/>
                  </a:lnTo>
                  <a:lnTo>
                    <a:pt x="1897" y="2525"/>
                  </a:lnTo>
                  <a:lnTo>
                    <a:pt x="1942" y="2495"/>
                  </a:lnTo>
                  <a:lnTo>
                    <a:pt x="1956" y="2480"/>
                  </a:lnTo>
                  <a:lnTo>
                    <a:pt x="1986" y="2465"/>
                  </a:lnTo>
                  <a:lnTo>
                    <a:pt x="2091" y="2435"/>
                  </a:lnTo>
                  <a:lnTo>
                    <a:pt x="2225" y="2435"/>
                  </a:lnTo>
                  <a:lnTo>
                    <a:pt x="2315" y="2450"/>
                  </a:lnTo>
                  <a:lnTo>
                    <a:pt x="2419" y="2510"/>
                  </a:lnTo>
                  <a:lnTo>
                    <a:pt x="2449" y="2540"/>
                  </a:lnTo>
                  <a:lnTo>
                    <a:pt x="2464" y="2525"/>
                  </a:lnTo>
                  <a:lnTo>
                    <a:pt x="2479" y="2510"/>
                  </a:lnTo>
                  <a:lnTo>
                    <a:pt x="2509" y="2465"/>
                  </a:lnTo>
                  <a:lnTo>
                    <a:pt x="2524" y="2435"/>
                  </a:lnTo>
                  <a:lnTo>
                    <a:pt x="2554" y="2405"/>
                  </a:lnTo>
                  <a:lnTo>
                    <a:pt x="2614" y="2375"/>
                  </a:lnTo>
                  <a:lnTo>
                    <a:pt x="2748" y="2375"/>
                  </a:lnTo>
                  <a:lnTo>
                    <a:pt x="2823" y="2405"/>
                  </a:lnTo>
                  <a:lnTo>
                    <a:pt x="2882" y="2435"/>
                  </a:lnTo>
                  <a:lnTo>
                    <a:pt x="2927" y="2510"/>
                  </a:lnTo>
                  <a:lnTo>
                    <a:pt x="3002" y="2629"/>
                  </a:lnTo>
                  <a:lnTo>
                    <a:pt x="3136" y="2749"/>
                  </a:lnTo>
                  <a:lnTo>
                    <a:pt x="3256" y="2838"/>
                  </a:lnTo>
                  <a:lnTo>
                    <a:pt x="3345" y="2868"/>
                  </a:lnTo>
                  <a:lnTo>
                    <a:pt x="3480" y="2913"/>
                  </a:lnTo>
                  <a:lnTo>
                    <a:pt x="3525" y="2988"/>
                  </a:lnTo>
                  <a:lnTo>
                    <a:pt x="3540" y="3003"/>
                  </a:lnTo>
                  <a:lnTo>
                    <a:pt x="3554" y="3018"/>
                  </a:lnTo>
                  <a:lnTo>
                    <a:pt x="3584" y="3033"/>
                  </a:lnTo>
                  <a:lnTo>
                    <a:pt x="3629" y="2973"/>
                  </a:lnTo>
                  <a:lnTo>
                    <a:pt x="3659" y="2958"/>
                  </a:lnTo>
                  <a:lnTo>
                    <a:pt x="3674" y="2928"/>
                  </a:lnTo>
                  <a:lnTo>
                    <a:pt x="3749" y="2868"/>
                  </a:lnTo>
                  <a:lnTo>
                    <a:pt x="3838" y="2838"/>
                  </a:lnTo>
                  <a:lnTo>
                    <a:pt x="3928" y="2809"/>
                  </a:lnTo>
                  <a:lnTo>
                    <a:pt x="4301" y="2809"/>
                  </a:lnTo>
                  <a:lnTo>
                    <a:pt x="4346" y="2823"/>
                  </a:lnTo>
                  <a:lnTo>
                    <a:pt x="4391" y="2823"/>
                  </a:lnTo>
                  <a:lnTo>
                    <a:pt x="4510" y="2809"/>
                  </a:lnTo>
                  <a:lnTo>
                    <a:pt x="4660" y="2779"/>
                  </a:lnTo>
                  <a:lnTo>
                    <a:pt x="4764" y="2749"/>
                  </a:lnTo>
                  <a:lnTo>
                    <a:pt x="4779" y="2719"/>
                  </a:lnTo>
                  <a:lnTo>
                    <a:pt x="4794" y="2704"/>
                  </a:lnTo>
                  <a:lnTo>
                    <a:pt x="4809" y="2674"/>
                  </a:lnTo>
                  <a:lnTo>
                    <a:pt x="4869" y="2585"/>
                  </a:lnTo>
                  <a:lnTo>
                    <a:pt x="5003" y="2510"/>
                  </a:lnTo>
                  <a:lnTo>
                    <a:pt x="5138" y="2495"/>
                  </a:lnTo>
                  <a:lnTo>
                    <a:pt x="5257" y="2540"/>
                  </a:lnTo>
                  <a:lnTo>
                    <a:pt x="5391" y="2629"/>
                  </a:lnTo>
                  <a:lnTo>
                    <a:pt x="5481" y="2734"/>
                  </a:lnTo>
                  <a:lnTo>
                    <a:pt x="5541" y="2809"/>
                  </a:lnTo>
                  <a:lnTo>
                    <a:pt x="5675" y="2823"/>
                  </a:lnTo>
                  <a:lnTo>
                    <a:pt x="5720" y="2823"/>
                  </a:lnTo>
                  <a:lnTo>
                    <a:pt x="5780" y="2838"/>
                  </a:lnTo>
                  <a:lnTo>
                    <a:pt x="5929" y="2838"/>
                  </a:lnTo>
                  <a:lnTo>
                    <a:pt x="6078" y="2883"/>
                  </a:lnTo>
                  <a:lnTo>
                    <a:pt x="6123" y="2928"/>
                  </a:lnTo>
                  <a:lnTo>
                    <a:pt x="6138" y="2958"/>
                  </a:lnTo>
                  <a:lnTo>
                    <a:pt x="6168" y="2973"/>
                  </a:lnTo>
                  <a:lnTo>
                    <a:pt x="6243" y="2973"/>
                  </a:lnTo>
                  <a:lnTo>
                    <a:pt x="6273" y="2943"/>
                  </a:lnTo>
                  <a:lnTo>
                    <a:pt x="6288" y="2928"/>
                  </a:lnTo>
                  <a:lnTo>
                    <a:pt x="6302" y="2838"/>
                  </a:lnTo>
                  <a:lnTo>
                    <a:pt x="6288" y="2779"/>
                  </a:lnTo>
                  <a:lnTo>
                    <a:pt x="6228" y="2704"/>
                  </a:lnTo>
                  <a:lnTo>
                    <a:pt x="6108" y="2614"/>
                  </a:lnTo>
                  <a:lnTo>
                    <a:pt x="6019" y="2540"/>
                  </a:lnTo>
                  <a:lnTo>
                    <a:pt x="5944" y="2510"/>
                  </a:lnTo>
                  <a:lnTo>
                    <a:pt x="5869" y="2450"/>
                  </a:lnTo>
                  <a:lnTo>
                    <a:pt x="5780" y="2361"/>
                  </a:lnTo>
                  <a:lnTo>
                    <a:pt x="5780" y="2271"/>
                  </a:lnTo>
                  <a:lnTo>
                    <a:pt x="5825" y="2166"/>
                  </a:lnTo>
                  <a:lnTo>
                    <a:pt x="5884" y="2122"/>
                  </a:lnTo>
                  <a:lnTo>
                    <a:pt x="5914" y="2107"/>
                  </a:lnTo>
                  <a:lnTo>
                    <a:pt x="5944" y="2092"/>
                  </a:lnTo>
                  <a:lnTo>
                    <a:pt x="5944" y="2077"/>
                  </a:lnTo>
                  <a:lnTo>
                    <a:pt x="5989" y="2077"/>
                  </a:lnTo>
                  <a:lnTo>
                    <a:pt x="6004" y="2062"/>
                  </a:lnTo>
                  <a:lnTo>
                    <a:pt x="6019" y="2062"/>
                  </a:lnTo>
                  <a:lnTo>
                    <a:pt x="6004" y="2047"/>
                  </a:lnTo>
                  <a:lnTo>
                    <a:pt x="5989" y="2032"/>
                  </a:lnTo>
                  <a:lnTo>
                    <a:pt x="5929" y="1987"/>
                  </a:lnTo>
                  <a:lnTo>
                    <a:pt x="5854" y="1957"/>
                  </a:lnTo>
                  <a:lnTo>
                    <a:pt x="5780" y="1957"/>
                  </a:lnTo>
                  <a:lnTo>
                    <a:pt x="5615" y="1927"/>
                  </a:lnTo>
                  <a:lnTo>
                    <a:pt x="5541" y="1883"/>
                  </a:lnTo>
                  <a:lnTo>
                    <a:pt x="5511" y="1853"/>
                  </a:lnTo>
                  <a:lnTo>
                    <a:pt x="5511" y="1823"/>
                  </a:lnTo>
                  <a:lnTo>
                    <a:pt x="5496" y="1793"/>
                  </a:lnTo>
                  <a:lnTo>
                    <a:pt x="5451" y="1763"/>
                  </a:lnTo>
                  <a:lnTo>
                    <a:pt x="5421" y="1748"/>
                  </a:lnTo>
                  <a:lnTo>
                    <a:pt x="5377" y="1733"/>
                  </a:lnTo>
                  <a:lnTo>
                    <a:pt x="5257" y="1703"/>
                  </a:lnTo>
                  <a:lnTo>
                    <a:pt x="5197" y="1629"/>
                  </a:lnTo>
                  <a:lnTo>
                    <a:pt x="5197" y="1554"/>
                  </a:lnTo>
                  <a:lnTo>
                    <a:pt x="5227" y="1479"/>
                  </a:lnTo>
                  <a:lnTo>
                    <a:pt x="5257" y="1420"/>
                  </a:lnTo>
                  <a:lnTo>
                    <a:pt x="5287" y="1345"/>
                  </a:lnTo>
                  <a:lnTo>
                    <a:pt x="5287" y="1330"/>
                  </a:lnTo>
                  <a:lnTo>
                    <a:pt x="5272" y="1315"/>
                  </a:lnTo>
                  <a:lnTo>
                    <a:pt x="5182" y="1285"/>
                  </a:lnTo>
                  <a:lnTo>
                    <a:pt x="5033" y="1285"/>
                  </a:lnTo>
                  <a:lnTo>
                    <a:pt x="4943" y="1300"/>
                  </a:lnTo>
                  <a:lnTo>
                    <a:pt x="4899" y="1285"/>
                  </a:lnTo>
                  <a:lnTo>
                    <a:pt x="4824" y="1255"/>
                  </a:lnTo>
                  <a:lnTo>
                    <a:pt x="4794" y="1196"/>
                  </a:lnTo>
                  <a:lnTo>
                    <a:pt x="4779" y="1166"/>
                  </a:lnTo>
                  <a:lnTo>
                    <a:pt x="4734" y="1121"/>
                  </a:lnTo>
                  <a:lnTo>
                    <a:pt x="4660" y="1076"/>
                  </a:lnTo>
                  <a:lnTo>
                    <a:pt x="4540" y="1061"/>
                  </a:lnTo>
                  <a:lnTo>
                    <a:pt x="4510" y="1076"/>
                  </a:lnTo>
                  <a:lnTo>
                    <a:pt x="4480" y="1091"/>
                  </a:lnTo>
                  <a:lnTo>
                    <a:pt x="4466" y="1121"/>
                  </a:lnTo>
                  <a:lnTo>
                    <a:pt x="4421" y="1181"/>
                  </a:lnTo>
                  <a:lnTo>
                    <a:pt x="4376" y="1196"/>
                  </a:lnTo>
                  <a:lnTo>
                    <a:pt x="4331" y="1196"/>
                  </a:lnTo>
                  <a:lnTo>
                    <a:pt x="4316" y="1151"/>
                  </a:lnTo>
                  <a:lnTo>
                    <a:pt x="4227" y="1016"/>
                  </a:lnTo>
                  <a:lnTo>
                    <a:pt x="4122" y="1001"/>
                  </a:lnTo>
                  <a:lnTo>
                    <a:pt x="3973" y="1061"/>
                  </a:lnTo>
                  <a:lnTo>
                    <a:pt x="3779" y="1211"/>
                  </a:lnTo>
                  <a:lnTo>
                    <a:pt x="3659" y="1270"/>
                  </a:lnTo>
                  <a:lnTo>
                    <a:pt x="3584" y="1255"/>
                  </a:lnTo>
                  <a:lnTo>
                    <a:pt x="3495" y="1181"/>
                  </a:lnTo>
                  <a:lnTo>
                    <a:pt x="3465" y="1031"/>
                  </a:lnTo>
                  <a:lnTo>
                    <a:pt x="3450" y="987"/>
                  </a:lnTo>
                  <a:lnTo>
                    <a:pt x="3360" y="942"/>
                  </a:lnTo>
                  <a:lnTo>
                    <a:pt x="3286" y="927"/>
                  </a:lnTo>
                  <a:lnTo>
                    <a:pt x="3151" y="912"/>
                  </a:lnTo>
                  <a:lnTo>
                    <a:pt x="3002" y="852"/>
                  </a:lnTo>
                  <a:lnTo>
                    <a:pt x="2987" y="837"/>
                  </a:lnTo>
                  <a:lnTo>
                    <a:pt x="2748" y="703"/>
                  </a:lnTo>
                  <a:lnTo>
                    <a:pt x="2643" y="598"/>
                  </a:lnTo>
                  <a:lnTo>
                    <a:pt x="2584" y="553"/>
                  </a:lnTo>
                  <a:lnTo>
                    <a:pt x="2509" y="538"/>
                  </a:lnTo>
                  <a:lnTo>
                    <a:pt x="2464" y="553"/>
                  </a:lnTo>
                  <a:lnTo>
                    <a:pt x="2375" y="583"/>
                  </a:lnTo>
                  <a:lnTo>
                    <a:pt x="2270" y="524"/>
                  </a:lnTo>
                  <a:lnTo>
                    <a:pt x="2210" y="479"/>
                  </a:lnTo>
                  <a:lnTo>
                    <a:pt x="2151" y="464"/>
                  </a:lnTo>
                  <a:lnTo>
                    <a:pt x="2076" y="479"/>
                  </a:lnTo>
                  <a:lnTo>
                    <a:pt x="2016" y="494"/>
                  </a:lnTo>
                  <a:lnTo>
                    <a:pt x="1971" y="494"/>
                  </a:lnTo>
                  <a:lnTo>
                    <a:pt x="1912" y="509"/>
                  </a:lnTo>
                  <a:lnTo>
                    <a:pt x="1703" y="509"/>
                  </a:lnTo>
                  <a:lnTo>
                    <a:pt x="1464" y="464"/>
                  </a:lnTo>
                  <a:lnTo>
                    <a:pt x="1404" y="449"/>
                  </a:lnTo>
                  <a:lnTo>
                    <a:pt x="1314" y="419"/>
                  </a:lnTo>
                  <a:lnTo>
                    <a:pt x="986" y="300"/>
                  </a:lnTo>
                  <a:lnTo>
                    <a:pt x="777" y="210"/>
                  </a:lnTo>
                  <a:lnTo>
                    <a:pt x="732" y="195"/>
                  </a:lnTo>
                  <a:lnTo>
                    <a:pt x="582" y="105"/>
                  </a:lnTo>
                  <a:lnTo>
                    <a:pt x="463" y="120"/>
                  </a:lnTo>
                  <a:lnTo>
                    <a:pt x="418" y="150"/>
                  </a:lnTo>
                  <a:lnTo>
                    <a:pt x="358" y="150"/>
                  </a:lnTo>
                  <a:lnTo>
                    <a:pt x="284" y="120"/>
                  </a:lnTo>
                  <a:lnTo>
                    <a:pt x="239" y="61"/>
                  </a:lnTo>
                  <a:lnTo>
                    <a:pt x="224" y="46"/>
                  </a:lnTo>
                  <a:lnTo>
                    <a:pt x="209"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62"/>
            <p:cNvSpPr/>
            <p:nvPr/>
          </p:nvSpPr>
          <p:spPr>
            <a:xfrm>
              <a:off x="2994175" y="2191575"/>
              <a:ext cx="157575" cy="75825"/>
            </a:xfrm>
            <a:custGeom>
              <a:rect b="b" l="l" r="r" t="t"/>
              <a:pathLst>
                <a:path extrusionOk="0" fill="none" h="3033" w="6303">
                  <a:moveTo>
                    <a:pt x="1822" y="2525"/>
                  </a:moveTo>
                  <a:lnTo>
                    <a:pt x="1897" y="2525"/>
                  </a:lnTo>
                  <a:lnTo>
                    <a:pt x="1942" y="2495"/>
                  </a:lnTo>
                  <a:lnTo>
                    <a:pt x="1956" y="2480"/>
                  </a:lnTo>
                  <a:lnTo>
                    <a:pt x="1986" y="2465"/>
                  </a:lnTo>
                  <a:lnTo>
                    <a:pt x="2091" y="2435"/>
                  </a:lnTo>
                  <a:lnTo>
                    <a:pt x="2225" y="2435"/>
                  </a:lnTo>
                  <a:lnTo>
                    <a:pt x="2315" y="2450"/>
                  </a:lnTo>
                  <a:lnTo>
                    <a:pt x="2419" y="2510"/>
                  </a:lnTo>
                  <a:lnTo>
                    <a:pt x="2449" y="2540"/>
                  </a:lnTo>
                  <a:lnTo>
                    <a:pt x="2464" y="2525"/>
                  </a:lnTo>
                  <a:lnTo>
                    <a:pt x="2479" y="2510"/>
                  </a:lnTo>
                  <a:lnTo>
                    <a:pt x="2509" y="2465"/>
                  </a:lnTo>
                  <a:lnTo>
                    <a:pt x="2524" y="2435"/>
                  </a:lnTo>
                  <a:lnTo>
                    <a:pt x="2554" y="2405"/>
                  </a:lnTo>
                  <a:lnTo>
                    <a:pt x="2614" y="2375"/>
                  </a:lnTo>
                  <a:lnTo>
                    <a:pt x="2673" y="2375"/>
                  </a:lnTo>
                  <a:lnTo>
                    <a:pt x="2748" y="2375"/>
                  </a:lnTo>
                  <a:lnTo>
                    <a:pt x="2823" y="2405"/>
                  </a:lnTo>
                  <a:lnTo>
                    <a:pt x="2882" y="2435"/>
                  </a:lnTo>
                  <a:lnTo>
                    <a:pt x="2927" y="2510"/>
                  </a:lnTo>
                  <a:lnTo>
                    <a:pt x="3002" y="2629"/>
                  </a:lnTo>
                  <a:lnTo>
                    <a:pt x="3136" y="2749"/>
                  </a:lnTo>
                  <a:lnTo>
                    <a:pt x="3256" y="2838"/>
                  </a:lnTo>
                  <a:lnTo>
                    <a:pt x="3345" y="2868"/>
                  </a:lnTo>
                  <a:lnTo>
                    <a:pt x="3480" y="2913"/>
                  </a:lnTo>
                  <a:lnTo>
                    <a:pt x="3525" y="2988"/>
                  </a:lnTo>
                  <a:lnTo>
                    <a:pt x="3540" y="3003"/>
                  </a:lnTo>
                  <a:lnTo>
                    <a:pt x="3554" y="3018"/>
                  </a:lnTo>
                  <a:lnTo>
                    <a:pt x="3584" y="3033"/>
                  </a:lnTo>
                  <a:lnTo>
                    <a:pt x="3629" y="2973"/>
                  </a:lnTo>
                  <a:lnTo>
                    <a:pt x="3659" y="2958"/>
                  </a:lnTo>
                  <a:lnTo>
                    <a:pt x="3674" y="2928"/>
                  </a:lnTo>
                  <a:lnTo>
                    <a:pt x="3749" y="2868"/>
                  </a:lnTo>
                  <a:lnTo>
                    <a:pt x="3838" y="2838"/>
                  </a:lnTo>
                  <a:lnTo>
                    <a:pt x="3928" y="2809"/>
                  </a:lnTo>
                  <a:lnTo>
                    <a:pt x="4062" y="2809"/>
                  </a:lnTo>
                  <a:lnTo>
                    <a:pt x="4212" y="2809"/>
                  </a:lnTo>
                  <a:lnTo>
                    <a:pt x="4301" y="2809"/>
                  </a:lnTo>
                  <a:lnTo>
                    <a:pt x="4346" y="2823"/>
                  </a:lnTo>
                  <a:lnTo>
                    <a:pt x="4391" y="2823"/>
                  </a:lnTo>
                  <a:lnTo>
                    <a:pt x="4510" y="2809"/>
                  </a:lnTo>
                  <a:lnTo>
                    <a:pt x="4660" y="2779"/>
                  </a:lnTo>
                  <a:lnTo>
                    <a:pt x="4764" y="2749"/>
                  </a:lnTo>
                  <a:lnTo>
                    <a:pt x="4779" y="2719"/>
                  </a:lnTo>
                  <a:lnTo>
                    <a:pt x="4794" y="2704"/>
                  </a:lnTo>
                  <a:lnTo>
                    <a:pt x="4809" y="2674"/>
                  </a:lnTo>
                  <a:lnTo>
                    <a:pt x="4869" y="2585"/>
                  </a:lnTo>
                  <a:lnTo>
                    <a:pt x="5003" y="2510"/>
                  </a:lnTo>
                  <a:lnTo>
                    <a:pt x="5138" y="2495"/>
                  </a:lnTo>
                  <a:lnTo>
                    <a:pt x="5257" y="2540"/>
                  </a:lnTo>
                  <a:lnTo>
                    <a:pt x="5391" y="2629"/>
                  </a:lnTo>
                  <a:lnTo>
                    <a:pt x="5481" y="2734"/>
                  </a:lnTo>
                  <a:lnTo>
                    <a:pt x="5541" y="2809"/>
                  </a:lnTo>
                  <a:lnTo>
                    <a:pt x="5675" y="2823"/>
                  </a:lnTo>
                  <a:lnTo>
                    <a:pt x="5720" y="2823"/>
                  </a:lnTo>
                  <a:lnTo>
                    <a:pt x="5780" y="2838"/>
                  </a:lnTo>
                  <a:lnTo>
                    <a:pt x="5854" y="2838"/>
                  </a:lnTo>
                  <a:lnTo>
                    <a:pt x="5929" y="2838"/>
                  </a:lnTo>
                  <a:lnTo>
                    <a:pt x="6078" y="2883"/>
                  </a:lnTo>
                  <a:lnTo>
                    <a:pt x="6123" y="2928"/>
                  </a:lnTo>
                  <a:lnTo>
                    <a:pt x="6138" y="2958"/>
                  </a:lnTo>
                  <a:lnTo>
                    <a:pt x="6168" y="2973"/>
                  </a:lnTo>
                  <a:lnTo>
                    <a:pt x="6183" y="2973"/>
                  </a:lnTo>
                  <a:lnTo>
                    <a:pt x="6213" y="2973"/>
                  </a:lnTo>
                  <a:lnTo>
                    <a:pt x="6228" y="2973"/>
                  </a:lnTo>
                  <a:lnTo>
                    <a:pt x="6243" y="2973"/>
                  </a:lnTo>
                  <a:lnTo>
                    <a:pt x="6273" y="2943"/>
                  </a:lnTo>
                  <a:lnTo>
                    <a:pt x="6288" y="2928"/>
                  </a:lnTo>
                  <a:lnTo>
                    <a:pt x="6302" y="2838"/>
                  </a:lnTo>
                  <a:lnTo>
                    <a:pt x="6288" y="2779"/>
                  </a:lnTo>
                  <a:lnTo>
                    <a:pt x="6228" y="2704"/>
                  </a:lnTo>
                  <a:lnTo>
                    <a:pt x="6108" y="2614"/>
                  </a:lnTo>
                  <a:lnTo>
                    <a:pt x="6019" y="2540"/>
                  </a:lnTo>
                  <a:lnTo>
                    <a:pt x="5944" y="2510"/>
                  </a:lnTo>
                  <a:lnTo>
                    <a:pt x="5869" y="2450"/>
                  </a:lnTo>
                  <a:lnTo>
                    <a:pt x="5780" y="2361"/>
                  </a:lnTo>
                  <a:lnTo>
                    <a:pt x="5780" y="2271"/>
                  </a:lnTo>
                  <a:lnTo>
                    <a:pt x="5825" y="2166"/>
                  </a:lnTo>
                  <a:lnTo>
                    <a:pt x="5884" y="2122"/>
                  </a:lnTo>
                  <a:lnTo>
                    <a:pt x="5914" y="2107"/>
                  </a:lnTo>
                  <a:lnTo>
                    <a:pt x="5944" y="2092"/>
                  </a:lnTo>
                  <a:lnTo>
                    <a:pt x="5944" y="2077"/>
                  </a:lnTo>
                  <a:lnTo>
                    <a:pt x="5959" y="2077"/>
                  </a:lnTo>
                  <a:lnTo>
                    <a:pt x="5974" y="2077"/>
                  </a:lnTo>
                  <a:lnTo>
                    <a:pt x="5989" y="2077"/>
                  </a:lnTo>
                  <a:lnTo>
                    <a:pt x="6004" y="2062"/>
                  </a:lnTo>
                  <a:lnTo>
                    <a:pt x="6019" y="2062"/>
                  </a:lnTo>
                  <a:lnTo>
                    <a:pt x="6004" y="2047"/>
                  </a:lnTo>
                  <a:lnTo>
                    <a:pt x="5989" y="2032"/>
                  </a:lnTo>
                  <a:lnTo>
                    <a:pt x="5929" y="1987"/>
                  </a:lnTo>
                  <a:lnTo>
                    <a:pt x="5854" y="1957"/>
                  </a:lnTo>
                  <a:lnTo>
                    <a:pt x="5825" y="1957"/>
                  </a:lnTo>
                  <a:lnTo>
                    <a:pt x="5780" y="1957"/>
                  </a:lnTo>
                  <a:lnTo>
                    <a:pt x="5615" y="1927"/>
                  </a:lnTo>
                  <a:lnTo>
                    <a:pt x="5541" y="1883"/>
                  </a:lnTo>
                  <a:lnTo>
                    <a:pt x="5511" y="1853"/>
                  </a:lnTo>
                  <a:lnTo>
                    <a:pt x="5511" y="1823"/>
                  </a:lnTo>
                  <a:lnTo>
                    <a:pt x="5496" y="1793"/>
                  </a:lnTo>
                  <a:lnTo>
                    <a:pt x="5451" y="1763"/>
                  </a:lnTo>
                  <a:lnTo>
                    <a:pt x="5421" y="1748"/>
                  </a:lnTo>
                  <a:lnTo>
                    <a:pt x="5377" y="1733"/>
                  </a:lnTo>
                  <a:lnTo>
                    <a:pt x="5257" y="1703"/>
                  </a:lnTo>
                  <a:lnTo>
                    <a:pt x="5197" y="1629"/>
                  </a:lnTo>
                  <a:lnTo>
                    <a:pt x="5197" y="1554"/>
                  </a:lnTo>
                  <a:lnTo>
                    <a:pt x="5227" y="1479"/>
                  </a:lnTo>
                  <a:lnTo>
                    <a:pt x="5257" y="1420"/>
                  </a:lnTo>
                  <a:lnTo>
                    <a:pt x="5287" y="1345"/>
                  </a:lnTo>
                  <a:lnTo>
                    <a:pt x="5287" y="1330"/>
                  </a:lnTo>
                  <a:lnTo>
                    <a:pt x="5272" y="1315"/>
                  </a:lnTo>
                  <a:lnTo>
                    <a:pt x="5182" y="1285"/>
                  </a:lnTo>
                  <a:lnTo>
                    <a:pt x="5033" y="1285"/>
                  </a:lnTo>
                  <a:lnTo>
                    <a:pt x="4943" y="1300"/>
                  </a:lnTo>
                  <a:lnTo>
                    <a:pt x="4899" y="1285"/>
                  </a:lnTo>
                  <a:lnTo>
                    <a:pt x="4824" y="1255"/>
                  </a:lnTo>
                  <a:lnTo>
                    <a:pt x="4794" y="1196"/>
                  </a:lnTo>
                  <a:lnTo>
                    <a:pt x="4779" y="1166"/>
                  </a:lnTo>
                  <a:lnTo>
                    <a:pt x="4734" y="1121"/>
                  </a:lnTo>
                  <a:lnTo>
                    <a:pt x="4660" y="1076"/>
                  </a:lnTo>
                  <a:lnTo>
                    <a:pt x="4540" y="1061"/>
                  </a:lnTo>
                  <a:lnTo>
                    <a:pt x="4510" y="1076"/>
                  </a:lnTo>
                  <a:lnTo>
                    <a:pt x="4480" y="1091"/>
                  </a:lnTo>
                  <a:lnTo>
                    <a:pt x="4466" y="1121"/>
                  </a:lnTo>
                  <a:lnTo>
                    <a:pt x="4421" y="1181"/>
                  </a:lnTo>
                  <a:lnTo>
                    <a:pt x="4376" y="1196"/>
                  </a:lnTo>
                  <a:lnTo>
                    <a:pt x="4331" y="1196"/>
                  </a:lnTo>
                  <a:lnTo>
                    <a:pt x="4316" y="1151"/>
                  </a:lnTo>
                  <a:lnTo>
                    <a:pt x="4227" y="1016"/>
                  </a:lnTo>
                  <a:lnTo>
                    <a:pt x="4122" y="1001"/>
                  </a:lnTo>
                  <a:lnTo>
                    <a:pt x="4122" y="1001"/>
                  </a:lnTo>
                  <a:lnTo>
                    <a:pt x="3973" y="1061"/>
                  </a:lnTo>
                  <a:lnTo>
                    <a:pt x="3779" y="1211"/>
                  </a:lnTo>
                  <a:lnTo>
                    <a:pt x="3659" y="1270"/>
                  </a:lnTo>
                  <a:lnTo>
                    <a:pt x="3584" y="1255"/>
                  </a:lnTo>
                  <a:lnTo>
                    <a:pt x="3495" y="1181"/>
                  </a:lnTo>
                  <a:lnTo>
                    <a:pt x="3465" y="1031"/>
                  </a:lnTo>
                  <a:lnTo>
                    <a:pt x="3450" y="987"/>
                  </a:lnTo>
                  <a:lnTo>
                    <a:pt x="3360" y="942"/>
                  </a:lnTo>
                  <a:lnTo>
                    <a:pt x="3286" y="927"/>
                  </a:lnTo>
                  <a:lnTo>
                    <a:pt x="3151" y="912"/>
                  </a:lnTo>
                  <a:lnTo>
                    <a:pt x="3002" y="852"/>
                  </a:lnTo>
                  <a:lnTo>
                    <a:pt x="2987" y="837"/>
                  </a:lnTo>
                  <a:lnTo>
                    <a:pt x="2748" y="703"/>
                  </a:lnTo>
                  <a:lnTo>
                    <a:pt x="2643" y="598"/>
                  </a:lnTo>
                  <a:lnTo>
                    <a:pt x="2584" y="553"/>
                  </a:lnTo>
                  <a:lnTo>
                    <a:pt x="2509" y="538"/>
                  </a:lnTo>
                  <a:lnTo>
                    <a:pt x="2464" y="553"/>
                  </a:lnTo>
                  <a:lnTo>
                    <a:pt x="2375" y="583"/>
                  </a:lnTo>
                  <a:lnTo>
                    <a:pt x="2270" y="524"/>
                  </a:lnTo>
                  <a:lnTo>
                    <a:pt x="2210" y="479"/>
                  </a:lnTo>
                  <a:lnTo>
                    <a:pt x="2151" y="464"/>
                  </a:lnTo>
                  <a:lnTo>
                    <a:pt x="2076" y="479"/>
                  </a:lnTo>
                  <a:lnTo>
                    <a:pt x="2016" y="494"/>
                  </a:lnTo>
                  <a:lnTo>
                    <a:pt x="1971" y="494"/>
                  </a:lnTo>
                  <a:lnTo>
                    <a:pt x="1912" y="509"/>
                  </a:lnTo>
                  <a:lnTo>
                    <a:pt x="1897" y="509"/>
                  </a:lnTo>
                  <a:lnTo>
                    <a:pt x="1703" y="509"/>
                  </a:lnTo>
                  <a:lnTo>
                    <a:pt x="1464" y="464"/>
                  </a:lnTo>
                  <a:lnTo>
                    <a:pt x="1404" y="449"/>
                  </a:lnTo>
                  <a:lnTo>
                    <a:pt x="1314" y="419"/>
                  </a:lnTo>
                  <a:lnTo>
                    <a:pt x="986" y="300"/>
                  </a:lnTo>
                  <a:lnTo>
                    <a:pt x="777" y="210"/>
                  </a:lnTo>
                  <a:lnTo>
                    <a:pt x="732" y="195"/>
                  </a:lnTo>
                  <a:lnTo>
                    <a:pt x="582" y="105"/>
                  </a:lnTo>
                  <a:lnTo>
                    <a:pt x="463" y="120"/>
                  </a:lnTo>
                  <a:lnTo>
                    <a:pt x="418" y="150"/>
                  </a:lnTo>
                  <a:lnTo>
                    <a:pt x="358" y="150"/>
                  </a:lnTo>
                  <a:lnTo>
                    <a:pt x="284" y="120"/>
                  </a:lnTo>
                  <a:lnTo>
                    <a:pt x="239" y="61"/>
                  </a:lnTo>
                  <a:lnTo>
                    <a:pt x="224" y="46"/>
                  </a:lnTo>
                  <a:lnTo>
                    <a:pt x="224" y="46"/>
                  </a:lnTo>
                  <a:lnTo>
                    <a:pt x="209" y="1"/>
                  </a:lnTo>
                  <a:lnTo>
                    <a:pt x="134" y="1"/>
                  </a:lnTo>
                  <a:lnTo>
                    <a:pt x="45" y="46"/>
                  </a:lnTo>
                  <a:lnTo>
                    <a:pt x="15" y="180"/>
                  </a:lnTo>
                  <a:lnTo>
                    <a:pt x="15" y="210"/>
                  </a:lnTo>
                  <a:lnTo>
                    <a:pt x="0" y="225"/>
                  </a:lnTo>
                  <a:lnTo>
                    <a:pt x="105" y="300"/>
                  </a:lnTo>
                  <a:lnTo>
                    <a:pt x="209" y="374"/>
                  </a:lnTo>
                  <a:lnTo>
                    <a:pt x="433" y="479"/>
                  </a:lnTo>
                  <a:lnTo>
                    <a:pt x="702" y="583"/>
                  </a:lnTo>
                  <a:lnTo>
                    <a:pt x="747" y="598"/>
                  </a:lnTo>
                  <a:lnTo>
                    <a:pt x="792" y="613"/>
                  </a:lnTo>
                  <a:lnTo>
                    <a:pt x="926" y="688"/>
                  </a:lnTo>
                  <a:lnTo>
                    <a:pt x="1135" y="852"/>
                  </a:lnTo>
                  <a:lnTo>
                    <a:pt x="1299" y="1001"/>
                  </a:lnTo>
                  <a:lnTo>
                    <a:pt x="1389" y="1136"/>
                  </a:lnTo>
                  <a:lnTo>
                    <a:pt x="1449" y="1255"/>
                  </a:lnTo>
                  <a:lnTo>
                    <a:pt x="1464" y="1345"/>
                  </a:lnTo>
                  <a:lnTo>
                    <a:pt x="1479" y="1449"/>
                  </a:lnTo>
                  <a:lnTo>
                    <a:pt x="1553" y="1569"/>
                  </a:lnTo>
                  <a:lnTo>
                    <a:pt x="1598" y="1629"/>
                  </a:lnTo>
                  <a:lnTo>
                    <a:pt x="1628" y="1674"/>
                  </a:lnTo>
                  <a:lnTo>
                    <a:pt x="1718" y="1778"/>
                  </a:lnTo>
                  <a:lnTo>
                    <a:pt x="1762" y="1898"/>
                  </a:lnTo>
                  <a:lnTo>
                    <a:pt x="1777" y="2017"/>
                  </a:lnTo>
                  <a:lnTo>
                    <a:pt x="1762" y="2166"/>
                  </a:lnTo>
                  <a:lnTo>
                    <a:pt x="1732" y="2316"/>
                  </a:lnTo>
                  <a:lnTo>
                    <a:pt x="1688" y="2420"/>
                  </a:lnTo>
                  <a:lnTo>
                    <a:pt x="1673" y="2435"/>
                  </a:lnTo>
                  <a:lnTo>
                    <a:pt x="1673" y="2450"/>
                  </a:lnTo>
                  <a:lnTo>
                    <a:pt x="1703" y="2480"/>
                  </a:lnTo>
                  <a:lnTo>
                    <a:pt x="1732" y="2510"/>
                  </a:lnTo>
                  <a:lnTo>
                    <a:pt x="1777" y="2525"/>
                  </a:lnTo>
                  <a:lnTo>
                    <a:pt x="1822" y="252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62"/>
            <p:cNvSpPr/>
            <p:nvPr/>
          </p:nvSpPr>
          <p:spPr>
            <a:xfrm>
              <a:off x="3084900" y="2261775"/>
              <a:ext cx="72825" cy="72075"/>
            </a:xfrm>
            <a:custGeom>
              <a:rect b="b" l="l" r="r" t="t"/>
              <a:pathLst>
                <a:path extrusionOk="0" h="2883" w="2913">
                  <a:moveTo>
                    <a:pt x="1210" y="1"/>
                  </a:moveTo>
                  <a:lnTo>
                    <a:pt x="1150" y="45"/>
                  </a:lnTo>
                  <a:lnTo>
                    <a:pt x="1061" y="75"/>
                  </a:lnTo>
                  <a:lnTo>
                    <a:pt x="881" y="120"/>
                  </a:lnTo>
                  <a:lnTo>
                    <a:pt x="672" y="120"/>
                  </a:lnTo>
                  <a:lnTo>
                    <a:pt x="583" y="105"/>
                  </a:lnTo>
                  <a:lnTo>
                    <a:pt x="433" y="105"/>
                  </a:lnTo>
                  <a:lnTo>
                    <a:pt x="314" y="120"/>
                  </a:lnTo>
                  <a:lnTo>
                    <a:pt x="224" y="135"/>
                  </a:lnTo>
                  <a:lnTo>
                    <a:pt x="164" y="165"/>
                  </a:lnTo>
                  <a:lnTo>
                    <a:pt x="120" y="195"/>
                  </a:lnTo>
                  <a:lnTo>
                    <a:pt x="90" y="225"/>
                  </a:lnTo>
                  <a:lnTo>
                    <a:pt x="75" y="240"/>
                  </a:lnTo>
                  <a:lnTo>
                    <a:pt x="45" y="284"/>
                  </a:lnTo>
                  <a:lnTo>
                    <a:pt x="0" y="314"/>
                  </a:lnTo>
                  <a:lnTo>
                    <a:pt x="45" y="449"/>
                  </a:lnTo>
                  <a:lnTo>
                    <a:pt x="75" y="598"/>
                  </a:lnTo>
                  <a:lnTo>
                    <a:pt x="90" y="732"/>
                  </a:lnTo>
                  <a:lnTo>
                    <a:pt x="75" y="852"/>
                  </a:lnTo>
                  <a:lnTo>
                    <a:pt x="75" y="956"/>
                  </a:lnTo>
                  <a:lnTo>
                    <a:pt x="75" y="1031"/>
                  </a:lnTo>
                  <a:lnTo>
                    <a:pt x="105" y="1121"/>
                  </a:lnTo>
                  <a:lnTo>
                    <a:pt x="179" y="1270"/>
                  </a:lnTo>
                  <a:lnTo>
                    <a:pt x="239" y="1360"/>
                  </a:lnTo>
                  <a:lnTo>
                    <a:pt x="314" y="1389"/>
                  </a:lnTo>
                  <a:lnTo>
                    <a:pt x="448" y="1434"/>
                  </a:lnTo>
                  <a:lnTo>
                    <a:pt x="583" y="1449"/>
                  </a:lnTo>
                  <a:lnTo>
                    <a:pt x="657" y="1464"/>
                  </a:lnTo>
                  <a:lnTo>
                    <a:pt x="762" y="1479"/>
                  </a:lnTo>
                  <a:lnTo>
                    <a:pt x="911" y="1509"/>
                  </a:lnTo>
                  <a:lnTo>
                    <a:pt x="1061" y="1643"/>
                  </a:lnTo>
                  <a:lnTo>
                    <a:pt x="1075" y="1688"/>
                  </a:lnTo>
                  <a:lnTo>
                    <a:pt x="1090" y="1703"/>
                  </a:lnTo>
                  <a:lnTo>
                    <a:pt x="1120" y="1748"/>
                  </a:lnTo>
                  <a:lnTo>
                    <a:pt x="1120" y="1763"/>
                  </a:lnTo>
                  <a:lnTo>
                    <a:pt x="1150" y="1793"/>
                  </a:lnTo>
                  <a:lnTo>
                    <a:pt x="1210" y="1867"/>
                  </a:lnTo>
                  <a:lnTo>
                    <a:pt x="1285" y="1793"/>
                  </a:lnTo>
                  <a:lnTo>
                    <a:pt x="1404" y="1763"/>
                  </a:lnTo>
                  <a:lnTo>
                    <a:pt x="1494" y="1778"/>
                  </a:lnTo>
                  <a:lnTo>
                    <a:pt x="1583" y="1852"/>
                  </a:lnTo>
                  <a:lnTo>
                    <a:pt x="1673" y="1972"/>
                  </a:lnTo>
                  <a:lnTo>
                    <a:pt x="1688" y="2032"/>
                  </a:lnTo>
                  <a:lnTo>
                    <a:pt x="1718" y="2047"/>
                  </a:lnTo>
                  <a:lnTo>
                    <a:pt x="1807" y="2047"/>
                  </a:lnTo>
                  <a:lnTo>
                    <a:pt x="1912" y="2032"/>
                  </a:lnTo>
                  <a:lnTo>
                    <a:pt x="2001" y="2017"/>
                  </a:lnTo>
                  <a:lnTo>
                    <a:pt x="2046" y="2002"/>
                  </a:lnTo>
                  <a:lnTo>
                    <a:pt x="2091" y="1987"/>
                  </a:lnTo>
                  <a:lnTo>
                    <a:pt x="2136" y="1987"/>
                  </a:lnTo>
                  <a:lnTo>
                    <a:pt x="2181" y="2002"/>
                  </a:lnTo>
                  <a:lnTo>
                    <a:pt x="2240" y="2062"/>
                  </a:lnTo>
                  <a:lnTo>
                    <a:pt x="2255" y="2106"/>
                  </a:lnTo>
                  <a:lnTo>
                    <a:pt x="2255" y="2166"/>
                  </a:lnTo>
                  <a:lnTo>
                    <a:pt x="2270" y="2211"/>
                  </a:lnTo>
                  <a:lnTo>
                    <a:pt x="2270" y="2286"/>
                  </a:lnTo>
                  <a:lnTo>
                    <a:pt x="2300" y="2301"/>
                  </a:lnTo>
                  <a:lnTo>
                    <a:pt x="2405" y="2360"/>
                  </a:lnTo>
                  <a:lnTo>
                    <a:pt x="2479" y="2495"/>
                  </a:lnTo>
                  <a:lnTo>
                    <a:pt x="2494" y="2539"/>
                  </a:lnTo>
                  <a:lnTo>
                    <a:pt x="2524" y="2584"/>
                  </a:lnTo>
                  <a:lnTo>
                    <a:pt x="2554" y="2614"/>
                  </a:lnTo>
                  <a:lnTo>
                    <a:pt x="2569" y="2659"/>
                  </a:lnTo>
                  <a:lnTo>
                    <a:pt x="2584" y="2704"/>
                  </a:lnTo>
                  <a:lnTo>
                    <a:pt x="2614" y="2763"/>
                  </a:lnTo>
                  <a:lnTo>
                    <a:pt x="2629" y="2838"/>
                  </a:lnTo>
                  <a:lnTo>
                    <a:pt x="2629" y="2868"/>
                  </a:lnTo>
                  <a:lnTo>
                    <a:pt x="2629" y="2883"/>
                  </a:lnTo>
                  <a:lnTo>
                    <a:pt x="2703" y="2868"/>
                  </a:lnTo>
                  <a:lnTo>
                    <a:pt x="2808" y="2823"/>
                  </a:lnTo>
                  <a:lnTo>
                    <a:pt x="2853" y="2808"/>
                  </a:lnTo>
                  <a:lnTo>
                    <a:pt x="2912" y="2793"/>
                  </a:lnTo>
                  <a:lnTo>
                    <a:pt x="2898" y="2749"/>
                  </a:lnTo>
                  <a:lnTo>
                    <a:pt x="2883" y="2689"/>
                  </a:lnTo>
                  <a:lnTo>
                    <a:pt x="2868" y="2599"/>
                  </a:lnTo>
                  <a:lnTo>
                    <a:pt x="2868" y="2510"/>
                  </a:lnTo>
                  <a:lnTo>
                    <a:pt x="2883" y="2450"/>
                  </a:lnTo>
                  <a:lnTo>
                    <a:pt x="2912" y="2405"/>
                  </a:lnTo>
                  <a:lnTo>
                    <a:pt x="2883" y="2390"/>
                  </a:lnTo>
                  <a:lnTo>
                    <a:pt x="2853" y="2375"/>
                  </a:lnTo>
                  <a:lnTo>
                    <a:pt x="2808" y="2375"/>
                  </a:lnTo>
                  <a:lnTo>
                    <a:pt x="2763" y="2360"/>
                  </a:lnTo>
                  <a:lnTo>
                    <a:pt x="2703" y="2301"/>
                  </a:lnTo>
                  <a:lnTo>
                    <a:pt x="2703" y="2226"/>
                  </a:lnTo>
                  <a:lnTo>
                    <a:pt x="2733" y="2181"/>
                  </a:lnTo>
                  <a:lnTo>
                    <a:pt x="2778" y="2121"/>
                  </a:lnTo>
                  <a:lnTo>
                    <a:pt x="2793" y="2106"/>
                  </a:lnTo>
                  <a:lnTo>
                    <a:pt x="2823" y="2076"/>
                  </a:lnTo>
                  <a:lnTo>
                    <a:pt x="2823" y="2062"/>
                  </a:lnTo>
                  <a:lnTo>
                    <a:pt x="2823" y="2047"/>
                  </a:lnTo>
                  <a:lnTo>
                    <a:pt x="2733" y="2047"/>
                  </a:lnTo>
                  <a:lnTo>
                    <a:pt x="2554" y="2002"/>
                  </a:lnTo>
                  <a:lnTo>
                    <a:pt x="2390" y="1912"/>
                  </a:lnTo>
                  <a:lnTo>
                    <a:pt x="2375" y="1897"/>
                  </a:lnTo>
                  <a:lnTo>
                    <a:pt x="2315" y="1867"/>
                  </a:lnTo>
                  <a:lnTo>
                    <a:pt x="2270" y="1838"/>
                  </a:lnTo>
                  <a:lnTo>
                    <a:pt x="2166" y="1778"/>
                  </a:lnTo>
                  <a:lnTo>
                    <a:pt x="2061" y="1703"/>
                  </a:lnTo>
                  <a:lnTo>
                    <a:pt x="2016" y="1658"/>
                  </a:lnTo>
                  <a:lnTo>
                    <a:pt x="1986" y="1614"/>
                  </a:lnTo>
                  <a:lnTo>
                    <a:pt x="1986" y="1569"/>
                  </a:lnTo>
                  <a:lnTo>
                    <a:pt x="2001" y="1524"/>
                  </a:lnTo>
                  <a:lnTo>
                    <a:pt x="2016" y="1494"/>
                  </a:lnTo>
                  <a:lnTo>
                    <a:pt x="2046" y="1464"/>
                  </a:lnTo>
                  <a:lnTo>
                    <a:pt x="2091" y="1449"/>
                  </a:lnTo>
                  <a:lnTo>
                    <a:pt x="2136" y="1434"/>
                  </a:lnTo>
                  <a:lnTo>
                    <a:pt x="2151" y="1434"/>
                  </a:lnTo>
                  <a:lnTo>
                    <a:pt x="2181" y="1404"/>
                  </a:lnTo>
                  <a:lnTo>
                    <a:pt x="2196" y="1360"/>
                  </a:lnTo>
                  <a:lnTo>
                    <a:pt x="2211" y="1315"/>
                  </a:lnTo>
                  <a:lnTo>
                    <a:pt x="2211" y="1300"/>
                  </a:lnTo>
                  <a:lnTo>
                    <a:pt x="2211" y="1285"/>
                  </a:lnTo>
                  <a:lnTo>
                    <a:pt x="2151" y="1225"/>
                  </a:lnTo>
                  <a:lnTo>
                    <a:pt x="2001" y="1136"/>
                  </a:lnTo>
                  <a:lnTo>
                    <a:pt x="1927" y="1091"/>
                  </a:lnTo>
                  <a:lnTo>
                    <a:pt x="1837" y="1046"/>
                  </a:lnTo>
                  <a:lnTo>
                    <a:pt x="1733" y="956"/>
                  </a:lnTo>
                  <a:lnTo>
                    <a:pt x="1673" y="867"/>
                  </a:lnTo>
                  <a:lnTo>
                    <a:pt x="1643" y="777"/>
                  </a:lnTo>
                  <a:lnTo>
                    <a:pt x="1628" y="688"/>
                  </a:lnTo>
                  <a:lnTo>
                    <a:pt x="1643" y="583"/>
                  </a:lnTo>
                  <a:lnTo>
                    <a:pt x="1688" y="538"/>
                  </a:lnTo>
                  <a:lnTo>
                    <a:pt x="1703" y="523"/>
                  </a:lnTo>
                  <a:lnTo>
                    <a:pt x="1703" y="508"/>
                  </a:lnTo>
                  <a:lnTo>
                    <a:pt x="1688" y="464"/>
                  </a:lnTo>
                  <a:lnTo>
                    <a:pt x="1658" y="419"/>
                  </a:lnTo>
                  <a:lnTo>
                    <a:pt x="1598" y="359"/>
                  </a:lnTo>
                  <a:lnTo>
                    <a:pt x="1524" y="314"/>
                  </a:lnTo>
                  <a:lnTo>
                    <a:pt x="1509" y="314"/>
                  </a:lnTo>
                  <a:lnTo>
                    <a:pt x="1509" y="329"/>
                  </a:lnTo>
                  <a:lnTo>
                    <a:pt x="1494" y="389"/>
                  </a:lnTo>
                  <a:lnTo>
                    <a:pt x="1464" y="419"/>
                  </a:lnTo>
                  <a:lnTo>
                    <a:pt x="1419" y="449"/>
                  </a:lnTo>
                  <a:lnTo>
                    <a:pt x="1374" y="419"/>
                  </a:lnTo>
                  <a:lnTo>
                    <a:pt x="1359" y="389"/>
                  </a:lnTo>
                  <a:lnTo>
                    <a:pt x="1359" y="314"/>
                  </a:lnTo>
                  <a:lnTo>
                    <a:pt x="1359" y="284"/>
                  </a:lnTo>
                  <a:lnTo>
                    <a:pt x="1359" y="254"/>
                  </a:lnTo>
                  <a:lnTo>
                    <a:pt x="1314" y="299"/>
                  </a:lnTo>
                  <a:lnTo>
                    <a:pt x="1270" y="329"/>
                  </a:lnTo>
                  <a:lnTo>
                    <a:pt x="1225" y="329"/>
                  </a:lnTo>
                  <a:lnTo>
                    <a:pt x="1195" y="284"/>
                  </a:lnTo>
                  <a:lnTo>
                    <a:pt x="1195" y="225"/>
                  </a:lnTo>
                  <a:lnTo>
                    <a:pt x="1210" y="135"/>
                  </a:lnTo>
                  <a:lnTo>
                    <a:pt x="1225" y="120"/>
                  </a:lnTo>
                  <a:lnTo>
                    <a:pt x="1225" y="90"/>
                  </a:lnTo>
                  <a:lnTo>
                    <a:pt x="1225" y="45"/>
                  </a:lnTo>
                  <a:lnTo>
                    <a:pt x="1210"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62"/>
            <p:cNvSpPr/>
            <p:nvPr/>
          </p:nvSpPr>
          <p:spPr>
            <a:xfrm>
              <a:off x="3084900" y="2261775"/>
              <a:ext cx="72825" cy="72450"/>
            </a:xfrm>
            <a:custGeom>
              <a:rect b="b" l="l" r="r" t="t"/>
              <a:pathLst>
                <a:path extrusionOk="0" fill="none" h="2898" w="2913">
                  <a:moveTo>
                    <a:pt x="2629" y="2898"/>
                  </a:moveTo>
                  <a:lnTo>
                    <a:pt x="2629" y="2898"/>
                  </a:lnTo>
                  <a:lnTo>
                    <a:pt x="2629" y="2883"/>
                  </a:lnTo>
                  <a:lnTo>
                    <a:pt x="2703" y="2868"/>
                  </a:lnTo>
                  <a:lnTo>
                    <a:pt x="2808" y="2823"/>
                  </a:lnTo>
                  <a:lnTo>
                    <a:pt x="2853" y="2808"/>
                  </a:lnTo>
                  <a:lnTo>
                    <a:pt x="2912" y="2793"/>
                  </a:lnTo>
                  <a:lnTo>
                    <a:pt x="2898" y="2749"/>
                  </a:lnTo>
                  <a:lnTo>
                    <a:pt x="2883" y="2689"/>
                  </a:lnTo>
                  <a:lnTo>
                    <a:pt x="2868" y="2599"/>
                  </a:lnTo>
                  <a:lnTo>
                    <a:pt x="2868" y="2510"/>
                  </a:lnTo>
                  <a:lnTo>
                    <a:pt x="2883" y="2450"/>
                  </a:lnTo>
                  <a:lnTo>
                    <a:pt x="2912" y="2405"/>
                  </a:lnTo>
                  <a:lnTo>
                    <a:pt x="2883" y="2390"/>
                  </a:lnTo>
                  <a:lnTo>
                    <a:pt x="2853" y="2375"/>
                  </a:lnTo>
                  <a:lnTo>
                    <a:pt x="2808" y="2375"/>
                  </a:lnTo>
                  <a:lnTo>
                    <a:pt x="2763" y="2360"/>
                  </a:lnTo>
                  <a:lnTo>
                    <a:pt x="2703" y="2301"/>
                  </a:lnTo>
                  <a:lnTo>
                    <a:pt x="2703" y="2226"/>
                  </a:lnTo>
                  <a:lnTo>
                    <a:pt x="2733" y="2181"/>
                  </a:lnTo>
                  <a:lnTo>
                    <a:pt x="2778" y="2121"/>
                  </a:lnTo>
                  <a:lnTo>
                    <a:pt x="2793" y="2106"/>
                  </a:lnTo>
                  <a:lnTo>
                    <a:pt x="2823" y="2076"/>
                  </a:lnTo>
                  <a:lnTo>
                    <a:pt x="2823" y="2062"/>
                  </a:lnTo>
                  <a:lnTo>
                    <a:pt x="2823" y="2047"/>
                  </a:lnTo>
                  <a:lnTo>
                    <a:pt x="2793" y="2047"/>
                  </a:lnTo>
                  <a:lnTo>
                    <a:pt x="2733" y="2047"/>
                  </a:lnTo>
                  <a:lnTo>
                    <a:pt x="2554" y="2002"/>
                  </a:lnTo>
                  <a:lnTo>
                    <a:pt x="2390" y="1912"/>
                  </a:lnTo>
                  <a:lnTo>
                    <a:pt x="2375" y="1897"/>
                  </a:lnTo>
                  <a:lnTo>
                    <a:pt x="2315" y="1867"/>
                  </a:lnTo>
                  <a:lnTo>
                    <a:pt x="2270" y="1838"/>
                  </a:lnTo>
                  <a:lnTo>
                    <a:pt x="2166" y="1778"/>
                  </a:lnTo>
                  <a:lnTo>
                    <a:pt x="2061" y="1703"/>
                  </a:lnTo>
                  <a:lnTo>
                    <a:pt x="2016" y="1658"/>
                  </a:lnTo>
                  <a:lnTo>
                    <a:pt x="1986" y="1614"/>
                  </a:lnTo>
                  <a:lnTo>
                    <a:pt x="1986" y="1569"/>
                  </a:lnTo>
                  <a:lnTo>
                    <a:pt x="2001" y="1524"/>
                  </a:lnTo>
                  <a:lnTo>
                    <a:pt x="2016" y="1494"/>
                  </a:lnTo>
                  <a:lnTo>
                    <a:pt x="2046" y="1464"/>
                  </a:lnTo>
                  <a:lnTo>
                    <a:pt x="2091" y="1449"/>
                  </a:lnTo>
                  <a:lnTo>
                    <a:pt x="2136" y="1434"/>
                  </a:lnTo>
                  <a:lnTo>
                    <a:pt x="2151" y="1434"/>
                  </a:lnTo>
                  <a:lnTo>
                    <a:pt x="2151" y="1434"/>
                  </a:lnTo>
                  <a:lnTo>
                    <a:pt x="2181" y="1404"/>
                  </a:lnTo>
                  <a:lnTo>
                    <a:pt x="2196" y="1360"/>
                  </a:lnTo>
                  <a:lnTo>
                    <a:pt x="2211" y="1315"/>
                  </a:lnTo>
                  <a:lnTo>
                    <a:pt x="2211" y="1300"/>
                  </a:lnTo>
                  <a:lnTo>
                    <a:pt x="2211" y="1285"/>
                  </a:lnTo>
                  <a:lnTo>
                    <a:pt x="2151" y="1225"/>
                  </a:lnTo>
                  <a:lnTo>
                    <a:pt x="2001" y="1136"/>
                  </a:lnTo>
                  <a:lnTo>
                    <a:pt x="1927" y="1091"/>
                  </a:lnTo>
                  <a:lnTo>
                    <a:pt x="1837" y="1046"/>
                  </a:lnTo>
                  <a:lnTo>
                    <a:pt x="1733" y="956"/>
                  </a:lnTo>
                  <a:lnTo>
                    <a:pt x="1673" y="867"/>
                  </a:lnTo>
                  <a:lnTo>
                    <a:pt x="1643" y="777"/>
                  </a:lnTo>
                  <a:lnTo>
                    <a:pt x="1628" y="688"/>
                  </a:lnTo>
                  <a:lnTo>
                    <a:pt x="1643" y="583"/>
                  </a:lnTo>
                  <a:lnTo>
                    <a:pt x="1688" y="538"/>
                  </a:lnTo>
                  <a:lnTo>
                    <a:pt x="1703" y="523"/>
                  </a:lnTo>
                  <a:lnTo>
                    <a:pt x="1703" y="508"/>
                  </a:lnTo>
                  <a:lnTo>
                    <a:pt x="1688" y="464"/>
                  </a:lnTo>
                  <a:lnTo>
                    <a:pt x="1658" y="419"/>
                  </a:lnTo>
                  <a:lnTo>
                    <a:pt x="1598" y="359"/>
                  </a:lnTo>
                  <a:lnTo>
                    <a:pt x="1524" y="314"/>
                  </a:lnTo>
                  <a:lnTo>
                    <a:pt x="1524" y="314"/>
                  </a:lnTo>
                  <a:lnTo>
                    <a:pt x="1509" y="314"/>
                  </a:lnTo>
                  <a:lnTo>
                    <a:pt x="1509" y="314"/>
                  </a:lnTo>
                  <a:lnTo>
                    <a:pt x="1509" y="329"/>
                  </a:lnTo>
                  <a:lnTo>
                    <a:pt x="1494" y="389"/>
                  </a:lnTo>
                  <a:lnTo>
                    <a:pt x="1464" y="419"/>
                  </a:lnTo>
                  <a:lnTo>
                    <a:pt x="1419" y="449"/>
                  </a:lnTo>
                  <a:lnTo>
                    <a:pt x="1374" y="419"/>
                  </a:lnTo>
                  <a:lnTo>
                    <a:pt x="1359" y="389"/>
                  </a:lnTo>
                  <a:lnTo>
                    <a:pt x="1359" y="314"/>
                  </a:lnTo>
                  <a:lnTo>
                    <a:pt x="1359" y="284"/>
                  </a:lnTo>
                  <a:lnTo>
                    <a:pt x="1359" y="240"/>
                  </a:lnTo>
                  <a:lnTo>
                    <a:pt x="1359" y="254"/>
                  </a:lnTo>
                  <a:lnTo>
                    <a:pt x="1359" y="254"/>
                  </a:lnTo>
                  <a:lnTo>
                    <a:pt x="1314" y="299"/>
                  </a:lnTo>
                  <a:lnTo>
                    <a:pt x="1270" y="329"/>
                  </a:lnTo>
                  <a:lnTo>
                    <a:pt x="1225" y="329"/>
                  </a:lnTo>
                  <a:lnTo>
                    <a:pt x="1195" y="284"/>
                  </a:lnTo>
                  <a:lnTo>
                    <a:pt x="1195" y="225"/>
                  </a:lnTo>
                  <a:lnTo>
                    <a:pt x="1210" y="135"/>
                  </a:lnTo>
                  <a:lnTo>
                    <a:pt x="1225" y="120"/>
                  </a:lnTo>
                  <a:lnTo>
                    <a:pt x="1225" y="90"/>
                  </a:lnTo>
                  <a:lnTo>
                    <a:pt x="1225" y="45"/>
                  </a:lnTo>
                  <a:lnTo>
                    <a:pt x="1210" y="1"/>
                  </a:lnTo>
                  <a:lnTo>
                    <a:pt x="1150" y="45"/>
                  </a:lnTo>
                  <a:lnTo>
                    <a:pt x="1061" y="75"/>
                  </a:lnTo>
                  <a:lnTo>
                    <a:pt x="881" y="120"/>
                  </a:lnTo>
                  <a:lnTo>
                    <a:pt x="762" y="120"/>
                  </a:lnTo>
                  <a:lnTo>
                    <a:pt x="717" y="120"/>
                  </a:lnTo>
                  <a:lnTo>
                    <a:pt x="672" y="120"/>
                  </a:lnTo>
                  <a:lnTo>
                    <a:pt x="583" y="105"/>
                  </a:lnTo>
                  <a:lnTo>
                    <a:pt x="433" y="105"/>
                  </a:lnTo>
                  <a:lnTo>
                    <a:pt x="314" y="120"/>
                  </a:lnTo>
                  <a:lnTo>
                    <a:pt x="224" y="135"/>
                  </a:lnTo>
                  <a:lnTo>
                    <a:pt x="164" y="165"/>
                  </a:lnTo>
                  <a:lnTo>
                    <a:pt x="120" y="195"/>
                  </a:lnTo>
                  <a:lnTo>
                    <a:pt x="90" y="225"/>
                  </a:lnTo>
                  <a:lnTo>
                    <a:pt x="75" y="240"/>
                  </a:lnTo>
                  <a:lnTo>
                    <a:pt x="45" y="284"/>
                  </a:lnTo>
                  <a:lnTo>
                    <a:pt x="0" y="314"/>
                  </a:lnTo>
                  <a:lnTo>
                    <a:pt x="45" y="449"/>
                  </a:lnTo>
                  <a:lnTo>
                    <a:pt x="75" y="598"/>
                  </a:lnTo>
                  <a:lnTo>
                    <a:pt x="90" y="732"/>
                  </a:lnTo>
                  <a:lnTo>
                    <a:pt x="75" y="852"/>
                  </a:lnTo>
                  <a:lnTo>
                    <a:pt x="75" y="956"/>
                  </a:lnTo>
                  <a:lnTo>
                    <a:pt x="75" y="1031"/>
                  </a:lnTo>
                  <a:lnTo>
                    <a:pt x="105" y="1121"/>
                  </a:lnTo>
                  <a:lnTo>
                    <a:pt x="179" y="1270"/>
                  </a:lnTo>
                  <a:lnTo>
                    <a:pt x="239" y="1360"/>
                  </a:lnTo>
                  <a:lnTo>
                    <a:pt x="314" y="1389"/>
                  </a:lnTo>
                  <a:lnTo>
                    <a:pt x="448" y="1434"/>
                  </a:lnTo>
                  <a:lnTo>
                    <a:pt x="583" y="1449"/>
                  </a:lnTo>
                  <a:lnTo>
                    <a:pt x="657" y="1464"/>
                  </a:lnTo>
                  <a:lnTo>
                    <a:pt x="762" y="1479"/>
                  </a:lnTo>
                  <a:lnTo>
                    <a:pt x="911" y="1509"/>
                  </a:lnTo>
                  <a:lnTo>
                    <a:pt x="1061" y="1643"/>
                  </a:lnTo>
                  <a:lnTo>
                    <a:pt x="1075" y="1688"/>
                  </a:lnTo>
                  <a:lnTo>
                    <a:pt x="1090" y="1703"/>
                  </a:lnTo>
                  <a:lnTo>
                    <a:pt x="1090" y="1703"/>
                  </a:lnTo>
                  <a:lnTo>
                    <a:pt x="1120" y="1748"/>
                  </a:lnTo>
                  <a:lnTo>
                    <a:pt x="1120" y="1763"/>
                  </a:lnTo>
                  <a:lnTo>
                    <a:pt x="1150" y="1793"/>
                  </a:lnTo>
                  <a:lnTo>
                    <a:pt x="1210" y="1867"/>
                  </a:lnTo>
                  <a:lnTo>
                    <a:pt x="1285" y="1793"/>
                  </a:lnTo>
                  <a:lnTo>
                    <a:pt x="1404" y="1763"/>
                  </a:lnTo>
                  <a:lnTo>
                    <a:pt x="1494" y="1778"/>
                  </a:lnTo>
                  <a:lnTo>
                    <a:pt x="1583" y="1852"/>
                  </a:lnTo>
                  <a:lnTo>
                    <a:pt x="1673" y="1972"/>
                  </a:lnTo>
                  <a:lnTo>
                    <a:pt x="1688" y="2032"/>
                  </a:lnTo>
                  <a:lnTo>
                    <a:pt x="1688" y="2032"/>
                  </a:lnTo>
                  <a:lnTo>
                    <a:pt x="1688" y="2032"/>
                  </a:lnTo>
                  <a:lnTo>
                    <a:pt x="1718" y="2047"/>
                  </a:lnTo>
                  <a:lnTo>
                    <a:pt x="1777" y="2047"/>
                  </a:lnTo>
                  <a:lnTo>
                    <a:pt x="1807" y="2047"/>
                  </a:lnTo>
                  <a:lnTo>
                    <a:pt x="1912" y="2032"/>
                  </a:lnTo>
                  <a:lnTo>
                    <a:pt x="2001" y="2017"/>
                  </a:lnTo>
                  <a:lnTo>
                    <a:pt x="2046" y="2002"/>
                  </a:lnTo>
                  <a:lnTo>
                    <a:pt x="2091" y="1987"/>
                  </a:lnTo>
                  <a:lnTo>
                    <a:pt x="2106" y="1987"/>
                  </a:lnTo>
                  <a:lnTo>
                    <a:pt x="2136" y="1987"/>
                  </a:lnTo>
                  <a:lnTo>
                    <a:pt x="2181" y="2002"/>
                  </a:lnTo>
                  <a:lnTo>
                    <a:pt x="2240" y="2062"/>
                  </a:lnTo>
                  <a:lnTo>
                    <a:pt x="2255" y="2106"/>
                  </a:lnTo>
                  <a:lnTo>
                    <a:pt x="2255" y="2166"/>
                  </a:lnTo>
                  <a:lnTo>
                    <a:pt x="2270" y="2211"/>
                  </a:lnTo>
                  <a:lnTo>
                    <a:pt x="2270" y="2286"/>
                  </a:lnTo>
                  <a:lnTo>
                    <a:pt x="2270" y="2286"/>
                  </a:lnTo>
                  <a:lnTo>
                    <a:pt x="2300" y="2301"/>
                  </a:lnTo>
                  <a:lnTo>
                    <a:pt x="2405" y="2360"/>
                  </a:lnTo>
                  <a:lnTo>
                    <a:pt x="2479" y="2495"/>
                  </a:lnTo>
                  <a:lnTo>
                    <a:pt x="2494" y="2539"/>
                  </a:lnTo>
                  <a:lnTo>
                    <a:pt x="2524" y="2584"/>
                  </a:lnTo>
                  <a:lnTo>
                    <a:pt x="2554" y="2614"/>
                  </a:lnTo>
                  <a:lnTo>
                    <a:pt x="2569" y="2659"/>
                  </a:lnTo>
                  <a:lnTo>
                    <a:pt x="2584" y="2704"/>
                  </a:lnTo>
                  <a:lnTo>
                    <a:pt x="2614" y="2763"/>
                  </a:lnTo>
                  <a:lnTo>
                    <a:pt x="2629" y="2838"/>
                  </a:lnTo>
                  <a:lnTo>
                    <a:pt x="2629" y="2868"/>
                  </a:lnTo>
                  <a:lnTo>
                    <a:pt x="2629" y="2898"/>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62"/>
            <p:cNvSpPr/>
            <p:nvPr/>
          </p:nvSpPr>
          <p:spPr>
            <a:xfrm>
              <a:off x="2998650" y="2379750"/>
              <a:ext cx="237100" cy="251325"/>
            </a:xfrm>
            <a:custGeom>
              <a:rect b="b" l="l" r="r" t="t"/>
              <a:pathLst>
                <a:path extrusionOk="0" h="10053" w="9484">
                  <a:moveTo>
                    <a:pt x="3555" y="1"/>
                  </a:moveTo>
                  <a:lnTo>
                    <a:pt x="3525" y="16"/>
                  </a:lnTo>
                  <a:lnTo>
                    <a:pt x="3510" y="16"/>
                  </a:lnTo>
                  <a:lnTo>
                    <a:pt x="3495" y="46"/>
                  </a:lnTo>
                  <a:lnTo>
                    <a:pt x="3450" y="120"/>
                  </a:lnTo>
                  <a:lnTo>
                    <a:pt x="3331" y="135"/>
                  </a:lnTo>
                  <a:lnTo>
                    <a:pt x="3256" y="91"/>
                  </a:lnTo>
                  <a:lnTo>
                    <a:pt x="3241" y="31"/>
                  </a:lnTo>
                  <a:lnTo>
                    <a:pt x="3226" y="31"/>
                  </a:lnTo>
                  <a:lnTo>
                    <a:pt x="3226" y="16"/>
                  </a:lnTo>
                  <a:lnTo>
                    <a:pt x="3211" y="16"/>
                  </a:lnTo>
                  <a:lnTo>
                    <a:pt x="3181" y="46"/>
                  </a:lnTo>
                  <a:lnTo>
                    <a:pt x="3107" y="91"/>
                  </a:lnTo>
                  <a:lnTo>
                    <a:pt x="3107" y="120"/>
                  </a:lnTo>
                  <a:lnTo>
                    <a:pt x="3107" y="180"/>
                  </a:lnTo>
                  <a:lnTo>
                    <a:pt x="3047" y="285"/>
                  </a:lnTo>
                  <a:lnTo>
                    <a:pt x="3002" y="344"/>
                  </a:lnTo>
                  <a:lnTo>
                    <a:pt x="2942" y="359"/>
                  </a:lnTo>
                  <a:lnTo>
                    <a:pt x="2927" y="359"/>
                  </a:lnTo>
                  <a:lnTo>
                    <a:pt x="2644" y="688"/>
                  </a:lnTo>
                  <a:lnTo>
                    <a:pt x="2450" y="942"/>
                  </a:lnTo>
                  <a:lnTo>
                    <a:pt x="2390" y="1017"/>
                  </a:lnTo>
                  <a:lnTo>
                    <a:pt x="2240" y="1076"/>
                  </a:lnTo>
                  <a:lnTo>
                    <a:pt x="2166" y="1076"/>
                  </a:lnTo>
                  <a:lnTo>
                    <a:pt x="2076" y="1091"/>
                  </a:lnTo>
                  <a:lnTo>
                    <a:pt x="2016" y="1196"/>
                  </a:lnTo>
                  <a:lnTo>
                    <a:pt x="2001" y="1330"/>
                  </a:lnTo>
                  <a:lnTo>
                    <a:pt x="2001" y="1360"/>
                  </a:lnTo>
                  <a:lnTo>
                    <a:pt x="1987" y="1539"/>
                  </a:lnTo>
                  <a:lnTo>
                    <a:pt x="2031" y="1629"/>
                  </a:lnTo>
                  <a:lnTo>
                    <a:pt x="2031" y="1644"/>
                  </a:lnTo>
                  <a:lnTo>
                    <a:pt x="2046" y="1644"/>
                  </a:lnTo>
                  <a:lnTo>
                    <a:pt x="2121" y="1778"/>
                  </a:lnTo>
                  <a:lnTo>
                    <a:pt x="2151" y="1957"/>
                  </a:lnTo>
                  <a:lnTo>
                    <a:pt x="2166" y="2196"/>
                  </a:lnTo>
                  <a:lnTo>
                    <a:pt x="2136" y="2391"/>
                  </a:lnTo>
                  <a:lnTo>
                    <a:pt x="2121" y="2420"/>
                  </a:lnTo>
                  <a:lnTo>
                    <a:pt x="2121" y="2450"/>
                  </a:lnTo>
                  <a:lnTo>
                    <a:pt x="2091" y="2540"/>
                  </a:lnTo>
                  <a:lnTo>
                    <a:pt x="2061" y="2719"/>
                  </a:lnTo>
                  <a:lnTo>
                    <a:pt x="2091" y="2839"/>
                  </a:lnTo>
                  <a:lnTo>
                    <a:pt x="2136" y="2973"/>
                  </a:lnTo>
                  <a:lnTo>
                    <a:pt x="2121" y="3182"/>
                  </a:lnTo>
                  <a:lnTo>
                    <a:pt x="2076" y="3287"/>
                  </a:lnTo>
                  <a:lnTo>
                    <a:pt x="2046" y="3361"/>
                  </a:lnTo>
                  <a:lnTo>
                    <a:pt x="2031" y="3436"/>
                  </a:lnTo>
                  <a:lnTo>
                    <a:pt x="1957" y="3585"/>
                  </a:lnTo>
                  <a:lnTo>
                    <a:pt x="1777" y="3720"/>
                  </a:lnTo>
                  <a:lnTo>
                    <a:pt x="1658" y="3779"/>
                  </a:lnTo>
                  <a:lnTo>
                    <a:pt x="1583" y="3809"/>
                  </a:lnTo>
                  <a:lnTo>
                    <a:pt x="1479" y="3854"/>
                  </a:lnTo>
                  <a:lnTo>
                    <a:pt x="1300" y="3944"/>
                  </a:lnTo>
                  <a:lnTo>
                    <a:pt x="1225" y="3989"/>
                  </a:lnTo>
                  <a:lnTo>
                    <a:pt x="1135" y="4048"/>
                  </a:lnTo>
                  <a:lnTo>
                    <a:pt x="956" y="4153"/>
                  </a:lnTo>
                  <a:lnTo>
                    <a:pt x="508" y="4452"/>
                  </a:lnTo>
                  <a:lnTo>
                    <a:pt x="389" y="4571"/>
                  </a:lnTo>
                  <a:lnTo>
                    <a:pt x="389" y="4586"/>
                  </a:lnTo>
                  <a:lnTo>
                    <a:pt x="299" y="4646"/>
                  </a:lnTo>
                  <a:lnTo>
                    <a:pt x="0" y="4855"/>
                  </a:lnTo>
                  <a:lnTo>
                    <a:pt x="239" y="5497"/>
                  </a:lnTo>
                  <a:lnTo>
                    <a:pt x="344" y="5855"/>
                  </a:lnTo>
                  <a:lnTo>
                    <a:pt x="329" y="5930"/>
                  </a:lnTo>
                  <a:lnTo>
                    <a:pt x="299" y="5975"/>
                  </a:lnTo>
                  <a:lnTo>
                    <a:pt x="269" y="6020"/>
                  </a:lnTo>
                  <a:lnTo>
                    <a:pt x="269" y="6035"/>
                  </a:lnTo>
                  <a:lnTo>
                    <a:pt x="329" y="6064"/>
                  </a:lnTo>
                  <a:lnTo>
                    <a:pt x="418" y="6064"/>
                  </a:lnTo>
                  <a:lnTo>
                    <a:pt x="448" y="6050"/>
                  </a:lnTo>
                  <a:lnTo>
                    <a:pt x="493" y="6050"/>
                  </a:lnTo>
                  <a:lnTo>
                    <a:pt x="523" y="6064"/>
                  </a:lnTo>
                  <a:lnTo>
                    <a:pt x="553" y="6094"/>
                  </a:lnTo>
                  <a:lnTo>
                    <a:pt x="583" y="6124"/>
                  </a:lnTo>
                  <a:lnTo>
                    <a:pt x="583" y="6154"/>
                  </a:lnTo>
                  <a:lnTo>
                    <a:pt x="598" y="6214"/>
                  </a:lnTo>
                  <a:lnTo>
                    <a:pt x="568" y="6288"/>
                  </a:lnTo>
                  <a:lnTo>
                    <a:pt x="568" y="6303"/>
                  </a:lnTo>
                  <a:lnTo>
                    <a:pt x="568" y="6318"/>
                  </a:lnTo>
                  <a:lnTo>
                    <a:pt x="598" y="6333"/>
                  </a:lnTo>
                  <a:lnTo>
                    <a:pt x="672" y="6363"/>
                  </a:lnTo>
                  <a:lnTo>
                    <a:pt x="777" y="6378"/>
                  </a:lnTo>
                  <a:lnTo>
                    <a:pt x="1031" y="6408"/>
                  </a:lnTo>
                  <a:lnTo>
                    <a:pt x="1434" y="6468"/>
                  </a:lnTo>
                  <a:lnTo>
                    <a:pt x="1748" y="6557"/>
                  </a:lnTo>
                  <a:lnTo>
                    <a:pt x="1777" y="6587"/>
                  </a:lnTo>
                  <a:lnTo>
                    <a:pt x="1837" y="6662"/>
                  </a:lnTo>
                  <a:lnTo>
                    <a:pt x="2136" y="6886"/>
                  </a:lnTo>
                  <a:lnTo>
                    <a:pt x="2479" y="7140"/>
                  </a:lnTo>
                  <a:lnTo>
                    <a:pt x="2763" y="7334"/>
                  </a:lnTo>
                  <a:lnTo>
                    <a:pt x="2972" y="7438"/>
                  </a:lnTo>
                  <a:lnTo>
                    <a:pt x="3122" y="7513"/>
                  </a:lnTo>
                  <a:lnTo>
                    <a:pt x="3301" y="7588"/>
                  </a:lnTo>
                  <a:lnTo>
                    <a:pt x="3435" y="7707"/>
                  </a:lnTo>
                  <a:lnTo>
                    <a:pt x="3809" y="8051"/>
                  </a:lnTo>
                  <a:lnTo>
                    <a:pt x="4824" y="8917"/>
                  </a:lnTo>
                  <a:lnTo>
                    <a:pt x="5810" y="9723"/>
                  </a:lnTo>
                  <a:lnTo>
                    <a:pt x="6064" y="9903"/>
                  </a:lnTo>
                  <a:lnTo>
                    <a:pt x="6198" y="9933"/>
                  </a:lnTo>
                  <a:lnTo>
                    <a:pt x="7692" y="10052"/>
                  </a:lnTo>
                  <a:lnTo>
                    <a:pt x="7841" y="9798"/>
                  </a:lnTo>
                  <a:lnTo>
                    <a:pt x="7990" y="9529"/>
                  </a:lnTo>
                  <a:lnTo>
                    <a:pt x="8050" y="9410"/>
                  </a:lnTo>
                  <a:lnTo>
                    <a:pt x="8095" y="9275"/>
                  </a:lnTo>
                  <a:lnTo>
                    <a:pt x="8140" y="9081"/>
                  </a:lnTo>
                  <a:lnTo>
                    <a:pt x="8229" y="8932"/>
                  </a:lnTo>
                  <a:lnTo>
                    <a:pt x="8364" y="8798"/>
                  </a:lnTo>
                  <a:lnTo>
                    <a:pt x="8513" y="8768"/>
                  </a:lnTo>
                  <a:lnTo>
                    <a:pt x="8662" y="8753"/>
                  </a:lnTo>
                  <a:lnTo>
                    <a:pt x="8767" y="8798"/>
                  </a:lnTo>
                  <a:lnTo>
                    <a:pt x="8782" y="8812"/>
                  </a:lnTo>
                  <a:lnTo>
                    <a:pt x="8797" y="8812"/>
                  </a:lnTo>
                  <a:lnTo>
                    <a:pt x="8812" y="8827"/>
                  </a:lnTo>
                  <a:lnTo>
                    <a:pt x="8827" y="8842"/>
                  </a:lnTo>
                  <a:lnTo>
                    <a:pt x="8857" y="8872"/>
                  </a:lnTo>
                  <a:lnTo>
                    <a:pt x="8857" y="8902"/>
                  </a:lnTo>
                  <a:lnTo>
                    <a:pt x="8886" y="8917"/>
                  </a:lnTo>
                  <a:lnTo>
                    <a:pt x="8931" y="8947"/>
                  </a:lnTo>
                  <a:lnTo>
                    <a:pt x="9021" y="8977"/>
                  </a:lnTo>
                  <a:lnTo>
                    <a:pt x="9096" y="9007"/>
                  </a:lnTo>
                  <a:lnTo>
                    <a:pt x="9200" y="9022"/>
                  </a:lnTo>
                  <a:lnTo>
                    <a:pt x="9305" y="9007"/>
                  </a:lnTo>
                  <a:lnTo>
                    <a:pt x="9409" y="8992"/>
                  </a:lnTo>
                  <a:lnTo>
                    <a:pt x="9484" y="8962"/>
                  </a:lnTo>
                  <a:lnTo>
                    <a:pt x="9469" y="8947"/>
                  </a:lnTo>
                  <a:lnTo>
                    <a:pt x="9454" y="8932"/>
                  </a:lnTo>
                  <a:lnTo>
                    <a:pt x="9439" y="8932"/>
                  </a:lnTo>
                  <a:lnTo>
                    <a:pt x="9439" y="8917"/>
                  </a:lnTo>
                  <a:lnTo>
                    <a:pt x="9320" y="8783"/>
                  </a:lnTo>
                  <a:lnTo>
                    <a:pt x="9170" y="8633"/>
                  </a:lnTo>
                  <a:lnTo>
                    <a:pt x="9096" y="8544"/>
                  </a:lnTo>
                  <a:lnTo>
                    <a:pt x="9051" y="8499"/>
                  </a:lnTo>
                  <a:lnTo>
                    <a:pt x="8991" y="8409"/>
                  </a:lnTo>
                  <a:lnTo>
                    <a:pt x="8946" y="8245"/>
                  </a:lnTo>
                  <a:lnTo>
                    <a:pt x="8916" y="8021"/>
                  </a:lnTo>
                  <a:lnTo>
                    <a:pt x="8901" y="7872"/>
                  </a:lnTo>
                  <a:lnTo>
                    <a:pt x="8901" y="7842"/>
                  </a:lnTo>
                  <a:lnTo>
                    <a:pt x="8886" y="7827"/>
                  </a:lnTo>
                  <a:lnTo>
                    <a:pt x="8827" y="7812"/>
                  </a:lnTo>
                  <a:lnTo>
                    <a:pt x="8767" y="7797"/>
                  </a:lnTo>
                  <a:lnTo>
                    <a:pt x="8692" y="7782"/>
                  </a:lnTo>
                  <a:lnTo>
                    <a:pt x="8618" y="7737"/>
                  </a:lnTo>
                  <a:lnTo>
                    <a:pt x="8558" y="7662"/>
                  </a:lnTo>
                  <a:lnTo>
                    <a:pt x="8528" y="7573"/>
                  </a:lnTo>
                  <a:lnTo>
                    <a:pt x="8513" y="7483"/>
                  </a:lnTo>
                  <a:lnTo>
                    <a:pt x="8513" y="7394"/>
                  </a:lnTo>
                  <a:lnTo>
                    <a:pt x="8498" y="7304"/>
                  </a:lnTo>
                  <a:lnTo>
                    <a:pt x="8513" y="7200"/>
                  </a:lnTo>
                  <a:lnTo>
                    <a:pt x="8528" y="7080"/>
                  </a:lnTo>
                  <a:lnTo>
                    <a:pt x="8573" y="6946"/>
                  </a:lnTo>
                  <a:lnTo>
                    <a:pt x="8618" y="6841"/>
                  </a:lnTo>
                  <a:lnTo>
                    <a:pt x="8618" y="6766"/>
                  </a:lnTo>
                  <a:lnTo>
                    <a:pt x="8573" y="6692"/>
                  </a:lnTo>
                  <a:lnTo>
                    <a:pt x="8468" y="6602"/>
                  </a:lnTo>
                  <a:lnTo>
                    <a:pt x="8364" y="6513"/>
                  </a:lnTo>
                  <a:lnTo>
                    <a:pt x="8289" y="6423"/>
                  </a:lnTo>
                  <a:lnTo>
                    <a:pt x="8214" y="6274"/>
                  </a:lnTo>
                  <a:lnTo>
                    <a:pt x="8170" y="6169"/>
                  </a:lnTo>
                  <a:lnTo>
                    <a:pt x="8155" y="6139"/>
                  </a:lnTo>
                  <a:lnTo>
                    <a:pt x="8155" y="6109"/>
                  </a:lnTo>
                  <a:lnTo>
                    <a:pt x="8125" y="6079"/>
                  </a:lnTo>
                  <a:lnTo>
                    <a:pt x="8080" y="6035"/>
                  </a:lnTo>
                  <a:lnTo>
                    <a:pt x="8035" y="6020"/>
                  </a:lnTo>
                  <a:lnTo>
                    <a:pt x="8005" y="6005"/>
                  </a:lnTo>
                  <a:lnTo>
                    <a:pt x="8005" y="6020"/>
                  </a:lnTo>
                  <a:lnTo>
                    <a:pt x="7990" y="6020"/>
                  </a:lnTo>
                  <a:lnTo>
                    <a:pt x="7946" y="6035"/>
                  </a:lnTo>
                  <a:lnTo>
                    <a:pt x="7856" y="6020"/>
                  </a:lnTo>
                  <a:lnTo>
                    <a:pt x="7766" y="5960"/>
                  </a:lnTo>
                  <a:lnTo>
                    <a:pt x="7677" y="5870"/>
                  </a:lnTo>
                  <a:lnTo>
                    <a:pt x="7572" y="5766"/>
                  </a:lnTo>
                  <a:lnTo>
                    <a:pt x="7468" y="5646"/>
                  </a:lnTo>
                  <a:lnTo>
                    <a:pt x="7393" y="5572"/>
                  </a:lnTo>
                  <a:lnTo>
                    <a:pt x="7318" y="5542"/>
                  </a:lnTo>
                  <a:lnTo>
                    <a:pt x="7229" y="5497"/>
                  </a:lnTo>
                  <a:lnTo>
                    <a:pt x="7124" y="5452"/>
                  </a:lnTo>
                  <a:lnTo>
                    <a:pt x="7005" y="5422"/>
                  </a:lnTo>
                  <a:lnTo>
                    <a:pt x="6885" y="5392"/>
                  </a:lnTo>
                  <a:lnTo>
                    <a:pt x="6840" y="5333"/>
                  </a:lnTo>
                  <a:lnTo>
                    <a:pt x="6796" y="5243"/>
                  </a:lnTo>
                  <a:lnTo>
                    <a:pt x="6825" y="5124"/>
                  </a:lnTo>
                  <a:lnTo>
                    <a:pt x="6840" y="5049"/>
                  </a:lnTo>
                  <a:lnTo>
                    <a:pt x="6840" y="4989"/>
                  </a:lnTo>
                  <a:lnTo>
                    <a:pt x="6810" y="4929"/>
                  </a:lnTo>
                  <a:lnTo>
                    <a:pt x="6766" y="4855"/>
                  </a:lnTo>
                  <a:lnTo>
                    <a:pt x="6706" y="4780"/>
                  </a:lnTo>
                  <a:lnTo>
                    <a:pt x="6616" y="4750"/>
                  </a:lnTo>
                  <a:lnTo>
                    <a:pt x="6572" y="4720"/>
                  </a:lnTo>
                  <a:lnTo>
                    <a:pt x="6527" y="4705"/>
                  </a:lnTo>
                  <a:lnTo>
                    <a:pt x="6392" y="4571"/>
                  </a:lnTo>
                  <a:lnTo>
                    <a:pt x="6168" y="4317"/>
                  </a:lnTo>
                  <a:lnTo>
                    <a:pt x="6153" y="4302"/>
                  </a:lnTo>
                  <a:lnTo>
                    <a:pt x="6123" y="4272"/>
                  </a:lnTo>
                  <a:lnTo>
                    <a:pt x="6094" y="4227"/>
                  </a:lnTo>
                  <a:lnTo>
                    <a:pt x="6019" y="4123"/>
                  </a:lnTo>
                  <a:lnTo>
                    <a:pt x="6049" y="3959"/>
                  </a:lnTo>
                  <a:lnTo>
                    <a:pt x="6109" y="3899"/>
                  </a:lnTo>
                  <a:lnTo>
                    <a:pt x="6123" y="3884"/>
                  </a:lnTo>
                  <a:lnTo>
                    <a:pt x="6153" y="3839"/>
                  </a:lnTo>
                  <a:lnTo>
                    <a:pt x="6123" y="3794"/>
                  </a:lnTo>
                  <a:lnTo>
                    <a:pt x="6123" y="3779"/>
                  </a:lnTo>
                  <a:lnTo>
                    <a:pt x="6109" y="3750"/>
                  </a:lnTo>
                  <a:lnTo>
                    <a:pt x="6079" y="3720"/>
                  </a:lnTo>
                  <a:lnTo>
                    <a:pt x="6064" y="3690"/>
                  </a:lnTo>
                  <a:lnTo>
                    <a:pt x="6019" y="3645"/>
                  </a:lnTo>
                  <a:lnTo>
                    <a:pt x="6004" y="3540"/>
                  </a:lnTo>
                  <a:lnTo>
                    <a:pt x="6034" y="3466"/>
                  </a:lnTo>
                  <a:lnTo>
                    <a:pt x="6064" y="3421"/>
                  </a:lnTo>
                  <a:lnTo>
                    <a:pt x="6123" y="3376"/>
                  </a:lnTo>
                  <a:lnTo>
                    <a:pt x="6198" y="3361"/>
                  </a:lnTo>
                  <a:lnTo>
                    <a:pt x="6213" y="3361"/>
                  </a:lnTo>
                  <a:lnTo>
                    <a:pt x="6198" y="3346"/>
                  </a:lnTo>
                  <a:lnTo>
                    <a:pt x="6198" y="3316"/>
                  </a:lnTo>
                  <a:lnTo>
                    <a:pt x="6183" y="3287"/>
                  </a:lnTo>
                  <a:lnTo>
                    <a:pt x="6168" y="3197"/>
                  </a:lnTo>
                  <a:lnTo>
                    <a:pt x="6183" y="3092"/>
                  </a:lnTo>
                  <a:lnTo>
                    <a:pt x="6213" y="3003"/>
                  </a:lnTo>
                  <a:lnTo>
                    <a:pt x="6258" y="2913"/>
                  </a:lnTo>
                  <a:lnTo>
                    <a:pt x="6303" y="2853"/>
                  </a:lnTo>
                  <a:lnTo>
                    <a:pt x="6348" y="2794"/>
                  </a:lnTo>
                  <a:lnTo>
                    <a:pt x="6407" y="2734"/>
                  </a:lnTo>
                  <a:lnTo>
                    <a:pt x="6452" y="2719"/>
                  </a:lnTo>
                  <a:lnTo>
                    <a:pt x="6512" y="2719"/>
                  </a:lnTo>
                  <a:lnTo>
                    <a:pt x="6542" y="2659"/>
                  </a:lnTo>
                  <a:lnTo>
                    <a:pt x="6527" y="2555"/>
                  </a:lnTo>
                  <a:lnTo>
                    <a:pt x="6437" y="2420"/>
                  </a:lnTo>
                  <a:lnTo>
                    <a:pt x="6377" y="2331"/>
                  </a:lnTo>
                  <a:lnTo>
                    <a:pt x="6333" y="2241"/>
                  </a:lnTo>
                  <a:lnTo>
                    <a:pt x="6318" y="2137"/>
                  </a:lnTo>
                  <a:lnTo>
                    <a:pt x="6467" y="1987"/>
                  </a:lnTo>
                  <a:lnTo>
                    <a:pt x="6557" y="1928"/>
                  </a:lnTo>
                  <a:lnTo>
                    <a:pt x="6452" y="1928"/>
                  </a:lnTo>
                  <a:lnTo>
                    <a:pt x="6348" y="1942"/>
                  </a:lnTo>
                  <a:lnTo>
                    <a:pt x="6303" y="1957"/>
                  </a:lnTo>
                  <a:lnTo>
                    <a:pt x="6273" y="1972"/>
                  </a:lnTo>
                  <a:lnTo>
                    <a:pt x="6213" y="1987"/>
                  </a:lnTo>
                  <a:lnTo>
                    <a:pt x="6138" y="1987"/>
                  </a:lnTo>
                  <a:lnTo>
                    <a:pt x="6079" y="1913"/>
                  </a:lnTo>
                  <a:lnTo>
                    <a:pt x="6064" y="1853"/>
                  </a:lnTo>
                  <a:lnTo>
                    <a:pt x="6049" y="1808"/>
                  </a:lnTo>
                  <a:lnTo>
                    <a:pt x="6019" y="1763"/>
                  </a:lnTo>
                  <a:lnTo>
                    <a:pt x="6004" y="1733"/>
                  </a:lnTo>
                  <a:lnTo>
                    <a:pt x="5944" y="1733"/>
                  </a:lnTo>
                  <a:lnTo>
                    <a:pt x="5870" y="1748"/>
                  </a:lnTo>
                  <a:lnTo>
                    <a:pt x="5780" y="1733"/>
                  </a:lnTo>
                  <a:lnTo>
                    <a:pt x="5690" y="1659"/>
                  </a:lnTo>
                  <a:lnTo>
                    <a:pt x="5631" y="1405"/>
                  </a:lnTo>
                  <a:lnTo>
                    <a:pt x="5616" y="1300"/>
                  </a:lnTo>
                  <a:lnTo>
                    <a:pt x="5616" y="1285"/>
                  </a:lnTo>
                  <a:lnTo>
                    <a:pt x="5616" y="1270"/>
                  </a:lnTo>
                  <a:lnTo>
                    <a:pt x="5571" y="1241"/>
                  </a:lnTo>
                  <a:lnTo>
                    <a:pt x="5511" y="1211"/>
                  </a:lnTo>
                  <a:lnTo>
                    <a:pt x="5466" y="1196"/>
                  </a:lnTo>
                  <a:lnTo>
                    <a:pt x="5436" y="1196"/>
                  </a:lnTo>
                  <a:lnTo>
                    <a:pt x="5377" y="1151"/>
                  </a:lnTo>
                  <a:lnTo>
                    <a:pt x="5347" y="957"/>
                  </a:lnTo>
                  <a:lnTo>
                    <a:pt x="5347" y="867"/>
                  </a:lnTo>
                  <a:lnTo>
                    <a:pt x="5347" y="822"/>
                  </a:lnTo>
                  <a:lnTo>
                    <a:pt x="5347" y="792"/>
                  </a:lnTo>
                  <a:lnTo>
                    <a:pt x="5332" y="778"/>
                  </a:lnTo>
                  <a:lnTo>
                    <a:pt x="5302" y="778"/>
                  </a:lnTo>
                  <a:lnTo>
                    <a:pt x="5227" y="763"/>
                  </a:lnTo>
                  <a:lnTo>
                    <a:pt x="5183" y="718"/>
                  </a:lnTo>
                  <a:lnTo>
                    <a:pt x="5153" y="628"/>
                  </a:lnTo>
                  <a:lnTo>
                    <a:pt x="5153" y="554"/>
                  </a:lnTo>
                  <a:lnTo>
                    <a:pt x="5168" y="509"/>
                  </a:lnTo>
                  <a:lnTo>
                    <a:pt x="5153" y="479"/>
                  </a:lnTo>
                  <a:lnTo>
                    <a:pt x="5123" y="419"/>
                  </a:lnTo>
                  <a:lnTo>
                    <a:pt x="5093" y="330"/>
                  </a:lnTo>
                  <a:lnTo>
                    <a:pt x="5078" y="300"/>
                  </a:lnTo>
                  <a:lnTo>
                    <a:pt x="5078" y="255"/>
                  </a:lnTo>
                  <a:lnTo>
                    <a:pt x="4974" y="255"/>
                  </a:lnTo>
                  <a:lnTo>
                    <a:pt x="4869" y="285"/>
                  </a:lnTo>
                  <a:lnTo>
                    <a:pt x="4794" y="330"/>
                  </a:lnTo>
                  <a:lnTo>
                    <a:pt x="4764" y="389"/>
                  </a:lnTo>
                  <a:lnTo>
                    <a:pt x="4764" y="404"/>
                  </a:lnTo>
                  <a:lnTo>
                    <a:pt x="4749" y="434"/>
                  </a:lnTo>
                  <a:lnTo>
                    <a:pt x="4720" y="479"/>
                  </a:lnTo>
                  <a:lnTo>
                    <a:pt x="4675" y="494"/>
                  </a:lnTo>
                  <a:lnTo>
                    <a:pt x="4645" y="509"/>
                  </a:lnTo>
                  <a:lnTo>
                    <a:pt x="4600" y="494"/>
                  </a:lnTo>
                  <a:lnTo>
                    <a:pt x="4570" y="479"/>
                  </a:lnTo>
                  <a:lnTo>
                    <a:pt x="4525" y="449"/>
                  </a:lnTo>
                  <a:lnTo>
                    <a:pt x="4481" y="404"/>
                  </a:lnTo>
                  <a:lnTo>
                    <a:pt x="4466" y="344"/>
                  </a:lnTo>
                  <a:lnTo>
                    <a:pt x="4481" y="300"/>
                  </a:lnTo>
                  <a:lnTo>
                    <a:pt x="4496" y="255"/>
                  </a:lnTo>
                  <a:lnTo>
                    <a:pt x="4511" y="195"/>
                  </a:lnTo>
                  <a:lnTo>
                    <a:pt x="4496" y="135"/>
                  </a:lnTo>
                  <a:lnTo>
                    <a:pt x="4481" y="91"/>
                  </a:lnTo>
                  <a:lnTo>
                    <a:pt x="4421" y="61"/>
                  </a:lnTo>
                  <a:lnTo>
                    <a:pt x="4376" y="46"/>
                  </a:lnTo>
                  <a:lnTo>
                    <a:pt x="4331" y="61"/>
                  </a:lnTo>
                  <a:lnTo>
                    <a:pt x="4316" y="120"/>
                  </a:lnTo>
                  <a:lnTo>
                    <a:pt x="4287" y="180"/>
                  </a:lnTo>
                  <a:lnTo>
                    <a:pt x="4242" y="225"/>
                  </a:lnTo>
                  <a:lnTo>
                    <a:pt x="4152" y="270"/>
                  </a:lnTo>
                  <a:lnTo>
                    <a:pt x="4077" y="240"/>
                  </a:lnTo>
                  <a:lnTo>
                    <a:pt x="4033" y="225"/>
                  </a:lnTo>
                  <a:lnTo>
                    <a:pt x="3883" y="225"/>
                  </a:lnTo>
                  <a:lnTo>
                    <a:pt x="3809" y="195"/>
                  </a:lnTo>
                  <a:lnTo>
                    <a:pt x="3734" y="165"/>
                  </a:lnTo>
                  <a:lnTo>
                    <a:pt x="3689" y="105"/>
                  </a:lnTo>
                  <a:lnTo>
                    <a:pt x="3644" y="61"/>
                  </a:lnTo>
                  <a:lnTo>
                    <a:pt x="3600" y="31"/>
                  </a:lnTo>
                  <a:lnTo>
                    <a:pt x="3555" y="1"/>
                  </a:lnTo>
                  <a:close/>
                </a:path>
              </a:pathLst>
            </a:custGeom>
            <a:solidFill>
              <a:srgbClr val="FCA2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62"/>
            <p:cNvSpPr/>
            <p:nvPr/>
          </p:nvSpPr>
          <p:spPr>
            <a:xfrm>
              <a:off x="2998650" y="2379750"/>
              <a:ext cx="237100" cy="251325"/>
            </a:xfrm>
            <a:custGeom>
              <a:rect b="b" l="l" r="r" t="t"/>
              <a:pathLst>
                <a:path extrusionOk="0" fill="none" h="10053" w="9484">
                  <a:moveTo>
                    <a:pt x="9439" y="8917"/>
                  </a:moveTo>
                  <a:lnTo>
                    <a:pt x="9320" y="8783"/>
                  </a:lnTo>
                  <a:lnTo>
                    <a:pt x="9170" y="8633"/>
                  </a:lnTo>
                  <a:lnTo>
                    <a:pt x="9096" y="8544"/>
                  </a:lnTo>
                  <a:lnTo>
                    <a:pt x="9051" y="8499"/>
                  </a:lnTo>
                  <a:lnTo>
                    <a:pt x="8991" y="8409"/>
                  </a:lnTo>
                  <a:lnTo>
                    <a:pt x="8946" y="8245"/>
                  </a:lnTo>
                  <a:lnTo>
                    <a:pt x="8916" y="8021"/>
                  </a:lnTo>
                  <a:lnTo>
                    <a:pt x="8901" y="7872"/>
                  </a:lnTo>
                  <a:lnTo>
                    <a:pt x="8901" y="7842"/>
                  </a:lnTo>
                  <a:lnTo>
                    <a:pt x="8886" y="7827"/>
                  </a:lnTo>
                  <a:lnTo>
                    <a:pt x="8827" y="7812"/>
                  </a:lnTo>
                  <a:lnTo>
                    <a:pt x="8767" y="7797"/>
                  </a:lnTo>
                  <a:lnTo>
                    <a:pt x="8692" y="7782"/>
                  </a:lnTo>
                  <a:lnTo>
                    <a:pt x="8618" y="7737"/>
                  </a:lnTo>
                  <a:lnTo>
                    <a:pt x="8558" y="7662"/>
                  </a:lnTo>
                  <a:lnTo>
                    <a:pt x="8528" y="7573"/>
                  </a:lnTo>
                  <a:lnTo>
                    <a:pt x="8513" y="7483"/>
                  </a:lnTo>
                  <a:lnTo>
                    <a:pt x="8513" y="7394"/>
                  </a:lnTo>
                  <a:lnTo>
                    <a:pt x="8498" y="7304"/>
                  </a:lnTo>
                  <a:lnTo>
                    <a:pt x="8513" y="7200"/>
                  </a:lnTo>
                  <a:lnTo>
                    <a:pt x="8528" y="7080"/>
                  </a:lnTo>
                  <a:lnTo>
                    <a:pt x="8573" y="6946"/>
                  </a:lnTo>
                  <a:lnTo>
                    <a:pt x="8618" y="6841"/>
                  </a:lnTo>
                  <a:lnTo>
                    <a:pt x="8618" y="6766"/>
                  </a:lnTo>
                  <a:lnTo>
                    <a:pt x="8573" y="6692"/>
                  </a:lnTo>
                  <a:lnTo>
                    <a:pt x="8468" y="6602"/>
                  </a:lnTo>
                  <a:lnTo>
                    <a:pt x="8364" y="6513"/>
                  </a:lnTo>
                  <a:lnTo>
                    <a:pt x="8289" y="6423"/>
                  </a:lnTo>
                  <a:lnTo>
                    <a:pt x="8214" y="6274"/>
                  </a:lnTo>
                  <a:lnTo>
                    <a:pt x="8170" y="6169"/>
                  </a:lnTo>
                  <a:lnTo>
                    <a:pt x="8155" y="6139"/>
                  </a:lnTo>
                  <a:lnTo>
                    <a:pt x="8155" y="6109"/>
                  </a:lnTo>
                  <a:lnTo>
                    <a:pt x="8125" y="6079"/>
                  </a:lnTo>
                  <a:lnTo>
                    <a:pt x="8080" y="6035"/>
                  </a:lnTo>
                  <a:lnTo>
                    <a:pt x="8035" y="6020"/>
                  </a:lnTo>
                  <a:lnTo>
                    <a:pt x="8005" y="6005"/>
                  </a:lnTo>
                  <a:lnTo>
                    <a:pt x="8005" y="6020"/>
                  </a:lnTo>
                  <a:lnTo>
                    <a:pt x="7990" y="6020"/>
                  </a:lnTo>
                  <a:lnTo>
                    <a:pt x="7946" y="6035"/>
                  </a:lnTo>
                  <a:lnTo>
                    <a:pt x="7856" y="6020"/>
                  </a:lnTo>
                  <a:lnTo>
                    <a:pt x="7766" y="5960"/>
                  </a:lnTo>
                  <a:lnTo>
                    <a:pt x="7677" y="5870"/>
                  </a:lnTo>
                  <a:lnTo>
                    <a:pt x="7572" y="5766"/>
                  </a:lnTo>
                  <a:lnTo>
                    <a:pt x="7468" y="5646"/>
                  </a:lnTo>
                  <a:lnTo>
                    <a:pt x="7393" y="5572"/>
                  </a:lnTo>
                  <a:lnTo>
                    <a:pt x="7318" y="5542"/>
                  </a:lnTo>
                  <a:lnTo>
                    <a:pt x="7229" y="5497"/>
                  </a:lnTo>
                  <a:lnTo>
                    <a:pt x="7124" y="5452"/>
                  </a:lnTo>
                  <a:lnTo>
                    <a:pt x="7005" y="5422"/>
                  </a:lnTo>
                  <a:lnTo>
                    <a:pt x="6885" y="5392"/>
                  </a:lnTo>
                  <a:lnTo>
                    <a:pt x="6840" y="5333"/>
                  </a:lnTo>
                  <a:lnTo>
                    <a:pt x="6796" y="5243"/>
                  </a:lnTo>
                  <a:lnTo>
                    <a:pt x="6825" y="5124"/>
                  </a:lnTo>
                  <a:lnTo>
                    <a:pt x="6840" y="5049"/>
                  </a:lnTo>
                  <a:lnTo>
                    <a:pt x="6840" y="4989"/>
                  </a:lnTo>
                  <a:lnTo>
                    <a:pt x="6810" y="4929"/>
                  </a:lnTo>
                  <a:lnTo>
                    <a:pt x="6766" y="4855"/>
                  </a:lnTo>
                  <a:lnTo>
                    <a:pt x="6706" y="4780"/>
                  </a:lnTo>
                  <a:lnTo>
                    <a:pt x="6616" y="4750"/>
                  </a:lnTo>
                  <a:lnTo>
                    <a:pt x="6572" y="4720"/>
                  </a:lnTo>
                  <a:lnTo>
                    <a:pt x="6527" y="4705"/>
                  </a:lnTo>
                  <a:lnTo>
                    <a:pt x="6392" y="4571"/>
                  </a:lnTo>
                  <a:lnTo>
                    <a:pt x="6168" y="4317"/>
                  </a:lnTo>
                  <a:lnTo>
                    <a:pt x="6153" y="4302"/>
                  </a:lnTo>
                  <a:lnTo>
                    <a:pt x="6123" y="4272"/>
                  </a:lnTo>
                  <a:lnTo>
                    <a:pt x="6094" y="4227"/>
                  </a:lnTo>
                  <a:lnTo>
                    <a:pt x="6019" y="4123"/>
                  </a:lnTo>
                  <a:lnTo>
                    <a:pt x="6049" y="3959"/>
                  </a:lnTo>
                  <a:lnTo>
                    <a:pt x="6109" y="3899"/>
                  </a:lnTo>
                  <a:lnTo>
                    <a:pt x="6123" y="3884"/>
                  </a:lnTo>
                  <a:lnTo>
                    <a:pt x="6123" y="3884"/>
                  </a:lnTo>
                  <a:lnTo>
                    <a:pt x="6153" y="3839"/>
                  </a:lnTo>
                  <a:lnTo>
                    <a:pt x="6123" y="3794"/>
                  </a:lnTo>
                  <a:lnTo>
                    <a:pt x="6123" y="3779"/>
                  </a:lnTo>
                  <a:lnTo>
                    <a:pt x="6109" y="3750"/>
                  </a:lnTo>
                  <a:lnTo>
                    <a:pt x="6079" y="3720"/>
                  </a:lnTo>
                  <a:lnTo>
                    <a:pt x="6064" y="3690"/>
                  </a:lnTo>
                  <a:lnTo>
                    <a:pt x="6019" y="3645"/>
                  </a:lnTo>
                  <a:lnTo>
                    <a:pt x="6004" y="3540"/>
                  </a:lnTo>
                  <a:lnTo>
                    <a:pt x="6034" y="3466"/>
                  </a:lnTo>
                  <a:lnTo>
                    <a:pt x="6064" y="3421"/>
                  </a:lnTo>
                  <a:lnTo>
                    <a:pt x="6123" y="3376"/>
                  </a:lnTo>
                  <a:lnTo>
                    <a:pt x="6198" y="3361"/>
                  </a:lnTo>
                  <a:lnTo>
                    <a:pt x="6198" y="3361"/>
                  </a:lnTo>
                  <a:lnTo>
                    <a:pt x="6213" y="3361"/>
                  </a:lnTo>
                  <a:lnTo>
                    <a:pt x="6198" y="3346"/>
                  </a:lnTo>
                  <a:lnTo>
                    <a:pt x="6198" y="3316"/>
                  </a:lnTo>
                  <a:lnTo>
                    <a:pt x="6183" y="3287"/>
                  </a:lnTo>
                  <a:lnTo>
                    <a:pt x="6168" y="3197"/>
                  </a:lnTo>
                  <a:lnTo>
                    <a:pt x="6183" y="3092"/>
                  </a:lnTo>
                  <a:lnTo>
                    <a:pt x="6213" y="3003"/>
                  </a:lnTo>
                  <a:lnTo>
                    <a:pt x="6258" y="2913"/>
                  </a:lnTo>
                  <a:lnTo>
                    <a:pt x="6303" y="2853"/>
                  </a:lnTo>
                  <a:lnTo>
                    <a:pt x="6348" y="2794"/>
                  </a:lnTo>
                  <a:lnTo>
                    <a:pt x="6407" y="2734"/>
                  </a:lnTo>
                  <a:lnTo>
                    <a:pt x="6452" y="2719"/>
                  </a:lnTo>
                  <a:lnTo>
                    <a:pt x="6467" y="2719"/>
                  </a:lnTo>
                  <a:lnTo>
                    <a:pt x="6512" y="2719"/>
                  </a:lnTo>
                  <a:lnTo>
                    <a:pt x="6542" y="2659"/>
                  </a:lnTo>
                  <a:lnTo>
                    <a:pt x="6527" y="2555"/>
                  </a:lnTo>
                  <a:lnTo>
                    <a:pt x="6437" y="2420"/>
                  </a:lnTo>
                  <a:lnTo>
                    <a:pt x="6377" y="2331"/>
                  </a:lnTo>
                  <a:lnTo>
                    <a:pt x="6333" y="2241"/>
                  </a:lnTo>
                  <a:lnTo>
                    <a:pt x="6318" y="2137"/>
                  </a:lnTo>
                  <a:lnTo>
                    <a:pt x="6467" y="1987"/>
                  </a:lnTo>
                  <a:lnTo>
                    <a:pt x="6557" y="1928"/>
                  </a:lnTo>
                  <a:lnTo>
                    <a:pt x="6512" y="1928"/>
                  </a:lnTo>
                  <a:lnTo>
                    <a:pt x="6452" y="1928"/>
                  </a:lnTo>
                  <a:lnTo>
                    <a:pt x="6348" y="1942"/>
                  </a:lnTo>
                  <a:lnTo>
                    <a:pt x="6303" y="1957"/>
                  </a:lnTo>
                  <a:lnTo>
                    <a:pt x="6273" y="1972"/>
                  </a:lnTo>
                  <a:lnTo>
                    <a:pt x="6213" y="1987"/>
                  </a:lnTo>
                  <a:lnTo>
                    <a:pt x="6138" y="1987"/>
                  </a:lnTo>
                  <a:lnTo>
                    <a:pt x="6079" y="1913"/>
                  </a:lnTo>
                  <a:lnTo>
                    <a:pt x="6064" y="1853"/>
                  </a:lnTo>
                  <a:lnTo>
                    <a:pt x="6049" y="1808"/>
                  </a:lnTo>
                  <a:lnTo>
                    <a:pt x="6019" y="1763"/>
                  </a:lnTo>
                  <a:lnTo>
                    <a:pt x="6004" y="1733"/>
                  </a:lnTo>
                  <a:lnTo>
                    <a:pt x="5944" y="1733"/>
                  </a:lnTo>
                  <a:lnTo>
                    <a:pt x="5870" y="1748"/>
                  </a:lnTo>
                  <a:lnTo>
                    <a:pt x="5780" y="1733"/>
                  </a:lnTo>
                  <a:lnTo>
                    <a:pt x="5690" y="1659"/>
                  </a:lnTo>
                  <a:lnTo>
                    <a:pt x="5631" y="1405"/>
                  </a:lnTo>
                  <a:lnTo>
                    <a:pt x="5616" y="1300"/>
                  </a:lnTo>
                  <a:lnTo>
                    <a:pt x="5616" y="1285"/>
                  </a:lnTo>
                  <a:lnTo>
                    <a:pt x="5616" y="1270"/>
                  </a:lnTo>
                  <a:lnTo>
                    <a:pt x="5571" y="1241"/>
                  </a:lnTo>
                  <a:lnTo>
                    <a:pt x="5511" y="1211"/>
                  </a:lnTo>
                  <a:lnTo>
                    <a:pt x="5466" y="1196"/>
                  </a:lnTo>
                  <a:lnTo>
                    <a:pt x="5436" y="1196"/>
                  </a:lnTo>
                  <a:lnTo>
                    <a:pt x="5377" y="1151"/>
                  </a:lnTo>
                  <a:lnTo>
                    <a:pt x="5347" y="957"/>
                  </a:lnTo>
                  <a:lnTo>
                    <a:pt x="5347" y="867"/>
                  </a:lnTo>
                  <a:lnTo>
                    <a:pt x="5347" y="822"/>
                  </a:lnTo>
                  <a:lnTo>
                    <a:pt x="5347" y="792"/>
                  </a:lnTo>
                  <a:lnTo>
                    <a:pt x="5332" y="778"/>
                  </a:lnTo>
                  <a:lnTo>
                    <a:pt x="5302" y="778"/>
                  </a:lnTo>
                  <a:lnTo>
                    <a:pt x="5227" y="763"/>
                  </a:lnTo>
                  <a:lnTo>
                    <a:pt x="5183" y="718"/>
                  </a:lnTo>
                  <a:lnTo>
                    <a:pt x="5153" y="628"/>
                  </a:lnTo>
                  <a:lnTo>
                    <a:pt x="5153" y="554"/>
                  </a:lnTo>
                  <a:lnTo>
                    <a:pt x="5168" y="509"/>
                  </a:lnTo>
                  <a:lnTo>
                    <a:pt x="5153" y="479"/>
                  </a:lnTo>
                  <a:lnTo>
                    <a:pt x="5123" y="419"/>
                  </a:lnTo>
                  <a:lnTo>
                    <a:pt x="5093" y="330"/>
                  </a:lnTo>
                  <a:lnTo>
                    <a:pt x="5078" y="300"/>
                  </a:lnTo>
                  <a:lnTo>
                    <a:pt x="5078" y="255"/>
                  </a:lnTo>
                  <a:lnTo>
                    <a:pt x="4974" y="255"/>
                  </a:lnTo>
                  <a:lnTo>
                    <a:pt x="4869" y="285"/>
                  </a:lnTo>
                  <a:lnTo>
                    <a:pt x="4794" y="330"/>
                  </a:lnTo>
                  <a:lnTo>
                    <a:pt x="4764" y="389"/>
                  </a:lnTo>
                  <a:lnTo>
                    <a:pt x="4764" y="404"/>
                  </a:lnTo>
                  <a:lnTo>
                    <a:pt x="4749" y="434"/>
                  </a:lnTo>
                  <a:lnTo>
                    <a:pt x="4720" y="479"/>
                  </a:lnTo>
                  <a:lnTo>
                    <a:pt x="4675" y="494"/>
                  </a:lnTo>
                  <a:lnTo>
                    <a:pt x="4645" y="509"/>
                  </a:lnTo>
                  <a:lnTo>
                    <a:pt x="4600" y="494"/>
                  </a:lnTo>
                  <a:lnTo>
                    <a:pt x="4570" y="479"/>
                  </a:lnTo>
                  <a:lnTo>
                    <a:pt x="4525" y="449"/>
                  </a:lnTo>
                  <a:lnTo>
                    <a:pt x="4481" y="404"/>
                  </a:lnTo>
                  <a:lnTo>
                    <a:pt x="4466" y="344"/>
                  </a:lnTo>
                  <a:lnTo>
                    <a:pt x="4481" y="300"/>
                  </a:lnTo>
                  <a:lnTo>
                    <a:pt x="4496" y="255"/>
                  </a:lnTo>
                  <a:lnTo>
                    <a:pt x="4511" y="195"/>
                  </a:lnTo>
                  <a:lnTo>
                    <a:pt x="4496" y="135"/>
                  </a:lnTo>
                  <a:lnTo>
                    <a:pt x="4481" y="91"/>
                  </a:lnTo>
                  <a:lnTo>
                    <a:pt x="4421" y="61"/>
                  </a:lnTo>
                  <a:lnTo>
                    <a:pt x="4376" y="46"/>
                  </a:lnTo>
                  <a:lnTo>
                    <a:pt x="4331" y="61"/>
                  </a:lnTo>
                  <a:lnTo>
                    <a:pt x="4316" y="120"/>
                  </a:lnTo>
                  <a:lnTo>
                    <a:pt x="4287" y="180"/>
                  </a:lnTo>
                  <a:lnTo>
                    <a:pt x="4242" y="225"/>
                  </a:lnTo>
                  <a:lnTo>
                    <a:pt x="4152" y="270"/>
                  </a:lnTo>
                  <a:lnTo>
                    <a:pt x="4077" y="240"/>
                  </a:lnTo>
                  <a:lnTo>
                    <a:pt x="4033" y="225"/>
                  </a:lnTo>
                  <a:lnTo>
                    <a:pt x="3973" y="225"/>
                  </a:lnTo>
                  <a:lnTo>
                    <a:pt x="3883" y="225"/>
                  </a:lnTo>
                  <a:lnTo>
                    <a:pt x="3809" y="195"/>
                  </a:lnTo>
                  <a:lnTo>
                    <a:pt x="3734" y="165"/>
                  </a:lnTo>
                  <a:lnTo>
                    <a:pt x="3689" y="105"/>
                  </a:lnTo>
                  <a:lnTo>
                    <a:pt x="3644" y="61"/>
                  </a:lnTo>
                  <a:lnTo>
                    <a:pt x="3600" y="31"/>
                  </a:lnTo>
                  <a:lnTo>
                    <a:pt x="3555" y="1"/>
                  </a:lnTo>
                  <a:lnTo>
                    <a:pt x="3525" y="16"/>
                  </a:lnTo>
                  <a:lnTo>
                    <a:pt x="3510" y="16"/>
                  </a:lnTo>
                  <a:lnTo>
                    <a:pt x="3495" y="46"/>
                  </a:lnTo>
                  <a:lnTo>
                    <a:pt x="3450" y="120"/>
                  </a:lnTo>
                  <a:lnTo>
                    <a:pt x="3331" y="135"/>
                  </a:lnTo>
                  <a:lnTo>
                    <a:pt x="3256" y="91"/>
                  </a:lnTo>
                  <a:lnTo>
                    <a:pt x="3241" y="31"/>
                  </a:lnTo>
                  <a:lnTo>
                    <a:pt x="3226" y="31"/>
                  </a:lnTo>
                  <a:lnTo>
                    <a:pt x="3226" y="16"/>
                  </a:lnTo>
                  <a:lnTo>
                    <a:pt x="3211" y="16"/>
                  </a:lnTo>
                  <a:lnTo>
                    <a:pt x="3181" y="46"/>
                  </a:lnTo>
                  <a:lnTo>
                    <a:pt x="3107" y="91"/>
                  </a:lnTo>
                  <a:lnTo>
                    <a:pt x="3107" y="120"/>
                  </a:lnTo>
                  <a:lnTo>
                    <a:pt x="3107" y="180"/>
                  </a:lnTo>
                  <a:lnTo>
                    <a:pt x="3047" y="285"/>
                  </a:lnTo>
                  <a:lnTo>
                    <a:pt x="3002" y="344"/>
                  </a:lnTo>
                  <a:lnTo>
                    <a:pt x="2942" y="359"/>
                  </a:lnTo>
                  <a:lnTo>
                    <a:pt x="2942" y="359"/>
                  </a:lnTo>
                  <a:lnTo>
                    <a:pt x="2927" y="359"/>
                  </a:lnTo>
                  <a:lnTo>
                    <a:pt x="2644" y="688"/>
                  </a:lnTo>
                  <a:lnTo>
                    <a:pt x="2450" y="942"/>
                  </a:lnTo>
                  <a:lnTo>
                    <a:pt x="2390" y="1017"/>
                  </a:lnTo>
                  <a:lnTo>
                    <a:pt x="2240" y="1076"/>
                  </a:lnTo>
                  <a:lnTo>
                    <a:pt x="2166" y="1076"/>
                  </a:lnTo>
                  <a:lnTo>
                    <a:pt x="2076" y="1091"/>
                  </a:lnTo>
                  <a:lnTo>
                    <a:pt x="2016" y="1196"/>
                  </a:lnTo>
                  <a:lnTo>
                    <a:pt x="2001" y="1330"/>
                  </a:lnTo>
                  <a:lnTo>
                    <a:pt x="2001" y="1360"/>
                  </a:lnTo>
                  <a:lnTo>
                    <a:pt x="1987" y="1539"/>
                  </a:lnTo>
                  <a:lnTo>
                    <a:pt x="2031" y="1629"/>
                  </a:lnTo>
                  <a:lnTo>
                    <a:pt x="2031" y="1644"/>
                  </a:lnTo>
                  <a:lnTo>
                    <a:pt x="2046" y="1644"/>
                  </a:lnTo>
                  <a:lnTo>
                    <a:pt x="2121" y="1778"/>
                  </a:lnTo>
                  <a:lnTo>
                    <a:pt x="2151" y="1957"/>
                  </a:lnTo>
                  <a:lnTo>
                    <a:pt x="2166" y="2196"/>
                  </a:lnTo>
                  <a:lnTo>
                    <a:pt x="2136" y="2391"/>
                  </a:lnTo>
                  <a:lnTo>
                    <a:pt x="2121" y="2420"/>
                  </a:lnTo>
                  <a:lnTo>
                    <a:pt x="2121" y="2450"/>
                  </a:lnTo>
                  <a:lnTo>
                    <a:pt x="2091" y="2540"/>
                  </a:lnTo>
                  <a:lnTo>
                    <a:pt x="2061" y="2719"/>
                  </a:lnTo>
                  <a:lnTo>
                    <a:pt x="2091" y="2839"/>
                  </a:lnTo>
                  <a:lnTo>
                    <a:pt x="2136" y="2973"/>
                  </a:lnTo>
                  <a:lnTo>
                    <a:pt x="2121" y="3182"/>
                  </a:lnTo>
                  <a:lnTo>
                    <a:pt x="2076" y="3287"/>
                  </a:lnTo>
                  <a:lnTo>
                    <a:pt x="2046" y="3361"/>
                  </a:lnTo>
                  <a:lnTo>
                    <a:pt x="2031" y="3436"/>
                  </a:lnTo>
                  <a:lnTo>
                    <a:pt x="1957" y="3585"/>
                  </a:lnTo>
                  <a:lnTo>
                    <a:pt x="1777" y="3720"/>
                  </a:lnTo>
                  <a:lnTo>
                    <a:pt x="1658" y="3779"/>
                  </a:lnTo>
                  <a:lnTo>
                    <a:pt x="1583" y="3809"/>
                  </a:lnTo>
                  <a:lnTo>
                    <a:pt x="1479" y="3854"/>
                  </a:lnTo>
                  <a:lnTo>
                    <a:pt x="1300" y="3944"/>
                  </a:lnTo>
                  <a:lnTo>
                    <a:pt x="1225" y="3989"/>
                  </a:lnTo>
                  <a:lnTo>
                    <a:pt x="1135" y="4048"/>
                  </a:lnTo>
                  <a:lnTo>
                    <a:pt x="956" y="4153"/>
                  </a:lnTo>
                  <a:lnTo>
                    <a:pt x="508" y="4452"/>
                  </a:lnTo>
                  <a:lnTo>
                    <a:pt x="389" y="4571"/>
                  </a:lnTo>
                  <a:lnTo>
                    <a:pt x="389" y="4586"/>
                  </a:lnTo>
                  <a:lnTo>
                    <a:pt x="299" y="4646"/>
                  </a:lnTo>
                  <a:lnTo>
                    <a:pt x="0" y="4855"/>
                  </a:lnTo>
                  <a:lnTo>
                    <a:pt x="239" y="5497"/>
                  </a:lnTo>
                  <a:lnTo>
                    <a:pt x="344" y="5855"/>
                  </a:lnTo>
                  <a:lnTo>
                    <a:pt x="329" y="5930"/>
                  </a:lnTo>
                  <a:lnTo>
                    <a:pt x="299" y="5975"/>
                  </a:lnTo>
                  <a:lnTo>
                    <a:pt x="269" y="6020"/>
                  </a:lnTo>
                  <a:lnTo>
                    <a:pt x="269" y="6035"/>
                  </a:lnTo>
                  <a:lnTo>
                    <a:pt x="269" y="6035"/>
                  </a:lnTo>
                  <a:lnTo>
                    <a:pt x="329" y="6064"/>
                  </a:lnTo>
                  <a:lnTo>
                    <a:pt x="389" y="6064"/>
                  </a:lnTo>
                  <a:lnTo>
                    <a:pt x="418" y="6064"/>
                  </a:lnTo>
                  <a:lnTo>
                    <a:pt x="448" y="6050"/>
                  </a:lnTo>
                  <a:lnTo>
                    <a:pt x="493" y="6050"/>
                  </a:lnTo>
                  <a:lnTo>
                    <a:pt x="523" y="6064"/>
                  </a:lnTo>
                  <a:lnTo>
                    <a:pt x="553" y="6094"/>
                  </a:lnTo>
                  <a:lnTo>
                    <a:pt x="583" y="6124"/>
                  </a:lnTo>
                  <a:lnTo>
                    <a:pt x="583" y="6154"/>
                  </a:lnTo>
                  <a:lnTo>
                    <a:pt x="598" y="6214"/>
                  </a:lnTo>
                  <a:lnTo>
                    <a:pt x="568" y="6288"/>
                  </a:lnTo>
                  <a:lnTo>
                    <a:pt x="568" y="6288"/>
                  </a:lnTo>
                  <a:lnTo>
                    <a:pt x="568" y="6303"/>
                  </a:lnTo>
                  <a:lnTo>
                    <a:pt x="568" y="6303"/>
                  </a:lnTo>
                  <a:lnTo>
                    <a:pt x="568" y="6303"/>
                  </a:lnTo>
                  <a:lnTo>
                    <a:pt x="568" y="6318"/>
                  </a:lnTo>
                  <a:lnTo>
                    <a:pt x="598" y="6333"/>
                  </a:lnTo>
                  <a:lnTo>
                    <a:pt x="672" y="6363"/>
                  </a:lnTo>
                  <a:lnTo>
                    <a:pt x="777" y="6378"/>
                  </a:lnTo>
                  <a:lnTo>
                    <a:pt x="1031" y="6408"/>
                  </a:lnTo>
                  <a:lnTo>
                    <a:pt x="1434" y="6468"/>
                  </a:lnTo>
                  <a:lnTo>
                    <a:pt x="1748" y="6557"/>
                  </a:lnTo>
                  <a:lnTo>
                    <a:pt x="1777" y="6587"/>
                  </a:lnTo>
                  <a:lnTo>
                    <a:pt x="1837" y="6662"/>
                  </a:lnTo>
                  <a:lnTo>
                    <a:pt x="2136" y="6886"/>
                  </a:lnTo>
                  <a:lnTo>
                    <a:pt x="2479" y="7140"/>
                  </a:lnTo>
                  <a:lnTo>
                    <a:pt x="2763" y="7334"/>
                  </a:lnTo>
                  <a:lnTo>
                    <a:pt x="2972" y="7438"/>
                  </a:lnTo>
                  <a:lnTo>
                    <a:pt x="3122" y="7513"/>
                  </a:lnTo>
                  <a:lnTo>
                    <a:pt x="3301" y="7588"/>
                  </a:lnTo>
                  <a:lnTo>
                    <a:pt x="3435" y="7707"/>
                  </a:lnTo>
                  <a:lnTo>
                    <a:pt x="3809" y="8051"/>
                  </a:lnTo>
                  <a:lnTo>
                    <a:pt x="4824" y="8917"/>
                  </a:lnTo>
                  <a:lnTo>
                    <a:pt x="5810" y="9723"/>
                  </a:lnTo>
                  <a:lnTo>
                    <a:pt x="6064" y="9903"/>
                  </a:lnTo>
                  <a:lnTo>
                    <a:pt x="6198" y="9933"/>
                  </a:lnTo>
                  <a:lnTo>
                    <a:pt x="7692" y="10052"/>
                  </a:lnTo>
                  <a:lnTo>
                    <a:pt x="7841" y="9798"/>
                  </a:lnTo>
                  <a:lnTo>
                    <a:pt x="7990" y="9529"/>
                  </a:lnTo>
                  <a:lnTo>
                    <a:pt x="8050" y="9410"/>
                  </a:lnTo>
                  <a:lnTo>
                    <a:pt x="8095" y="9275"/>
                  </a:lnTo>
                  <a:lnTo>
                    <a:pt x="8140" y="9081"/>
                  </a:lnTo>
                  <a:lnTo>
                    <a:pt x="8229" y="8932"/>
                  </a:lnTo>
                  <a:lnTo>
                    <a:pt x="8364" y="8798"/>
                  </a:lnTo>
                  <a:lnTo>
                    <a:pt x="8513" y="8768"/>
                  </a:lnTo>
                  <a:lnTo>
                    <a:pt x="8662" y="8753"/>
                  </a:lnTo>
                  <a:lnTo>
                    <a:pt x="8767" y="8798"/>
                  </a:lnTo>
                  <a:lnTo>
                    <a:pt x="8782" y="8812"/>
                  </a:lnTo>
                  <a:lnTo>
                    <a:pt x="8797" y="8812"/>
                  </a:lnTo>
                  <a:lnTo>
                    <a:pt x="8812" y="8827"/>
                  </a:lnTo>
                  <a:lnTo>
                    <a:pt x="8827" y="8842"/>
                  </a:lnTo>
                  <a:lnTo>
                    <a:pt x="8857" y="8872"/>
                  </a:lnTo>
                  <a:lnTo>
                    <a:pt x="8857" y="8902"/>
                  </a:lnTo>
                  <a:lnTo>
                    <a:pt x="8857" y="8902"/>
                  </a:lnTo>
                  <a:lnTo>
                    <a:pt x="8886" y="8917"/>
                  </a:lnTo>
                  <a:lnTo>
                    <a:pt x="8931" y="8947"/>
                  </a:lnTo>
                  <a:lnTo>
                    <a:pt x="9021" y="8977"/>
                  </a:lnTo>
                  <a:lnTo>
                    <a:pt x="9096" y="9007"/>
                  </a:lnTo>
                  <a:lnTo>
                    <a:pt x="9200" y="9022"/>
                  </a:lnTo>
                  <a:lnTo>
                    <a:pt x="9305" y="9007"/>
                  </a:lnTo>
                  <a:lnTo>
                    <a:pt x="9409" y="8992"/>
                  </a:lnTo>
                  <a:lnTo>
                    <a:pt x="9484" y="8962"/>
                  </a:lnTo>
                  <a:lnTo>
                    <a:pt x="9469" y="8947"/>
                  </a:lnTo>
                  <a:lnTo>
                    <a:pt x="9454" y="8932"/>
                  </a:lnTo>
                  <a:lnTo>
                    <a:pt x="9439" y="8932"/>
                  </a:lnTo>
                  <a:lnTo>
                    <a:pt x="9439" y="8917"/>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62"/>
            <p:cNvSpPr/>
            <p:nvPr/>
          </p:nvSpPr>
          <p:spPr>
            <a:xfrm>
              <a:off x="3282025" y="2217350"/>
              <a:ext cx="345025" cy="228150"/>
            </a:xfrm>
            <a:custGeom>
              <a:rect b="b" l="l" r="r" t="t"/>
              <a:pathLst>
                <a:path extrusionOk="0" h="9126" w="13801">
                  <a:moveTo>
                    <a:pt x="5318" y="0"/>
                  </a:moveTo>
                  <a:lnTo>
                    <a:pt x="5318" y="15"/>
                  </a:lnTo>
                  <a:lnTo>
                    <a:pt x="5318" y="30"/>
                  </a:lnTo>
                  <a:lnTo>
                    <a:pt x="5303" y="45"/>
                  </a:lnTo>
                  <a:lnTo>
                    <a:pt x="5288" y="75"/>
                  </a:lnTo>
                  <a:lnTo>
                    <a:pt x="5273" y="90"/>
                  </a:lnTo>
                  <a:lnTo>
                    <a:pt x="5258" y="90"/>
                  </a:lnTo>
                  <a:lnTo>
                    <a:pt x="5243" y="105"/>
                  </a:lnTo>
                  <a:lnTo>
                    <a:pt x="5213" y="105"/>
                  </a:lnTo>
                  <a:lnTo>
                    <a:pt x="5198" y="90"/>
                  </a:lnTo>
                  <a:lnTo>
                    <a:pt x="5183" y="75"/>
                  </a:lnTo>
                  <a:lnTo>
                    <a:pt x="5183" y="60"/>
                  </a:lnTo>
                  <a:lnTo>
                    <a:pt x="5168" y="45"/>
                  </a:lnTo>
                  <a:lnTo>
                    <a:pt x="5168" y="30"/>
                  </a:lnTo>
                  <a:lnTo>
                    <a:pt x="5153" y="30"/>
                  </a:lnTo>
                  <a:lnTo>
                    <a:pt x="5138" y="15"/>
                  </a:lnTo>
                  <a:lnTo>
                    <a:pt x="5123" y="30"/>
                  </a:lnTo>
                  <a:lnTo>
                    <a:pt x="5108" y="45"/>
                  </a:lnTo>
                  <a:lnTo>
                    <a:pt x="5079" y="60"/>
                  </a:lnTo>
                  <a:lnTo>
                    <a:pt x="5064" y="90"/>
                  </a:lnTo>
                  <a:lnTo>
                    <a:pt x="5064" y="120"/>
                  </a:lnTo>
                  <a:lnTo>
                    <a:pt x="5093" y="165"/>
                  </a:lnTo>
                  <a:lnTo>
                    <a:pt x="5138" y="224"/>
                  </a:lnTo>
                  <a:lnTo>
                    <a:pt x="5168" y="269"/>
                  </a:lnTo>
                  <a:lnTo>
                    <a:pt x="5198" y="314"/>
                  </a:lnTo>
                  <a:lnTo>
                    <a:pt x="5213" y="344"/>
                  </a:lnTo>
                  <a:lnTo>
                    <a:pt x="5228" y="359"/>
                  </a:lnTo>
                  <a:lnTo>
                    <a:pt x="5258" y="389"/>
                  </a:lnTo>
                  <a:lnTo>
                    <a:pt x="5258" y="404"/>
                  </a:lnTo>
                  <a:lnTo>
                    <a:pt x="5303" y="448"/>
                  </a:lnTo>
                  <a:lnTo>
                    <a:pt x="5318" y="493"/>
                  </a:lnTo>
                  <a:lnTo>
                    <a:pt x="5303" y="523"/>
                  </a:lnTo>
                  <a:lnTo>
                    <a:pt x="5273" y="538"/>
                  </a:lnTo>
                  <a:lnTo>
                    <a:pt x="5258" y="538"/>
                  </a:lnTo>
                  <a:lnTo>
                    <a:pt x="5213" y="523"/>
                  </a:lnTo>
                  <a:lnTo>
                    <a:pt x="5153" y="478"/>
                  </a:lnTo>
                  <a:lnTo>
                    <a:pt x="5079" y="418"/>
                  </a:lnTo>
                  <a:lnTo>
                    <a:pt x="5019" y="344"/>
                  </a:lnTo>
                  <a:lnTo>
                    <a:pt x="4989" y="314"/>
                  </a:lnTo>
                  <a:lnTo>
                    <a:pt x="4989" y="299"/>
                  </a:lnTo>
                  <a:lnTo>
                    <a:pt x="4959" y="284"/>
                  </a:lnTo>
                  <a:lnTo>
                    <a:pt x="4929" y="269"/>
                  </a:lnTo>
                  <a:lnTo>
                    <a:pt x="4899" y="254"/>
                  </a:lnTo>
                  <a:lnTo>
                    <a:pt x="4810" y="254"/>
                  </a:lnTo>
                  <a:lnTo>
                    <a:pt x="4795" y="269"/>
                  </a:lnTo>
                  <a:lnTo>
                    <a:pt x="4780" y="284"/>
                  </a:lnTo>
                  <a:lnTo>
                    <a:pt x="4780" y="299"/>
                  </a:lnTo>
                  <a:lnTo>
                    <a:pt x="4765" y="314"/>
                  </a:lnTo>
                  <a:lnTo>
                    <a:pt x="4765" y="344"/>
                  </a:lnTo>
                  <a:lnTo>
                    <a:pt x="4750" y="359"/>
                  </a:lnTo>
                  <a:lnTo>
                    <a:pt x="4765" y="448"/>
                  </a:lnTo>
                  <a:lnTo>
                    <a:pt x="4780" y="493"/>
                  </a:lnTo>
                  <a:lnTo>
                    <a:pt x="4795" y="523"/>
                  </a:lnTo>
                  <a:lnTo>
                    <a:pt x="4795" y="538"/>
                  </a:lnTo>
                  <a:lnTo>
                    <a:pt x="4795" y="583"/>
                  </a:lnTo>
                  <a:lnTo>
                    <a:pt x="4765" y="628"/>
                  </a:lnTo>
                  <a:lnTo>
                    <a:pt x="4735" y="657"/>
                  </a:lnTo>
                  <a:lnTo>
                    <a:pt x="4660" y="687"/>
                  </a:lnTo>
                  <a:lnTo>
                    <a:pt x="4571" y="702"/>
                  </a:lnTo>
                  <a:lnTo>
                    <a:pt x="4436" y="702"/>
                  </a:lnTo>
                  <a:lnTo>
                    <a:pt x="4362" y="717"/>
                  </a:lnTo>
                  <a:lnTo>
                    <a:pt x="4287" y="747"/>
                  </a:lnTo>
                  <a:lnTo>
                    <a:pt x="4182" y="837"/>
                  </a:lnTo>
                  <a:lnTo>
                    <a:pt x="4123" y="896"/>
                  </a:lnTo>
                  <a:lnTo>
                    <a:pt x="4093" y="956"/>
                  </a:lnTo>
                  <a:lnTo>
                    <a:pt x="4063" y="1031"/>
                  </a:lnTo>
                  <a:lnTo>
                    <a:pt x="4048" y="1105"/>
                  </a:lnTo>
                  <a:lnTo>
                    <a:pt x="4063" y="1195"/>
                  </a:lnTo>
                  <a:lnTo>
                    <a:pt x="4078" y="1270"/>
                  </a:lnTo>
                  <a:lnTo>
                    <a:pt x="4108" y="1359"/>
                  </a:lnTo>
                  <a:lnTo>
                    <a:pt x="4153" y="1449"/>
                  </a:lnTo>
                  <a:lnTo>
                    <a:pt x="4212" y="1524"/>
                  </a:lnTo>
                  <a:lnTo>
                    <a:pt x="4257" y="1583"/>
                  </a:lnTo>
                  <a:lnTo>
                    <a:pt x="4272" y="1598"/>
                  </a:lnTo>
                  <a:lnTo>
                    <a:pt x="4287" y="1613"/>
                  </a:lnTo>
                  <a:lnTo>
                    <a:pt x="4302" y="1628"/>
                  </a:lnTo>
                  <a:lnTo>
                    <a:pt x="4317" y="1643"/>
                  </a:lnTo>
                  <a:lnTo>
                    <a:pt x="4332" y="1673"/>
                  </a:lnTo>
                  <a:lnTo>
                    <a:pt x="4317" y="1703"/>
                  </a:lnTo>
                  <a:lnTo>
                    <a:pt x="4302" y="1733"/>
                  </a:lnTo>
                  <a:lnTo>
                    <a:pt x="4272" y="1748"/>
                  </a:lnTo>
                  <a:lnTo>
                    <a:pt x="4212" y="1763"/>
                  </a:lnTo>
                  <a:lnTo>
                    <a:pt x="4093" y="1763"/>
                  </a:lnTo>
                  <a:lnTo>
                    <a:pt x="4003" y="1748"/>
                  </a:lnTo>
                  <a:lnTo>
                    <a:pt x="3899" y="1733"/>
                  </a:lnTo>
                  <a:lnTo>
                    <a:pt x="3764" y="1733"/>
                  </a:lnTo>
                  <a:lnTo>
                    <a:pt x="3660" y="1718"/>
                  </a:lnTo>
                  <a:lnTo>
                    <a:pt x="3301" y="1718"/>
                  </a:lnTo>
                  <a:lnTo>
                    <a:pt x="3257" y="1733"/>
                  </a:lnTo>
                  <a:lnTo>
                    <a:pt x="3167" y="1733"/>
                  </a:lnTo>
                  <a:lnTo>
                    <a:pt x="3077" y="1763"/>
                  </a:lnTo>
                  <a:lnTo>
                    <a:pt x="2898" y="1778"/>
                  </a:lnTo>
                  <a:lnTo>
                    <a:pt x="2749" y="1748"/>
                  </a:lnTo>
                  <a:lnTo>
                    <a:pt x="2599" y="1673"/>
                  </a:lnTo>
                  <a:lnTo>
                    <a:pt x="2480" y="1524"/>
                  </a:lnTo>
                  <a:lnTo>
                    <a:pt x="2435" y="1434"/>
                  </a:lnTo>
                  <a:lnTo>
                    <a:pt x="2390" y="1359"/>
                  </a:lnTo>
                  <a:lnTo>
                    <a:pt x="2286" y="1165"/>
                  </a:lnTo>
                  <a:lnTo>
                    <a:pt x="2002" y="911"/>
                  </a:lnTo>
                  <a:lnTo>
                    <a:pt x="1927" y="837"/>
                  </a:lnTo>
                  <a:lnTo>
                    <a:pt x="1853" y="792"/>
                  </a:lnTo>
                  <a:lnTo>
                    <a:pt x="1853" y="777"/>
                  </a:lnTo>
                  <a:lnTo>
                    <a:pt x="1718" y="672"/>
                  </a:lnTo>
                  <a:lnTo>
                    <a:pt x="1494" y="523"/>
                  </a:lnTo>
                  <a:lnTo>
                    <a:pt x="1345" y="493"/>
                  </a:lnTo>
                  <a:lnTo>
                    <a:pt x="1255" y="493"/>
                  </a:lnTo>
                  <a:lnTo>
                    <a:pt x="1046" y="508"/>
                  </a:lnTo>
                  <a:lnTo>
                    <a:pt x="777" y="583"/>
                  </a:lnTo>
                  <a:lnTo>
                    <a:pt x="464" y="702"/>
                  </a:lnTo>
                  <a:lnTo>
                    <a:pt x="284" y="852"/>
                  </a:lnTo>
                  <a:lnTo>
                    <a:pt x="135" y="1016"/>
                  </a:lnTo>
                  <a:lnTo>
                    <a:pt x="46" y="1091"/>
                  </a:lnTo>
                  <a:lnTo>
                    <a:pt x="31" y="1105"/>
                  </a:lnTo>
                  <a:lnTo>
                    <a:pt x="1" y="1105"/>
                  </a:lnTo>
                  <a:lnTo>
                    <a:pt x="46" y="1180"/>
                  </a:lnTo>
                  <a:lnTo>
                    <a:pt x="90" y="1255"/>
                  </a:lnTo>
                  <a:lnTo>
                    <a:pt x="210" y="1120"/>
                  </a:lnTo>
                  <a:lnTo>
                    <a:pt x="210" y="1120"/>
                  </a:lnTo>
                  <a:lnTo>
                    <a:pt x="225" y="986"/>
                  </a:lnTo>
                  <a:lnTo>
                    <a:pt x="284" y="926"/>
                  </a:lnTo>
                  <a:lnTo>
                    <a:pt x="284" y="911"/>
                  </a:lnTo>
                  <a:lnTo>
                    <a:pt x="299" y="896"/>
                  </a:lnTo>
                  <a:lnTo>
                    <a:pt x="329" y="852"/>
                  </a:lnTo>
                  <a:lnTo>
                    <a:pt x="389" y="822"/>
                  </a:lnTo>
                  <a:lnTo>
                    <a:pt x="479" y="777"/>
                  </a:lnTo>
                  <a:lnTo>
                    <a:pt x="538" y="762"/>
                  </a:lnTo>
                  <a:lnTo>
                    <a:pt x="583" y="747"/>
                  </a:lnTo>
                  <a:lnTo>
                    <a:pt x="613" y="762"/>
                  </a:lnTo>
                  <a:lnTo>
                    <a:pt x="643" y="777"/>
                  </a:lnTo>
                  <a:lnTo>
                    <a:pt x="688" y="777"/>
                  </a:lnTo>
                  <a:lnTo>
                    <a:pt x="747" y="747"/>
                  </a:lnTo>
                  <a:lnTo>
                    <a:pt x="762" y="732"/>
                  </a:lnTo>
                  <a:lnTo>
                    <a:pt x="777" y="717"/>
                  </a:lnTo>
                  <a:lnTo>
                    <a:pt x="807" y="702"/>
                  </a:lnTo>
                  <a:lnTo>
                    <a:pt x="882" y="672"/>
                  </a:lnTo>
                  <a:lnTo>
                    <a:pt x="1001" y="657"/>
                  </a:lnTo>
                  <a:lnTo>
                    <a:pt x="1076" y="672"/>
                  </a:lnTo>
                  <a:lnTo>
                    <a:pt x="1121" y="732"/>
                  </a:lnTo>
                  <a:lnTo>
                    <a:pt x="1166" y="777"/>
                  </a:lnTo>
                  <a:lnTo>
                    <a:pt x="1196" y="807"/>
                  </a:lnTo>
                  <a:lnTo>
                    <a:pt x="1210" y="807"/>
                  </a:lnTo>
                  <a:lnTo>
                    <a:pt x="1210" y="822"/>
                  </a:lnTo>
                  <a:lnTo>
                    <a:pt x="1225" y="837"/>
                  </a:lnTo>
                  <a:lnTo>
                    <a:pt x="1240" y="852"/>
                  </a:lnTo>
                  <a:lnTo>
                    <a:pt x="1270" y="926"/>
                  </a:lnTo>
                  <a:lnTo>
                    <a:pt x="1315" y="1031"/>
                  </a:lnTo>
                  <a:lnTo>
                    <a:pt x="1360" y="1150"/>
                  </a:lnTo>
                  <a:lnTo>
                    <a:pt x="1390" y="1210"/>
                  </a:lnTo>
                  <a:lnTo>
                    <a:pt x="1449" y="1315"/>
                  </a:lnTo>
                  <a:lnTo>
                    <a:pt x="1599" y="1524"/>
                  </a:lnTo>
                  <a:lnTo>
                    <a:pt x="1688" y="1628"/>
                  </a:lnTo>
                  <a:lnTo>
                    <a:pt x="1763" y="1688"/>
                  </a:lnTo>
                  <a:lnTo>
                    <a:pt x="1808" y="1703"/>
                  </a:lnTo>
                  <a:lnTo>
                    <a:pt x="1853" y="1733"/>
                  </a:lnTo>
                  <a:lnTo>
                    <a:pt x="1972" y="1792"/>
                  </a:lnTo>
                  <a:lnTo>
                    <a:pt x="2196" y="1957"/>
                  </a:lnTo>
                  <a:lnTo>
                    <a:pt x="2226" y="2061"/>
                  </a:lnTo>
                  <a:lnTo>
                    <a:pt x="2226" y="2166"/>
                  </a:lnTo>
                  <a:lnTo>
                    <a:pt x="2196" y="2241"/>
                  </a:lnTo>
                  <a:lnTo>
                    <a:pt x="2151" y="2300"/>
                  </a:lnTo>
                  <a:lnTo>
                    <a:pt x="2062" y="2315"/>
                  </a:lnTo>
                  <a:lnTo>
                    <a:pt x="2002" y="2315"/>
                  </a:lnTo>
                  <a:lnTo>
                    <a:pt x="1927" y="2330"/>
                  </a:lnTo>
                  <a:lnTo>
                    <a:pt x="1897" y="2255"/>
                  </a:lnTo>
                  <a:lnTo>
                    <a:pt x="1868" y="2226"/>
                  </a:lnTo>
                  <a:lnTo>
                    <a:pt x="1838" y="2211"/>
                  </a:lnTo>
                  <a:lnTo>
                    <a:pt x="1823" y="2211"/>
                  </a:lnTo>
                  <a:lnTo>
                    <a:pt x="1823" y="2226"/>
                  </a:lnTo>
                  <a:lnTo>
                    <a:pt x="1823" y="2255"/>
                  </a:lnTo>
                  <a:lnTo>
                    <a:pt x="1838" y="2300"/>
                  </a:lnTo>
                  <a:lnTo>
                    <a:pt x="1853" y="2315"/>
                  </a:lnTo>
                  <a:lnTo>
                    <a:pt x="1927" y="2420"/>
                  </a:lnTo>
                  <a:lnTo>
                    <a:pt x="1927" y="2450"/>
                  </a:lnTo>
                  <a:lnTo>
                    <a:pt x="1927" y="2465"/>
                  </a:lnTo>
                  <a:lnTo>
                    <a:pt x="1912" y="2479"/>
                  </a:lnTo>
                  <a:lnTo>
                    <a:pt x="1897" y="2494"/>
                  </a:lnTo>
                  <a:lnTo>
                    <a:pt x="1897" y="2509"/>
                  </a:lnTo>
                  <a:lnTo>
                    <a:pt x="1853" y="2509"/>
                  </a:lnTo>
                  <a:lnTo>
                    <a:pt x="1838" y="2494"/>
                  </a:lnTo>
                  <a:lnTo>
                    <a:pt x="1808" y="2479"/>
                  </a:lnTo>
                  <a:lnTo>
                    <a:pt x="1793" y="2479"/>
                  </a:lnTo>
                  <a:lnTo>
                    <a:pt x="1763" y="2465"/>
                  </a:lnTo>
                  <a:lnTo>
                    <a:pt x="1718" y="2479"/>
                  </a:lnTo>
                  <a:lnTo>
                    <a:pt x="1673" y="2509"/>
                  </a:lnTo>
                  <a:lnTo>
                    <a:pt x="1658" y="2539"/>
                  </a:lnTo>
                  <a:lnTo>
                    <a:pt x="1644" y="2539"/>
                  </a:lnTo>
                  <a:lnTo>
                    <a:pt x="1644" y="2554"/>
                  </a:lnTo>
                  <a:lnTo>
                    <a:pt x="1629" y="2569"/>
                  </a:lnTo>
                  <a:lnTo>
                    <a:pt x="1569" y="2584"/>
                  </a:lnTo>
                  <a:lnTo>
                    <a:pt x="1479" y="2599"/>
                  </a:lnTo>
                  <a:lnTo>
                    <a:pt x="1390" y="2599"/>
                  </a:lnTo>
                  <a:lnTo>
                    <a:pt x="1330" y="2569"/>
                  </a:lnTo>
                  <a:lnTo>
                    <a:pt x="1300" y="2554"/>
                  </a:lnTo>
                  <a:lnTo>
                    <a:pt x="1300" y="2539"/>
                  </a:lnTo>
                  <a:lnTo>
                    <a:pt x="1270" y="2465"/>
                  </a:lnTo>
                  <a:lnTo>
                    <a:pt x="1255" y="2405"/>
                  </a:lnTo>
                  <a:lnTo>
                    <a:pt x="1255" y="2375"/>
                  </a:lnTo>
                  <a:lnTo>
                    <a:pt x="1240" y="2330"/>
                  </a:lnTo>
                  <a:lnTo>
                    <a:pt x="1225" y="2315"/>
                  </a:lnTo>
                  <a:lnTo>
                    <a:pt x="1225" y="2300"/>
                  </a:lnTo>
                  <a:lnTo>
                    <a:pt x="1166" y="2300"/>
                  </a:lnTo>
                  <a:lnTo>
                    <a:pt x="1151" y="2315"/>
                  </a:lnTo>
                  <a:lnTo>
                    <a:pt x="1151" y="2345"/>
                  </a:lnTo>
                  <a:lnTo>
                    <a:pt x="1136" y="2375"/>
                  </a:lnTo>
                  <a:lnTo>
                    <a:pt x="1106" y="2405"/>
                  </a:lnTo>
                  <a:lnTo>
                    <a:pt x="1091" y="2420"/>
                  </a:lnTo>
                  <a:lnTo>
                    <a:pt x="1091" y="2435"/>
                  </a:lnTo>
                  <a:lnTo>
                    <a:pt x="1061" y="2435"/>
                  </a:lnTo>
                  <a:lnTo>
                    <a:pt x="1046" y="2420"/>
                  </a:lnTo>
                  <a:lnTo>
                    <a:pt x="1031" y="2420"/>
                  </a:lnTo>
                  <a:lnTo>
                    <a:pt x="1016" y="2390"/>
                  </a:lnTo>
                  <a:lnTo>
                    <a:pt x="1001" y="2360"/>
                  </a:lnTo>
                  <a:lnTo>
                    <a:pt x="1001" y="2345"/>
                  </a:lnTo>
                  <a:lnTo>
                    <a:pt x="1001" y="2330"/>
                  </a:lnTo>
                  <a:lnTo>
                    <a:pt x="986" y="2315"/>
                  </a:lnTo>
                  <a:lnTo>
                    <a:pt x="957" y="2330"/>
                  </a:lnTo>
                  <a:lnTo>
                    <a:pt x="942" y="2345"/>
                  </a:lnTo>
                  <a:lnTo>
                    <a:pt x="927" y="2360"/>
                  </a:lnTo>
                  <a:lnTo>
                    <a:pt x="897" y="2375"/>
                  </a:lnTo>
                  <a:lnTo>
                    <a:pt x="852" y="2375"/>
                  </a:lnTo>
                  <a:lnTo>
                    <a:pt x="777" y="2390"/>
                  </a:lnTo>
                  <a:lnTo>
                    <a:pt x="733" y="2360"/>
                  </a:lnTo>
                  <a:lnTo>
                    <a:pt x="718" y="2345"/>
                  </a:lnTo>
                  <a:lnTo>
                    <a:pt x="703" y="2330"/>
                  </a:lnTo>
                  <a:lnTo>
                    <a:pt x="703" y="2315"/>
                  </a:lnTo>
                  <a:lnTo>
                    <a:pt x="688" y="2315"/>
                  </a:lnTo>
                  <a:lnTo>
                    <a:pt x="688" y="2285"/>
                  </a:lnTo>
                  <a:lnTo>
                    <a:pt x="673" y="2270"/>
                  </a:lnTo>
                  <a:lnTo>
                    <a:pt x="658" y="2226"/>
                  </a:lnTo>
                  <a:lnTo>
                    <a:pt x="628" y="2196"/>
                  </a:lnTo>
                  <a:lnTo>
                    <a:pt x="613" y="2181"/>
                  </a:lnTo>
                  <a:lnTo>
                    <a:pt x="598" y="2136"/>
                  </a:lnTo>
                  <a:lnTo>
                    <a:pt x="538" y="2017"/>
                  </a:lnTo>
                  <a:lnTo>
                    <a:pt x="479" y="1867"/>
                  </a:lnTo>
                  <a:lnTo>
                    <a:pt x="434" y="1778"/>
                  </a:lnTo>
                  <a:lnTo>
                    <a:pt x="389" y="1688"/>
                  </a:lnTo>
                  <a:lnTo>
                    <a:pt x="359" y="1583"/>
                  </a:lnTo>
                  <a:lnTo>
                    <a:pt x="344" y="1539"/>
                  </a:lnTo>
                  <a:lnTo>
                    <a:pt x="329" y="1509"/>
                  </a:lnTo>
                  <a:lnTo>
                    <a:pt x="329" y="1479"/>
                  </a:lnTo>
                  <a:lnTo>
                    <a:pt x="344" y="1374"/>
                  </a:lnTo>
                  <a:lnTo>
                    <a:pt x="314" y="1330"/>
                  </a:lnTo>
                  <a:lnTo>
                    <a:pt x="299" y="1315"/>
                  </a:lnTo>
                  <a:lnTo>
                    <a:pt x="284" y="1300"/>
                  </a:lnTo>
                  <a:lnTo>
                    <a:pt x="270" y="1285"/>
                  </a:lnTo>
                  <a:lnTo>
                    <a:pt x="255" y="1270"/>
                  </a:lnTo>
                  <a:lnTo>
                    <a:pt x="210" y="1225"/>
                  </a:lnTo>
                  <a:lnTo>
                    <a:pt x="210" y="1120"/>
                  </a:lnTo>
                  <a:lnTo>
                    <a:pt x="135" y="1359"/>
                  </a:lnTo>
                  <a:lnTo>
                    <a:pt x="180" y="1449"/>
                  </a:lnTo>
                  <a:lnTo>
                    <a:pt x="225" y="1509"/>
                  </a:lnTo>
                  <a:lnTo>
                    <a:pt x="344" y="1718"/>
                  </a:lnTo>
                  <a:lnTo>
                    <a:pt x="419" y="1942"/>
                  </a:lnTo>
                  <a:lnTo>
                    <a:pt x="538" y="2121"/>
                  </a:lnTo>
                  <a:lnTo>
                    <a:pt x="583" y="2315"/>
                  </a:lnTo>
                  <a:lnTo>
                    <a:pt x="583" y="2360"/>
                  </a:lnTo>
                  <a:lnTo>
                    <a:pt x="583" y="2405"/>
                  </a:lnTo>
                  <a:lnTo>
                    <a:pt x="598" y="2435"/>
                  </a:lnTo>
                  <a:lnTo>
                    <a:pt x="613" y="2479"/>
                  </a:lnTo>
                  <a:lnTo>
                    <a:pt x="613" y="2524"/>
                  </a:lnTo>
                  <a:lnTo>
                    <a:pt x="598" y="2554"/>
                  </a:lnTo>
                  <a:lnTo>
                    <a:pt x="598" y="2584"/>
                  </a:lnTo>
                  <a:lnTo>
                    <a:pt x="583" y="2614"/>
                  </a:lnTo>
                  <a:lnTo>
                    <a:pt x="568" y="2629"/>
                  </a:lnTo>
                  <a:lnTo>
                    <a:pt x="553" y="2644"/>
                  </a:lnTo>
                  <a:lnTo>
                    <a:pt x="523" y="2733"/>
                  </a:lnTo>
                  <a:lnTo>
                    <a:pt x="523" y="2913"/>
                  </a:lnTo>
                  <a:lnTo>
                    <a:pt x="523" y="3032"/>
                  </a:lnTo>
                  <a:lnTo>
                    <a:pt x="568" y="3152"/>
                  </a:lnTo>
                  <a:lnTo>
                    <a:pt x="643" y="3316"/>
                  </a:lnTo>
                  <a:lnTo>
                    <a:pt x="703" y="3391"/>
                  </a:lnTo>
                  <a:lnTo>
                    <a:pt x="718" y="3420"/>
                  </a:lnTo>
                  <a:lnTo>
                    <a:pt x="733" y="3435"/>
                  </a:lnTo>
                  <a:lnTo>
                    <a:pt x="733" y="3450"/>
                  </a:lnTo>
                  <a:lnTo>
                    <a:pt x="747" y="3450"/>
                  </a:lnTo>
                  <a:lnTo>
                    <a:pt x="762" y="3435"/>
                  </a:lnTo>
                  <a:lnTo>
                    <a:pt x="762" y="3405"/>
                  </a:lnTo>
                  <a:lnTo>
                    <a:pt x="747" y="3376"/>
                  </a:lnTo>
                  <a:lnTo>
                    <a:pt x="733" y="3331"/>
                  </a:lnTo>
                  <a:lnTo>
                    <a:pt x="733" y="3301"/>
                  </a:lnTo>
                  <a:lnTo>
                    <a:pt x="733" y="3271"/>
                  </a:lnTo>
                  <a:lnTo>
                    <a:pt x="747" y="3241"/>
                  </a:lnTo>
                  <a:lnTo>
                    <a:pt x="882" y="3241"/>
                  </a:lnTo>
                  <a:lnTo>
                    <a:pt x="927" y="3256"/>
                  </a:lnTo>
                  <a:lnTo>
                    <a:pt x="971" y="3286"/>
                  </a:lnTo>
                  <a:lnTo>
                    <a:pt x="1001" y="3316"/>
                  </a:lnTo>
                  <a:lnTo>
                    <a:pt x="1046" y="3316"/>
                  </a:lnTo>
                  <a:lnTo>
                    <a:pt x="1091" y="3301"/>
                  </a:lnTo>
                  <a:lnTo>
                    <a:pt x="1121" y="3286"/>
                  </a:lnTo>
                  <a:lnTo>
                    <a:pt x="1151" y="3271"/>
                  </a:lnTo>
                  <a:lnTo>
                    <a:pt x="1210" y="3271"/>
                  </a:lnTo>
                  <a:lnTo>
                    <a:pt x="1210" y="3286"/>
                  </a:lnTo>
                  <a:lnTo>
                    <a:pt x="1255" y="3301"/>
                  </a:lnTo>
                  <a:lnTo>
                    <a:pt x="1270" y="3331"/>
                  </a:lnTo>
                  <a:lnTo>
                    <a:pt x="1285" y="3331"/>
                  </a:lnTo>
                  <a:lnTo>
                    <a:pt x="1300" y="3376"/>
                  </a:lnTo>
                  <a:lnTo>
                    <a:pt x="1315" y="3420"/>
                  </a:lnTo>
                  <a:lnTo>
                    <a:pt x="1315" y="3450"/>
                  </a:lnTo>
                  <a:lnTo>
                    <a:pt x="1285" y="3480"/>
                  </a:lnTo>
                  <a:lnTo>
                    <a:pt x="1270" y="3495"/>
                  </a:lnTo>
                  <a:lnTo>
                    <a:pt x="1255" y="3510"/>
                  </a:lnTo>
                  <a:lnTo>
                    <a:pt x="1255" y="3525"/>
                  </a:lnTo>
                  <a:lnTo>
                    <a:pt x="1255" y="3555"/>
                  </a:lnTo>
                  <a:lnTo>
                    <a:pt x="1270" y="3570"/>
                  </a:lnTo>
                  <a:lnTo>
                    <a:pt x="1285" y="3600"/>
                  </a:lnTo>
                  <a:lnTo>
                    <a:pt x="1315" y="3615"/>
                  </a:lnTo>
                  <a:lnTo>
                    <a:pt x="1345" y="3644"/>
                  </a:lnTo>
                  <a:lnTo>
                    <a:pt x="1375" y="3644"/>
                  </a:lnTo>
                  <a:lnTo>
                    <a:pt x="1420" y="3659"/>
                  </a:lnTo>
                  <a:lnTo>
                    <a:pt x="1449" y="3689"/>
                  </a:lnTo>
                  <a:lnTo>
                    <a:pt x="1464" y="3719"/>
                  </a:lnTo>
                  <a:lnTo>
                    <a:pt x="1494" y="3734"/>
                  </a:lnTo>
                  <a:lnTo>
                    <a:pt x="1509" y="3749"/>
                  </a:lnTo>
                  <a:lnTo>
                    <a:pt x="1539" y="3764"/>
                  </a:lnTo>
                  <a:lnTo>
                    <a:pt x="1554" y="3794"/>
                  </a:lnTo>
                  <a:lnTo>
                    <a:pt x="1569" y="3809"/>
                  </a:lnTo>
                  <a:lnTo>
                    <a:pt x="1569" y="3839"/>
                  </a:lnTo>
                  <a:lnTo>
                    <a:pt x="1539" y="3868"/>
                  </a:lnTo>
                  <a:lnTo>
                    <a:pt x="1479" y="3868"/>
                  </a:lnTo>
                  <a:lnTo>
                    <a:pt x="1464" y="3883"/>
                  </a:lnTo>
                  <a:lnTo>
                    <a:pt x="1434" y="3913"/>
                  </a:lnTo>
                  <a:lnTo>
                    <a:pt x="1360" y="3913"/>
                  </a:lnTo>
                  <a:lnTo>
                    <a:pt x="1300" y="3898"/>
                  </a:lnTo>
                  <a:lnTo>
                    <a:pt x="1210" y="3883"/>
                  </a:lnTo>
                  <a:lnTo>
                    <a:pt x="1076" y="3883"/>
                  </a:lnTo>
                  <a:lnTo>
                    <a:pt x="1046" y="3898"/>
                  </a:lnTo>
                  <a:lnTo>
                    <a:pt x="1046" y="3913"/>
                  </a:lnTo>
                  <a:lnTo>
                    <a:pt x="1046" y="3928"/>
                  </a:lnTo>
                  <a:lnTo>
                    <a:pt x="1046" y="3943"/>
                  </a:lnTo>
                  <a:lnTo>
                    <a:pt x="1061" y="3973"/>
                  </a:lnTo>
                  <a:lnTo>
                    <a:pt x="1061" y="3988"/>
                  </a:lnTo>
                  <a:lnTo>
                    <a:pt x="1076" y="4003"/>
                  </a:lnTo>
                  <a:lnTo>
                    <a:pt x="1091" y="4003"/>
                  </a:lnTo>
                  <a:lnTo>
                    <a:pt x="1091" y="4018"/>
                  </a:lnTo>
                  <a:lnTo>
                    <a:pt x="1121" y="4078"/>
                  </a:lnTo>
                  <a:lnTo>
                    <a:pt x="1121" y="4137"/>
                  </a:lnTo>
                  <a:lnTo>
                    <a:pt x="1121" y="4167"/>
                  </a:lnTo>
                  <a:lnTo>
                    <a:pt x="1121" y="4182"/>
                  </a:lnTo>
                  <a:lnTo>
                    <a:pt x="1136" y="4167"/>
                  </a:lnTo>
                  <a:lnTo>
                    <a:pt x="1151" y="4152"/>
                  </a:lnTo>
                  <a:lnTo>
                    <a:pt x="1181" y="4092"/>
                  </a:lnTo>
                  <a:lnTo>
                    <a:pt x="1196" y="4033"/>
                  </a:lnTo>
                  <a:lnTo>
                    <a:pt x="1210" y="4033"/>
                  </a:lnTo>
                  <a:lnTo>
                    <a:pt x="1210" y="4018"/>
                  </a:lnTo>
                  <a:lnTo>
                    <a:pt x="1315" y="4018"/>
                  </a:lnTo>
                  <a:lnTo>
                    <a:pt x="1360" y="4048"/>
                  </a:lnTo>
                  <a:lnTo>
                    <a:pt x="1405" y="4078"/>
                  </a:lnTo>
                  <a:lnTo>
                    <a:pt x="1449" y="4107"/>
                  </a:lnTo>
                  <a:lnTo>
                    <a:pt x="1509" y="4167"/>
                  </a:lnTo>
                  <a:lnTo>
                    <a:pt x="1539" y="4212"/>
                  </a:lnTo>
                  <a:lnTo>
                    <a:pt x="1584" y="4242"/>
                  </a:lnTo>
                  <a:lnTo>
                    <a:pt x="1629" y="4272"/>
                  </a:lnTo>
                  <a:lnTo>
                    <a:pt x="1673" y="4316"/>
                  </a:lnTo>
                  <a:lnTo>
                    <a:pt x="1748" y="4376"/>
                  </a:lnTo>
                  <a:lnTo>
                    <a:pt x="1808" y="4421"/>
                  </a:lnTo>
                  <a:lnTo>
                    <a:pt x="1868" y="4481"/>
                  </a:lnTo>
                  <a:lnTo>
                    <a:pt x="1912" y="4526"/>
                  </a:lnTo>
                  <a:lnTo>
                    <a:pt x="1942" y="4570"/>
                  </a:lnTo>
                  <a:lnTo>
                    <a:pt x="1972" y="4645"/>
                  </a:lnTo>
                  <a:lnTo>
                    <a:pt x="1972" y="4690"/>
                  </a:lnTo>
                  <a:lnTo>
                    <a:pt x="1957" y="4705"/>
                  </a:lnTo>
                  <a:lnTo>
                    <a:pt x="1927" y="4839"/>
                  </a:lnTo>
                  <a:lnTo>
                    <a:pt x="1912" y="5078"/>
                  </a:lnTo>
                  <a:lnTo>
                    <a:pt x="1912" y="5168"/>
                  </a:lnTo>
                  <a:lnTo>
                    <a:pt x="1912" y="5213"/>
                  </a:lnTo>
                  <a:lnTo>
                    <a:pt x="1912" y="5257"/>
                  </a:lnTo>
                  <a:lnTo>
                    <a:pt x="1942" y="5347"/>
                  </a:lnTo>
                  <a:lnTo>
                    <a:pt x="1987" y="5452"/>
                  </a:lnTo>
                  <a:lnTo>
                    <a:pt x="1987" y="5511"/>
                  </a:lnTo>
                  <a:lnTo>
                    <a:pt x="1972" y="5526"/>
                  </a:lnTo>
                  <a:lnTo>
                    <a:pt x="1987" y="5556"/>
                  </a:lnTo>
                  <a:lnTo>
                    <a:pt x="1987" y="5601"/>
                  </a:lnTo>
                  <a:lnTo>
                    <a:pt x="1972" y="5646"/>
                  </a:lnTo>
                  <a:lnTo>
                    <a:pt x="1972" y="5810"/>
                  </a:lnTo>
                  <a:lnTo>
                    <a:pt x="2002" y="5959"/>
                  </a:lnTo>
                  <a:lnTo>
                    <a:pt x="2032" y="6034"/>
                  </a:lnTo>
                  <a:lnTo>
                    <a:pt x="2077" y="6168"/>
                  </a:lnTo>
                  <a:lnTo>
                    <a:pt x="2107" y="6318"/>
                  </a:lnTo>
                  <a:lnTo>
                    <a:pt x="2121" y="6437"/>
                  </a:lnTo>
                  <a:lnTo>
                    <a:pt x="2121" y="6467"/>
                  </a:lnTo>
                  <a:lnTo>
                    <a:pt x="2121" y="6497"/>
                  </a:lnTo>
                  <a:lnTo>
                    <a:pt x="2181" y="6512"/>
                  </a:lnTo>
                  <a:lnTo>
                    <a:pt x="2196" y="6527"/>
                  </a:lnTo>
                  <a:lnTo>
                    <a:pt x="2331" y="6527"/>
                  </a:lnTo>
                  <a:lnTo>
                    <a:pt x="2480" y="6482"/>
                  </a:lnTo>
                  <a:lnTo>
                    <a:pt x="2555" y="6437"/>
                  </a:lnTo>
                  <a:lnTo>
                    <a:pt x="2584" y="6422"/>
                  </a:lnTo>
                  <a:lnTo>
                    <a:pt x="2644" y="6377"/>
                  </a:lnTo>
                  <a:lnTo>
                    <a:pt x="2704" y="6363"/>
                  </a:lnTo>
                  <a:lnTo>
                    <a:pt x="2838" y="6363"/>
                  </a:lnTo>
                  <a:lnTo>
                    <a:pt x="2868" y="6318"/>
                  </a:lnTo>
                  <a:lnTo>
                    <a:pt x="2898" y="6243"/>
                  </a:lnTo>
                  <a:lnTo>
                    <a:pt x="2898" y="6168"/>
                  </a:lnTo>
                  <a:lnTo>
                    <a:pt x="2913" y="6124"/>
                  </a:lnTo>
                  <a:lnTo>
                    <a:pt x="2913" y="6064"/>
                  </a:lnTo>
                  <a:lnTo>
                    <a:pt x="2958" y="5929"/>
                  </a:lnTo>
                  <a:lnTo>
                    <a:pt x="3077" y="5810"/>
                  </a:lnTo>
                  <a:lnTo>
                    <a:pt x="3242" y="5676"/>
                  </a:lnTo>
                  <a:lnTo>
                    <a:pt x="3376" y="5601"/>
                  </a:lnTo>
                  <a:lnTo>
                    <a:pt x="3630" y="5571"/>
                  </a:lnTo>
                  <a:lnTo>
                    <a:pt x="4048" y="5616"/>
                  </a:lnTo>
                  <a:lnTo>
                    <a:pt x="4182" y="5616"/>
                  </a:lnTo>
                  <a:lnTo>
                    <a:pt x="4197" y="5586"/>
                  </a:lnTo>
                  <a:lnTo>
                    <a:pt x="4212" y="5556"/>
                  </a:lnTo>
                  <a:lnTo>
                    <a:pt x="4227" y="5496"/>
                  </a:lnTo>
                  <a:lnTo>
                    <a:pt x="4227" y="5452"/>
                  </a:lnTo>
                  <a:lnTo>
                    <a:pt x="4257" y="5392"/>
                  </a:lnTo>
                  <a:lnTo>
                    <a:pt x="4302" y="5362"/>
                  </a:lnTo>
                  <a:lnTo>
                    <a:pt x="4377" y="5347"/>
                  </a:lnTo>
                  <a:lnTo>
                    <a:pt x="4466" y="5332"/>
                  </a:lnTo>
                  <a:lnTo>
                    <a:pt x="4556" y="5332"/>
                  </a:lnTo>
                  <a:lnTo>
                    <a:pt x="4645" y="5347"/>
                  </a:lnTo>
                  <a:lnTo>
                    <a:pt x="4690" y="5377"/>
                  </a:lnTo>
                  <a:lnTo>
                    <a:pt x="4705" y="5392"/>
                  </a:lnTo>
                  <a:lnTo>
                    <a:pt x="4720" y="5407"/>
                  </a:lnTo>
                  <a:lnTo>
                    <a:pt x="4780" y="5466"/>
                  </a:lnTo>
                  <a:lnTo>
                    <a:pt x="4840" y="5481"/>
                  </a:lnTo>
                  <a:lnTo>
                    <a:pt x="4855" y="5466"/>
                  </a:lnTo>
                  <a:lnTo>
                    <a:pt x="4884" y="5422"/>
                  </a:lnTo>
                  <a:lnTo>
                    <a:pt x="4914" y="5377"/>
                  </a:lnTo>
                  <a:lnTo>
                    <a:pt x="4989" y="5347"/>
                  </a:lnTo>
                  <a:lnTo>
                    <a:pt x="5034" y="5362"/>
                  </a:lnTo>
                  <a:lnTo>
                    <a:pt x="5093" y="5392"/>
                  </a:lnTo>
                  <a:lnTo>
                    <a:pt x="5138" y="5452"/>
                  </a:lnTo>
                  <a:lnTo>
                    <a:pt x="5168" y="5511"/>
                  </a:lnTo>
                  <a:lnTo>
                    <a:pt x="5168" y="5526"/>
                  </a:lnTo>
                  <a:lnTo>
                    <a:pt x="5183" y="5541"/>
                  </a:lnTo>
                  <a:lnTo>
                    <a:pt x="5213" y="5661"/>
                  </a:lnTo>
                  <a:lnTo>
                    <a:pt x="5318" y="5735"/>
                  </a:lnTo>
                  <a:lnTo>
                    <a:pt x="5407" y="5765"/>
                  </a:lnTo>
                  <a:lnTo>
                    <a:pt x="5542" y="5795"/>
                  </a:lnTo>
                  <a:lnTo>
                    <a:pt x="5691" y="5825"/>
                  </a:lnTo>
                  <a:lnTo>
                    <a:pt x="5930" y="5900"/>
                  </a:lnTo>
                  <a:lnTo>
                    <a:pt x="5990" y="5959"/>
                  </a:lnTo>
                  <a:lnTo>
                    <a:pt x="6064" y="6049"/>
                  </a:lnTo>
                  <a:lnTo>
                    <a:pt x="6124" y="6094"/>
                  </a:lnTo>
                  <a:lnTo>
                    <a:pt x="6214" y="6109"/>
                  </a:lnTo>
                  <a:lnTo>
                    <a:pt x="6318" y="6094"/>
                  </a:lnTo>
                  <a:lnTo>
                    <a:pt x="6542" y="6079"/>
                  </a:lnTo>
                  <a:lnTo>
                    <a:pt x="6856" y="6139"/>
                  </a:lnTo>
                  <a:lnTo>
                    <a:pt x="6975" y="6168"/>
                  </a:lnTo>
                  <a:lnTo>
                    <a:pt x="7140" y="6273"/>
                  </a:lnTo>
                  <a:lnTo>
                    <a:pt x="7184" y="6348"/>
                  </a:lnTo>
                  <a:lnTo>
                    <a:pt x="7244" y="6497"/>
                  </a:lnTo>
                  <a:lnTo>
                    <a:pt x="7319" y="6601"/>
                  </a:lnTo>
                  <a:lnTo>
                    <a:pt x="7393" y="6691"/>
                  </a:lnTo>
                  <a:lnTo>
                    <a:pt x="7483" y="6736"/>
                  </a:lnTo>
                  <a:lnTo>
                    <a:pt x="7558" y="6766"/>
                  </a:lnTo>
                  <a:lnTo>
                    <a:pt x="7632" y="6781"/>
                  </a:lnTo>
                  <a:lnTo>
                    <a:pt x="7767" y="6811"/>
                  </a:lnTo>
                  <a:lnTo>
                    <a:pt x="7916" y="6915"/>
                  </a:lnTo>
                  <a:lnTo>
                    <a:pt x="8006" y="7020"/>
                  </a:lnTo>
                  <a:lnTo>
                    <a:pt x="8066" y="7139"/>
                  </a:lnTo>
                  <a:lnTo>
                    <a:pt x="8110" y="7229"/>
                  </a:lnTo>
                  <a:lnTo>
                    <a:pt x="8185" y="7348"/>
                  </a:lnTo>
                  <a:lnTo>
                    <a:pt x="8245" y="7363"/>
                  </a:lnTo>
                  <a:lnTo>
                    <a:pt x="8334" y="7348"/>
                  </a:lnTo>
                  <a:lnTo>
                    <a:pt x="8454" y="7348"/>
                  </a:lnTo>
                  <a:lnTo>
                    <a:pt x="8663" y="7318"/>
                  </a:lnTo>
                  <a:lnTo>
                    <a:pt x="8947" y="7318"/>
                  </a:lnTo>
                  <a:lnTo>
                    <a:pt x="9021" y="7363"/>
                  </a:lnTo>
                  <a:lnTo>
                    <a:pt x="9036" y="7393"/>
                  </a:lnTo>
                  <a:lnTo>
                    <a:pt x="9051" y="7423"/>
                  </a:lnTo>
                  <a:lnTo>
                    <a:pt x="9051" y="7498"/>
                  </a:lnTo>
                  <a:lnTo>
                    <a:pt x="9036" y="7572"/>
                  </a:lnTo>
                  <a:lnTo>
                    <a:pt x="9021" y="7677"/>
                  </a:lnTo>
                  <a:lnTo>
                    <a:pt x="9066" y="7781"/>
                  </a:lnTo>
                  <a:lnTo>
                    <a:pt x="9096" y="7826"/>
                  </a:lnTo>
                  <a:lnTo>
                    <a:pt x="9111" y="7856"/>
                  </a:lnTo>
                  <a:lnTo>
                    <a:pt x="9171" y="7946"/>
                  </a:lnTo>
                  <a:lnTo>
                    <a:pt x="9171" y="8020"/>
                  </a:lnTo>
                  <a:lnTo>
                    <a:pt x="9171" y="8080"/>
                  </a:lnTo>
                  <a:lnTo>
                    <a:pt x="9141" y="8125"/>
                  </a:lnTo>
                  <a:lnTo>
                    <a:pt x="9126" y="8170"/>
                  </a:lnTo>
                  <a:lnTo>
                    <a:pt x="9141" y="8200"/>
                  </a:lnTo>
                  <a:lnTo>
                    <a:pt x="9201" y="8304"/>
                  </a:lnTo>
                  <a:lnTo>
                    <a:pt x="9260" y="8453"/>
                  </a:lnTo>
                  <a:lnTo>
                    <a:pt x="9290" y="8513"/>
                  </a:lnTo>
                  <a:lnTo>
                    <a:pt x="9305" y="8558"/>
                  </a:lnTo>
                  <a:lnTo>
                    <a:pt x="9320" y="8573"/>
                  </a:lnTo>
                  <a:lnTo>
                    <a:pt x="9380" y="8633"/>
                  </a:lnTo>
                  <a:lnTo>
                    <a:pt x="9469" y="8677"/>
                  </a:lnTo>
                  <a:lnTo>
                    <a:pt x="9559" y="8722"/>
                  </a:lnTo>
                  <a:lnTo>
                    <a:pt x="9619" y="8767"/>
                  </a:lnTo>
                  <a:lnTo>
                    <a:pt x="9678" y="8827"/>
                  </a:lnTo>
                  <a:lnTo>
                    <a:pt x="9738" y="8842"/>
                  </a:lnTo>
                  <a:lnTo>
                    <a:pt x="9798" y="8857"/>
                  </a:lnTo>
                  <a:lnTo>
                    <a:pt x="9843" y="8827"/>
                  </a:lnTo>
                  <a:lnTo>
                    <a:pt x="9932" y="8797"/>
                  </a:lnTo>
                  <a:lnTo>
                    <a:pt x="10037" y="8812"/>
                  </a:lnTo>
                  <a:lnTo>
                    <a:pt x="10141" y="8842"/>
                  </a:lnTo>
                  <a:lnTo>
                    <a:pt x="10216" y="8916"/>
                  </a:lnTo>
                  <a:lnTo>
                    <a:pt x="10246" y="8961"/>
                  </a:lnTo>
                  <a:lnTo>
                    <a:pt x="10261" y="9021"/>
                  </a:lnTo>
                  <a:lnTo>
                    <a:pt x="10306" y="9081"/>
                  </a:lnTo>
                  <a:lnTo>
                    <a:pt x="10336" y="9125"/>
                  </a:lnTo>
                  <a:lnTo>
                    <a:pt x="10336" y="9111"/>
                  </a:lnTo>
                  <a:lnTo>
                    <a:pt x="10380" y="9036"/>
                  </a:lnTo>
                  <a:lnTo>
                    <a:pt x="10440" y="8991"/>
                  </a:lnTo>
                  <a:lnTo>
                    <a:pt x="10470" y="8976"/>
                  </a:lnTo>
                  <a:lnTo>
                    <a:pt x="10545" y="8976"/>
                  </a:lnTo>
                  <a:lnTo>
                    <a:pt x="10560" y="8991"/>
                  </a:lnTo>
                  <a:lnTo>
                    <a:pt x="10575" y="9021"/>
                  </a:lnTo>
                  <a:lnTo>
                    <a:pt x="10589" y="9021"/>
                  </a:lnTo>
                  <a:lnTo>
                    <a:pt x="10589" y="9036"/>
                  </a:lnTo>
                  <a:lnTo>
                    <a:pt x="10604" y="9051"/>
                  </a:lnTo>
                  <a:lnTo>
                    <a:pt x="10649" y="9051"/>
                  </a:lnTo>
                  <a:lnTo>
                    <a:pt x="10664" y="9036"/>
                  </a:lnTo>
                  <a:lnTo>
                    <a:pt x="10694" y="9021"/>
                  </a:lnTo>
                  <a:lnTo>
                    <a:pt x="10724" y="8991"/>
                  </a:lnTo>
                  <a:lnTo>
                    <a:pt x="10799" y="8931"/>
                  </a:lnTo>
                  <a:lnTo>
                    <a:pt x="10858" y="8887"/>
                  </a:lnTo>
                  <a:lnTo>
                    <a:pt x="10933" y="8827"/>
                  </a:lnTo>
                  <a:lnTo>
                    <a:pt x="10978" y="8782"/>
                  </a:lnTo>
                  <a:lnTo>
                    <a:pt x="10993" y="8752"/>
                  </a:lnTo>
                  <a:lnTo>
                    <a:pt x="11023" y="8662"/>
                  </a:lnTo>
                  <a:lnTo>
                    <a:pt x="11082" y="8573"/>
                  </a:lnTo>
                  <a:lnTo>
                    <a:pt x="11097" y="8558"/>
                  </a:lnTo>
                  <a:lnTo>
                    <a:pt x="11097" y="8543"/>
                  </a:lnTo>
                  <a:lnTo>
                    <a:pt x="11082" y="8528"/>
                  </a:lnTo>
                  <a:lnTo>
                    <a:pt x="11067" y="8528"/>
                  </a:lnTo>
                  <a:lnTo>
                    <a:pt x="11052" y="8513"/>
                  </a:lnTo>
                  <a:lnTo>
                    <a:pt x="11023" y="8498"/>
                  </a:lnTo>
                  <a:lnTo>
                    <a:pt x="11008" y="8453"/>
                  </a:lnTo>
                  <a:lnTo>
                    <a:pt x="10978" y="8424"/>
                  </a:lnTo>
                  <a:lnTo>
                    <a:pt x="10978" y="8394"/>
                  </a:lnTo>
                  <a:lnTo>
                    <a:pt x="10978" y="8364"/>
                  </a:lnTo>
                  <a:lnTo>
                    <a:pt x="10978" y="8334"/>
                  </a:lnTo>
                  <a:lnTo>
                    <a:pt x="10993" y="8304"/>
                  </a:lnTo>
                  <a:lnTo>
                    <a:pt x="11023" y="8289"/>
                  </a:lnTo>
                  <a:lnTo>
                    <a:pt x="11067" y="8259"/>
                  </a:lnTo>
                  <a:lnTo>
                    <a:pt x="11127" y="8244"/>
                  </a:lnTo>
                  <a:lnTo>
                    <a:pt x="11187" y="8244"/>
                  </a:lnTo>
                  <a:lnTo>
                    <a:pt x="11321" y="8229"/>
                  </a:lnTo>
                  <a:lnTo>
                    <a:pt x="11426" y="8170"/>
                  </a:lnTo>
                  <a:lnTo>
                    <a:pt x="11530" y="8110"/>
                  </a:lnTo>
                  <a:lnTo>
                    <a:pt x="11799" y="8110"/>
                  </a:lnTo>
                  <a:lnTo>
                    <a:pt x="11799" y="8095"/>
                  </a:lnTo>
                  <a:lnTo>
                    <a:pt x="11814" y="8065"/>
                  </a:lnTo>
                  <a:lnTo>
                    <a:pt x="11829" y="8035"/>
                  </a:lnTo>
                  <a:lnTo>
                    <a:pt x="11859" y="7990"/>
                  </a:lnTo>
                  <a:lnTo>
                    <a:pt x="11904" y="7946"/>
                  </a:lnTo>
                  <a:lnTo>
                    <a:pt x="11949" y="7916"/>
                  </a:lnTo>
                  <a:lnTo>
                    <a:pt x="11993" y="7886"/>
                  </a:lnTo>
                  <a:lnTo>
                    <a:pt x="12053" y="7856"/>
                  </a:lnTo>
                  <a:lnTo>
                    <a:pt x="12098" y="7796"/>
                  </a:lnTo>
                  <a:lnTo>
                    <a:pt x="12158" y="7707"/>
                  </a:lnTo>
                  <a:lnTo>
                    <a:pt x="12173" y="7587"/>
                  </a:lnTo>
                  <a:lnTo>
                    <a:pt x="12173" y="7498"/>
                  </a:lnTo>
                  <a:lnTo>
                    <a:pt x="12173" y="7468"/>
                  </a:lnTo>
                  <a:lnTo>
                    <a:pt x="12158" y="7438"/>
                  </a:lnTo>
                  <a:lnTo>
                    <a:pt x="12173" y="7333"/>
                  </a:lnTo>
                  <a:lnTo>
                    <a:pt x="12202" y="7199"/>
                  </a:lnTo>
                  <a:lnTo>
                    <a:pt x="12217" y="7050"/>
                  </a:lnTo>
                  <a:lnTo>
                    <a:pt x="12232" y="6915"/>
                  </a:lnTo>
                  <a:lnTo>
                    <a:pt x="12232" y="6885"/>
                  </a:lnTo>
                  <a:lnTo>
                    <a:pt x="12247" y="6781"/>
                  </a:lnTo>
                  <a:lnTo>
                    <a:pt x="12307" y="6706"/>
                  </a:lnTo>
                  <a:lnTo>
                    <a:pt x="12382" y="6631"/>
                  </a:lnTo>
                  <a:lnTo>
                    <a:pt x="12471" y="6601"/>
                  </a:lnTo>
                  <a:lnTo>
                    <a:pt x="12591" y="6601"/>
                  </a:lnTo>
                  <a:lnTo>
                    <a:pt x="12770" y="6587"/>
                  </a:lnTo>
                  <a:lnTo>
                    <a:pt x="12904" y="6542"/>
                  </a:lnTo>
                  <a:lnTo>
                    <a:pt x="12919" y="6497"/>
                  </a:lnTo>
                  <a:lnTo>
                    <a:pt x="12919" y="6452"/>
                  </a:lnTo>
                  <a:lnTo>
                    <a:pt x="12934" y="6348"/>
                  </a:lnTo>
                  <a:lnTo>
                    <a:pt x="12994" y="6243"/>
                  </a:lnTo>
                  <a:lnTo>
                    <a:pt x="13009" y="6228"/>
                  </a:lnTo>
                  <a:lnTo>
                    <a:pt x="13054" y="6213"/>
                  </a:lnTo>
                  <a:lnTo>
                    <a:pt x="13099" y="6228"/>
                  </a:lnTo>
                  <a:lnTo>
                    <a:pt x="13143" y="6243"/>
                  </a:lnTo>
                  <a:lnTo>
                    <a:pt x="13173" y="6288"/>
                  </a:lnTo>
                  <a:lnTo>
                    <a:pt x="13218" y="6318"/>
                  </a:lnTo>
                  <a:lnTo>
                    <a:pt x="13233" y="6363"/>
                  </a:lnTo>
                  <a:lnTo>
                    <a:pt x="13352" y="6422"/>
                  </a:lnTo>
                  <a:lnTo>
                    <a:pt x="13517" y="6482"/>
                  </a:lnTo>
                  <a:lnTo>
                    <a:pt x="13576" y="6497"/>
                  </a:lnTo>
                  <a:lnTo>
                    <a:pt x="13606" y="6512"/>
                  </a:lnTo>
                  <a:lnTo>
                    <a:pt x="13636" y="6527"/>
                  </a:lnTo>
                  <a:lnTo>
                    <a:pt x="13651" y="6527"/>
                  </a:lnTo>
                  <a:lnTo>
                    <a:pt x="13666" y="6512"/>
                  </a:lnTo>
                  <a:lnTo>
                    <a:pt x="13681" y="6512"/>
                  </a:lnTo>
                  <a:lnTo>
                    <a:pt x="13696" y="6497"/>
                  </a:lnTo>
                  <a:lnTo>
                    <a:pt x="13741" y="6467"/>
                  </a:lnTo>
                  <a:lnTo>
                    <a:pt x="13800" y="6437"/>
                  </a:lnTo>
                  <a:lnTo>
                    <a:pt x="13786" y="6407"/>
                  </a:lnTo>
                  <a:lnTo>
                    <a:pt x="13771" y="6392"/>
                  </a:lnTo>
                  <a:lnTo>
                    <a:pt x="13756" y="6348"/>
                  </a:lnTo>
                  <a:lnTo>
                    <a:pt x="13726" y="6288"/>
                  </a:lnTo>
                  <a:lnTo>
                    <a:pt x="13696" y="6228"/>
                  </a:lnTo>
                  <a:lnTo>
                    <a:pt x="13681" y="6168"/>
                  </a:lnTo>
                  <a:lnTo>
                    <a:pt x="13666" y="6124"/>
                  </a:lnTo>
                  <a:lnTo>
                    <a:pt x="13651" y="6079"/>
                  </a:lnTo>
                  <a:lnTo>
                    <a:pt x="13636" y="6034"/>
                  </a:lnTo>
                  <a:lnTo>
                    <a:pt x="13636" y="5989"/>
                  </a:lnTo>
                  <a:lnTo>
                    <a:pt x="13636" y="5944"/>
                  </a:lnTo>
                  <a:lnTo>
                    <a:pt x="13651" y="5914"/>
                  </a:lnTo>
                  <a:lnTo>
                    <a:pt x="13666" y="5885"/>
                  </a:lnTo>
                  <a:lnTo>
                    <a:pt x="13696" y="5870"/>
                  </a:lnTo>
                  <a:lnTo>
                    <a:pt x="13696" y="5855"/>
                  </a:lnTo>
                  <a:lnTo>
                    <a:pt x="13711" y="5855"/>
                  </a:lnTo>
                  <a:lnTo>
                    <a:pt x="13726" y="5825"/>
                  </a:lnTo>
                  <a:lnTo>
                    <a:pt x="13756" y="5810"/>
                  </a:lnTo>
                  <a:lnTo>
                    <a:pt x="13756" y="5795"/>
                  </a:lnTo>
                  <a:lnTo>
                    <a:pt x="13741" y="5780"/>
                  </a:lnTo>
                  <a:lnTo>
                    <a:pt x="13711" y="5750"/>
                  </a:lnTo>
                  <a:lnTo>
                    <a:pt x="13666" y="5720"/>
                  </a:lnTo>
                  <a:lnTo>
                    <a:pt x="13517" y="5631"/>
                  </a:lnTo>
                  <a:lnTo>
                    <a:pt x="13352" y="5556"/>
                  </a:lnTo>
                  <a:lnTo>
                    <a:pt x="13352" y="5541"/>
                  </a:lnTo>
                  <a:lnTo>
                    <a:pt x="13293" y="5526"/>
                  </a:lnTo>
                  <a:lnTo>
                    <a:pt x="13263" y="5511"/>
                  </a:lnTo>
                  <a:lnTo>
                    <a:pt x="13143" y="5452"/>
                  </a:lnTo>
                  <a:lnTo>
                    <a:pt x="12994" y="5452"/>
                  </a:lnTo>
                  <a:lnTo>
                    <a:pt x="12904" y="5481"/>
                  </a:lnTo>
                  <a:lnTo>
                    <a:pt x="12889" y="5481"/>
                  </a:lnTo>
                  <a:lnTo>
                    <a:pt x="12815" y="5511"/>
                  </a:lnTo>
                  <a:lnTo>
                    <a:pt x="12695" y="5466"/>
                  </a:lnTo>
                  <a:lnTo>
                    <a:pt x="12606" y="5407"/>
                  </a:lnTo>
                  <a:lnTo>
                    <a:pt x="12546" y="5362"/>
                  </a:lnTo>
                  <a:lnTo>
                    <a:pt x="12441" y="5287"/>
                  </a:lnTo>
                  <a:lnTo>
                    <a:pt x="12352" y="5227"/>
                  </a:lnTo>
                  <a:lnTo>
                    <a:pt x="12247" y="5153"/>
                  </a:lnTo>
                  <a:lnTo>
                    <a:pt x="12128" y="5078"/>
                  </a:lnTo>
                  <a:lnTo>
                    <a:pt x="12008" y="4989"/>
                  </a:lnTo>
                  <a:lnTo>
                    <a:pt x="11784" y="4824"/>
                  </a:lnTo>
                  <a:lnTo>
                    <a:pt x="11590" y="4690"/>
                  </a:lnTo>
                  <a:lnTo>
                    <a:pt x="11426" y="4585"/>
                  </a:lnTo>
                  <a:lnTo>
                    <a:pt x="11366" y="4555"/>
                  </a:lnTo>
                  <a:lnTo>
                    <a:pt x="11351" y="4555"/>
                  </a:lnTo>
                  <a:lnTo>
                    <a:pt x="11336" y="4570"/>
                  </a:lnTo>
                  <a:lnTo>
                    <a:pt x="11291" y="4585"/>
                  </a:lnTo>
                  <a:lnTo>
                    <a:pt x="11217" y="4570"/>
                  </a:lnTo>
                  <a:lnTo>
                    <a:pt x="11142" y="4555"/>
                  </a:lnTo>
                  <a:lnTo>
                    <a:pt x="10993" y="4481"/>
                  </a:lnTo>
                  <a:lnTo>
                    <a:pt x="10828" y="4391"/>
                  </a:lnTo>
                  <a:lnTo>
                    <a:pt x="10560" y="4197"/>
                  </a:lnTo>
                  <a:lnTo>
                    <a:pt x="10246" y="3943"/>
                  </a:lnTo>
                  <a:lnTo>
                    <a:pt x="9932" y="3674"/>
                  </a:lnTo>
                  <a:lnTo>
                    <a:pt x="9664" y="3450"/>
                  </a:lnTo>
                  <a:lnTo>
                    <a:pt x="9469" y="3256"/>
                  </a:lnTo>
                  <a:lnTo>
                    <a:pt x="9320" y="3107"/>
                  </a:lnTo>
                  <a:lnTo>
                    <a:pt x="9290" y="3017"/>
                  </a:lnTo>
                  <a:lnTo>
                    <a:pt x="9260" y="2898"/>
                  </a:lnTo>
                  <a:lnTo>
                    <a:pt x="9186" y="2853"/>
                  </a:lnTo>
                  <a:lnTo>
                    <a:pt x="9171" y="2838"/>
                  </a:lnTo>
                  <a:lnTo>
                    <a:pt x="9156" y="2823"/>
                  </a:lnTo>
                  <a:lnTo>
                    <a:pt x="9126" y="2808"/>
                  </a:lnTo>
                  <a:lnTo>
                    <a:pt x="9096" y="2778"/>
                  </a:lnTo>
                  <a:lnTo>
                    <a:pt x="9036" y="2704"/>
                  </a:lnTo>
                  <a:lnTo>
                    <a:pt x="8947" y="2584"/>
                  </a:lnTo>
                  <a:lnTo>
                    <a:pt x="8842" y="2435"/>
                  </a:lnTo>
                  <a:lnTo>
                    <a:pt x="8738" y="2285"/>
                  </a:lnTo>
                  <a:lnTo>
                    <a:pt x="8738" y="2270"/>
                  </a:lnTo>
                  <a:lnTo>
                    <a:pt x="8603" y="2091"/>
                  </a:lnTo>
                  <a:lnTo>
                    <a:pt x="8528" y="1987"/>
                  </a:lnTo>
                  <a:lnTo>
                    <a:pt x="8499" y="1942"/>
                  </a:lnTo>
                  <a:lnTo>
                    <a:pt x="8454" y="1897"/>
                  </a:lnTo>
                  <a:lnTo>
                    <a:pt x="8409" y="1867"/>
                  </a:lnTo>
                  <a:lnTo>
                    <a:pt x="8379" y="1822"/>
                  </a:lnTo>
                  <a:lnTo>
                    <a:pt x="8334" y="1792"/>
                  </a:lnTo>
                  <a:lnTo>
                    <a:pt x="8290" y="1778"/>
                  </a:lnTo>
                  <a:lnTo>
                    <a:pt x="8260" y="1763"/>
                  </a:lnTo>
                  <a:lnTo>
                    <a:pt x="8185" y="1763"/>
                  </a:lnTo>
                  <a:lnTo>
                    <a:pt x="8170" y="1778"/>
                  </a:lnTo>
                  <a:lnTo>
                    <a:pt x="8155" y="1807"/>
                  </a:lnTo>
                  <a:lnTo>
                    <a:pt x="8140" y="1837"/>
                  </a:lnTo>
                  <a:lnTo>
                    <a:pt x="8140" y="1867"/>
                  </a:lnTo>
                  <a:lnTo>
                    <a:pt x="8125" y="1882"/>
                  </a:lnTo>
                  <a:lnTo>
                    <a:pt x="8110" y="1912"/>
                  </a:lnTo>
                  <a:lnTo>
                    <a:pt x="8080" y="1927"/>
                  </a:lnTo>
                  <a:lnTo>
                    <a:pt x="8051" y="1927"/>
                  </a:lnTo>
                  <a:lnTo>
                    <a:pt x="8021" y="1912"/>
                  </a:lnTo>
                  <a:lnTo>
                    <a:pt x="8006" y="1897"/>
                  </a:lnTo>
                  <a:lnTo>
                    <a:pt x="7991" y="1882"/>
                  </a:lnTo>
                  <a:lnTo>
                    <a:pt x="7961" y="1852"/>
                  </a:lnTo>
                  <a:lnTo>
                    <a:pt x="7946" y="1837"/>
                  </a:lnTo>
                  <a:lnTo>
                    <a:pt x="7901" y="1837"/>
                  </a:lnTo>
                  <a:lnTo>
                    <a:pt x="7886" y="1852"/>
                  </a:lnTo>
                  <a:lnTo>
                    <a:pt x="7871" y="1852"/>
                  </a:lnTo>
                  <a:lnTo>
                    <a:pt x="7856" y="1867"/>
                  </a:lnTo>
                  <a:lnTo>
                    <a:pt x="7812" y="1897"/>
                  </a:lnTo>
                  <a:lnTo>
                    <a:pt x="7722" y="1897"/>
                  </a:lnTo>
                  <a:lnTo>
                    <a:pt x="7677" y="1867"/>
                  </a:lnTo>
                  <a:lnTo>
                    <a:pt x="7647" y="1852"/>
                  </a:lnTo>
                  <a:lnTo>
                    <a:pt x="7617" y="1852"/>
                  </a:lnTo>
                  <a:lnTo>
                    <a:pt x="7588" y="1837"/>
                  </a:lnTo>
                  <a:lnTo>
                    <a:pt x="7423" y="1837"/>
                  </a:lnTo>
                  <a:lnTo>
                    <a:pt x="7364" y="1852"/>
                  </a:lnTo>
                  <a:lnTo>
                    <a:pt x="7244" y="1852"/>
                  </a:lnTo>
                  <a:lnTo>
                    <a:pt x="7140" y="1778"/>
                  </a:lnTo>
                  <a:lnTo>
                    <a:pt x="7050" y="1688"/>
                  </a:lnTo>
                  <a:lnTo>
                    <a:pt x="6960" y="1598"/>
                  </a:lnTo>
                  <a:lnTo>
                    <a:pt x="6960" y="1583"/>
                  </a:lnTo>
                  <a:lnTo>
                    <a:pt x="6930" y="1554"/>
                  </a:lnTo>
                  <a:lnTo>
                    <a:pt x="6916" y="1539"/>
                  </a:lnTo>
                  <a:lnTo>
                    <a:pt x="6856" y="1464"/>
                  </a:lnTo>
                  <a:lnTo>
                    <a:pt x="6856" y="1389"/>
                  </a:lnTo>
                  <a:lnTo>
                    <a:pt x="6871" y="1330"/>
                  </a:lnTo>
                  <a:lnTo>
                    <a:pt x="6901" y="1270"/>
                  </a:lnTo>
                  <a:lnTo>
                    <a:pt x="6930" y="1210"/>
                  </a:lnTo>
                  <a:lnTo>
                    <a:pt x="6945" y="1150"/>
                  </a:lnTo>
                  <a:lnTo>
                    <a:pt x="6945" y="1105"/>
                  </a:lnTo>
                  <a:lnTo>
                    <a:pt x="6930" y="1091"/>
                  </a:lnTo>
                  <a:lnTo>
                    <a:pt x="6886" y="1061"/>
                  </a:lnTo>
                  <a:lnTo>
                    <a:pt x="6826" y="1046"/>
                  </a:lnTo>
                  <a:lnTo>
                    <a:pt x="6796" y="1031"/>
                  </a:lnTo>
                  <a:lnTo>
                    <a:pt x="6751" y="1016"/>
                  </a:lnTo>
                  <a:lnTo>
                    <a:pt x="6721" y="1016"/>
                  </a:lnTo>
                  <a:lnTo>
                    <a:pt x="6692" y="1001"/>
                  </a:lnTo>
                  <a:lnTo>
                    <a:pt x="6632" y="971"/>
                  </a:lnTo>
                  <a:lnTo>
                    <a:pt x="6617" y="941"/>
                  </a:lnTo>
                  <a:lnTo>
                    <a:pt x="6602" y="896"/>
                  </a:lnTo>
                  <a:lnTo>
                    <a:pt x="6617" y="852"/>
                  </a:lnTo>
                  <a:lnTo>
                    <a:pt x="6632" y="807"/>
                  </a:lnTo>
                  <a:lnTo>
                    <a:pt x="6617" y="702"/>
                  </a:lnTo>
                  <a:lnTo>
                    <a:pt x="6587" y="598"/>
                  </a:lnTo>
                  <a:lnTo>
                    <a:pt x="6527" y="553"/>
                  </a:lnTo>
                  <a:lnTo>
                    <a:pt x="6423" y="538"/>
                  </a:lnTo>
                  <a:lnTo>
                    <a:pt x="6303" y="523"/>
                  </a:lnTo>
                  <a:lnTo>
                    <a:pt x="6139" y="523"/>
                  </a:lnTo>
                  <a:lnTo>
                    <a:pt x="6064" y="508"/>
                  </a:lnTo>
                  <a:lnTo>
                    <a:pt x="5975" y="463"/>
                  </a:lnTo>
                  <a:lnTo>
                    <a:pt x="5900" y="344"/>
                  </a:lnTo>
                  <a:lnTo>
                    <a:pt x="5825" y="269"/>
                  </a:lnTo>
                  <a:lnTo>
                    <a:pt x="5751" y="284"/>
                  </a:lnTo>
                  <a:lnTo>
                    <a:pt x="5661" y="284"/>
                  </a:lnTo>
                  <a:lnTo>
                    <a:pt x="5631" y="269"/>
                  </a:lnTo>
                  <a:lnTo>
                    <a:pt x="5586" y="254"/>
                  </a:lnTo>
                  <a:lnTo>
                    <a:pt x="5556" y="224"/>
                  </a:lnTo>
                  <a:lnTo>
                    <a:pt x="5527" y="209"/>
                  </a:lnTo>
                  <a:lnTo>
                    <a:pt x="5497" y="194"/>
                  </a:lnTo>
                  <a:lnTo>
                    <a:pt x="5497" y="180"/>
                  </a:lnTo>
                  <a:lnTo>
                    <a:pt x="5482" y="165"/>
                  </a:lnTo>
                  <a:lnTo>
                    <a:pt x="5452" y="150"/>
                  </a:lnTo>
                  <a:lnTo>
                    <a:pt x="5437" y="135"/>
                  </a:lnTo>
                  <a:lnTo>
                    <a:pt x="5407" y="105"/>
                  </a:lnTo>
                  <a:lnTo>
                    <a:pt x="5392" y="75"/>
                  </a:lnTo>
                  <a:lnTo>
                    <a:pt x="5362" y="45"/>
                  </a:lnTo>
                  <a:lnTo>
                    <a:pt x="5332" y="15"/>
                  </a:lnTo>
                  <a:lnTo>
                    <a:pt x="5318"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62"/>
            <p:cNvSpPr/>
            <p:nvPr/>
          </p:nvSpPr>
          <p:spPr>
            <a:xfrm>
              <a:off x="3282025" y="2217350"/>
              <a:ext cx="345025" cy="228150"/>
            </a:xfrm>
            <a:custGeom>
              <a:rect b="b" l="l" r="r" t="t"/>
              <a:pathLst>
                <a:path extrusionOk="0" fill="none" h="9126" w="13801">
                  <a:moveTo>
                    <a:pt x="210" y="1120"/>
                  </a:moveTo>
                  <a:lnTo>
                    <a:pt x="225" y="986"/>
                  </a:lnTo>
                  <a:lnTo>
                    <a:pt x="284" y="926"/>
                  </a:lnTo>
                  <a:lnTo>
                    <a:pt x="284" y="911"/>
                  </a:lnTo>
                  <a:lnTo>
                    <a:pt x="299" y="896"/>
                  </a:lnTo>
                  <a:lnTo>
                    <a:pt x="329" y="852"/>
                  </a:lnTo>
                  <a:lnTo>
                    <a:pt x="389" y="822"/>
                  </a:lnTo>
                  <a:lnTo>
                    <a:pt x="479" y="777"/>
                  </a:lnTo>
                  <a:lnTo>
                    <a:pt x="538" y="762"/>
                  </a:lnTo>
                  <a:lnTo>
                    <a:pt x="583" y="747"/>
                  </a:lnTo>
                  <a:lnTo>
                    <a:pt x="613" y="762"/>
                  </a:lnTo>
                  <a:lnTo>
                    <a:pt x="643" y="777"/>
                  </a:lnTo>
                  <a:lnTo>
                    <a:pt x="688" y="777"/>
                  </a:lnTo>
                  <a:lnTo>
                    <a:pt x="747" y="747"/>
                  </a:lnTo>
                  <a:lnTo>
                    <a:pt x="762" y="732"/>
                  </a:lnTo>
                  <a:lnTo>
                    <a:pt x="777" y="717"/>
                  </a:lnTo>
                  <a:lnTo>
                    <a:pt x="807" y="702"/>
                  </a:lnTo>
                  <a:lnTo>
                    <a:pt x="882" y="672"/>
                  </a:lnTo>
                  <a:lnTo>
                    <a:pt x="1001" y="657"/>
                  </a:lnTo>
                  <a:lnTo>
                    <a:pt x="1076" y="672"/>
                  </a:lnTo>
                  <a:lnTo>
                    <a:pt x="1121" y="732"/>
                  </a:lnTo>
                  <a:lnTo>
                    <a:pt x="1166" y="777"/>
                  </a:lnTo>
                  <a:lnTo>
                    <a:pt x="1196" y="807"/>
                  </a:lnTo>
                  <a:lnTo>
                    <a:pt x="1210" y="807"/>
                  </a:lnTo>
                  <a:lnTo>
                    <a:pt x="1210" y="822"/>
                  </a:lnTo>
                  <a:lnTo>
                    <a:pt x="1225" y="837"/>
                  </a:lnTo>
                  <a:lnTo>
                    <a:pt x="1240" y="852"/>
                  </a:lnTo>
                  <a:lnTo>
                    <a:pt x="1270" y="926"/>
                  </a:lnTo>
                  <a:lnTo>
                    <a:pt x="1315" y="1031"/>
                  </a:lnTo>
                  <a:lnTo>
                    <a:pt x="1360" y="1150"/>
                  </a:lnTo>
                  <a:lnTo>
                    <a:pt x="1390" y="1210"/>
                  </a:lnTo>
                  <a:lnTo>
                    <a:pt x="1449" y="1315"/>
                  </a:lnTo>
                  <a:lnTo>
                    <a:pt x="1599" y="1524"/>
                  </a:lnTo>
                  <a:lnTo>
                    <a:pt x="1688" y="1628"/>
                  </a:lnTo>
                  <a:lnTo>
                    <a:pt x="1763" y="1688"/>
                  </a:lnTo>
                  <a:lnTo>
                    <a:pt x="1808" y="1703"/>
                  </a:lnTo>
                  <a:lnTo>
                    <a:pt x="1853" y="1733"/>
                  </a:lnTo>
                  <a:lnTo>
                    <a:pt x="1972" y="1792"/>
                  </a:lnTo>
                  <a:lnTo>
                    <a:pt x="2196" y="1957"/>
                  </a:lnTo>
                  <a:lnTo>
                    <a:pt x="2226" y="2061"/>
                  </a:lnTo>
                  <a:lnTo>
                    <a:pt x="2226" y="2166"/>
                  </a:lnTo>
                  <a:lnTo>
                    <a:pt x="2196" y="2241"/>
                  </a:lnTo>
                  <a:lnTo>
                    <a:pt x="2151" y="2300"/>
                  </a:lnTo>
                  <a:lnTo>
                    <a:pt x="2062" y="2315"/>
                  </a:lnTo>
                  <a:lnTo>
                    <a:pt x="2017" y="2315"/>
                  </a:lnTo>
                  <a:lnTo>
                    <a:pt x="2002" y="2315"/>
                  </a:lnTo>
                  <a:lnTo>
                    <a:pt x="1927" y="2330"/>
                  </a:lnTo>
                  <a:lnTo>
                    <a:pt x="1897" y="2255"/>
                  </a:lnTo>
                  <a:lnTo>
                    <a:pt x="1868" y="2226"/>
                  </a:lnTo>
                  <a:lnTo>
                    <a:pt x="1838" y="2211"/>
                  </a:lnTo>
                  <a:lnTo>
                    <a:pt x="1838" y="2211"/>
                  </a:lnTo>
                  <a:lnTo>
                    <a:pt x="1823" y="2211"/>
                  </a:lnTo>
                  <a:lnTo>
                    <a:pt x="1823" y="2226"/>
                  </a:lnTo>
                  <a:lnTo>
                    <a:pt x="1823" y="2226"/>
                  </a:lnTo>
                  <a:lnTo>
                    <a:pt x="1823" y="2255"/>
                  </a:lnTo>
                  <a:lnTo>
                    <a:pt x="1838" y="2300"/>
                  </a:lnTo>
                  <a:lnTo>
                    <a:pt x="1853" y="2315"/>
                  </a:lnTo>
                  <a:lnTo>
                    <a:pt x="1927" y="2420"/>
                  </a:lnTo>
                  <a:lnTo>
                    <a:pt x="1927" y="2450"/>
                  </a:lnTo>
                  <a:lnTo>
                    <a:pt x="1927" y="2465"/>
                  </a:lnTo>
                  <a:lnTo>
                    <a:pt x="1912" y="2479"/>
                  </a:lnTo>
                  <a:lnTo>
                    <a:pt x="1897" y="2494"/>
                  </a:lnTo>
                  <a:lnTo>
                    <a:pt x="1897" y="2509"/>
                  </a:lnTo>
                  <a:lnTo>
                    <a:pt x="1868" y="2509"/>
                  </a:lnTo>
                  <a:lnTo>
                    <a:pt x="1853" y="2509"/>
                  </a:lnTo>
                  <a:lnTo>
                    <a:pt x="1838" y="2494"/>
                  </a:lnTo>
                  <a:lnTo>
                    <a:pt x="1808" y="2479"/>
                  </a:lnTo>
                  <a:lnTo>
                    <a:pt x="1808" y="2479"/>
                  </a:lnTo>
                  <a:lnTo>
                    <a:pt x="1793" y="2479"/>
                  </a:lnTo>
                  <a:lnTo>
                    <a:pt x="1763" y="2465"/>
                  </a:lnTo>
                  <a:lnTo>
                    <a:pt x="1718" y="2479"/>
                  </a:lnTo>
                  <a:lnTo>
                    <a:pt x="1673" y="2509"/>
                  </a:lnTo>
                  <a:lnTo>
                    <a:pt x="1658" y="2539"/>
                  </a:lnTo>
                  <a:lnTo>
                    <a:pt x="1644" y="2539"/>
                  </a:lnTo>
                  <a:lnTo>
                    <a:pt x="1644" y="2554"/>
                  </a:lnTo>
                  <a:lnTo>
                    <a:pt x="1644" y="2554"/>
                  </a:lnTo>
                  <a:lnTo>
                    <a:pt x="1644" y="2554"/>
                  </a:lnTo>
                  <a:lnTo>
                    <a:pt x="1629" y="2569"/>
                  </a:lnTo>
                  <a:lnTo>
                    <a:pt x="1569" y="2584"/>
                  </a:lnTo>
                  <a:lnTo>
                    <a:pt x="1479" y="2599"/>
                  </a:lnTo>
                  <a:lnTo>
                    <a:pt x="1390" y="2599"/>
                  </a:lnTo>
                  <a:lnTo>
                    <a:pt x="1330" y="2569"/>
                  </a:lnTo>
                  <a:lnTo>
                    <a:pt x="1300" y="2554"/>
                  </a:lnTo>
                  <a:lnTo>
                    <a:pt x="1300" y="2539"/>
                  </a:lnTo>
                  <a:lnTo>
                    <a:pt x="1270" y="2465"/>
                  </a:lnTo>
                  <a:lnTo>
                    <a:pt x="1255" y="2405"/>
                  </a:lnTo>
                  <a:lnTo>
                    <a:pt x="1255" y="2375"/>
                  </a:lnTo>
                  <a:lnTo>
                    <a:pt x="1240" y="2330"/>
                  </a:lnTo>
                  <a:lnTo>
                    <a:pt x="1225" y="2315"/>
                  </a:lnTo>
                  <a:lnTo>
                    <a:pt x="1225" y="2300"/>
                  </a:lnTo>
                  <a:lnTo>
                    <a:pt x="1210" y="2300"/>
                  </a:lnTo>
                  <a:lnTo>
                    <a:pt x="1210" y="2300"/>
                  </a:lnTo>
                  <a:lnTo>
                    <a:pt x="1210" y="2300"/>
                  </a:lnTo>
                  <a:lnTo>
                    <a:pt x="1196" y="2300"/>
                  </a:lnTo>
                  <a:lnTo>
                    <a:pt x="1181" y="2300"/>
                  </a:lnTo>
                  <a:lnTo>
                    <a:pt x="1166" y="2300"/>
                  </a:lnTo>
                  <a:lnTo>
                    <a:pt x="1151" y="2315"/>
                  </a:lnTo>
                  <a:lnTo>
                    <a:pt x="1151" y="2345"/>
                  </a:lnTo>
                  <a:lnTo>
                    <a:pt x="1136" y="2375"/>
                  </a:lnTo>
                  <a:lnTo>
                    <a:pt x="1106" y="2405"/>
                  </a:lnTo>
                  <a:lnTo>
                    <a:pt x="1091" y="2420"/>
                  </a:lnTo>
                  <a:lnTo>
                    <a:pt x="1091" y="2435"/>
                  </a:lnTo>
                  <a:lnTo>
                    <a:pt x="1076" y="2435"/>
                  </a:lnTo>
                  <a:lnTo>
                    <a:pt x="1061" y="2435"/>
                  </a:lnTo>
                  <a:lnTo>
                    <a:pt x="1061" y="2435"/>
                  </a:lnTo>
                  <a:lnTo>
                    <a:pt x="1046" y="2420"/>
                  </a:lnTo>
                  <a:lnTo>
                    <a:pt x="1031" y="2420"/>
                  </a:lnTo>
                  <a:lnTo>
                    <a:pt x="1016" y="2390"/>
                  </a:lnTo>
                  <a:lnTo>
                    <a:pt x="1001" y="2360"/>
                  </a:lnTo>
                  <a:lnTo>
                    <a:pt x="1001" y="2345"/>
                  </a:lnTo>
                  <a:lnTo>
                    <a:pt x="1001" y="2330"/>
                  </a:lnTo>
                  <a:lnTo>
                    <a:pt x="986" y="2315"/>
                  </a:lnTo>
                  <a:lnTo>
                    <a:pt x="957" y="2330"/>
                  </a:lnTo>
                  <a:lnTo>
                    <a:pt x="942" y="2345"/>
                  </a:lnTo>
                  <a:lnTo>
                    <a:pt x="927" y="2360"/>
                  </a:lnTo>
                  <a:lnTo>
                    <a:pt x="897" y="2375"/>
                  </a:lnTo>
                  <a:lnTo>
                    <a:pt x="867" y="2375"/>
                  </a:lnTo>
                  <a:lnTo>
                    <a:pt x="867" y="2375"/>
                  </a:lnTo>
                  <a:lnTo>
                    <a:pt x="852" y="2375"/>
                  </a:lnTo>
                  <a:lnTo>
                    <a:pt x="777" y="2390"/>
                  </a:lnTo>
                  <a:lnTo>
                    <a:pt x="733" y="2360"/>
                  </a:lnTo>
                  <a:lnTo>
                    <a:pt x="718" y="2345"/>
                  </a:lnTo>
                  <a:lnTo>
                    <a:pt x="703" y="2330"/>
                  </a:lnTo>
                  <a:lnTo>
                    <a:pt x="703" y="2315"/>
                  </a:lnTo>
                  <a:lnTo>
                    <a:pt x="688" y="2315"/>
                  </a:lnTo>
                  <a:lnTo>
                    <a:pt x="688" y="2285"/>
                  </a:lnTo>
                  <a:lnTo>
                    <a:pt x="673" y="2270"/>
                  </a:lnTo>
                  <a:lnTo>
                    <a:pt x="673" y="2270"/>
                  </a:lnTo>
                  <a:lnTo>
                    <a:pt x="658" y="2226"/>
                  </a:lnTo>
                  <a:lnTo>
                    <a:pt x="628" y="2196"/>
                  </a:lnTo>
                  <a:lnTo>
                    <a:pt x="613" y="2181"/>
                  </a:lnTo>
                  <a:lnTo>
                    <a:pt x="598" y="2136"/>
                  </a:lnTo>
                  <a:lnTo>
                    <a:pt x="538" y="2017"/>
                  </a:lnTo>
                  <a:lnTo>
                    <a:pt x="479" y="1867"/>
                  </a:lnTo>
                  <a:lnTo>
                    <a:pt x="434" y="1778"/>
                  </a:lnTo>
                  <a:lnTo>
                    <a:pt x="389" y="1688"/>
                  </a:lnTo>
                  <a:lnTo>
                    <a:pt x="359" y="1583"/>
                  </a:lnTo>
                  <a:lnTo>
                    <a:pt x="344" y="1539"/>
                  </a:lnTo>
                  <a:lnTo>
                    <a:pt x="329" y="1509"/>
                  </a:lnTo>
                  <a:lnTo>
                    <a:pt x="329" y="1479"/>
                  </a:lnTo>
                  <a:lnTo>
                    <a:pt x="344" y="1374"/>
                  </a:lnTo>
                  <a:lnTo>
                    <a:pt x="314" y="1330"/>
                  </a:lnTo>
                  <a:lnTo>
                    <a:pt x="299" y="1315"/>
                  </a:lnTo>
                  <a:lnTo>
                    <a:pt x="284" y="1300"/>
                  </a:lnTo>
                  <a:lnTo>
                    <a:pt x="270" y="1285"/>
                  </a:lnTo>
                  <a:lnTo>
                    <a:pt x="255" y="1270"/>
                  </a:lnTo>
                  <a:lnTo>
                    <a:pt x="210" y="1225"/>
                  </a:lnTo>
                  <a:close/>
                  <a:moveTo>
                    <a:pt x="135" y="1359"/>
                  </a:moveTo>
                  <a:lnTo>
                    <a:pt x="180" y="1449"/>
                  </a:lnTo>
                  <a:lnTo>
                    <a:pt x="225" y="1509"/>
                  </a:lnTo>
                  <a:lnTo>
                    <a:pt x="344" y="1718"/>
                  </a:lnTo>
                  <a:lnTo>
                    <a:pt x="419" y="1942"/>
                  </a:lnTo>
                  <a:lnTo>
                    <a:pt x="538" y="2121"/>
                  </a:lnTo>
                  <a:lnTo>
                    <a:pt x="583" y="2315"/>
                  </a:lnTo>
                  <a:lnTo>
                    <a:pt x="583" y="2360"/>
                  </a:lnTo>
                  <a:lnTo>
                    <a:pt x="583" y="2405"/>
                  </a:lnTo>
                  <a:lnTo>
                    <a:pt x="598" y="2435"/>
                  </a:lnTo>
                  <a:lnTo>
                    <a:pt x="613" y="2479"/>
                  </a:lnTo>
                  <a:lnTo>
                    <a:pt x="613" y="2524"/>
                  </a:lnTo>
                  <a:lnTo>
                    <a:pt x="598" y="2554"/>
                  </a:lnTo>
                  <a:lnTo>
                    <a:pt x="598" y="2584"/>
                  </a:lnTo>
                  <a:lnTo>
                    <a:pt x="583" y="2614"/>
                  </a:lnTo>
                  <a:lnTo>
                    <a:pt x="568" y="2629"/>
                  </a:lnTo>
                  <a:lnTo>
                    <a:pt x="553" y="2644"/>
                  </a:lnTo>
                  <a:lnTo>
                    <a:pt x="523" y="2733"/>
                  </a:lnTo>
                  <a:lnTo>
                    <a:pt x="523" y="2913"/>
                  </a:lnTo>
                  <a:lnTo>
                    <a:pt x="523" y="3032"/>
                  </a:lnTo>
                  <a:lnTo>
                    <a:pt x="568" y="3152"/>
                  </a:lnTo>
                  <a:lnTo>
                    <a:pt x="643" y="3316"/>
                  </a:lnTo>
                  <a:lnTo>
                    <a:pt x="703" y="3391"/>
                  </a:lnTo>
                  <a:lnTo>
                    <a:pt x="718" y="3420"/>
                  </a:lnTo>
                  <a:lnTo>
                    <a:pt x="733" y="3435"/>
                  </a:lnTo>
                  <a:lnTo>
                    <a:pt x="733" y="3450"/>
                  </a:lnTo>
                  <a:lnTo>
                    <a:pt x="747" y="3450"/>
                  </a:lnTo>
                  <a:lnTo>
                    <a:pt x="747" y="3450"/>
                  </a:lnTo>
                  <a:lnTo>
                    <a:pt x="747" y="3450"/>
                  </a:lnTo>
                  <a:lnTo>
                    <a:pt x="747" y="3450"/>
                  </a:lnTo>
                  <a:lnTo>
                    <a:pt x="762" y="3435"/>
                  </a:lnTo>
                  <a:lnTo>
                    <a:pt x="762" y="3405"/>
                  </a:lnTo>
                  <a:lnTo>
                    <a:pt x="747" y="3376"/>
                  </a:lnTo>
                  <a:lnTo>
                    <a:pt x="733" y="3331"/>
                  </a:lnTo>
                  <a:lnTo>
                    <a:pt x="733" y="3301"/>
                  </a:lnTo>
                  <a:lnTo>
                    <a:pt x="733" y="3271"/>
                  </a:lnTo>
                  <a:lnTo>
                    <a:pt x="747" y="3241"/>
                  </a:lnTo>
                  <a:lnTo>
                    <a:pt x="792" y="3241"/>
                  </a:lnTo>
                  <a:lnTo>
                    <a:pt x="882" y="3241"/>
                  </a:lnTo>
                  <a:lnTo>
                    <a:pt x="927" y="3256"/>
                  </a:lnTo>
                  <a:lnTo>
                    <a:pt x="971" y="3286"/>
                  </a:lnTo>
                  <a:lnTo>
                    <a:pt x="1001" y="3316"/>
                  </a:lnTo>
                  <a:lnTo>
                    <a:pt x="1046" y="3316"/>
                  </a:lnTo>
                  <a:lnTo>
                    <a:pt x="1091" y="3301"/>
                  </a:lnTo>
                  <a:lnTo>
                    <a:pt x="1121" y="3286"/>
                  </a:lnTo>
                  <a:lnTo>
                    <a:pt x="1121" y="3286"/>
                  </a:lnTo>
                  <a:lnTo>
                    <a:pt x="1121" y="3286"/>
                  </a:lnTo>
                  <a:lnTo>
                    <a:pt x="1151" y="3271"/>
                  </a:lnTo>
                  <a:lnTo>
                    <a:pt x="1196" y="3271"/>
                  </a:lnTo>
                  <a:lnTo>
                    <a:pt x="1210" y="3271"/>
                  </a:lnTo>
                  <a:lnTo>
                    <a:pt x="1210" y="3286"/>
                  </a:lnTo>
                  <a:lnTo>
                    <a:pt x="1255" y="3301"/>
                  </a:lnTo>
                  <a:lnTo>
                    <a:pt x="1270" y="3331"/>
                  </a:lnTo>
                  <a:lnTo>
                    <a:pt x="1270" y="3331"/>
                  </a:lnTo>
                  <a:lnTo>
                    <a:pt x="1285" y="3331"/>
                  </a:lnTo>
                  <a:lnTo>
                    <a:pt x="1285" y="3331"/>
                  </a:lnTo>
                  <a:lnTo>
                    <a:pt x="1300" y="3376"/>
                  </a:lnTo>
                  <a:lnTo>
                    <a:pt x="1315" y="3420"/>
                  </a:lnTo>
                  <a:lnTo>
                    <a:pt x="1315" y="3450"/>
                  </a:lnTo>
                  <a:lnTo>
                    <a:pt x="1285" y="3480"/>
                  </a:lnTo>
                  <a:lnTo>
                    <a:pt x="1270" y="3495"/>
                  </a:lnTo>
                  <a:lnTo>
                    <a:pt x="1270" y="3495"/>
                  </a:lnTo>
                  <a:lnTo>
                    <a:pt x="1255" y="3510"/>
                  </a:lnTo>
                  <a:lnTo>
                    <a:pt x="1255" y="3525"/>
                  </a:lnTo>
                  <a:lnTo>
                    <a:pt x="1255" y="3555"/>
                  </a:lnTo>
                  <a:lnTo>
                    <a:pt x="1270" y="3570"/>
                  </a:lnTo>
                  <a:lnTo>
                    <a:pt x="1285" y="3600"/>
                  </a:lnTo>
                  <a:lnTo>
                    <a:pt x="1315" y="3615"/>
                  </a:lnTo>
                  <a:lnTo>
                    <a:pt x="1345" y="3644"/>
                  </a:lnTo>
                  <a:lnTo>
                    <a:pt x="1375" y="3644"/>
                  </a:lnTo>
                  <a:lnTo>
                    <a:pt x="1420" y="3659"/>
                  </a:lnTo>
                  <a:lnTo>
                    <a:pt x="1449" y="3689"/>
                  </a:lnTo>
                  <a:lnTo>
                    <a:pt x="1464" y="3719"/>
                  </a:lnTo>
                  <a:lnTo>
                    <a:pt x="1494" y="3734"/>
                  </a:lnTo>
                  <a:lnTo>
                    <a:pt x="1509" y="3749"/>
                  </a:lnTo>
                  <a:lnTo>
                    <a:pt x="1539" y="3764"/>
                  </a:lnTo>
                  <a:lnTo>
                    <a:pt x="1554" y="3794"/>
                  </a:lnTo>
                  <a:lnTo>
                    <a:pt x="1569" y="3809"/>
                  </a:lnTo>
                  <a:lnTo>
                    <a:pt x="1569" y="3839"/>
                  </a:lnTo>
                  <a:lnTo>
                    <a:pt x="1539" y="3868"/>
                  </a:lnTo>
                  <a:lnTo>
                    <a:pt x="1494" y="3868"/>
                  </a:lnTo>
                  <a:lnTo>
                    <a:pt x="1479" y="3868"/>
                  </a:lnTo>
                  <a:lnTo>
                    <a:pt x="1464" y="3883"/>
                  </a:lnTo>
                  <a:lnTo>
                    <a:pt x="1464" y="3883"/>
                  </a:lnTo>
                  <a:lnTo>
                    <a:pt x="1434" y="3913"/>
                  </a:lnTo>
                  <a:lnTo>
                    <a:pt x="1360" y="3913"/>
                  </a:lnTo>
                  <a:lnTo>
                    <a:pt x="1300" y="3898"/>
                  </a:lnTo>
                  <a:lnTo>
                    <a:pt x="1210" y="3883"/>
                  </a:lnTo>
                  <a:lnTo>
                    <a:pt x="1181" y="3883"/>
                  </a:lnTo>
                  <a:lnTo>
                    <a:pt x="1151" y="3883"/>
                  </a:lnTo>
                  <a:lnTo>
                    <a:pt x="1106" y="3883"/>
                  </a:lnTo>
                  <a:lnTo>
                    <a:pt x="1076" y="3883"/>
                  </a:lnTo>
                  <a:lnTo>
                    <a:pt x="1046" y="3898"/>
                  </a:lnTo>
                  <a:lnTo>
                    <a:pt x="1046" y="3913"/>
                  </a:lnTo>
                  <a:lnTo>
                    <a:pt x="1046" y="3913"/>
                  </a:lnTo>
                  <a:lnTo>
                    <a:pt x="1046" y="3928"/>
                  </a:lnTo>
                  <a:lnTo>
                    <a:pt x="1046" y="3943"/>
                  </a:lnTo>
                  <a:lnTo>
                    <a:pt x="1061" y="3973"/>
                  </a:lnTo>
                  <a:lnTo>
                    <a:pt x="1061" y="3988"/>
                  </a:lnTo>
                  <a:lnTo>
                    <a:pt x="1061" y="3988"/>
                  </a:lnTo>
                  <a:lnTo>
                    <a:pt x="1076" y="4003"/>
                  </a:lnTo>
                  <a:lnTo>
                    <a:pt x="1091" y="4003"/>
                  </a:lnTo>
                  <a:lnTo>
                    <a:pt x="1091" y="4018"/>
                  </a:lnTo>
                  <a:lnTo>
                    <a:pt x="1121" y="4078"/>
                  </a:lnTo>
                  <a:lnTo>
                    <a:pt x="1121" y="4137"/>
                  </a:lnTo>
                  <a:lnTo>
                    <a:pt x="1121" y="4167"/>
                  </a:lnTo>
                  <a:lnTo>
                    <a:pt x="1121" y="4182"/>
                  </a:lnTo>
                  <a:lnTo>
                    <a:pt x="1136" y="4167"/>
                  </a:lnTo>
                  <a:lnTo>
                    <a:pt x="1136" y="4167"/>
                  </a:lnTo>
                  <a:lnTo>
                    <a:pt x="1151" y="4152"/>
                  </a:lnTo>
                  <a:lnTo>
                    <a:pt x="1181" y="4092"/>
                  </a:lnTo>
                  <a:lnTo>
                    <a:pt x="1196" y="4033"/>
                  </a:lnTo>
                  <a:lnTo>
                    <a:pt x="1210" y="4033"/>
                  </a:lnTo>
                  <a:lnTo>
                    <a:pt x="1210" y="4033"/>
                  </a:lnTo>
                  <a:lnTo>
                    <a:pt x="1210" y="4018"/>
                  </a:lnTo>
                  <a:lnTo>
                    <a:pt x="1210" y="4018"/>
                  </a:lnTo>
                  <a:lnTo>
                    <a:pt x="1240" y="4018"/>
                  </a:lnTo>
                  <a:lnTo>
                    <a:pt x="1270" y="4018"/>
                  </a:lnTo>
                  <a:lnTo>
                    <a:pt x="1315" y="4018"/>
                  </a:lnTo>
                  <a:lnTo>
                    <a:pt x="1360" y="4048"/>
                  </a:lnTo>
                  <a:lnTo>
                    <a:pt x="1405" y="4078"/>
                  </a:lnTo>
                  <a:lnTo>
                    <a:pt x="1449" y="4107"/>
                  </a:lnTo>
                  <a:lnTo>
                    <a:pt x="1509" y="4167"/>
                  </a:lnTo>
                  <a:lnTo>
                    <a:pt x="1539" y="4212"/>
                  </a:lnTo>
                  <a:lnTo>
                    <a:pt x="1584" y="4242"/>
                  </a:lnTo>
                  <a:lnTo>
                    <a:pt x="1629" y="4272"/>
                  </a:lnTo>
                  <a:lnTo>
                    <a:pt x="1673" y="4316"/>
                  </a:lnTo>
                  <a:lnTo>
                    <a:pt x="1748" y="4376"/>
                  </a:lnTo>
                  <a:lnTo>
                    <a:pt x="1808" y="4421"/>
                  </a:lnTo>
                  <a:lnTo>
                    <a:pt x="1868" y="4481"/>
                  </a:lnTo>
                  <a:lnTo>
                    <a:pt x="1912" y="4526"/>
                  </a:lnTo>
                  <a:lnTo>
                    <a:pt x="1942" y="4570"/>
                  </a:lnTo>
                  <a:lnTo>
                    <a:pt x="1972" y="4645"/>
                  </a:lnTo>
                  <a:lnTo>
                    <a:pt x="1972" y="4690"/>
                  </a:lnTo>
                  <a:lnTo>
                    <a:pt x="1972" y="4690"/>
                  </a:lnTo>
                  <a:lnTo>
                    <a:pt x="1957" y="4705"/>
                  </a:lnTo>
                  <a:lnTo>
                    <a:pt x="1927" y="4839"/>
                  </a:lnTo>
                  <a:lnTo>
                    <a:pt x="1912" y="5078"/>
                  </a:lnTo>
                  <a:lnTo>
                    <a:pt x="1912" y="5168"/>
                  </a:lnTo>
                  <a:lnTo>
                    <a:pt x="1912" y="5213"/>
                  </a:lnTo>
                  <a:lnTo>
                    <a:pt x="1912" y="5257"/>
                  </a:lnTo>
                  <a:lnTo>
                    <a:pt x="1942" y="5347"/>
                  </a:lnTo>
                  <a:lnTo>
                    <a:pt x="1987" y="5452"/>
                  </a:lnTo>
                  <a:lnTo>
                    <a:pt x="1987" y="5511"/>
                  </a:lnTo>
                  <a:lnTo>
                    <a:pt x="1972" y="5526"/>
                  </a:lnTo>
                  <a:lnTo>
                    <a:pt x="1987" y="5556"/>
                  </a:lnTo>
                  <a:lnTo>
                    <a:pt x="1987" y="5601"/>
                  </a:lnTo>
                  <a:lnTo>
                    <a:pt x="1972" y="5646"/>
                  </a:lnTo>
                  <a:lnTo>
                    <a:pt x="1972" y="5810"/>
                  </a:lnTo>
                  <a:lnTo>
                    <a:pt x="2002" y="5959"/>
                  </a:lnTo>
                  <a:lnTo>
                    <a:pt x="2032" y="6034"/>
                  </a:lnTo>
                  <a:lnTo>
                    <a:pt x="2077" y="6168"/>
                  </a:lnTo>
                  <a:lnTo>
                    <a:pt x="2107" y="6318"/>
                  </a:lnTo>
                  <a:lnTo>
                    <a:pt x="2121" y="6437"/>
                  </a:lnTo>
                  <a:lnTo>
                    <a:pt x="2121" y="6467"/>
                  </a:lnTo>
                  <a:lnTo>
                    <a:pt x="2121" y="6497"/>
                  </a:lnTo>
                  <a:lnTo>
                    <a:pt x="2181" y="6512"/>
                  </a:lnTo>
                  <a:lnTo>
                    <a:pt x="2196" y="6527"/>
                  </a:lnTo>
                  <a:lnTo>
                    <a:pt x="2211" y="6527"/>
                  </a:lnTo>
                  <a:lnTo>
                    <a:pt x="2226" y="6527"/>
                  </a:lnTo>
                  <a:lnTo>
                    <a:pt x="2331" y="6527"/>
                  </a:lnTo>
                  <a:lnTo>
                    <a:pt x="2480" y="6482"/>
                  </a:lnTo>
                  <a:lnTo>
                    <a:pt x="2555" y="6437"/>
                  </a:lnTo>
                  <a:lnTo>
                    <a:pt x="2584" y="6422"/>
                  </a:lnTo>
                  <a:lnTo>
                    <a:pt x="2644" y="6377"/>
                  </a:lnTo>
                  <a:lnTo>
                    <a:pt x="2704" y="6363"/>
                  </a:lnTo>
                  <a:lnTo>
                    <a:pt x="2764" y="6363"/>
                  </a:lnTo>
                  <a:lnTo>
                    <a:pt x="2794" y="6363"/>
                  </a:lnTo>
                  <a:lnTo>
                    <a:pt x="2838" y="6363"/>
                  </a:lnTo>
                  <a:lnTo>
                    <a:pt x="2868" y="6318"/>
                  </a:lnTo>
                  <a:lnTo>
                    <a:pt x="2898" y="6243"/>
                  </a:lnTo>
                  <a:lnTo>
                    <a:pt x="2898" y="6168"/>
                  </a:lnTo>
                  <a:lnTo>
                    <a:pt x="2913" y="6124"/>
                  </a:lnTo>
                  <a:lnTo>
                    <a:pt x="2913" y="6064"/>
                  </a:lnTo>
                  <a:lnTo>
                    <a:pt x="2958" y="5929"/>
                  </a:lnTo>
                  <a:lnTo>
                    <a:pt x="3077" y="5810"/>
                  </a:lnTo>
                  <a:lnTo>
                    <a:pt x="3242" y="5676"/>
                  </a:lnTo>
                  <a:lnTo>
                    <a:pt x="3376" y="5601"/>
                  </a:lnTo>
                  <a:lnTo>
                    <a:pt x="3630" y="5571"/>
                  </a:lnTo>
                  <a:lnTo>
                    <a:pt x="4048" y="5616"/>
                  </a:lnTo>
                  <a:lnTo>
                    <a:pt x="4123" y="5616"/>
                  </a:lnTo>
                  <a:lnTo>
                    <a:pt x="4168" y="5616"/>
                  </a:lnTo>
                  <a:lnTo>
                    <a:pt x="4182" y="5616"/>
                  </a:lnTo>
                  <a:lnTo>
                    <a:pt x="4197" y="5586"/>
                  </a:lnTo>
                  <a:lnTo>
                    <a:pt x="4212" y="5556"/>
                  </a:lnTo>
                  <a:lnTo>
                    <a:pt x="4227" y="5496"/>
                  </a:lnTo>
                  <a:lnTo>
                    <a:pt x="4227" y="5452"/>
                  </a:lnTo>
                  <a:lnTo>
                    <a:pt x="4257" y="5392"/>
                  </a:lnTo>
                  <a:lnTo>
                    <a:pt x="4302" y="5362"/>
                  </a:lnTo>
                  <a:lnTo>
                    <a:pt x="4377" y="5347"/>
                  </a:lnTo>
                  <a:lnTo>
                    <a:pt x="4466" y="5332"/>
                  </a:lnTo>
                  <a:lnTo>
                    <a:pt x="4556" y="5332"/>
                  </a:lnTo>
                  <a:lnTo>
                    <a:pt x="4645" y="5347"/>
                  </a:lnTo>
                  <a:lnTo>
                    <a:pt x="4690" y="5377"/>
                  </a:lnTo>
                  <a:lnTo>
                    <a:pt x="4705" y="5392"/>
                  </a:lnTo>
                  <a:lnTo>
                    <a:pt x="4720" y="5407"/>
                  </a:lnTo>
                  <a:lnTo>
                    <a:pt x="4780" y="5466"/>
                  </a:lnTo>
                  <a:lnTo>
                    <a:pt x="4840" y="5481"/>
                  </a:lnTo>
                  <a:lnTo>
                    <a:pt x="4855" y="5466"/>
                  </a:lnTo>
                  <a:lnTo>
                    <a:pt x="4884" y="5422"/>
                  </a:lnTo>
                  <a:lnTo>
                    <a:pt x="4914" y="5377"/>
                  </a:lnTo>
                  <a:lnTo>
                    <a:pt x="4989" y="5347"/>
                  </a:lnTo>
                  <a:lnTo>
                    <a:pt x="5034" y="5362"/>
                  </a:lnTo>
                  <a:lnTo>
                    <a:pt x="5093" y="5392"/>
                  </a:lnTo>
                  <a:lnTo>
                    <a:pt x="5138" y="5452"/>
                  </a:lnTo>
                  <a:lnTo>
                    <a:pt x="5168" y="5511"/>
                  </a:lnTo>
                  <a:lnTo>
                    <a:pt x="5168" y="5526"/>
                  </a:lnTo>
                  <a:lnTo>
                    <a:pt x="5183" y="5541"/>
                  </a:lnTo>
                  <a:lnTo>
                    <a:pt x="5213" y="5661"/>
                  </a:lnTo>
                  <a:lnTo>
                    <a:pt x="5318" y="5735"/>
                  </a:lnTo>
                  <a:lnTo>
                    <a:pt x="5407" y="5765"/>
                  </a:lnTo>
                  <a:lnTo>
                    <a:pt x="5542" y="5795"/>
                  </a:lnTo>
                  <a:lnTo>
                    <a:pt x="5691" y="5825"/>
                  </a:lnTo>
                  <a:lnTo>
                    <a:pt x="5930" y="5900"/>
                  </a:lnTo>
                  <a:lnTo>
                    <a:pt x="5990" y="5959"/>
                  </a:lnTo>
                  <a:lnTo>
                    <a:pt x="6064" y="6049"/>
                  </a:lnTo>
                  <a:lnTo>
                    <a:pt x="6124" y="6094"/>
                  </a:lnTo>
                  <a:lnTo>
                    <a:pt x="6214" y="6109"/>
                  </a:lnTo>
                  <a:lnTo>
                    <a:pt x="6318" y="6094"/>
                  </a:lnTo>
                  <a:lnTo>
                    <a:pt x="6542" y="6079"/>
                  </a:lnTo>
                  <a:lnTo>
                    <a:pt x="6856" y="6139"/>
                  </a:lnTo>
                  <a:lnTo>
                    <a:pt x="6975" y="6168"/>
                  </a:lnTo>
                  <a:lnTo>
                    <a:pt x="7140" y="6273"/>
                  </a:lnTo>
                  <a:lnTo>
                    <a:pt x="7184" y="6348"/>
                  </a:lnTo>
                  <a:lnTo>
                    <a:pt x="7244" y="6497"/>
                  </a:lnTo>
                  <a:lnTo>
                    <a:pt x="7319" y="6601"/>
                  </a:lnTo>
                  <a:lnTo>
                    <a:pt x="7393" y="6691"/>
                  </a:lnTo>
                  <a:lnTo>
                    <a:pt x="7483" y="6736"/>
                  </a:lnTo>
                  <a:lnTo>
                    <a:pt x="7558" y="6766"/>
                  </a:lnTo>
                  <a:lnTo>
                    <a:pt x="7632" y="6781"/>
                  </a:lnTo>
                  <a:lnTo>
                    <a:pt x="7767" y="6811"/>
                  </a:lnTo>
                  <a:lnTo>
                    <a:pt x="7916" y="6915"/>
                  </a:lnTo>
                  <a:lnTo>
                    <a:pt x="8006" y="7020"/>
                  </a:lnTo>
                  <a:lnTo>
                    <a:pt x="8066" y="7139"/>
                  </a:lnTo>
                  <a:lnTo>
                    <a:pt x="8110" y="7229"/>
                  </a:lnTo>
                  <a:lnTo>
                    <a:pt x="8185" y="7348"/>
                  </a:lnTo>
                  <a:lnTo>
                    <a:pt x="8245" y="7363"/>
                  </a:lnTo>
                  <a:lnTo>
                    <a:pt x="8334" y="7348"/>
                  </a:lnTo>
                  <a:lnTo>
                    <a:pt x="8454" y="7348"/>
                  </a:lnTo>
                  <a:lnTo>
                    <a:pt x="8663" y="7318"/>
                  </a:lnTo>
                  <a:lnTo>
                    <a:pt x="8947" y="7318"/>
                  </a:lnTo>
                  <a:lnTo>
                    <a:pt x="9021" y="7363"/>
                  </a:lnTo>
                  <a:lnTo>
                    <a:pt x="9036" y="7393"/>
                  </a:lnTo>
                  <a:lnTo>
                    <a:pt x="9051" y="7423"/>
                  </a:lnTo>
                  <a:lnTo>
                    <a:pt x="9051" y="7498"/>
                  </a:lnTo>
                  <a:lnTo>
                    <a:pt x="9036" y="7572"/>
                  </a:lnTo>
                  <a:lnTo>
                    <a:pt x="9021" y="7677"/>
                  </a:lnTo>
                  <a:lnTo>
                    <a:pt x="9066" y="7781"/>
                  </a:lnTo>
                  <a:lnTo>
                    <a:pt x="9096" y="7826"/>
                  </a:lnTo>
                  <a:lnTo>
                    <a:pt x="9111" y="7856"/>
                  </a:lnTo>
                  <a:lnTo>
                    <a:pt x="9171" y="7946"/>
                  </a:lnTo>
                  <a:lnTo>
                    <a:pt x="9171" y="8020"/>
                  </a:lnTo>
                  <a:lnTo>
                    <a:pt x="9171" y="8080"/>
                  </a:lnTo>
                  <a:lnTo>
                    <a:pt x="9141" y="8125"/>
                  </a:lnTo>
                  <a:lnTo>
                    <a:pt x="9126" y="8170"/>
                  </a:lnTo>
                  <a:lnTo>
                    <a:pt x="9141" y="8200"/>
                  </a:lnTo>
                  <a:lnTo>
                    <a:pt x="9201" y="8304"/>
                  </a:lnTo>
                  <a:lnTo>
                    <a:pt x="9260" y="8453"/>
                  </a:lnTo>
                  <a:lnTo>
                    <a:pt x="9290" y="8513"/>
                  </a:lnTo>
                  <a:lnTo>
                    <a:pt x="9305" y="8558"/>
                  </a:lnTo>
                  <a:lnTo>
                    <a:pt x="9305" y="8558"/>
                  </a:lnTo>
                  <a:lnTo>
                    <a:pt x="9320" y="8573"/>
                  </a:lnTo>
                  <a:lnTo>
                    <a:pt x="9380" y="8633"/>
                  </a:lnTo>
                  <a:lnTo>
                    <a:pt x="9469" y="8677"/>
                  </a:lnTo>
                  <a:lnTo>
                    <a:pt x="9559" y="8722"/>
                  </a:lnTo>
                  <a:lnTo>
                    <a:pt x="9619" y="8767"/>
                  </a:lnTo>
                  <a:lnTo>
                    <a:pt x="9678" y="8827"/>
                  </a:lnTo>
                  <a:lnTo>
                    <a:pt x="9738" y="8842"/>
                  </a:lnTo>
                  <a:lnTo>
                    <a:pt x="9798" y="8857"/>
                  </a:lnTo>
                  <a:lnTo>
                    <a:pt x="9843" y="8827"/>
                  </a:lnTo>
                  <a:lnTo>
                    <a:pt x="9932" y="8797"/>
                  </a:lnTo>
                  <a:lnTo>
                    <a:pt x="10037" y="8812"/>
                  </a:lnTo>
                  <a:lnTo>
                    <a:pt x="10141" y="8842"/>
                  </a:lnTo>
                  <a:lnTo>
                    <a:pt x="10216" y="8916"/>
                  </a:lnTo>
                  <a:lnTo>
                    <a:pt x="10246" y="8961"/>
                  </a:lnTo>
                  <a:lnTo>
                    <a:pt x="10261" y="9021"/>
                  </a:lnTo>
                  <a:lnTo>
                    <a:pt x="10306" y="9081"/>
                  </a:lnTo>
                  <a:lnTo>
                    <a:pt x="10336" y="9125"/>
                  </a:lnTo>
                  <a:lnTo>
                    <a:pt x="10336" y="9125"/>
                  </a:lnTo>
                  <a:lnTo>
                    <a:pt x="10336" y="9111"/>
                  </a:lnTo>
                  <a:lnTo>
                    <a:pt x="10380" y="9036"/>
                  </a:lnTo>
                  <a:lnTo>
                    <a:pt x="10440" y="8991"/>
                  </a:lnTo>
                  <a:lnTo>
                    <a:pt x="10470" y="8976"/>
                  </a:lnTo>
                  <a:lnTo>
                    <a:pt x="10485" y="8976"/>
                  </a:lnTo>
                  <a:lnTo>
                    <a:pt x="10500" y="8976"/>
                  </a:lnTo>
                  <a:lnTo>
                    <a:pt x="10515" y="8976"/>
                  </a:lnTo>
                  <a:lnTo>
                    <a:pt x="10545" y="8976"/>
                  </a:lnTo>
                  <a:lnTo>
                    <a:pt x="10560" y="8991"/>
                  </a:lnTo>
                  <a:lnTo>
                    <a:pt x="10575" y="9021"/>
                  </a:lnTo>
                  <a:lnTo>
                    <a:pt x="10589" y="9021"/>
                  </a:lnTo>
                  <a:lnTo>
                    <a:pt x="10589" y="9036"/>
                  </a:lnTo>
                  <a:lnTo>
                    <a:pt x="10604" y="9051"/>
                  </a:lnTo>
                  <a:lnTo>
                    <a:pt x="10619" y="9051"/>
                  </a:lnTo>
                  <a:lnTo>
                    <a:pt x="10649" y="9051"/>
                  </a:lnTo>
                  <a:lnTo>
                    <a:pt x="10664" y="9036"/>
                  </a:lnTo>
                  <a:lnTo>
                    <a:pt x="10694" y="9021"/>
                  </a:lnTo>
                  <a:lnTo>
                    <a:pt x="10724" y="8991"/>
                  </a:lnTo>
                  <a:lnTo>
                    <a:pt x="10799" y="8931"/>
                  </a:lnTo>
                  <a:lnTo>
                    <a:pt x="10858" y="8887"/>
                  </a:lnTo>
                  <a:lnTo>
                    <a:pt x="10933" y="8827"/>
                  </a:lnTo>
                  <a:lnTo>
                    <a:pt x="10978" y="8782"/>
                  </a:lnTo>
                  <a:lnTo>
                    <a:pt x="10993" y="8752"/>
                  </a:lnTo>
                  <a:lnTo>
                    <a:pt x="11023" y="8662"/>
                  </a:lnTo>
                  <a:lnTo>
                    <a:pt x="11082" y="8573"/>
                  </a:lnTo>
                  <a:lnTo>
                    <a:pt x="11097" y="8558"/>
                  </a:lnTo>
                  <a:lnTo>
                    <a:pt x="11097" y="8558"/>
                  </a:lnTo>
                  <a:lnTo>
                    <a:pt x="11097" y="8543"/>
                  </a:lnTo>
                  <a:lnTo>
                    <a:pt x="11082" y="8528"/>
                  </a:lnTo>
                  <a:lnTo>
                    <a:pt x="11067" y="8528"/>
                  </a:lnTo>
                  <a:lnTo>
                    <a:pt x="11052" y="8513"/>
                  </a:lnTo>
                  <a:lnTo>
                    <a:pt x="11023" y="8498"/>
                  </a:lnTo>
                  <a:lnTo>
                    <a:pt x="11008" y="8453"/>
                  </a:lnTo>
                  <a:lnTo>
                    <a:pt x="10978" y="8424"/>
                  </a:lnTo>
                  <a:lnTo>
                    <a:pt x="10978" y="8394"/>
                  </a:lnTo>
                  <a:lnTo>
                    <a:pt x="10978" y="8364"/>
                  </a:lnTo>
                  <a:lnTo>
                    <a:pt x="10978" y="8334"/>
                  </a:lnTo>
                  <a:lnTo>
                    <a:pt x="10993" y="8304"/>
                  </a:lnTo>
                  <a:lnTo>
                    <a:pt x="11023" y="8289"/>
                  </a:lnTo>
                  <a:lnTo>
                    <a:pt x="11067" y="8259"/>
                  </a:lnTo>
                  <a:lnTo>
                    <a:pt x="11127" y="8244"/>
                  </a:lnTo>
                  <a:lnTo>
                    <a:pt x="11157" y="8244"/>
                  </a:lnTo>
                  <a:lnTo>
                    <a:pt x="11187" y="8244"/>
                  </a:lnTo>
                  <a:lnTo>
                    <a:pt x="11321" y="8229"/>
                  </a:lnTo>
                  <a:lnTo>
                    <a:pt x="11426" y="8170"/>
                  </a:lnTo>
                  <a:lnTo>
                    <a:pt x="11530" y="8110"/>
                  </a:lnTo>
                  <a:lnTo>
                    <a:pt x="11620" y="8110"/>
                  </a:lnTo>
                  <a:lnTo>
                    <a:pt x="11650" y="8110"/>
                  </a:lnTo>
                  <a:lnTo>
                    <a:pt x="11695" y="8110"/>
                  </a:lnTo>
                  <a:lnTo>
                    <a:pt x="11725" y="8110"/>
                  </a:lnTo>
                  <a:lnTo>
                    <a:pt x="11754" y="8110"/>
                  </a:lnTo>
                  <a:lnTo>
                    <a:pt x="11754" y="8110"/>
                  </a:lnTo>
                  <a:lnTo>
                    <a:pt x="11799" y="8110"/>
                  </a:lnTo>
                  <a:lnTo>
                    <a:pt x="11799" y="8095"/>
                  </a:lnTo>
                  <a:lnTo>
                    <a:pt x="11799" y="8095"/>
                  </a:lnTo>
                  <a:lnTo>
                    <a:pt x="11799" y="8095"/>
                  </a:lnTo>
                  <a:lnTo>
                    <a:pt x="11814" y="8065"/>
                  </a:lnTo>
                  <a:lnTo>
                    <a:pt x="11829" y="8035"/>
                  </a:lnTo>
                  <a:lnTo>
                    <a:pt x="11859" y="7990"/>
                  </a:lnTo>
                  <a:lnTo>
                    <a:pt x="11904" y="7946"/>
                  </a:lnTo>
                  <a:lnTo>
                    <a:pt x="11949" y="7916"/>
                  </a:lnTo>
                  <a:lnTo>
                    <a:pt x="11993" y="7886"/>
                  </a:lnTo>
                  <a:lnTo>
                    <a:pt x="12053" y="7856"/>
                  </a:lnTo>
                  <a:lnTo>
                    <a:pt x="12098" y="7796"/>
                  </a:lnTo>
                  <a:lnTo>
                    <a:pt x="12158" y="7707"/>
                  </a:lnTo>
                  <a:lnTo>
                    <a:pt x="12173" y="7587"/>
                  </a:lnTo>
                  <a:lnTo>
                    <a:pt x="12173" y="7498"/>
                  </a:lnTo>
                  <a:lnTo>
                    <a:pt x="12173" y="7468"/>
                  </a:lnTo>
                  <a:lnTo>
                    <a:pt x="12158" y="7438"/>
                  </a:lnTo>
                  <a:lnTo>
                    <a:pt x="12173" y="7333"/>
                  </a:lnTo>
                  <a:lnTo>
                    <a:pt x="12202" y="7199"/>
                  </a:lnTo>
                  <a:lnTo>
                    <a:pt x="12217" y="7050"/>
                  </a:lnTo>
                  <a:lnTo>
                    <a:pt x="12232" y="6915"/>
                  </a:lnTo>
                  <a:lnTo>
                    <a:pt x="12232" y="6885"/>
                  </a:lnTo>
                  <a:lnTo>
                    <a:pt x="12247" y="6781"/>
                  </a:lnTo>
                  <a:lnTo>
                    <a:pt x="12307" y="6706"/>
                  </a:lnTo>
                  <a:lnTo>
                    <a:pt x="12382" y="6631"/>
                  </a:lnTo>
                  <a:lnTo>
                    <a:pt x="12471" y="6601"/>
                  </a:lnTo>
                  <a:lnTo>
                    <a:pt x="12486" y="6601"/>
                  </a:lnTo>
                  <a:lnTo>
                    <a:pt x="12531" y="6601"/>
                  </a:lnTo>
                  <a:lnTo>
                    <a:pt x="12591" y="6601"/>
                  </a:lnTo>
                  <a:lnTo>
                    <a:pt x="12770" y="6587"/>
                  </a:lnTo>
                  <a:lnTo>
                    <a:pt x="12904" y="6542"/>
                  </a:lnTo>
                  <a:lnTo>
                    <a:pt x="12919" y="6497"/>
                  </a:lnTo>
                  <a:lnTo>
                    <a:pt x="12919" y="6452"/>
                  </a:lnTo>
                  <a:lnTo>
                    <a:pt x="12934" y="6348"/>
                  </a:lnTo>
                  <a:lnTo>
                    <a:pt x="12994" y="6243"/>
                  </a:lnTo>
                  <a:lnTo>
                    <a:pt x="12994" y="6243"/>
                  </a:lnTo>
                  <a:lnTo>
                    <a:pt x="13009" y="6228"/>
                  </a:lnTo>
                  <a:lnTo>
                    <a:pt x="13054" y="6213"/>
                  </a:lnTo>
                  <a:lnTo>
                    <a:pt x="13099" y="6228"/>
                  </a:lnTo>
                  <a:lnTo>
                    <a:pt x="13143" y="6243"/>
                  </a:lnTo>
                  <a:lnTo>
                    <a:pt x="13173" y="6288"/>
                  </a:lnTo>
                  <a:lnTo>
                    <a:pt x="13218" y="6318"/>
                  </a:lnTo>
                  <a:lnTo>
                    <a:pt x="13233" y="6363"/>
                  </a:lnTo>
                  <a:lnTo>
                    <a:pt x="13352" y="6422"/>
                  </a:lnTo>
                  <a:lnTo>
                    <a:pt x="13517" y="6482"/>
                  </a:lnTo>
                  <a:lnTo>
                    <a:pt x="13576" y="6497"/>
                  </a:lnTo>
                  <a:lnTo>
                    <a:pt x="13606" y="6512"/>
                  </a:lnTo>
                  <a:lnTo>
                    <a:pt x="13636" y="6527"/>
                  </a:lnTo>
                  <a:lnTo>
                    <a:pt x="13651" y="6527"/>
                  </a:lnTo>
                  <a:lnTo>
                    <a:pt x="13651" y="6527"/>
                  </a:lnTo>
                  <a:lnTo>
                    <a:pt x="13666" y="6512"/>
                  </a:lnTo>
                  <a:lnTo>
                    <a:pt x="13681" y="6512"/>
                  </a:lnTo>
                  <a:lnTo>
                    <a:pt x="13696" y="6497"/>
                  </a:lnTo>
                  <a:lnTo>
                    <a:pt x="13741" y="6467"/>
                  </a:lnTo>
                  <a:lnTo>
                    <a:pt x="13800" y="6437"/>
                  </a:lnTo>
                  <a:lnTo>
                    <a:pt x="13786" y="6407"/>
                  </a:lnTo>
                  <a:lnTo>
                    <a:pt x="13771" y="6392"/>
                  </a:lnTo>
                  <a:lnTo>
                    <a:pt x="13756" y="6348"/>
                  </a:lnTo>
                  <a:lnTo>
                    <a:pt x="13726" y="6288"/>
                  </a:lnTo>
                  <a:lnTo>
                    <a:pt x="13696" y="6228"/>
                  </a:lnTo>
                  <a:lnTo>
                    <a:pt x="13681" y="6168"/>
                  </a:lnTo>
                  <a:lnTo>
                    <a:pt x="13666" y="6124"/>
                  </a:lnTo>
                  <a:lnTo>
                    <a:pt x="13651" y="6079"/>
                  </a:lnTo>
                  <a:lnTo>
                    <a:pt x="13636" y="6034"/>
                  </a:lnTo>
                  <a:lnTo>
                    <a:pt x="13636" y="5989"/>
                  </a:lnTo>
                  <a:lnTo>
                    <a:pt x="13636" y="5944"/>
                  </a:lnTo>
                  <a:lnTo>
                    <a:pt x="13651" y="5914"/>
                  </a:lnTo>
                  <a:lnTo>
                    <a:pt x="13666" y="5885"/>
                  </a:lnTo>
                  <a:lnTo>
                    <a:pt x="13696" y="5870"/>
                  </a:lnTo>
                  <a:lnTo>
                    <a:pt x="13696" y="5870"/>
                  </a:lnTo>
                  <a:lnTo>
                    <a:pt x="13696" y="5855"/>
                  </a:lnTo>
                  <a:lnTo>
                    <a:pt x="13711" y="5855"/>
                  </a:lnTo>
                  <a:lnTo>
                    <a:pt x="13726" y="5825"/>
                  </a:lnTo>
                  <a:lnTo>
                    <a:pt x="13756" y="5810"/>
                  </a:lnTo>
                  <a:lnTo>
                    <a:pt x="13756" y="5795"/>
                  </a:lnTo>
                  <a:lnTo>
                    <a:pt x="13741" y="5780"/>
                  </a:lnTo>
                  <a:lnTo>
                    <a:pt x="13711" y="5750"/>
                  </a:lnTo>
                  <a:lnTo>
                    <a:pt x="13666" y="5720"/>
                  </a:lnTo>
                  <a:lnTo>
                    <a:pt x="13517" y="5631"/>
                  </a:lnTo>
                  <a:lnTo>
                    <a:pt x="13352" y="5556"/>
                  </a:lnTo>
                  <a:lnTo>
                    <a:pt x="13352" y="5556"/>
                  </a:lnTo>
                  <a:lnTo>
                    <a:pt x="13352" y="5541"/>
                  </a:lnTo>
                  <a:lnTo>
                    <a:pt x="13352" y="5541"/>
                  </a:lnTo>
                  <a:lnTo>
                    <a:pt x="13293" y="5526"/>
                  </a:lnTo>
                  <a:lnTo>
                    <a:pt x="13263" y="5511"/>
                  </a:lnTo>
                  <a:lnTo>
                    <a:pt x="13143" y="5452"/>
                  </a:lnTo>
                  <a:lnTo>
                    <a:pt x="13069" y="5452"/>
                  </a:lnTo>
                  <a:lnTo>
                    <a:pt x="12994" y="5452"/>
                  </a:lnTo>
                  <a:lnTo>
                    <a:pt x="12904" y="5481"/>
                  </a:lnTo>
                  <a:lnTo>
                    <a:pt x="12889" y="5481"/>
                  </a:lnTo>
                  <a:lnTo>
                    <a:pt x="12815" y="5511"/>
                  </a:lnTo>
                  <a:lnTo>
                    <a:pt x="12695" y="5466"/>
                  </a:lnTo>
                  <a:lnTo>
                    <a:pt x="12606" y="5407"/>
                  </a:lnTo>
                  <a:lnTo>
                    <a:pt x="12606" y="5407"/>
                  </a:lnTo>
                  <a:lnTo>
                    <a:pt x="12606" y="5407"/>
                  </a:lnTo>
                  <a:lnTo>
                    <a:pt x="12606" y="5407"/>
                  </a:lnTo>
                  <a:lnTo>
                    <a:pt x="12606" y="5407"/>
                  </a:lnTo>
                  <a:lnTo>
                    <a:pt x="12546" y="5362"/>
                  </a:lnTo>
                  <a:lnTo>
                    <a:pt x="12441" y="5287"/>
                  </a:lnTo>
                  <a:lnTo>
                    <a:pt x="12352" y="5227"/>
                  </a:lnTo>
                  <a:lnTo>
                    <a:pt x="12247" y="5153"/>
                  </a:lnTo>
                  <a:lnTo>
                    <a:pt x="12128" y="5078"/>
                  </a:lnTo>
                  <a:lnTo>
                    <a:pt x="12008" y="4989"/>
                  </a:lnTo>
                  <a:lnTo>
                    <a:pt x="11784" y="4824"/>
                  </a:lnTo>
                  <a:lnTo>
                    <a:pt x="11590" y="4690"/>
                  </a:lnTo>
                  <a:lnTo>
                    <a:pt x="11426" y="4585"/>
                  </a:lnTo>
                  <a:lnTo>
                    <a:pt x="11366" y="4555"/>
                  </a:lnTo>
                  <a:lnTo>
                    <a:pt x="11351" y="4555"/>
                  </a:lnTo>
                  <a:lnTo>
                    <a:pt x="11336" y="4570"/>
                  </a:lnTo>
                  <a:lnTo>
                    <a:pt x="11336" y="4570"/>
                  </a:lnTo>
                  <a:lnTo>
                    <a:pt x="11336" y="4570"/>
                  </a:lnTo>
                  <a:lnTo>
                    <a:pt x="11336" y="4570"/>
                  </a:lnTo>
                  <a:lnTo>
                    <a:pt x="11291" y="4585"/>
                  </a:lnTo>
                  <a:lnTo>
                    <a:pt x="11217" y="4570"/>
                  </a:lnTo>
                  <a:lnTo>
                    <a:pt x="11142" y="4555"/>
                  </a:lnTo>
                  <a:lnTo>
                    <a:pt x="10993" y="4481"/>
                  </a:lnTo>
                  <a:lnTo>
                    <a:pt x="10828" y="4391"/>
                  </a:lnTo>
                  <a:lnTo>
                    <a:pt x="10560" y="4197"/>
                  </a:lnTo>
                  <a:lnTo>
                    <a:pt x="10246" y="3943"/>
                  </a:lnTo>
                  <a:lnTo>
                    <a:pt x="9932" y="3674"/>
                  </a:lnTo>
                  <a:lnTo>
                    <a:pt x="9664" y="3450"/>
                  </a:lnTo>
                  <a:lnTo>
                    <a:pt x="9469" y="3256"/>
                  </a:lnTo>
                  <a:lnTo>
                    <a:pt x="9320" y="3107"/>
                  </a:lnTo>
                  <a:lnTo>
                    <a:pt x="9290" y="3017"/>
                  </a:lnTo>
                  <a:lnTo>
                    <a:pt x="9260" y="2898"/>
                  </a:lnTo>
                  <a:lnTo>
                    <a:pt x="9186" y="2853"/>
                  </a:lnTo>
                  <a:lnTo>
                    <a:pt x="9171" y="2838"/>
                  </a:lnTo>
                  <a:lnTo>
                    <a:pt x="9156" y="2823"/>
                  </a:lnTo>
                  <a:lnTo>
                    <a:pt x="9126" y="2808"/>
                  </a:lnTo>
                  <a:lnTo>
                    <a:pt x="9096" y="2778"/>
                  </a:lnTo>
                  <a:lnTo>
                    <a:pt x="9036" y="2704"/>
                  </a:lnTo>
                  <a:lnTo>
                    <a:pt x="8947" y="2584"/>
                  </a:lnTo>
                  <a:lnTo>
                    <a:pt x="8842" y="2435"/>
                  </a:lnTo>
                  <a:lnTo>
                    <a:pt x="8738" y="2285"/>
                  </a:lnTo>
                  <a:lnTo>
                    <a:pt x="8738" y="2285"/>
                  </a:lnTo>
                  <a:lnTo>
                    <a:pt x="8738" y="2270"/>
                  </a:lnTo>
                  <a:lnTo>
                    <a:pt x="8738" y="2270"/>
                  </a:lnTo>
                  <a:lnTo>
                    <a:pt x="8603" y="2091"/>
                  </a:lnTo>
                  <a:lnTo>
                    <a:pt x="8528" y="1987"/>
                  </a:lnTo>
                  <a:lnTo>
                    <a:pt x="8499" y="1942"/>
                  </a:lnTo>
                  <a:lnTo>
                    <a:pt x="8454" y="1897"/>
                  </a:lnTo>
                  <a:lnTo>
                    <a:pt x="8409" y="1867"/>
                  </a:lnTo>
                  <a:lnTo>
                    <a:pt x="8379" y="1822"/>
                  </a:lnTo>
                  <a:lnTo>
                    <a:pt x="8334" y="1792"/>
                  </a:lnTo>
                  <a:lnTo>
                    <a:pt x="8290" y="1778"/>
                  </a:lnTo>
                  <a:lnTo>
                    <a:pt x="8260" y="1763"/>
                  </a:lnTo>
                  <a:lnTo>
                    <a:pt x="8215" y="1763"/>
                  </a:lnTo>
                  <a:lnTo>
                    <a:pt x="8185" y="1763"/>
                  </a:lnTo>
                  <a:lnTo>
                    <a:pt x="8170" y="1778"/>
                  </a:lnTo>
                  <a:lnTo>
                    <a:pt x="8155" y="1807"/>
                  </a:lnTo>
                  <a:lnTo>
                    <a:pt x="8140" y="1837"/>
                  </a:lnTo>
                  <a:lnTo>
                    <a:pt x="8140" y="1837"/>
                  </a:lnTo>
                  <a:lnTo>
                    <a:pt x="8140" y="1867"/>
                  </a:lnTo>
                  <a:lnTo>
                    <a:pt x="8125" y="1882"/>
                  </a:lnTo>
                  <a:lnTo>
                    <a:pt x="8110" y="1912"/>
                  </a:lnTo>
                  <a:lnTo>
                    <a:pt x="8080" y="1927"/>
                  </a:lnTo>
                  <a:lnTo>
                    <a:pt x="8051" y="1927"/>
                  </a:lnTo>
                  <a:lnTo>
                    <a:pt x="8021" y="1912"/>
                  </a:lnTo>
                  <a:lnTo>
                    <a:pt x="8006" y="1897"/>
                  </a:lnTo>
                  <a:lnTo>
                    <a:pt x="7991" y="1882"/>
                  </a:lnTo>
                  <a:lnTo>
                    <a:pt x="7961" y="1852"/>
                  </a:lnTo>
                  <a:lnTo>
                    <a:pt x="7946" y="1837"/>
                  </a:lnTo>
                  <a:lnTo>
                    <a:pt x="7916" y="1837"/>
                  </a:lnTo>
                  <a:lnTo>
                    <a:pt x="7901" y="1837"/>
                  </a:lnTo>
                  <a:lnTo>
                    <a:pt x="7886" y="1852"/>
                  </a:lnTo>
                  <a:lnTo>
                    <a:pt x="7871" y="1852"/>
                  </a:lnTo>
                  <a:lnTo>
                    <a:pt x="7871" y="1852"/>
                  </a:lnTo>
                  <a:lnTo>
                    <a:pt x="7856" y="1867"/>
                  </a:lnTo>
                  <a:lnTo>
                    <a:pt x="7856" y="1867"/>
                  </a:lnTo>
                  <a:lnTo>
                    <a:pt x="7812" y="1897"/>
                  </a:lnTo>
                  <a:lnTo>
                    <a:pt x="7767" y="1897"/>
                  </a:lnTo>
                  <a:lnTo>
                    <a:pt x="7722" y="1897"/>
                  </a:lnTo>
                  <a:lnTo>
                    <a:pt x="7677" y="1867"/>
                  </a:lnTo>
                  <a:lnTo>
                    <a:pt x="7647" y="1852"/>
                  </a:lnTo>
                  <a:lnTo>
                    <a:pt x="7617" y="1852"/>
                  </a:lnTo>
                  <a:lnTo>
                    <a:pt x="7588" y="1837"/>
                  </a:lnTo>
                  <a:lnTo>
                    <a:pt x="7558" y="1837"/>
                  </a:lnTo>
                  <a:lnTo>
                    <a:pt x="7513" y="1837"/>
                  </a:lnTo>
                  <a:lnTo>
                    <a:pt x="7468" y="1837"/>
                  </a:lnTo>
                  <a:lnTo>
                    <a:pt x="7423" y="1837"/>
                  </a:lnTo>
                  <a:lnTo>
                    <a:pt x="7364" y="1852"/>
                  </a:lnTo>
                  <a:lnTo>
                    <a:pt x="7244" y="1852"/>
                  </a:lnTo>
                  <a:lnTo>
                    <a:pt x="7140" y="1778"/>
                  </a:lnTo>
                  <a:lnTo>
                    <a:pt x="7050" y="1688"/>
                  </a:lnTo>
                  <a:lnTo>
                    <a:pt x="6960" y="1598"/>
                  </a:lnTo>
                  <a:lnTo>
                    <a:pt x="6960" y="1583"/>
                  </a:lnTo>
                  <a:lnTo>
                    <a:pt x="6960" y="1583"/>
                  </a:lnTo>
                  <a:lnTo>
                    <a:pt x="6960" y="1583"/>
                  </a:lnTo>
                  <a:lnTo>
                    <a:pt x="6930" y="1554"/>
                  </a:lnTo>
                  <a:lnTo>
                    <a:pt x="6916" y="1539"/>
                  </a:lnTo>
                  <a:lnTo>
                    <a:pt x="6856" y="1464"/>
                  </a:lnTo>
                  <a:lnTo>
                    <a:pt x="6856" y="1389"/>
                  </a:lnTo>
                  <a:lnTo>
                    <a:pt x="6871" y="1330"/>
                  </a:lnTo>
                  <a:lnTo>
                    <a:pt x="6901" y="1270"/>
                  </a:lnTo>
                  <a:lnTo>
                    <a:pt x="6901" y="1270"/>
                  </a:lnTo>
                  <a:lnTo>
                    <a:pt x="6930" y="1210"/>
                  </a:lnTo>
                  <a:lnTo>
                    <a:pt x="6945" y="1150"/>
                  </a:lnTo>
                  <a:lnTo>
                    <a:pt x="6945" y="1105"/>
                  </a:lnTo>
                  <a:lnTo>
                    <a:pt x="6930" y="1091"/>
                  </a:lnTo>
                  <a:lnTo>
                    <a:pt x="6886" y="1061"/>
                  </a:lnTo>
                  <a:lnTo>
                    <a:pt x="6826" y="1046"/>
                  </a:lnTo>
                  <a:lnTo>
                    <a:pt x="6796" y="1031"/>
                  </a:lnTo>
                  <a:lnTo>
                    <a:pt x="6751" y="1016"/>
                  </a:lnTo>
                  <a:lnTo>
                    <a:pt x="6721" y="1016"/>
                  </a:lnTo>
                  <a:lnTo>
                    <a:pt x="6692" y="1001"/>
                  </a:lnTo>
                  <a:lnTo>
                    <a:pt x="6632" y="971"/>
                  </a:lnTo>
                  <a:lnTo>
                    <a:pt x="6617" y="941"/>
                  </a:lnTo>
                  <a:lnTo>
                    <a:pt x="6602" y="896"/>
                  </a:lnTo>
                  <a:lnTo>
                    <a:pt x="6617" y="852"/>
                  </a:lnTo>
                  <a:lnTo>
                    <a:pt x="6617" y="852"/>
                  </a:lnTo>
                  <a:lnTo>
                    <a:pt x="6632" y="807"/>
                  </a:lnTo>
                  <a:lnTo>
                    <a:pt x="6617" y="702"/>
                  </a:lnTo>
                  <a:lnTo>
                    <a:pt x="6587" y="598"/>
                  </a:lnTo>
                  <a:lnTo>
                    <a:pt x="6527" y="553"/>
                  </a:lnTo>
                  <a:lnTo>
                    <a:pt x="6423" y="538"/>
                  </a:lnTo>
                  <a:lnTo>
                    <a:pt x="6303" y="523"/>
                  </a:lnTo>
                  <a:lnTo>
                    <a:pt x="6288" y="523"/>
                  </a:lnTo>
                  <a:lnTo>
                    <a:pt x="6258" y="523"/>
                  </a:lnTo>
                  <a:lnTo>
                    <a:pt x="6258" y="523"/>
                  </a:lnTo>
                  <a:lnTo>
                    <a:pt x="6258" y="523"/>
                  </a:lnTo>
                  <a:lnTo>
                    <a:pt x="6139" y="523"/>
                  </a:lnTo>
                  <a:lnTo>
                    <a:pt x="6064" y="508"/>
                  </a:lnTo>
                  <a:lnTo>
                    <a:pt x="5975" y="463"/>
                  </a:lnTo>
                  <a:lnTo>
                    <a:pt x="5900" y="344"/>
                  </a:lnTo>
                  <a:lnTo>
                    <a:pt x="5825" y="269"/>
                  </a:lnTo>
                  <a:lnTo>
                    <a:pt x="5751" y="284"/>
                  </a:lnTo>
                  <a:lnTo>
                    <a:pt x="5736" y="284"/>
                  </a:lnTo>
                  <a:lnTo>
                    <a:pt x="5706" y="284"/>
                  </a:lnTo>
                  <a:lnTo>
                    <a:pt x="5661" y="284"/>
                  </a:lnTo>
                  <a:lnTo>
                    <a:pt x="5631" y="269"/>
                  </a:lnTo>
                  <a:lnTo>
                    <a:pt x="5586" y="254"/>
                  </a:lnTo>
                  <a:lnTo>
                    <a:pt x="5556" y="224"/>
                  </a:lnTo>
                  <a:lnTo>
                    <a:pt x="5527" y="209"/>
                  </a:lnTo>
                  <a:lnTo>
                    <a:pt x="5497" y="194"/>
                  </a:lnTo>
                  <a:lnTo>
                    <a:pt x="5497" y="180"/>
                  </a:lnTo>
                  <a:lnTo>
                    <a:pt x="5482" y="165"/>
                  </a:lnTo>
                  <a:lnTo>
                    <a:pt x="5452" y="150"/>
                  </a:lnTo>
                  <a:lnTo>
                    <a:pt x="5452" y="150"/>
                  </a:lnTo>
                  <a:lnTo>
                    <a:pt x="5452" y="150"/>
                  </a:lnTo>
                  <a:lnTo>
                    <a:pt x="5437" y="135"/>
                  </a:lnTo>
                  <a:lnTo>
                    <a:pt x="5407" y="105"/>
                  </a:lnTo>
                  <a:lnTo>
                    <a:pt x="5392" y="75"/>
                  </a:lnTo>
                  <a:lnTo>
                    <a:pt x="5362" y="45"/>
                  </a:lnTo>
                  <a:lnTo>
                    <a:pt x="5332" y="15"/>
                  </a:lnTo>
                  <a:lnTo>
                    <a:pt x="5318" y="0"/>
                  </a:lnTo>
                  <a:lnTo>
                    <a:pt x="5318" y="0"/>
                  </a:lnTo>
                  <a:lnTo>
                    <a:pt x="5318" y="15"/>
                  </a:lnTo>
                  <a:lnTo>
                    <a:pt x="5318" y="30"/>
                  </a:lnTo>
                  <a:lnTo>
                    <a:pt x="5303" y="45"/>
                  </a:lnTo>
                  <a:lnTo>
                    <a:pt x="5288" y="75"/>
                  </a:lnTo>
                  <a:lnTo>
                    <a:pt x="5273" y="90"/>
                  </a:lnTo>
                  <a:lnTo>
                    <a:pt x="5258" y="90"/>
                  </a:lnTo>
                  <a:lnTo>
                    <a:pt x="5258" y="90"/>
                  </a:lnTo>
                  <a:lnTo>
                    <a:pt x="5243" y="105"/>
                  </a:lnTo>
                  <a:lnTo>
                    <a:pt x="5228" y="105"/>
                  </a:lnTo>
                  <a:lnTo>
                    <a:pt x="5213" y="105"/>
                  </a:lnTo>
                  <a:lnTo>
                    <a:pt x="5198" y="90"/>
                  </a:lnTo>
                  <a:lnTo>
                    <a:pt x="5183" y="75"/>
                  </a:lnTo>
                  <a:lnTo>
                    <a:pt x="5183" y="60"/>
                  </a:lnTo>
                  <a:lnTo>
                    <a:pt x="5168" y="45"/>
                  </a:lnTo>
                  <a:lnTo>
                    <a:pt x="5168" y="30"/>
                  </a:lnTo>
                  <a:lnTo>
                    <a:pt x="5153" y="30"/>
                  </a:lnTo>
                  <a:lnTo>
                    <a:pt x="5153" y="30"/>
                  </a:lnTo>
                  <a:lnTo>
                    <a:pt x="5138" y="15"/>
                  </a:lnTo>
                  <a:lnTo>
                    <a:pt x="5123" y="30"/>
                  </a:lnTo>
                  <a:lnTo>
                    <a:pt x="5108" y="45"/>
                  </a:lnTo>
                  <a:lnTo>
                    <a:pt x="5079" y="60"/>
                  </a:lnTo>
                  <a:lnTo>
                    <a:pt x="5079" y="60"/>
                  </a:lnTo>
                  <a:lnTo>
                    <a:pt x="5064" y="90"/>
                  </a:lnTo>
                  <a:lnTo>
                    <a:pt x="5064" y="120"/>
                  </a:lnTo>
                  <a:lnTo>
                    <a:pt x="5093" y="165"/>
                  </a:lnTo>
                  <a:lnTo>
                    <a:pt x="5138" y="224"/>
                  </a:lnTo>
                  <a:lnTo>
                    <a:pt x="5138" y="224"/>
                  </a:lnTo>
                  <a:lnTo>
                    <a:pt x="5168" y="269"/>
                  </a:lnTo>
                  <a:lnTo>
                    <a:pt x="5198" y="314"/>
                  </a:lnTo>
                  <a:lnTo>
                    <a:pt x="5213" y="344"/>
                  </a:lnTo>
                  <a:lnTo>
                    <a:pt x="5228" y="359"/>
                  </a:lnTo>
                  <a:lnTo>
                    <a:pt x="5258" y="389"/>
                  </a:lnTo>
                  <a:lnTo>
                    <a:pt x="5258" y="404"/>
                  </a:lnTo>
                  <a:lnTo>
                    <a:pt x="5258" y="404"/>
                  </a:lnTo>
                  <a:lnTo>
                    <a:pt x="5258" y="404"/>
                  </a:lnTo>
                  <a:lnTo>
                    <a:pt x="5303" y="448"/>
                  </a:lnTo>
                  <a:lnTo>
                    <a:pt x="5318" y="493"/>
                  </a:lnTo>
                  <a:lnTo>
                    <a:pt x="5303" y="523"/>
                  </a:lnTo>
                  <a:lnTo>
                    <a:pt x="5273" y="538"/>
                  </a:lnTo>
                  <a:lnTo>
                    <a:pt x="5273" y="538"/>
                  </a:lnTo>
                  <a:lnTo>
                    <a:pt x="5258" y="538"/>
                  </a:lnTo>
                  <a:lnTo>
                    <a:pt x="5213" y="523"/>
                  </a:lnTo>
                  <a:lnTo>
                    <a:pt x="5153" y="478"/>
                  </a:lnTo>
                  <a:lnTo>
                    <a:pt x="5079" y="418"/>
                  </a:lnTo>
                  <a:lnTo>
                    <a:pt x="5019" y="344"/>
                  </a:lnTo>
                  <a:lnTo>
                    <a:pt x="4989" y="314"/>
                  </a:lnTo>
                  <a:lnTo>
                    <a:pt x="4989" y="299"/>
                  </a:lnTo>
                  <a:lnTo>
                    <a:pt x="4989" y="299"/>
                  </a:lnTo>
                  <a:lnTo>
                    <a:pt x="4959" y="284"/>
                  </a:lnTo>
                  <a:lnTo>
                    <a:pt x="4929" y="269"/>
                  </a:lnTo>
                  <a:lnTo>
                    <a:pt x="4899" y="254"/>
                  </a:lnTo>
                  <a:lnTo>
                    <a:pt x="4869" y="254"/>
                  </a:lnTo>
                  <a:lnTo>
                    <a:pt x="4855" y="254"/>
                  </a:lnTo>
                  <a:lnTo>
                    <a:pt x="4840" y="254"/>
                  </a:lnTo>
                  <a:lnTo>
                    <a:pt x="4825" y="254"/>
                  </a:lnTo>
                  <a:lnTo>
                    <a:pt x="4825" y="254"/>
                  </a:lnTo>
                  <a:lnTo>
                    <a:pt x="4810" y="254"/>
                  </a:lnTo>
                  <a:lnTo>
                    <a:pt x="4795" y="269"/>
                  </a:lnTo>
                  <a:lnTo>
                    <a:pt x="4795" y="269"/>
                  </a:lnTo>
                  <a:lnTo>
                    <a:pt x="4795" y="269"/>
                  </a:lnTo>
                  <a:lnTo>
                    <a:pt x="4780" y="284"/>
                  </a:lnTo>
                  <a:lnTo>
                    <a:pt x="4780" y="299"/>
                  </a:lnTo>
                  <a:lnTo>
                    <a:pt x="4765" y="314"/>
                  </a:lnTo>
                  <a:lnTo>
                    <a:pt x="4765" y="344"/>
                  </a:lnTo>
                  <a:lnTo>
                    <a:pt x="4750" y="359"/>
                  </a:lnTo>
                  <a:lnTo>
                    <a:pt x="4765" y="448"/>
                  </a:lnTo>
                  <a:lnTo>
                    <a:pt x="4780" y="493"/>
                  </a:lnTo>
                  <a:lnTo>
                    <a:pt x="4780" y="493"/>
                  </a:lnTo>
                  <a:lnTo>
                    <a:pt x="4780" y="493"/>
                  </a:lnTo>
                  <a:lnTo>
                    <a:pt x="4780" y="493"/>
                  </a:lnTo>
                  <a:lnTo>
                    <a:pt x="4780" y="493"/>
                  </a:lnTo>
                  <a:lnTo>
                    <a:pt x="4795" y="523"/>
                  </a:lnTo>
                  <a:lnTo>
                    <a:pt x="4795" y="538"/>
                  </a:lnTo>
                  <a:lnTo>
                    <a:pt x="4795" y="583"/>
                  </a:lnTo>
                  <a:lnTo>
                    <a:pt x="4765" y="628"/>
                  </a:lnTo>
                  <a:lnTo>
                    <a:pt x="4735" y="657"/>
                  </a:lnTo>
                  <a:lnTo>
                    <a:pt x="4660" y="687"/>
                  </a:lnTo>
                  <a:lnTo>
                    <a:pt x="4571" y="702"/>
                  </a:lnTo>
                  <a:lnTo>
                    <a:pt x="4496" y="702"/>
                  </a:lnTo>
                  <a:lnTo>
                    <a:pt x="4496" y="702"/>
                  </a:lnTo>
                  <a:lnTo>
                    <a:pt x="4496" y="702"/>
                  </a:lnTo>
                  <a:lnTo>
                    <a:pt x="4436" y="702"/>
                  </a:lnTo>
                  <a:lnTo>
                    <a:pt x="4362" y="717"/>
                  </a:lnTo>
                  <a:lnTo>
                    <a:pt x="4287" y="747"/>
                  </a:lnTo>
                  <a:lnTo>
                    <a:pt x="4182" y="837"/>
                  </a:lnTo>
                  <a:lnTo>
                    <a:pt x="4123" y="896"/>
                  </a:lnTo>
                  <a:lnTo>
                    <a:pt x="4093" y="956"/>
                  </a:lnTo>
                  <a:lnTo>
                    <a:pt x="4063" y="1031"/>
                  </a:lnTo>
                  <a:lnTo>
                    <a:pt x="4048" y="1105"/>
                  </a:lnTo>
                  <a:lnTo>
                    <a:pt x="4063" y="1195"/>
                  </a:lnTo>
                  <a:lnTo>
                    <a:pt x="4078" y="1270"/>
                  </a:lnTo>
                  <a:lnTo>
                    <a:pt x="4108" y="1359"/>
                  </a:lnTo>
                  <a:lnTo>
                    <a:pt x="4153" y="1449"/>
                  </a:lnTo>
                  <a:lnTo>
                    <a:pt x="4212" y="1524"/>
                  </a:lnTo>
                  <a:lnTo>
                    <a:pt x="4257" y="1583"/>
                  </a:lnTo>
                  <a:lnTo>
                    <a:pt x="4257" y="1583"/>
                  </a:lnTo>
                  <a:lnTo>
                    <a:pt x="4272" y="1598"/>
                  </a:lnTo>
                  <a:lnTo>
                    <a:pt x="4287" y="1613"/>
                  </a:lnTo>
                  <a:lnTo>
                    <a:pt x="4302" y="1628"/>
                  </a:lnTo>
                  <a:lnTo>
                    <a:pt x="4317" y="1643"/>
                  </a:lnTo>
                  <a:lnTo>
                    <a:pt x="4332" y="1673"/>
                  </a:lnTo>
                  <a:lnTo>
                    <a:pt x="4317" y="1703"/>
                  </a:lnTo>
                  <a:lnTo>
                    <a:pt x="4302" y="1733"/>
                  </a:lnTo>
                  <a:lnTo>
                    <a:pt x="4272" y="1748"/>
                  </a:lnTo>
                  <a:lnTo>
                    <a:pt x="4212" y="1763"/>
                  </a:lnTo>
                  <a:lnTo>
                    <a:pt x="4153" y="1763"/>
                  </a:lnTo>
                  <a:lnTo>
                    <a:pt x="4093" y="1763"/>
                  </a:lnTo>
                  <a:lnTo>
                    <a:pt x="4003" y="1748"/>
                  </a:lnTo>
                  <a:lnTo>
                    <a:pt x="4003" y="1748"/>
                  </a:lnTo>
                  <a:lnTo>
                    <a:pt x="3899" y="1733"/>
                  </a:lnTo>
                  <a:lnTo>
                    <a:pt x="3764" y="1733"/>
                  </a:lnTo>
                  <a:lnTo>
                    <a:pt x="3660" y="1718"/>
                  </a:lnTo>
                  <a:lnTo>
                    <a:pt x="3570" y="1718"/>
                  </a:lnTo>
                  <a:lnTo>
                    <a:pt x="3495" y="1718"/>
                  </a:lnTo>
                  <a:lnTo>
                    <a:pt x="3406" y="1718"/>
                  </a:lnTo>
                  <a:lnTo>
                    <a:pt x="3376" y="1718"/>
                  </a:lnTo>
                  <a:lnTo>
                    <a:pt x="3331" y="1718"/>
                  </a:lnTo>
                  <a:lnTo>
                    <a:pt x="3301" y="1718"/>
                  </a:lnTo>
                  <a:lnTo>
                    <a:pt x="3257" y="1733"/>
                  </a:lnTo>
                  <a:lnTo>
                    <a:pt x="3242" y="1733"/>
                  </a:lnTo>
                  <a:lnTo>
                    <a:pt x="3167" y="1733"/>
                  </a:lnTo>
                  <a:lnTo>
                    <a:pt x="3077" y="1763"/>
                  </a:lnTo>
                  <a:lnTo>
                    <a:pt x="2898" y="1778"/>
                  </a:lnTo>
                  <a:lnTo>
                    <a:pt x="2749" y="1748"/>
                  </a:lnTo>
                  <a:lnTo>
                    <a:pt x="2599" y="1673"/>
                  </a:lnTo>
                  <a:lnTo>
                    <a:pt x="2480" y="1524"/>
                  </a:lnTo>
                  <a:lnTo>
                    <a:pt x="2435" y="1434"/>
                  </a:lnTo>
                  <a:lnTo>
                    <a:pt x="2390" y="1359"/>
                  </a:lnTo>
                  <a:lnTo>
                    <a:pt x="2286" y="1165"/>
                  </a:lnTo>
                  <a:lnTo>
                    <a:pt x="2002" y="911"/>
                  </a:lnTo>
                  <a:lnTo>
                    <a:pt x="1927" y="837"/>
                  </a:lnTo>
                  <a:lnTo>
                    <a:pt x="1853" y="792"/>
                  </a:lnTo>
                  <a:lnTo>
                    <a:pt x="1853" y="777"/>
                  </a:lnTo>
                  <a:lnTo>
                    <a:pt x="1718" y="672"/>
                  </a:lnTo>
                  <a:lnTo>
                    <a:pt x="1494" y="523"/>
                  </a:lnTo>
                  <a:lnTo>
                    <a:pt x="1345" y="493"/>
                  </a:lnTo>
                  <a:lnTo>
                    <a:pt x="1315" y="493"/>
                  </a:lnTo>
                  <a:lnTo>
                    <a:pt x="1255" y="493"/>
                  </a:lnTo>
                  <a:lnTo>
                    <a:pt x="1046" y="508"/>
                  </a:lnTo>
                  <a:lnTo>
                    <a:pt x="777" y="583"/>
                  </a:lnTo>
                  <a:lnTo>
                    <a:pt x="464" y="702"/>
                  </a:lnTo>
                  <a:lnTo>
                    <a:pt x="284" y="852"/>
                  </a:lnTo>
                  <a:lnTo>
                    <a:pt x="135" y="1016"/>
                  </a:lnTo>
                  <a:lnTo>
                    <a:pt x="46" y="1091"/>
                  </a:lnTo>
                  <a:lnTo>
                    <a:pt x="31" y="1105"/>
                  </a:lnTo>
                  <a:lnTo>
                    <a:pt x="1" y="1105"/>
                  </a:lnTo>
                  <a:lnTo>
                    <a:pt x="46" y="1180"/>
                  </a:lnTo>
                  <a:lnTo>
                    <a:pt x="90" y="1255"/>
                  </a:lnTo>
                  <a:lnTo>
                    <a:pt x="120" y="131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62"/>
            <p:cNvSpPr/>
            <p:nvPr/>
          </p:nvSpPr>
          <p:spPr>
            <a:xfrm>
              <a:off x="3343275" y="2134075"/>
              <a:ext cx="407725" cy="250200"/>
            </a:xfrm>
            <a:custGeom>
              <a:rect b="b" l="l" r="r" t="t"/>
              <a:pathLst>
                <a:path extrusionOk="0" h="10008" w="16309">
                  <a:moveTo>
                    <a:pt x="2031" y="1"/>
                  </a:moveTo>
                  <a:lnTo>
                    <a:pt x="0" y="658"/>
                  </a:lnTo>
                  <a:lnTo>
                    <a:pt x="836" y="4959"/>
                  </a:lnTo>
                  <a:lnTo>
                    <a:pt x="1314" y="4959"/>
                  </a:lnTo>
                  <a:lnTo>
                    <a:pt x="1464" y="4974"/>
                  </a:lnTo>
                  <a:lnTo>
                    <a:pt x="1568" y="4989"/>
                  </a:lnTo>
                  <a:lnTo>
                    <a:pt x="1643" y="5004"/>
                  </a:lnTo>
                  <a:lnTo>
                    <a:pt x="1777" y="5004"/>
                  </a:lnTo>
                  <a:lnTo>
                    <a:pt x="1762" y="4989"/>
                  </a:lnTo>
                  <a:lnTo>
                    <a:pt x="1747" y="4974"/>
                  </a:lnTo>
                  <a:lnTo>
                    <a:pt x="1703" y="4914"/>
                  </a:lnTo>
                  <a:lnTo>
                    <a:pt x="1628" y="4825"/>
                  </a:lnTo>
                  <a:lnTo>
                    <a:pt x="1583" y="4735"/>
                  </a:lnTo>
                  <a:lnTo>
                    <a:pt x="1538" y="4631"/>
                  </a:lnTo>
                  <a:lnTo>
                    <a:pt x="1523" y="4526"/>
                  </a:lnTo>
                  <a:lnTo>
                    <a:pt x="1523" y="4436"/>
                  </a:lnTo>
                  <a:lnTo>
                    <a:pt x="1538" y="4347"/>
                  </a:lnTo>
                  <a:lnTo>
                    <a:pt x="1568" y="4242"/>
                  </a:lnTo>
                  <a:lnTo>
                    <a:pt x="1613" y="4168"/>
                  </a:lnTo>
                  <a:lnTo>
                    <a:pt x="1688" y="4093"/>
                  </a:lnTo>
                  <a:lnTo>
                    <a:pt x="1792" y="3988"/>
                  </a:lnTo>
                  <a:lnTo>
                    <a:pt x="1882" y="3959"/>
                  </a:lnTo>
                  <a:lnTo>
                    <a:pt x="1971" y="3929"/>
                  </a:lnTo>
                  <a:lnTo>
                    <a:pt x="2046" y="3944"/>
                  </a:lnTo>
                  <a:lnTo>
                    <a:pt x="2121" y="3944"/>
                  </a:lnTo>
                  <a:lnTo>
                    <a:pt x="2195" y="3929"/>
                  </a:lnTo>
                  <a:lnTo>
                    <a:pt x="2240" y="3914"/>
                  </a:lnTo>
                  <a:lnTo>
                    <a:pt x="2255" y="3899"/>
                  </a:lnTo>
                  <a:lnTo>
                    <a:pt x="2255" y="3884"/>
                  </a:lnTo>
                  <a:lnTo>
                    <a:pt x="2255" y="3854"/>
                  </a:lnTo>
                  <a:lnTo>
                    <a:pt x="2225" y="3794"/>
                  </a:lnTo>
                  <a:lnTo>
                    <a:pt x="2225" y="3690"/>
                  </a:lnTo>
                  <a:lnTo>
                    <a:pt x="2225" y="3645"/>
                  </a:lnTo>
                  <a:lnTo>
                    <a:pt x="2240" y="3615"/>
                  </a:lnTo>
                  <a:lnTo>
                    <a:pt x="2255" y="3570"/>
                  </a:lnTo>
                  <a:lnTo>
                    <a:pt x="2270" y="3540"/>
                  </a:lnTo>
                  <a:lnTo>
                    <a:pt x="2285" y="3525"/>
                  </a:lnTo>
                  <a:lnTo>
                    <a:pt x="2300" y="3525"/>
                  </a:lnTo>
                  <a:lnTo>
                    <a:pt x="2315" y="3511"/>
                  </a:lnTo>
                  <a:lnTo>
                    <a:pt x="2345" y="3496"/>
                  </a:lnTo>
                  <a:lnTo>
                    <a:pt x="2390" y="3496"/>
                  </a:lnTo>
                  <a:lnTo>
                    <a:pt x="2419" y="3481"/>
                  </a:lnTo>
                  <a:lnTo>
                    <a:pt x="2464" y="3496"/>
                  </a:lnTo>
                  <a:lnTo>
                    <a:pt x="2509" y="3511"/>
                  </a:lnTo>
                  <a:lnTo>
                    <a:pt x="2554" y="3540"/>
                  </a:lnTo>
                  <a:lnTo>
                    <a:pt x="2584" y="3570"/>
                  </a:lnTo>
                  <a:lnTo>
                    <a:pt x="2554" y="3525"/>
                  </a:lnTo>
                  <a:lnTo>
                    <a:pt x="2539" y="3496"/>
                  </a:lnTo>
                  <a:lnTo>
                    <a:pt x="2524" y="3421"/>
                  </a:lnTo>
                  <a:lnTo>
                    <a:pt x="2554" y="3346"/>
                  </a:lnTo>
                  <a:lnTo>
                    <a:pt x="2569" y="3331"/>
                  </a:lnTo>
                  <a:lnTo>
                    <a:pt x="2614" y="3287"/>
                  </a:lnTo>
                  <a:lnTo>
                    <a:pt x="2643" y="3272"/>
                  </a:lnTo>
                  <a:lnTo>
                    <a:pt x="2688" y="3257"/>
                  </a:lnTo>
                  <a:lnTo>
                    <a:pt x="2718" y="3272"/>
                  </a:lnTo>
                  <a:lnTo>
                    <a:pt x="2748" y="3272"/>
                  </a:lnTo>
                  <a:lnTo>
                    <a:pt x="2778" y="3301"/>
                  </a:lnTo>
                  <a:lnTo>
                    <a:pt x="2778" y="3287"/>
                  </a:lnTo>
                  <a:lnTo>
                    <a:pt x="2778" y="3272"/>
                  </a:lnTo>
                  <a:lnTo>
                    <a:pt x="2793" y="3257"/>
                  </a:lnTo>
                  <a:lnTo>
                    <a:pt x="2793" y="3242"/>
                  </a:lnTo>
                  <a:lnTo>
                    <a:pt x="2808" y="3227"/>
                  </a:lnTo>
                  <a:lnTo>
                    <a:pt x="2823" y="3212"/>
                  </a:lnTo>
                  <a:lnTo>
                    <a:pt x="2853" y="3212"/>
                  </a:lnTo>
                  <a:lnTo>
                    <a:pt x="2868" y="3227"/>
                  </a:lnTo>
                  <a:lnTo>
                    <a:pt x="2882" y="3227"/>
                  </a:lnTo>
                  <a:lnTo>
                    <a:pt x="2897" y="3242"/>
                  </a:lnTo>
                  <a:lnTo>
                    <a:pt x="2912" y="3257"/>
                  </a:lnTo>
                  <a:lnTo>
                    <a:pt x="2942" y="3287"/>
                  </a:lnTo>
                  <a:lnTo>
                    <a:pt x="2972" y="3316"/>
                  </a:lnTo>
                  <a:lnTo>
                    <a:pt x="3002" y="3346"/>
                  </a:lnTo>
                  <a:lnTo>
                    <a:pt x="3017" y="3361"/>
                  </a:lnTo>
                  <a:lnTo>
                    <a:pt x="3032" y="3376"/>
                  </a:lnTo>
                  <a:lnTo>
                    <a:pt x="3032" y="3391"/>
                  </a:lnTo>
                  <a:lnTo>
                    <a:pt x="3047" y="3406"/>
                  </a:lnTo>
                  <a:lnTo>
                    <a:pt x="3077" y="3421"/>
                  </a:lnTo>
                  <a:lnTo>
                    <a:pt x="3092" y="3451"/>
                  </a:lnTo>
                  <a:lnTo>
                    <a:pt x="3106" y="3451"/>
                  </a:lnTo>
                  <a:lnTo>
                    <a:pt x="3121" y="3466"/>
                  </a:lnTo>
                  <a:lnTo>
                    <a:pt x="3151" y="3481"/>
                  </a:lnTo>
                  <a:lnTo>
                    <a:pt x="3181" y="3496"/>
                  </a:lnTo>
                  <a:lnTo>
                    <a:pt x="3211" y="3525"/>
                  </a:lnTo>
                  <a:lnTo>
                    <a:pt x="3286" y="3525"/>
                  </a:lnTo>
                  <a:lnTo>
                    <a:pt x="3345" y="3511"/>
                  </a:lnTo>
                  <a:lnTo>
                    <a:pt x="3450" y="3540"/>
                  </a:lnTo>
                  <a:lnTo>
                    <a:pt x="3525" y="3630"/>
                  </a:lnTo>
                  <a:lnTo>
                    <a:pt x="3584" y="3720"/>
                  </a:lnTo>
                  <a:lnTo>
                    <a:pt x="3644" y="3749"/>
                  </a:lnTo>
                  <a:lnTo>
                    <a:pt x="3704" y="3764"/>
                  </a:lnTo>
                  <a:lnTo>
                    <a:pt x="3988" y="3764"/>
                  </a:lnTo>
                  <a:lnTo>
                    <a:pt x="4107" y="3794"/>
                  </a:lnTo>
                  <a:lnTo>
                    <a:pt x="4167" y="3824"/>
                  </a:lnTo>
                  <a:lnTo>
                    <a:pt x="4242" y="3929"/>
                  </a:lnTo>
                  <a:lnTo>
                    <a:pt x="4256" y="4018"/>
                  </a:lnTo>
                  <a:lnTo>
                    <a:pt x="4256" y="4153"/>
                  </a:lnTo>
                  <a:lnTo>
                    <a:pt x="4242" y="4212"/>
                  </a:lnTo>
                  <a:lnTo>
                    <a:pt x="4242" y="4227"/>
                  </a:lnTo>
                  <a:lnTo>
                    <a:pt x="4271" y="4242"/>
                  </a:lnTo>
                  <a:lnTo>
                    <a:pt x="4301" y="4257"/>
                  </a:lnTo>
                  <a:lnTo>
                    <a:pt x="4331" y="4272"/>
                  </a:lnTo>
                  <a:lnTo>
                    <a:pt x="4361" y="4272"/>
                  </a:lnTo>
                  <a:lnTo>
                    <a:pt x="4391" y="4287"/>
                  </a:lnTo>
                  <a:lnTo>
                    <a:pt x="4466" y="4302"/>
                  </a:lnTo>
                  <a:lnTo>
                    <a:pt x="4525" y="4347"/>
                  </a:lnTo>
                  <a:lnTo>
                    <a:pt x="4570" y="4392"/>
                  </a:lnTo>
                  <a:lnTo>
                    <a:pt x="4585" y="4496"/>
                  </a:lnTo>
                  <a:lnTo>
                    <a:pt x="4555" y="4571"/>
                  </a:lnTo>
                  <a:lnTo>
                    <a:pt x="4525" y="4646"/>
                  </a:lnTo>
                  <a:lnTo>
                    <a:pt x="4495" y="4690"/>
                  </a:lnTo>
                  <a:lnTo>
                    <a:pt x="4495" y="4735"/>
                  </a:lnTo>
                  <a:lnTo>
                    <a:pt x="4495" y="4765"/>
                  </a:lnTo>
                  <a:lnTo>
                    <a:pt x="4525" y="4810"/>
                  </a:lnTo>
                  <a:lnTo>
                    <a:pt x="4540" y="4825"/>
                  </a:lnTo>
                  <a:lnTo>
                    <a:pt x="4555" y="4840"/>
                  </a:lnTo>
                  <a:lnTo>
                    <a:pt x="4570" y="4855"/>
                  </a:lnTo>
                  <a:lnTo>
                    <a:pt x="4645" y="4944"/>
                  </a:lnTo>
                  <a:lnTo>
                    <a:pt x="4734" y="5034"/>
                  </a:lnTo>
                  <a:lnTo>
                    <a:pt x="4824" y="5094"/>
                  </a:lnTo>
                  <a:lnTo>
                    <a:pt x="4899" y="5094"/>
                  </a:lnTo>
                  <a:lnTo>
                    <a:pt x="4958" y="5079"/>
                  </a:lnTo>
                  <a:lnTo>
                    <a:pt x="5153" y="5079"/>
                  </a:lnTo>
                  <a:lnTo>
                    <a:pt x="5197" y="5094"/>
                  </a:lnTo>
                  <a:lnTo>
                    <a:pt x="5242" y="5109"/>
                  </a:lnTo>
                  <a:lnTo>
                    <a:pt x="5272" y="5123"/>
                  </a:lnTo>
                  <a:lnTo>
                    <a:pt x="5302" y="5138"/>
                  </a:lnTo>
                  <a:lnTo>
                    <a:pt x="5332" y="5138"/>
                  </a:lnTo>
                  <a:lnTo>
                    <a:pt x="5362" y="5123"/>
                  </a:lnTo>
                  <a:lnTo>
                    <a:pt x="5377" y="5109"/>
                  </a:lnTo>
                  <a:lnTo>
                    <a:pt x="5391" y="5094"/>
                  </a:lnTo>
                  <a:lnTo>
                    <a:pt x="5406" y="5094"/>
                  </a:lnTo>
                  <a:lnTo>
                    <a:pt x="5481" y="5064"/>
                  </a:lnTo>
                  <a:lnTo>
                    <a:pt x="5526" y="5079"/>
                  </a:lnTo>
                  <a:lnTo>
                    <a:pt x="5571" y="5109"/>
                  </a:lnTo>
                  <a:lnTo>
                    <a:pt x="5601" y="5138"/>
                  </a:lnTo>
                  <a:lnTo>
                    <a:pt x="5601" y="5153"/>
                  </a:lnTo>
                  <a:lnTo>
                    <a:pt x="5616" y="5153"/>
                  </a:lnTo>
                  <a:lnTo>
                    <a:pt x="5616" y="5138"/>
                  </a:lnTo>
                  <a:lnTo>
                    <a:pt x="5630" y="5094"/>
                  </a:lnTo>
                  <a:lnTo>
                    <a:pt x="5660" y="5049"/>
                  </a:lnTo>
                  <a:lnTo>
                    <a:pt x="5705" y="5004"/>
                  </a:lnTo>
                  <a:lnTo>
                    <a:pt x="5825" y="5004"/>
                  </a:lnTo>
                  <a:lnTo>
                    <a:pt x="5884" y="5019"/>
                  </a:lnTo>
                  <a:lnTo>
                    <a:pt x="5929" y="5049"/>
                  </a:lnTo>
                  <a:lnTo>
                    <a:pt x="5974" y="5079"/>
                  </a:lnTo>
                  <a:lnTo>
                    <a:pt x="6019" y="5123"/>
                  </a:lnTo>
                  <a:lnTo>
                    <a:pt x="6064" y="5168"/>
                  </a:lnTo>
                  <a:lnTo>
                    <a:pt x="6108" y="5213"/>
                  </a:lnTo>
                  <a:lnTo>
                    <a:pt x="6138" y="5258"/>
                  </a:lnTo>
                  <a:lnTo>
                    <a:pt x="6228" y="5362"/>
                  </a:lnTo>
                  <a:lnTo>
                    <a:pt x="6347" y="5557"/>
                  </a:lnTo>
                  <a:lnTo>
                    <a:pt x="6452" y="5706"/>
                  </a:lnTo>
                  <a:lnTo>
                    <a:pt x="6556" y="5855"/>
                  </a:lnTo>
                  <a:lnTo>
                    <a:pt x="6646" y="5975"/>
                  </a:lnTo>
                  <a:lnTo>
                    <a:pt x="6706" y="6049"/>
                  </a:lnTo>
                  <a:lnTo>
                    <a:pt x="6736" y="6064"/>
                  </a:lnTo>
                  <a:lnTo>
                    <a:pt x="6751" y="6079"/>
                  </a:lnTo>
                  <a:lnTo>
                    <a:pt x="6765" y="6094"/>
                  </a:lnTo>
                  <a:lnTo>
                    <a:pt x="6780" y="6109"/>
                  </a:lnTo>
                  <a:lnTo>
                    <a:pt x="6840" y="6139"/>
                  </a:lnTo>
                  <a:lnTo>
                    <a:pt x="6900" y="6229"/>
                  </a:lnTo>
                  <a:lnTo>
                    <a:pt x="6915" y="6333"/>
                  </a:lnTo>
                  <a:lnTo>
                    <a:pt x="6945" y="6393"/>
                  </a:lnTo>
                  <a:lnTo>
                    <a:pt x="7079" y="6512"/>
                  </a:lnTo>
                  <a:lnTo>
                    <a:pt x="7273" y="6707"/>
                  </a:lnTo>
                  <a:lnTo>
                    <a:pt x="7527" y="6931"/>
                  </a:lnTo>
                  <a:lnTo>
                    <a:pt x="7856" y="7199"/>
                  </a:lnTo>
                  <a:lnTo>
                    <a:pt x="8169" y="7453"/>
                  </a:lnTo>
                  <a:lnTo>
                    <a:pt x="8423" y="7647"/>
                  </a:lnTo>
                  <a:lnTo>
                    <a:pt x="8573" y="7722"/>
                  </a:lnTo>
                  <a:lnTo>
                    <a:pt x="8707" y="7797"/>
                  </a:lnTo>
                  <a:lnTo>
                    <a:pt x="8782" y="7812"/>
                  </a:lnTo>
                  <a:lnTo>
                    <a:pt x="8856" y="7812"/>
                  </a:lnTo>
                  <a:lnTo>
                    <a:pt x="8871" y="7797"/>
                  </a:lnTo>
                  <a:lnTo>
                    <a:pt x="8901" y="7797"/>
                  </a:lnTo>
                  <a:lnTo>
                    <a:pt x="8991" y="7827"/>
                  </a:lnTo>
                  <a:lnTo>
                    <a:pt x="9170" y="7946"/>
                  </a:lnTo>
                  <a:lnTo>
                    <a:pt x="9379" y="8081"/>
                  </a:lnTo>
                  <a:lnTo>
                    <a:pt x="9603" y="8245"/>
                  </a:lnTo>
                  <a:lnTo>
                    <a:pt x="9738" y="8334"/>
                  </a:lnTo>
                  <a:lnTo>
                    <a:pt x="9842" y="8409"/>
                  </a:lnTo>
                  <a:lnTo>
                    <a:pt x="9947" y="8484"/>
                  </a:lnTo>
                  <a:lnTo>
                    <a:pt x="10021" y="8544"/>
                  </a:lnTo>
                  <a:lnTo>
                    <a:pt x="10126" y="8603"/>
                  </a:lnTo>
                  <a:lnTo>
                    <a:pt x="10200" y="8663"/>
                  </a:lnTo>
                  <a:lnTo>
                    <a:pt x="10320" y="8753"/>
                  </a:lnTo>
                  <a:lnTo>
                    <a:pt x="10410" y="8738"/>
                  </a:lnTo>
                  <a:lnTo>
                    <a:pt x="10439" y="8723"/>
                  </a:lnTo>
                  <a:lnTo>
                    <a:pt x="10529" y="8693"/>
                  </a:lnTo>
                  <a:lnTo>
                    <a:pt x="10723" y="8693"/>
                  </a:lnTo>
                  <a:lnTo>
                    <a:pt x="10843" y="8753"/>
                  </a:lnTo>
                  <a:lnTo>
                    <a:pt x="10887" y="8768"/>
                  </a:lnTo>
                  <a:lnTo>
                    <a:pt x="10932" y="8797"/>
                  </a:lnTo>
                  <a:lnTo>
                    <a:pt x="11097" y="8872"/>
                  </a:lnTo>
                  <a:lnTo>
                    <a:pt x="11261" y="8962"/>
                  </a:lnTo>
                  <a:lnTo>
                    <a:pt x="11321" y="9007"/>
                  </a:lnTo>
                  <a:lnTo>
                    <a:pt x="11350" y="9051"/>
                  </a:lnTo>
                  <a:lnTo>
                    <a:pt x="11395" y="9126"/>
                  </a:lnTo>
                  <a:lnTo>
                    <a:pt x="11365" y="9186"/>
                  </a:lnTo>
                  <a:lnTo>
                    <a:pt x="11350" y="9216"/>
                  </a:lnTo>
                  <a:lnTo>
                    <a:pt x="11321" y="9245"/>
                  </a:lnTo>
                  <a:lnTo>
                    <a:pt x="11306" y="9260"/>
                  </a:lnTo>
                  <a:lnTo>
                    <a:pt x="11291" y="9275"/>
                  </a:lnTo>
                  <a:lnTo>
                    <a:pt x="11276" y="9290"/>
                  </a:lnTo>
                  <a:lnTo>
                    <a:pt x="11276" y="9305"/>
                  </a:lnTo>
                  <a:lnTo>
                    <a:pt x="11276" y="9320"/>
                  </a:lnTo>
                  <a:lnTo>
                    <a:pt x="11276" y="9350"/>
                  </a:lnTo>
                  <a:lnTo>
                    <a:pt x="11276" y="9380"/>
                  </a:lnTo>
                  <a:lnTo>
                    <a:pt x="11291" y="9425"/>
                  </a:lnTo>
                  <a:lnTo>
                    <a:pt x="11306" y="9470"/>
                  </a:lnTo>
                  <a:lnTo>
                    <a:pt x="11336" y="9529"/>
                  </a:lnTo>
                  <a:lnTo>
                    <a:pt x="11350" y="9589"/>
                  </a:lnTo>
                  <a:lnTo>
                    <a:pt x="11380" y="9634"/>
                  </a:lnTo>
                  <a:lnTo>
                    <a:pt x="11395" y="9664"/>
                  </a:lnTo>
                  <a:lnTo>
                    <a:pt x="11410" y="9694"/>
                  </a:lnTo>
                  <a:lnTo>
                    <a:pt x="11440" y="9723"/>
                  </a:lnTo>
                  <a:lnTo>
                    <a:pt x="11470" y="9738"/>
                  </a:lnTo>
                  <a:lnTo>
                    <a:pt x="11500" y="9753"/>
                  </a:lnTo>
                  <a:lnTo>
                    <a:pt x="11530" y="9768"/>
                  </a:lnTo>
                  <a:lnTo>
                    <a:pt x="11574" y="9783"/>
                  </a:lnTo>
                  <a:lnTo>
                    <a:pt x="11724" y="9783"/>
                  </a:lnTo>
                  <a:lnTo>
                    <a:pt x="11799" y="9768"/>
                  </a:lnTo>
                  <a:lnTo>
                    <a:pt x="11858" y="9783"/>
                  </a:lnTo>
                  <a:lnTo>
                    <a:pt x="11918" y="9813"/>
                  </a:lnTo>
                  <a:lnTo>
                    <a:pt x="11963" y="9873"/>
                  </a:lnTo>
                  <a:lnTo>
                    <a:pt x="11993" y="9903"/>
                  </a:lnTo>
                  <a:lnTo>
                    <a:pt x="12008" y="9918"/>
                  </a:lnTo>
                  <a:lnTo>
                    <a:pt x="12037" y="9947"/>
                  </a:lnTo>
                  <a:lnTo>
                    <a:pt x="12052" y="9977"/>
                  </a:lnTo>
                  <a:lnTo>
                    <a:pt x="12067" y="9992"/>
                  </a:lnTo>
                  <a:lnTo>
                    <a:pt x="12082" y="9977"/>
                  </a:lnTo>
                  <a:lnTo>
                    <a:pt x="12097" y="9962"/>
                  </a:lnTo>
                  <a:lnTo>
                    <a:pt x="12112" y="9947"/>
                  </a:lnTo>
                  <a:lnTo>
                    <a:pt x="12127" y="9932"/>
                  </a:lnTo>
                  <a:lnTo>
                    <a:pt x="12142" y="9932"/>
                  </a:lnTo>
                  <a:lnTo>
                    <a:pt x="12157" y="9903"/>
                  </a:lnTo>
                  <a:lnTo>
                    <a:pt x="12187" y="9888"/>
                  </a:lnTo>
                  <a:lnTo>
                    <a:pt x="12202" y="9888"/>
                  </a:lnTo>
                  <a:lnTo>
                    <a:pt x="12232" y="9873"/>
                  </a:lnTo>
                  <a:lnTo>
                    <a:pt x="12261" y="9873"/>
                  </a:lnTo>
                  <a:lnTo>
                    <a:pt x="12291" y="9888"/>
                  </a:lnTo>
                  <a:lnTo>
                    <a:pt x="12321" y="9888"/>
                  </a:lnTo>
                  <a:lnTo>
                    <a:pt x="12336" y="9918"/>
                  </a:lnTo>
                  <a:lnTo>
                    <a:pt x="12351" y="9918"/>
                  </a:lnTo>
                  <a:lnTo>
                    <a:pt x="12351" y="9932"/>
                  </a:lnTo>
                  <a:lnTo>
                    <a:pt x="12366" y="9947"/>
                  </a:lnTo>
                  <a:lnTo>
                    <a:pt x="12366" y="9962"/>
                  </a:lnTo>
                  <a:lnTo>
                    <a:pt x="12381" y="9962"/>
                  </a:lnTo>
                  <a:lnTo>
                    <a:pt x="12381" y="9977"/>
                  </a:lnTo>
                  <a:lnTo>
                    <a:pt x="12396" y="9992"/>
                  </a:lnTo>
                  <a:lnTo>
                    <a:pt x="12441" y="9992"/>
                  </a:lnTo>
                  <a:lnTo>
                    <a:pt x="12471" y="10007"/>
                  </a:lnTo>
                  <a:lnTo>
                    <a:pt x="12486" y="10007"/>
                  </a:lnTo>
                  <a:lnTo>
                    <a:pt x="12500" y="9992"/>
                  </a:lnTo>
                  <a:lnTo>
                    <a:pt x="12500" y="9977"/>
                  </a:lnTo>
                  <a:lnTo>
                    <a:pt x="12500" y="9962"/>
                  </a:lnTo>
                  <a:lnTo>
                    <a:pt x="12515" y="9947"/>
                  </a:lnTo>
                  <a:lnTo>
                    <a:pt x="12515" y="9932"/>
                  </a:lnTo>
                  <a:lnTo>
                    <a:pt x="12515" y="9918"/>
                  </a:lnTo>
                  <a:lnTo>
                    <a:pt x="12515" y="9903"/>
                  </a:lnTo>
                  <a:lnTo>
                    <a:pt x="12515" y="9888"/>
                  </a:lnTo>
                  <a:lnTo>
                    <a:pt x="12515" y="9873"/>
                  </a:lnTo>
                  <a:lnTo>
                    <a:pt x="12515" y="9843"/>
                  </a:lnTo>
                  <a:lnTo>
                    <a:pt x="12515" y="9813"/>
                  </a:lnTo>
                  <a:lnTo>
                    <a:pt x="12500" y="9783"/>
                  </a:lnTo>
                  <a:lnTo>
                    <a:pt x="12500" y="9768"/>
                  </a:lnTo>
                  <a:lnTo>
                    <a:pt x="12486" y="9694"/>
                  </a:lnTo>
                  <a:lnTo>
                    <a:pt x="12486" y="9649"/>
                  </a:lnTo>
                  <a:lnTo>
                    <a:pt x="12486" y="9619"/>
                  </a:lnTo>
                  <a:lnTo>
                    <a:pt x="12500" y="9589"/>
                  </a:lnTo>
                  <a:lnTo>
                    <a:pt x="12515" y="9559"/>
                  </a:lnTo>
                  <a:lnTo>
                    <a:pt x="12530" y="9529"/>
                  </a:lnTo>
                  <a:lnTo>
                    <a:pt x="12530" y="9499"/>
                  </a:lnTo>
                  <a:lnTo>
                    <a:pt x="12545" y="9470"/>
                  </a:lnTo>
                  <a:lnTo>
                    <a:pt x="12560" y="9440"/>
                  </a:lnTo>
                  <a:lnTo>
                    <a:pt x="12575" y="9425"/>
                  </a:lnTo>
                  <a:lnTo>
                    <a:pt x="12590" y="9395"/>
                  </a:lnTo>
                  <a:lnTo>
                    <a:pt x="12605" y="9380"/>
                  </a:lnTo>
                  <a:lnTo>
                    <a:pt x="12605" y="9350"/>
                  </a:lnTo>
                  <a:lnTo>
                    <a:pt x="12605" y="9305"/>
                  </a:lnTo>
                  <a:lnTo>
                    <a:pt x="12620" y="9275"/>
                  </a:lnTo>
                  <a:lnTo>
                    <a:pt x="12620" y="9260"/>
                  </a:lnTo>
                  <a:lnTo>
                    <a:pt x="12620" y="9245"/>
                  </a:lnTo>
                  <a:lnTo>
                    <a:pt x="12650" y="9126"/>
                  </a:lnTo>
                  <a:lnTo>
                    <a:pt x="12710" y="9036"/>
                  </a:lnTo>
                  <a:lnTo>
                    <a:pt x="12724" y="9021"/>
                  </a:lnTo>
                  <a:lnTo>
                    <a:pt x="12739" y="8992"/>
                  </a:lnTo>
                  <a:lnTo>
                    <a:pt x="12754" y="8962"/>
                  </a:lnTo>
                  <a:lnTo>
                    <a:pt x="12784" y="8932"/>
                  </a:lnTo>
                  <a:lnTo>
                    <a:pt x="12799" y="8902"/>
                  </a:lnTo>
                  <a:lnTo>
                    <a:pt x="12814" y="8842"/>
                  </a:lnTo>
                  <a:lnTo>
                    <a:pt x="12769" y="8797"/>
                  </a:lnTo>
                  <a:lnTo>
                    <a:pt x="12754" y="8797"/>
                  </a:lnTo>
                  <a:lnTo>
                    <a:pt x="12739" y="8783"/>
                  </a:lnTo>
                  <a:lnTo>
                    <a:pt x="12724" y="8768"/>
                  </a:lnTo>
                  <a:lnTo>
                    <a:pt x="12695" y="8753"/>
                  </a:lnTo>
                  <a:lnTo>
                    <a:pt x="12650" y="8708"/>
                  </a:lnTo>
                  <a:lnTo>
                    <a:pt x="12605" y="8648"/>
                  </a:lnTo>
                  <a:lnTo>
                    <a:pt x="12545" y="8588"/>
                  </a:lnTo>
                  <a:lnTo>
                    <a:pt x="12500" y="8514"/>
                  </a:lnTo>
                  <a:lnTo>
                    <a:pt x="12456" y="8439"/>
                  </a:lnTo>
                  <a:lnTo>
                    <a:pt x="12411" y="8379"/>
                  </a:lnTo>
                  <a:lnTo>
                    <a:pt x="12381" y="8320"/>
                  </a:lnTo>
                  <a:lnTo>
                    <a:pt x="12366" y="8260"/>
                  </a:lnTo>
                  <a:lnTo>
                    <a:pt x="12351" y="8200"/>
                  </a:lnTo>
                  <a:lnTo>
                    <a:pt x="12366" y="8155"/>
                  </a:lnTo>
                  <a:lnTo>
                    <a:pt x="12381" y="8110"/>
                  </a:lnTo>
                  <a:lnTo>
                    <a:pt x="12411" y="8066"/>
                  </a:lnTo>
                  <a:lnTo>
                    <a:pt x="12441" y="8021"/>
                  </a:lnTo>
                  <a:lnTo>
                    <a:pt x="12471" y="7961"/>
                  </a:lnTo>
                  <a:lnTo>
                    <a:pt x="12471" y="7946"/>
                  </a:lnTo>
                  <a:lnTo>
                    <a:pt x="12471" y="7931"/>
                  </a:lnTo>
                  <a:lnTo>
                    <a:pt x="12471" y="7916"/>
                  </a:lnTo>
                  <a:lnTo>
                    <a:pt x="12456" y="7916"/>
                  </a:lnTo>
                  <a:lnTo>
                    <a:pt x="12456" y="7901"/>
                  </a:lnTo>
                  <a:lnTo>
                    <a:pt x="12441" y="7901"/>
                  </a:lnTo>
                  <a:lnTo>
                    <a:pt x="12441" y="7886"/>
                  </a:lnTo>
                  <a:lnTo>
                    <a:pt x="12411" y="7886"/>
                  </a:lnTo>
                  <a:lnTo>
                    <a:pt x="12411" y="7871"/>
                  </a:lnTo>
                  <a:lnTo>
                    <a:pt x="12276" y="7871"/>
                  </a:lnTo>
                  <a:lnTo>
                    <a:pt x="12247" y="7901"/>
                  </a:lnTo>
                  <a:lnTo>
                    <a:pt x="12202" y="7931"/>
                  </a:lnTo>
                  <a:lnTo>
                    <a:pt x="12157" y="7931"/>
                  </a:lnTo>
                  <a:lnTo>
                    <a:pt x="12112" y="7946"/>
                  </a:lnTo>
                  <a:lnTo>
                    <a:pt x="12082" y="7931"/>
                  </a:lnTo>
                  <a:lnTo>
                    <a:pt x="12052" y="7901"/>
                  </a:lnTo>
                  <a:lnTo>
                    <a:pt x="12023" y="7871"/>
                  </a:lnTo>
                  <a:lnTo>
                    <a:pt x="11993" y="7842"/>
                  </a:lnTo>
                  <a:lnTo>
                    <a:pt x="11978" y="7797"/>
                  </a:lnTo>
                  <a:lnTo>
                    <a:pt x="11978" y="7767"/>
                  </a:lnTo>
                  <a:lnTo>
                    <a:pt x="11963" y="7767"/>
                  </a:lnTo>
                  <a:lnTo>
                    <a:pt x="11963" y="7752"/>
                  </a:lnTo>
                  <a:lnTo>
                    <a:pt x="11903" y="7752"/>
                  </a:lnTo>
                  <a:lnTo>
                    <a:pt x="11873" y="7737"/>
                  </a:lnTo>
                  <a:lnTo>
                    <a:pt x="11828" y="7707"/>
                  </a:lnTo>
                  <a:lnTo>
                    <a:pt x="11769" y="7677"/>
                  </a:lnTo>
                  <a:lnTo>
                    <a:pt x="11724" y="7647"/>
                  </a:lnTo>
                  <a:lnTo>
                    <a:pt x="11679" y="7603"/>
                  </a:lnTo>
                  <a:lnTo>
                    <a:pt x="11649" y="7558"/>
                  </a:lnTo>
                  <a:lnTo>
                    <a:pt x="11619" y="7513"/>
                  </a:lnTo>
                  <a:lnTo>
                    <a:pt x="11604" y="7453"/>
                  </a:lnTo>
                  <a:lnTo>
                    <a:pt x="11589" y="7409"/>
                  </a:lnTo>
                  <a:lnTo>
                    <a:pt x="11589" y="7349"/>
                  </a:lnTo>
                  <a:lnTo>
                    <a:pt x="11589" y="7289"/>
                  </a:lnTo>
                  <a:lnTo>
                    <a:pt x="11604" y="7244"/>
                  </a:lnTo>
                  <a:lnTo>
                    <a:pt x="11634" y="7184"/>
                  </a:lnTo>
                  <a:lnTo>
                    <a:pt x="11664" y="7140"/>
                  </a:lnTo>
                  <a:lnTo>
                    <a:pt x="11694" y="7110"/>
                  </a:lnTo>
                  <a:lnTo>
                    <a:pt x="11739" y="7080"/>
                  </a:lnTo>
                  <a:lnTo>
                    <a:pt x="11799" y="7050"/>
                  </a:lnTo>
                  <a:lnTo>
                    <a:pt x="11858" y="7035"/>
                  </a:lnTo>
                  <a:lnTo>
                    <a:pt x="12023" y="7005"/>
                  </a:lnTo>
                  <a:lnTo>
                    <a:pt x="12187" y="7050"/>
                  </a:lnTo>
                  <a:lnTo>
                    <a:pt x="12247" y="7065"/>
                  </a:lnTo>
                  <a:lnTo>
                    <a:pt x="12291" y="7080"/>
                  </a:lnTo>
                  <a:lnTo>
                    <a:pt x="12336" y="7095"/>
                  </a:lnTo>
                  <a:lnTo>
                    <a:pt x="12396" y="7095"/>
                  </a:lnTo>
                  <a:lnTo>
                    <a:pt x="12530" y="7125"/>
                  </a:lnTo>
                  <a:lnTo>
                    <a:pt x="12650" y="7095"/>
                  </a:lnTo>
                  <a:lnTo>
                    <a:pt x="12680" y="7020"/>
                  </a:lnTo>
                  <a:lnTo>
                    <a:pt x="12680" y="6931"/>
                  </a:lnTo>
                  <a:lnTo>
                    <a:pt x="12665" y="6841"/>
                  </a:lnTo>
                  <a:lnTo>
                    <a:pt x="12680" y="6766"/>
                  </a:lnTo>
                  <a:lnTo>
                    <a:pt x="12695" y="6722"/>
                  </a:lnTo>
                  <a:lnTo>
                    <a:pt x="12710" y="6692"/>
                  </a:lnTo>
                  <a:lnTo>
                    <a:pt x="12710" y="6662"/>
                  </a:lnTo>
                  <a:lnTo>
                    <a:pt x="12724" y="6647"/>
                  </a:lnTo>
                  <a:lnTo>
                    <a:pt x="12724" y="6617"/>
                  </a:lnTo>
                  <a:lnTo>
                    <a:pt x="12724" y="6602"/>
                  </a:lnTo>
                  <a:lnTo>
                    <a:pt x="12710" y="6587"/>
                  </a:lnTo>
                  <a:lnTo>
                    <a:pt x="12710" y="6572"/>
                  </a:lnTo>
                  <a:lnTo>
                    <a:pt x="12695" y="6572"/>
                  </a:lnTo>
                  <a:lnTo>
                    <a:pt x="12695" y="6557"/>
                  </a:lnTo>
                  <a:lnTo>
                    <a:pt x="12665" y="6557"/>
                  </a:lnTo>
                  <a:lnTo>
                    <a:pt x="12635" y="6542"/>
                  </a:lnTo>
                  <a:lnTo>
                    <a:pt x="12620" y="6527"/>
                  </a:lnTo>
                  <a:lnTo>
                    <a:pt x="12590" y="6497"/>
                  </a:lnTo>
                  <a:lnTo>
                    <a:pt x="12575" y="6438"/>
                  </a:lnTo>
                  <a:lnTo>
                    <a:pt x="12560" y="6408"/>
                  </a:lnTo>
                  <a:lnTo>
                    <a:pt x="12575" y="6378"/>
                  </a:lnTo>
                  <a:lnTo>
                    <a:pt x="12590" y="6348"/>
                  </a:lnTo>
                  <a:lnTo>
                    <a:pt x="12620" y="6333"/>
                  </a:lnTo>
                  <a:lnTo>
                    <a:pt x="12754" y="6333"/>
                  </a:lnTo>
                  <a:lnTo>
                    <a:pt x="12799" y="6348"/>
                  </a:lnTo>
                  <a:lnTo>
                    <a:pt x="12963" y="6348"/>
                  </a:lnTo>
                  <a:lnTo>
                    <a:pt x="13008" y="6333"/>
                  </a:lnTo>
                  <a:lnTo>
                    <a:pt x="13053" y="6333"/>
                  </a:lnTo>
                  <a:lnTo>
                    <a:pt x="13083" y="6318"/>
                  </a:lnTo>
                  <a:lnTo>
                    <a:pt x="13098" y="6303"/>
                  </a:lnTo>
                  <a:lnTo>
                    <a:pt x="13098" y="6288"/>
                  </a:lnTo>
                  <a:lnTo>
                    <a:pt x="13098" y="6244"/>
                  </a:lnTo>
                  <a:lnTo>
                    <a:pt x="13083" y="6169"/>
                  </a:lnTo>
                  <a:lnTo>
                    <a:pt x="13083" y="6154"/>
                  </a:lnTo>
                  <a:lnTo>
                    <a:pt x="13068" y="6124"/>
                  </a:lnTo>
                  <a:lnTo>
                    <a:pt x="13068" y="6109"/>
                  </a:lnTo>
                  <a:lnTo>
                    <a:pt x="13053" y="6109"/>
                  </a:lnTo>
                  <a:lnTo>
                    <a:pt x="12993" y="6094"/>
                  </a:lnTo>
                  <a:lnTo>
                    <a:pt x="12948" y="6035"/>
                  </a:lnTo>
                  <a:lnTo>
                    <a:pt x="12919" y="5990"/>
                  </a:lnTo>
                  <a:lnTo>
                    <a:pt x="12934" y="5945"/>
                  </a:lnTo>
                  <a:lnTo>
                    <a:pt x="12934" y="5915"/>
                  </a:lnTo>
                  <a:lnTo>
                    <a:pt x="12963" y="5900"/>
                  </a:lnTo>
                  <a:lnTo>
                    <a:pt x="12978" y="5885"/>
                  </a:lnTo>
                  <a:lnTo>
                    <a:pt x="13008" y="5885"/>
                  </a:lnTo>
                  <a:lnTo>
                    <a:pt x="13008" y="5870"/>
                  </a:lnTo>
                  <a:lnTo>
                    <a:pt x="12978" y="5810"/>
                  </a:lnTo>
                  <a:lnTo>
                    <a:pt x="13008" y="5661"/>
                  </a:lnTo>
                  <a:lnTo>
                    <a:pt x="13008" y="5646"/>
                  </a:lnTo>
                  <a:lnTo>
                    <a:pt x="13023" y="5631"/>
                  </a:lnTo>
                  <a:lnTo>
                    <a:pt x="13038" y="5631"/>
                  </a:lnTo>
                  <a:lnTo>
                    <a:pt x="13038" y="5616"/>
                  </a:lnTo>
                  <a:lnTo>
                    <a:pt x="13068" y="5601"/>
                  </a:lnTo>
                  <a:lnTo>
                    <a:pt x="13083" y="5586"/>
                  </a:lnTo>
                  <a:lnTo>
                    <a:pt x="13143" y="5586"/>
                  </a:lnTo>
                  <a:lnTo>
                    <a:pt x="13173" y="5601"/>
                  </a:lnTo>
                  <a:lnTo>
                    <a:pt x="13187" y="5601"/>
                  </a:lnTo>
                  <a:lnTo>
                    <a:pt x="13217" y="5616"/>
                  </a:lnTo>
                  <a:lnTo>
                    <a:pt x="13262" y="5646"/>
                  </a:lnTo>
                  <a:lnTo>
                    <a:pt x="13322" y="5676"/>
                  </a:lnTo>
                  <a:lnTo>
                    <a:pt x="13382" y="5736"/>
                  </a:lnTo>
                  <a:lnTo>
                    <a:pt x="13426" y="5781"/>
                  </a:lnTo>
                  <a:lnTo>
                    <a:pt x="13426" y="5796"/>
                  </a:lnTo>
                  <a:lnTo>
                    <a:pt x="13471" y="5796"/>
                  </a:lnTo>
                  <a:lnTo>
                    <a:pt x="13486" y="5781"/>
                  </a:lnTo>
                  <a:lnTo>
                    <a:pt x="13501" y="5766"/>
                  </a:lnTo>
                  <a:lnTo>
                    <a:pt x="13531" y="5751"/>
                  </a:lnTo>
                  <a:lnTo>
                    <a:pt x="13561" y="5721"/>
                  </a:lnTo>
                  <a:lnTo>
                    <a:pt x="13606" y="5691"/>
                  </a:lnTo>
                  <a:lnTo>
                    <a:pt x="13650" y="5646"/>
                  </a:lnTo>
                  <a:lnTo>
                    <a:pt x="13710" y="5601"/>
                  </a:lnTo>
                  <a:lnTo>
                    <a:pt x="13755" y="5557"/>
                  </a:lnTo>
                  <a:lnTo>
                    <a:pt x="13785" y="5482"/>
                  </a:lnTo>
                  <a:lnTo>
                    <a:pt x="13815" y="5422"/>
                  </a:lnTo>
                  <a:lnTo>
                    <a:pt x="13830" y="5377"/>
                  </a:lnTo>
                  <a:lnTo>
                    <a:pt x="13860" y="5348"/>
                  </a:lnTo>
                  <a:lnTo>
                    <a:pt x="13889" y="5318"/>
                  </a:lnTo>
                  <a:lnTo>
                    <a:pt x="13919" y="5303"/>
                  </a:lnTo>
                  <a:lnTo>
                    <a:pt x="14024" y="5303"/>
                  </a:lnTo>
                  <a:lnTo>
                    <a:pt x="14054" y="5318"/>
                  </a:lnTo>
                  <a:lnTo>
                    <a:pt x="14098" y="5333"/>
                  </a:lnTo>
                  <a:lnTo>
                    <a:pt x="14098" y="5348"/>
                  </a:lnTo>
                  <a:lnTo>
                    <a:pt x="14128" y="5362"/>
                  </a:lnTo>
                  <a:lnTo>
                    <a:pt x="14158" y="5407"/>
                  </a:lnTo>
                  <a:lnTo>
                    <a:pt x="14173" y="5422"/>
                  </a:lnTo>
                  <a:lnTo>
                    <a:pt x="14188" y="5437"/>
                  </a:lnTo>
                  <a:lnTo>
                    <a:pt x="14203" y="5467"/>
                  </a:lnTo>
                  <a:lnTo>
                    <a:pt x="14233" y="5497"/>
                  </a:lnTo>
                  <a:lnTo>
                    <a:pt x="14263" y="5542"/>
                  </a:lnTo>
                  <a:lnTo>
                    <a:pt x="14278" y="5586"/>
                  </a:lnTo>
                  <a:lnTo>
                    <a:pt x="14293" y="5601"/>
                  </a:lnTo>
                  <a:lnTo>
                    <a:pt x="14308" y="5616"/>
                  </a:lnTo>
                  <a:lnTo>
                    <a:pt x="14322" y="5646"/>
                  </a:lnTo>
                  <a:lnTo>
                    <a:pt x="14352" y="5661"/>
                  </a:lnTo>
                  <a:lnTo>
                    <a:pt x="14397" y="5691"/>
                  </a:lnTo>
                  <a:lnTo>
                    <a:pt x="14427" y="5721"/>
                  </a:lnTo>
                  <a:lnTo>
                    <a:pt x="14457" y="5781"/>
                  </a:lnTo>
                  <a:lnTo>
                    <a:pt x="14427" y="5840"/>
                  </a:lnTo>
                  <a:lnTo>
                    <a:pt x="14397" y="5885"/>
                  </a:lnTo>
                  <a:lnTo>
                    <a:pt x="14352" y="5915"/>
                  </a:lnTo>
                  <a:lnTo>
                    <a:pt x="14322" y="5945"/>
                  </a:lnTo>
                  <a:lnTo>
                    <a:pt x="14278" y="5975"/>
                  </a:lnTo>
                  <a:lnTo>
                    <a:pt x="14218" y="6005"/>
                  </a:lnTo>
                  <a:lnTo>
                    <a:pt x="14188" y="6035"/>
                  </a:lnTo>
                  <a:lnTo>
                    <a:pt x="14173" y="6035"/>
                  </a:lnTo>
                  <a:lnTo>
                    <a:pt x="14143" y="6064"/>
                  </a:lnTo>
                  <a:lnTo>
                    <a:pt x="14128" y="6079"/>
                  </a:lnTo>
                  <a:lnTo>
                    <a:pt x="14128" y="6094"/>
                  </a:lnTo>
                  <a:lnTo>
                    <a:pt x="14143" y="6109"/>
                  </a:lnTo>
                  <a:lnTo>
                    <a:pt x="14158" y="6124"/>
                  </a:lnTo>
                  <a:lnTo>
                    <a:pt x="14188" y="6139"/>
                  </a:lnTo>
                  <a:lnTo>
                    <a:pt x="14203" y="6154"/>
                  </a:lnTo>
                  <a:lnTo>
                    <a:pt x="14218" y="6169"/>
                  </a:lnTo>
                  <a:lnTo>
                    <a:pt x="14233" y="6184"/>
                  </a:lnTo>
                  <a:lnTo>
                    <a:pt x="14248" y="6199"/>
                  </a:lnTo>
                  <a:lnTo>
                    <a:pt x="14278" y="6214"/>
                  </a:lnTo>
                  <a:lnTo>
                    <a:pt x="14293" y="6229"/>
                  </a:lnTo>
                  <a:lnTo>
                    <a:pt x="14352" y="6288"/>
                  </a:lnTo>
                  <a:lnTo>
                    <a:pt x="14427" y="6363"/>
                  </a:lnTo>
                  <a:lnTo>
                    <a:pt x="14487" y="6408"/>
                  </a:lnTo>
                  <a:lnTo>
                    <a:pt x="14532" y="6453"/>
                  </a:lnTo>
                  <a:lnTo>
                    <a:pt x="14532" y="6438"/>
                  </a:lnTo>
                  <a:lnTo>
                    <a:pt x="14636" y="6438"/>
                  </a:lnTo>
                  <a:lnTo>
                    <a:pt x="14666" y="6453"/>
                  </a:lnTo>
                  <a:lnTo>
                    <a:pt x="14681" y="6468"/>
                  </a:lnTo>
                  <a:lnTo>
                    <a:pt x="14711" y="6468"/>
                  </a:lnTo>
                  <a:lnTo>
                    <a:pt x="14711" y="6483"/>
                  </a:lnTo>
                  <a:lnTo>
                    <a:pt x="14726" y="6483"/>
                  </a:lnTo>
                  <a:lnTo>
                    <a:pt x="14726" y="6497"/>
                  </a:lnTo>
                  <a:lnTo>
                    <a:pt x="14741" y="6497"/>
                  </a:lnTo>
                  <a:lnTo>
                    <a:pt x="14785" y="6557"/>
                  </a:lnTo>
                  <a:lnTo>
                    <a:pt x="14860" y="6632"/>
                  </a:lnTo>
                  <a:lnTo>
                    <a:pt x="14875" y="6662"/>
                  </a:lnTo>
                  <a:lnTo>
                    <a:pt x="14890" y="6677"/>
                  </a:lnTo>
                  <a:lnTo>
                    <a:pt x="14905" y="6677"/>
                  </a:lnTo>
                  <a:lnTo>
                    <a:pt x="14935" y="6692"/>
                  </a:lnTo>
                  <a:lnTo>
                    <a:pt x="14950" y="6692"/>
                  </a:lnTo>
                  <a:lnTo>
                    <a:pt x="14965" y="6707"/>
                  </a:lnTo>
                  <a:lnTo>
                    <a:pt x="14980" y="6707"/>
                  </a:lnTo>
                  <a:lnTo>
                    <a:pt x="14995" y="6692"/>
                  </a:lnTo>
                  <a:lnTo>
                    <a:pt x="15009" y="6692"/>
                  </a:lnTo>
                  <a:lnTo>
                    <a:pt x="15009" y="6677"/>
                  </a:lnTo>
                  <a:lnTo>
                    <a:pt x="15009" y="6662"/>
                  </a:lnTo>
                  <a:lnTo>
                    <a:pt x="14995" y="6647"/>
                  </a:lnTo>
                  <a:lnTo>
                    <a:pt x="14995" y="6617"/>
                  </a:lnTo>
                  <a:lnTo>
                    <a:pt x="14980" y="6587"/>
                  </a:lnTo>
                  <a:lnTo>
                    <a:pt x="14980" y="6572"/>
                  </a:lnTo>
                  <a:lnTo>
                    <a:pt x="14965" y="6572"/>
                  </a:lnTo>
                  <a:lnTo>
                    <a:pt x="14950" y="6557"/>
                  </a:lnTo>
                  <a:lnTo>
                    <a:pt x="14935" y="6557"/>
                  </a:lnTo>
                  <a:lnTo>
                    <a:pt x="14905" y="6542"/>
                  </a:lnTo>
                  <a:lnTo>
                    <a:pt x="14875" y="6527"/>
                  </a:lnTo>
                  <a:lnTo>
                    <a:pt x="14860" y="6497"/>
                  </a:lnTo>
                  <a:lnTo>
                    <a:pt x="14845" y="6483"/>
                  </a:lnTo>
                  <a:lnTo>
                    <a:pt x="14830" y="6453"/>
                  </a:lnTo>
                  <a:lnTo>
                    <a:pt x="14815" y="6423"/>
                  </a:lnTo>
                  <a:lnTo>
                    <a:pt x="14800" y="6408"/>
                  </a:lnTo>
                  <a:lnTo>
                    <a:pt x="14800" y="6378"/>
                  </a:lnTo>
                  <a:lnTo>
                    <a:pt x="14800" y="6348"/>
                  </a:lnTo>
                  <a:lnTo>
                    <a:pt x="14800" y="6333"/>
                  </a:lnTo>
                  <a:lnTo>
                    <a:pt x="14800" y="6303"/>
                  </a:lnTo>
                  <a:lnTo>
                    <a:pt x="14815" y="6273"/>
                  </a:lnTo>
                  <a:lnTo>
                    <a:pt x="14830" y="6259"/>
                  </a:lnTo>
                  <a:lnTo>
                    <a:pt x="14860" y="6229"/>
                  </a:lnTo>
                  <a:lnTo>
                    <a:pt x="14890" y="6214"/>
                  </a:lnTo>
                  <a:lnTo>
                    <a:pt x="14920" y="6214"/>
                  </a:lnTo>
                  <a:lnTo>
                    <a:pt x="14965" y="6199"/>
                  </a:lnTo>
                  <a:lnTo>
                    <a:pt x="15159" y="6199"/>
                  </a:lnTo>
                  <a:lnTo>
                    <a:pt x="15204" y="6229"/>
                  </a:lnTo>
                  <a:lnTo>
                    <a:pt x="15248" y="6273"/>
                  </a:lnTo>
                  <a:lnTo>
                    <a:pt x="15263" y="6303"/>
                  </a:lnTo>
                  <a:lnTo>
                    <a:pt x="15263" y="6318"/>
                  </a:lnTo>
                  <a:lnTo>
                    <a:pt x="15278" y="6333"/>
                  </a:lnTo>
                  <a:lnTo>
                    <a:pt x="15293" y="6348"/>
                  </a:lnTo>
                  <a:lnTo>
                    <a:pt x="15308" y="6348"/>
                  </a:lnTo>
                  <a:lnTo>
                    <a:pt x="15338" y="6378"/>
                  </a:lnTo>
                  <a:lnTo>
                    <a:pt x="15368" y="6408"/>
                  </a:lnTo>
                  <a:lnTo>
                    <a:pt x="15383" y="6423"/>
                  </a:lnTo>
                  <a:lnTo>
                    <a:pt x="15398" y="6453"/>
                  </a:lnTo>
                  <a:lnTo>
                    <a:pt x="15398" y="6438"/>
                  </a:lnTo>
                  <a:lnTo>
                    <a:pt x="15413" y="6363"/>
                  </a:lnTo>
                  <a:lnTo>
                    <a:pt x="15458" y="6288"/>
                  </a:lnTo>
                  <a:lnTo>
                    <a:pt x="15517" y="6229"/>
                  </a:lnTo>
                  <a:lnTo>
                    <a:pt x="15577" y="6169"/>
                  </a:lnTo>
                  <a:lnTo>
                    <a:pt x="15592" y="6169"/>
                  </a:lnTo>
                  <a:lnTo>
                    <a:pt x="15592" y="6154"/>
                  </a:lnTo>
                  <a:lnTo>
                    <a:pt x="15607" y="6139"/>
                  </a:lnTo>
                  <a:lnTo>
                    <a:pt x="15622" y="6124"/>
                  </a:lnTo>
                  <a:lnTo>
                    <a:pt x="15652" y="6124"/>
                  </a:lnTo>
                  <a:lnTo>
                    <a:pt x="15667" y="6109"/>
                  </a:lnTo>
                  <a:lnTo>
                    <a:pt x="15682" y="6094"/>
                  </a:lnTo>
                  <a:lnTo>
                    <a:pt x="15696" y="6079"/>
                  </a:lnTo>
                  <a:lnTo>
                    <a:pt x="15726" y="6064"/>
                  </a:lnTo>
                  <a:lnTo>
                    <a:pt x="15756" y="6049"/>
                  </a:lnTo>
                  <a:lnTo>
                    <a:pt x="15771" y="6020"/>
                  </a:lnTo>
                  <a:lnTo>
                    <a:pt x="15786" y="6005"/>
                  </a:lnTo>
                  <a:lnTo>
                    <a:pt x="15786" y="5990"/>
                  </a:lnTo>
                  <a:lnTo>
                    <a:pt x="15801" y="5975"/>
                  </a:lnTo>
                  <a:lnTo>
                    <a:pt x="15801" y="5960"/>
                  </a:lnTo>
                  <a:lnTo>
                    <a:pt x="15816" y="5930"/>
                  </a:lnTo>
                  <a:lnTo>
                    <a:pt x="15831" y="5885"/>
                  </a:lnTo>
                  <a:lnTo>
                    <a:pt x="15861" y="5855"/>
                  </a:lnTo>
                  <a:lnTo>
                    <a:pt x="15921" y="5825"/>
                  </a:lnTo>
                  <a:lnTo>
                    <a:pt x="16010" y="5855"/>
                  </a:lnTo>
                  <a:lnTo>
                    <a:pt x="16040" y="5870"/>
                  </a:lnTo>
                  <a:lnTo>
                    <a:pt x="16070" y="5870"/>
                  </a:lnTo>
                  <a:lnTo>
                    <a:pt x="16100" y="5855"/>
                  </a:lnTo>
                  <a:lnTo>
                    <a:pt x="16145" y="5840"/>
                  </a:lnTo>
                  <a:lnTo>
                    <a:pt x="16189" y="5796"/>
                  </a:lnTo>
                  <a:lnTo>
                    <a:pt x="16234" y="5766"/>
                  </a:lnTo>
                  <a:lnTo>
                    <a:pt x="16249" y="5751"/>
                  </a:lnTo>
                  <a:lnTo>
                    <a:pt x="16279" y="5706"/>
                  </a:lnTo>
                  <a:lnTo>
                    <a:pt x="16309" y="5676"/>
                  </a:lnTo>
                  <a:lnTo>
                    <a:pt x="16234" y="5676"/>
                  </a:lnTo>
                  <a:lnTo>
                    <a:pt x="16219" y="5661"/>
                  </a:lnTo>
                  <a:lnTo>
                    <a:pt x="16189" y="5661"/>
                  </a:lnTo>
                  <a:lnTo>
                    <a:pt x="16174" y="5646"/>
                  </a:lnTo>
                  <a:lnTo>
                    <a:pt x="16145" y="5646"/>
                  </a:lnTo>
                  <a:lnTo>
                    <a:pt x="16115" y="5631"/>
                  </a:lnTo>
                  <a:lnTo>
                    <a:pt x="16085" y="5631"/>
                  </a:lnTo>
                  <a:lnTo>
                    <a:pt x="15906" y="5586"/>
                  </a:lnTo>
                  <a:lnTo>
                    <a:pt x="15801" y="5527"/>
                  </a:lnTo>
                  <a:lnTo>
                    <a:pt x="15786" y="5497"/>
                  </a:lnTo>
                  <a:lnTo>
                    <a:pt x="15771" y="5482"/>
                  </a:lnTo>
                  <a:lnTo>
                    <a:pt x="15756" y="5467"/>
                  </a:lnTo>
                  <a:lnTo>
                    <a:pt x="15696" y="5467"/>
                  </a:lnTo>
                  <a:lnTo>
                    <a:pt x="15682" y="5482"/>
                  </a:lnTo>
                  <a:lnTo>
                    <a:pt x="15652" y="5482"/>
                  </a:lnTo>
                  <a:lnTo>
                    <a:pt x="15652" y="5497"/>
                  </a:lnTo>
                  <a:lnTo>
                    <a:pt x="15562" y="5497"/>
                  </a:lnTo>
                  <a:lnTo>
                    <a:pt x="15532" y="5467"/>
                  </a:lnTo>
                  <a:lnTo>
                    <a:pt x="15502" y="5407"/>
                  </a:lnTo>
                  <a:lnTo>
                    <a:pt x="15487" y="5362"/>
                  </a:lnTo>
                  <a:lnTo>
                    <a:pt x="15472" y="5333"/>
                  </a:lnTo>
                  <a:lnTo>
                    <a:pt x="15472" y="5318"/>
                  </a:lnTo>
                  <a:lnTo>
                    <a:pt x="15458" y="5288"/>
                  </a:lnTo>
                  <a:lnTo>
                    <a:pt x="15443" y="5288"/>
                  </a:lnTo>
                  <a:lnTo>
                    <a:pt x="15428" y="5273"/>
                  </a:lnTo>
                  <a:lnTo>
                    <a:pt x="15413" y="5258"/>
                  </a:lnTo>
                  <a:lnTo>
                    <a:pt x="15368" y="5258"/>
                  </a:lnTo>
                  <a:lnTo>
                    <a:pt x="15323" y="5273"/>
                  </a:lnTo>
                  <a:lnTo>
                    <a:pt x="15278" y="5258"/>
                  </a:lnTo>
                  <a:lnTo>
                    <a:pt x="15219" y="5243"/>
                  </a:lnTo>
                  <a:lnTo>
                    <a:pt x="15189" y="5183"/>
                  </a:lnTo>
                  <a:lnTo>
                    <a:pt x="15159" y="5109"/>
                  </a:lnTo>
                  <a:lnTo>
                    <a:pt x="15099" y="5034"/>
                  </a:lnTo>
                  <a:lnTo>
                    <a:pt x="15069" y="5004"/>
                  </a:lnTo>
                  <a:lnTo>
                    <a:pt x="15039" y="4974"/>
                  </a:lnTo>
                  <a:lnTo>
                    <a:pt x="15024" y="4929"/>
                  </a:lnTo>
                  <a:lnTo>
                    <a:pt x="14995" y="4899"/>
                  </a:lnTo>
                  <a:lnTo>
                    <a:pt x="14995" y="4885"/>
                  </a:lnTo>
                  <a:lnTo>
                    <a:pt x="14995" y="4870"/>
                  </a:lnTo>
                  <a:lnTo>
                    <a:pt x="14980" y="4914"/>
                  </a:lnTo>
                  <a:lnTo>
                    <a:pt x="14965" y="4959"/>
                  </a:lnTo>
                  <a:lnTo>
                    <a:pt x="14950" y="5004"/>
                  </a:lnTo>
                  <a:lnTo>
                    <a:pt x="14920" y="5019"/>
                  </a:lnTo>
                  <a:lnTo>
                    <a:pt x="14890" y="5034"/>
                  </a:lnTo>
                  <a:lnTo>
                    <a:pt x="14860" y="5049"/>
                  </a:lnTo>
                  <a:lnTo>
                    <a:pt x="14845" y="5049"/>
                  </a:lnTo>
                  <a:lnTo>
                    <a:pt x="14860" y="5079"/>
                  </a:lnTo>
                  <a:lnTo>
                    <a:pt x="14860" y="5094"/>
                  </a:lnTo>
                  <a:lnTo>
                    <a:pt x="14860" y="5123"/>
                  </a:lnTo>
                  <a:lnTo>
                    <a:pt x="14860" y="5153"/>
                  </a:lnTo>
                  <a:lnTo>
                    <a:pt x="14860" y="5168"/>
                  </a:lnTo>
                  <a:lnTo>
                    <a:pt x="14845" y="5198"/>
                  </a:lnTo>
                  <a:lnTo>
                    <a:pt x="14830" y="5213"/>
                  </a:lnTo>
                  <a:lnTo>
                    <a:pt x="14830" y="5243"/>
                  </a:lnTo>
                  <a:lnTo>
                    <a:pt x="14815" y="5243"/>
                  </a:lnTo>
                  <a:lnTo>
                    <a:pt x="14815" y="5273"/>
                  </a:lnTo>
                  <a:lnTo>
                    <a:pt x="14800" y="5273"/>
                  </a:lnTo>
                  <a:lnTo>
                    <a:pt x="14785" y="5288"/>
                  </a:lnTo>
                  <a:lnTo>
                    <a:pt x="14756" y="5303"/>
                  </a:lnTo>
                  <a:lnTo>
                    <a:pt x="14726" y="5318"/>
                  </a:lnTo>
                  <a:lnTo>
                    <a:pt x="14591" y="5318"/>
                  </a:lnTo>
                  <a:lnTo>
                    <a:pt x="14561" y="5303"/>
                  </a:lnTo>
                  <a:lnTo>
                    <a:pt x="14532" y="5288"/>
                  </a:lnTo>
                  <a:lnTo>
                    <a:pt x="14517" y="5273"/>
                  </a:lnTo>
                  <a:lnTo>
                    <a:pt x="14502" y="5273"/>
                  </a:lnTo>
                  <a:lnTo>
                    <a:pt x="14487" y="5258"/>
                  </a:lnTo>
                  <a:lnTo>
                    <a:pt x="14442" y="5258"/>
                  </a:lnTo>
                  <a:lnTo>
                    <a:pt x="14412" y="5243"/>
                  </a:lnTo>
                  <a:lnTo>
                    <a:pt x="14367" y="5243"/>
                  </a:lnTo>
                  <a:lnTo>
                    <a:pt x="14322" y="5213"/>
                  </a:lnTo>
                  <a:lnTo>
                    <a:pt x="14278" y="5198"/>
                  </a:lnTo>
                  <a:lnTo>
                    <a:pt x="14218" y="5153"/>
                  </a:lnTo>
                  <a:lnTo>
                    <a:pt x="14188" y="5123"/>
                  </a:lnTo>
                  <a:lnTo>
                    <a:pt x="14158" y="5094"/>
                  </a:lnTo>
                  <a:lnTo>
                    <a:pt x="14143" y="5064"/>
                  </a:lnTo>
                  <a:lnTo>
                    <a:pt x="14113" y="5004"/>
                  </a:lnTo>
                  <a:lnTo>
                    <a:pt x="14098" y="4959"/>
                  </a:lnTo>
                  <a:lnTo>
                    <a:pt x="14098" y="4944"/>
                  </a:lnTo>
                  <a:lnTo>
                    <a:pt x="14084" y="4944"/>
                  </a:lnTo>
                  <a:lnTo>
                    <a:pt x="14069" y="4929"/>
                  </a:lnTo>
                  <a:lnTo>
                    <a:pt x="14009" y="4929"/>
                  </a:lnTo>
                  <a:lnTo>
                    <a:pt x="13994" y="4944"/>
                  </a:lnTo>
                  <a:lnTo>
                    <a:pt x="13964" y="4959"/>
                  </a:lnTo>
                  <a:lnTo>
                    <a:pt x="13874" y="4959"/>
                  </a:lnTo>
                  <a:lnTo>
                    <a:pt x="13845" y="4944"/>
                  </a:lnTo>
                  <a:lnTo>
                    <a:pt x="13830" y="4929"/>
                  </a:lnTo>
                  <a:lnTo>
                    <a:pt x="13800" y="4899"/>
                  </a:lnTo>
                  <a:lnTo>
                    <a:pt x="13785" y="4885"/>
                  </a:lnTo>
                  <a:lnTo>
                    <a:pt x="13770" y="4885"/>
                  </a:lnTo>
                  <a:lnTo>
                    <a:pt x="13755" y="4870"/>
                  </a:lnTo>
                  <a:lnTo>
                    <a:pt x="13710" y="4870"/>
                  </a:lnTo>
                  <a:lnTo>
                    <a:pt x="13680" y="4855"/>
                  </a:lnTo>
                  <a:lnTo>
                    <a:pt x="13635" y="4855"/>
                  </a:lnTo>
                  <a:lnTo>
                    <a:pt x="13606" y="4840"/>
                  </a:lnTo>
                  <a:lnTo>
                    <a:pt x="13561" y="4810"/>
                  </a:lnTo>
                  <a:lnTo>
                    <a:pt x="13546" y="4780"/>
                  </a:lnTo>
                  <a:lnTo>
                    <a:pt x="13531" y="4735"/>
                  </a:lnTo>
                  <a:lnTo>
                    <a:pt x="13546" y="4690"/>
                  </a:lnTo>
                  <a:lnTo>
                    <a:pt x="13561" y="4661"/>
                  </a:lnTo>
                  <a:lnTo>
                    <a:pt x="13576" y="4631"/>
                  </a:lnTo>
                  <a:lnTo>
                    <a:pt x="13591" y="4601"/>
                  </a:lnTo>
                  <a:lnTo>
                    <a:pt x="13606" y="4586"/>
                  </a:lnTo>
                  <a:lnTo>
                    <a:pt x="13635" y="4556"/>
                  </a:lnTo>
                  <a:lnTo>
                    <a:pt x="13650" y="4541"/>
                  </a:lnTo>
                  <a:lnTo>
                    <a:pt x="13665" y="4511"/>
                  </a:lnTo>
                  <a:lnTo>
                    <a:pt x="13710" y="4466"/>
                  </a:lnTo>
                  <a:lnTo>
                    <a:pt x="13770" y="4436"/>
                  </a:lnTo>
                  <a:lnTo>
                    <a:pt x="13815" y="4392"/>
                  </a:lnTo>
                  <a:lnTo>
                    <a:pt x="13874" y="4362"/>
                  </a:lnTo>
                  <a:lnTo>
                    <a:pt x="13919" y="4317"/>
                  </a:lnTo>
                  <a:lnTo>
                    <a:pt x="13964" y="4287"/>
                  </a:lnTo>
                  <a:lnTo>
                    <a:pt x="13979" y="4272"/>
                  </a:lnTo>
                  <a:lnTo>
                    <a:pt x="13979" y="4257"/>
                  </a:lnTo>
                  <a:lnTo>
                    <a:pt x="13994" y="4257"/>
                  </a:lnTo>
                  <a:lnTo>
                    <a:pt x="13994" y="4242"/>
                  </a:lnTo>
                  <a:lnTo>
                    <a:pt x="14009" y="4227"/>
                  </a:lnTo>
                  <a:lnTo>
                    <a:pt x="14009" y="4198"/>
                  </a:lnTo>
                  <a:lnTo>
                    <a:pt x="14039" y="4168"/>
                  </a:lnTo>
                  <a:lnTo>
                    <a:pt x="14054" y="4138"/>
                  </a:lnTo>
                  <a:lnTo>
                    <a:pt x="14069" y="4108"/>
                  </a:lnTo>
                  <a:lnTo>
                    <a:pt x="14098" y="4093"/>
                  </a:lnTo>
                  <a:lnTo>
                    <a:pt x="14113" y="4063"/>
                  </a:lnTo>
                  <a:lnTo>
                    <a:pt x="14143" y="4048"/>
                  </a:lnTo>
                  <a:lnTo>
                    <a:pt x="14158" y="4048"/>
                  </a:lnTo>
                  <a:lnTo>
                    <a:pt x="14173" y="4033"/>
                  </a:lnTo>
                  <a:lnTo>
                    <a:pt x="14188" y="4033"/>
                  </a:lnTo>
                  <a:lnTo>
                    <a:pt x="14188" y="4018"/>
                  </a:lnTo>
                  <a:lnTo>
                    <a:pt x="14188" y="4003"/>
                  </a:lnTo>
                  <a:lnTo>
                    <a:pt x="14128" y="3884"/>
                  </a:lnTo>
                  <a:lnTo>
                    <a:pt x="14113" y="3869"/>
                  </a:lnTo>
                  <a:lnTo>
                    <a:pt x="14098" y="3869"/>
                  </a:lnTo>
                  <a:lnTo>
                    <a:pt x="14054" y="3854"/>
                  </a:lnTo>
                  <a:lnTo>
                    <a:pt x="14024" y="3854"/>
                  </a:lnTo>
                  <a:lnTo>
                    <a:pt x="14024" y="3869"/>
                  </a:lnTo>
                  <a:lnTo>
                    <a:pt x="14009" y="3884"/>
                  </a:lnTo>
                  <a:lnTo>
                    <a:pt x="13994" y="3914"/>
                  </a:lnTo>
                  <a:lnTo>
                    <a:pt x="13979" y="3959"/>
                  </a:lnTo>
                  <a:lnTo>
                    <a:pt x="13964" y="3988"/>
                  </a:lnTo>
                  <a:lnTo>
                    <a:pt x="13964" y="4003"/>
                  </a:lnTo>
                  <a:lnTo>
                    <a:pt x="13949" y="4018"/>
                  </a:lnTo>
                  <a:lnTo>
                    <a:pt x="13949" y="4033"/>
                  </a:lnTo>
                  <a:lnTo>
                    <a:pt x="13904" y="4138"/>
                  </a:lnTo>
                  <a:lnTo>
                    <a:pt x="13830" y="4212"/>
                  </a:lnTo>
                  <a:lnTo>
                    <a:pt x="13770" y="4212"/>
                  </a:lnTo>
                  <a:lnTo>
                    <a:pt x="13740" y="4198"/>
                  </a:lnTo>
                  <a:lnTo>
                    <a:pt x="13725" y="4183"/>
                  </a:lnTo>
                  <a:lnTo>
                    <a:pt x="13710" y="4183"/>
                  </a:lnTo>
                  <a:lnTo>
                    <a:pt x="13695" y="4168"/>
                  </a:lnTo>
                  <a:lnTo>
                    <a:pt x="13650" y="4168"/>
                  </a:lnTo>
                  <a:lnTo>
                    <a:pt x="13591" y="4183"/>
                  </a:lnTo>
                  <a:lnTo>
                    <a:pt x="13561" y="4242"/>
                  </a:lnTo>
                  <a:lnTo>
                    <a:pt x="13531" y="4317"/>
                  </a:lnTo>
                  <a:lnTo>
                    <a:pt x="13516" y="4377"/>
                  </a:lnTo>
                  <a:lnTo>
                    <a:pt x="13516" y="4392"/>
                  </a:lnTo>
                  <a:lnTo>
                    <a:pt x="13501" y="4407"/>
                  </a:lnTo>
                  <a:lnTo>
                    <a:pt x="13501" y="4436"/>
                  </a:lnTo>
                  <a:lnTo>
                    <a:pt x="13471" y="4481"/>
                  </a:lnTo>
                  <a:lnTo>
                    <a:pt x="13456" y="4526"/>
                  </a:lnTo>
                  <a:lnTo>
                    <a:pt x="13426" y="4556"/>
                  </a:lnTo>
                  <a:lnTo>
                    <a:pt x="13397" y="4586"/>
                  </a:lnTo>
                  <a:lnTo>
                    <a:pt x="13352" y="4616"/>
                  </a:lnTo>
                  <a:lnTo>
                    <a:pt x="13322" y="4631"/>
                  </a:lnTo>
                  <a:lnTo>
                    <a:pt x="13277" y="4646"/>
                  </a:lnTo>
                  <a:lnTo>
                    <a:pt x="13247" y="4661"/>
                  </a:lnTo>
                  <a:lnTo>
                    <a:pt x="13173" y="4661"/>
                  </a:lnTo>
                  <a:lnTo>
                    <a:pt x="13143" y="4675"/>
                  </a:lnTo>
                  <a:lnTo>
                    <a:pt x="13098" y="4675"/>
                  </a:lnTo>
                  <a:lnTo>
                    <a:pt x="13053" y="4690"/>
                  </a:lnTo>
                  <a:lnTo>
                    <a:pt x="13008" y="4705"/>
                  </a:lnTo>
                  <a:lnTo>
                    <a:pt x="12963" y="4720"/>
                  </a:lnTo>
                  <a:lnTo>
                    <a:pt x="12919" y="4750"/>
                  </a:lnTo>
                  <a:lnTo>
                    <a:pt x="12889" y="4780"/>
                  </a:lnTo>
                  <a:lnTo>
                    <a:pt x="12844" y="4810"/>
                  </a:lnTo>
                  <a:lnTo>
                    <a:pt x="12814" y="4855"/>
                  </a:lnTo>
                  <a:lnTo>
                    <a:pt x="12799" y="4885"/>
                  </a:lnTo>
                  <a:lnTo>
                    <a:pt x="12799" y="4914"/>
                  </a:lnTo>
                  <a:lnTo>
                    <a:pt x="12784" y="4944"/>
                  </a:lnTo>
                  <a:lnTo>
                    <a:pt x="12799" y="4974"/>
                  </a:lnTo>
                  <a:lnTo>
                    <a:pt x="12814" y="5079"/>
                  </a:lnTo>
                  <a:lnTo>
                    <a:pt x="12754" y="5153"/>
                  </a:lnTo>
                  <a:lnTo>
                    <a:pt x="12695" y="5198"/>
                  </a:lnTo>
                  <a:lnTo>
                    <a:pt x="12620" y="5258"/>
                  </a:lnTo>
                  <a:lnTo>
                    <a:pt x="12590" y="5273"/>
                  </a:lnTo>
                  <a:lnTo>
                    <a:pt x="12560" y="5288"/>
                  </a:lnTo>
                  <a:lnTo>
                    <a:pt x="12530" y="5318"/>
                  </a:lnTo>
                  <a:lnTo>
                    <a:pt x="12515" y="5333"/>
                  </a:lnTo>
                  <a:lnTo>
                    <a:pt x="12471" y="5377"/>
                  </a:lnTo>
                  <a:lnTo>
                    <a:pt x="12456" y="5422"/>
                  </a:lnTo>
                  <a:lnTo>
                    <a:pt x="12426" y="5467"/>
                  </a:lnTo>
                  <a:lnTo>
                    <a:pt x="12411" y="5527"/>
                  </a:lnTo>
                  <a:lnTo>
                    <a:pt x="12411" y="5586"/>
                  </a:lnTo>
                  <a:lnTo>
                    <a:pt x="12411" y="5631"/>
                  </a:lnTo>
                  <a:lnTo>
                    <a:pt x="12426" y="5691"/>
                  </a:lnTo>
                  <a:lnTo>
                    <a:pt x="12441" y="5736"/>
                  </a:lnTo>
                  <a:lnTo>
                    <a:pt x="12441" y="5751"/>
                  </a:lnTo>
                  <a:lnTo>
                    <a:pt x="12456" y="5781"/>
                  </a:lnTo>
                  <a:lnTo>
                    <a:pt x="12456" y="5796"/>
                  </a:lnTo>
                  <a:lnTo>
                    <a:pt x="12456" y="5825"/>
                  </a:lnTo>
                  <a:lnTo>
                    <a:pt x="12456" y="5855"/>
                  </a:lnTo>
                  <a:lnTo>
                    <a:pt x="12441" y="5870"/>
                  </a:lnTo>
                  <a:lnTo>
                    <a:pt x="12426" y="5900"/>
                  </a:lnTo>
                  <a:lnTo>
                    <a:pt x="12411" y="5915"/>
                  </a:lnTo>
                  <a:lnTo>
                    <a:pt x="12396" y="5930"/>
                  </a:lnTo>
                  <a:lnTo>
                    <a:pt x="12351" y="5930"/>
                  </a:lnTo>
                  <a:lnTo>
                    <a:pt x="12321" y="5945"/>
                  </a:lnTo>
                  <a:lnTo>
                    <a:pt x="12276" y="5945"/>
                  </a:lnTo>
                  <a:lnTo>
                    <a:pt x="12217" y="5930"/>
                  </a:lnTo>
                  <a:lnTo>
                    <a:pt x="12157" y="5915"/>
                  </a:lnTo>
                  <a:lnTo>
                    <a:pt x="12082" y="5885"/>
                  </a:lnTo>
                  <a:lnTo>
                    <a:pt x="12037" y="5855"/>
                  </a:lnTo>
                  <a:lnTo>
                    <a:pt x="11993" y="5825"/>
                  </a:lnTo>
                  <a:lnTo>
                    <a:pt x="11948" y="5781"/>
                  </a:lnTo>
                  <a:lnTo>
                    <a:pt x="11903" y="5736"/>
                  </a:lnTo>
                  <a:lnTo>
                    <a:pt x="11873" y="5661"/>
                  </a:lnTo>
                  <a:lnTo>
                    <a:pt x="11843" y="5601"/>
                  </a:lnTo>
                  <a:lnTo>
                    <a:pt x="11799" y="5527"/>
                  </a:lnTo>
                  <a:lnTo>
                    <a:pt x="11799" y="5467"/>
                  </a:lnTo>
                  <a:lnTo>
                    <a:pt x="11799" y="5452"/>
                  </a:lnTo>
                  <a:lnTo>
                    <a:pt x="11784" y="5437"/>
                  </a:lnTo>
                  <a:lnTo>
                    <a:pt x="11784" y="5422"/>
                  </a:lnTo>
                  <a:lnTo>
                    <a:pt x="11769" y="5407"/>
                  </a:lnTo>
                  <a:lnTo>
                    <a:pt x="11754" y="5377"/>
                  </a:lnTo>
                  <a:lnTo>
                    <a:pt x="11724" y="5362"/>
                  </a:lnTo>
                  <a:lnTo>
                    <a:pt x="11709" y="5333"/>
                  </a:lnTo>
                  <a:lnTo>
                    <a:pt x="11664" y="5303"/>
                  </a:lnTo>
                  <a:lnTo>
                    <a:pt x="11634" y="5288"/>
                  </a:lnTo>
                  <a:lnTo>
                    <a:pt x="11574" y="5273"/>
                  </a:lnTo>
                  <a:lnTo>
                    <a:pt x="11515" y="5258"/>
                  </a:lnTo>
                  <a:lnTo>
                    <a:pt x="11485" y="5258"/>
                  </a:lnTo>
                  <a:lnTo>
                    <a:pt x="11455" y="5243"/>
                  </a:lnTo>
                  <a:lnTo>
                    <a:pt x="10977" y="5258"/>
                  </a:lnTo>
                  <a:lnTo>
                    <a:pt x="10589" y="5288"/>
                  </a:lnTo>
                  <a:lnTo>
                    <a:pt x="10559" y="5288"/>
                  </a:lnTo>
                  <a:lnTo>
                    <a:pt x="10544" y="5258"/>
                  </a:lnTo>
                  <a:lnTo>
                    <a:pt x="10111" y="4287"/>
                  </a:lnTo>
                  <a:lnTo>
                    <a:pt x="9872" y="4272"/>
                  </a:lnTo>
                  <a:lnTo>
                    <a:pt x="9708" y="4272"/>
                  </a:lnTo>
                  <a:lnTo>
                    <a:pt x="9663" y="4242"/>
                  </a:lnTo>
                  <a:lnTo>
                    <a:pt x="9633" y="4138"/>
                  </a:lnTo>
                  <a:lnTo>
                    <a:pt x="9603" y="4003"/>
                  </a:lnTo>
                  <a:lnTo>
                    <a:pt x="9558" y="3824"/>
                  </a:lnTo>
                  <a:lnTo>
                    <a:pt x="9528" y="3630"/>
                  </a:lnTo>
                  <a:lnTo>
                    <a:pt x="9513" y="3451"/>
                  </a:lnTo>
                  <a:lnTo>
                    <a:pt x="9484" y="3287"/>
                  </a:lnTo>
                  <a:lnTo>
                    <a:pt x="9484" y="3182"/>
                  </a:lnTo>
                  <a:lnTo>
                    <a:pt x="9484" y="3137"/>
                  </a:lnTo>
                  <a:lnTo>
                    <a:pt x="9469" y="3107"/>
                  </a:lnTo>
                  <a:lnTo>
                    <a:pt x="9454" y="3122"/>
                  </a:lnTo>
                  <a:lnTo>
                    <a:pt x="9424" y="3122"/>
                  </a:lnTo>
                  <a:lnTo>
                    <a:pt x="9409" y="3137"/>
                  </a:lnTo>
                  <a:lnTo>
                    <a:pt x="9379" y="3152"/>
                  </a:lnTo>
                  <a:lnTo>
                    <a:pt x="9364" y="3167"/>
                  </a:lnTo>
                  <a:lnTo>
                    <a:pt x="9349" y="3182"/>
                  </a:lnTo>
                  <a:lnTo>
                    <a:pt x="9289" y="3197"/>
                  </a:lnTo>
                  <a:lnTo>
                    <a:pt x="9200" y="3152"/>
                  </a:lnTo>
                  <a:lnTo>
                    <a:pt x="9155" y="3122"/>
                  </a:lnTo>
                  <a:lnTo>
                    <a:pt x="9080" y="3018"/>
                  </a:lnTo>
                  <a:lnTo>
                    <a:pt x="9021" y="2943"/>
                  </a:lnTo>
                  <a:lnTo>
                    <a:pt x="9006" y="2913"/>
                  </a:lnTo>
                  <a:lnTo>
                    <a:pt x="9006" y="2898"/>
                  </a:lnTo>
                  <a:lnTo>
                    <a:pt x="8991" y="2883"/>
                  </a:lnTo>
                  <a:lnTo>
                    <a:pt x="8976" y="2868"/>
                  </a:lnTo>
                  <a:lnTo>
                    <a:pt x="8946" y="2824"/>
                  </a:lnTo>
                  <a:lnTo>
                    <a:pt x="8886" y="2749"/>
                  </a:lnTo>
                  <a:lnTo>
                    <a:pt x="8826" y="2689"/>
                  </a:lnTo>
                  <a:lnTo>
                    <a:pt x="8767" y="2629"/>
                  </a:lnTo>
                  <a:lnTo>
                    <a:pt x="8722" y="2614"/>
                  </a:lnTo>
                  <a:lnTo>
                    <a:pt x="8692" y="2585"/>
                  </a:lnTo>
                  <a:lnTo>
                    <a:pt x="8513" y="2480"/>
                  </a:lnTo>
                  <a:lnTo>
                    <a:pt x="8364" y="2301"/>
                  </a:lnTo>
                  <a:lnTo>
                    <a:pt x="8349" y="2286"/>
                  </a:lnTo>
                  <a:lnTo>
                    <a:pt x="8319" y="2241"/>
                  </a:lnTo>
                  <a:lnTo>
                    <a:pt x="8289" y="2211"/>
                  </a:lnTo>
                  <a:lnTo>
                    <a:pt x="8259" y="2196"/>
                  </a:lnTo>
                  <a:lnTo>
                    <a:pt x="8244" y="2181"/>
                  </a:lnTo>
                  <a:lnTo>
                    <a:pt x="8184" y="2181"/>
                  </a:lnTo>
                  <a:lnTo>
                    <a:pt x="8154" y="2196"/>
                  </a:lnTo>
                  <a:lnTo>
                    <a:pt x="8125" y="2211"/>
                  </a:lnTo>
                  <a:lnTo>
                    <a:pt x="8080" y="2241"/>
                  </a:lnTo>
                  <a:lnTo>
                    <a:pt x="8005" y="2286"/>
                  </a:lnTo>
                  <a:lnTo>
                    <a:pt x="7960" y="2316"/>
                  </a:lnTo>
                  <a:lnTo>
                    <a:pt x="7915" y="2346"/>
                  </a:lnTo>
                  <a:lnTo>
                    <a:pt x="7871" y="2375"/>
                  </a:lnTo>
                  <a:lnTo>
                    <a:pt x="7826" y="2390"/>
                  </a:lnTo>
                  <a:lnTo>
                    <a:pt x="7781" y="2405"/>
                  </a:lnTo>
                  <a:lnTo>
                    <a:pt x="7706" y="2405"/>
                  </a:lnTo>
                  <a:lnTo>
                    <a:pt x="7632" y="2390"/>
                  </a:lnTo>
                  <a:lnTo>
                    <a:pt x="7542" y="2375"/>
                  </a:lnTo>
                  <a:lnTo>
                    <a:pt x="7452" y="2361"/>
                  </a:lnTo>
                  <a:lnTo>
                    <a:pt x="7333" y="2346"/>
                  </a:lnTo>
                  <a:lnTo>
                    <a:pt x="7214" y="2331"/>
                  </a:lnTo>
                  <a:lnTo>
                    <a:pt x="7079" y="2301"/>
                  </a:lnTo>
                  <a:lnTo>
                    <a:pt x="6960" y="2286"/>
                  </a:lnTo>
                  <a:lnTo>
                    <a:pt x="6855" y="2271"/>
                  </a:lnTo>
                  <a:lnTo>
                    <a:pt x="6736" y="2271"/>
                  </a:lnTo>
                  <a:lnTo>
                    <a:pt x="6646" y="2286"/>
                  </a:lnTo>
                  <a:lnTo>
                    <a:pt x="6541" y="2286"/>
                  </a:lnTo>
                  <a:lnTo>
                    <a:pt x="6467" y="2301"/>
                  </a:lnTo>
                  <a:lnTo>
                    <a:pt x="6392" y="2331"/>
                  </a:lnTo>
                  <a:lnTo>
                    <a:pt x="6317" y="2346"/>
                  </a:lnTo>
                  <a:lnTo>
                    <a:pt x="6228" y="2361"/>
                  </a:lnTo>
                  <a:lnTo>
                    <a:pt x="6078" y="2390"/>
                  </a:lnTo>
                  <a:lnTo>
                    <a:pt x="5780" y="2465"/>
                  </a:lnTo>
                  <a:lnTo>
                    <a:pt x="5660" y="2480"/>
                  </a:lnTo>
                  <a:lnTo>
                    <a:pt x="5645" y="2495"/>
                  </a:lnTo>
                  <a:lnTo>
                    <a:pt x="5630" y="2480"/>
                  </a:lnTo>
                  <a:lnTo>
                    <a:pt x="5616" y="2465"/>
                  </a:lnTo>
                  <a:lnTo>
                    <a:pt x="4555" y="1390"/>
                  </a:lnTo>
                  <a:lnTo>
                    <a:pt x="3032" y="524"/>
                  </a:lnTo>
                  <a:lnTo>
                    <a:pt x="2300" y="105"/>
                  </a:lnTo>
                  <a:lnTo>
                    <a:pt x="2300" y="120"/>
                  </a:lnTo>
                  <a:lnTo>
                    <a:pt x="2285" y="135"/>
                  </a:lnTo>
                  <a:lnTo>
                    <a:pt x="2285" y="165"/>
                  </a:lnTo>
                  <a:lnTo>
                    <a:pt x="2285" y="195"/>
                  </a:lnTo>
                  <a:lnTo>
                    <a:pt x="2285" y="240"/>
                  </a:lnTo>
                  <a:lnTo>
                    <a:pt x="2300" y="255"/>
                  </a:lnTo>
                  <a:lnTo>
                    <a:pt x="2315" y="300"/>
                  </a:lnTo>
                  <a:lnTo>
                    <a:pt x="2330" y="374"/>
                  </a:lnTo>
                  <a:lnTo>
                    <a:pt x="2345" y="509"/>
                  </a:lnTo>
                  <a:lnTo>
                    <a:pt x="2315" y="598"/>
                  </a:lnTo>
                  <a:lnTo>
                    <a:pt x="2315" y="613"/>
                  </a:lnTo>
                  <a:lnTo>
                    <a:pt x="2300" y="643"/>
                  </a:lnTo>
                  <a:lnTo>
                    <a:pt x="2315" y="688"/>
                  </a:lnTo>
                  <a:lnTo>
                    <a:pt x="2330" y="718"/>
                  </a:lnTo>
                  <a:lnTo>
                    <a:pt x="2345" y="748"/>
                  </a:lnTo>
                  <a:lnTo>
                    <a:pt x="2390" y="792"/>
                  </a:lnTo>
                  <a:lnTo>
                    <a:pt x="2405" y="852"/>
                  </a:lnTo>
                  <a:lnTo>
                    <a:pt x="2405" y="912"/>
                  </a:lnTo>
                  <a:lnTo>
                    <a:pt x="2375" y="987"/>
                  </a:lnTo>
                  <a:lnTo>
                    <a:pt x="2360" y="1031"/>
                  </a:lnTo>
                  <a:lnTo>
                    <a:pt x="2360" y="1091"/>
                  </a:lnTo>
                  <a:lnTo>
                    <a:pt x="2375" y="1166"/>
                  </a:lnTo>
                  <a:lnTo>
                    <a:pt x="2360" y="1240"/>
                  </a:lnTo>
                  <a:lnTo>
                    <a:pt x="2330" y="1300"/>
                  </a:lnTo>
                  <a:lnTo>
                    <a:pt x="2270" y="1345"/>
                  </a:lnTo>
                  <a:lnTo>
                    <a:pt x="2225" y="1375"/>
                  </a:lnTo>
                  <a:lnTo>
                    <a:pt x="2151" y="1375"/>
                  </a:lnTo>
                  <a:lnTo>
                    <a:pt x="2106" y="1345"/>
                  </a:lnTo>
                  <a:lnTo>
                    <a:pt x="2061" y="1315"/>
                  </a:lnTo>
                  <a:lnTo>
                    <a:pt x="2016" y="1285"/>
                  </a:lnTo>
                  <a:lnTo>
                    <a:pt x="2016" y="1226"/>
                  </a:lnTo>
                  <a:lnTo>
                    <a:pt x="2031" y="1166"/>
                  </a:lnTo>
                  <a:lnTo>
                    <a:pt x="2031" y="1136"/>
                  </a:lnTo>
                  <a:lnTo>
                    <a:pt x="2016" y="1046"/>
                  </a:lnTo>
                  <a:lnTo>
                    <a:pt x="1956" y="972"/>
                  </a:lnTo>
                  <a:lnTo>
                    <a:pt x="1942" y="942"/>
                  </a:lnTo>
                  <a:lnTo>
                    <a:pt x="1912" y="912"/>
                  </a:lnTo>
                  <a:lnTo>
                    <a:pt x="1897" y="852"/>
                  </a:lnTo>
                  <a:lnTo>
                    <a:pt x="1882" y="748"/>
                  </a:lnTo>
                  <a:lnTo>
                    <a:pt x="1882" y="658"/>
                  </a:lnTo>
                  <a:lnTo>
                    <a:pt x="1897" y="568"/>
                  </a:lnTo>
                  <a:lnTo>
                    <a:pt x="1927" y="464"/>
                  </a:lnTo>
                  <a:lnTo>
                    <a:pt x="1942" y="359"/>
                  </a:lnTo>
                  <a:lnTo>
                    <a:pt x="1942" y="314"/>
                  </a:lnTo>
                  <a:lnTo>
                    <a:pt x="1956" y="225"/>
                  </a:lnTo>
                  <a:lnTo>
                    <a:pt x="1986" y="180"/>
                  </a:lnTo>
                  <a:lnTo>
                    <a:pt x="2016" y="150"/>
                  </a:lnTo>
                  <a:lnTo>
                    <a:pt x="2031" y="76"/>
                  </a:lnTo>
                  <a:lnTo>
                    <a:pt x="2031" y="46"/>
                  </a:lnTo>
                  <a:lnTo>
                    <a:pt x="2031" y="1"/>
                  </a:lnTo>
                  <a:close/>
                </a:path>
              </a:pathLst>
            </a:custGeom>
            <a:solidFill>
              <a:srgbClr val="FCA2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62"/>
            <p:cNvSpPr/>
            <p:nvPr/>
          </p:nvSpPr>
          <p:spPr>
            <a:xfrm>
              <a:off x="3343275" y="2134075"/>
              <a:ext cx="407725" cy="250200"/>
            </a:xfrm>
            <a:custGeom>
              <a:rect b="b" l="l" r="r" t="t"/>
              <a:pathLst>
                <a:path extrusionOk="0" fill="none" h="10008" w="16309">
                  <a:moveTo>
                    <a:pt x="16309" y="5676"/>
                  </a:moveTo>
                  <a:lnTo>
                    <a:pt x="16279" y="5676"/>
                  </a:lnTo>
                  <a:lnTo>
                    <a:pt x="16249" y="5676"/>
                  </a:lnTo>
                  <a:lnTo>
                    <a:pt x="16249" y="5676"/>
                  </a:lnTo>
                  <a:lnTo>
                    <a:pt x="16234" y="5676"/>
                  </a:lnTo>
                  <a:lnTo>
                    <a:pt x="16234" y="5676"/>
                  </a:lnTo>
                  <a:lnTo>
                    <a:pt x="16219" y="5661"/>
                  </a:lnTo>
                  <a:lnTo>
                    <a:pt x="16189" y="5661"/>
                  </a:lnTo>
                  <a:lnTo>
                    <a:pt x="16174" y="5646"/>
                  </a:lnTo>
                  <a:lnTo>
                    <a:pt x="16145" y="5646"/>
                  </a:lnTo>
                  <a:lnTo>
                    <a:pt x="16115" y="5631"/>
                  </a:lnTo>
                  <a:lnTo>
                    <a:pt x="16085" y="5631"/>
                  </a:lnTo>
                  <a:lnTo>
                    <a:pt x="16085" y="5631"/>
                  </a:lnTo>
                  <a:lnTo>
                    <a:pt x="16085" y="5631"/>
                  </a:lnTo>
                  <a:lnTo>
                    <a:pt x="15906" y="5586"/>
                  </a:lnTo>
                  <a:lnTo>
                    <a:pt x="15801" y="5527"/>
                  </a:lnTo>
                  <a:lnTo>
                    <a:pt x="15786" y="5497"/>
                  </a:lnTo>
                  <a:lnTo>
                    <a:pt x="15771" y="5482"/>
                  </a:lnTo>
                  <a:lnTo>
                    <a:pt x="15756" y="5467"/>
                  </a:lnTo>
                  <a:lnTo>
                    <a:pt x="15756" y="5467"/>
                  </a:lnTo>
                  <a:lnTo>
                    <a:pt x="15741" y="5467"/>
                  </a:lnTo>
                  <a:lnTo>
                    <a:pt x="15741" y="5467"/>
                  </a:lnTo>
                  <a:lnTo>
                    <a:pt x="15726" y="5467"/>
                  </a:lnTo>
                  <a:lnTo>
                    <a:pt x="15711" y="5467"/>
                  </a:lnTo>
                  <a:lnTo>
                    <a:pt x="15696" y="5467"/>
                  </a:lnTo>
                  <a:lnTo>
                    <a:pt x="15682" y="5482"/>
                  </a:lnTo>
                  <a:lnTo>
                    <a:pt x="15682" y="5482"/>
                  </a:lnTo>
                  <a:lnTo>
                    <a:pt x="15667" y="5482"/>
                  </a:lnTo>
                  <a:lnTo>
                    <a:pt x="15667" y="5482"/>
                  </a:lnTo>
                  <a:lnTo>
                    <a:pt x="15652" y="5482"/>
                  </a:lnTo>
                  <a:lnTo>
                    <a:pt x="15652" y="5482"/>
                  </a:lnTo>
                  <a:lnTo>
                    <a:pt x="15652" y="5497"/>
                  </a:lnTo>
                  <a:lnTo>
                    <a:pt x="15637" y="5497"/>
                  </a:lnTo>
                  <a:lnTo>
                    <a:pt x="15637" y="5497"/>
                  </a:lnTo>
                  <a:lnTo>
                    <a:pt x="15607" y="5497"/>
                  </a:lnTo>
                  <a:lnTo>
                    <a:pt x="15592" y="5497"/>
                  </a:lnTo>
                  <a:lnTo>
                    <a:pt x="15577" y="5497"/>
                  </a:lnTo>
                  <a:lnTo>
                    <a:pt x="15562" y="5497"/>
                  </a:lnTo>
                  <a:lnTo>
                    <a:pt x="15532" y="5467"/>
                  </a:lnTo>
                  <a:lnTo>
                    <a:pt x="15502" y="5407"/>
                  </a:lnTo>
                  <a:lnTo>
                    <a:pt x="15502" y="5407"/>
                  </a:lnTo>
                  <a:lnTo>
                    <a:pt x="15502" y="5407"/>
                  </a:lnTo>
                  <a:lnTo>
                    <a:pt x="15502" y="5407"/>
                  </a:lnTo>
                  <a:lnTo>
                    <a:pt x="15487" y="5362"/>
                  </a:lnTo>
                  <a:lnTo>
                    <a:pt x="15472" y="5333"/>
                  </a:lnTo>
                  <a:lnTo>
                    <a:pt x="15472" y="5318"/>
                  </a:lnTo>
                  <a:lnTo>
                    <a:pt x="15458" y="5288"/>
                  </a:lnTo>
                  <a:lnTo>
                    <a:pt x="15443" y="5288"/>
                  </a:lnTo>
                  <a:lnTo>
                    <a:pt x="15428" y="5273"/>
                  </a:lnTo>
                  <a:lnTo>
                    <a:pt x="15413" y="5258"/>
                  </a:lnTo>
                  <a:lnTo>
                    <a:pt x="15368" y="5258"/>
                  </a:lnTo>
                  <a:lnTo>
                    <a:pt x="15323" y="5273"/>
                  </a:lnTo>
                  <a:lnTo>
                    <a:pt x="15278" y="5258"/>
                  </a:lnTo>
                  <a:lnTo>
                    <a:pt x="15219" y="5243"/>
                  </a:lnTo>
                  <a:lnTo>
                    <a:pt x="15189" y="5183"/>
                  </a:lnTo>
                  <a:lnTo>
                    <a:pt x="15159" y="5109"/>
                  </a:lnTo>
                  <a:lnTo>
                    <a:pt x="15099" y="5034"/>
                  </a:lnTo>
                  <a:lnTo>
                    <a:pt x="15099" y="5034"/>
                  </a:lnTo>
                  <a:lnTo>
                    <a:pt x="15099" y="5034"/>
                  </a:lnTo>
                  <a:lnTo>
                    <a:pt x="15069" y="5004"/>
                  </a:lnTo>
                  <a:lnTo>
                    <a:pt x="15039" y="4974"/>
                  </a:lnTo>
                  <a:lnTo>
                    <a:pt x="15024" y="4929"/>
                  </a:lnTo>
                  <a:lnTo>
                    <a:pt x="14995" y="4899"/>
                  </a:lnTo>
                  <a:lnTo>
                    <a:pt x="14995" y="4885"/>
                  </a:lnTo>
                  <a:lnTo>
                    <a:pt x="14995" y="4870"/>
                  </a:lnTo>
                  <a:lnTo>
                    <a:pt x="14980" y="4914"/>
                  </a:lnTo>
                  <a:lnTo>
                    <a:pt x="14965" y="4959"/>
                  </a:lnTo>
                  <a:lnTo>
                    <a:pt x="14950" y="5004"/>
                  </a:lnTo>
                  <a:lnTo>
                    <a:pt x="14920" y="5019"/>
                  </a:lnTo>
                  <a:lnTo>
                    <a:pt x="14890" y="5034"/>
                  </a:lnTo>
                  <a:lnTo>
                    <a:pt x="14860" y="5049"/>
                  </a:lnTo>
                  <a:lnTo>
                    <a:pt x="14860" y="5049"/>
                  </a:lnTo>
                  <a:lnTo>
                    <a:pt x="14845" y="5049"/>
                  </a:lnTo>
                  <a:lnTo>
                    <a:pt x="14860" y="5079"/>
                  </a:lnTo>
                  <a:lnTo>
                    <a:pt x="14860" y="5094"/>
                  </a:lnTo>
                  <a:lnTo>
                    <a:pt x="14860" y="5123"/>
                  </a:lnTo>
                  <a:lnTo>
                    <a:pt x="14860" y="5153"/>
                  </a:lnTo>
                  <a:lnTo>
                    <a:pt x="14860" y="5168"/>
                  </a:lnTo>
                  <a:lnTo>
                    <a:pt x="14845" y="5198"/>
                  </a:lnTo>
                  <a:lnTo>
                    <a:pt x="14830" y="5213"/>
                  </a:lnTo>
                  <a:lnTo>
                    <a:pt x="14830" y="5243"/>
                  </a:lnTo>
                  <a:lnTo>
                    <a:pt x="14830" y="5243"/>
                  </a:lnTo>
                  <a:lnTo>
                    <a:pt x="14815" y="5243"/>
                  </a:lnTo>
                  <a:lnTo>
                    <a:pt x="14815" y="5273"/>
                  </a:lnTo>
                  <a:lnTo>
                    <a:pt x="14800" y="5273"/>
                  </a:lnTo>
                  <a:lnTo>
                    <a:pt x="14785" y="5288"/>
                  </a:lnTo>
                  <a:lnTo>
                    <a:pt x="14756" y="5303"/>
                  </a:lnTo>
                  <a:lnTo>
                    <a:pt x="14726" y="5318"/>
                  </a:lnTo>
                  <a:lnTo>
                    <a:pt x="14681" y="5318"/>
                  </a:lnTo>
                  <a:lnTo>
                    <a:pt x="14636" y="5318"/>
                  </a:lnTo>
                  <a:lnTo>
                    <a:pt x="14591" y="5318"/>
                  </a:lnTo>
                  <a:lnTo>
                    <a:pt x="14561" y="5303"/>
                  </a:lnTo>
                  <a:lnTo>
                    <a:pt x="14532" y="5288"/>
                  </a:lnTo>
                  <a:lnTo>
                    <a:pt x="14532" y="5288"/>
                  </a:lnTo>
                  <a:lnTo>
                    <a:pt x="14517" y="5273"/>
                  </a:lnTo>
                  <a:lnTo>
                    <a:pt x="14517" y="5273"/>
                  </a:lnTo>
                  <a:lnTo>
                    <a:pt x="14517" y="5273"/>
                  </a:lnTo>
                  <a:lnTo>
                    <a:pt x="14502" y="5273"/>
                  </a:lnTo>
                  <a:lnTo>
                    <a:pt x="14487" y="5258"/>
                  </a:lnTo>
                  <a:lnTo>
                    <a:pt x="14457" y="5258"/>
                  </a:lnTo>
                  <a:lnTo>
                    <a:pt x="14442" y="5258"/>
                  </a:lnTo>
                  <a:lnTo>
                    <a:pt x="14412" y="5243"/>
                  </a:lnTo>
                  <a:lnTo>
                    <a:pt x="14367" y="5243"/>
                  </a:lnTo>
                  <a:lnTo>
                    <a:pt x="14322" y="5213"/>
                  </a:lnTo>
                  <a:lnTo>
                    <a:pt x="14278" y="5198"/>
                  </a:lnTo>
                  <a:lnTo>
                    <a:pt x="14218" y="5153"/>
                  </a:lnTo>
                  <a:lnTo>
                    <a:pt x="14188" y="5123"/>
                  </a:lnTo>
                  <a:lnTo>
                    <a:pt x="14158" y="5094"/>
                  </a:lnTo>
                  <a:lnTo>
                    <a:pt x="14143" y="5064"/>
                  </a:lnTo>
                  <a:lnTo>
                    <a:pt x="14113" y="5004"/>
                  </a:lnTo>
                  <a:lnTo>
                    <a:pt x="14098" y="4959"/>
                  </a:lnTo>
                  <a:lnTo>
                    <a:pt x="14098" y="4959"/>
                  </a:lnTo>
                  <a:lnTo>
                    <a:pt x="14098" y="4959"/>
                  </a:lnTo>
                  <a:lnTo>
                    <a:pt x="14098" y="4959"/>
                  </a:lnTo>
                  <a:lnTo>
                    <a:pt x="14098" y="4959"/>
                  </a:lnTo>
                  <a:lnTo>
                    <a:pt x="14098" y="4944"/>
                  </a:lnTo>
                  <a:lnTo>
                    <a:pt x="14098" y="4944"/>
                  </a:lnTo>
                  <a:lnTo>
                    <a:pt x="14098" y="4944"/>
                  </a:lnTo>
                  <a:lnTo>
                    <a:pt x="14084" y="4944"/>
                  </a:lnTo>
                  <a:lnTo>
                    <a:pt x="14084" y="4944"/>
                  </a:lnTo>
                  <a:lnTo>
                    <a:pt x="14069" y="4929"/>
                  </a:lnTo>
                  <a:lnTo>
                    <a:pt x="14054" y="4929"/>
                  </a:lnTo>
                  <a:lnTo>
                    <a:pt x="14024" y="4929"/>
                  </a:lnTo>
                  <a:lnTo>
                    <a:pt x="14024" y="4929"/>
                  </a:lnTo>
                  <a:lnTo>
                    <a:pt x="14009" y="4929"/>
                  </a:lnTo>
                  <a:lnTo>
                    <a:pt x="14009" y="4929"/>
                  </a:lnTo>
                  <a:lnTo>
                    <a:pt x="14009" y="4929"/>
                  </a:lnTo>
                  <a:lnTo>
                    <a:pt x="13994" y="4944"/>
                  </a:lnTo>
                  <a:lnTo>
                    <a:pt x="13964" y="4959"/>
                  </a:lnTo>
                  <a:lnTo>
                    <a:pt x="13934" y="4959"/>
                  </a:lnTo>
                  <a:lnTo>
                    <a:pt x="13904" y="4959"/>
                  </a:lnTo>
                  <a:lnTo>
                    <a:pt x="13874" y="4959"/>
                  </a:lnTo>
                  <a:lnTo>
                    <a:pt x="13845" y="4944"/>
                  </a:lnTo>
                  <a:lnTo>
                    <a:pt x="13830" y="4929"/>
                  </a:lnTo>
                  <a:lnTo>
                    <a:pt x="13800" y="4899"/>
                  </a:lnTo>
                  <a:lnTo>
                    <a:pt x="13800" y="4899"/>
                  </a:lnTo>
                  <a:lnTo>
                    <a:pt x="13785" y="4885"/>
                  </a:lnTo>
                  <a:lnTo>
                    <a:pt x="13770" y="4885"/>
                  </a:lnTo>
                  <a:lnTo>
                    <a:pt x="13755" y="4870"/>
                  </a:lnTo>
                  <a:lnTo>
                    <a:pt x="13725" y="4870"/>
                  </a:lnTo>
                  <a:lnTo>
                    <a:pt x="13710" y="4870"/>
                  </a:lnTo>
                  <a:lnTo>
                    <a:pt x="13680" y="4855"/>
                  </a:lnTo>
                  <a:lnTo>
                    <a:pt x="13680" y="4855"/>
                  </a:lnTo>
                  <a:lnTo>
                    <a:pt x="13635" y="4855"/>
                  </a:lnTo>
                  <a:lnTo>
                    <a:pt x="13606" y="4840"/>
                  </a:lnTo>
                  <a:lnTo>
                    <a:pt x="13561" y="4810"/>
                  </a:lnTo>
                  <a:lnTo>
                    <a:pt x="13546" y="4780"/>
                  </a:lnTo>
                  <a:lnTo>
                    <a:pt x="13531" y="4735"/>
                  </a:lnTo>
                  <a:lnTo>
                    <a:pt x="13546" y="4690"/>
                  </a:lnTo>
                  <a:lnTo>
                    <a:pt x="13561" y="4661"/>
                  </a:lnTo>
                  <a:lnTo>
                    <a:pt x="13576" y="4631"/>
                  </a:lnTo>
                  <a:lnTo>
                    <a:pt x="13591" y="4601"/>
                  </a:lnTo>
                  <a:lnTo>
                    <a:pt x="13606" y="4586"/>
                  </a:lnTo>
                  <a:lnTo>
                    <a:pt x="13606" y="4586"/>
                  </a:lnTo>
                  <a:lnTo>
                    <a:pt x="13606" y="4586"/>
                  </a:lnTo>
                  <a:lnTo>
                    <a:pt x="13635" y="4556"/>
                  </a:lnTo>
                  <a:lnTo>
                    <a:pt x="13650" y="4541"/>
                  </a:lnTo>
                  <a:lnTo>
                    <a:pt x="13665" y="4511"/>
                  </a:lnTo>
                  <a:lnTo>
                    <a:pt x="13710" y="4466"/>
                  </a:lnTo>
                  <a:lnTo>
                    <a:pt x="13770" y="4436"/>
                  </a:lnTo>
                  <a:lnTo>
                    <a:pt x="13815" y="4392"/>
                  </a:lnTo>
                  <a:lnTo>
                    <a:pt x="13874" y="4362"/>
                  </a:lnTo>
                  <a:lnTo>
                    <a:pt x="13919" y="4317"/>
                  </a:lnTo>
                  <a:lnTo>
                    <a:pt x="13964" y="4287"/>
                  </a:lnTo>
                  <a:lnTo>
                    <a:pt x="13979" y="4272"/>
                  </a:lnTo>
                  <a:lnTo>
                    <a:pt x="13979" y="4257"/>
                  </a:lnTo>
                  <a:lnTo>
                    <a:pt x="13994" y="4257"/>
                  </a:lnTo>
                  <a:lnTo>
                    <a:pt x="13994" y="4242"/>
                  </a:lnTo>
                  <a:lnTo>
                    <a:pt x="14009" y="4227"/>
                  </a:lnTo>
                  <a:lnTo>
                    <a:pt x="14009" y="4198"/>
                  </a:lnTo>
                  <a:lnTo>
                    <a:pt x="14039" y="4168"/>
                  </a:lnTo>
                  <a:lnTo>
                    <a:pt x="14054" y="4138"/>
                  </a:lnTo>
                  <a:lnTo>
                    <a:pt x="14069" y="4108"/>
                  </a:lnTo>
                  <a:lnTo>
                    <a:pt x="14098" y="4093"/>
                  </a:lnTo>
                  <a:lnTo>
                    <a:pt x="14098" y="4093"/>
                  </a:lnTo>
                  <a:lnTo>
                    <a:pt x="14113" y="4063"/>
                  </a:lnTo>
                  <a:lnTo>
                    <a:pt x="14143" y="4048"/>
                  </a:lnTo>
                  <a:lnTo>
                    <a:pt x="14158" y="4048"/>
                  </a:lnTo>
                  <a:lnTo>
                    <a:pt x="14158" y="4048"/>
                  </a:lnTo>
                  <a:lnTo>
                    <a:pt x="14158" y="4048"/>
                  </a:lnTo>
                  <a:lnTo>
                    <a:pt x="14173" y="4033"/>
                  </a:lnTo>
                  <a:lnTo>
                    <a:pt x="14173" y="4033"/>
                  </a:lnTo>
                  <a:lnTo>
                    <a:pt x="14188" y="4033"/>
                  </a:lnTo>
                  <a:lnTo>
                    <a:pt x="14188" y="4033"/>
                  </a:lnTo>
                  <a:lnTo>
                    <a:pt x="14188" y="4018"/>
                  </a:lnTo>
                  <a:lnTo>
                    <a:pt x="14188" y="4003"/>
                  </a:lnTo>
                  <a:lnTo>
                    <a:pt x="14128" y="3884"/>
                  </a:lnTo>
                  <a:lnTo>
                    <a:pt x="14113" y="3869"/>
                  </a:lnTo>
                  <a:lnTo>
                    <a:pt x="14098" y="3869"/>
                  </a:lnTo>
                  <a:lnTo>
                    <a:pt x="14098" y="3869"/>
                  </a:lnTo>
                  <a:lnTo>
                    <a:pt x="14098" y="3869"/>
                  </a:lnTo>
                  <a:lnTo>
                    <a:pt x="14054" y="3854"/>
                  </a:lnTo>
                  <a:lnTo>
                    <a:pt x="14024" y="3854"/>
                  </a:lnTo>
                  <a:lnTo>
                    <a:pt x="14024" y="3869"/>
                  </a:lnTo>
                  <a:lnTo>
                    <a:pt x="14009" y="3884"/>
                  </a:lnTo>
                  <a:lnTo>
                    <a:pt x="13994" y="3914"/>
                  </a:lnTo>
                  <a:lnTo>
                    <a:pt x="13979" y="3959"/>
                  </a:lnTo>
                  <a:lnTo>
                    <a:pt x="13964" y="3988"/>
                  </a:lnTo>
                  <a:lnTo>
                    <a:pt x="13964" y="3988"/>
                  </a:lnTo>
                  <a:lnTo>
                    <a:pt x="13964" y="4003"/>
                  </a:lnTo>
                  <a:lnTo>
                    <a:pt x="13949" y="4018"/>
                  </a:lnTo>
                  <a:lnTo>
                    <a:pt x="13949" y="4033"/>
                  </a:lnTo>
                  <a:lnTo>
                    <a:pt x="13904" y="4138"/>
                  </a:lnTo>
                  <a:lnTo>
                    <a:pt x="13830" y="4212"/>
                  </a:lnTo>
                  <a:lnTo>
                    <a:pt x="13800" y="4212"/>
                  </a:lnTo>
                  <a:lnTo>
                    <a:pt x="13770" y="4212"/>
                  </a:lnTo>
                  <a:lnTo>
                    <a:pt x="13740" y="4198"/>
                  </a:lnTo>
                  <a:lnTo>
                    <a:pt x="13725" y="4183"/>
                  </a:lnTo>
                  <a:lnTo>
                    <a:pt x="13710" y="4183"/>
                  </a:lnTo>
                  <a:lnTo>
                    <a:pt x="13695" y="4168"/>
                  </a:lnTo>
                  <a:lnTo>
                    <a:pt x="13680" y="4168"/>
                  </a:lnTo>
                  <a:lnTo>
                    <a:pt x="13650" y="4168"/>
                  </a:lnTo>
                  <a:lnTo>
                    <a:pt x="13591" y="4183"/>
                  </a:lnTo>
                  <a:lnTo>
                    <a:pt x="13561" y="4242"/>
                  </a:lnTo>
                  <a:lnTo>
                    <a:pt x="13531" y="4317"/>
                  </a:lnTo>
                  <a:lnTo>
                    <a:pt x="13516" y="4377"/>
                  </a:lnTo>
                  <a:lnTo>
                    <a:pt x="13516" y="4377"/>
                  </a:lnTo>
                  <a:lnTo>
                    <a:pt x="13516" y="4392"/>
                  </a:lnTo>
                  <a:lnTo>
                    <a:pt x="13501" y="4407"/>
                  </a:lnTo>
                  <a:lnTo>
                    <a:pt x="13501" y="4436"/>
                  </a:lnTo>
                  <a:lnTo>
                    <a:pt x="13471" y="4481"/>
                  </a:lnTo>
                  <a:lnTo>
                    <a:pt x="13456" y="4526"/>
                  </a:lnTo>
                  <a:lnTo>
                    <a:pt x="13426" y="4556"/>
                  </a:lnTo>
                  <a:lnTo>
                    <a:pt x="13397" y="4586"/>
                  </a:lnTo>
                  <a:lnTo>
                    <a:pt x="13352" y="4616"/>
                  </a:lnTo>
                  <a:lnTo>
                    <a:pt x="13322" y="4631"/>
                  </a:lnTo>
                  <a:lnTo>
                    <a:pt x="13277" y="4646"/>
                  </a:lnTo>
                  <a:lnTo>
                    <a:pt x="13247" y="4661"/>
                  </a:lnTo>
                  <a:lnTo>
                    <a:pt x="13202" y="4661"/>
                  </a:lnTo>
                  <a:lnTo>
                    <a:pt x="13173" y="4661"/>
                  </a:lnTo>
                  <a:lnTo>
                    <a:pt x="13143" y="4675"/>
                  </a:lnTo>
                  <a:lnTo>
                    <a:pt x="13098" y="4675"/>
                  </a:lnTo>
                  <a:lnTo>
                    <a:pt x="13053" y="4690"/>
                  </a:lnTo>
                  <a:lnTo>
                    <a:pt x="13008" y="4705"/>
                  </a:lnTo>
                  <a:lnTo>
                    <a:pt x="12963" y="4720"/>
                  </a:lnTo>
                  <a:lnTo>
                    <a:pt x="12919" y="4750"/>
                  </a:lnTo>
                  <a:lnTo>
                    <a:pt x="12889" y="4780"/>
                  </a:lnTo>
                  <a:lnTo>
                    <a:pt x="12844" y="4810"/>
                  </a:lnTo>
                  <a:lnTo>
                    <a:pt x="12814" y="4855"/>
                  </a:lnTo>
                  <a:lnTo>
                    <a:pt x="12814" y="4855"/>
                  </a:lnTo>
                  <a:lnTo>
                    <a:pt x="12799" y="4885"/>
                  </a:lnTo>
                  <a:lnTo>
                    <a:pt x="12799" y="4914"/>
                  </a:lnTo>
                  <a:lnTo>
                    <a:pt x="12784" y="4944"/>
                  </a:lnTo>
                  <a:lnTo>
                    <a:pt x="12799" y="4974"/>
                  </a:lnTo>
                  <a:lnTo>
                    <a:pt x="12814" y="5079"/>
                  </a:lnTo>
                  <a:lnTo>
                    <a:pt x="12754" y="5153"/>
                  </a:lnTo>
                  <a:lnTo>
                    <a:pt x="12695" y="5198"/>
                  </a:lnTo>
                  <a:lnTo>
                    <a:pt x="12620" y="5258"/>
                  </a:lnTo>
                  <a:lnTo>
                    <a:pt x="12590" y="5273"/>
                  </a:lnTo>
                  <a:lnTo>
                    <a:pt x="12560" y="5288"/>
                  </a:lnTo>
                  <a:lnTo>
                    <a:pt x="12530" y="5318"/>
                  </a:lnTo>
                  <a:lnTo>
                    <a:pt x="12515" y="5333"/>
                  </a:lnTo>
                  <a:lnTo>
                    <a:pt x="12471" y="5377"/>
                  </a:lnTo>
                  <a:lnTo>
                    <a:pt x="12456" y="5422"/>
                  </a:lnTo>
                  <a:lnTo>
                    <a:pt x="12426" y="5467"/>
                  </a:lnTo>
                  <a:lnTo>
                    <a:pt x="12411" y="5527"/>
                  </a:lnTo>
                  <a:lnTo>
                    <a:pt x="12411" y="5586"/>
                  </a:lnTo>
                  <a:lnTo>
                    <a:pt x="12411" y="5631"/>
                  </a:lnTo>
                  <a:lnTo>
                    <a:pt x="12426" y="5691"/>
                  </a:lnTo>
                  <a:lnTo>
                    <a:pt x="12441" y="5736"/>
                  </a:lnTo>
                  <a:lnTo>
                    <a:pt x="12441" y="5751"/>
                  </a:lnTo>
                  <a:lnTo>
                    <a:pt x="12456" y="5781"/>
                  </a:lnTo>
                  <a:lnTo>
                    <a:pt x="12456" y="5781"/>
                  </a:lnTo>
                  <a:lnTo>
                    <a:pt x="12456" y="5796"/>
                  </a:lnTo>
                  <a:lnTo>
                    <a:pt x="12456" y="5825"/>
                  </a:lnTo>
                  <a:lnTo>
                    <a:pt x="12456" y="5855"/>
                  </a:lnTo>
                  <a:lnTo>
                    <a:pt x="12441" y="5870"/>
                  </a:lnTo>
                  <a:lnTo>
                    <a:pt x="12426" y="5900"/>
                  </a:lnTo>
                  <a:lnTo>
                    <a:pt x="12411" y="5915"/>
                  </a:lnTo>
                  <a:lnTo>
                    <a:pt x="12411" y="5915"/>
                  </a:lnTo>
                  <a:lnTo>
                    <a:pt x="12396" y="5930"/>
                  </a:lnTo>
                  <a:lnTo>
                    <a:pt x="12366" y="5930"/>
                  </a:lnTo>
                  <a:lnTo>
                    <a:pt x="12351" y="5930"/>
                  </a:lnTo>
                  <a:lnTo>
                    <a:pt x="12321" y="5945"/>
                  </a:lnTo>
                  <a:lnTo>
                    <a:pt x="12276" y="5945"/>
                  </a:lnTo>
                  <a:lnTo>
                    <a:pt x="12217" y="5930"/>
                  </a:lnTo>
                  <a:lnTo>
                    <a:pt x="12157" y="5915"/>
                  </a:lnTo>
                  <a:lnTo>
                    <a:pt x="12082" y="5885"/>
                  </a:lnTo>
                  <a:lnTo>
                    <a:pt x="12037" y="5855"/>
                  </a:lnTo>
                  <a:lnTo>
                    <a:pt x="11993" y="5825"/>
                  </a:lnTo>
                  <a:lnTo>
                    <a:pt x="11993" y="5825"/>
                  </a:lnTo>
                  <a:lnTo>
                    <a:pt x="11948" y="5781"/>
                  </a:lnTo>
                  <a:lnTo>
                    <a:pt x="11903" y="5736"/>
                  </a:lnTo>
                  <a:lnTo>
                    <a:pt x="11873" y="5661"/>
                  </a:lnTo>
                  <a:lnTo>
                    <a:pt x="11843" y="5601"/>
                  </a:lnTo>
                  <a:lnTo>
                    <a:pt x="11799" y="5527"/>
                  </a:lnTo>
                  <a:lnTo>
                    <a:pt x="11799" y="5467"/>
                  </a:lnTo>
                  <a:lnTo>
                    <a:pt x="11799" y="5467"/>
                  </a:lnTo>
                  <a:lnTo>
                    <a:pt x="11799" y="5452"/>
                  </a:lnTo>
                  <a:lnTo>
                    <a:pt x="11799" y="5452"/>
                  </a:lnTo>
                  <a:lnTo>
                    <a:pt x="11784" y="5437"/>
                  </a:lnTo>
                  <a:lnTo>
                    <a:pt x="11784" y="5422"/>
                  </a:lnTo>
                  <a:lnTo>
                    <a:pt x="11769" y="5407"/>
                  </a:lnTo>
                  <a:lnTo>
                    <a:pt x="11754" y="5377"/>
                  </a:lnTo>
                  <a:lnTo>
                    <a:pt x="11724" y="5362"/>
                  </a:lnTo>
                  <a:lnTo>
                    <a:pt x="11709" y="5333"/>
                  </a:lnTo>
                  <a:lnTo>
                    <a:pt x="11664" y="5303"/>
                  </a:lnTo>
                  <a:lnTo>
                    <a:pt x="11634" y="5288"/>
                  </a:lnTo>
                  <a:lnTo>
                    <a:pt x="11574" y="5273"/>
                  </a:lnTo>
                  <a:lnTo>
                    <a:pt x="11515" y="5258"/>
                  </a:lnTo>
                  <a:lnTo>
                    <a:pt x="11485" y="5258"/>
                  </a:lnTo>
                  <a:lnTo>
                    <a:pt x="11455" y="5243"/>
                  </a:lnTo>
                  <a:lnTo>
                    <a:pt x="10977" y="5258"/>
                  </a:lnTo>
                  <a:lnTo>
                    <a:pt x="10589" y="5288"/>
                  </a:lnTo>
                  <a:lnTo>
                    <a:pt x="10589" y="5288"/>
                  </a:lnTo>
                  <a:lnTo>
                    <a:pt x="10589" y="5288"/>
                  </a:lnTo>
                  <a:lnTo>
                    <a:pt x="10559" y="5288"/>
                  </a:lnTo>
                  <a:lnTo>
                    <a:pt x="10544" y="5258"/>
                  </a:lnTo>
                  <a:lnTo>
                    <a:pt x="10544" y="5258"/>
                  </a:lnTo>
                  <a:lnTo>
                    <a:pt x="10111" y="4287"/>
                  </a:lnTo>
                  <a:lnTo>
                    <a:pt x="10111" y="4287"/>
                  </a:lnTo>
                  <a:lnTo>
                    <a:pt x="9872" y="4272"/>
                  </a:lnTo>
                  <a:lnTo>
                    <a:pt x="9708" y="4272"/>
                  </a:lnTo>
                  <a:lnTo>
                    <a:pt x="9663" y="4242"/>
                  </a:lnTo>
                  <a:lnTo>
                    <a:pt x="9633" y="4138"/>
                  </a:lnTo>
                  <a:lnTo>
                    <a:pt x="9603" y="4003"/>
                  </a:lnTo>
                  <a:lnTo>
                    <a:pt x="9558" y="3824"/>
                  </a:lnTo>
                  <a:lnTo>
                    <a:pt x="9528" y="3630"/>
                  </a:lnTo>
                  <a:lnTo>
                    <a:pt x="9513" y="3451"/>
                  </a:lnTo>
                  <a:lnTo>
                    <a:pt x="9484" y="3287"/>
                  </a:lnTo>
                  <a:lnTo>
                    <a:pt x="9484" y="3182"/>
                  </a:lnTo>
                  <a:lnTo>
                    <a:pt x="9484" y="3137"/>
                  </a:lnTo>
                  <a:lnTo>
                    <a:pt x="9469" y="3107"/>
                  </a:lnTo>
                  <a:lnTo>
                    <a:pt x="9469" y="3107"/>
                  </a:lnTo>
                  <a:lnTo>
                    <a:pt x="9469" y="3107"/>
                  </a:lnTo>
                  <a:lnTo>
                    <a:pt x="9454" y="3122"/>
                  </a:lnTo>
                  <a:lnTo>
                    <a:pt x="9424" y="3122"/>
                  </a:lnTo>
                  <a:lnTo>
                    <a:pt x="9409" y="3137"/>
                  </a:lnTo>
                  <a:lnTo>
                    <a:pt x="9379" y="3152"/>
                  </a:lnTo>
                  <a:lnTo>
                    <a:pt x="9364" y="3167"/>
                  </a:lnTo>
                  <a:lnTo>
                    <a:pt x="9364" y="3167"/>
                  </a:lnTo>
                  <a:lnTo>
                    <a:pt x="9349" y="3182"/>
                  </a:lnTo>
                  <a:lnTo>
                    <a:pt x="9349" y="3182"/>
                  </a:lnTo>
                  <a:lnTo>
                    <a:pt x="9289" y="3197"/>
                  </a:lnTo>
                  <a:lnTo>
                    <a:pt x="9200" y="3152"/>
                  </a:lnTo>
                  <a:lnTo>
                    <a:pt x="9155" y="3122"/>
                  </a:lnTo>
                  <a:lnTo>
                    <a:pt x="9080" y="3018"/>
                  </a:lnTo>
                  <a:lnTo>
                    <a:pt x="9021" y="2943"/>
                  </a:lnTo>
                  <a:lnTo>
                    <a:pt x="9021" y="2943"/>
                  </a:lnTo>
                  <a:lnTo>
                    <a:pt x="9021" y="2943"/>
                  </a:lnTo>
                  <a:lnTo>
                    <a:pt x="9006" y="2913"/>
                  </a:lnTo>
                  <a:lnTo>
                    <a:pt x="9006" y="2898"/>
                  </a:lnTo>
                  <a:lnTo>
                    <a:pt x="9006" y="2898"/>
                  </a:lnTo>
                  <a:lnTo>
                    <a:pt x="8991" y="2883"/>
                  </a:lnTo>
                  <a:lnTo>
                    <a:pt x="8991" y="2883"/>
                  </a:lnTo>
                  <a:lnTo>
                    <a:pt x="8976" y="2868"/>
                  </a:lnTo>
                  <a:lnTo>
                    <a:pt x="8946" y="2824"/>
                  </a:lnTo>
                  <a:lnTo>
                    <a:pt x="8886" y="2749"/>
                  </a:lnTo>
                  <a:lnTo>
                    <a:pt x="8826" y="2689"/>
                  </a:lnTo>
                  <a:lnTo>
                    <a:pt x="8767" y="2629"/>
                  </a:lnTo>
                  <a:lnTo>
                    <a:pt x="8722" y="2614"/>
                  </a:lnTo>
                  <a:lnTo>
                    <a:pt x="8692" y="2585"/>
                  </a:lnTo>
                  <a:lnTo>
                    <a:pt x="8692" y="2585"/>
                  </a:lnTo>
                  <a:lnTo>
                    <a:pt x="8513" y="2480"/>
                  </a:lnTo>
                  <a:lnTo>
                    <a:pt x="8364" y="2301"/>
                  </a:lnTo>
                  <a:lnTo>
                    <a:pt x="8349" y="2286"/>
                  </a:lnTo>
                  <a:lnTo>
                    <a:pt x="8319" y="2241"/>
                  </a:lnTo>
                  <a:lnTo>
                    <a:pt x="8289" y="2211"/>
                  </a:lnTo>
                  <a:lnTo>
                    <a:pt x="8289" y="2211"/>
                  </a:lnTo>
                  <a:lnTo>
                    <a:pt x="8259" y="2196"/>
                  </a:lnTo>
                  <a:lnTo>
                    <a:pt x="8244" y="2181"/>
                  </a:lnTo>
                  <a:lnTo>
                    <a:pt x="8214" y="2181"/>
                  </a:lnTo>
                  <a:lnTo>
                    <a:pt x="8184" y="2181"/>
                  </a:lnTo>
                  <a:lnTo>
                    <a:pt x="8154" y="2196"/>
                  </a:lnTo>
                  <a:lnTo>
                    <a:pt x="8125" y="2211"/>
                  </a:lnTo>
                  <a:lnTo>
                    <a:pt x="8080" y="2241"/>
                  </a:lnTo>
                  <a:lnTo>
                    <a:pt x="8005" y="2286"/>
                  </a:lnTo>
                  <a:lnTo>
                    <a:pt x="8005" y="2286"/>
                  </a:lnTo>
                  <a:lnTo>
                    <a:pt x="7960" y="2316"/>
                  </a:lnTo>
                  <a:lnTo>
                    <a:pt x="7915" y="2346"/>
                  </a:lnTo>
                  <a:lnTo>
                    <a:pt x="7871" y="2375"/>
                  </a:lnTo>
                  <a:lnTo>
                    <a:pt x="7826" y="2390"/>
                  </a:lnTo>
                  <a:lnTo>
                    <a:pt x="7781" y="2405"/>
                  </a:lnTo>
                  <a:lnTo>
                    <a:pt x="7706" y="2405"/>
                  </a:lnTo>
                  <a:lnTo>
                    <a:pt x="7632" y="2390"/>
                  </a:lnTo>
                  <a:lnTo>
                    <a:pt x="7542" y="2375"/>
                  </a:lnTo>
                  <a:lnTo>
                    <a:pt x="7452" y="2361"/>
                  </a:lnTo>
                  <a:lnTo>
                    <a:pt x="7333" y="2346"/>
                  </a:lnTo>
                  <a:lnTo>
                    <a:pt x="7214" y="2331"/>
                  </a:lnTo>
                  <a:lnTo>
                    <a:pt x="7079" y="2301"/>
                  </a:lnTo>
                  <a:lnTo>
                    <a:pt x="6960" y="2286"/>
                  </a:lnTo>
                  <a:lnTo>
                    <a:pt x="6855" y="2271"/>
                  </a:lnTo>
                  <a:lnTo>
                    <a:pt x="6736" y="2271"/>
                  </a:lnTo>
                  <a:lnTo>
                    <a:pt x="6646" y="2286"/>
                  </a:lnTo>
                  <a:lnTo>
                    <a:pt x="6541" y="2286"/>
                  </a:lnTo>
                  <a:lnTo>
                    <a:pt x="6467" y="2301"/>
                  </a:lnTo>
                  <a:lnTo>
                    <a:pt x="6392" y="2331"/>
                  </a:lnTo>
                  <a:lnTo>
                    <a:pt x="6317" y="2346"/>
                  </a:lnTo>
                  <a:lnTo>
                    <a:pt x="6228" y="2361"/>
                  </a:lnTo>
                  <a:lnTo>
                    <a:pt x="6078" y="2390"/>
                  </a:lnTo>
                  <a:lnTo>
                    <a:pt x="5780" y="2465"/>
                  </a:lnTo>
                  <a:lnTo>
                    <a:pt x="5660" y="2480"/>
                  </a:lnTo>
                  <a:lnTo>
                    <a:pt x="5660" y="2480"/>
                  </a:lnTo>
                  <a:lnTo>
                    <a:pt x="5645" y="2495"/>
                  </a:lnTo>
                  <a:lnTo>
                    <a:pt x="5630" y="2480"/>
                  </a:lnTo>
                  <a:lnTo>
                    <a:pt x="5616" y="2465"/>
                  </a:lnTo>
                  <a:lnTo>
                    <a:pt x="4555" y="1390"/>
                  </a:lnTo>
                  <a:lnTo>
                    <a:pt x="3032" y="524"/>
                  </a:lnTo>
                  <a:lnTo>
                    <a:pt x="2300" y="105"/>
                  </a:lnTo>
                  <a:lnTo>
                    <a:pt x="2300" y="120"/>
                  </a:lnTo>
                  <a:lnTo>
                    <a:pt x="2285" y="135"/>
                  </a:lnTo>
                  <a:lnTo>
                    <a:pt x="2285" y="165"/>
                  </a:lnTo>
                  <a:lnTo>
                    <a:pt x="2285" y="195"/>
                  </a:lnTo>
                  <a:lnTo>
                    <a:pt x="2285" y="240"/>
                  </a:lnTo>
                  <a:lnTo>
                    <a:pt x="2300" y="255"/>
                  </a:lnTo>
                  <a:lnTo>
                    <a:pt x="2315" y="300"/>
                  </a:lnTo>
                  <a:lnTo>
                    <a:pt x="2330" y="374"/>
                  </a:lnTo>
                  <a:lnTo>
                    <a:pt x="2345" y="509"/>
                  </a:lnTo>
                  <a:lnTo>
                    <a:pt x="2315" y="598"/>
                  </a:lnTo>
                  <a:lnTo>
                    <a:pt x="2315" y="613"/>
                  </a:lnTo>
                  <a:lnTo>
                    <a:pt x="2300" y="643"/>
                  </a:lnTo>
                  <a:lnTo>
                    <a:pt x="2315" y="688"/>
                  </a:lnTo>
                  <a:lnTo>
                    <a:pt x="2330" y="718"/>
                  </a:lnTo>
                  <a:lnTo>
                    <a:pt x="2345" y="748"/>
                  </a:lnTo>
                  <a:lnTo>
                    <a:pt x="2345" y="748"/>
                  </a:lnTo>
                  <a:lnTo>
                    <a:pt x="2345" y="748"/>
                  </a:lnTo>
                  <a:lnTo>
                    <a:pt x="2345" y="748"/>
                  </a:lnTo>
                  <a:lnTo>
                    <a:pt x="2390" y="792"/>
                  </a:lnTo>
                  <a:lnTo>
                    <a:pt x="2405" y="852"/>
                  </a:lnTo>
                  <a:lnTo>
                    <a:pt x="2405" y="912"/>
                  </a:lnTo>
                  <a:lnTo>
                    <a:pt x="2375" y="987"/>
                  </a:lnTo>
                  <a:lnTo>
                    <a:pt x="2375" y="987"/>
                  </a:lnTo>
                  <a:lnTo>
                    <a:pt x="2375" y="987"/>
                  </a:lnTo>
                  <a:lnTo>
                    <a:pt x="2360" y="1031"/>
                  </a:lnTo>
                  <a:lnTo>
                    <a:pt x="2360" y="1091"/>
                  </a:lnTo>
                  <a:lnTo>
                    <a:pt x="2375" y="1166"/>
                  </a:lnTo>
                  <a:lnTo>
                    <a:pt x="2360" y="1240"/>
                  </a:lnTo>
                  <a:lnTo>
                    <a:pt x="2330" y="1300"/>
                  </a:lnTo>
                  <a:lnTo>
                    <a:pt x="2270" y="1345"/>
                  </a:lnTo>
                  <a:lnTo>
                    <a:pt x="2225" y="1375"/>
                  </a:lnTo>
                  <a:lnTo>
                    <a:pt x="2151" y="1375"/>
                  </a:lnTo>
                  <a:lnTo>
                    <a:pt x="2106" y="1345"/>
                  </a:lnTo>
                  <a:lnTo>
                    <a:pt x="2061" y="1315"/>
                  </a:lnTo>
                  <a:lnTo>
                    <a:pt x="2016" y="1285"/>
                  </a:lnTo>
                  <a:lnTo>
                    <a:pt x="2016" y="1226"/>
                  </a:lnTo>
                  <a:lnTo>
                    <a:pt x="2031" y="1166"/>
                  </a:lnTo>
                  <a:lnTo>
                    <a:pt x="2031" y="1136"/>
                  </a:lnTo>
                  <a:lnTo>
                    <a:pt x="2031" y="1136"/>
                  </a:lnTo>
                  <a:lnTo>
                    <a:pt x="2016" y="1046"/>
                  </a:lnTo>
                  <a:lnTo>
                    <a:pt x="1956" y="972"/>
                  </a:lnTo>
                  <a:lnTo>
                    <a:pt x="1942" y="942"/>
                  </a:lnTo>
                  <a:lnTo>
                    <a:pt x="1912" y="912"/>
                  </a:lnTo>
                  <a:lnTo>
                    <a:pt x="1897" y="852"/>
                  </a:lnTo>
                  <a:lnTo>
                    <a:pt x="1882" y="748"/>
                  </a:lnTo>
                  <a:lnTo>
                    <a:pt x="1882" y="658"/>
                  </a:lnTo>
                  <a:lnTo>
                    <a:pt x="1897" y="568"/>
                  </a:lnTo>
                  <a:lnTo>
                    <a:pt x="1927" y="464"/>
                  </a:lnTo>
                  <a:lnTo>
                    <a:pt x="1942" y="359"/>
                  </a:lnTo>
                  <a:lnTo>
                    <a:pt x="1942" y="359"/>
                  </a:lnTo>
                  <a:lnTo>
                    <a:pt x="1942" y="314"/>
                  </a:lnTo>
                  <a:lnTo>
                    <a:pt x="1956" y="225"/>
                  </a:lnTo>
                  <a:lnTo>
                    <a:pt x="1986" y="180"/>
                  </a:lnTo>
                  <a:lnTo>
                    <a:pt x="2016" y="150"/>
                  </a:lnTo>
                  <a:lnTo>
                    <a:pt x="2031" y="76"/>
                  </a:lnTo>
                  <a:lnTo>
                    <a:pt x="2031" y="46"/>
                  </a:lnTo>
                  <a:lnTo>
                    <a:pt x="2031" y="1"/>
                  </a:lnTo>
                  <a:lnTo>
                    <a:pt x="2031" y="1"/>
                  </a:lnTo>
                  <a:lnTo>
                    <a:pt x="0" y="658"/>
                  </a:lnTo>
                  <a:lnTo>
                    <a:pt x="836" y="4959"/>
                  </a:lnTo>
                  <a:lnTo>
                    <a:pt x="866" y="4959"/>
                  </a:lnTo>
                  <a:lnTo>
                    <a:pt x="881" y="4959"/>
                  </a:lnTo>
                  <a:lnTo>
                    <a:pt x="911" y="4959"/>
                  </a:lnTo>
                  <a:lnTo>
                    <a:pt x="956" y="4959"/>
                  </a:lnTo>
                  <a:lnTo>
                    <a:pt x="1045" y="4959"/>
                  </a:lnTo>
                  <a:lnTo>
                    <a:pt x="1135" y="4959"/>
                  </a:lnTo>
                  <a:lnTo>
                    <a:pt x="1225" y="4959"/>
                  </a:lnTo>
                  <a:lnTo>
                    <a:pt x="1314" y="4959"/>
                  </a:lnTo>
                  <a:lnTo>
                    <a:pt x="1464" y="4974"/>
                  </a:lnTo>
                  <a:lnTo>
                    <a:pt x="1568" y="4989"/>
                  </a:lnTo>
                  <a:lnTo>
                    <a:pt x="1568" y="4989"/>
                  </a:lnTo>
                  <a:lnTo>
                    <a:pt x="1643" y="5004"/>
                  </a:lnTo>
                  <a:lnTo>
                    <a:pt x="1703" y="5004"/>
                  </a:lnTo>
                  <a:lnTo>
                    <a:pt x="1747" y="5004"/>
                  </a:lnTo>
                  <a:lnTo>
                    <a:pt x="1777" y="5004"/>
                  </a:lnTo>
                  <a:lnTo>
                    <a:pt x="1762" y="4989"/>
                  </a:lnTo>
                  <a:lnTo>
                    <a:pt x="1747" y="4974"/>
                  </a:lnTo>
                  <a:lnTo>
                    <a:pt x="1747" y="4974"/>
                  </a:lnTo>
                  <a:lnTo>
                    <a:pt x="1703" y="4914"/>
                  </a:lnTo>
                  <a:lnTo>
                    <a:pt x="1628" y="4825"/>
                  </a:lnTo>
                  <a:lnTo>
                    <a:pt x="1583" y="4735"/>
                  </a:lnTo>
                  <a:lnTo>
                    <a:pt x="1538" y="4631"/>
                  </a:lnTo>
                  <a:lnTo>
                    <a:pt x="1523" y="4526"/>
                  </a:lnTo>
                  <a:lnTo>
                    <a:pt x="1523" y="4436"/>
                  </a:lnTo>
                  <a:lnTo>
                    <a:pt x="1538" y="4347"/>
                  </a:lnTo>
                  <a:lnTo>
                    <a:pt x="1568" y="4242"/>
                  </a:lnTo>
                  <a:lnTo>
                    <a:pt x="1613" y="4168"/>
                  </a:lnTo>
                  <a:lnTo>
                    <a:pt x="1688" y="4093"/>
                  </a:lnTo>
                  <a:lnTo>
                    <a:pt x="1792" y="3988"/>
                  </a:lnTo>
                  <a:lnTo>
                    <a:pt x="1882" y="3959"/>
                  </a:lnTo>
                  <a:lnTo>
                    <a:pt x="1971" y="3929"/>
                  </a:lnTo>
                  <a:lnTo>
                    <a:pt x="2046" y="3944"/>
                  </a:lnTo>
                  <a:lnTo>
                    <a:pt x="2046" y="3944"/>
                  </a:lnTo>
                  <a:lnTo>
                    <a:pt x="2046" y="3944"/>
                  </a:lnTo>
                  <a:lnTo>
                    <a:pt x="2121" y="3944"/>
                  </a:lnTo>
                  <a:lnTo>
                    <a:pt x="2195" y="3929"/>
                  </a:lnTo>
                  <a:lnTo>
                    <a:pt x="2240" y="3914"/>
                  </a:lnTo>
                  <a:lnTo>
                    <a:pt x="2255" y="3899"/>
                  </a:lnTo>
                  <a:lnTo>
                    <a:pt x="2255" y="3899"/>
                  </a:lnTo>
                  <a:lnTo>
                    <a:pt x="2255" y="3884"/>
                  </a:lnTo>
                  <a:lnTo>
                    <a:pt x="2255" y="3884"/>
                  </a:lnTo>
                  <a:lnTo>
                    <a:pt x="2255" y="3854"/>
                  </a:lnTo>
                  <a:lnTo>
                    <a:pt x="2255" y="3854"/>
                  </a:lnTo>
                  <a:lnTo>
                    <a:pt x="2255" y="3854"/>
                  </a:lnTo>
                  <a:lnTo>
                    <a:pt x="2255" y="3854"/>
                  </a:lnTo>
                  <a:lnTo>
                    <a:pt x="2225" y="3794"/>
                  </a:lnTo>
                  <a:lnTo>
                    <a:pt x="2225" y="3690"/>
                  </a:lnTo>
                  <a:lnTo>
                    <a:pt x="2225" y="3645"/>
                  </a:lnTo>
                  <a:lnTo>
                    <a:pt x="2240" y="3615"/>
                  </a:lnTo>
                  <a:lnTo>
                    <a:pt x="2255" y="3570"/>
                  </a:lnTo>
                  <a:lnTo>
                    <a:pt x="2270" y="3540"/>
                  </a:lnTo>
                  <a:lnTo>
                    <a:pt x="2285" y="3525"/>
                  </a:lnTo>
                  <a:lnTo>
                    <a:pt x="2300" y="3525"/>
                  </a:lnTo>
                  <a:lnTo>
                    <a:pt x="2315" y="3511"/>
                  </a:lnTo>
                  <a:lnTo>
                    <a:pt x="2345" y="3496"/>
                  </a:lnTo>
                  <a:lnTo>
                    <a:pt x="2360" y="3496"/>
                  </a:lnTo>
                  <a:lnTo>
                    <a:pt x="2375" y="3496"/>
                  </a:lnTo>
                  <a:lnTo>
                    <a:pt x="2390" y="3496"/>
                  </a:lnTo>
                  <a:lnTo>
                    <a:pt x="2419" y="3481"/>
                  </a:lnTo>
                  <a:lnTo>
                    <a:pt x="2464" y="3496"/>
                  </a:lnTo>
                  <a:lnTo>
                    <a:pt x="2509" y="3511"/>
                  </a:lnTo>
                  <a:lnTo>
                    <a:pt x="2554" y="3540"/>
                  </a:lnTo>
                  <a:lnTo>
                    <a:pt x="2584" y="3570"/>
                  </a:lnTo>
                  <a:lnTo>
                    <a:pt x="2554" y="3525"/>
                  </a:lnTo>
                  <a:lnTo>
                    <a:pt x="2539" y="3496"/>
                  </a:lnTo>
                  <a:lnTo>
                    <a:pt x="2524" y="3421"/>
                  </a:lnTo>
                  <a:lnTo>
                    <a:pt x="2554" y="3346"/>
                  </a:lnTo>
                  <a:lnTo>
                    <a:pt x="2554" y="3346"/>
                  </a:lnTo>
                  <a:lnTo>
                    <a:pt x="2569" y="3331"/>
                  </a:lnTo>
                  <a:lnTo>
                    <a:pt x="2614" y="3287"/>
                  </a:lnTo>
                  <a:lnTo>
                    <a:pt x="2643" y="3272"/>
                  </a:lnTo>
                  <a:lnTo>
                    <a:pt x="2688" y="3257"/>
                  </a:lnTo>
                  <a:lnTo>
                    <a:pt x="2718" y="3272"/>
                  </a:lnTo>
                  <a:lnTo>
                    <a:pt x="2748" y="3272"/>
                  </a:lnTo>
                  <a:lnTo>
                    <a:pt x="2778" y="3301"/>
                  </a:lnTo>
                  <a:lnTo>
                    <a:pt x="2778" y="3301"/>
                  </a:lnTo>
                  <a:lnTo>
                    <a:pt x="2778" y="3301"/>
                  </a:lnTo>
                  <a:lnTo>
                    <a:pt x="2778" y="3301"/>
                  </a:lnTo>
                  <a:lnTo>
                    <a:pt x="2778" y="3287"/>
                  </a:lnTo>
                  <a:lnTo>
                    <a:pt x="2778" y="3272"/>
                  </a:lnTo>
                  <a:lnTo>
                    <a:pt x="2778" y="3272"/>
                  </a:lnTo>
                  <a:lnTo>
                    <a:pt x="2778" y="3272"/>
                  </a:lnTo>
                  <a:lnTo>
                    <a:pt x="2793" y="3257"/>
                  </a:lnTo>
                  <a:lnTo>
                    <a:pt x="2793" y="3242"/>
                  </a:lnTo>
                  <a:lnTo>
                    <a:pt x="2808" y="3227"/>
                  </a:lnTo>
                  <a:lnTo>
                    <a:pt x="2808" y="3227"/>
                  </a:lnTo>
                  <a:lnTo>
                    <a:pt x="2823" y="3212"/>
                  </a:lnTo>
                  <a:lnTo>
                    <a:pt x="2853" y="3212"/>
                  </a:lnTo>
                  <a:lnTo>
                    <a:pt x="2868" y="3227"/>
                  </a:lnTo>
                  <a:lnTo>
                    <a:pt x="2868" y="3227"/>
                  </a:lnTo>
                  <a:lnTo>
                    <a:pt x="2882" y="3227"/>
                  </a:lnTo>
                  <a:lnTo>
                    <a:pt x="2897" y="3242"/>
                  </a:lnTo>
                  <a:lnTo>
                    <a:pt x="2912" y="3257"/>
                  </a:lnTo>
                  <a:lnTo>
                    <a:pt x="2942" y="3287"/>
                  </a:lnTo>
                  <a:lnTo>
                    <a:pt x="2972" y="3316"/>
                  </a:lnTo>
                  <a:lnTo>
                    <a:pt x="3002" y="3346"/>
                  </a:lnTo>
                  <a:lnTo>
                    <a:pt x="3017" y="3361"/>
                  </a:lnTo>
                  <a:lnTo>
                    <a:pt x="3032" y="3376"/>
                  </a:lnTo>
                  <a:lnTo>
                    <a:pt x="3032" y="3391"/>
                  </a:lnTo>
                  <a:lnTo>
                    <a:pt x="3047" y="3406"/>
                  </a:lnTo>
                  <a:lnTo>
                    <a:pt x="3077" y="3421"/>
                  </a:lnTo>
                  <a:lnTo>
                    <a:pt x="3092" y="3451"/>
                  </a:lnTo>
                  <a:lnTo>
                    <a:pt x="3106" y="3451"/>
                  </a:lnTo>
                  <a:lnTo>
                    <a:pt x="3121" y="3466"/>
                  </a:lnTo>
                  <a:lnTo>
                    <a:pt x="3151" y="3481"/>
                  </a:lnTo>
                  <a:lnTo>
                    <a:pt x="3181" y="3496"/>
                  </a:lnTo>
                  <a:lnTo>
                    <a:pt x="3211" y="3525"/>
                  </a:lnTo>
                  <a:lnTo>
                    <a:pt x="3241" y="3525"/>
                  </a:lnTo>
                  <a:lnTo>
                    <a:pt x="3256" y="3525"/>
                  </a:lnTo>
                  <a:lnTo>
                    <a:pt x="3271" y="3525"/>
                  </a:lnTo>
                  <a:lnTo>
                    <a:pt x="3286" y="3525"/>
                  </a:lnTo>
                  <a:lnTo>
                    <a:pt x="3345" y="3511"/>
                  </a:lnTo>
                  <a:lnTo>
                    <a:pt x="3450" y="3540"/>
                  </a:lnTo>
                  <a:lnTo>
                    <a:pt x="3525" y="3630"/>
                  </a:lnTo>
                  <a:lnTo>
                    <a:pt x="3584" y="3720"/>
                  </a:lnTo>
                  <a:lnTo>
                    <a:pt x="3644" y="3749"/>
                  </a:lnTo>
                  <a:lnTo>
                    <a:pt x="3704" y="3764"/>
                  </a:lnTo>
                  <a:lnTo>
                    <a:pt x="3808" y="3764"/>
                  </a:lnTo>
                  <a:lnTo>
                    <a:pt x="3808" y="3764"/>
                  </a:lnTo>
                  <a:lnTo>
                    <a:pt x="3808" y="3764"/>
                  </a:lnTo>
                  <a:lnTo>
                    <a:pt x="3838" y="3764"/>
                  </a:lnTo>
                  <a:lnTo>
                    <a:pt x="3853" y="3764"/>
                  </a:lnTo>
                  <a:lnTo>
                    <a:pt x="3988" y="3764"/>
                  </a:lnTo>
                  <a:lnTo>
                    <a:pt x="4107" y="3794"/>
                  </a:lnTo>
                  <a:lnTo>
                    <a:pt x="4167" y="3824"/>
                  </a:lnTo>
                  <a:lnTo>
                    <a:pt x="4242" y="3929"/>
                  </a:lnTo>
                  <a:lnTo>
                    <a:pt x="4256" y="4018"/>
                  </a:lnTo>
                  <a:lnTo>
                    <a:pt x="4256" y="4153"/>
                  </a:lnTo>
                  <a:lnTo>
                    <a:pt x="4242" y="4212"/>
                  </a:lnTo>
                  <a:lnTo>
                    <a:pt x="4242" y="4212"/>
                  </a:lnTo>
                  <a:lnTo>
                    <a:pt x="4242" y="4212"/>
                  </a:lnTo>
                  <a:lnTo>
                    <a:pt x="4227" y="4212"/>
                  </a:lnTo>
                  <a:lnTo>
                    <a:pt x="4242" y="4212"/>
                  </a:lnTo>
                  <a:lnTo>
                    <a:pt x="4242" y="4227"/>
                  </a:lnTo>
                  <a:lnTo>
                    <a:pt x="4271" y="4242"/>
                  </a:lnTo>
                  <a:lnTo>
                    <a:pt x="4301" y="4257"/>
                  </a:lnTo>
                  <a:lnTo>
                    <a:pt x="4331" y="4272"/>
                  </a:lnTo>
                  <a:lnTo>
                    <a:pt x="4361" y="4272"/>
                  </a:lnTo>
                  <a:lnTo>
                    <a:pt x="4391" y="4287"/>
                  </a:lnTo>
                  <a:lnTo>
                    <a:pt x="4466" y="4302"/>
                  </a:lnTo>
                  <a:lnTo>
                    <a:pt x="4525" y="4347"/>
                  </a:lnTo>
                  <a:lnTo>
                    <a:pt x="4570" y="4392"/>
                  </a:lnTo>
                  <a:lnTo>
                    <a:pt x="4585" y="4496"/>
                  </a:lnTo>
                  <a:lnTo>
                    <a:pt x="4555" y="4571"/>
                  </a:lnTo>
                  <a:lnTo>
                    <a:pt x="4525" y="4646"/>
                  </a:lnTo>
                  <a:lnTo>
                    <a:pt x="4495" y="4690"/>
                  </a:lnTo>
                  <a:lnTo>
                    <a:pt x="4495" y="4735"/>
                  </a:lnTo>
                  <a:lnTo>
                    <a:pt x="4495" y="4765"/>
                  </a:lnTo>
                  <a:lnTo>
                    <a:pt x="4525" y="4810"/>
                  </a:lnTo>
                  <a:lnTo>
                    <a:pt x="4540" y="4825"/>
                  </a:lnTo>
                  <a:lnTo>
                    <a:pt x="4555" y="4840"/>
                  </a:lnTo>
                  <a:lnTo>
                    <a:pt x="4570" y="4855"/>
                  </a:lnTo>
                  <a:lnTo>
                    <a:pt x="4645" y="4944"/>
                  </a:lnTo>
                  <a:lnTo>
                    <a:pt x="4734" y="5034"/>
                  </a:lnTo>
                  <a:lnTo>
                    <a:pt x="4824" y="5094"/>
                  </a:lnTo>
                  <a:lnTo>
                    <a:pt x="4899" y="5094"/>
                  </a:lnTo>
                  <a:lnTo>
                    <a:pt x="4958" y="5079"/>
                  </a:lnTo>
                  <a:lnTo>
                    <a:pt x="5018" y="5079"/>
                  </a:lnTo>
                  <a:lnTo>
                    <a:pt x="5063" y="5079"/>
                  </a:lnTo>
                  <a:lnTo>
                    <a:pt x="5108" y="5079"/>
                  </a:lnTo>
                  <a:lnTo>
                    <a:pt x="5153" y="5079"/>
                  </a:lnTo>
                  <a:lnTo>
                    <a:pt x="5197" y="5094"/>
                  </a:lnTo>
                  <a:lnTo>
                    <a:pt x="5242" y="5109"/>
                  </a:lnTo>
                  <a:lnTo>
                    <a:pt x="5272" y="5123"/>
                  </a:lnTo>
                  <a:lnTo>
                    <a:pt x="5302" y="5138"/>
                  </a:lnTo>
                  <a:lnTo>
                    <a:pt x="5317" y="5138"/>
                  </a:lnTo>
                  <a:lnTo>
                    <a:pt x="5332" y="5138"/>
                  </a:lnTo>
                  <a:lnTo>
                    <a:pt x="5362" y="5123"/>
                  </a:lnTo>
                  <a:lnTo>
                    <a:pt x="5377" y="5109"/>
                  </a:lnTo>
                  <a:lnTo>
                    <a:pt x="5377" y="5109"/>
                  </a:lnTo>
                  <a:lnTo>
                    <a:pt x="5377" y="5109"/>
                  </a:lnTo>
                  <a:lnTo>
                    <a:pt x="5391" y="5094"/>
                  </a:lnTo>
                  <a:lnTo>
                    <a:pt x="5406" y="5094"/>
                  </a:lnTo>
                  <a:lnTo>
                    <a:pt x="5481" y="5064"/>
                  </a:lnTo>
                  <a:lnTo>
                    <a:pt x="5526" y="5079"/>
                  </a:lnTo>
                  <a:lnTo>
                    <a:pt x="5571" y="5109"/>
                  </a:lnTo>
                  <a:lnTo>
                    <a:pt x="5601" y="5138"/>
                  </a:lnTo>
                  <a:lnTo>
                    <a:pt x="5601" y="5153"/>
                  </a:lnTo>
                  <a:lnTo>
                    <a:pt x="5601" y="5153"/>
                  </a:lnTo>
                  <a:lnTo>
                    <a:pt x="5616" y="5153"/>
                  </a:lnTo>
                  <a:lnTo>
                    <a:pt x="5616" y="5138"/>
                  </a:lnTo>
                  <a:lnTo>
                    <a:pt x="5616" y="5138"/>
                  </a:lnTo>
                  <a:lnTo>
                    <a:pt x="5630" y="5094"/>
                  </a:lnTo>
                  <a:lnTo>
                    <a:pt x="5660" y="5049"/>
                  </a:lnTo>
                  <a:lnTo>
                    <a:pt x="5705" y="5004"/>
                  </a:lnTo>
                  <a:lnTo>
                    <a:pt x="5765" y="5004"/>
                  </a:lnTo>
                  <a:lnTo>
                    <a:pt x="5825" y="5004"/>
                  </a:lnTo>
                  <a:lnTo>
                    <a:pt x="5884" y="5019"/>
                  </a:lnTo>
                  <a:lnTo>
                    <a:pt x="5929" y="5049"/>
                  </a:lnTo>
                  <a:lnTo>
                    <a:pt x="5974" y="5079"/>
                  </a:lnTo>
                  <a:lnTo>
                    <a:pt x="6019" y="5123"/>
                  </a:lnTo>
                  <a:lnTo>
                    <a:pt x="6064" y="5168"/>
                  </a:lnTo>
                  <a:lnTo>
                    <a:pt x="6108" y="5213"/>
                  </a:lnTo>
                  <a:lnTo>
                    <a:pt x="6138" y="5258"/>
                  </a:lnTo>
                  <a:lnTo>
                    <a:pt x="6228" y="5362"/>
                  </a:lnTo>
                  <a:lnTo>
                    <a:pt x="6347" y="5557"/>
                  </a:lnTo>
                  <a:lnTo>
                    <a:pt x="6347" y="5557"/>
                  </a:lnTo>
                  <a:lnTo>
                    <a:pt x="6347" y="5557"/>
                  </a:lnTo>
                  <a:lnTo>
                    <a:pt x="6452" y="5706"/>
                  </a:lnTo>
                  <a:lnTo>
                    <a:pt x="6556" y="5855"/>
                  </a:lnTo>
                  <a:lnTo>
                    <a:pt x="6646" y="5975"/>
                  </a:lnTo>
                  <a:lnTo>
                    <a:pt x="6706" y="6049"/>
                  </a:lnTo>
                  <a:lnTo>
                    <a:pt x="6736" y="6064"/>
                  </a:lnTo>
                  <a:lnTo>
                    <a:pt x="6751" y="6079"/>
                  </a:lnTo>
                  <a:lnTo>
                    <a:pt x="6765" y="6094"/>
                  </a:lnTo>
                  <a:lnTo>
                    <a:pt x="6780" y="6109"/>
                  </a:lnTo>
                  <a:lnTo>
                    <a:pt x="6840" y="6139"/>
                  </a:lnTo>
                  <a:lnTo>
                    <a:pt x="6900" y="6229"/>
                  </a:lnTo>
                  <a:lnTo>
                    <a:pt x="6915" y="6333"/>
                  </a:lnTo>
                  <a:lnTo>
                    <a:pt x="6945" y="6393"/>
                  </a:lnTo>
                  <a:lnTo>
                    <a:pt x="7079" y="6512"/>
                  </a:lnTo>
                  <a:lnTo>
                    <a:pt x="7273" y="6707"/>
                  </a:lnTo>
                  <a:lnTo>
                    <a:pt x="7527" y="6931"/>
                  </a:lnTo>
                  <a:lnTo>
                    <a:pt x="7856" y="7199"/>
                  </a:lnTo>
                  <a:lnTo>
                    <a:pt x="8169" y="7453"/>
                  </a:lnTo>
                  <a:lnTo>
                    <a:pt x="8423" y="7647"/>
                  </a:lnTo>
                  <a:lnTo>
                    <a:pt x="8573" y="7722"/>
                  </a:lnTo>
                  <a:lnTo>
                    <a:pt x="8707" y="7797"/>
                  </a:lnTo>
                  <a:lnTo>
                    <a:pt x="8782" y="7812"/>
                  </a:lnTo>
                  <a:lnTo>
                    <a:pt x="8826" y="7812"/>
                  </a:lnTo>
                  <a:lnTo>
                    <a:pt x="8856" y="7812"/>
                  </a:lnTo>
                  <a:lnTo>
                    <a:pt x="8856" y="7812"/>
                  </a:lnTo>
                  <a:lnTo>
                    <a:pt x="8856" y="7812"/>
                  </a:lnTo>
                  <a:lnTo>
                    <a:pt x="8856" y="7812"/>
                  </a:lnTo>
                  <a:lnTo>
                    <a:pt x="8871" y="7797"/>
                  </a:lnTo>
                  <a:lnTo>
                    <a:pt x="8901" y="7797"/>
                  </a:lnTo>
                  <a:lnTo>
                    <a:pt x="8991" y="7827"/>
                  </a:lnTo>
                  <a:lnTo>
                    <a:pt x="9170" y="7946"/>
                  </a:lnTo>
                  <a:lnTo>
                    <a:pt x="9379" y="8081"/>
                  </a:lnTo>
                  <a:lnTo>
                    <a:pt x="9603" y="8245"/>
                  </a:lnTo>
                  <a:lnTo>
                    <a:pt x="9738" y="8334"/>
                  </a:lnTo>
                  <a:lnTo>
                    <a:pt x="9842" y="8409"/>
                  </a:lnTo>
                  <a:lnTo>
                    <a:pt x="9947" y="8484"/>
                  </a:lnTo>
                  <a:lnTo>
                    <a:pt x="10021" y="8544"/>
                  </a:lnTo>
                  <a:lnTo>
                    <a:pt x="10126" y="8603"/>
                  </a:lnTo>
                  <a:lnTo>
                    <a:pt x="10200" y="8663"/>
                  </a:lnTo>
                  <a:lnTo>
                    <a:pt x="10200" y="8663"/>
                  </a:lnTo>
                  <a:lnTo>
                    <a:pt x="10200" y="8663"/>
                  </a:lnTo>
                  <a:lnTo>
                    <a:pt x="10200" y="8663"/>
                  </a:lnTo>
                  <a:lnTo>
                    <a:pt x="10320" y="8753"/>
                  </a:lnTo>
                  <a:lnTo>
                    <a:pt x="10410" y="8738"/>
                  </a:lnTo>
                  <a:lnTo>
                    <a:pt x="10439" y="8723"/>
                  </a:lnTo>
                  <a:lnTo>
                    <a:pt x="10529" y="8693"/>
                  </a:lnTo>
                  <a:lnTo>
                    <a:pt x="10619" y="8693"/>
                  </a:lnTo>
                  <a:lnTo>
                    <a:pt x="10723" y="8693"/>
                  </a:lnTo>
                  <a:lnTo>
                    <a:pt x="10843" y="8753"/>
                  </a:lnTo>
                  <a:lnTo>
                    <a:pt x="10887" y="8768"/>
                  </a:lnTo>
                  <a:lnTo>
                    <a:pt x="10932" y="8797"/>
                  </a:lnTo>
                  <a:lnTo>
                    <a:pt x="10932" y="8797"/>
                  </a:lnTo>
                  <a:lnTo>
                    <a:pt x="10932" y="8797"/>
                  </a:lnTo>
                  <a:lnTo>
                    <a:pt x="11097" y="8872"/>
                  </a:lnTo>
                  <a:lnTo>
                    <a:pt x="11261" y="8962"/>
                  </a:lnTo>
                  <a:lnTo>
                    <a:pt x="11321" y="9007"/>
                  </a:lnTo>
                  <a:lnTo>
                    <a:pt x="11350" y="9051"/>
                  </a:lnTo>
                  <a:lnTo>
                    <a:pt x="11395" y="9126"/>
                  </a:lnTo>
                  <a:lnTo>
                    <a:pt x="11365" y="9186"/>
                  </a:lnTo>
                  <a:lnTo>
                    <a:pt x="11350" y="9216"/>
                  </a:lnTo>
                  <a:lnTo>
                    <a:pt x="11321" y="9245"/>
                  </a:lnTo>
                  <a:lnTo>
                    <a:pt x="11306" y="9260"/>
                  </a:lnTo>
                  <a:lnTo>
                    <a:pt x="11291" y="9275"/>
                  </a:lnTo>
                  <a:lnTo>
                    <a:pt x="11276" y="9290"/>
                  </a:lnTo>
                  <a:lnTo>
                    <a:pt x="11276" y="9290"/>
                  </a:lnTo>
                  <a:lnTo>
                    <a:pt x="11276" y="9305"/>
                  </a:lnTo>
                  <a:lnTo>
                    <a:pt x="11276" y="9320"/>
                  </a:lnTo>
                  <a:lnTo>
                    <a:pt x="11276" y="9350"/>
                  </a:lnTo>
                  <a:lnTo>
                    <a:pt x="11276" y="9380"/>
                  </a:lnTo>
                  <a:lnTo>
                    <a:pt x="11291" y="9425"/>
                  </a:lnTo>
                  <a:lnTo>
                    <a:pt x="11306" y="9470"/>
                  </a:lnTo>
                  <a:lnTo>
                    <a:pt x="11336" y="9529"/>
                  </a:lnTo>
                  <a:lnTo>
                    <a:pt x="11350" y="9589"/>
                  </a:lnTo>
                  <a:lnTo>
                    <a:pt x="11380" y="9634"/>
                  </a:lnTo>
                  <a:lnTo>
                    <a:pt x="11395" y="9664"/>
                  </a:lnTo>
                  <a:lnTo>
                    <a:pt x="11410" y="9694"/>
                  </a:lnTo>
                  <a:lnTo>
                    <a:pt x="11440" y="9723"/>
                  </a:lnTo>
                  <a:lnTo>
                    <a:pt x="11470" y="9738"/>
                  </a:lnTo>
                  <a:lnTo>
                    <a:pt x="11500" y="9753"/>
                  </a:lnTo>
                  <a:lnTo>
                    <a:pt x="11530" y="9768"/>
                  </a:lnTo>
                  <a:lnTo>
                    <a:pt x="11574" y="9783"/>
                  </a:lnTo>
                  <a:lnTo>
                    <a:pt x="11604" y="9783"/>
                  </a:lnTo>
                  <a:lnTo>
                    <a:pt x="11649" y="9783"/>
                  </a:lnTo>
                  <a:lnTo>
                    <a:pt x="11679" y="9783"/>
                  </a:lnTo>
                  <a:lnTo>
                    <a:pt x="11694" y="9783"/>
                  </a:lnTo>
                  <a:lnTo>
                    <a:pt x="11724" y="9783"/>
                  </a:lnTo>
                  <a:lnTo>
                    <a:pt x="11799" y="9768"/>
                  </a:lnTo>
                  <a:lnTo>
                    <a:pt x="11858" y="9783"/>
                  </a:lnTo>
                  <a:lnTo>
                    <a:pt x="11918" y="9813"/>
                  </a:lnTo>
                  <a:lnTo>
                    <a:pt x="11963" y="9873"/>
                  </a:lnTo>
                  <a:lnTo>
                    <a:pt x="11993" y="9903"/>
                  </a:lnTo>
                  <a:lnTo>
                    <a:pt x="12008" y="9918"/>
                  </a:lnTo>
                  <a:lnTo>
                    <a:pt x="12008" y="9918"/>
                  </a:lnTo>
                  <a:lnTo>
                    <a:pt x="12008" y="9918"/>
                  </a:lnTo>
                  <a:lnTo>
                    <a:pt x="12008" y="9918"/>
                  </a:lnTo>
                  <a:lnTo>
                    <a:pt x="12037" y="9947"/>
                  </a:lnTo>
                  <a:lnTo>
                    <a:pt x="12052" y="9977"/>
                  </a:lnTo>
                  <a:lnTo>
                    <a:pt x="12052" y="9977"/>
                  </a:lnTo>
                  <a:lnTo>
                    <a:pt x="12067" y="9992"/>
                  </a:lnTo>
                  <a:lnTo>
                    <a:pt x="12067" y="9992"/>
                  </a:lnTo>
                  <a:lnTo>
                    <a:pt x="12067" y="9992"/>
                  </a:lnTo>
                  <a:lnTo>
                    <a:pt x="12082" y="9977"/>
                  </a:lnTo>
                  <a:lnTo>
                    <a:pt x="12082" y="9977"/>
                  </a:lnTo>
                  <a:lnTo>
                    <a:pt x="12097" y="9962"/>
                  </a:lnTo>
                  <a:lnTo>
                    <a:pt x="12112" y="9947"/>
                  </a:lnTo>
                  <a:lnTo>
                    <a:pt x="12112" y="9947"/>
                  </a:lnTo>
                  <a:lnTo>
                    <a:pt x="12127" y="9932"/>
                  </a:lnTo>
                  <a:lnTo>
                    <a:pt x="12142" y="9932"/>
                  </a:lnTo>
                  <a:lnTo>
                    <a:pt x="12157" y="9903"/>
                  </a:lnTo>
                  <a:lnTo>
                    <a:pt x="12187" y="9888"/>
                  </a:lnTo>
                  <a:lnTo>
                    <a:pt x="12202" y="9888"/>
                  </a:lnTo>
                  <a:lnTo>
                    <a:pt x="12232" y="9873"/>
                  </a:lnTo>
                  <a:lnTo>
                    <a:pt x="12261" y="9873"/>
                  </a:lnTo>
                  <a:lnTo>
                    <a:pt x="12291" y="9888"/>
                  </a:lnTo>
                  <a:lnTo>
                    <a:pt x="12321" y="9888"/>
                  </a:lnTo>
                  <a:lnTo>
                    <a:pt x="12336" y="9918"/>
                  </a:lnTo>
                  <a:lnTo>
                    <a:pt x="12336" y="9918"/>
                  </a:lnTo>
                  <a:lnTo>
                    <a:pt x="12336" y="9918"/>
                  </a:lnTo>
                  <a:lnTo>
                    <a:pt x="12351" y="9918"/>
                  </a:lnTo>
                  <a:lnTo>
                    <a:pt x="12351" y="9932"/>
                  </a:lnTo>
                  <a:lnTo>
                    <a:pt x="12351" y="9932"/>
                  </a:lnTo>
                  <a:lnTo>
                    <a:pt x="12351" y="9932"/>
                  </a:lnTo>
                  <a:lnTo>
                    <a:pt x="12351" y="9932"/>
                  </a:lnTo>
                  <a:lnTo>
                    <a:pt x="12366" y="9947"/>
                  </a:lnTo>
                  <a:lnTo>
                    <a:pt x="12366" y="9962"/>
                  </a:lnTo>
                  <a:lnTo>
                    <a:pt x="12381" y="9962"/>
                  </a:lnTo>
                  <a:lnTo>
                    <a:pt x="12381" y="9977"/>
                  </a:lnTo>
                  <a:lnTo>
                    <a:pt x="12396" y="9992"/>
                  </a:lnTo>
                  <a:lnTo>
                    <a:pt x="12411" y="9992"/>
                  </a:lnTo>
                  <a:lnTo>
                    <a:pt x="12441" y="9992"/>
                  </a:lnTo>
                  <a:lnTo>
                    <a:pt x="12471" y="10007"/>
                  </a:lnTo>
                  <a:lnTo>
                    <a:pt x="12486" y="10007"/>
                  </a:lnTo>
                  <a:lnTo>
                    <a:pt x="12500" y="9992"/>
                  </a:lnTo>
                  <a:lnTo>
                    <a:pt x="12500" y="9992"/>
                  </a:lnTo>
                  <a:lnTo>
                    <a:pt x="12500" y="9977"/>
                  </a:lnTo>
                  <a:lnTo>
                    <a:pt x="12500" y="9977"/>
                  </a:lnTo>
                  <a:lnTo>
                    <a:pt x="12500" y="9962"/>
                  </a:lnTo>
                  <a:lnTo>
                    <a:pt x="12515" y="9947"/>
                  </a:lnTo>
                  <a:lnTo>
                    <a:pt x="12515" y="9932"/>
                  </a:lnTo>
                  <a:lnTo>
                    <a:pt x="12515" y="9918"/>
                  </a:lnTo>
                  <a:lnTo>
                    <a:pt x="12515" y="9903"/>
                  </a:lnTo>
                  <a:lnTo>
                    <a:pt x="12515" y="9888"/>
                  </a:lnTo>
                  <a:lnTo>
                    <a:pt x="12515" y="9873"/>
                  </a:lnTo>
                  <a:lnTo>
                    <a:pt x="12515" y="9843"/>
                  </a:lnTo>
                  <a:lnTo>
                    <a:pt x="12515" y="9813"/>
                  </a:lnTo>
                  <a:lnTo>
                    <a:pt x="12500" y="9783"/>
                  </a:lnTo>
                  <a:lnTo>
                    <a:pt x="12500" y="9768"/>
                  </a:lnTo>
                  <a:lnTo>
                    <a:pt x="12500" y="9768"/>
                  </a:lnTo>
                  <a:lnTo>
                    <a:pt x="12500" y="9768"/>
                  </a:lnTo>
                  <a:lnTo>
                    <a:pt x="12486" y="9694"/>
                  </a:lnTo>
                  <a:lnTo>
                    <a:pt x="12486" y="9649"/>
                  </a:lnTo>
                  <a:lnTo>
                    <a:pt x="12486" y="9619"/>
                  </a:lnTo>
                  <a:lnTo>
                    <a:pt x="12500" y="9589"/>
                  </a:lnTo>
                  <a:lnTo>
                    <a:pt x="12515" y="9559"/>
                  </a:lnTo>
                  <a:lnTo>
                    <a:pt x="12530" y="9529"/>
                  </a:lnTo>
                  <a:lnTo>
                    <a:pt x="12530" y="9499"/>
                  </a:lnTo>
                  <a:lnTo>
                    <a:pt x="12545" y="9470"/>
                  </a:lnTo>
                  <a:lnTo>
                    <a:pt x="12560" y="9440"/>
                  </a:lnTo>
                  <a:lnTo>
                    <a:pt x="12575" y="9425"/>
                  </a:lnTo>
                  <a:lnTo>
                    <a:pt x="12575" y="9425"/>
                  </a:lnTo>
                  <a:lnTo>
                    <a:pt x="12590" y="9395"/>
                  </a:lnTo>
                  <a:lnTo>
                    <a:pt x="12605" y="9380"/>
                  </a:lnTo>
                  <a:lnTo>
                    <a:pt x="12605" y="9350"/>
                  </a:lnTo>
                  <a:lnTo>
                    <a:pt x="12605" y="9305"/>
                  </a:lnTo>
                  <a:lnTo>
                    <a:pt x="12605" y="9305"/>
                  </a:lnTo>
                  <a:lnTo>
                    <a:pt x="12620" y="9275"/>
                  </a:lnTo>
                  <a:lnTo>
                    <a:pt x="12620" y="9260"/>
                  </a:lnTo>
                  <a:lnTo>
                    <a:pt x="12620" y="9245"/>
                  </a:lnTo>
                  <a:lnTo>
                    <a:pt x="12650" y="9126"/>
                  </a:lnTo>
                  <a:lnTo>
                    <a:pt x="12710" y="9036"/>
                  </a:lnTo>
                  <a:lnTo>
                    <a:pt x="12724" y="9021"/>
                  </a:lnTo>
                  <a:lnTo>
                    <a:pt x="12739" y="8992"/>
                  </a:lnTo>
                  <a:lnTo>
                    <a:pt x="12754" y="8962"/>
                  </a:lnTo>
                  <a:lnTo>
                    <a:pt x="12784" y="8932"/>
                  </a:lnTo>
                  <a:lnTo>
                    <a:pt x="12799" y="8902"/>
                  </a:lnTo>
                  <a:lnTo>
                    <a:pt x="12814" y="8842"/>
                  </a:lnTo>
                  <a:lnTo>
                    <a:pt x="12769" y="8797"/>
                  </a:lnTo>
                  <a:lnTo>
                    <a:pt x="12754" y="8797"/>
                  </a:lnTo>
                  <a:lnTo>
                    <a:pt x="12739" y="8783"/>
                  </a:lnTo>
                  <a:lnTo>
                    <a:pt x="12724" y="8768"/>
                  </a:lnTo>
                  <a:lnTo>
                    <a:pt x="12695" y="8753"/>
                  </a:lnTo>
                  <a:lnTo>
                    <a:pt x="12650" y="8708"/>
                  </a:lnTo>
                  <a:lnTo>
                    <a:pt x="12605" y="8648"/>
                  </a:lnTo>
                  <a:lnTo>
                    <a:pt x="12545" y="8588"/>
                  </a:lnTo>
                  <a:lnTo>
                    <a:pt x="12500" y="8514"/>
                  </a:lnTo>
                  <a:lnTo>
                    <a:pt x="12456" y="8439"/>
                  </a:lnTo>
                  <a:lnTo>
                    <a:pt x="12411" y="8379"/>
                  </a:lnTo>
                  <a:lnTo>
                    <a:pt x="12381" y="8320"/>
                  </a:lnTo>
                  <a:lnTo>
                    <a:pt x="12366" y="8260"/>
                  </a:lnTo>
                  <a:lnTo>
                    <a:pt x="12351" y="8200"/>
                  </a:lnTo>
                  <a:lnTo>
                    <a:pt x="12366" y="8155"/>
                  </a:lnTo>
                  <a:lnTo>
                    <a:pt x="12381" y="8110"/>
                  </a:lnTo>
                  <a:lnTo>
                    <a:pt x="12411" y="8066"/>
                  </a:lnTo>
                  <a:lnTo>
                    <a:pt x="12411" y="8066"/>
                  </a:lnTo>
                  <a:lnTo>
                    <a:pt x="12441" y="8021"/>
                  </a:lnTo>
                  <a:lnTo>
                    <a:pt x="12471" y="7961"/>
                  </a:lnTo>
                  <a:lnTo>
                    <a:pt x="12471" y="7946"/>
                  </a:lnTo>
                  <a:lnTo>
                    <a:pt x="12471" y="7931"/>
                  </a:lnTo>
                  <a:lnTo>
                    <a:pt x="12471" y="7916"/>
                  </a:lnTo>
                  <a:lnTo>
                    <a:pt x="12456" y="7916"/>
                  </a:lnTo>
                  <a:lnTo>
                    <a:pt x="12456" y="7901"/>
                  </a:lnTo>
                  <a:lnTo>
                    <a:pt x="12456" y="7901"/>
                  </a:lnTo>
                  <a:lnTo>
                    <a:pt x="12441" y="7901"/>
                  </a:lnTo>
                  <a:lnTo>
                    <a:pt x="12441" y="7886"/>
                  </a:lnTo>
                  <a:lnTo>
                    <a:pt x="12426" y="7886"/>
                  </a:lnTo>
                  <a:lnTo>
                    <a:pt x="12411" y="7886"/>
                  </a:lnTo>
                  <a:lnTo>
                    <a:pt x="12411" y="7871"/>
                  </a:lnTo>
                  <a:lnTo>
                    <a:pt x="12396" y="7871"/>
                  </a:lnTo>
                  <a:lnTo>
                    <a:pt x="12351" y="7871"/>
                  </a:lnTo>
                  <a:lnTo>
                    <a:pt x="12306" y="7871"/>
                  </a:lnTo>
                  <a:lnTo>
                    <a:pt x="12276" y="7871"/>
                  </a:lnTo>
                  <a:lnTo>
                    <a:pt x="12247" y="7901"/>
                  </a:lnTo>
                  <a:lnTo>
                    <a:pt x="12202" y="7931"/>
                  </a:lnTo>
                  <a:lnTo>
                    <a:pt x="12157" y="7931"/>
                  </a:lnTo>
                  <a:lnTo>
                    <a:pt x="12112" y="7946"/>
                  </a:lnTo>
                  <a:lnTo>
                    <a:pt x="12082" y="7931"/>
                  </a:lnTo>
                  <a:lnTo>
                    <a:pt x="12052" y="7901"/>
                  </a:lnTo>
                  <a:lnTo>
                    <a:pt x="12023" y="7871"/>
                  </a:lnTo>
                  <a:lnTo>
                    <a:pt x="11993" y="7842"/>
                  </a:lnTo>
                  <a:lnTo>
                    <a:pt x="11978" y="7797"/>
                  </a:lnTo>
                  <a:lnTo>
                    <a:pt x="11978" y="7767"/>
                  </a:lnTo>
                  <a:lnTo>
                    <a:pt x="11963" y="7767"/>
                  </a:lnTo>
                  <a:lnTo>
                    <a:pt x="11963" y="7767"/>
                  </a:lnTo>
                  <a:lnTo>
                    <a:pt x="11963" y="7767"/>
                  </a:lnTo>
                  <a:lnTo>
                    <a:pt x="11963" y="7752"/>
                  </a:lnTo>
                  <a:lnTo>
                    <a:pt x="11933" y="7752"/>
                  </a:lnTo>
                  <a:lnTo>
                    <a:pt x="11903" y="7752"/>
                  </a:lnTo>
                  <a:lnTo>
                    <a:pt x="11873" y="7737"/>
                  </a:lnTo>
                  <a:lnTo>
                    <a:pt x="11828" y="7707"/>
                  </a:lnTo>
                  <a:lnTo>
                    <a:pt x="11828" y="7707"/>
                  </a:lnTo>
                  <a:lnTo>
                    <a:pt x="11769" y="7677"/>
                  </a:lnTo>
                  <a:lnTo>
                    <a:pt x="11724" y="7647"/>
                  </a:lnTo>
                  <a:lnTo>
                    <a:pt x="11679" y="7603"/>
                  </a:lnTo>
                  <a:lnTo>
                    <a:pt x="11649" y="7558"/>
                  </a:lnTo>
                  <a:lnTo>
                    <a:pt x="11649" y="7558"/>
                  </a:lnTo>
                  <a:lnTo>
                    <a:pt x="11619" y="7513"/>
                  </a:lnTo>
                  <a:lnTo>
                    <a:pt x="11604" y="7453"/>
                  </a:lnTo>
                  <a:lnTo>
                    <a:pt x="11589" y="7409"/>
                  </a:lnTo>
                  <a:lnTo>
                    <a:pt x="11589" y="7349"/>
                  </a:lnTo>
                  <a:lnTo>
                    <a:pt x="11589" y="7289"/>
                  </a:lnTo>
                  <a:lnTo>
                    <a:pt x="11604" y="7244"/>
                  </a:lnTo>
                  <a:lnTo>
                    <a:pt x="11634" y="7184"/>
                  </a:lnTo>
                  <a:lnTo>
                    <a:pt x="11664" y="7140"/>
                  </a:lnTo>
                  <a:lnTo>
                    <a:pt x="11694" y="7110"/>
                  </a:lnTo>
                  <a:lnTo>
                    <a:pt x="11739" y="7080"/>
                  </a:lnTo>
                  <a:lnTo>
                    <a:pt x="11799" y="7050"/>
                  </a:lnTo>
                  <a:lnTo>
                    <a:pt x="11858" y="7035"/>
                  </a:lnTo>
                  <a:lnTo>
                    <a:pt x="12023" y="7005"/>
                  </a:lnTo>
                  <a:lnTo>
                    <a:pt x="12187" y="7050"/>
                  </a:lnTo>
                  <a:lnTo>
                    <a:pt x="12187" y="7050"/>
                  </a:lnTo>
                  <a:lnTo>
                    <a:pt x="12187" y="7050"/>
                  </a:lnTo>
                  <a:lnTo>
                    <a:pt x="12247" y="7065"/>
                  </a:lnTo>
                  <a:lnTo>
                    <a:pt x="12291" y="7080"/>
                  </a:lnTo>
                  <a:lnTo>
                    <a:pt x="12336" y="7095"/>
                  </a:lnTo>
                  <a:lnTo>
                    <a:pt x="12381" y="7095"/>
                  </a:lnTo>
                  <a:lnTo>
                    <a:pt x="12396" y="7095"/>
                  </a:lnTo>
                  <a:lnTo>
                    <a:pt x="12396" y="7095"/>
                  </a:lnTo>
                  <a:lnTo>
                    <a:pt x="12530" y="7125"/>
                  </a:lnTo>
                  <a:lnTo>
                    <a:pt x="12650" y="7095"/>
                  </a:lnTo>
                  <a:lnTo>
                    <a:pt x="12680" y="7020"/>
                  </a:lnTo>
                  <a:lnTo>
                    <a:pt x="12680" y="6931"/>
                  </a:lnTo>
                  <a:lnTo>
                    <a:pt x="12680" y="6931"/>
                  </a:lnTo>
                  <a:lnTo>
                    <a:pt x="12665" y="6841"/>
                  </a:lnTo>
                  <a:lnTo>
                    <a:pt x="12680" y="6766"/>
                  </a:lnTo>
                  <a:lnTo>
                    <a:pt x="12695" y="6722"/>
                  </a:lnTo>
                  <a:lnTo>
                    <a:pt x="12710" y="6692"/>
                  </a:lnTo>
                  <a:lnTo>
                    <a:pt x="12710" y="6662"/>
                  </a:lnTo>
                  <a:lnTo>
                    <a:pt x="12724" y="6647"/>
                  </a:lnTo>
                  <a:lnTo>
                    <a:pt x="12724" y="6617"/>
                  </a:lnTo>
                  <a:lnTo>
                    <a:pt x="12724" y="6602"/>
                  </a:lnTo>
                  <a:lnTo>
                    <a:pt x="12710" y="6587"/>
                  </a:lnTo>
                  <a:lnTo>
                    <a:pt x="12710" y="6572"/>
                  </a:lnTo>
                  <a:lnTo>
                    <a:pt x="12695" y="6572"/>
                  </a:lnTo>
                  <a:lnTo>
                    <a:pt x="12695" y="6557"/>
                  </a:lnTo>
                  <a:lnTo>
                    <a:pt x="12680" y="6557"/>
                  </a:lnTo>
                  <a:lnTo>
                    <a:pt x="12665" y="6557"/>
                  </a:lnTo>
                  <a:lnTo>
                    <a:pt x="12635" y="6542"/>
                  </a:lnTo>
                  <a:lnTo>
                    <a:pt x="12620" y="6527"/>
                  </a:lnTo>
                  <a:lnTo>
                    <a:pt x="12590" y="6497"/>
                  </a:lnTo>
                  <a:lnTo>
                    <a:pt x="12575" y="6438"/>
                  </a:lnTo>
                  <a:lnTo>
                    <a:pt x="12575" y="6438"/>
                  </a:lnTo>
                  <a:lnTo>
                    <a:pt x="12560" y="6408"/>
                  </a:lnTo>
                  <a:lnTo>
                    <a:pt x="12575" y="6378"/>
                  </a:lnTo>
                  <a:lnTo>
                    <a:pt x="12575" y="6378"/>
                  </a:lnTo>
                  <a:lnTo>
                    <a:pt x="12590" y="6348"/>
                  </a:lnTo>
                  <a:lnTo>
                    <a:pt x="12620" y="6333"/>
                  </a:lnTo>
                  <a:lnTo>
                    <a:pt x="12650" y="6333"/>
                  </a:lnTo>
                  <a:lnTo>
                    <a:pt x="12680" y="6333"/>
                  </a:lnTo>
                  <a:lnTo>
                    <a:pt x="12724" y="6333"/>
                  </a:lnTo>
                  <a:lnTo>
                    <a:pt x="12754" y="6333"/>
                  </a:lnTo>
                  <a:lnTo>
                    <a:pt x="12754" y="6333"/>
                  </a:lnTo>
                  <a:lnTo>
                    <a:pt x="12754" y="6333"/>
                  </a:lnTo>
                  <a:lnTo>
                    <a:pt x="12799" y="6348"/>
                  </a:lnTo>
                  <a:lnTo>
                    <a:pt x="12844" y="6348"/>
                  </a:lnTo>
                  <a:lnTo>
                    <a:pt x="12889" y="6348"/>
                  </a:lnTo>
                  <a:lnTo>
                    <a:pt x="12934" y="6348"/>
                  </a:lnTo>
                  <a:lnTo>
                    <a:pt x="12963" y="6348"/>
                  </a:lnTo>
                  <a:lnTo>
                    <a:pt x="13008" y="6333"/>
                  </a:lnTo>
                  <a:lnTo>
                    <a:pt x="13038" y="6333"/>
                  </a:lnTo>
                  <a:lnTo>
                    <a:pt x="13053" y="6333"/>
                  </a:lnTo>
                  <a:lnTo>
                    <a:pt x="13083" y="6318"/>
                  </a:lnTo>
                  <a:lnTo>
                    <a:pt x="13083" y="6318"/>
                  </a:lnTo>
                  <a:lnTo>
                    <a:pt x="13098" y="6303"/>
                  </a:lnTo>
                  <a:lnTo>
                    <a:pt x="13098" y="6288"/>
                  </a:lnTo>
                  <a:lnTo>
                    <a:pt x="13098" y="6244"/>
                  </a:lnTo>
                  <a:lnTo>
                    <a:pt x="13083" y="6169"/>
                  </a:lnTo>
                  <a:lnTo>
                    <a:pt x="13083" y="6154"/>
                  </a:lnTo>
                  <a:lnTo>
                    <a:pt x="13068" y="6124"/>
                  </a:lnTo>
                  <a:lnTo>
                    <a:pt x="13068" y="6109"/>
                  </a:lnTo>
                  <a:lnTo>
                    <a:pt x="13053" y="6109"/>
                  </a:lnTo>
                  <a:lnTo>
                    <a:pt x="13053" y="6109"/>
                  </a:lnTo>
                  <a:lnTo>
                    <a:pt x="12993" y="6094"/>
                  </a:lnTo>
                  <a:lnTo>
                    <a:pt x="12948" y="6035"/>
                  </a:lnTo>
                  <a:lnTo>
                    <a:pt x="12919" y="5990"/>
                  </a:lnTo>
                  <a:lnTo>
                    <a:pt x="12934" y="5945"/>
                  </a:lnTo>
                  <a:lnTo>
                    <a:pt x="12934" y="5915"/>
                  </a:lnTo>
                  <a:lnTo>
                    <a:pt x="12963" y="5900"/>
                  </a:lnTo>
                  <a:lnTo>
                    <a:pt x="12978" y="5885"/>
                  </a:lnTo>
                  <a:lnTo>
                    <a:pt x="12993" y="5885"/>
                  </a:lnTo>
                  <a:lnTo>
                    <a:pt x="13008" y="5885"/>
                  </a:lnTo>
                  <a:lnTo>
                    <a:pt x="13008" y="5870"/>
                  </a:lnTo>
                  <a:lnTo>
                    <a:pt x="13008" y="5870"/>
                  </a:lnTo>
                  <a:lnTo>
                    <a:pt x="13008" y="5870"/>
                  </a:lnTo>
                  <a:lnTo>
                    <a:pt x="13008" y="5870"/>
                  </a:lnTo>
                  <a:lnTo>
                    <a:pt x="13008" y="5870"/>
                  </a:lnTo>
                  <a:lnTo>
                    <a:pt x="13008" y="5870"/>
                  </a:lnTo>
                  <a:lnTo>
                    <a:pt x="12978" y="5810"/>
                  </a:lnTo>
                  <a:lnTo>
                    <a:pt x="13008" y="5661"/>
                  </a:lnTo>
                  <a:lnTo>
                    <a:pt x="13008" y="5646"/>
                  </a:lnTo>
                  <a:lnTo>
                    <a:pt x="13023" y="5631"/>
                  </a:lnTo>
                  <a:lnTo>
                    <a:pt x="13038" y="5631"/>
                  </a:lnTo>
                  <a:lnTo>
                    <a:pt x="13038" y="5616"/>
                  </a:lnTo>
                  <a:lnTo>
                    <a:pt x="13068" y="5601"/>
                  </a:lnTo>
                  <a:lnTo>
                    <a:pt x="13083" y="5586"/>
                  </a:lnTo>
                  <a:lnTo>
                    <a:pt x="13113" y="5586"/>
                  </a:lnTo>
                  <a:lnTo>
                    <a:pt x="13128" y="5586"/>
                  </a:lnTo>
                  <a:lnTo>
                    <a:pt x="13143" y="5586"/>
                  </a:lnTo>
                  <a:lnTo>
                    <a:pt x="13173" y="5601"/>
                  </a:lnTo>
                  <a:lnTo>
                    <a:pt x="13187" y="5601"/>
                  </a:lnTo>
                  <a:lnTo>
                    <a:pt x="13217" y="5616"/>
                  </a:lnTo>
                  <a:lnTo>
                    <a:pt x="13262" y="5646"/>
                  </a:lnTo>
                  <a:lnTo>
                    <a:pt x="13322" y="5676"/>
                  </a:lnTo>
                  <a:lnTo>
                    <a:pt x="13382" y="5736"/>
                  </a:lnTo>
                  <a:lnTo>
                    <a:pt x="13426" y="5781"/>
                  </a:lnTo>
                  <a:lnTo>
                    <a:pt x="13426" y="5796"/>
                  </a:lnTo>
                  <a:lnTo>
                    <a:pt x="13441" y="5796"/>
                  </a:lnTo>
                  <a:lnTo>
                    <a:pt x="13441" y="5796"/>
                  </a:lnTo>
                  <a:lnTo>
                    <a:pt x="13456" y="5796"/>
                  </a:lnTo>
                  <a:lnTo>
                    <a:pt x="13471" y="5796"/>
                  </a:lnTo>
                  <a:lnTo>
                    <a:pt x="13486" y="5781"/>
                  </a:lnTo>
                  <a:lnTo>
                    <a:pt x="13501" y="5766"/>
                  </a:lnTo>
                  <a:lnTo>
                    <a:pt x="13531" y="5751"/>
                  </a:lnTo>
                  <a:lnTo>
                    <a:pt x="13531" y="5751"/>
                  </a:lnTo>
                  <a:lnTo>
                    <a:pt x="13561" y="5721"/>
                  </a:lnTo>
                  <a:lnTo>
                    <a:pt x="13606" y="5691"/>
                  </a:lnTo>
                  <a:lnTo>
                    <a:pt x="13606" y="5691"/>
                  </a:lnTo>
                  <a:lnTo>
                    <a:pt x="13650" y="5646"/>
                  </a:lnTo>
                  <a:lnTo>
                    <a:pt x="13710" y="5601"/>
                  </a:lnTo>
                  <a:lnTo>
                    <a:pt x="13755" y="5557"/>
                  </a:lnTo>
                  <a:lnTo>
                    <a:pt x="13785" y="5482"/>
                  </a:lnTo>
                  <a:lnTo>
                    <a:pt x="13815" y="5422"/>
                  </a:lnTo>
                  <a:lnTo>
                    <a:pt x="13830" y="5377"/>
                  </a:lnTo>
                  <a:lnTo>
                    <a:pt x="13860" y="5348"/>
                  </a:lnTo>
                  <a:lnTo>
                    <a:pt x="13889" y="5318"/>
                  </a:lnTo>
                  <a:lnTo>
                    <a:pt x="13919" y="5303"/>
                  </a:lnTo>
                  <a:lnTo>
                    <a:pt x="13964" y="5303"/>
                  </a:lnTo>
                  <a:lnTo>
                    <a:pt x="13994" y="5303"/>
                  </a:lnTo>
                  <a:lnTo>
                    <a:pt x="14009" y="5303"/>
                  </a:lnTo>
                  <a:lnTo>
                    <a:pt x="14024" y="5303"/>
                  </a:lnTo>
                  <a:lnTo>
                    <a:pt x="14024" y="5303"/>
                  </a:lnTo>
                  <a:lnTo>
                    <a:pt x="14054" y="5318"/>
                  </a:lnTo>
                  <a:lnTo>
                    <a:pt x="14098" y="5333"/>
                  </a:lnTo>
                  <a:lnTo>
                    <a:pt x="14098" y="5348"/>
                  </a:lnTo>
                  <a:lnTo>
                    <a:pt x="14098" y="5348"/>
                  </a:lnTo>
                  <a:lnTo>
                    <a:pt x="14128" y="5362"/>
                  </a:lnTo>
                  <a:lnTo>
                    <a:pt x="14158" y="5407"/>
                  </a:lnTo>
                  <a:lnTo>
                    <a:pt x="14173" y="5422"/>
                  </a:lnTo>
                  <a:lnTo>
                    <a:pt x="14188" y="5437"/>
                  </a:lnTo>
                  <a:lnTo>
                    <a:pt x="14203" y="5467"/>
                  </a:lnTo>
                  <a:lnTo>
                    <a:pt x="14233" y="5497"/>
                  </a:lnTo>
                  <a:lnTo>
                    <a:pt x="14263" y="5542"/>
                  </a:lnTo>
                  <a:lnTo>
                    <a:pt x="14278" y="5586"/>
                  </a:lnTo>
                  <a:lnTo>
                    <a:pt x="14278" y="5586"/>
                  </a:lnTo>
                  <a:lnTo>
                    <a:pt x="14293" y="5601"/>
                  </a:lnTo>
                  <a:lnTo>
                    <a:pt x="14308" y="5616"/>
                  </a:lnTo>
                  <a:lnTo>
                    <a:pt x="14322" y="5646"/>
                  </a:lnTo>
                  <a:lnTo>
                    <a:pt x="14352" y="5661"/>
                  </a:lnTo>
                  <a:lnTo>
                    <a:pt x="14397" y="5691"/>
                  </a:lnTo>
                  <a:lnTo>
                    <a:pt x="14427" y="5721"/>
                  </a:lnTo>
                  <a:lnTo>
                    <a:pt x="14457" y="5781"/>
                  </a:lnTo>
                  <a:lnTo>
                    <a:pt x="14427" y="5840"/>
                  </a:lnTo>
                  <a:lnTo>
                    <a:pt x="14397" y="5885"/>
                  </a:lnTo>
                  <a:lnTo>
                    <a:pt x="14352" y="5915"/>
                  </a:lnTo>
                  <a:lnTo>
                    <a:pt x="14322" y="5945"/>
                  </a:lnTo>
                  <a:lnTo>
                    <a:pt x="14278" y="5975"/>
                  </a:lnTo>
                  <a:lnTo>
                    <a:pt x="14218" y="6005"/>
                  </a:lnTo>
                  <a:lnTo>
                    <a:pt x="14188" y="6035"/>
                  </a:lnTo>
                  <a:lnTo>
                    <a:pt x="14173" y="6035"/>
                  </a:lnTo>
                  <a:lnTo>
                    <a:pt x="14143" y="6064"/>
                  </a:lnTo>
                  <a:lnTo>
                    <a:pt x="14128" y="6079"/>
                  </a:lnTo>
                  <a:lnTo>
                    <a:pt x="14128" y="6094"/>
                  </a:lnTo>
                  <a:lnTo>
                    <a:pt x="14143" y="6109"/>
                  </a:lnTo>
                  <a:lnTo>
                    <a:pt x="14158" y="6124"/>
                  </a:lnTo>
                  <a:lnTo>
                    <a:pt x="14188" y="6139"/>
                  </a:lnTo>
                  <a:lnTo>
                    <a:pt x="14203" y="6154"/>
                  </a:lnTo>
                  <a:lnTo>
                    <a:pt x="14218" y="6169"/>
                  </a:lnTo>
                  <a:lnTo>
                    <a:pt x="14233" y="6184"/>
                  </a:lnTo>
                  <a:lnTo>
                    <a:pt x="14248" y="6199"/>
                  </a:lnTo>
                  <a:lnTo>
                    <a:pt x="14248" y="6199"/>
                  </a:lnTo>
                  <a:lnTo>
                    <a:pt x="14278" y="6214"/>
                  </a:lnTo>
                  <a:lnTo>
                    <a:pt x="14293" y="6229"/>
                  </a:lnTo>
                  <a:lnTo>
                    <a:pt x="14352" y="6288"/>
                  </a:lnTo>
                  <a:lnTo>
                    <a:pt x="14427" y="6363"/>
                  </a:lnTo>
                  <a:lnTo>
                    <a:pt x="14487" y="6408"/>
                  </a:lnTo>
                  <a:lnTo>
                    <a:pt x="14532" y="6453"/>
                  </a:lnTo>
                  <a:lnTo>
                    <a:pt x="14532" y="6438"/>
                  </a:lnTo>
                  <a:lnTo>
                    <a:pt x="14547" y="6438"/>
                  </a:lnTo>
                  <a:lnTo>
                    <a:pt x="14576" y="6438"/>
                  </a:lnTo>
                  <a:lnTo>
                    <a:pt x="14606" y="6438"/>
                  </a:lnTo>
                  <a:lnTo>
                    <a:pt x="14606" y="6438"/>
                  </a:lnTo>
                  <a:lnTo>
                    <a:pt x="14636" y="6438"/>
                  </a:lnTo>
                  <a:lnTo>
                    <a:pt x="14666" y="6453"/>
                  </a:lnTo>
                  <a:lnTo>
                    <a:pt x="14681" y="6468"/>
                  </a:lnTo>
                  <a:lnTo>
                    <a:pt x="14711" y="6468"/>
                  </a:lnTo>
                  <a:lnTo>
                    <a:pt x="14711" y="6468"/>
                  </a:lnTo>
                  <a:lnTo>
                    <a:pt x="14711" y="6483"/>
                  </a:lnTo>
                  <a:lnTo>
                    <a:pt x="14711" y="6483"/>
                  </a:lnTo>
                  <a:lnTo>
                    <a:pt x="14726" y="6483"/>
                  </a:lnTo>
                  <a:lnTo>
                    <a:pt x="14726" y="6497"/>
                  </a:lnTo>
                  <a:lnTo>
                    <a:pt x="14741" y="6497"/>
                  </a:lnTo>
                  <a:lnTo>
                    <a:pt x="14741" y="6497"/>
                  </a:lnTo>
                  <a:lnTo>
                    <a:pt x="14785" y="6557"/>
                  </a:lnTo>
                  <a:lnTo>
                    <a:pt x="14860" y="6632"/>
                  </a:lnTo>
                  <a:lnTo>
                    <a:pt x="14875" y="6662"/>
                  </a:lnTo>
                  <a:lnTo>
                    <a:pt x="14890" y="6677"/>
                  </a:lnTo>
                  <a:lnTo>
                    <a:pt x="14890" y="6677"/>
                  </a:lnTo>
                  <a:lnTo>
                    <a:pt x="14905" y="6677"/>
                  </a:lnTo>
                  <a:lnTo>
                    <a:pt x="14935" y="6692"/>
                  </a:lnTo>
                  <a:lnTo>
                    <a:pt x="14935" y="6692"/>
                  </a:lnTo>
                  <a:lnTo>
                    <a:pt x="14950" y="6692"/>
                  </a:lnTo>
                  <a:lnTo>
                    <a:pt x="14950" y="6692"/>
                  </a:lnTo>
                  <a:lnTo>
                    <a:pt x="14965" y="6707"/>
                  </a:lnTo>
                  <a:lnTo>
                    <a:pt x="14965" y="6707"/>
                  </a:lnTo>
                  <a:lnTo>
                    <a:pt x="14980" y="6707"/>
                  </a:lnTo>
                  <a:lnTo>
                    <a:pt x="14980" y="6707"/>
                  </a:lnTo>
                  <a:lnTo>
                    <a:pt x="14995" y="6692"/>
                  </a:lnTo>
                  <a:lnTo>
                    <a:pt x="14995" y="6692"/>
                  </a:lnTo>
                  <a:lnTo>
                    <a:pt x="15009" y="6692"/>
                  </a:lnTo>
                  <a:lnTo>
                    <a:pt x="15009" y="6692"/>
                  </a:lnTo>
                  <a:lnTo>
                    <a:pt x="15009" y="6677"/>
                  </a:lnTo>
                  <a:lnTo>
                    <a:pt x="15009" y="6677"/>
                  </a:lnTo>
                  <a:lnTo>
                    <a:pt x="15009" y="6662"/>
                  </a:lnTo>
                  <a:lnTo>
                    <a:pt x="14995" y="6647"/>
                  </a:lnTo>
                  <a:lnTo>
                    <a:pt x="14995" y="6617"/>
                  </a:lnTo>
                  <a:lnTo>
                    <a:pt x="14980" y="6587"/>
                  </a:lnTo>
                  <a:lnTo>
                    <a:pt x="14980" y="6587"/>
                  </a:lnTo>
                  <a:lnTo>
                    <a:pt x="14980" y="6587"/>
                  </a:lnTo>
                  <a:lnTo>
                    <a:pt x="14980" y="6572"/>
                  </a:lnTo>
                  <a:lnTo>
                    <a:pt x="14965" y="6572"/>
                  </a:lnTo>
                  <a:lnTo>
                    <a:pt x="14965" y="6572"/>
                  </a:lnTo>
                  <a:lnTo>
                    <a:pt x="14950" y="6557"/>
                  </a:lnTo>
                  <a:lnTo>
                    <a:pt x="14950" y="6557"/>
                  </a:lnTo>
                  <a:lnTo>
                    <a:pt x="14935" y="6557"/>
                  </a:lnTo>
                  <a:lnTo>
                    <a:pt x="14905" y="6542"/>
                  </a:lnTo>
                  <a:lnTo>
                    <a:pt x="14875" y="6527"/>
                  </a:lnTo>
                  <a:lnTo>
                    <a:pt x="14860" y="6497"/>
                  </a:lnTo>
                  <a:lnTo>
                    <a:pt x="14845" y="6483"/>
                  </a:lnTo>
                  <a:lnTo>
                    <a:pt x="14830" y="6453"/>
                  </a:lnTo>
                  <a:lnTo>
                    <a:pt x="14815" y="6423"/>
                  </a:lnTo>
                  <a:lnTo>
                    <a:pt x="14800" y="6408"/>
                  </a:lnTo>
                  <a:lnTo>
                    <a:pt x="14800" y="6378"/>
                  </a:lnTo>
                  <a:lnTo>
                    <a:pt x="14800" y="6348"/>
                  </a:lnTo>
                  <a:lnTo>
                    <a:pt x="14785" y="6348"/>
                  </a:lnTo>
                  <a:lnTo>
                    <a:pt x="14800" y="6348"/>
                  </a:lnTo>
                  <a:lnTo>
                    <a:pt x="14800" y="6348"/>
                  </a:lnTo>
                  <a:lnTo>
                    <a:pt x="14800" y="6333"/>
                  </a:lnTo>
                  <a:lnTo>
                    <a:pt x="14800" y="6333"/>
                  </a:lnTo>
                  <a:lnTo>
                    <a:pt x="14800" y="6333"/>
                  </a:lnTo>
                  <a:lnTo>
                    <a:pt x="14800" y="6303"/>
                  </a:lnTo>
                  <a:lnTo>
                    <a:pt x="14815" y="6273"/>
                  </a:lnTo>
                  <a:lnTo>
                    <a:pt x="14815" y="6273"/>
                  </a:lnTo>
                  <a:lnTo>
                    <a:pt x="14830" y="6259"/>
                  </a:lnTo>
                  <a:lnTo>
                    <a:pt x="14860" y="6229"/>
                  </a:lnTo>
                  <a:lnTo>
                    <a:pt x="14890" y="6214"/>
                  </a:lnTo>
                  <a:lnTo>
                    <a:pt x="14920" y="6214"/>
                  </a:lnTo>
                  <a:lnTo>
                    <a:pt x="14920" y="6214"/>
                  </a:lnTo>
                  <a:lnTo>
                    <a:pt x="14965" y="6199"/>
                  </a:lnTo>
                  <a:lnTo>
                    <a:pt x="14995" y="6199"/>
                  </a:lnTo>
                  <a:lnTo>
                    <a:pt x="15009" y="6199"/>
                  </a:lnTo>
                  <a:lnTo>
                    <a:pt x="15039" y="6199"/>
                  </a:lnTo>
                  <a:lnTo>
                    <a:pt x="15054" y="6199"/>
                  </a:lnTo>
                  <a:lnTo>
                    <a:pt x="15069" y="6199"/>
                  </a:lnTo>
                  <a:lnTo>
                    <a:pt x="15159" y="6199"/>
                  </a:lnTo>
                  <a:lnTo>
                    <a:pt x="15204" y="6229"/>
                  </a:lnTo>
                  <a:lnTo>
                    <a:pt x="15248" y="6273"/>
                  </a:lnTo>
                  <a:lnTo>
                    <a:pt x="15263" y="6303"/>
                  </a:lnTo>
                  <a:lnTo>
                    <a:pt x="15263" y="6318"/>
                  </a:lnTo>
                  <a:lnTo>
                    <a:pt x="15263" y="6318"/>
                  </a:lnTo>
                  <a:lnTo>
                    <a:pt x="15278" y="6333"/>
                  </a:lnTo>
                  <a:lnTo>
                    <a:pt x="15278" y="6333"/>
                  </a:lnTo>
                  <a:lnTo>
                    <a:pt x="15278" y="6333"/>
                  </a:lnTo>
                  <a:lnTo>
                    <a:pt x="15278" y="6333"/>
                  </a:lnTo>
                  <a:lnTo>
                    <a:pt x="15293" y="6348"/>
                  </a:lnTo>
                  <a:lnTo>
                    <a:pt x="15308" y="6348"/>
                  </a:lnTo>
                  <a:lnTo>
                    <a:pt x="15338" y="6378"/>
                  </a:lnTo>
                  <a:lnTo>
                    <a:pt x="15368" y="6408"/>
                  </a:lnTo>
                  <a:lnTo>
                    <a:pt x="15383" y="6423"/>
                  </a:lnTo>
                  <a:lnTo>
                    <a:pt x="15398" y="6453"/>
                  </a:lnTo>
                  <a:lnTo>
                    <a:pt x="15398" y="6438"/>
                  </a:lnTo>
                  <a:lnTo>
                    <a:pt x="15398" y="6438"/>
                  </a:lnTo>
                  <a:lnTo>
                    <a:pt x="15413" y="6363"/>
                  </a:lnTo>
                  <a:lnTo>
                    <a:pt x="15458" y="6288"/>
                  </a:lnTo>
                  <a:lnTo>
                    <a:pt x="15517" y="6229"/>
                  </a:lnTo>
                  <a:lnTo>
                    <a:pt x="15577" y="6169"/>
                  </a:lnTo>
                  <a:lnTo>
                    <a:pt x="15577" y="6169"/>
                  </a:lnTo>
                  <a:lnTo>
                    <a:pt x="15592" y="6169"/>
                  </a:lnTo>
                  <a:lnTo>
                    <a:pt x="15592" y="6154"/>
                  </a:lnTo>
                  <a:lnTo>
                    <a:pt x="15607" y="6139"/>
                  </a:lnTo>
                  <a:lnTo>
                    <a:pt x="15622" y="6124"/>
                  </a:lnTo>
                  <a:lnTo>
                    <a:pt x="15652" y="6124"/>
                  </a:lnTo>
                  <a:lnTo>
                    <a:pt x="15667" y="6109"/>
                  </a:lnTo>
                  <a:lnTo>
                    <a:pt x="15682" y="6094"/>
                  </a:lnTo>
                  <a:lnTo>
                    <a:pt x="15696" y="6079"/>
                  </a:lnTo>
                  <a:lnTo>
                    <a:pt x="15726" y="6064"/>
                  </a:lnTo>
                  <a:lnTo>
                    <a:pt x="15756" y="6049"/>
                  </a:lnTo>
                  <a:lnTo>
                    <a:pt x="15771" y="6020"/>
                  </a:lnTo>
                  <a:lnTo>
                    <a:pt x="15786" y="6005"/>
                  </a:lnTo>
                  <a:lnTo>
                    <a:pt x="15786" y="5990"/>
                  </a:lnTo>
                  <a:lnTo>
                    <a:pt x="15801" y="5975"/>
                  </a:lnTo>
                  <a:lnTo>
                    <a:pt x="15801" y="5960"/>
                  </a:lnTo>
                  <a:lnTo>
                    <a:pt x="15816" y="5930"/>
                  </a:lnTo>
                  <a:lnTo>
                    <a:pt x="15816" y="5930"/>
                  </a:lnTo>
                  <a:lnTo>
                    <a:pt x="15831" y="5885"/>
                  </a:lnTo>
                  <a:lnTo>
                    <a:pt x="15861" y="5855"/>
                  </a:lnTo>
                  <a:lnTo>
                    <a:pt x="15921" y="5825"/>
                  </a:lnTo>
                  <a:lnTo>
                    <a:pt x="16010" y="5855"/>
                  </a:lnTo>
                  <a:lnTo>
                    <a:pt x="16040" y="5870"/>
                  </a:lnTo>
                  <a:lnTo>
                    <a:pt x="16070" y="5870"/>
                  </a:lnTo>
                  <a:lnTo>
                    <a:pt x="16100" y="5855"/>
                  </a:lnTo>
                  <a:lnTo>
                    <a:pt x="16145" y="5840"/>
                  </a:lnTo>
                  <a:lnTo>
                    <a:pt x="16189" y="5796"/>
                  </a:lnTo>
                  <a:lnTo>
                    <a:pt x="16234" y="5766"/>
                  </a:lnTo>
                  <a:lnTo>
                    <a:pt x="16234" y="5766"/>
                  </a:lnTo>
                  <a:lnTo>
                    <a:pt x="16249" y="5751"/>
                  </a:lnTo>
                  <a:lnTo>
                    <a:pt x="16279" y="5706"/>
                  </a:lnTo>
                  <a:lnTo>
                    <a:pt x="16309" y="5676"/>
                  </a:lnTo>
                  <a:close/>
                </a:path>
              </a:pathLst>
            </a:custGeom>
            <a:solidFill>
              <a:srgbClr val="FCA2AE"/>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62"/>
            <p:cNvSpPr/>
            <p:nvPr/>
          </p:nvSpPr>
          <p:spPr>
            <a:xfrm>
              <a:off x="3696475" y="2231150"/>
              <a:ext cx="3375" cy="3400"/>
            </a:xfrm>
            <a:custGeom>
              <a:rect b="b" l="l" r="r" t="t"/>
              <a:pathLst>
                <a:path extrusionOk="0" h="136" w="135">
                  <a:moveTo>
                    <a:pt x="0" y="1"/>
                  </a:moveTo>
                  <a:lnTo>
                    <a:pt x="60" y="120"/>
                  </a:lnTo>
                  <a:lnTo>
                    <a:pt x="60" y="135"/>
                  </a:lnTo>
                  <a:lnTo>
                    <a:pt x="75" y="135"/>
                  </a:lnTo>
                  <a:lnTo>
                    <a:pt x="90" y="120"/>
                  </a:lnTo>
                  <a:lnTo>
                    <a:pt x="120" y="105"/>
                  </a:lnTo>
                  <a:lnTo>
                    <a:pt x="135" y="91"/>
                  </a:lnTo>
                  <a:lnTo>
                    <a:pt x="135" y="76"/>
                  </a:lnTo>
                  <a:lnTo>
                    <a:pt x="120" y="61"/>
                  </a:lnTo>
                  <a:lnTo>
                    <a:pt x="90" y="31"/>
                  </a:lnTo>
                  <a:lnTo>
                    <a:pt x="60" y="16"/>
                  </a:lnTo>
                  <a:lnTo>
                    <a:pt x="30"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62"/>
            <p:cNvSpPr/>
            <p:nvPr/>
          </p:nvSpPr>
          <p:spPr>
            <a:xfrm>
              <a:off x="3696475" y="2231150"/>
              <a:ext cx="3375" cy="3400"/>
            </a:xfrm>
            <a:custGeom>
              <a:rect b="b" l="l" r="r" t="t"/>
              <a:pathLst>
                <a:path extrusionOk="0" fill="none" h="136" w="135">
                  <a:moveTo>
                    <a:pt x="60" y="135"/>
                  </a:moveTo>
                  <a:lnTo>
                    <a:pt x="75" y="135"/>
                  </a:lnTo>
                  <a:lnTo>
                    <a:pt x="90" y="120"/>
                  </a:lnTo>
                  <a:lnTo>
                    <a:pt x="120" y="105"/>
                  </a:lnTo>
                  <a:lnTo>
                    <a:pt x="135" y="91"/>
                  </a:lnTo>
                  <a:lnTo>
                    <a:pt x="135" y="91"/>
                  </a:lnTo>
                  <a:lnTo>
                    <a:pt x="135" y="76"/>
                  </a:lnTo>
                  <a:lnTo>
                    <a:pt x="135" y="76"/>
                  </a:lnTo>
                  <a:lnTo>
                    <a:pt x="120" y="61"/>
                  </a:lnTo>
                  <a:lnTo>
                    <a:pt x="90" y="31"/>
                  </a:lnTo>
                  <a:lnTo>
                    <a:pt x="60" y="16"/>
                  </a:lnTo>
                  <a:lnTo>
                    <a:pt x="30" y="1"/>
                  </a:lnTo>
                  <a:lnTo>
                    <a:pt x="0" y="1"/>
                  </a:lnTo>
                  <a:lnTo>
                    <a:pt x="60" y="120"/>
                  </a:lnTo>
                  <a:lnTo>
                    <a:pt x="60" y="13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62"/>
            <p:cNvSpPr/>
            <p:nvPr/>
          </p:nvSpPr>
          <p:spPr>
            <a:xfrm>
              <a:off x="3684150" y="2237125"/>
              <a:ext cx="27275" cy="27300"/>
            </a:xfrm>
            <a:custGeom>
              <a:rect b="b" l="l" r="r" t="t"/>
              <a:pathLst>
                <a:path extrusionOk="0" h="1092" w="1091">
                  <a:moveTo>
                    <a:pt x="598" y="1"/>
                  </a:moveTo>
                  <a:lnTo>
                    <a:pt x="598" y="16"/>
                  </a:lnTo>
                  <a:lnTo>
                    <a:pt x="583" y="16"/>
                  </a:lnTo>
                  <a:lnTo>
                    <a:pt x="553" y="31"/>
                  </a:lnTo>
                  <a:lnTo>
                    <a:pt x="523" y="61"/>
                  </a:lnTo>
                  <a:lnTo>
                    <a:pt x="493" y="90"/>
                  </a:lnTo>
                  <a:lnTo>
                    <a:pt x="478" y="120"/>
                  </a:lnTo>
                  <a:lnTo>
                    <a:pt x="463" y="150"/>
                  </a:lnTo>
                  <a:lnTo>
                    <a:pt x="449" y="165"/>
                  </a:lnTo>
                  <a:lnTo>
                    <a:pt x="434" y="195"/>
                  </a:lnTo>
                  <a:lnTo>
                    <a:pt x="434" y="210"/>
                  </a:lnTo>
                  <a:lnTo>
                    <a:pt x="419" y="240"/>
                  </a:lnTo>
                  <a:lnTo>
                    <a:pt x="374" y="270"/>
                  </a:lnTo>
                  <a:lnTo>
                    <a:pt x="359" y="270"/>
                  </a:lnTo>
                  <a:lnTo>
                    <a:pt x="359" y="285"/>
                  </a:lnTo>
                  <a:lnTo>
                    <a:pt x="299" y="329"/>
                  </a:lnTo>
                  <a:lnTo>
                    <a:pt x="239" y="374"/>
                  </a:lnTo>
                  <a:lnTo>
                    <a:pt x="180" y="404"/>
                  </a:lnTo>
                  <a:lnTo>
                    <a:pt x="135" y="434"/>
                  </a:lnTo>
                  <a:lnTo>
                    <a:pt x="105" y="464"/>
                  </a:lnTo>
                  <a:lnTo>
                    <a:pt x="90" y="479"/>
                  </a:lnTo>
                  <a:lnTo>
                    <a:pt x="90" y="494"/>
                  </a:lnTo>
                  <a:lnTo>
                    <a:pt x="75" y="509"/>
                  </a:lnTo>
                  <a:lnTo>
                    <a:pt x="60" y="524"/>
                  </a:lnTo>
                  <a:lnTo>
                    <a:pt x="45" y="539"/>
                  </a:lnTo>
                  <a:lnTo>
                    <a:pt x="30" y="553"/>
                  </a:lnTo>
                  <a:lnTo>
                    <a:pt x="15" y="583"/>
                  </a:lnTo>
                  <a:lnTo>
                    <a:pt x="0" y="598"/>
                  </a:lnTo>
                  <a:lnTo>
                    <a:pt x="0" y="613"/>
                  </a:lnTo>
                  <a:lnTo>
                    <a:pt x="30" y="628"/>
                  </a:lnTo>
                  <a:lnTo>
                    <a:pt x="60" y="628"/>
                  </a:lnTo>
                  <a:lnTo>
                    <a:pt x="90" y="643"/>
                  </a:lnTo>
                  <a:lnTo>
                    <a:pt x="150" y="643"/>
                  </a:lnTo>
                  <a:lnTo>
                    <a:pt x="180" y="658"/>
                  </a:lnTo>
                  <a:lnTo>
                    <a:pt x="210" y="673"/>
                  </a:lnTo>
                  <a:lnTo>
                    <a:pt x="239" y="703"/>
                  </a:lnTo>
                  <a:lnTo>
                    <a:pt x="254" y="718"/>
                  </a:lnTo>
                  <a:lnTo>
                    <a:pt x="269" y="718"/>
                  </a:lnTo>
                  <a:lnTo>
                    <a:pt x="269" y="733"/>
                  </a:lnTo>
                  <a:lnTo>
                    <a:pt x="314" y="733"/>
                  </a:lnTo>
                  <a:lnTo>
                    <a:pt x="314" y="718"/>
                  </a:lnTo>
                  <a:lnTo>
                    <a:pt x="329" y="718"/>
                  </a:lnTo>
                  <a:lnTo>
                    <a:pt x="344" y="703"/>
                  </a:lnTo>
                  <a:lnTo>
                    <a:pt x="463" y="703"/>
                  </a:lnTo>
                  <a:lnTo>
                    <a:pt x="478" y="718"/>
                  </a:lnTo>
                  <a:lnTo>
                    <a:pt x="508" y="733"/>
                  </a:lnTo>
                  <a:lnTo>
                    <a:pt x="523" y="748"/>
                  </a:lnTo>
                  <a:lnTo>
                    <a:pt x="538" y="763"/>
                  </a:lnTo>
                  <a:lnTo>
                    <a:pt x="553" y="763"/>
                  </a:lnTo>
                  <a:lnTo>
                    <a:pt x="553" y="792"/>
                  </a:lnTo>
                  <a:lnTo>
                    <a:pt x="568" y="807"/>
                  </a:lnTo>
                  <a:lnTo>
                    <a:pt x="568" y="837"/>
                  </a:lnTo>
                  <a:lnTo>
                    <a:pt x="598" y="882"/>
                  </a:lnTo>
                  <a:lnTo>
                    <a:pt x="628" y="927"/>
                  </a:lnTo>
                  <a:lnTo>
                    <a:pt x="687" y="972"/>
                  </a:lnTo>
                  <a:lnTo>
                    <a:pt x="732" y="1001"/>
                  </a:lnTo>
                  <a:lnTo>
                    <a:pt x="762" y="1001"/>
                  </a:lnTo>
                  <a:lnTo>
                    <a:pt x="792" y="1016"/>
                  </a:lnTo>
                  <a:lnTo>
                    <a:pt x="822" y="1016"/>
                  </a:lnTo>
                  <a:lnTo>
                    <a:pt x="852" y="1031"/>
                  </a:lnTo>
                  <a:lnTo>
                    <a:pt x="867" y="1031"/>
                  </a:lnTo>
                  <a:lnTo>
                    <a:pt x="926" y="1061"/>
                  </a:lnTo>
                  <a:lnTo>
                    <a:pt x="941" y="1061"/>
                  </a:lnTo>
                  <a:lnTo>
                    <a:pt x="956" y="1076"/>
                  </a:lnTo>
                  <a:lnTo>
                    <a:pt x="986" y="1091"/>
                  </a:lnTo>
                  <a:lnTo>
                    <a:pt x="1061" y="1091"/>
                  </a:lnTo>
                  <a:lnTo>
                    <a:pt x="1076" y="1076"/>
                  </a:lnTo>
                  <a:lnTo>
                    <a:pt x="1091" y="1076"/>
                  </a:lnTo>
                  <a:lnTo>
                    <a:pt x="598"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62"/>
            <p:cNvSpPr/>
            <p:nvPr/>
          </p:nvSpPr>
          <p:spPr>
            <a:xfrm>
              <a:off x="3684150" y="2237125"/>
              <a:ext cx="27275" cy="27300"/>
            </a:xfrm>
            <a:custGeom>
              <a:rect b="b" l="l" r="r" t="t"/>
              <a:pathLst>
                <a:path extrusionOk="0" fill="none" h="1092" w="1091">
                  <a:moveTo>
                    <a:pt x="60" y="628"/>
                  </a:moveTo>
                  <a:lnTo>
                    <a:pt x="90" y="643"/>
                  </a:lnTo>
                  <a:lnTo>
                    <a:pt x="105" y="643"/>
                  </a:lnTo>
                  <a:lnTo>
                    <a:pt x="150" y="643"/>
                  </a:lnTo>
                  <a:lnTo>
                    <a:pt x="180" y="658"/>
                  </a:lnTo>
                  <a:lnTo>
                    <a:pt x="210" y="673"/>
                  </a:lnTo>
                  <a:lnTo>
                    <a:pt x="239" y="703"/>
                  </a:lnTo>
                  <a:lnTo>
                    <a:pt x="254" y="718"/>
                  </a:lnTo>
                  <a:lnTo>
                    <a:pt x="269" y="718"/>
                  </a:lnTo>
                  <a:lnTo>
                    <a:pt x="269" y="733"/>
                  </a:lnTo>
                  <a:lnTo>
                    <a:pt x="284" y="733"/>
                  </a:lnTo>
                  <a:lnTo>
                    <a:pt x="284" y="733"/>
                  </a:lnTo>
                  <a:lnTo>
                    <a:pt x="299" y="733"/>
                  </a:lnTo>
                  <a:lnTo>
                    <a:pt x="314" y="733"/>
                  </a:lnTo>
                  <a:lnTo>
                    <a:pt x="314" y="718"/>
                  </a:lnTo>
                  <a:lnTo>
                    <a:pt x="329" y="718"/>
                  </a:lnTo>
                  <a:lnTo>
                    <a:pt x="329" y="718"/>
                  </a:lnTo>
                  <a:lnTo>
                    <a:pt x="329" y="718"/>
                  </a:lnTo>
                  <a:lnTo>
                    <a:pt x="329" y="718"/>
                  </a:lnTo>
                  <a:lnTo>
                    <a:pt x="344" y="703"/>
                  </a:lnTo>
                  <a:lnTo>
                    <a:pt x="344" y="703"/>
                  </a:lnTo>
                  <a:lnTo>
                    <a:pt x="359" y="703"/>
                  </a:lnTo>
                  <a:lnTo>
                    <a:pt x="374" y="703"/>
                  </a:lnTo>
                  <a:lnTo>
                    <a:pt x="389" y="703"/>
                  </a:lnTo>
                  <a:lnTo>
                    <a:pt x="389" y="703"/>
                  </a:lnTo>
                  <a:lnTo>
                    <a:pt x="419" y="703"/>
                  </a:lnTo>
                  <a:lnTo>
                    <a:pt x="449" y="703"/>
                  </a:lnTo>
                  <a:lnTo>
                    <a:pt x="449" y="703"/>
                  </a:lnTo>
                  <a:lnTo>
                    <a:pt x="463" y="703"/>
                  </a:lnTo>
                  <a:lnTo>
                    <a:pt x="463" y="703"/>
                  </a:lnTo>
                  <a:lnTo>
                    <a:pt x="478" y="718"/>
                  </a:lnTo>
                  <a:lnTo>
                    <a:pt x="508" y="733"/>
                  </a:lnTo>
                  <a:lnTo>
                    <a:pt x="523" y="748"/>
                  </a:lnTo>
                  <a:lnTo>
                    <a:pt x="538" y="763"/>
                  </a:lnTo>
                  <a:lnTo>
                    <a:pt x="538" y="763"/>
                  </a:lnTo>
                  <a:lnTo>
                    <a:pt x="553" y="763"/>
                  </a:lnTo>
                  <a:lnTo>
                    <a:pt x="553" y="792"/>
                  </a:lnTo>
                  <a:lnTo>
                    <a:pt x="553" y="792"/>
                  </a:lnTo>
                  <a:lnTo>
                    <a:pt x="553" y="792"/>
                  </a:lnTo>
                  <a:lnTo>
                    <a:pt x="553" y="792"/>
                  </a:lnTo>
                  <a:lnTo>
                    <a:pt x="568" y="807"/>
                  </a:lnTo>
                  <a:lnTo>
                    <a:pt x="568" y="807"/>
                  </a:lnTo>
                  <a:lnTo>
                    <a:pt x="568" y="837"/>
                  </a:lnTo>
                  <a:lnTo>
                    <a:pt x="598" y="882"/>
                  </a:lnTo>
                  <a:lnTo>
                    <a:pt x="628" y="927"/>
                  </a:lnTo>
                  <a:lnTo>
                    <a:pt x="687" y="972"/>
                  </a:lnTo>
                  <a:lnTo>
                    <a:pt x="732" y="1001"/>
                  </a:lnTo>
                  <a:lnTo>
                    <a:pt x="762" y="1001"/>
                  </a:lnTo>
                  <a:lnTo>
                    <a:pt x="792" y="1016"/>
                  </a:lnTo>
                  <a:lnTo>
                    <a:pt x="822" y="1016"/>
                  </a:lnTo>
                  <a:lnTo>
                    <a:pt x="852" y="1031"/>
                  </a:lnTo>
                  <a:lnTo>
                    <a:pt x="867" y="1031"/>
                  </a:lnTo>
                  <a:lnTo>
                    <a:pt x="867" y="1031"/>
                  </a:lnTo>
                  <a:lnTo>
                    <a:pt x="926" y="1061"/>
                  </a:lnTo>
                  <a:lnTo>
                    <a:pt x="926" y="1061"/>
                  </a:lnTo>
                  <a:lnTo>
                    <a:pt x="941" y="1061"/>
                  </a:lnTo>
                  <a:lnTo>
                    <a:pt x="956" y="1076"/>
                  </a:lnTo>
                  <a:lnTo>
                    <a:pt x="986" y="1091"/>
                  </a:lnTo>
                  <a:lnTo>
                    <a:pt x="1016" y="1091"/>
                  </a:lnTo>
                  <a:lnTo>
                    <a:pt x="1046" y="1091"/>
                  </a:lnTo>
                  <a:lnTo>
                    <a:pt x="1061" y="1091"/>
                  </a:lnTo>
                  <a:lnTo>
                    <a:pt x="1076" y="1076"/>
                  </a:lnTo>
                  <a:lnTo>
                    <a:pt x="1091" y="1076"/>
                  </a:lnTo>
                  <a:lnTo>
                    <a:pt x="1091" y="1076"/>
                  </a:lnTo>
                  <a:lnTo>
                    <a:pt x="598" y="1"/>
                  </a:lnTo>
                  <a:lnTo>
                    <a:pt x="598" y="1"/>
                  </a:lnTo>
                  <a:lnTo>
                    <a:pt x="598" y="1"/>
                  </a:lnTo>
                  <a:lnTo>
                    <a:pt x="598" y="16"/>
                  </a:lnTo>
                  <a:lnTo>
                    <a:pt x="583" y="16"/>
                  </a:lnTo>
                  <a:lnTo>
                    <a:pt x="553" y="31"/>
                  </a:lnTo>
                  <a:lnTo>
                    <a:pt x="553" y="31"/>
                  </a:lnTo>
                  <a:lnTo>
                    <a:pt x="553" y="31"/>
                  </a:lnTo>
                  <a:lnTo>
                    <a:pt x="523" y="61"/>
                  </a:lnTo>
                  <a:lnTo>
                    <a:pt x="493" y="90"/>
                  </a:lnTo>
                  <a:lnTo>
                    <a:pt x="478" y="120"/>
                  </a:lnTo>
                  <a:lnTo>
                    <a:pt x="463" y="150"/>
                  </a:lnTo>
                  <a:lnTo>
                    <a:pt x="463" y="150"/>
                  </a:lnTo>
                  <a:lnTo>
                    <a:pt x="449" y="165"/>
                  </a:lnTo>
                  <a:lnTo>
                    <a:pt x="449" y="165"/>
                  </a:lnTo>
                  <a:lnTo>
                    <a:pt x="434" y="195"/>
                  </a:lnTo>
                  <a:lnTo>
                    <a:pt x="434" y="195"/>
                  </a:lnTo>
                  <a:lnTo>
                    <a:pt x="434" y="195"/>
                  </a:lnTo>
                  <a:lnTo>
                    <a:pt x="434" y="210"/>
                  </a:lnTo>
                  <a:lnTo>
                    <a:pt x="419" y="240"/>
                  </a:lnTo>
                  <a:lnTo>
                    <a:pt x="374" y="270"/>
                  </a:lnTo>
                  <a:lnTo>
                    <a:pt x="359" y="270"/>
                  </a:lnTo>
                  <a:lnTo>
                    <a:pt x="359" y="285"/>
                  </a:lnTo>
                  <a:lnTo>
                    <a:pt x="299" y="329"/>
                  </a:lnTo>
                  <a:lnTo>
                    <a:pt x="239" y="374"/>
                  </a:lnTo>
                  <a:lnTo>
                    <a:pt x="180" y="404"/>
                  </a:lnTo>
                  <a:lnTo>
                    <a:pt x="135" y="434"/>
                  </a:lnTo>
                  <a:lnTo>
                    <a:pt x="105" y="464"/>
                  </a:lnTo>
                  <a:lnTo>
                    <a:pt x="90" y="479"/>
                  </a:lnTo>
                  <a:lnTo>
                    <a:pt x="90" y="494"/>
                  </a:lnTo>
                  <a:lnTo>
                    <a:pt x="75" y="509"/>
                  </a:lnTo>
                  <a:lnTo>
                    <a:pt x="60" y="524"/>
                  </a:lnTo>
                  <a:lnTo>
                    <a:pt x="45" y="539"/>
                  </a:lnTo>
                  <a:lnTo>
                    <a:pt x="30" y="553"/>
                  </a:lnTo>
                  <a:lnTo>
                    <a:pt x="15" y="583"/>
                  </a:lnTo>
                  <a:lnTo>
                    <a:pt x="0" y="598"/>
                  </a:lnTo>
                  <a:lnTo>
                    <a:pt x="0" y="613"/>
                  </a:lnTo>
                  <a:lnTo>
                    <a:pt x="0" y="613"/>
                  </a:lnTo>
                  <a:lnTo>
                    <a:pt x="0" y="613"/>
                  </a:lnTo>
                  <a:lnTo>
                    <a:pt x="0" y="613"/>
                  </a:lnTo>
                  <a:lnTo>
                    <a:pt x="0" y="613"/>
                  </a:lnTo>
                  <a:lnTo>
                    <a:pt x="30" y="628"/>
                  </a:lnTo>
                  <a:lnTo>
                    <a:pt x="60" y="628"/>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62"/>
            <p:cNvSpPr/>
            <p:nvPr/>
          </p:nvSpPr>
          <p:spPr>
            <a:xfrm>
              <a:off x="3675200" y="2203525"/>
              <a:ext cx="229625" cy="119125"/>
            </a:xfrm>
            <a:custGeom>
              <a:rect b="b" l="l" r="r" t="t"/>
              <a:pathLst>
                <a:path extrusionOk="0" h="4765" w="9185">
                  <a:moveTo>
                    <a:pt x="3375" y="1"/>
                  </a:moveTo>
                  <a:lnTo>
                    <a:pt x="3331" y="16"/>
                  </a:lnTo>
                  <a:lnTo>
                    <a:pt x="3271" y="31"/>
                  </a:lnTo>
                  <a:lnTo>
                    <a:pt x="3226" y="31"/>
                  </a:lnTo>
                  <a:lnTo>
                    <a:pt x="3166" y="60"/>
                  </a:lnTo>
                  <a:lnTo>
                    <a:pt x="3121" y="75"/>
                  </a:lnTo>
                  <a:lnTo>
                    <a:pt x="3092" y="105"/>
                  </a:lnTo>
                  <a:lnTo>
                    <a:pt x="3047" y="135"/>
                  </a:lnTo>
                  <a:lnTo>
                    <a:pt x="3017" y="165"/>
                  </a:lnTo>
                  <a:lnTo>
                    <a:pt x="2987" y="210"/>
                  </a:lnTo>
                  <a:lnTo>
                    <a:pt x="2972" y="240"/>
                  </a:lnTo>
                  <a:lnTo>
                    <a:pt x="2972" y="270"/>
                  </a:lnTo>
                  <a:lnTo>
                    <a:pt x="2957" y="284"/>
                  </a:lnTo>
                  <a:lnTo>
                    <a:pt x="2957" y="299"/>
                  </a:lnTo>
                  <a:lnTo>
                    <a:pt x="2942" y="404"/>
                  </a:lnTo>
                  <a:lnTo>
                    <a:pt x="2957" y="509"/>
                  </a:lnTo>
                  <a:lnTo>
                    <a:pt x="2957" y="523"/>
                  </a:lnTo>
                  <a:lnTo>
                    <a:pt x="2957" y="538"/>
                  </a:lnTo>
                  <a:lnTo>
                    <a:pt x="2957" y="553"/>
                  </a:lnTo>
                  <a:lnTo>
                    <a:pt x="2957" y="568"/>
                  </a:lnTo>
                  <a:lnTo>
                    <a:pt x="2972" y="628"/>
                  </a:lnTo>
                  <a:lnTo>
                    <a:pt x="2987" y="688"/>
                  </a:lnTo>
                  <a:lnTo>
                    <a:pt x="3002" y="718"/>
                  </a:lnTo>
                  <a:lnTo>
                    <a:pt x="3017" y="762"/>
                  </a:lnTo>
                  <a:lnTo>
                    <a:pt x="3032" y="807"/>
                  </a:lnTo>
                  <a:lnTo>
                    <a:pt x="3032" y="852"/>
                  </a:lnTo>
                  <a:lnTo>
                    <a:pt x="3047" y="882"/>
                  </a:lnTo>
                  <a:lnTo>
                    <a:pt x="3032" y="912"/>
                  </a:lnTo>
                  <a:lnTo>
                    <a:pt x="3002" y="942"/>
                  </a:lnTo>
                  <a:lnTo>
                    <a:pt x="2972" y="957"/>
                  </a:lnTo>
                  <a:lnTo>
                    <a:pt x="2957" y="957"/>
                  </a:lnTo>
                  <a:lnTo>
                    <a:pt x="2868" y="927"/>
                  </a:lnTo>
                  <a:lnTo>
                    <a:pt x="2763" y="882"/>
                  </a:lnTo>
                  <a:lnTo>
                    <a:pt x="2733" y="867"/>
                  </a:lnTo>
                  <a:lnTo>
                    <a:pt x="2703" y="852"/>
                  </a:lnTo>
                  <a:lnTo>
                    <a:pt x="2673" y="837"/>
                  </a:lnTo>
                  <a:lnTo>
                    <a:pt x="2479" y="837"/>
                  </a:lnTo>
                  <a:lnTo>
                    <a:pt x="2449" y="822"/>
                  </a:lnTo>
                  <a:lnTo>
                    <a:pt x="2390" y="822"/>
                  </a:lnTo>
                  <a:lnTo>
                    <a:pt x="2375" y="807"/>
                  </a:lnTo>
                  <a:lnTo>
                    <a:pt x="2345" y="792"/>
                  </a:lnTo>
                  <a:lnTo>
                    <a:pt x="2330" y="777"/>
                  </a:lnTo>
                  <a:lnTo>
                    <a:pt x="2315" y="777"/>
                  </a:lnTo>
                  <a:lnTo>
                    <a:pt x="2300" y="762"/>
                  </a:lnTo>
                  <a:lnTo>
                    <a:pt x="2285" y="747"/>
                  </a:lnTo>
                  <a:lnTo>
                    <a:pt x="2255" y="733"/>
                  </a:lnTo>
                  <a:lnTo>
                    <a:pt x="2225" y="703"/>
                  </a:lnTo>
                  <a:lnTo>
                    <a:pt x="2210" y="688"/>
                  </a:lnTo>
                  <a:lnTo>
                    <a:pt x="2181" y="673"/>
                  </a:lnTo>
                  <a:lnTo>
                    <a:pt x="2136" y="643"/>
                  </a:lnTo>
                  <a:lnTo>
                    <a:pt x="2076" y="628"/>
                  </a:lnTo>
                  <a:lnTo>
                    <a:pt x="2016" y="598"/>
                  </a:lnTo>
                  <a:lnTo>
                    <a:pt x="1942" y="583"/>
                  </a:lnTo>
                  <a:lnTo>
                    <a:pt x="1882" y="568"/>
                  </a:lnTo>
                  <a:lnTo>
                    <a:pt x="1777" y="568"/>
                  </a:lnTo>
                  <a:lnTo>
                    <a:pt x="1673" y="553"/>
                  </a:lnTo>
                  <a:lnTo>
                    <a:pt x="1538" y="523"/>
                  </a:lnTo>
                  <a:lnTo>
                    <a:pt x="1449" y="479"/>
                  </a:lnTo>
                  <a:lnTo>
                    <a:pt x="1389" y="464"/>
                  </a:lnTo>
                  <a:lnTo>
                    <a:pt x="1314" y="509"/>
                  </a:lnTo>
                  <a:lnTo>
                    <a:pt x="1284" y="523"/>
                  </a:lnTo>
                  <a:lnTo>
                    <a:pt x="1255" y="538"/>
                  </a:lnTo>
                  <a:lnTo>
                    <a:pt x="1225" y="553"/>
                  </a:lnTo>
                  <a:lnTo>
                    <a:pt x="1180" y="568"/>
                  </a:lnTo>
                  <a:lnTo>
                    <a:pt x="1135" y="553"/>
                  </a:lnTo>
                  <a:lnTo>
                    <a:pt x="1105" y="553"/>
                  </a:lnTo>
                  <a:lnTo>
                    <a:pt x="1090" y="538"/>
                  </a:lnTo>
                  <a:lnTo>
                    <a:pt x="986" y="538"/>
                  </a:lnTo>
                  <a:lnTo>
                    <a:pt x="941" y="568"/>
                  </a:lnTo>
                  <a:lnTo>
                    <a:pt x="911" y="613"/>
                  </a:lnTo>
                  <a:lnTo>
                    <a:pt x="881" y="673"/>
                  </a:lnTo>
                  <a:lnTo>
                    <a:pt x="866" y="762"/>
                  </a:lnTo>
                  <a:lnTo>
                    <a:pt x="851" y="792"/>
                  </a:lnTo>
                  <a:lnTo>
                    <a:pt x="851" y="807"/>
                  </a:lnTo>
                  <a:lnTo>
                    <a:pt x="836" y="852"/>
                  </a:lnTo>
                  <a:lnTo>
                    <a:pt x="821" y="897"/>
                  </a:lnTo>
                  <a:lnTo>
                    <a:pt x="821" y="912"/>
                  </a:lnTo>
                  <a:lnTo>
                    <a:pt x="807" y="942"/>
                  </a:lnTo>
                  <a:lnTo>
                    <a:pt x="792" y="971"/>
                  </a:lnTo>
                  <a:lnTo>
                    <a:pt x="821" y="971"/>
                  </a:lnTo>
                  <a:lnTo>
                    <a:pt x="821" y="986"/>
                  </a:lnTo>
                  <a:lnTo>
                    <a:pt x="851" y="986"/>
                  </a:lnTo>
                  <a:lnTo>
                    <a:pt x="881" y="1001"/>
                  </a:lnTo>
                  <a:lnTo>
                    <a:pt x="911" y="1001"/>
                  </a:lnTo>
                  <a:lnTo>
                    <a:pt x="971" y="1031"/>
                  </a:lnTo>
                  <a:lnTo>
                    <a:pt x="1031" y="1076"/>
                  </a:lnTo>
                  <a:lnTo>
                    <a:pt x="1075" y="1121"/>
                  </a:lnTo>
                  <a:lnTo>
                    <a:pt x="1090" y="1166"/>
                  </a:lnTo>
                  <a:lnTo>
                    <a:pt x="1090" y="1210"/>
                  </a:lnTo>
                  <a:lnTo>
                    <a:pt x="1075" y="1255"/>
                  </a:lnTo>
                  <a:lnTo>
                    <a:pt x="1031" y="1315"/>
                  </a:lnTo>
                  <a:lnTo>
                    <a:pt x="956" y="1345"/>
                  </a:lnTo>
                  <a:lnTo>
                    <a:pt x="1449" y="2420"/>
                  </a:lnTo>
                  <a:lnTo>
                    <a:pt x="1464" y="2390"/>
                  </a:lnTo>
                  <a:lnTo>
                    <a:pt x="1479" y="2375"/>
                  </a:lnTo>
                  <a:lnTo>
                    <a:pt x="1479" y="2360"/>
                  </a:lnTo>
                  <a:lnTo>
                    <a:pt x="1479" y="2345"/>
                  </a:lnTo>
                  <a:lnTo>
                    <a:pt x="1479" y="2331"/>
                  </a:lnTo>
                  <a:lnTo>
                    <a:pt x="1479" y="2316"/>
                  </a:lnTo>
                  <a:lnTo>
                    <a:pt x="1479" y="2286"/>
                  </a:lnTo>
                  <a:lnTo>
                    <a:pt x="1464" y="2226"/>
                  </a:lnTo>
                  <a:lnTo>
                    <a:pt x="1494" y="2196"/>
                  </a:lnTo>
                  <a:lnTo>
                    <a:pt x="1523" y="2166"/>
                  </a:lnTo>
                  <a:lnTo>
                    <a:pt x="1553" y="2166"/>
                  </a:lnTo>
                  <a:lnTo>
                    <a:pt x="1568" y="2151"/>
                  </a:lnTo>
                  <a:lnTo>
                    <a:pt x="1598" y="2151"/>
                  </a:lnTo>
                  <a:lnTo>
                    <a:pt x="1598" y="2136"/>
                  </a:lnTo>
                  <a:lnTo>
                    <a:pt x="1613" y="2092"/>
                  </a:lnTo>
                  <a:lnTo>
                    <a:pt x="1598" y="2047"/>
                  </a:lnTo>
                  <a:lnTo>
                    <a:pt x="1598" y="2032"/>
                  </a:lnTo>
                  <a:lnTo>
                    <a:pt x="1598" y="2017"/>
                  </a:lnTo>
                  <a:lnTo>
                    <a:pt x="1598" y="2002"/>
                  </a:lnTo>
                  <a:lnTo>
                    <a:pt x="1598" y="1987"/>
                  </a:lnTo>
                  <a:lnTo>
                    <a:pt x="1598" y="1972"/>
                  </a:lnTo>
                  <a:lnTo>
                    <a:pt x="1613" y="1957"/>
                  </a:lnTo>
                  <a:lnTo>
                    <a:pt x="1628" y="1942"/>
                  </a:lnTo>
                  <a:lnTo>
                    <a:pt x="1643" y="1942"/>
                  </a:lnTo>
                  <a:lnTo>
                    <a:pt x="1658" y="1927"/>
                  </a:lnTo>
                  <a:lnTo>
                    <a:pt x="1673" y="1927"/>
                  </a:lnTo>
                  <a:lnTo>
                    <a:pt x="1688" y="1942"/>
                  </a:lnTo>
                  <a:lnTo>
                    <a:pt x="1703" y="1942"/>
                  </a:lnTo>
                  <a:lnTo>
                    <a:pt x="1732" y="1957"/>
                  </a:lnTo>
                  <a:lnTo>
                    <a:pt x="1762" y="1987"/>
                  </a:lnTo>
                  <a:lnTo>
                    <a:pt x="1792" y="2017"/>
                  </a:lnTo>
                  <a:lnTo>
                    <a:pt x="1807" y="2062"/>
                  </a:lnTo>
                  <a:lnTo>
                    <a:pt x="1822" y="2092"/>
                  </a:lnTo>
                  <a:lnTo>
                    <a:pt x="1852" y="2121"/>
                  </a:lnTo>
                  <a:lnTo>
                    <a:pt x="1867" y="2151"/>
                  </a:lnTo>
                  <a:lnTo>
                    <a:pt x="1897" y="2181"/>
                  </a:lnTo>
                  <a:lnTo>
                    <a:pt x="1927" y="2226"/>
                  </a:lnTo>
                  <a:lnTo>
                    <a:pt x="1971" y="2271"/>
                  </a:lnTo>
                  <a:lnTo>
                    <a:pt x="2001" y="2316"/>
                  </a:lnTo>
                  <a:lnTo>
                    <a:pt x="2016" y="2375"/>
                  </a:lnTo>
                  <a:lnTo>
                    <a:pt x="2181" y="2375"/>
                  </a:lnTo>
                  <a:lnTo>
                    <a:pt x="2210" y="2390"/>
                  </a:lnTo>
                  <a:lnTo>
                    <a:pt x="2225" y="2405"/>
                  </a:lnTo>
                  <a:lnTo>
                    <a:pt x="2270" y="2465"/>
                  </a:lnTo>
                  <a:lnTo>
                    <a:pt x="2285" y="2495"/>
                  </a:lnTo>
                  <a:lnTo>
                    <a:pt x="2300" y="2525"/>
                  </a:lnTo>
                  <a:lnTo>
                    <a:pt x="2315" y="2555"/>
                  </a:lnTo>
                  <a:lnTo>
                    <a:pt x="2315" y="2570"/>
                  </a:lnTo>
                  <a:lnTo>
                    <a:pt x="2330" y="2599"/>
                  </a:lnTo>
                  <a:lnTo>
                    <a:pt x="2330" y="2614"/>
                  </a:lnTo>
                  <a:lnTo>
                    <a:pt x="2345" y="2599"/>
                  </a:lnTo>
                  <a:lnTo>
                    <a:pt x="2375" y="2599"/>
                  </a:lnTo>
                  <a:lnTo>
                    <a:pt x="2390" y="2584"/>
                  </a:lnTo>
                  <a:lnTo>
                    <a:pt x="2405" y="2584"/>
                  </a:lnTo>
                  <a:lnTo>
                    <a:pt x="2434" y="2570"/>
                  </a:lnTo>
                  <a:lnTo>
                    <a:pt x="2464" y="2570"/>
                  </a:lnTo>
                  <a:lnTo>
                    <a:pt x="2494" y="2584"/>
                  </a:lnTo>
                  <a:lnTo>
                    <a:pt x="2524" y="2599"/>
                  </a:lnTo>
                  <a:lnTo>
                    <a:pt x="2539" y="2599"/>
                  </a:lnTo>
                  <a:lnTo>
                    <a:pt x="2569" y="2629"/>
                  </a:lnTo>
                  <a:lnTo>
                    <a:pt x="2584" y="2644"/>
                  </a:lnTo>
                  <a:lnTo>
                    <a:pt x="2599" y="2674"/>
                  </a:lnTo>
                  <a:lnTo>
                    <a:pt x="2629" y="2689"/>
                  </a:lnTo>
                  <a:lnTo>
                    <a:pt x="2673" y="2704"/>
                  </a:lnTo>
                  <a:lnTo>
                    <a:pt x="2748" y="2734"/>
                  </a:lnTo>
                  <a:lnTo>
                    <a:pt x="2823" y="2749"/>
                  </a:lnTo>
                  <a:lnTo>
                    <a:pt x="2868" y="2749"/>
                  </a:lnTo>
                  <a:lnTo>
                    <a:pt x="2897" y="2764"/>
                  </a:lnTo>
                  <a:lnTo>
                    <a:pt x="2927" y="2764"/>
                  </a:lnTo>
                  <a:lnTo>
                    <a:pt x="2942" y="2779"/>
                  </a:lnTo>
                  <a:lnTo>
                    <a:pt x="3092" y="2779"/>
                  </a:lnTo>
                  <a:lnTo>
                    <a:pt x="3106" y="2794"/>
                  </a:lnTo>
                  <a:lnTo>
                    <a:pt x="3136" y="2794"/>
                  </a:lnTo>
                  <a:lnTo>
                    <a:pt x="3136" y="2808"/>
                  </a:lnTo>
                  <a:lnTo>
                    <a:pt x="3166" y="2838"/>
                  </a:lnTo>
                  <a:lnTo>
                    <a:pt x="3166" y="2868"/>
                  </a:lnTo>
                  <a:lnTo>
                    <a:pt x="3166" y="2898"/>
                  </a:lnTo>
                  <a:lnTo>
                    <a:pt x="3151" y="2913"/>
                  </a:lnTo>
                  <a:lnTo>
                    <a:pt x="3136" y="2928"/>
                  </a:lnTo>
                  <a:lnTo>
                    <a:pt x="3092" y="2988"/>
                  </a:lnTo>
                  <a:lnTo>
                    <a:pt x="3032" y="3062"/>
                  </a:lnTo>
                  <a:lnTo>
                    <a:pt x="3002" y="3092"/>
                  </a:lnTo>
                  <a:lnTo>
                    <a:pt x="2957" y="3122"/>
                  </a:lnTo>
                  <a:lnTo>
                    <a:pt x="2942" y="3137"/>
                  </a:lnTo>
                  <a:lnTo>
                    <a:pt x="2912" y="3152"/>
                  </a:lnTo>
                  <a:lnTo>
                    <a:pt x="2853" y="3182"/>
                  </a:lnTo>
                  <a:lnTo>
                    <a:pt x="2808" y="3197"/>
                  </a:lnTo>
                  <a:lnTo>
                    <a:pt x="2748" y="3197"/>
                  </a:lnTo>
                  <a:lnTo>
                    <a:pt x="2688" y="3182"/>
                  </a:lnTo>
                  <a:lnTo>
                    <a:pt x="2658" y="3167"/>
                  </a:lnTo>
                  <a:lnTo>
                    <a:pt x="2644" y="3182"/>
                  </a:lnTo>
                  <a:lnTo>
                    <a:pt x="2629" y="3182"/>
                  </a:lnTo>
                  <a:lnTo>
                    <a:pt x="2629" y="3212"/>
                  </a:lnTo>
                  <a:lnTo>
                    <a:pt x="2614" y="3227"/>
                  </a:lnTo>
                  <a:lnTo>
                    <a:pt x="2614" y="3242"/>
                  </a:lnTo>
                  <a:lnTo>
                    <a:pt x="2599" y="3271"/>
                  </a:lnTo>
                  <a:lnTo>
                    <a:pt x="2584" y="3286"/>
                  </a:lnTo>
                  <a:lnTo>
                    <a:pt x="2569" y="3301"/>
                  </a:lnTo>
                  <a:lnTo>
                    <a:pt x="2539" y="3346"/>
                  </a:lnTo>
                  <a:lnTo>
                    <a:pt x="2509" y="3376"/>
                  </a:lnTo>
                  <a:lnTo>
                    <a:pt x="2494" y="3376"/>
                  </a:lnTo>
                  <a:lnTo>
                    <a:pt x="2479" y="3391"/>
                  </a:lnTo>
                  <a:lnTo>
                    <a:pt x="2434" y="3421"/>
                  </a:lnTo>
                  <a:lnTo>
                    <a:pt x="2419" y="3436"/>
                  </a:lnTo>
                  <a:lnTo>
                    <a:pt x="2405" y="3451"/>
                  </a:lnTo>
                  <a:lnTo>
                    <a:pt x="2390" y="3451"/>
                  </a:lnTo>
                  <a:lnTo>
                    <a:pt x="2375" y="3466"/>
                  </a:lnTo>
                  <a:lnTo>
                    <a:pt x="2360" y="3481"/>
                  </a:lnTo>
                  <a:lnTo>
                    <a:pt x="2330" y="3510"/>
                  </a:lnTo>
                  <a:lnTo>
                    <a:pt x="2315" y="3525"/>
                  </a:lnTo>
                  <a:lnTo>
                    <a:pt x="2240" y="3600"/>
                  </a:lnTo>
                  <a:lnTo>
                    <a:pt x="2225" y="3660"/>
                  </a:lnTo>
                  <a:lnTo>
                    <a:pt x="2225" y="3690"/>
                  </a:lnTo>
                  <a:lnTo>
                    <a:pt x="2240" y="3705"/>
                  </a:lnTo>
                  <a:lnTo>
                    <a:pt x="2240" y="3719"/>
                  </a:lnTo>
                  <a:lnTo>
                    <a:pt x="2270" y="3734"/>
                  </a:lnTo>
                  <a:lnTo>
                    <a:pt x="2285" y="3764"/>
                  </a:lnTo>
                  <a:lnTo>
                    <a:pt x="2300" y="3809"/>
                  </a:lnTo>
                  <a:lnTo>
                    <a:pt x="2300" y="3854"/>
                  </a:lnTo>
                  <a:lnTo>
                    <a:pt x="2300" y="3884"/>
                  </a:lnTo>
                  <a:lnTo>
                    <a:pt x="2300" y="3914"/>
                  </a:lnTo>
                  <a:lnTo>
                    <a:pt x="2285" y="3944"/>
                  </a:lnTo>
                  <a:lnTo>
                    <a:pt x="2270" y="3958"/>
                  </a:lnTo>
                  <a:lnTo>
                    <a:pt x="2255" y="3973"/>
                  </a:lnTo>
                  <a:lnTo>
                    <a:pt x="2255" y="3988"/>
                  </a:lnTo>
                  <a:lnTo>
                    <a:pt x="2240" y="3988"/>
                  </a:lnTo>
                  <a:lnTo>
                    <a:pt x="2240" y="4003"/>
                  </a:lnTo>
                  <a:lnTo>
                    <a:pt x="2225" y="4003"/>
                  </a:lnTo>
                  <a:lnTo>
                    <a:pt x="2195" y="4018"/>
                  </a:lnTo>
                  <a:lnTo>
                    <a:pt x="2151" y="4018"/>
                  </a:lnTo>
                  <a:lnTo>
                    <a:pt x="2136" y="4003"/>
                  </a:lnTo>
                  <a:lnTo>
                    <a:pt x="2121" y="4003"/>
                  </a:lnTo>
                  <a:lnTo>
                    <a:pt x="2106" y="3988"/>
                  </a:lnTo>
                  <a:lnTo>
                    <a:pt x="2091" y="3973"/>
                  </a:lnTo>
                  <a:lnTo>
                    <a:pt x="2076" y="3944"/>
                  </a:lnTo>
                  <a:lnTo>
                    <a:pt x="2061" y="3899"/>
                  </a:lnTo>
                  <a:lnTo>
                    <a:pt x="2061" y="3869"/>
                  </a:lnTo>
                  <a:lnTo>
                    <a:pt x="2061" y="3839"/>
                  </a:lnTo>
                  <a:lnTo>
                    <a:pt x="2061" y="3824"/>
                  </a:lnTo>
                  <a:lnTo>
                    <a:pt x="2061" y="3794"/>
                  </a:lnTo>
                  <a:lnTo>
                    <a:pt x="2046" y="3779"/>
                  </a:lnTo>
                  <a:lnTo>
                    <a:pt x="2046" y="3749"/>
                  </a:lnTo>
                  <a:lnTo>
                    <a:pt x="2031" y="3719"/>
                  </a:lnTo>
                  <a:lnTo>
                    <a:pt x="2016" y="3705"/>
                  </a:lnTo>
                  <a:lnTo>
                    <a:pt x="1986" y="3690"/>
                  </a:lnTo>
                  <a:lnTo>
                    <a:pt x="1971" y="3660"/>
                  </a:lnTo>
                  <a:lnTo>
                    <a:pt x="1957" y="3660"/>
                  </a:lnTo>
                  <a:lnTo>
                    <a:pt x="1942" y="3645"/>
                  </a:lnTo>
                  <a:lnTo>
                    <a:pt x="1927" y="3645"/>
                  </a:lnTo>
                  <a:lnTo>
                    <a:pt x="1927" y="3630"/>
                  </a:lnTo>
                  <a:lnTo>
                    <a:pt x="1912" y="3615"/>
                  </a:lnTo>
                  <a:lnTo>
                    <a:pt x="1912" y="3600"/>
                  </a:lnTo>
                  <a:lnTo>
                    <a:pt x="1897" y="3600"/>
                  </a:lnTo>
                  <a:lnTo>
                    <a:pt x="1897" y="3585"/>
                  </a:lnTo>
                  <a:lnTo>
                    <a:pt x="1882" y="3570"/>
                  </a:lnTo>
                  <a:lnTo>
                    <a:pt x="1867" y="3555"/>
                  </a:lnTo>
                  <a:lnTo>
                    <a:pt x="1837" y="3525"/>
                  </a:lnTo>
                  <a:lnTo>
                    <a:pt x="1703" y="3525"/>
                  </a:lnTo>
                  <a:lnTo>
                    <a:pt x="1673" y="3540"/>
                  </a:lnTo>
                  <a:lnTo>
                    <a:pt x="1658" y="3540"/>
                  </a:lnTo>
                  <a:lnTo>
                    <a:pt x="1628" y="3555"/>
                  </a:lnTo>
                  <a:lnTo>
                    <a:pt x="1613" y="3570"/>
                  </a:lnTo>
                  <a:lnTo>
                    <a:pt x="1628" y="3585"/>
                  </a:lnTo>
                  <a:lnTo>
                    <a:pt x="1628" y="3600"/>
                  </a:lnTo>
                  <a:lnTo>
                    <a:pt x="1643" y="3615"/>
                  </a:lnTo>
                  <a:lnTo>
                    <a:pt x="1643" y="3630"/>
                  </a:lnTo>
                  <a:lnTo>
                    <a:pt x="1658" y="3645"/>
                  </a:lnTo>
                  <a:lnTo>
                    <a:pt x="1673" y="3660"/>
                  </a:lnTo>
                  <a:lnTo>
                    <a:pt x="1688" y="3675"/>
                  </a:lnTo>
                  <a:lnTo>
                    <a:pt x="1703" y="3675"/>
                  </a:lnTo>
                  <a:lnTo>
                    <a:pt x="1718" y="3690"/>
                  </a:lnTo>
                  <a:lnTo>
                    <a:pt x="1732" y="3690"/>
                  </a:lnTo>
                  <a:lnTo>
                    <a:pt x="1762" y="3705"/>
                  </a:lnTo>
                  <a:lnTo>
                    <a:pt x="1777" y="3734"/>
                  </a:lnTo>
                  <a:lnTo>
                    <a:pt x="1792" y="3779"/>
                  </a:lnTo>
                  <a:lnTo>
                    <a:pt x="1807" y="3794"/>
                  </a:lnTo>
                  <a:lnTo>
                    <a:pt x="1822" y="3839"/>
                  </a:lnTo>
                  <a:lnTo>
                    <a:pt x="1822" y="3869"/>
                  </a:lnTo>
                  <a:lnTo>
                    <a:pt x="1837" y="3914"/>
                  </a:lnTo>
                  <a:lnTo>
                    <a:pt x="1822" y="3944"/>
                  </a:lnTo>
                  <a:lnTo>
                    <a:pt x="1807" y="3973"/>
                  </a:lnTo>
                  <a:lnTo>
                    <a:pt x="1792" y="3988"/>
                  </a:lnTo>
                  <a:lnTo>
                    <a:pt x="1777" y="4003"/>
                  </a:lnTo>
                  <a:lnTo>
                    <a:pt x="1747" y="4018"/>
                  </a:lnTo>
                  <a:lnTo>
                    <a:pt x="1732" y="4033"/>
                  </a:lnTo>
                  <a:lnTo>
                    <a:pt x="1658" y="4033"/>
                  </a:lnTo>
                  <a:lnTo>
                    <a:pt x="1643" y="4018"/>
                  </a:lnTo>
                  <a:lnTo>
                    <a:pt x="1628" y="4018"/>
                  </a:lnTo>
                  <a:lnTo>
                    <a:pt x="1568" y="4003"/>
                  </a:lnTo>
                  <a:lnTo>
                    <a:pt x="1494" y="3929"/>
                  </a:lnTo>
                  <a:lnTo>
                    <a:pt x="1434" y="3854"/>
                  </a:lnTo>
                  <a:lnTo>
                    <a:pt x="1389" y="3809"/>
                  </a:lnTo>
                  <a:lnTo>
                    <a:pt x="1374" y="3794"/>
                  </a:lnTo>
                  <a:lnTo>
                    <a:pt x="1359" y="3779"/>
                  </a:lnTo>
                  <a:lnTo>
                    <a:pt x="1344" y="3779"/>
                  </a:lnTo>
                  <a:lnTo>
                    <a:pt x="1329" y="3764"/>
                  </a:lnTo>
                  <a:lnTo>
                    <a:pt x="1299" y="3764"/>
                  </a:lnTo>
                  <a:lnTo>
                    <a:pt x="1299" y="3779"/>
                  </a:lnTo>
                  <a:lnTo>
                    <a:pt x="1284" y="3779"/>
                  </a:lnTo>
                  <a:lnTo>
                    <a:pt x="1284" y="3794"/>
                  </a:lnTo>
                  <a:lnTo>
                    <a:pt x="1284" y="3809"/>
                  </a:lnTo>
                  <a:lnTo>
                    <a:pt x="1299" y="3839"/>
                  </a:lnTo>
                  <a:lnTo>
                    <a:pt x="1314" y="3869"/>
                  </a:lnTo>
                  <a:lnTo>
                    <a:pt x="1329" y="3899"/>
                  </a:lnTo>
                  <a:lnTo>
                    <a:pt x="1344" y="3944"/>
                  </a:lnTo>
                  <a:lnTo>
                    <a:pt x="1359" y="3988"/>
                  </a:lnTo>
                  <a:lnTo>
                    <a:pt x="1374" y="4018"/>
                  </a:lnTo>
                  <a:lnTo>
                    <a:pt x="1374" y="4048"/>
                  </a:lnTo>
                  <a:lnTo>
                    <a:pt x="1374" y="4078"/>
                  </a:lnTo>
                  <a:lnTo>
                    <a:pt x="1374" y="4108"/>
                  </a:lnTo>
                  <a:lnTo>
                    <a:pt x="1374" y="4138"/>
                  </a:lnTo>
                  <a:lnTo>
                    <a:pt x="1359" y="4168"/>
                  </a:lnTo>
                  <a:lnTo>
                    <a:pt x="1329" y="4182"/>
                  </a:lnTo>
                  <a:lnTo>
                    <a:pt x="1329" y="4197"/>
                  </a:lnTo>
                  <a:lnTo>
                    <a:pt x="1314" y="4197"/>
                  </a:lnTo>
                  <a:lnTo>
                    <a:pt x="1284" y="4212"/>
                  </a:lnTo>
                  <a:lnTo>
                    <a:pt x="1165" y="4212"/>
                  </a:lnTo>
                  <a:lnTo>
                    <a:pt x="1120" y="4197"/>
                  </a:lnTo>
                  <a:lnTo>
                    <a:pt x="1090" y="4182"/>
                  </a:lnTo>
                  <a:lnTo>
                    <a:pt x="1045" y="4153"/>
                  </a:lnTo>
                  <a:lnTo>
                    <a:pt x="1031" y="4123"/>
                  </a:lnTo>
                  <a:lnTo>
                    <a:pt x="1016" y="4123"/>
                  </a:lnTo>
                  <a:lnTo>
                    <a:pt x="1016" y="4108"/>
                  </a:lnTo>
                  <a:lnTo>
                    <a:pt x="1001" y="4078"/>
                  </a:lnTo>
                  <a:lnTo>
                    <a:pt x="986" y="4063"/>
                  </a:lnTo>
                  <a:lnTo>
                    <a:pt x="971" y="4018"/>
                  </a:lnTo>
                  <a:lnTo>
                    <a:pt x="956" y="3988"/>
                  </a:lnTo>
                  <a:lnTo>
                    <a:pt x="941" y="3958"/>
                  </a:lnTo>
                  <a:lnTo>
                    <a:pt x="911" y="3929"/>
                  </a:lnTo>
                  <a:lnTo>
                    <a:pt x="911" y="3914"/>
                  </a:lnTo>
                  <a:lnTo>
                    <a:pt x="896" y="3899"/>
                  </a:lnTo>
                  <a:lnTo>
                    <a:pt x="881" y="3884"/>
                  </a:lnTo>
                  <a:lnTo>
                    <a:pt x="881" y="3869"/>
                  </a:lnTo>
                  <a:lnTo>
                    <a:pt x="866" y="3854"/>
                  </a:lnTo>
                  <a:lnTo>
                    <a:pt x="851" y="3809"/>
                  </a:lnTo>
                  <a:lnTo>
                    <a:pt x="821" y="3779"/>
                  </a:lnTo>
                  <a:lnTo>
                    <a:pt x="792" y="3749"/>
                  </a:lnTo>
                  <a:lnTo>
                    <a:pt x="747" y="3734"/>
                  </a:lnTo>
                  <a:lnTo>
                    <a:pt x="732" y="3734"/>
                  </a:lnTo>
                  <a:lnTo>
                    <a:pt x="717" y="3719"/>
                  </a:lnTo>
                  <a:lnTo>
                    <a:pt x="687" y="3719"/>
                  </a:lnTo>
                  <a:lnTo>
                    <a:pt x="597" y="3675"/>
                  </a:lnTo>
                  <a:lnTo>
                    <a:pt x="508" y="3660"/>
                  </a:lnTo>
                  <a:lnTo>
                    <a:pt x="418" y="3660"/>
                  </a:lnTo>
                  <a:lnTo>
                    <a:pt x="314" y="3705"/>
                  </a:lnTo>
                  <a:lnTo>
                    <a:pt x="239" y="3734"/>
                  </a:lnTo>
                  <a:lnTo>
                    <a:pt x="179" y="3779"/>
                  </a:lnTo>
                  <a:lnTo>
                    <a:pt x="120" y="3824"/>
                  </a:lnTo>
                  <a:lnTo>
                    <a:pt x="75" y="3869"/>
                  </a:lnTo>
                  <a:lnTo>
                    <a:pt x="45" y="3914"/>
                  </a:lnTo>
                  <a:lnTo>
                    <a:pt x="15" y="3958"/>
                  </a:lnTo>
                  <a:lnTo>
                    <a:pt x="0" y="4003"/>
                  </a:lnTo>
                  <a:lnTo>
                    <a:pt x="0" y="4063"/>
                  </a:lnTo>
                  <a:lnTo>
                    <a:pt x="0" y="4123"/>
                  </a:lnTo>
                  <a:lnTo>
                    <a:pt x="15" y="4153"/>
                  </a:lnTo>
                  <a:lnTo>
                    <a:pt x="30" y="4182"/>
                  </a:lnTo>
                  <a:lnTo>
                    <a:pt x="60" y="4197"/>
                  </a:lnTo>
                  <a:lnTo>
                    <a:pt x="75" y="4212"/>
                  </a:lnTo>
                  <a:lnTo>
                    <a:pt x="90" y="4257"/>
                  </a:lnTo>
                  <a:lnTo>
                    <a:pt x="105" y="4287"/>
                  </a:lnTo>
                  <a:lnTo>
                    <a:pt x="120" y="4347"/>
                  </a:lnTo>
                  <a:lnTo>
                    <a:pt x="120" y="4362"/>
                  </a:lnTo>
                  <a:lnTo>
                    <a:pt x="120" y="4392"/>
                  </a:lnTo>
                  <a:lnTo>
                    <a:pt x="120" y="4406"/>
                  </a:lnTo>
                  <a:lnTo>
                    <a:pt x="134" y="4406"/>
                  </a:lnTo>
                  <a:lnTo>
                    <a:pt x="149" y="4377"/>
                  </a:lnTo>
                  <a:lnTo>
                    <a:pt x="164" y="4362"/>
                  </a:lnTo>
                  <a:lnTo>
                    <a:pt x="194" y="4347"/>
                  </a:lnTo>
                  <a:lnTo>
                    <a:pt x="224" y="4332"/>
                  </a:lnTo>
                  <a:lnTo>
                    <a:pt x="254" y="4317"/>
                  </a:lnTo>
                  <a:lnTo>
                    <a:pt x="344" y="4317"/>
                  </a:lnTo>
                  <a:lnTo>
                    <a:pt x="433" y="4332"/>
                  </a:lnTo>
                  <a:lnTo>
                    <a:pt x="508" y="4362"/>
                  </a:lnTo>
                  <a:lnTo>
                    <a:pt x="538" y="4377"/>
                  </a:lnTo>
                  <a:lnTo>
                    <a:pt x="553" y="4377"/>
                  </a:lnTo>
                  <a:lnTo>
                    <a:pt x="568" y="4392"/>
                  </a:lnTo>
                  <a:lnTo>
                    <a:pt x="612" y="4392"/>
                  </a:lnTo>
                  <a:lnTo>
                    <a:pt x="627" y="4377"/>
                  </a:lnTo>
                  <a:lnTo>
                    <a:pt x="657" y="4347"/>
                  </a:lnTo>
                  <a:lnTo>
                    <a:pt x="672" y="4332"/>
                  </a:lnTo>
                  <a:lnTo>
                    <a:pt x="702" y="4317"/>
                  </a:lnTo>
                  <a:lnTo>
                    <a:pt x="821" y="4317"/>
                  </a:lnTo>
                  <a:lnTo>
                    <a:pt x="851" y="4332"/>
                  </a:lnTo>
                  <a:lnTo>
                    <a:pt x="896" y="4347"/>
                  </a:lnTo>
                  <a:lnTo>
                    <a:pt x="896" y="4362"/>
                  </a:lnTo>
                  <a:lnTo>
                    <a:pt x="911" y="4362"/>
                  </a:lnTo>
                  <a:lnTo>
                    <a:pt x="926" y="4377"/>
                  </a:lnTo>
                  <a:lnTo>
                    <a:pt x="941" y="4392"/>
                  </a:lnTo>
                  <a:lnTo>
                    <a:pt x="971" y="4392"/>
                  </a:lnTo>
                  <a:lnTo>
                    <a:pt x="986" y="4377"/>
                  </a:lnTo>
                  <a:lnTo>
                    <a:pt x="1001" y="4362"/>
                  </a:lnTo>
                  <a:lnTo>
                    <a:pt x="1016" y="4362"/>
                  </a:lnTo>
                  <a:lnTo>
                    <a:pt x="1031" y="4347"/>
                  </a:lnTo>
                  <a:lnTo>
                    <a:pt x="1045" y="4347"/>
                  </a:lnTo>
                  <a:lnTo>
                    <a:pt x="1060" y="4317"/>
                  </a:lnTo>
                  <a:lnTo>
                    <a:pt x="1105" y="4317"/>
                  </a:lnTo>
                  <a:lnTo>
                    <a:pt x="1135" y="4302"/>
                  </a:lnTo>
                  <a:lnTo>
                    <a:pt x="1165" y="4302"/>
                  </a:lnTo>
                  <a:lnTo>
                    <a:pt x="1195" y="4317"/>
                  </a:lnTo>
                  <a:lnTo>
                    <a:pt x="1240" y="4332"/>
                  </a:lnTo>
                  <a:lnTo>
                    <a:pt x="1270" y="4347"/>
                  </a:lnTo>
                  <a:lnTo>
                    <a:pt x="1284" y="4362"/>
                  </a:lnTo>
                  <a:lnTo>
                    <a:pt x="1314" y="4392"/>
                  </a:lnTo>
                  <a:lnTo>
                    <a:pt x="1344" y="4421"/>
                  </a:lnTo>
                  <a:lnTo>
                    <a:pt x="1389" y="4451"/>
                  </a:lnTo>
                  <a:lnTo>
                    <a:pt x="1434" y="4496"/>
                  </a:lnTo>
                  <a:lnTo>
                    <a:pt x="1479" y="4526"/>
                  </a:lnTo>
                  <a:lnTo>
                    <a:pt x="1523" y="4541"/>
                  </a:lnTo>
                  <a:lnTo>
                    <a:pt x="1538" y="4556"/>
                  </a:lnTo>
                  <a:lnTo>
                    <a:pt x="1553" y="4556"/>
                  </a:lnTo>
                  <a:lnTo>
                    <a:pt x="1583" y="4541"/>
                  </a:lnTo>
                  <a:lnTo>
                    <a:pt x="1598" y="4526"/>
                  </a:lnTo>
                  <a:lnTo>
                    <a:pt x="1613" y="4511"/>
                  </a:lnTo>
                  <a:lnTo>
                    <a:pt x="1628" y="4496"/>
                  </a:lnTo>
                  <a:lnTo>
                    <a:pt x="1643" y="4481"/>
                  </a:lnTo>
                  <a:lnTo>
                    <a:pt x="1658" y="4466"/>
                  </a:lnTo>
                  <a:lnTo>
                    <a:pt x="1673" y="4451"/>
                  </a:lnTo>
                  <a:lnTo>
                    <a:pt x="1718" y="4406"/>
                  </a:lnTo>
                  <a:lnTo>
                    <a:pt x="1762" y="4362"/>
                  </a:lnTo>
                  <a:lnTo>
                    <a:pt x="1822" y="4332"/>
                  </a:lnTo>
                  <a:lnTo>
                    <a:pt x="1882" y="4302"/>
                  </a:lnTo>
                  <a:lnTo>
                    <a:pt x="1927" y="4287"/>
                  </a:lnTo>
                  <a:lnTo>
                    <a:pt x="1986" y="4272"/>
                  </a:lnTo>
                  <a:lnTo>
                    <a:pt x="2031" y="4272"/>
                  </a:lnTo>
                  <a:lnTo>
                    <a:pt x="2061" y="4287"/>
                  </a:lnTo>
                  <a:lnTo>
                    <a:pt x="2106" y="4317"/>
                  </a:lnTo>
                  <a:lnTo>
                    <a:pt x="2136" y="4362"/>
                  </a:lnTo>
                  <a:lnTo>
                    <a:pt x="2151" y="4392"/>
                  </a:lnTo>
                  <a:lnTo>
                    <a:pt x="2151" y="4436"/>
                  </a:lnTo>
                  <a:lnTo>
                    <a:pt x="2151" y="4451"/>
                  </a:lnTo>
                  <a:lnTo>
                    <a:pt x="2151" y="4466"/>
                  </a:lnTo>
                  <a:lnTo>
                    <a:pt x="2166" y="4466"/>
                  </a:lnTo>
                  <a:lnTo>
                    <a:pt x="2166" y="4481"/>
                  </a:lnTo>
                  <a:lnTo>
                    <a:pt x="2300" y="4481"/>
                  </a:lnTo>
                  <a:lnTo>
                    <a:pt x="2315" y="4496"/>
                  </a:lnTo>
                  <a:lnTo>
                    <a:pt x="2345" y="4511"/>
                  </a:lnTo>
                  <a:lnTo>
                    <a:pt x="2375" y="4556"/>
                  </a:lnTo>
                  <a:lnTo>
                    <a:pt x="2390" y="4601"/>
                  </a:lnTo>
                  <a:lnTo>
                    <a:pt x="2405" y="4616"/>
                  </a:lnTo>
                  <a:lnTo>
                    <a:pt x="2405" y="4645"/>
                  </a:lnTo>
                  <a:lnTo>
                    <a:pt x="2405" y="4660"/>
                  </a:lnTo>
                  <a:lnTo>
                    <a:pt x="2419" y="4675"/>
                  </a:lnTo>
                  <a:lnTo>
                    <a:pt x="2434" y="4690"/>
                  </a:lnTo>
                  <a:lnTo>
                    <a:pt x="2449" y="4675"/>
                  </a:lnTo>
                  <a:lnTo>
                    <a:pt x="2464" y="4660"/>
                  </a:lnTo>
                  <a:lnTo>
                    <a:pt x="2479" y="4645"/>
                  </a:lnTo>
                  <a:lnTo>
                    <a:pt x="2494" y="4631"/>
                  </a:lnTo>
                  <a:lnTo>
                    <a:pt x="2524" y="4616"/>
                  </a:lnTo>
                  <a:lnTo>
                    <a:pt x="2599" y="4616"/>
                  </a:lnTo>
                  <a:lnTo>
                    <a:pt x="2629" y="4631"/>
                  </a:lnTo>
                  <a:lnTo>
                    <a:pt x="2673" y="4645"/>
                  </a:lnTo>
                  <a:lnTo>
                    <a:pt x="2703" y="4675"/>
                  </a:lnTo>
                  <a:lnTo>
                    <a:pt x="2748" y="4720"/>
                  </a:lnTo>
                  <a:lnTo>
                    <a:pt x="2763" y="4750"/>
                  </a:lnTo>
                  <a:lnTo>
                    <a:pt x="2778" y="4750"/>
                  </a:lnTo>
                  <a:lnTo>
                    <a:pt x="2793" y="4765"/>
                  </a:lnTo>
                  <a:lnTo>
                    <a:pt x="2838" y="4765"/>
                  </a:lnTo>
                  <a:lnTo>
                    <a:pt x="2853" y="4750"/>
                  </a:lnTo>
                  <a:lnTo>
                    <a:pt x="2853" y="4735"/>
                  </a:lnTo>
                  <a:lnTo>
                    <a:pt x="2868" y="4735"/>
                  </a:lnTo>
                  <a:lnTo>
                    <a:pt x="2868" y="4720"/>
                  </a:lnTo>
                  <a:lnTo>
                    <a:pt x="2882" y="4631"/>
                  </a:lnTo>
                  <a:lnTo>
                    <a:pt x="2927" y="4556"/>
                  </a:lnTo>
                  <a:lnTo>
                    <a:pt x="2942" y="4541"/>
                  </a:lnTo>
                  <a:lnTo>
                    <a:pt x="2957" y="4526"/>
                  </a:lnTo>
                  <a:lnTo>
                    <a:pt x="3032" y="4496"/>
                  </a:lnTo>
                  <a:lnTo>
                    <a:pt x="3136" y="4511"/>
                  </a:lnTo>
                  <a:lnTo>
                    <a:pt x="3256" y="4541"/>
                  </a:lnTo>
                  <a:lnTo>
                    <a:pt x="3301" y="4556"/>
                  </a:lnTo>
                  <a:lnTo>
                    <a:pt x="3316" y="4571"/>
                  </a:lnTo>
                  <a:lnTo>
                    <a:pt x="3331" y="4571"/>
                  </a:lnTo>
                  <a:lnTo>
                    <a:pt x="3360" y="4586"/>
                  </a:lnTo>
                  <a:lnTo>
                    <a:pt x="3540" y="4586"/>
                  </a:lnTo>
                  <a:lnTo>
                    <a:pt x="3584" y="4571"/>
                  </a:lnTo>
                  <a:lnTo>
                    <a:pt x="3629" y="4571"/>
                  </a:lnTo>
                  <a:lnTo>
                    <a:pt x="3659" y="4556"/>
                  </a:lnTo>
                  <a:lnTo>
                    <a:pt x="3674" y="4556"/>
                  </a:lnTo>
                  <a:lnTo>
                    <a:pt x="3689" y="4541"/>
                  </a:lnTo>
                  <a:lnTo>
                    <a:pt x="3704" y="4526"/>
                  </a:lnTo>
                  <a:lnTo>
                    <a:pt x="3719" y="4511"/>
                  </a:lnTo>
                  <a:lnTo>
                    <a:pt x="3749" y="4496"/>
                  </a:lnTo>
                  <a:lnTo>
                    <a:pt x="3764" y="4481"/>
                  </a:lnTo>
                  <a:lnTo>
                    <a:pt x="3793" y="4466"/>
                  </a:lnTo>
                  <a:lnTo>
                    <a:pt x="3808" y="4451"/>
                  </a:lnTo>
                  <a:lnTo>
                    <a:pt x="3838" y="4436"/>
                  </a:lnTo>
                  <a:lnTo>
                    <a:pt x="3868" y="4436"/>
                  </a:lnTo>
                  <a:lnTo>
                    <a:pt x="3928" y="4421"/>
                  </a:lnTo>
                  <a:lnTo>
                    <a:pt x="4152" y="4421"/>
                  </a:lnTo>
                  <a:lnTo>
                    <a:pt x="4167" y="4406"/>
                  </a:lnTo>
                  <a:lnTo>
                    <a:pt x="4256" y="4406"/>
                  </a:lnTo>
                  <a:lnTo>
                    <a:pt x="4256" y="4392"/>
                  </a:lnTo>
                  <a:lnTo>
                    <a:pt x="4256" y="4362"/>
                  </a:lnTo>
                  <a:lnTo>
                    <a:pt x="4227" y="4287"/>
                  </a:lnTo>
                  <a:lnTo>
                    <a:pt x="4197" y="4257"/>
                  </a:lnTo>
                  <a:lnTo>
                    <a:pt x="4152" y="4212"/>
                  </a:lnTo>
                  <a:lnTo>
                    <a:pt x="4137" y="4138"/>
                  </a:lnTo>
                  <a:lnTo>
                    <a:pt x="4122" y="4048"/>
                  </a:lnTo>
                  <a:lnTo>
                    <a:pt x="4122" y="3988"/>
                  </a:lnTo>
                  <a:lnTo>
                    <a:pt x="4137" y="3944"/>
                  </a:lnTo>
                  <a:lnTo>
                    <a:pt x="4167" y="3899"/>
                  </a:lnTo>
                  <a:lnTo>
                    <a:pt x="4167" y="3884"/>
                  </a:lnTo>
                  <a:lnTo>
                    <a:pt x="4167" y="3869"/>
                  </a:lnTo>
                  <a:lnTo>
                    <a:pt x="4182" y="3869"/>
                  </a:lnTo>
                  <a:lnTo>
                    <a:pt x="4182" y="3854"/>
                  </a:lnTo>
                  <a:lnTo>
                    <a:pt x="4182" y="3839"/>
                  </a:lnTo>
                  <a:lnTo>
                    <a:pt x="4182" y="3794"/>
                  </a:lnTo>
                  <a:lnTo>
                    <a:pt x="4242" y="3705"/>
                  </a:lnTo>
                  <a:lnTo>
                    <a:pt x="4301" y="3690"/>
                  </a:lnTo>
                  <a:lnTo>
                    <a:pt x="4346" y="3690"/>
                  </a:lnTo>
                  <a:lnTo>
                    <a:pt x="4361" y="3675"/>
                  </a:lnTo>
                  <a:lnTo>
                    <a:pt x="4466" y="3675"/>
                  </a:lnTo>
                  <a:lnTo>
                    <a:pt x="4540" y="3660"/>
                  </a:lnTo>
                  <a:lnTo>
                    <a:pt x="4600" y="3630"/>
                  </a:lnTo>
                  <a:lnTo>
                    <a:pt x="4645" y="3570"/>
                  </a:lnTo>
                  <a:lnTo>
                    <a:pt x="4734" y="3451"/>
                  </a:lnTo>
                  <a:lnTo>
                    <a:pt x="4809" y="3421"/>
                  </a:lnTo>
                  <a:lnTo>
                    <a:pt x="4929" y="3421"/>
                  </a:lnTo>
                  <a:lnTo>
                    <a:pt x="4929" y="3406"/>
                  </a:lnTo>
                  <a:lnTo>
                    <a:pt x="4929" y="3376"/>
                  </a:lnTo>
                  <a:lnTo>
                    <a:pt x="4929" y="3301"/>
                  </a:lnTo>
                  <a:lnTo>
                    <a:pt x="5003" y="3257"/>
                  </a:lnTo>
                  <a:lnTo>
                    <a:pt x="5063" y="3257"/>
                  </a:lnTo>
                  <a:lnTo>
                    <a:pt x="5078" y="3271"/>
                  </a:lnTo>
                  <a:lnTo>
                    <a:pt x="5108" y="3271"/>
                  </a:lnTo>
                  <a:lnTo>
                    <a:pt x="5123" y="3286"/>
                  </a:lnTo>
                  <a:lnTo>
                    <a:pt x="5153" y="3286"/>
                  </a:lnTo>
                  <a:lnTo>
                    <a:pt x="5167" y="3301"/>
                  </a:lnTo>
                  <a:lnTo>
                    <a:pt x="5197" y="3301"/>
                  </a:lnTo>
                  <a:lnTo>
                    <a:pt x="5212" y="3286"/>
                  </a:lnTo>
                  <a:lnTo>
                    <a:pt x="5212" y="3271"/>
                  </a:lnTo>
                  <a:lnTo>
                    <a:pt x="5227" y="3271"/>
                  </a:lnTo>
                  <a:lnTo>
                    <a:pt x="5257" y="3212"/>
                  </a:lnTo>
                  <a:lnTo>
                    <a:pt x="5272" y="3167"/>
                  </a:lnTo>
                  <a:lnTo>
                    <a:pt x="5317" y="3137"/>
                  </a:lnTo>
                  <a:lnTo>
                    <a:pt x="5347" y="3122"/>
                  </a:lnTo>
                  <a:lnTo>
                    <a:pt x="5362" y="3122"/>
                  </a:lnTo>
                  <a:lnTo>
                    <a:pt x="5362" y="3107"/>
                  </a:lnTo>
                  <a:lnTo>
                    <a:pt x="5451" y="3107"/>
                  </a:lnTo>
                  <a:lnTo>
                    <a:pt x="5496" y="3137"/>
                  </a:lnTo>
                  <a:lnTo>
                    <a:pt x="5541" y="3197"/>
                  </a:lnTo>
                  <a:lnTo>
                    <a:pt x="5541" y="3212"/>
                  </a:lnTo>
                  <a:lnTo>
                    <a:pt x="5556" y="3227"/>
                  </a:lnTo>
                  <a:lnTo>
                    <a:pt x="5586" y="3316"/>
                  </a:lnTo>
                  <a:lnTo>
                    <a:pt x="5645" y="3391"/>
                  </a:lnTo>
                  <a:lnTo>
                    <a:pt x="5690" y="3451"/>
                  </a:lnTo>
                  <a:lnTo>
                    <a:pt x="5765" y="3466"/>
                  </a:lnTo>
                  <a:lnTo>
                    <a:pt x="5810" y="3466"/>
                  </a:lnTo>
                  <a:lnTo>
                    <a:pt x="5825" y="3451"/>
                  </a:lnTo>
                  <a:lnTo>
                    <a:pt x="5840" y="3451"/>
                  </a:lnTo>
                  <a:lnTo>
                    <a:pt x="5854" y="3421"/>
                  </a:lnTo>
                  <a:lnTo>
                    <a:pt x="5884" y="3391"/>
                  </a:lnTo>
                  <a:lnTo>
                    <a:pt x="5929" y="3346"/>
                  </a:lnTo>
                  <a:lnTo>
                    <a:pt x="5974" y="3316"/>
                  </a:lnTo>
                  <a:lnTo>
                    <a:pt x="6019" y="3301"/>
                  </a:lnTo>
                  <a:lnTo>
                    <a:pt x="6064" y="3286"/>
                  </a:lnTo>
                  <a:lnTo>
                    <a:pt x="6108" y="3286"/>
                  </a:lnTo>
                  <a:lnTo>
                    <a:pt x="6108" y="3271"/>
                  </a:lnTo>
                  <a:lnTo>
                    <a:pt x="6183" y="3271"/>
                  </a:lnTo>
                  <a:lnTo>
                    <a:pt x="6228" y="3286"/>
                  </a:lnTo>
                  <a:lnTo>
                    <a:pt x="6243" y="3301"/>
                  </a:lnTo>
                  <a:lnTo>
                    <a:pt x="6273" y="3331"/>
                  </a:lnTo>
                  <a:lnTo>
                    <a:pt x="6273" y="3346"/>
                  </a:lnTo>
                  <a:lnTo>
                    <a:pt x="6288" y="3346"/>
                  </a:lnTo>
                  <a:lnTo>
                    <a:pt x="6303" y="3331"/>
                  </a:lnTo>
                  <a:lnTo>
                    <a:pt x="6317" y="3316"/>
                  </a:lnTo>
                  <a:lnTo>
                    <a:pt x="6347" y="3286"/>
                  </a:lnTo>
                  <a:lnTo>
                    <a:pt x="6362" y="3257"/>
                  </a:lnTo>
                  <a:lnTo>
                    <a:pt x="6377" y="3242"/>
                  </a:lnTo>
                  <a:lnTo>
                    <a:pt x="6392" y="3227"/>
                  </a:lnTo>
                  <a:lnTo>
                    <a:pt x="6392" y="3197"/>
                  </a:lnTo>
                  <a:lnTo>
                    <a:pt x="6407" y="3182"/>
                  </a:lnTo>
                  <a:lnTo>
                    <a:pt x="6407" y="3167"/>
                  </a:lnTo>
                  <a:lnTo>
                    <a:pt x="6407" y="3137"/>
                  </a:lnTo>
                  <a:lnTo>
                    <a:pt x="6407" y="3092"/>
                  </a:lnTo>
                  <a:lnTo>
                    <a:pt x="6407" y="3062"/>
                  </a:lnTo>
                  <a:lnTo>
                    <a:pt x="6407" y="3018"/>
                  </a:lnTo>
                  <a:lnTo>
                    <a:pt x="6407" y="2988"/>
                  </a:lnTo>
                  <a:lnTo>
                    <a:pt x="6392" y="2958"/>
                  </a:lnTo>
                  <a:lnTo>
                    <a:pt x="6392" y="2928"/>
                  </a:lnTo>
                  <a:lnTo>
                    <a:pt x="6392" y="2898"/>
                  </a:lnTo>
                  <a:lnTo>
                    <a:pt x="6377" y="2868"/>
                  </a:lnTo>
                  <a:lnTo>
                    <a:pt x="6392" y="2838"/>
                  </a:lnTo>
                  <a:lnTo>
                    <a:pt x="6392" y="2794"/>
                  </a:lnTo>
                  <a:lnTo>
                    <a:pt x="6407" y="2764"/>
                  </a:lnTo>
                  <a:lnTo>
                    <a:pt x="6407" y="2734"/>
                  </a:lnTo>
                  <a:lnTo>
                    <a:pt x="6422" y="2689"/>
                  </a:lnTo>
                  <a:lnTo>
                    <a:pt x="6437" y="2644"/>
                  </a:lnTo>
                  <a:lnTo>
                    <a:pt x="6482" y="2599"/>
                  </a:lnTo>
                  <a:lnTo>
                    <a:pt x="6512" y="2570"/>
                  </a:lnTo>
                  <a:lnTo>
                    <a:pt x="6571" y="2555"/>
                  </a:lnTo>
                  <a:lnTo>
                    <a:pt x="6616" y="2540"/>
                  </a:lnTo>
                  <a:lnTo>
                    <a:pt x="6736" y="2540"/>
                  </a:lnTo>
                  <a:lnTo>
                    <a:pt x="6810" y="2555"/>
                  </a:lnTo>
                  <a:lnTo>
                    <a:pt x="6885" y="2570"/>
                  </a:lnTo>
                  <a:lnTo>
                    <a:pt x="6945" y="2599"/>
                  </a:lnTo>
                  <a:lnTo>
                    <a:pt x="7049" y="2629"/>
                  </a:lnTo>
                  <a:lnTo>
                    <a:pt x="7124" y="2599"/>
                  </a:lnTo>
                  <a:lnTo>
                    <a:pt x="7169" y="2570"/>
                  </a:lnTo>
                  <a:lnTo>
                    <a:pt x="7214" y="2555"/>
                  </a:lnTo>
                  <a:lnTo>
                    <a:pt x="7258" y="2540"/>
                  </a:lnTo>
                  <a:lnTo>
                    <a:pt x="7303" y="2525"/>
                  </a:lnTo>
                  <a:lnTo>
                    <a:pt x="7348" y="2510"/>
                  </a:lnTo>
                  <a:lnTo>
                    <a:pt x="7393" y="2510"/>
                  </a:lnTo>
                  <a:lnTo>
                    <a:pt x="7438" y="2495"/>
                  </a:lnTo>
                  <a:lnTo>
                    <a:pt x="7497" y="2510"/>
                  </a:lnTo>
                  <a:lnTo>
                    <a:pt x="7617" y="2510"/>
                  </a:lnTo>
                  <a:lnTo>
                    <a:pt x="7647" y="2495"/>
                  </a:lnTo>
                  <a:lnTo>
                    <a:pt x="7662" y="2495"/>
                  </a:lnTo>
                  <a:lnTo>
                    <a:pt x="7691" y="2480"/>
                  </a:lnTo>
                  <a:lnTo>
                    <a:pt x="7706" y="2450"/>
                  </a:lnTo>
                  <a:lnTo>
                    <a:pt x="7721" y="2420"/>
                  </a:lnTo>
                  <a:lnTo>
                    <a:pt x="7721" y="2345"/>
                  </a:lnTo>
                  <a:lnTo>
                    <a:pt x="7721" y="2301"/>
                  </a:lnTo>
                  <a:lnTo>
                    <a:pt x="7706" y="2241"/>
                  </a:lnTo>
                  <a:lnTo>
                    <a:pt x="7736" y="2136"/>
                  </a:lnTo>
                  <a:lnTo>
                    <a:pt x="7796" y="2062"/>
                  </a:lnTo>
                  <a:lnTo>
                    <a:pt x="7796" y="2047"/>
                  </a:lnTo>
                  <a:lnTo>
                    <a:pt x="7826" y="2032"/>
                  </a:lnTo>
                  <a:lnTo>
                    <a:pt x="7841" y="2002"/>
                  </a:lnTo>
                  <a:lnTo>
                    <a:pt x="7945" y="1897"/>
                  </a:lnTo>
                  <a:lnTo>
                    <a:pt x="8065" y="1793"/>
                  </a:lnTo>
                  <a:lnTo>
                    <a:pt x="8214" y="1703"/>
                  </a:lnTo>
                  <a:lnTo>
                    <a:pt x="8423" y="1644"/>
                  </a:lnTo>
                  <a:lnTo>
                    <a:pt x="8498" y="1629"/>
                  </a:lnTo>
                  <a:lnTo>
                    <a:pt x="8573" y="1614"/>
                  </a:lnTo>
                  <a:lnTo>
                    <a:pt x="8647" y="1599"/>
                  </a:lnTo>
                  <a:lnTo>
                    <a:pt x="8692" y="1599"/>
                  </a:lnTo>
                  <a:lnTo>
                    <a:pt x="8722" y="1584"/>
                  </a:lnTo>
                  <a:lnTo>
                    <a:pt x="8737" y="1569"/>
                  </a:lnTo>
                  <a:lnTo>
                    <a:pt x="8752" y="1554"/>
                  </a:lnTo>
                  <a:lnTo>
                    <a:pt x="8767" y="1539"/>
                  </a:lnTo>
                  <a:lnTo>
                    <a:pt x="8782" y="1509"/>
                  </a:lnTo>
                  <a:lnTo>
                    <a:pt x="8797" y="1479"/>
                  </a:lnTo>
                  <a:lnTo>
                    <a:pt x="8841" y="1434"/>
                  </a:lnTo>
                  <a:lnTo>
                    <a:pt x="8871" y="1405"/>
                  </a:lnTo>
                  <a:lnTo>
                    <a:pt x="8901" y="1375"/>
                  </a:lnTo>
                  <a:lnTo>
                    <a:pt x="8931" y="1345"/>
                  </a:lnTo>
                  <a:lnTo>
                    <a:pt x="8976" y="1330"/>
                  </a:lnTo>
                  <a:lnTo>
                    <a:pt x="9065" y="1330"/>
                  </a:lnTo>
                  <a:lnTo>
                    <a:pt x="9125" y="1315"/>
                  </a:lnTo>
                  <a:lnTo>
                    <a:pt x="9170" y="1315"/>
                  </a:lnTo>
                  <a:lnTo>
                    <a:pt x="9185" y="1300"/>
                  </a:lnTo>
                  <a:lnTo>
                    <a:pt x="9110" y="1225"/>
                  </a:lnTo>
                  <a:lnTo>
                    <a:pt x="8976" y="1106"/>
                  </a:lnTo>
                  <a:lnTo>
                    <a:pt x="8901" y="1046"/>
                  </a:lnTo>
                  <a:lnTo>
                    <a:pt x="8856" y="1001"/>
                  </a:lnTo>
                  <a:lnTo>
                    <a:pt x="8841" y="986"/>
                  </a:lnTo>
                  <a:lnTo>
                    <a:pt x="8797" y="986"/>
                  </a:lnTo>
                  <a:lnTo>
                    <a:pt x="8752" y="971"/>
                  </a:lnTo>
                  <a:lnTo>
                    <a:pt x="8662" y="971"/>
                  </a:lnTo>
                  <a:lnTo>
                    <a:pt x="8602" y="957"/>
                  </a:lnTo>
                  <a:lnTo>
                    <a:pt x="8558" y="957"/>
                  </a:lnTo>
                  <a:lnTo>
                    <a:pt x="8498" y="942"/>
                  </a:lnTo>
                  <a:lnTo>
                    <a:pt x="8364" y="897"/>
                  </a:lnTo>
                  <a:lnTo>
                    <a:pt x="8289" y="852"/>
                  </a:lnTo>
                  <a:lnTo>
                    <a:pt x="8214" y="792"/>
                  </a:lnTo>
                  <a:lnTo>
                    <a:pt x="8154" y="733"/>
                  </a:lnTo>
                  <a:lnTo>
                    <a:pt x="8140" y="718"/>
                  </a:lnTo>
                  <a:lnTo>
                    <a:pt x="8110" y="688"/>
                  </a:lnTo>
                  <a:lnTo>
                    <a:pt x="8095" y="673"/>
                  </a:lnTo>
                  <a:lnTo>
                    <a:pt x="8065" y="643"/>
                  </a:lnTo>
                  <a:lnTo>
                    <a:pt x="8035" y="628"/>
                  </a:lnTo>
                  <a:lnTo>
                    <a:pt x="8005" y="613"/>
                  </a:lnTo>
                  <a:lnTo>
                    <a:pt x="7975" y="598"/>
                  </a:lnTo>
                  <a:lnTo>
                    <a:pt x="7930" y="583"/>
                  </a:lnTo>
                  <a:lnTo>
                    <a:pt x="7886" y="568"/>
                  </a:lnTo>
                  <a:lnTo>
                    <a:pt x="7781" y="538"/>
                  </a:lnTo>
                  <a:lnTo>
                    <a:pt x="7662" y="509"/>
                  </a:lnTo>
                  <a:lnTo>
                    <a:pt x="7557" y="479"/>
                  </a:lnTo>
                  <a:lnTo>
                    <a:pt x="7438" y="449"/>
                  </a:lnTo>
                  <a:lnTo>
                    <a:pt x="7408" y="449"/>
                  </a:lnTo>
                  <a:lnTo>
                    <a:pt x="7348" y="434"/>
                  </a:lnTo>
                  <a:lnTo>
                    <a:pt x="7243" y="434"/>
                  </a:lnTo>
                  <a:lnTo>
                    <a:pt x="7124" y="419"/>
                  </a:lnTo>
                  <a:lnTo>
                    <a:pt x="6975" y="419"/>
                  </a:lnTo>
                  <a:lnTo>
                    <a:pt x="6825" y="404"/>
                  </a:lnTo>
                  <a:lnTo>
                    <a:pt x="6616" y="404"/>
                  </a:lnTo>
                  <a:lnTo>
                    <a:pt x="6571" y="419"/>
                  </a:lnTo>
                  <a:lnTo>
                    <a:pt x="6527" y="419"/>
                  </a:lnTo>
                  <a:lnTo>
                    <a:pt x="6437" y="434"/>
                  </a:lnTo>
                  <a:lnTo>
                    <a:pt x="6198" y="434"/>
                  </a:lnTo>
                  <a:lnTo>
                    <a:pt x="6153" y="419"/>
                  </a:lnTo>
                  <a:lnTo>
                    <a:pt x="6123" y="404"/>
                  </a:lnTo>
                  <a:lnTo>
                    <a:pt x="6108" y="389"/>
                  </a:lnTo>
                  <a:lnTo>
                    <a:pt x="6093" y="374"/>
                  </a:lnTo>
                  <a:lnTo>
                    <a:pt x="6004" y="299"/>
                  </a:lnTo>
                  <a:lnTo>
                    <a:pt x="5884" y="299"/>
                  </a:lnTo>
                  <a:lnTo>
                    <a:pt x="5825" y="329"/>
                  </a:lnTo>
                  <a:lnTo>
                    <a:pt x="5780" y="359"/>
                  </a:lnTo>
                  <a:lnTo>
                    <a:pt x="5765" y="359"/>
                  </a:lnTo>
                  <a:lnTo>
                    <a:pt x="5735" y="389"/>
                  </a:lnTo>
                  <a:lnTo>
                    <a:pt x="5705" y="404"/>
                  </a:lnTo>
                  <a:lnTo>
                    <a:pt x="5660" y="434"/>
                  </a:lnTo>
                  <a:lnTo>
                    <a:pt x="5601" y="449"/>
                  </a:lnTo>
                  <a:lnTo>
                    <a:pt x="5541" y="464"/>
                  </a:lnTo>
                  <a:lnTo>
                    <a:pt x="5421" y="464"/>
                  </a:lnTo>
                  <a:lnTo>
                    <a:pt x="5392" y="449"/>
                  </a:lnTo>
                  <a:lnTo>
                    <a:pt x="5347" y="434"/>
                  </a:lnTo>
                  <a:lnTo>
                    <a:pt x="5317" y="419"/>
                  </a:lnTo>
                  <a:lnTo>
                    <a:pt x="5287" y="389"/>
                  </a:lnTo>
                  <a:lnTo>
                    <a:pt x="5257" y="374"/>
                  </a:lnTo>
                  <a:lnTo>
                    <a:pt x="5242" y="359"/>
                  </a:lnTo>
                  <a:lnTo>
                    <a:pt x="5227" y="344"/>
                  </a:lnTo>
                  <a:lnTo>
                    <a:pt x="5212" y="344"/>
                  </a:lnTo>
                  <a:lnTo>
                    <a:pt x="5182" y="329"/>
                  </a:lnTo>
                  <a:lnTo>
                    <a:pt x="5063" y="329"/>
                  </a:lnTo>
                  <a:lnTo>
                    <a:pt x="4973" y="344"/>
                  </a:lnTo>
                  <a:lnTo>
                    <a:pt x="4943" y="359"/>
                  </a:lnTo>
                  <a:lnTo>
                    <a:pt x="4914" y="389"/>
                  </a:lnTo>
                  <a:lnTo>
                    <a:pt x="4884" y="434"/>
                  </a:lnTo>
                  <a:lnTo>
                    <a:pt x="4884" y="449"/>
                  </a:lnTo>
                  <a:lnTo>
                    <a:pt x="4854" y="494"/>
                  </a:lnTo>
                  <a:lnTo>
                    <a:pt x="4809" y="523"/>
                  </a:lnTo>
                  <a:lnTo>
                    <a:pt x="4779" y="538"/>
                  </a:lnTo>
                  <a:lnTo>
                    <a:pt x="4675" y="538"/>
                  </a:lnTo>
                  <a:lnTo>
                    <a:pt x="4615" y="523"/>
                  </a:lnTo>
                  <a:lnTo>
                    <a:pt x="4555" y="509"/>
                  </a:lnTo>
                  <a:lnTo>
                    <a:pt x="4495" y="479"/>
                  </a:lnTo>
                  <a:lnTo>
                    <a:pt x="4436" y="449"/>
                  </a:lnTo>
                  <a:lnTo>
                    <a:pt x="4376" y="434"/>
                  </a:lnTo>
                  <a:lnTo>
                    <a:pt x="4316" y="419"/>
                  </a:lnTo>
                  <a:lnTo>
                    <a:pt x="4271" y="404"/>
                  </a:lnTo>
                  <a:lnTo>
                    <a:pt x="4212" y="389"/>
                  </a:lnTo>
                  <a:lnTo>
                    <a:pt x="4167" y="374"/>
                  </a:lnTo>
                  <a:lnTo>
                    <a:pt x="4107" y="359"/>
                  </a:lnTo>
                  <a:lnTo>
                    <a:pt x="4047" y="329"/>
                  </a:lnTo>
                  <a:lnTo>
                    <a:pt x="3973" y="299"/>
                  </a:lnTo>
                  <a:lnTo>
                    <a:pt x="3898" y="270"/>
                  </a:lnTo>
                  <a:lnTo>
                    <a:pt x="3823" y="225"/>
                  </a:lnTo>
                  <a:lnTo>
                    <a:pt x="3764" y="195"/>
                  </a:lnTo>
                  <a:lnTo>
                    <a:pt x="3719" y="165"/>
                  </a:lnTo>
                  <a:lnTo>
                    <a:pt x="3674" y="120"/>
                  </a:lnTo>
                  <a:lnTo>
                    <a:pt x="3629" y="90"/>
                  </a:lnTo>
                  <a:lnTo>
                    <a:pt x="3599" y="60"/>
                  </a:lnTo>
                  <a:lnTo>
                    <a:pt x="3569" y="31"/>
                  </a:lnTo>
                  <a:lnTo>
                    <a:pt x="3555" y="16"/>
                  </a:lnTo>
                  <a:lnTo>
                    <a:pt x="3510"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62"/>
            <p:cNvSpPr/>
            <p:nvPr/>
          </p:nvSpPr>
          <p:spPr>
            <a:xfrm>
              <a:off x="3675200" y="2203525"/>
              <a:ext cx="229625" cy="119125"/>
            </a:xfrm>
            <a:custGeom>
              <a:rect b="b" l="l" r="r" t="t"/>
              <a:pathLst>
                <a:path extrusionOk="0" fill="none" h="4765" w="9185">
                  <a:moveTo>
                    <a:pt x="8976" y="1106"/>
                  </a:moveTo>
                  <a:lnTo>
                    <a:pt x="8901" y="1046"/>
                  </a:lnTo>
                  <a:lnTo>
                    <a:pt x="8856" y="1001"/>
                  </a:lnTo>
                  <a:lnTo>
                    <a:pt x="8841" y="986"/>
                  </a:lnTo>
                  <a:lnTo>
                    <a:pt x="8797" y="986"/>
                  </a:lnTo>
                  <a:lnTo>
                    <a:pt x="8752" y="971"/>
                  </a:lnTo>
                  <a:lnTo>
                    <a:pt x="8707" y="971"/>
                  </a:lnTo>
                  <a:lnTo>
                    <a:pt x="8662" y="971"/>
                  </a:lnTo>
                  <a:lnTo>
                    <a:pt x="8602" y="957"/>
                  </a:lnTo>
                  <a:lnTo>
                    <a:pt x="8558" y="957"/>
                  </a:lnTo>
                  <a:lnTo>
                    <a:pt x="8498" y="942"/>
                  </a:lnTo>
                  <a:lnTo>
                    <a:pt x="8364" y="897"/>
                  </a:lnTo>
                  <a:lnTo>
                    <a:pt x="8289" y="852"/>
                  </a:lnTo>
                  <a:lnTo>
                    <a:pt x="8214" y="792"/>
                  </a:lnTo>
                  <a:lnTo>
                    <a:pt x="8154" y="733"/>
                  </a:lnTo>
                  <a:lnTo>
                    <a:pt x="8140" y="718"/>
                  </a:lnTo>
                  <a:lnTo>
                    <a:pt x="8110" y="688"/>
                  </a:lnTo>
                  <a:lnTo>
                    <a:pt x="8095" y="673"/>
                  </a:lnTo>
                  <a:lnTo>
                    <a:pt x="8065" y="643"/>
                  </a:lnTo>
                  <a:lnTo>
                    <a:pt x="8035" y="628"/>
                  </a:lnTo>
                  <a:lnTo>
                    <a:pt x="8005" y="613"/>
                  </a:lnTo>
                  <a:lnTo>
                    <a:pt x="7975" y="598"/>
                  </a:lnTo>
                  <a:lnTo>
                    <a:pt x="7930" y="583"/>
                  </a:lnTo>
                  <a:lnTo>
                    <a:pt x="7886" y="568"/>
                  </a:lnTo>
                  <a:lnTo>
                    <a:pt x="7781" y="538"/>
                  </a:lnTo>
                  <a:lnTo>
                    <a:pt x="7662" y="509"/>
                  </a:lnTo>
                  <a:lnTo>
                    <a:pt x="7557" y="479"/>
                  </a:lnTo>
                  <a:lnTo>
                    <a:pt x="7438" y="449"/>
                  </a:lnTo>
                  <a:lnTo>
                    <a:pt x="7408" y="449"/>
                  </a:lnTo>
                  <a:lnTo>
                    <a:pt x="7408" y="449"/>
                  </a:lnTo>
                  <a:lnTo>
                    <a:pt x="7348" y="434"/>
                  </a:lnTo>
                  <a:lnTo>
                    <a:pt x="7243" y="434"/>
                  </a:lnTo>
                  <a:lnTo>
                    <a:pt x="7124" y="419"/>
                  </a:lnTo>
                  <a:lnTo>
                    <a:pt x="6975" y="419"/>
                  </a:lnTo>
                  <a:lnTo>
                    <a:pt x="6825" y="404"/>
                  </a:lnTo>
                  <a:lnTo>
                    <a:pt x="6706" y="404"/>
                  </a:lnTo>
                  <a:lnTo>
                    <a:pt x="6616" y="404"/>
                  </a:lnTo>
                  <a:lnTo>
                    <a:pt x="6571" y="419"/>
                  </a:lnTo>
                  <a:lnTo>
                    <a:pt x="6527" y="419"/>
                  </a:lnTo>
                  <a:lnTo>
                    <a:pt x="6437" y="434"/>
                  </a:lnTo>
                  <a:lnTo>
                    <a:pt x="6377" y="434"/>
                  </a:lnTo>
                  <a:lnTo>
                    <a:pt x="6303" y="434"/>
                  </a:lnTo>
                  <a:lnTo>
                    <a:pt x="6243" y="434"/>
                  </a:lnTo>
                  <a:lnTo>
                    <a:pt x="6198" y="434"/>
                  </a:lnTo>
                  <a:lnTo>
                    <a:pt x="6153" y="419"/>
                  </a:lnTo>
                  <a:lnTo>
                    <a:pt x="6123" y="404"/>
                  </a:lnTo>
                  <a:lnTo>
                    <a:pt x="6123" y="404"/>
                  </a:lnTo>
                  <a:lnTo>
                    <a:pt x="6123" y="404"/>
                  </a:lnTo>
                  <a:lnTo>
                    <a:pt x="6108" y="389"/>
                  </a:lnTo>
                  <a:lnTo>
                    <a:pt x="6093" y="374"/>
                  </a:lnTo>
                  <a:lnTo>
                    <a:pt x="6093" y="374"/>
                  </a:lnTo>
                  <a:lnTo>
                    <a:pt x="6004" y="299"/>
                  </a:lnTo>
                  <a:lnTo>
                    <a:pt x="5884" y="299"/>
                  </a:lnTo>
                  <a:lnTo>
                    <a:pt x="5825" y="329"/>
                  </a:lnTo>
                  <a:lnTo>
                    <a:pt x="5780" y="359"/>
                  </a:lnTo>
                  <a:lnTo>
                    <a:pt x="5780" y="359"/>
                  </a:lnTo>
                  <a:lnTo>
                    <a:pt x="5780" y="359"/>
                  </a:lnTo>
                  <a:lnTo>
                    <a:pt x="5765" y="359"/>
                  </a:lnTo>
                  <a:lnTo>
                    <a:pt x="5735" y="389"/>
                  </a:lnTo>
                  <a:lnTo>
                    <a:pt x="5705" y="404"/>
                  </a:lnTo>
                  <a:lnTo>
                    <a:pt x="5660" y="434"/>
                  </a:lnTo>
                  <a:lnTo>
                    <a:pt x="5601" y="449"/>
                  </a:lnTo>
                  <a:lnTo>
                    <a:pt x="5541" y="464"/>
                  </a:lnTo>
                  <a:lnTo>
                    <a:pt x="5496" y="464"/>
                  </a:lnTo>
                  <a:lnTo>
                    <a:pt x="5451" y="464"/>
                  </a:lnTo>
                  <a:lnTo>
                    <a:pt x="5421" y="464"/>
                  </a:lnTo>
                  <a:lnTo>
                    <a:pt x="5392" y="449"/>
                  </a:lnTo>
                  <a:lnTo>
                    <a:pt x="5347" y="434"/>
                  </a:lnTo>
                  <a:lnTo>
                    <a:pt x="5317" y="419"/>
                  </a:lnTo>
                  <a:lnTo>
                    <a:pt x="5287" y="389"/>
                  </a:lnTo>
                  <a:lnTo>
                    <a:pt x="5257" y="374"/>
                  </a:lnTo>
                  <a:lnTo>
                    <a:pt x="5242" y="359"/>
                  </a:lnTo>
                  <a:lnTo>
                    <a:pt x="5227" y="344"/>
                  </a:lnTo>
                  <a:lnTo>
                    <a:pt x="5212" y="344"/>
                  </a:lnTo>
                  <a:lnTo>
                    <a:pt x="5182" y="329"/>
                  </a:lnTo>
                  <a:lnTo>
                    <a:pt x="5153" y="329"/>
                  </a:lnTo>
                  <a:lnTo>
                    <a:pt x="5123" y="329"/>
                  </a:lnTo>
                  <a:lnTo>
                    <a:pt x="5063" y="329"/>
                  </a:lnTo>
                  <a:lnTo>
                    <a:pt x="4973" y="344"/>
                  </a:lnTo>
                  <a:lnTo>
                    <a:pt x="4943" y="359"/>
                  </a:lnTo>
                  <a:lnTo>
                    <a:pt x="4914" y="389"/>
                  </a:lnTo>
                  <a:lnTo>
                    <a:pt x="4884" y="434"/>
                  </a:lnTo>
                  <a:lnTo>
                    <a:pt x="4884" y="434"/>
                  </a:lnTo>
                  <a:lnTo>
                    <a:pt x="4884" y="449"/>
                  </a:lnTo>
                  <a:lnTo>
                    <a:pt x="4854" y="494"/>
                  </a:lnTo>
                  <a:lnTo>
                    <a:pt x="4809" y="523"/>
                  </a:lnTo>
                  <a:lnTo>
                    <a:pt x="4779" y="538"/>
                  </a:lnTo>
                  <a:lnTo>
                    <a:pt x="4719" y="538"/>
                  </a:lnTo>
                  <a:lnTo>
                    <a:pt x="4675" y="538"/>
                  </a:lnTo>
                  <a:lnTo>
                    <a:pt x="4615" y="523"/>
                  </a:lnTo>
                  <a:lnTo>
                    <a:pt x="4555" y="509"/>
                  </a:lnTo>
                  <a:lnTo>
                    <a:pt x="4495" y="479"/>
                  </a:lnTo>
                  <a:lnTo>
                    <a:pt x="4495" y="479"/>
                  </a:lnTo>
                  <a:lnTo>
                    <a:pt x="4436" y="449"/>
                  </a:lnTo>
                  <a:lnTo>
                    <a:pt x="4376" y="434"/>
                  </a:lnTo>
                  <a:lnTo>
                    <a:pt x="4316" y="419"/>
                  </a:lnTo>
                  <a:lnTo>
                    <a:pt x="4271" y="404"/>
                  </a:lnTo>
                  <a:lnTo>
                    <a:pt x="4212" y="389"/>
                  </a:lnTo>
                  <a:lnTo>
                    <a:pt x="4167" y="374"/>
                  </a:lnTo>
                  <a:lnTo>
                    <a:pt x="4107" y="359"/>
                  </a:lnTo>
                  <a:lnTo>
                    <a:pt x="4047" y="329"/>
                  </a:lnTo>
                  <a:lnTo>
                    <a:pt x="3973" y="299"/>
                  </a:lnTo>
                  <a:lnTo>
                    <a:pt x="3898" y="270"/>
                  </a:lnTo>
                  <a:lnTo>
                    <a:pt x="3823" y="225"/>
                  </a:lnTo>
                  <a:lnTo>
                    <a:pt x="3764" y="195"/>
                  </a:lnTo>
                  <a:lnTo>
                    <a:pt x="3719" y="165"/>
                  </a:lnTo>
                  <a:lnTo>
                    <a:pt x="3674" y="120"/>
                  </a:lnTo>
                  <a:lnTo>
                    <a:pt x="3629" y="90"/>
                  </a:lnTo>
                  <a:lnTo>
                    <a:pt x="3599" y="60"/>
                  </a:lnTo>
                  <a:lnTo>
                    <a:pt x="3599" y="60"/>
                  </a:lnTo>
                  <a:lnTo>
                    <a:pt x="3569" y="31"/>
                  </a:lnTo>
                  <a:lnTo>
                    <a:pt x="3555" y="16"/>
                  </a:lnTo>
                  <a:lnTo>
                    <a:pt x="3510" y="1"/>
                  </a:lnTo>
                  <a:lnTo>
                    <a:pt x="3480" y="1"/>
                  </a:lnTo>
                  <a:lnTo>
                    <a:pt x="3435" y="1"/>
                  </a:lnTo>
                  <a:lnTo>
                    <a:pt x="3375" y="1"/>
                  </a:lnTo>
                  <a:lnTo>
                    <a:pt x="3331" y="16"/>
                  </a:lnTo>
                  <a:lnTo>
                    <a:pt x="3271" y="31"/>
                  </a:lnTo>
                  <a:lnTo>
                    <a:pt x="3226" y="31"/>
                  </a:lnTo>
                  <a:lnTo>
                    <a:pt x="3166" y="60"/>
                  </a:lnTo>
                  <a:lnTo>
                    <a:pt x="3121" y="75"/>
                  </a:lnTo>
                  <a:lnTo>
                    <a:pt x="3092" y="105"/>
                  </a:lnTo>
                  <a:lnTo>
                    <a:pt x="3047" y="135"/>
                  </a:lnTo>
                  <a:lnTo>
                    <a:pt x="3017" y="165"/>
                  </a:lnTo>
                  <a:lnTo>
                    <a:pt x="2987" y="210"/>
                  </a:lnTo>
                  <a:lnTo>
                    <a:pt x="2972" y="240"/>
                  </a:lnTo>
                  <a:lnTo>
                    <a:pt x="2972" y="270"/>
                  </a:lnTo>
                  <a:lnTo>
                    <a:pt x="2957" y="284"/>
                  </a:lnTo>
                  <a:lnTo>
                    <a:pt x="2957" y="299"/>
                  </a:lnTo>
                  <a:lnTo>
                    <a:pt x="2942" y="404"/>
                  </a:lnTo>
                  <a:lnTo>
                    <a:pt x="2957" y="509"/>
                  </a:lnTo>
                  <a:lnTo>
                    <a:pt x="2957" y="509"/>
                  </a:lnTo>
                  <a:lnTo>
                    <a:pt x="2957" y="509"/>
                  </a:lnTo>
                  <a:lnTo>
                    <a:pt x="2957" y="509"/>
                  </a:lnTo>
                  <a:lnTo>
                    <a:pt x="2957" y="523"/>
                  </a:lnTo>
                  <a:lnTo>
                    <a:pt x="2957" y="538"/>
                  </a:lnTo>
                  <a:lnTo>
                    <a:pt x="2957" y="553"/>
                  </a:lnTo>
                  <a:lnTo>
                    <a:pt x="2957" y="568"/>
                  </a:lnTo>
                  <a:lnTo>
                    <a:pt x="2957" y="568"/>
                  </a:lnTo>
                  <a:lnTo>
                    <a:pt x="2957" y="568"/>
                  </a:lnTo>
                  <a:lnTo>
                    <a:pt x="2972" y="628"/>
                  </a:lnTo>
                  <a:lnTo>
                    <a:pt x="2987" y="688"/>
                  </a:lnTo>
                  <a:lnTo>
                    <a:pt x="3002" y="718"/>
                  </a:lnTo>
                  <a:lnTo>
                    <a:pt x="3017" y="762"/>
                  </a:lnTo>
                  <a:lnTo>
                    <a:pt x="3032" y="807"/>
                  </a:lnTo>
                  <a:lnTo>
                    <a:pt x="3032" y="852"/>
                  </a:lnTo>
                  <a:lnTo>
                    <a:pt x="3047" y="882"/>
                  </a:lnTo>
                  <a:lnTo>
                    <a:pt x="3032" y="912"/>
                  </a:lnTo>
                  <a:lnTo>
                    <a:pt x="3002" y="942"/>
                  </a:lnTo>
                  <a:lnTo>
                    <a:pt x="2972" y="957"/>
                  </a:lnTo>
                  <a:lnTo>
                    <a:pt x="2972" y="957"/>
                  </a:lnTo>
                  <a:lnTo>
                    <a:pt x="2957" y="957"/>
                  </a:lnTo>
                  <a:lnTo>
                    <a:pt x="2957" y="957"/>
                  </a:lnTo>
                  <a:lnTo>
                    <a:pt x="2868" y="927"/>
                  </a:lnTo>
                  <a:lnTo>
                    <a:pt x="2763" y="882"/>
                  </a:lnTo>
                  <a:lnTo>
                    <a:pt x="2763" y="882"/>
                  </a:lnTo>
                  <a:lnTo>
                    <a:pt x="2763" y="882"/>
                  </a:lnTo>
                  <a:lnTo>
                    <a:pt x="2733" y="867"/>
                  </a:lnTo>
                  <a:lnTo>
                    <a:pt x="2703" y="852"/>
                  </a:lnTo>
                  <a:lnTo>
                    <a:pt x="2673" y="837"/>
                  </a:lnTo>
                  <a:lnTo>
                    <a:pt x="2629" y="837"/>
                  </a:lnTo>
                  <a:lnTo>
                    <a:pt x="2584" y="837"/>
                  </a:lnTo>
                  <a:lnTo>
                    <a:pt x="2539" y="837"/>
                  </a:lnTo>
                  <a:lnTo>
                    <a:pt x="2539" y="837"/>
                  </a:lnTo>
                  <a:lnTo>
                    <a:pt x="2509" y="837"/>
                  </a:lnTo>
                  <a:lnTo>
                    <a:pt x="2479" y="837"/>
                  </a:lnTo>
                  <a:lnTo>
                    <a:pt x="2449" y="822"/>
                  </a:lnTo>
                  <a:lnTo>
                    <a:pt x="2419" y="822"/>
                  </a:lnTo>
                  <a:lnTo>
                    <a:pt x="2390" y="822"/>
                  </a:lnTo>
                  <a:lnTo>
                    <a:pt x="2375" y="807"/>
                  </a:lnTo>
                  <a:lnTo>
                    <a:pt x="2345" y="792"/>
                  </a:lnTo>
                  <a:lnTo>
                    <a:pt x="2330" y="777"/>
                  </a:lnTo>
                  <a:lnTo>
                    <a:pt x="2330" y="777"/>
                  </a:lnTo>
                  <a:lnTo>
                    <a:pt x="2315" y="777"/>
                  </a:lnTo>
                  <a:lnTo>
                    <a:pt x="2315" y="777"/>
                  </a:lnTo>
                  <a:lnTo>
                    <a:pt x="2300" y="762"/>
                  </a:lnTo>
                  <a:lnTo>
                    <a:pt x="2285" y="747"/>
                  </a:lnTo>
                  <a:lnTo>
                    <a:pt x="2255" y="733"/>
                  </a:lnTo>
                  <a:lnTo>
                    <a:pt x="2225" y="703"/>
                  </a:lnTo>
                  <a:lnTo>
                    <a:pt x="2210" y="688"/>
                  </a:lnTo>
                  <a:lnTo>
                    <a:pt x="2181" y="673"/>
                  </a:lnTo>
                  <a:lnTo>
                    <a:pt x="2181" y="673"/>
                  </a:lnTo>
                  <a:lnTo>
                    <a:pt x="2136" y="643"/>
                  </a:lnTo>
                  <a:lnTo>
                    <a:pt x="2076" y="628"/>
                  </a:lnTo>
                  <a:lnTo>
                    <a:pt x="2016" y="598"/>
                  </a:lnTo>
                  <a:lnTo>
                    <a:pt x="1942" y="583"/>
                  </a:lnTo>
                  <a:lnTo>
                    <a:pt x="1882" y="568"/>
                  </a:lnTo>
                  <a:lnTo>
                    <a:pt x="1852" y="568"/>
                  </a:lnTo>
                  <a:lnTo>
                    <a:pt x="1852" y="568"/>
                  </a:lnTo>
                  <a:lnTo>
                    <a:pt x="1777" y="568"/>
                  </a:lnTo>
                  <a:lnTo>
                    <a:pt x="1673" y="553"/>
                  </a:lnTo>
                  <a:lnTo>
                    <a:pt x="1538" y="523"/>
                  </a:lnTo>
                  <a:lnTo>
                    <a:pt x="1449" y="479"/>
                  </a:lnTo>
                  <a:lnTo>
                    <a:pt x="1389" y="464"/>
                  </a:lnTo>
                  <a:lnTo>
                    <a:pt x="1314" y="509"/>
                  </a:lnTo>
                  <a:lnTo>
                    <a:pt x="1284" y="523"/>
                  </a:lnTo>
                  <a:lnTo>
                    <a:pt x="1255" y="538"/>
                  </a:lnTo>
                  <a:lnTo>
                    <a:pt x="1225" y="553"/>
                  </a:lnTo>
                  <a:lnTo>
                    <a:pt x="1180" y="568"/>
                  </a:lnTo>
                  <a:lnTo>
                    <a:pt x="1135" y="553"/>
                  </a:lnTo>
                  <a:lnTo>
                    <a:pt x="1105" y="553"/>
                  </a:lnTo>
                  <a:lnTo>
                    <a:pt x="1090" y="538"/>
                  </a:lnTo>
                  <a:lnTo>
                    <a:pt x="1060" y="538"/>
                  </a:lnTo>
                  <a:lnTo>
                    <a:pt x="986" y="538"/>
                  </a:lnTo>
                  <a:lnTo>
                    <a:pt x="941" y="568"/>
                  </a:lnTo>
                  <a:lnTo>
                    <a:pt x="911" y="613"/>
                  </a:lnTo>
                  <a:lnTo>
                    <a:pt x="911" y="613"/>
                  </a:lnTo>
                  <a:lnTo>
                    <a:pt x="881" y="673"/>
                  </a:lnTo>
                  <a:lnTo>
                    <a:pt x="866" y="762"/>
                  </a:lnTo>
                  <a:lnTo>
                    <a:pt x="851" y="792"/>
                  </a:lnTo>
                  <a:lnTo>
                    <a:pt x="851" y="807"/>
                  </a:lnTo>
                  <a:lnTo>
                    <a:pt x="851" y="807"/>
                  </a:lnTo>
                  <a:lnTo>
                    <a:pt x="836" y="852"/>
                  </a:lnTo>
                  <a:lnTo>
                    <a:pt x="821" y="897"/>
                  </a:lnTo>
                  <a:lnTo>
                    <a:pt x="821" y="897"/>
                  </a:lnTo>
                  <a:lnTo>
                    <a:pt x="821" y="912"/>
                  </a:lnTo>
                  <a:lnTo>
                    <a:pt x="807" y="942"/>
                  </a:lnTo>
                  <a:lnTo>
                    <a:pt x="792" y="971"/>
                  </a:lnTo>
                  <a:lnTo>
                    <a:pt x="807" y="971"/>
                  </a:lnTo>
                  <a:lnTo>
                    <a:pt x="821" y="971"/>
                  </a:lnTo>
                  <a:lnTo>
                    <a:pt x="821" y="986"/>
                  </a:lnTo>
                  <a:lnTo>
                    <a:pt x="836" y="986"/>
                  </a:lnTo>
                  <a:lnTo>
                    <a:pt x="851" y="986"/>
                  </a:lnTo>
                  <a:lnTo>
                    <a:pt x="881" y="1001"/>
                  </a:lnTo>
                  <a:lnTo>
                    <a:pt x="911" y="1001"/>
                  </a:lnTo>
                  <a:lnTo>
                    <a:pt x="971" y="1031"/>
                  </a:lnTo>
                  <a:lnTo>
                    <a:pt x="1031" y="1076"/>
                  </a:lnTo>
                  <a:lnTo>
                    <a:pt x="1075" y="1121"/>
                  </a:lnTo>
                  <a:lnTo>
                    <a:pt x="1090" y="1166"/>
                  </a:lnTo>
                  <a:lnTo>
                    <a:pt x="1090" y="1210"/>
                  </a:lnTo>
                  <a:lnTo>
                    <a:pt x="1075" y="1255"/>
                  </a:lnTo>
                  <a:lnTo>
                    <a:pt x="1031" y="1315"/>
                  </a:lnTo>
                  <a:lnTo>
                    <a:pt x="956" y="1345"/>
                  </a:lnTo>
                  <a:lnTo>
                    <a:pt x="1449" y="2420"/>
                  </a:lnTo>
                  <a:lnTo>
                    <a:pt x="1464" y="2390"/>
                  </a:lnTo>
                  <a:lnTo>
                    <a:pt x="1479" y="2375"/>
                  </a:lnTo>
                  <a:lnTo>
                    <a:pt x="1479" y="2375"/>
                  </a:lnTo>
                  <a:lnTo>
                    <a:pt x="1479" y="2360"/>
                  </a:lnTo>
                  <a:lnTo>
                    <a:pt x="1479" y="2360"/>
                  </a:lnTo>
                  <a:lnTo>
                    <a:pt x="1479" y="2360"/>
                  </a:lnTo>
                  <a:lnTo>
                    <a:pt x="1479" y="2360"/>
                  </a:lnTo>
                  <a:lnTo>
                    <a:pt x="1479" y="2345"/>
                  </a:lnTo>
                  <a:lnTo>
                    <a:pt x="1479" y="2331"/>
                  </a:lnTo>
                  <a:lnTo>
                    <a:pt x="1479" y="2316"/>
                  </a:lnTo>
                  <a:lnTo>
                    <a:pt x="1479" y="2286"/>
                  </a:lnTo>
                  <a:lnTo>
                    <a:pt x="1464" y="2226"/>
                  </a:lnTo>
                  <a:lnTo>
                    <a:pt x="1494" y="2196"/>
                  </a:lnTo>
                  <a:lnTo>
                    <a:pt x="1523" y="2166"/>
                  </a:lnTo>
                  <a:lnTo>
                    <a:pt x="1553" y="2166"/>
                  </a:lnTo>
                  <a:lnTo>
                    <a:pt x="1568" y="2151"/>
                  </a:lnTo>
                  <a:lnTo>
                    <a:pt x="1583" y="2151"/>
                  </a:lnTo>
                  <a:lnTo>
                    <a:pt x="1598" y="2151"/>
                  </a:lnTo>
                  <a:lnTo>
                    <a:pt x="1598" y="2136"/>
                  </a:lnTo>
                  <a:lnTo>
                    <a:pt x="1613" y="2092"/>
                  </a:lnTo>
                  <a:lnTo>
                    <a:pt x="1598" y="2047"/>
                  </a:lnTo>
                  <a:lnTo>
                    <a:pt x="1598" y="2047"/>
                  </a:lnTo>
                  <a:lnTo>
                    <a:pt x="1598" y="2032"/>
                  </a:lnTo>
                  <a:lnTo>
                    <a:pt x="1598" y="2032"/>
                  </a:lnTo>
                  <a:lnTo>
                    <a:pt x="1598" y="2017"/>
                  </a:lnTo>
                  <a:lnTo>
                    <a:pt x="1598" y="2002"/>
                  </a:lnTo>
                  <a:lnTo>
                    <a:pt x="1598" y="2002"/>
                  </a:lnTo>
                  <a:lnTo>
                    <a:pt x="1598" y="1987"/>
                  </a:lnTo>
                  <a:lnTo>
                    <a:pt x="1598" y="1972"/>
                  </a:lnTo>
                  <a:lnTo>
                    <a:pt x="1598" y="1972"/>
                  </a:lnTo>
                  <a:lnTo>
                    <a:pt x="1613" y="1957"/>
                  </a:lnTo>
                  <a:lnTo>
                    <a:pt x="1613" y="1957"/>
                  </a:lnTo>
                  <a:lnTo>
                    <a:pt x="1628" y="1942"/>
                  </a:lnTo>
                  <a:lnTo>
                    <a:pt x="1628" y="1942"/>
                  </a:lnTo>
                  <a:lnTo>
                    <a:pt x="1643" y="1942"/>
                  </a:lnTo>
                  <a:lnTo>
                    <a:pt x="1643" y="1942"/>
                  </a:lnTo>
                  <a:lnTo>
                    <a:pt x="1658" y="1927"/>
                  </a:lnTo>
                  <a:lnTo>
                    <a:pt x="1673" y="1927"/>
                  </a:lnTo>
                  <a:lnTo>
                    <a:pt x="1673" y="1927"/>
                  </a:lnTo>
                  <a:lnTo>
                    <a:pt x="1688" y="1942"/>
                  </a:lnTo>
                  <a:lnTo>
                    <a:pt x="1703" y="1942"/>
                  </a:lnTo>
                  <a:lnTo>
                    <a:pt x="1703" y="1942"/>
                  </a:lnTo>
                  <a:lnTo>
                    <a:pt x="1732" y="1957"/>
                  </a:lnTo>
                  <a:lnTo>
                    <a:pt x="1762" y="1987"/>
                  </a:lnTo>
                  <a:lnTo>
                    <a:pt x="1792" y="2017"/>
                  </a:lnTo>
                  <a:lnTo>
                    <a:pt x="1807" y="2062"/>
                  </a:lnTo>
                  <a:lnTo>
                    <a:pt x="1822" y="2092"/>
                  </a:lnTo>
                  <a:lnTo>
                    <a:pt x="1852" y="2121"/>
                  </a:lnTo>
                  <a:lnTo>
                    <a:pt x="1867" y="2151"/>
                  </a:lnTo>
                  <a:lnTo>
                    <a:pt x="1897" y="2181"/>
                  </a:lnTo>
                  <a:lnTo>
                    <a:pt x="1927" y="2226"/>
                  </a:lnTo>
                  <a:lnTo>
                    <a:pt x="1971" y="2271"/>
                  </a:lnTo>
                  <a:lnTo>
                    <a:pt x="2001" y="2316"/>
                  </a:lnTo>
                  <a:lnTo>
                    <a:pt x="2016" y="2375"/>
                  </a:lnTo>
                  <a:lnTo>
                    <a:pt x="2016" y="2375"/>
                  </a:lnTo>
                  <a:lnTo>
                    <a:pt x="2016" y="2375"/>
                  </a:lnTo>
                  <a:lnTo>
                    <a:pt x="2046" y="2375"/>
                  </a:lnTo>
                  <a:lnTo>
                    <a:pt x="2076" y="2375"/>
                  </a:lnTo>
                  <a:lnTo>
                    <a:pt x="2076" y="2375"/>
                  </a:lnTo>
                  <a:lnTo>
                    <a:pt x="2136" y="2375"/>
                  </a:lnTo>
                  <a:lnTo>
                    <a:pt x="2181" y="2375"/>
                  </a:lnTo>
                  <a:lnTo>
                    <a:pt x="2210" y="2390"/>
                  </a:lnTo>
                  <a:lnTo>
                    <a:pt x="2225" y="2405"/>
                  </a:lnTo>
                  <a:lnTo>
                    <a:pt x="2270" y="2465"/>
                  </a:lnTo>
                  <a:lnTo>
                    <a:pt x="2285" y="2495"/>
                  </a:lnTo>
                  <a:lnTo>
                    <a:pt x="2300" y="2525"/>
                  </a:lnTo>
                  <a:lnTo>
                    <a:pt x="2315" y="2555"/>
                  </a:lnTo>
                  <a:lnTo>
                    <a:pt x="2315" y="2555"/>
                  </a:lnTo>
                  <a:lnTo>
                    <a:pt x="2315" y="2570"/>
                  </a:lnTo>
                  <a:lnTo>
                    <a:pt x="2330" y="2599"/>
                  </a:lnTo>
                  <a:lnTo>
                    <a:pt x="2330" y="2614"/>
                  </a:lnTo>
                  <a:lnTo>
                    <a:pt x="2330" y="2614"/>
                  </a:lnTo>
                  <a:lnTo>
                    <a:pt x="2330" y="2614"/>
                  </a:lnTo>
                  <a:lnTo>
                    <a:pt x="2330" y="2614"/>
                  </a:lnTo>
                  <a:lnTo>
                    <a:pt x="2345" y="2599"/>
                  </a:lnTo>
                  <a:lnTo>
                    <a:pt x="2360" y="2599"/>
                  </a:lnTo>
                  <a:lnTo>
                    <a:pt x="2360" y="2599"/>
                  </a:lnTo>
                  <a:lnTo>
                    <a:pt x="2360" y="2599"/>
                  </a:lnTo>
                  <a:lnTo>
                    <a:pt x="2375" y="2599"/>
                  </a:lnTo>
                  <a:lnTo>
                    <a:pt x="2390" y="2584"/>
                  </a:lnTo>
                  <a:lnTo>
                    <a:pt x="2405" y="2584"/>
                  </a:lnTo>
                  <a:lnTo>
                    <a:pt x="2434" y="2570"/>
                  </a:lnTo>
                  <a:lnTo>
                    <a:pt x="2464" y="2570"/>
                  </a:lnTo>
                  <a:lnTo>
                    <a:pt x="2494" y="2584"/>
                  </a:lnTo>
                  <a:lnTo>
                    <a:pt x="2524" y="2599"/>
                  </a:lnTo>
                  <a:lnTo>
                    <a:pt x="2539" y="2599"/>
                  </a:lnTo>
                  <a:lnTo>
                    <a:pt x="2569" y="2629"/>
                  </a:lnTo>
                  <a:lnTo>
                    <a:pt x="2584" y="2644"/>
                  </a:lnTo>
                  <a:lnTo>
                    <a:pt x="2599" y="2674"/>
                  </a:lnTo>
                  <a:lnTo>
                    <a:pt x="2629" y="2689"/>
                  </a:lnTo>
                  <a:lnTo>
                    <a:pt x="2673" y="2704"/>
                  </a:lnTo>
                  <a:lnTo>
                    <a:pt x="2748" y="2734"/>
                  </a:lnTo>
                  <a:lnTo>
                    <a:pt x="2823" y="2749"/>
                  </a:lnTo>
                  <a:lnTo>
                    <a:pt x="2868" y="2749"/>
                  </a:lnTo>
                  <a:lnTo>
                    <a:pt x="2897" y="2764"/>
                  </a:lnTo>
                  <a:lnTo>
                    <a:pt x="2927" y="2764"/>
                  </a:lnTo>
                  <a:lnTo>
                    <a:pt x="2942" y="2779"/>
                  </a:lnTo>
                  <a:lnTo>
                    <a:pt x="2957" y="2779"/>
                  </a:lnTo>
                  <a:lnTo>
                    <a:pt x="2957" y="2779"/>
                  </a:lnTo>
                  <a:lnTo>
                    <a:pt x="2957" y="2779"/>
                  </a:lnTo>
                  <a:lnTo>
                    <a:pt x="3002" y="2779"/>
                  </a:lnTo>
                  <a:lnTo>
                    <a:pt x="3032" y="2779"/>
                  </a:lnTo>
                  <a:lnTo>
                    <a:pt x="3032" y="2779"/>
                  </a:lnTo>
                  <a:lnTo>
                    <a:pt x="3062" y="2779"/>
                  </a:lnTo>
                  <a:lnTo>
                    <a:pt x="3092" y="2779"/>
                  </a:lnTo>
                  <a:lnTo>
                    <a:pt x="3106" y="2794"/>
                  </a:lnTo>
                  <a:lnTo>
                    <a:pt x="3121" y="2794"/>
                  </a:lnTo>
                  <a:lnTo>
                    <a:pt x="3136" y="2794"/>
                  </a:lnTo>
                  <a:lnTo>
                    <a:pt x="3136" y="2808"/>
                  </a:lnTo>
                  <a:lnTo>
                    <a:pt x="3166" y="2838"/>
                  </a:lnTo>
                  <a:lnTo>
                    <a:pt x="3166" y="2868"/>
                  </a:lnTo>
                  <a:lnTo>
                    <a:pt x="3166" y="2898"/>
                  </a:lnTo>
                  <a:lnTo>
                    <a:pt x="3151" y="2913"/>
                  </a:lnTo>
                  <a:lnTo>
                    <a:pt x="3151" y="2913"/>
                  </a:lnTo>
                  <a:lnTo>
                    <a:pt x="3136" y="2928"/>
                  </a:lnTo>
                  <a:lnTo>
                    <a:pt x="3092" y="2988"/>
                  </a:lnTo>
                  <a:lnTo>
                    <a:pt x="3032" y="3062"/>
                  </a:lnTo>
                  <a:lnTo>
                    <a:pt x="3002" y="3092"/>
                  </a:lnTo>
                  <a:lnTo>
                    <a:pt x="2957" y="3122"/>
                  </a:lnTo>
                  <a:lnTo>
                    <a:pt x="2957" y="3122"/>
                  </a:lnTo>
                  <a:lnTo>
                    <a:pt x="2942" y="3137"/>
                  </a:lnTo>
                  <a:lnTo>
                    <a:pt x="2912" y="3152"/>
                  </a:lnTo>
                  <a:lnTo>
                    <a:pt x="2853" y="3182"/>
                  </a:lnTo>
                  <a:lnTo>
                    <a:pt x="2808" y="3197"/>
                  </a:lnTo>
                  <a:lnTo>
                    <a:pt x="2748" y="3197"/>
                  </a:lnTo>
                  <a:lnTo>
                    <a:pt x="2688" y="3182"/>
                  </a:lnTo>
                  <a:lnTo>
                    <a:pt x="2658" y="3167"/>
                  </a:lnTo>
                  <a:lnTo>
                    <a:pt x="2644" y="3182"/>
                  </a:lnTo>
                  <a:lnTo>
                    <a:pt x="2629" y="3182"/>
                  </a:lnTo>
                  <a:lnTo>
                    <a:pt x="2629" y="3212"/>
                  </a:lnTo>
                  <a:lnTo>
                    <a:pt x="2614" y="3227"/>
                  </a:lnTo>
                  <a:lnTo>
                    <a:pt x="2614" y="3242"/>
                  </a:lnTo>
                  <a:lnTo>
                    <a:pt x="2599" y="3271"/>
                  </a:lnTo>
                  <a:lnTo>
                    <a:pt x="2584" y="3286"/>
                  </a:lnTo>
                  <a:lnTo>
                    <a:pt x="2569" y="3301"/>
                  </a:lnTo>
                  <a:lnTo>
                    <a:pt x="2539" y="3346"/>
                  </a:lnTo>
                  <a:lnTo>
                    <a:pt x="2509" y="3376"/>
                  </a:lnTo>
                  <a:lnTo>
                    <a:pt x="2494" y="3376"/>
                  </a:lnTo>
                  <a:lnTo>
                    <a:pt x="2479" y="3391"/>
                  </a:lnTo>
                  <a:lnTo>
                    <a:pt x="2479" y="3391"/>
                  </a:lnTo>
                  <a:lnTo>
                    <a:pt x="2434" y="3421"/>
                  </a:lnTo>
                  <a:lnTo>
                    <a:pt x="2419" y="3436"/>
                  </a:lnTo>
                  <a:lnTo>
                    <a:pt x="2405" y="3451"/>
                  </a:lnTo>
                  <a:lnTo>
                    <a:pt x="2390" y="3451"/>
                  </a:lnTo>
                  <a:lnTo>
                    <a:pt x="2375" y="3466"/>
                  </a:lnTo>
                  <a:lnTo>
                    <a:pt x="2375" y="3466"/>
                  </a:lnTo>
                  <a:lnTo>
                    <a:pt x="2360" y="3481"/>
                  </a:lnTo>
                  <a:lnTo>
                    <a:pt x="2360" y="3481"/>
                  </a:lnTo>
                  <a:lnTo>
                    <a:pt x="2360" y="3481"/>
                  </a:lnTo>
                  <a:lnTo>
                    <a:pt x="2330" y="3510"/>
                  </a:lnTo>
                  <a:lnTo>
                    <a:pt x="2315" y="3525"/>
                  </a:lnTo>
                  <a:lnTo>
                    <a:pt x="2240" y="3600"/>
                  </a:lnTo>
                  <a:lnTo>
                    <a:pt x="2225" y="3660"/>
                  </a:lnTo>
                  <a:lnTo>
                    <a:pt x="2225" y="3690"/>
                  </a:lnTo>
                  <a:lnTo>
                    <a:pt x="2225" y="3690"/>
                  </a:lnTo>
                  <a:lnTo>
                    <a:pt x="2240" y="3705"/>
                  </a:lnTo>
                  <a:lnTo>
                    <a:pt x="2240" y="3719"/>
                  </a:lnTo>
                  <a:lnTo>
                    <a:pt x="2240" y="3719"/>
                  </a:lnTo>
                  <a:lnTo>
                    <a:pt x="2270" y="3734"/>
                  </a:lnTo>
                  <a:lnTo>
                    <a:pt x="2285" y="3764"/>
                  </a:lnTo>
                  <a:lnTo>
                    <a:pt x="2300" y="3809"/>
                  </a:lnTo>
                  <a:lnTo>
                    <a:pt x="2300" y="3854"/>
                  </a:lnTo>
                  <a:lnTo>
                    <a:pt x="2300" y="3884"/>
                  </a:lnTo>
                  <a:lnTo>
                    <a:pt x="2300" y="3914"/>
                  </a:lnTo>
                  <a:lnTo>
                    <a:pt x="2285" y="3944"/>
                  </a:lnTo>
                  <a:lnTo>
                    <a:pt x="2270" y="3958"/>
                  </a:lnTo>
                  <a:lnTo>
                    <a:pt x="2255" y="3973"/>
                  </a:lnTo>
                  <a:lnTo>
                    <a:pt x="2255" y="3988"/>
                  </a:lnTo>
                  <a:lnTo>
                    <a:pt x="2255" y="3988"/>
                  </a:lnTo>
                  <a:lnTo>
                    <a:pt x="2240" y="3988"/>
                  </a:lnTo>
                  <a:lnTo>
                    <a:pt x="2240" y="4003"/>
                  </a:lnTo>
                  <a:lnTo>
                    <a:pt x="2225" y="4003"/>
                  </a:lnTo>
                  <a:lnTo>
                    <a:pt x="2195" y="4018"/>
                  </a:lnTo>
                  <a:lnTo>
                    <a:pt x="2181" y="4018"/>
                  </a:lnTo>
                  <a:lnTo>
                    <a:pt x="2181" y="4018"/>
                  </a:lnTo>
                  <a:lnTo>
                    <a:pt x="2181" y="4018"/>
                  </a:lnTo>
                  <a:lnTo>
                    <a:pt x="2166" y="4018"/>
                  </a:lnTo>
                  <a:lnTo>
                    <a:pt x="2151" y="4018"/>
                  </a:lnTo>
                  <a:lnTo>
                    <a:pt x="2136" y="4003"/>
                  </a:lnTo>
                  <a:lnTo>
                    <a:pt x="2121" y="4003"/>
                  </a:lnTo>
                  <a:lnTo>
                    <a:pt x="2106" y="3988"/>
                  </a:lnTo>
                  <a:lnTo>
                    <a:pt x="2091" y="3973"/>
                  </a:lnTo>
                  <a:lnTo>
                    <a:pt x="2076" y="3944"/>
                  </a:lnTo>
                  <a:lnTo>
                    <a:pt x="2061" y="3899"/>
                  </a:lnTo>
                  <a:lnTo>
                    <a:pt x="2061" y="3869"/>
                  </a:lnTo>
                  <a:lnTo>
                    <a:pt x="2061" y="3839"/>
                  </a:lnTo>
                  <a:lnTo>
                    <a:pt x="2061" y="3824"/>
                  </a:lnTo>
                  <a:lnTo>
                    <a:pt x="2061" y="3794"/>
                  </a:lnTo>
                  <a:lnTo>
                    <a:pt x="2046" y="3779"/>
                  </a:lnTo>
                  <a:lnTo>
                    <a:pt x="2046" y="3749"/>
                  </a:lnTo>
                  <a:lnTo>
                    <a:pt x="2031" y="3719"/>
                  </a:lnTo>
                  <a:lnTo>
                    <a:pt x="2016" y="3705"/>
                  </a:lnTo>
                  <a:lnTo>
                    <a:pt x="1986" y="3690"/>
                  </a:lnTo>
                  <a:lnTo>
                    <a:pt x="1971" y="3660"/>
                  </a:lnTo>
                  <a:lnTo>
                    <a:pt x="1957" y="3660"/>
                  </a:lnTo>
                  <a:lnTo>
                    <a:pt x="1942" y="3645"/>
                  </a:lnTo>
                  <a:lnTo>
                    <a:pt x="1927" y="3645"/>
                  </a:lnTo>
                  <a:lnTo>
                    <a:pt x="1927" y="3630"/>
                  </a:lnTo>
                  <a:lnTo>
                    <a:pt x="1927" y="3630"/>
                  </a:lnTo>
                  <a:lnTo>
                    <a:pt x="1912" y="3615"/>
                  </a:lnTo>
                  <a:lnTo>
                    <a:pt x="1912" y="3600"/>
                  </a:lnTo>
                  <a:lnTo>
                    <a:pt x="1912" y="3600"/>
                  </a:lnTo>
                  <a:lnTo>
                    <a:pt x="1897" y="3600"/>
                  </a:lnTo>
                  <a:lnTo>
                    <a:pt x="1897" y="3585"/>
                  </a:lnTo>
                  <a:lnTo>
                    <a:pt x="1882" y="3570"/>
                  </a:lnTo>
                  <a:lnTo>
                    <a:pt x="1867" y="3555"/>
                  </a:lnTo>
                  <a:lnTo>
                    <a:pt x="1837" y="3525"/>
                  </a:lnTo>
                  <a:lnTo>
                    <a:pt x="1792" y="3525"/>
                  </a:lnTo>
                  <a:lnTo>
                    <a:pt x="1777" y="3525"/>
                  </a:lnTo>
                  <a:lnTo>
                    <a:pt x="1762" y="3525"/>
                  </a:lnTo>
                  <a:lnTo>
                    <a:pt x="1747" y="3525"/>
                  </a:lnTo>
                  <a:lnTo>
                    <a:pt x="1732" y="3525"/>
                  </a:lnTo>
                  <a:lnTo>
                    <a:pt x="1703" y="3525"/>
                  </a:lnTo>
                  <a:lnTo>
                    <a:pt x="1673" y="3540"/>
                  </a:lnTo>
                  <a:lnTo>
                    <a:pt x="1658" y="3540"/>
                  </a:lnTo>
                  <a:lnTo>
                    <a:pt x="1628" y="3555"/>
                  </a:lnTo>
                  <a:lnTo>
                    <a:pt x="1628" y="3555"/>
                  </a:lnTo>
                  <a:lnTo>
                    <a:pt x="1613" y="3570"/>
                  </a:lnTo>
                  <a:lnTo>
                    <a:pt x="1613" y="3570"/>
                  </a:lnTo>
                  <a:lnTo>
                    <a:pt x="1628" y="3585"/>
                  </a:lnTo>
                  <a:lnTo>
                    <a:pt x="1628" y="3600"/>
                  </a:lnTo>
                  <a:lnTo>
                    <a:pt x="1643" y="3615"/>
                  </a:lnTo>
                  <a:lnTo>
                    <a:pt x="1643" y="3630"/>
                  </a:lnTo>
                  <a:lnTo>
                    <a:pt x="1658" y="3645"/>
                  </a:lnTo>
                  <a:lnTo>
                    <a:pt x="1673" y="3660"/>
                  </a:lnTo>
                  <a:lnTo>
                    <a:pt x="1673" y="3660"/>
                  </a:lnTo>
                  <a:lnTo>
                    <a:pt x="1688" y="3675"/>
                  </a:lnTo>
                  <a:lnTo>
                    <a:pt x="1703" y="3675"/>
                  </a:lnTo>
                  <a:lnTo>
                    <a:pt x="1703" y="3675"/>
                  </a:lnTo>
                  <a:lnTo>
                    <a:pt x="1718" y="3690"/>
                  </a:lnTo>
                  <a:lnTo>
                    <a:pt x="1732" y="3690"/>
                  </a:lnTo>
                  <a:lnTo>
                    <a:pt x="1762" y="3705"/>
                  </a:lnTo>
                  <a:lnTo>
                    <a:pt x="1777" y="3734"/>
                  </a:lnTo>
                  <a:lnTo>
                    <a:pt x="1792" y="3779"/>
                  </a:lnTo>
                  <a:lnTo>
                    <a:pt x="1807" y="3794"/>
                  </a:lnTo>
                  <a:lnTo>
                    <a:pt x="1822" y="3839"/>
                  </a:lnTo>
                  <a:lnTo>
                    <a:pt x="1822" y="3869"/>
                  </a:lnTo>
                  <a:lnTo>
                    <a:pt x="1837" y="3914"/>
                  </a:lnTo>
                  <a:lnTo>
                    <a:pt x="1822" y="3944"/>
                  </a:lnTo>
                  <a:lnTo>
                    <a:pt x="1807" y="3973"/>
                  </a:lnTo>
                  <a:lnTo>
                    <a:pt x="1792" y="3988"/>
                  </a:lnTo>
                  <a:lnTo>
                    <a:pt x="1777" y="4003"/>
                  </a:lnTo>
                  <a:lnTo>
                    <a:pt x="1747" y="4018"/>
                  </a:lnTo>
                  <a:lnTo>
                    <a:pt x="1732" y="4033"/>
                  </a:lnTo>
                  <a:lnTo>
                    <a:pt x="1703" y="4033"/>
                  </a:lnTo>
                  <a:lnTo>
                    <a:pt x="1673" y="4033"/>
                  </a:lnTo>
                  <a:lnTo>
                    <a:pt x="1658" y="4033"/>
                  </a:lnTo>
                  <a:lnTo>
                    <a:pt x="1643" y="4018"/>
                  </a:lnTo>
                  <a:lnTo>
                    <a:pt x="1643" y="4018"/>
                  </a:lnTo>
                  <a:lnTo>
                    <a:pt x="1628" y="4018"/>
                  </a:lnTo>
                  <a:lnTo>
                    <a:pt x="1568" y="4003"/>
                  </a:lnTo>
                  <a:lnTo>
                    <a:pt x="1494" y="3929"/>
                  </a:lnTo>
                  <a:lnTo>
                    <a:pt x="1434" y="3854"/>
                  </a:lnTo>
                  <a:lnTo>
                    <a:pt x="1389" y="3809"/>
                  </a:lnTo>
                  <a:lnTo>
                    <a:pt x="1389" y="3809"/>
                  </a:lnTo>
                  <a:lnTo>
                    <a:pt x="1389" y="3809"/>
                  </a:lnTo>
                  <a:lnTo>
                    <a:pt x="1374" y="3794"/>
                  </a:lnTo>
                  <a:lnTo>
                    <a:pt x="1374" y="3794"/>
                  </a:lnTo>
                  <a:lnTo>
                    <a:pt x="1374" y="3794"/>
                  </a:lnTo>
                  <a:lnTo>
                    <a:pt x="1374" y="3794"/>
                  </a:lnTo>
                  <a:lnTo>
                    <a:pt x="1374" y="3794"/>
                  </a:lnTo>
                  <a:lnTo>
                    <a:pt x="1374" y="3794"/>
                  </a:lnTo>
                  <a:lnTo>
                    <a:pt x="1374" y="3794"/>
                  </a:lnTo>
                  <a:lnTo>
                    <a:pt x="1359" y="3779"/>
                  </a:lnTo>
                  <a:lnTo>
                    <a:pt x="1344" y="3779"/>
                  </a:lnTo>
                  <a:lnTo>
                    <a:pt x="1344" y="3779"/>
                  </a:lnTo>
                  <a:lnTo>
                    <a:pt x="1329" y="3764"/>
                  </a:lnTo>
                  <a:lnTo>
                    <a:pt x="1329" y="3764"/>
                  </a:lnTo>
                  <a:lnTo>
                    <a:pt x="1314" y="3764"/>
                  </a:lnTo>
                  <a:lnTo>
                    <a:pt x="1299" y="3764"/>
                  </a:lnTo>
                  <a:lnTo>
                    <a:pt x="1299" y="3764"/>
                  </a:lnTo>
                  <a:lnTo>
                    <a:pt x="1299" y="3779"/>
                  </a:lnTo>
                  <a:lnTo>
                    <a:pt x="1299" y="3779"/>
                  </a:lnTo>
                  <a:lnTo>
                    <a:pt x="1284" y="3779"/>
                  </a:lnTo>
                  <a:lnTo>
                    <a:pt x="1284" y="3794"/>
                  </a:lnTo>
                  <a:lnTo>
                    <a:pt x="1284" y="3809"/>
                  </a:lnTo>
                  <a:lnTo>
                    <a:pt x="1299" y="3839"/>
                  </a:lnTo>
                  <a:lnTo>
                    <a:pt x="1314" y="3869"/>
                  </a:lnTo>
                  <a:lnTo>
                    <a:pt x="1329" y="3899"/>
                  </a:lnTo>
                  <a:lnTo>
                    <a:pt x="1344" y="3944"/>
                  </a:lnTo>
                  <a:lnTo>
                    <a:pt x="1359" y="3988"/>
                  </a:lnTo>
                  <a:lnTo>
                    <a:pt x="1374" y="4018"/>
                  </a:lnTo>
                  <a:lnTo>
                    <a:pt x="1374" y="4048"/>
                  </a:lnTo>
                  <a:lnTo>
                    <a:pt x="1374" y="4078"/>
                  </a:lnTo>
                  <a:lnTo>
                    <a:pt x="1374" y="4108"/>
                  </a:lnTo>
                  <a:lnTo>
                    <a:pt x="1374" y="4138"/>
                  </a:lnTo>
                  <a:lnTo>
                    <a:pt x="1359" y="4168"/>
                  </a:lnTo>
                  <a:lnTo>
                    <a:pt x="1329" y="4182"/>
                  </a:lnTo>
                  <a:lnTo>
                    <a:pt x="1329" y="4197"/>
                  </a:lnTo>
                  <a:lnTo>
                    <a:pt x="1329" y="4197"/>
                  </a:lnTo>
                  <a:lnTo>
                    <a:pt x="1329" y="4197"/>
                  </a:lnTo>
                  <a:lnTo>
                    <a:pt x="1314" y="4197"/>
                  </a:lnTo>
                  <a:lnTo>
                    <a:pt x="1314" y="4197"/>
                  </a:lnTo>
                  <a:lnTo>
                    <a:pt x="1284" y="4212"/>
                  </a:lnTo>
                  <a:lnTo>
                    <a:pt x="1255" y="4212"/>
                  </a:lnTo>
                  <a:lnTo>
                    <a:pt x="1210" y="4212"/>
                  </a:lnTo>
                  <a:lnTo>
                    <a:pt x="1165" y="4212"/>
                  </a:lnTo>
                  <a:lnTo>
                    <a:pt x="1120" y="4197"/>
                  </a:lnTo>
                  <a:lnTo>
                    <a:pt x="1090" y="4182"/>
                  </a:lnTo>
                  <a:lnTo>
                    <a:pt x="1045" y="4153"/>
                  </a:lnTo>
                  <a:lnTo>
                    <a:pt x="1031" y="4123"/>
                  </a:lnTo>
                  <a:lnTo>
                    <a:pt x="1016" y="4123"/>
                  </a:lnTo>
                  <a:lnTo>
                    <a:pt x="1016" y="4108"/>
                  </a:lnTo>
                  <a:lnTo>
                    <a:pt x="1016" y="4108"/>
                  </a:lnTo>
                  <a:lnTo>
                    <a:pt x="1016" y="4108"/>
                  </a:lnTo>
                  <a:lnTo>
                    <a:pt x="1016" y="4108"/>
                  </a:lnTo>
                  <a:lnTo>
                    <a:pt x="1001" y="4078"/>
                  </a:lnTo>
                  <a:lnTo>
                    <a:pt x="1001" y="4078"/>
                  </a:lnTo>
                  <a:lnTo>
                    <a:pt x="986" y="4063"/>
                  </a:lnTo>
                  <a:lnTo>
                    <a:pt x="971" y="4018"/>
                  </a:lnTo>
                  <a:lnTo>
                    <a:pt x="956" y="3988"/>
                  </a:lnTo>
                  <a:lnTo>
                    <a:pt x="941" y="3958"/>
                  </a:lnTo>
                  <a:lnTo>
                    <a:pt x="911" y="3929"/>
                  </a:lnTo>
                  <a:lnTo>
                    <a:pt x="911" y="3914"/>
                  </a:lnTo>
                  <a:lnTo>
                    <a:pt x="896" y="3899"/>
                  </a:lnTo>
                  <a:lnTo>
                    <a:pt x="881" y="3884"/>
                  </a:lnTo>
                  <a:lnTo>
                    <a:pt x="881" y="3869"/>
                  </a:lnTo>
                  <a:lnTo>
                    <a:pt x="866" y="3854"/>
                  </a:lnTo>
                  <a:lnTo>
                    <a:pt x="851" y="3809"/>
                  </a:lnTo>
                  <a:lnTo>
                    <a:pt x="821" y="3779"/>
                  </a:lnTo>
                  <a:lnTo>
                    <a:pt x="821" y="3779"/>
                  </a:lnTo>
                  <a:lnTo>
                    <a:pt x="821" y="3779"/>
                  </a:lnTo>
                  <a:lnTo>
                    <a:pt x="792" y="3749"/>
                  </a:lnTo>
                  <a:lnTo>
                    <a:pt x="747" y="3734"/>
                  </a:lnTo>
                  <a:lnTo>
                    <a:pt x="732" y="3734"/>
                  </a:lnTo>
                  <a:lnTo>
                    <a:pt x="717" y="3719"/>
                  </a:lnTo>
                  <a:lnTo>
                    <a:pt x="687" y="3719"/>
                  </a:lnTo>
                  <a:lnTo>
                    <a:pt x="687" y="3719"/>
                  </a:lnTo>
                  <a:lnTo>
                    <a:pt x="687" y="3719"/>
                  </a:lnTo>
                  <a:lnTo>
                    <a:pt x="597" y="3675"/>
                  </a:lnTo>
                  <a:lnTo>
                    <a:pt x="508" y="3660"/>
                  </a:lnTo>
                  <a:lnTo>
                    <a:pt x="418" y="3660"/>
                  </a:lnTo>
                  <a:lnTo>
                    <a:pt x="314" y="3705"/>
                  </a:lnTo>
                  <a:lnTo>
                    <a:pt x="239" y="3734"/>
                  </a:lnTo>
                  <a:lnTo>
                    <a:pt x="179" y="3779"/>
                  </a:lnTo>
                  <a:lnTo>
                    <a:pt x="120" y="3824"/>
                  </a:lnTo>
                  <a:lnTo>
                    <a:pt x="75" y="3869"/>
                  </a:lnTo>
                  <a:lnTo>
                    <a:pt x="45" y="3914"/>
                  </a:lnTo>
                  <a:lnTo>
                    <a:pt x="15" y="3958"/>
                  </a:lnTo>
                  <a:lnTo>
                    <a:pt x="0" y="4003"/>
                  </a:lnTo>
                  <a:lnTo>
                    <a:pt x="0" y="4063"/>
                  </a:lnTo>
                  <a:lnTo>
                    <a:pt x="0" y="4123"/>
                  </a:lnTo>
                  <a:lnTo>
                    <a:pt x="15" y="4153"/>
                  </a:lnTo>
                  <a:lnTo>
                    <a:pt x="30" y="4182"/>
                  </a:lnTo>
                  <a:lnTo>
                    <a:pt x="60" y="4197"/>
                  </a:lnTo>
                  <a:lnTo>
                    <a:pt x="75" y="4212"/>
                  </a:lnTo>
                  <a:lnTo>
                    <a:pt x="90" y="4257"/>
                  </a:lnTo>
                  <a:lnTo>
                    <a:pt x="105" y="4287"/>
                  </a:lnTo>
                  <a:lnTo>
                    <a:pt x="120" y="4347"/>
                  </a:lnTo>
                  <a:lnTo>
                    <a:pt x="120" y="4362"/>
                  </a:lnTo>
                  <a:lnTo>
                    <a:pt x="120" y="4392"/>
                  </a:lnTo>
                  <a:lnTo>
                    <a:pt x="120" y="4406"/>
                  </a:lnTo>
                  <a:lnTo>
                    <a:pt x="134" y="4406"/>
                  </a:lnTo>
                  <a:lnTo>
                    <a:pt x="134" y="4406"/>
                  </a:lnTo>
                  <a:lnTo>
                    <a:pt x="134" y="4406"/>
                  </a:lnTo>
                  <a:lnTo>
                    <a:pt x="134" y="4406"/>
                  </a:lnTo>
                  <a:lnTo>
                    <a:pt x="134" y="4406"/>
                  </a:lnTo>
                  <a:lnTo>
                    <a:pt x="149" y="4377"/>
                  </a:lnTo>
                  <a:lnTo>
                    <a:pt x="164" y="4362"/>
                  </a:lnTo>
                  <a:lnTo>
                    <a:pt x="194" y="4347"/>
                  </a:lnTo>
                  <a:lnTo>
                    <a:pt x="224" y="4332"/>
                  </a:lnTo>
                  <a:lnTo>
                    <a:pt x="254" y="4317"/>
                  </a:lnTo>
                  <a:lnTo>
                    <a:pt x="284" y="4317"/>
                  </a:lnTo>
                  <a:lnTo>
                    <a:pt x="314" y="4317"/>
                  </a:lnTo>
                  <a:lnTo>
                    <a:pt x="344" y="4317"/>
                  </a:lnTo>
                  <a:lnTo>
                    <a:pt x="433" y="4332"/>
                  </a:lnTo>
                  <a:lnTo>
                    <a:pt x="508" y="4362"/>
                  </a:lnTo>
                  <a:lnTo>
                    <a:pt x="538" y="4377"/>
                  </a:lnTo>
                  <a:lnTo>
                    <a:pt x="553" y="4377"/>
                  </a:lnTo>
                  <a:lnTo>
                    <a:pt x="553" y="4377"/>
                  </a:lnTo>
                  <a:lnTo>
                    <a:pt x="568" y="4392"/>
                  </a:lnTo>
                  <a:lnTo>
                    <a:pt x="583" y="4392"/>
                  </a:lnTo>
                  <a:lnTo>
                    <a:pt x="597" y="4392"/>
                  </a:lnTo>
                  <a:lnTo>
                    <a:pt x="597" y="4392"/>
                  </a:lnTo>
                  <a:lnTo>
                    <a:pt x="612" y="4392"/>
                  </a:lnTo>
                  <a:lnTo>
                    <a:pt x="612" y="4392"/>
                  </a:lnTo>
                  <a:lnTo>
                    <a:pt x="612" y="4392"/>
                  </a:lnTo>
                  <a:lnTo>
                    <a:pt x="612" y="4392"/>
                  </a:lnTo>
                  <a:lnTo>
                    <a:pt x="627" y="4377"/>
                  </a:lnTo>
                  <a:lnTo>
                    <a:pt x="657" y="4347"/>
                  </a:lnTo>
                  <a:lnTo>
                    <a:pt x="657" y="4347"/>
                  </a:lnTo>
                  <a:lnTo>
                    <a:pt x="657" y="4347"/>
                  </a:lnTo>
                  <a:lnTo>
                    <a:pt x="657" y="4347"/>
                  </a:lnTo>
                  <a:lnTo>
                    <a:pt x="672" y="4332"/>
                  </a:lnTo>
                  <a:lnTo>
                    <a:pt x="672" y="4332"/>
                  </a:lnTo>
                  <a:lnTo>
                    <a:pt x="702" y="4317"/>
                  </a:lnTo>
                  <a:lnTo>
                    <a:pt x="732" y="4317"/>
                  </a:lnTo>
                  <a:lnTo>
                    <a:pt x="732" y="4317"/>
                  </a:lnTo>
                  <a:lnTo>
                    <a:pt x="777" y="4317"/>
                  </a:lnTo>
                  <a:lnTo>
                    <a:pt x="821" y="4317"/>
                  </a:lnTo>
                  <a:lnTo>
                    <a:pt x="821" y="4317"/>
                  </a:lnTo>
                  <a:lnTo>
                    <a:pt x="821" y="4317"/>
                  </a:lnTo>
                  <a:lnTo>
                    <a:pt x="851" y="4332"/>
                  </a:lnTo>
                  <a:lnTo>
                    <a:pt x="896" y="4347"/>
                  </a:lnTo>
                  <a:lnTo>
                    <a:pt x="896" y="4362"/>
                  </a:lnTo>
                  <a:lnTo>
                    <a:pt x="911" y="4362"/>
                  </a:lnTo>
                  <a:lnTo>
                    <a:pt x="926" y="4377"/>
                  </a:lnTo>
                  <a:lnTo>
                    <a:pt x="941" y="4392"/>
                  </a:lnTo>
                  <a:lnTo>
                    <a:pt x="941" y="4392"/>
                  </a:lnTo>
                  <a:lnTo>
                    <a:pt x="956" y="4392"/>
                  </a:lnTo>
                  <a:lnTo>
                    <a:pt x="971" y="4392"/>
                  </a:lnTo>
                  <a:lnTo>
                    <a:pt x="986" y="4377"/>
                  </a:lnTo>
                  <a:lnTo>
                    <a:pt x="1001" y="4362"/>
                  </a:lnTo>
                  <a:lnTo>
                    <a:pt x="1016" y="4362"/>
                  </a:lnTo>
                  <a:lnTo>
                    <a:pt x="1031" y="4347"/>
                  </a:lnTo>
                  <a:lnTo>
                    <a:pt x="1031" y="4347"/>
                  </a:lnTo>
                  <a:lnTo>
                    <a:pt x="1031" y="4347"/>
                  </a:lnTo>
                  <a:lnTo>
                    <a:pt x="1045" y="4347"/>
                  </a:lnTo>
                  <a:lnTo>
                    <a:pt x="1060" y="4317"/>
                  </a:lnTo>
                  <a:lnTo>
                    <a:pt x="1105" y="4317"/>
                  </a:lnTo>
                  <a:lnTo>
                    <a:pt x="1135" y="4302"/>
                  </a:lnTo>
                  <a:lnTo>
                    <a:pt x="1165" y="4302"/>
                  </a:lnTo>
                  <a:lnTo>
                    <a:pt x="1195" y="4317"/>
                  </a:lnTo>
                  <a:lnTo>
                    <a:pt x="1240" y="4332"/>
                  </a:lnTo>
                  <a:lnTo>
                    <a:pt x="1270" y="4347"/>
                  </a:lnTo>
                  <a:lnTo>
                    <a:pt x="1284" y="4362"/>
                  </a:lnTo>
                  <a:lnTo>
                    <a:pt x="1314" y="4392"/>
                  </a:lnTo>
                  <a:lnTo>
                    <a:pt x="1344" y="4421"/>
                  </a:lnTo>
                  <a:lnTo>
                    <a:pt x="1389" y="4451"/>
                  </a:lnTo>
                  <a:lnTo>
                    <a:pt x="1434" y="4496"/>
                  </a:lnTo>
                  <a:lnTo>
                    <a:pt x="1479" y="4526"/>
                  </a:lnTo>
                  <a:lnTo>
                    <a:pt x="1523" y="4541"/>
                  </a:lnTo>
                  <a:lnTo>
                    <a:pt x="1538" y="4556"/>
                  </a:lnTo>
                  <a:lnTo>
                    <a:pt x="1553" y="4556"/>
                  </a:lnTo>
                  <a:lnTo>
                    <a:pt x="1583" y="4541"/>
                  </a:lnTo>
                  <a:lnTo>
                    <a:pt x="1598" y="4526"/>
                  </a:lnTo>
                  <a:lnTo>
                    <a:pt x="1598" y="4526"/>
                  </a:lnTo>
                  <a:lnTo>
                    <a:pt x="1613" y="4511"/>
                  </a:lnTo>
                  <a:lnTo>
                    <a:pt x="1628" y="4496"/>
                  </a:lnTo>
                  <a:lnTo>
                    <a:pt x="1643" y="4481"/>
                  </a:lnTo>
                  <a:lnTo>
                    <a:pt x="1658" y="4466"/>
                  </a:lnTo>
                  <a:lnTo>
                    <a:pt x="1673" y="4451"/>
                  </a:lnTo>
                  <a:lnTo>
                    <a:pt x="1718" y="4406"/>
                  </a:lnTo>
                  <a:lnTo>
                    <a:pt x="1762" y="4362"/>
                  </a:lnTo>
                  <a:lnTo>
                    <a:pt x="1822" y="4332"/>
                  </a:lnTo>
                  <a:lnTo>
                    <a:pt x="1882" y="4302"/>
                  </a:lnTo>
                  <a:lnTo>
                    <a:pt x="1927" y="4287"/>
                  </a:lnTo>
                  <a:lnTo>
                    <a:pt x="1986" y="4272"/>
                  </a:lnTo>
                  <a:lnTo>
                    <a:pt x="2031" y="4272"/>
                  </a:lnTo>
                  <a:lnTo>
                    <a:pt x="2061" y="4287"/>
                  </a:lnTo>
                  <a:lnTo>
                    <a:pt x="2106" y="4317"/>
                  </a:lnTo>
                  <a:lnTo>
                    <a:pt x="2136" y="4362"/>
                  </a:lnTo>
                  <a:lnTo>
                    <a:pt x="2151" y="4392"/>
                  </a:lnTo>
                  <a:lnTo>
                    <a:pt x="2151" y="4436"/>
                  </a:lnTo>
                  <a:lnTo>
                    <a:pt x="2151" y="4451"/>
                  </a:lnTo>
                  <a:lnTo>
                    <a:pt x="2151" y="4466"/>
                  </a:lnTo>
                  <a:lnTo>
                    <a:pt x="2166" y="4466"/>
                  </a:lnTo>
                  <a:lnTo>
                    <a:pt x="2166" y="4481"/>
                  </a:lnTo>
                  <a:lnTo>
                    <a:pt x="2166" y="4481"/>
                  </a:lnTo>
                  <a:lnTo>
                    <a:pt x="2166" y="4481"/>
                  </a:lnTo>
                  <a:lnTo>
                    <a:pt x="2181" y="4481"/>
                  </a:lnTo>
                  <a:lnTo>
                    <a:pt x="2181" y="4481"/>
                  </a:lnTo>
                  <a:lnTo>
                    <a:pt x="2195" y="4481"/>
                  </a:lnTo>
                  <a:lnTo>
                    <a:pt x="2210" y="4481"/>
                  </a:lnTo>
                  <a:lnTo>
                    <a:pt x="2240" y="4481"/>
                  </a:lnTo>
                  <a:lnTo>
                    <a:pt x="2285" y="4481"/>
                  </a:lnTo>
                  <a:lnTo>
                    <a:pt x="2285" y="4481"/>
                  </a:lnTo>
                  <a:lnTo>
                    <a:pt x="2300" y="4481"/>
                  </a:lnTo>
                  <a:lnTo>
                    <a:pt x="2315" y="4496"/>
                  </a:lnTo>
                  <a:lnTo>
                    <a:pt x="2345" y="4511"/>
                  </a:lnTo>
                  <a:lnTo>
                    <a:pt x="2375" y="4556"/>
                  </a:lnTo>
                  <a:lnTo>
                    <a:pt x="2390" y="4601"/>
                  </a:lnTo>
                  <a:lnTo>
                    <a:pt x="2405" y="4616"/>
                  </a:lnTo>
                  <a:lnTo>
                    <a:pt x="2405" y="4645"/>
                  </a:lnTo>
                  <a:lnTo>
                    <a:pt x="2405" y="4660"/>
                  </a:lnTo>
                  <a:lnTo>
                    <a:pt x="2405" y="4660"/>
                  </a:lnTo>
                  <a:lnTo>
                    <a:pt x="2419" y="4675"/>
                  </a:lnTo>
                  <a:lnTo>
                    <a:pt x="2419" y="4675"/>
                  </a:lnTo>
                  <a:lnTo>
                    <a:pt x="2434" y="4690"/>
                  </a:lnTo>
                  <a:lnTo>
                    <a:pt x="2434" y="4690"/>
                  </a:lnTo>
                  <a:lnTo>
                    <a:pt x="2434" y="4690"/>
                  </a:lnTo>
                  <a:lnTo>
                    <a:pt x="2449" y="4675"/>
                  </a:lnTo>
                  <a:lnTo>
                    <a:pt x="2464" y="4660"/>
                  </a:lnTo>
                  <a:lnTo>
                    <a:pt x="2479" y="4645"/>
                  </a:lnTo>
                  <a:lnTo>
                    <a:pt x="2494" y="4631"/>
                  </a:lnTo>
                  <a:lnTo>
                    <a:pt x="2494" y="4631"/>
                  </a:lnTo>
                  <a:lnTo>
                    <a:pt x="2524" y="4616"/>
                  </a:lnTo>
                  <a:lnTo>
                    <a:pt x="2569" y="4616"/>
                  </a:lnTo>
                  <a:lnTo>
                    <a:pt x="2599" y="4616"/>
                  </a:lnTo>
                  <a:lnTo>
                    <a:pt x="2629" y="4631"/>
                  </a:lnTo>
                  <a:lnTo>
                    <a:pt x="2673" y="4645"/>
                  </a:lnTo>
                  <a:lnTo>
                    <a:pt x="2703" y="4675"/>
                  </a:lnTo>
                  <a:lnTo>
                    <a:pt x="2748" y="4720"/>
                  </a:lnTo>
                  <a:lnTo>
                    <a:pt x="2763" y="4750"/>
                  </a:lnTo>
                  <a:lnTo>
                    <a:pt x="2763" y="4750"/>
                  </a:lnTo>
                  <a:lnTo>
                    <a:pt x="2778" y="4750"/>
                  </a:lnTo>
                  <a:lnTo>
                    <a:pt x="2793" y="4765"/>
                  </a:lnTo>
                  <a:lnTo>
                    <a:pt x="2793" y="4765"/>
                  </a:lnTo>
                  <a:lnTo>
                    <a:pt x="2793" y="4765"/>
                  </a:lnTo>
                  <a:lnTo>
                    <a:pt x="2808" y="4765"/>
                  </a:lnTo>
                  <a:lnTo>
                    <a:pt x="2823" y="4765"/>
                  </a:lnTo>
                  <a:lnTo>
                    <a:pt x="2823" y="4765"/>
                  </a:lnTo>
                  <a:lnTo>
                    <a:pt x="2838" y="4765"/>
                  </a:lnTo>
                  <a:lnTo>
                    <a:pt x="2838" y="4765"/>
                  </a:lnTo>
                  <a:lnTo>
                    <a:pt x="2838" y="4765"/>
                  </a:lnTo>
                  <a:lnTo>
                    <a:pt x="2853" y="4750"/>
                  </a:lnTo>
                  <a:lnTo>
                    <a:pt x="2853" y="4750"/>
                  </a:lnTo>
                  <a:lnTo>
                    <a:pt x="2853" y="4750"/>
                  </a:lnTo>
                  <a:lnTo>
                    <a:pt x="2853" y="4750"/>
                  </a:lnTo>
                  <a:lnTo>
                    <a:pt x="2853" y="4750"/>
                  </a:lnTo>
                  <a:lnTo>
                    <a:pt x="2853" y="4750"/>
                  </a:lnTo>
                  <a:lnTo>
                    <a:pt x="2853" y="4735"/>
                  </a:lnTo>
                  <a:lnTo>
                    <a:pt x="2868" y="4735"/>
                  </a:lnTo>
                  <a:lnTo>
                    <a:pt x="2868" y="4735"/>
                  </a:lnTo>
                  <a:lnTo>
                    <a:pt x="2868" y="4735"/>
                  </a:lnTo>
                  <a:lnTo>
                    <a:pt x="2868" y="4720"/>
                  </a:lnTo>
                  <a:lnTo>
                    <a:pt x="2868" y="4720"/>
                  </a:lnTo>
                  <a:lnTo>
                    <a:pt x="2882" y="4631"/>
                  </a:lnTo>
                  <a:lnTo>
                    <a:pt x="2927" y="4556"/>
                  </a:lnTo>
                  <a:lnTo>
                    <a:pt x="2942" y="4541"/>
                  </a:lnTo>
                  <a:lnTo>
                    <a:pt x="2957" y="4526"/>
                  </a:lnTo>
                  <a:lnTo>
                    <a:pt x="2957" y="4526"/>
                  </a:lnTo>
                  <a:lnTo>
                    <a:pt x="3032" y="4496"/>
                  </a:lnTo>
                  <a:lnTo>
                    <a:pt x="3136" y="4511"/>
                  </a:lnTo>
                  <a:lnTo>
                    <a:pt x="3256" y="4541"/>
                  </a:lnTo>
                  <a:lnTo>
                    <a:pt x="3301" y="4556"/>
                  </a:lnTo>
                  <a:lnTo>
                    <a:pt x="3301" y="4556"/>
                  </a:lnTo>
                  <a:lnTo>
                    <a:pt x="3316" y="4571"/>
                  </a:lnTo>
                  <a:lnTo>
                    <a:pt x="3331" y="4571"/>
                  </a:lnTo>
                  <a:lnTo>
                    <a:pt x="3360" y="4586"/>
                  </a:lnTo>
                  <a:lnTo>
                    <a:pt x="3405" y="4586"/>
                  </a:lnTo>
                  <a:lnTo>
                    <a:pt x="3450" y="4586"/>
                  </a:lnTo>
                  <a:lnTo>
                    <a:pt x="3495" y="4586"/>
                  </a:lnTo>
                  <a:lnTo>
                    <a:pt x="3540" y="4586"/>
                  </a:lnTo>
                  <a:lnTo>
                    <a:pt x="3584" y="4571"/>
                  </a:lnTo>
                  <a:lnTo>
                    <a:pt x="3629" y="4571"/>
                  </a:lnTo>
                  <a:lnTo>
                    <a:pt x="3659" y="4556"/>
                  </a:lnTo>
                  <a:lnTo>
                    <a:pt x="3674" y="4556"/>
                  </a:lnTo>
                  <a:lnTo>
                    <a:pt x="3689" y="4541"/>
                  </a:lnTo>
                  <a:lnTo>
                    <a:pt x="3704" y="4526"/>
                  </a:lnTo>
                  <a:lnTo>
                    <a:pt x="3719" y="4511"/>
                  </a:lnTo>
                  <a:lnTo>
                    <a:pt x="3749" y="4496"/>
                  </a:lnTo>
                  <a:lnTo>
                    <a:pt x="3764" y="4481"/>
                  </a:lnTo>
                  <a:lnTo>
                    <a:pt x="3793" y="4466"/>
                  </a:lnTo>
                  <a:lnTo>
                    <a:pt x="3808" y="4451"/>
                  </a:lnTo>
                  <a:lnTo>
                    <a:pt x="3838" y="4436"/>
                  </a:lnTo>
                  <a:lnTo>
                    <a:pt x="3868" y="4436"/>
                  </a:lnTo>
                  <a:lnTo>
                    <a:pt x="3928" y="4421"/>
                  </a:lnTo>
                  <a:lnTo>
                    <a:pt x="4018" y="4421"/>
                  </a:lnTo>
                  <a:lnTo>
                    <a:pt x="4092" y="4421"/>
                  </a:lnTo>
                  <a:lnTo>
                    <a:pt x="4137" y="4421"/>
                  </a:lnTo>
                  <a:lnTo>
                    <a:pt x="4152" y="4421"/>
                  </a:lnTo>
                  <a:lnTo>
                    <a:pt x="4167" y="4406"/>
                  </a:lnTo>
                  <a:lnTo>
                    <a:pt x="4197" y="4406"/>
                  </a:lnTo>
                  <a:lnTo>
                    <a:pt x="4212" y="4406"/>
                  </a:lnTo>
                  <a:lnTo>
                    <a:pt x="4212" y="4406"/>
                  </a:lnTo>
                  <a:lnTo>
                    <a:pt x="4227" y="4406"/>
                  </a:lnTo>
                  <a:lnTo>
                    <a:pt x="4242" y="4406"/>
                  </a:lnTo>
                  <a:lnTo>
                    <a:pt x="4242" y="4406"/>
                  </a:lnTo>
                  <a:lnTo>
                    <a:pt x="4256" y="4406"/>
                  </a:lnTo>
                  <a:lnTo>
                    <a:pt x="4256" y="4406"/>
                  </a:lnTo>
                  <a:lnTo>
                    <a:pt x="4256" y="4392"/>
                  </a:lnTo>
                  <a:lnTo>
                    <a:pt x="4256" y="4362"/>
                  </a:lnTo>
                  <a:lnTo>
                    <a:pt x="4227" y="4287"/>
                  </a:lnTo>
                  <a:lnTo>
                    <a:pt x="4197" y="4257"/>
                  </a:lnTo>
                  <a:lnTo>
                    <a:pt x="4197" y="4257"/>
                  </a:lnTo>
                  <a:lnTo>
                    <a:pt x="4197" y="4257"/>
                  </a:lnTo>
                  <a:lnTo>
                    <a:pt x="4152" y="4212"/>
                  </a:lnTo>
                  <a:lnTo>
                    <a:pt x="4137" y="4138"/>
                  </a:lnTo>
                  <a:lnTo>
                    <a:pt x="4122" y="4048"/>
                  </a:lnTo>
                  <a:lnTo>
                    <a:pt x="4122" y="3988"/>
                  </a:lnTo>
                  <a:lnTo>
                    <a:pt x="4137" y="3944"/>
                  </a:lnTo>
                  <a:lnTo>
                    <a:pt x="4167" y="3899"/>
                  </a:lnTo>
                  <a:lnTo>
                    <a:pt x="4167" y="3884"/>
                  </a:lnTo>
                  <a:lnTo>
                    <a:pt x="4167" y="3884"/>
                  </a:lnTo>
                  <a:lnTo>
                    <a:pt x="4167" y="3869"/>
                  </a:lnTo>
                  <a:lnTo>
                    <a:pt x="4182" y="3869"/>
                  </a:lnTo>
                  <a:lnTo>
                    <a:pt x="4182" y="3854"/>
                  </a:lnTo>
                  <a:lnTo>
                    <a:pt x="4182" y="3839"/>
                  </a:lnTo>
                  <a:lnTo>
                    <a:pt x="4182" y="3839"/>
                  </a:lnTo>
                  <a:lnTo>
                    <a:pt x="4182" y="3839"/>
                  </a:lnTo>
                  <a:lnTo>
                    <a:pt x="4182" y="3794"/>
                  </a:lnTo>
                  <a:lnTo>
                    <a:pt x="4242" y="3705"/>
                  </a:lnTo>
                  <a:lnTo>
                    <a:pt x="4301" y="3690"/>
                  </a:lnTo>
                  <a:lnTo>
                    <a:pt x="4331" y="3690"/>
                  </a:lnTo>
                  <a:lnTo>
                    <a:pt x="4346" y="3690"/>
                  </a:lnTo>
                  <a:lnTo>
                    <a:pt x="4361" y="3675"/>
                  </a:lnTo>
                  <a:lnTo>
                    <a:pt x="4391" y="3675"/>
                  </a:lnTo>
                  <a:lnTo>
                    <a:pt x="4466" y="3675"/>
                  </a:lnTo>
                  <a:lnTo>
                    <a:pt x="4540" y="3660"/>
                  </a:lnTo>
                  <a:lnTo>
                    <a:pt x="4600" y="3630"/>
                  </a:lnTo>
                  <a:lnTo>
                    <a:pt x="4645" y="3570"/>
                  </a:lnTo>
                  <a:lnTo>
                    <a:pt x="4734" y="3451"/>
                  </a:lnTo>
                  <a:lnTo>
                    <a:pt x="4809" y="3421"/>
                  </a:lnTo>
                  <a:lnTo>
                    <a:pt x="4809" y="3421"/>
                  </a:lnTo>
                  <a:lnTo>
                    <a:pt x="4854" y="3421"/>
                  </a:lnTo>
                  <a:lnTo>
                    <a:pt x="4854" y="3421"/>
                  </a:lnTo>
                  <a:lnTo>
                    <a:pt x="4869" y="3421"/>
                  </a:lnTo>
                  <a:lnTo>
                    <a:pt x="4899" y="3421"/>
                  </a:lnTo>
                  <a:lnTo>
                    <a:pt x="4914" y="3421"/>
                  </a:lnTo>
                  <a:lnTo>
                    <a:pt x="4914" y="3421"/>
                  </a:lnTo>
                  <a:lnTo>
                    <a:pt x="4914" y="3421"/>
                  </a:lnTo>
                  <a:lnTo>
                    <a:pt x="4929" y="3421"/>
                  </a:lnTo>
                  <a:lnTo>
                    <a:pt x="4929" y="3421"/>
                  </a:lnTo>
                  <a:lnTo>
                    <a:pt x="4929" y="3406"/>
                  </a:lnTo>
                  <a:lnTo>
                    <a:pt x="4929" y="3376"/>
                  </a:lnTo>
                  <a:lnTo>
                    <a:pt x="4929" y="3376"/>
                  </a:lnTo>
                  <a:lnTo>
                    <a:pt x="4929" y="3376"/>
                  </a:lnTo>
                  <a:lnTo>
                    <a:pt x="4929" y="3376"/>
                  </a:lnTo>
                  <a:lnTo>
                    <a:pt x="4929" y="3301"/>
                  </a:lnTo>
                  <a:lnTo>
                    <a:pt x="5003" y="3257"/>
                  </a:lnTo>
                  <a:lnTo>
                    <a:pt x="5003" y="3257"/>
                  </a:lnTo>
                  <a:lnTo>
                    <a:pt x="5018" y="3257"/>
                  </a:lnTo>
                  <a:lnTo>
                    <a:pt x="5048" y="3257"/>
                  </a:lnTo>
                  <a:lnTo>
                    <a:pt x="5063" y="3257"/>
                  </a:lnTo>
                  <a:lnTo>
                    <a:pt x="5078" y="3271"/>
                  </a:lnTo>
                  <a:lnTo>
                    <a:pt x="5108" y="3271"/>
                  </a:lnTo>
                  <a:lnTo>
                    <a:pt x="5123" y="3286"/>
                  </a:lnTo>
                  <a:lnTo>
                    <a:pt x="5153" y="3286"/>
                  </a:lnTo>
                  <a:lnTo>
                    <a:pt x="5167" y="3301"/>
                  </a:lnTo>
                  <a:lnTo>
                    <a:pt x="5167" y="3301"/>
                  </a:lnTo>
                  <a:lnTo>
                    <a:pt x="5167" y="3301"/>
                  </a:lnTo>
                  <a:lnTo>
                    <a:pt x="5167" y="3301"/>
                  </a:lnTo>
                  <a:lnTo>
                    <a:pt x="5182" y="3301"/>
                  </a:lnTo>
                  <a:lnTo>
                    <a:pt x="5182" y="3301"/>
                  </a:lnTo>
                  <a:lnTo>
                    <a:pt x="5197" y="3301"/>
                  </a:lnTo>
                  <a:lnTo>
                    <a:pt x="5197" y="3301"/>
                  </a:lnTo>
                  <a:lnTo>
                    <a:pt x="5212" y="3286"/>
                  </a:lnTo>
                  <a:lnTo>
                    <a:pt x="5212" y="3271"/>
                  </a:lnTo>
                  <a:lnTo>
                    <a:pt x="5227" y="3271"/>
                  </a:lnTo>
                  <a:lnTo>
                    <a:pt x="5257" y="3212"/>
                  </a:lnTo>
                  <a:lnTo>
                    <a:pt x="5272" y="3167"/>
                  </a:lnTo>
                  <a:lnTo>
                    <a:pt x="5317" y="3137"/>
                  </a:lnTo>
                  <a:lnTo>
                    <a:pt x="5347" y="3122"/>
                  </a:lnTo>
                  <a:lnTo>
                    <a:pt x="5362" y="3122"/>
                  </a:lnTo>
                  <a:lnTo>
                    <a:pt x="5362" y="3122"/>
                  </a:lnTo>
                  <a:lnTo>
                    <a:pt x="5362" y="3122"/>
                  </a:lnTo>
                  <a:lnTo>
                    <a:pt x="5362" y="3107"/>
                  </a:lnTo>
                  <a:lnTo>
                    <a:pt x="5377" y="3107"/>
                  </a:lnTo>
                  <a:lnTo>
                    <a:pt x="5406" y="3107"/>
                  </a:lnTo>
                  <a:lnTo>
                    <a:pt x="5451" y="3107"/>
                  </a:lnTo>
                  <a:lnTo>
                    <a:pt x="5496" y="3137"/>
                  </a:lnTo>
                  <a:lnTo>
                    <a:pt x="5541" y="3197"/>
                  </a:lnTo>
                  <a:lnTo>
                    <a:pt x="5541" y="3197"/>
                  </a:lnTo>
                  <a:lnTo>
                    <a:pt x="5541" y="3212"/>
                  </a:lnTo>
                  <a:lnTo>
                    <a:pt x="5541" y="3212"/>
                  </a:lnTo>
                  <a:lnTo>
                    <a:pt x="5556" y="3227"/>
                  </a:lnTo>
                  <a:lnTo>
                    <a:pt x="5586" y="3316"/>
                  </a:lnTo>
                  <a:lnTo>
                    <a:pt x="5645" y="3391"/>
                  </a:lnTo>
                  <a:lnTo>
                    <a:pt x="5690" y="3451"/>
                  </a:lnTo>
                  <a:lnTo>
                    <a:pt x="5765" y="3466"/>
                  </a:lnTo>
                  <a:lnTo>
                    <a:pt x="5810" y="3466"/>
                  </a:lnTo>
                  <a:lnTo>
                    <a:pt x="5825" y="3451"/>
                  </a:lnTo>
                  <a:lnTo>
                    <a:pt x="5840" y="3451"/>
                  </a:lnTo>
                  <a:lnTo>
                    <a:pt x="5854" y="3421"/>
                  </a:lnTo>
                  <a:lnTo>
                    <a:pt x="5854" y="3421"/>
                  </a:lnTo>
                  <a:lnTo>
                    <a:pt x="5854" y="3421"/>
                  </a:lnTo>
                  <a:lnTo>
                    <a:pt x="5854" y="3421"/>
                  </a:lnTo>
                  <a:lnTo>
                    <a:pt x="5884" y="3391"/>
                  </a:lnTo>
                  <a:lnTo>
                    <a:pt x="5929" y="3346"/>
                  </a:lnTo>
                  <a:lnTo>
                    <a:pt x="5974" y="3316"/>
                  </a:lnTo>
                  <a:lnTo>
                    <a:pt x="6019" y="3301"/>
                  </a:lnTo>
                  <a:lnTo>
                    <a:pt x="6064" y="3286"/>
                  </a:lnTo>
                  <a:lnTo>
                    <a:pt x="6108" y="3286"/>
                  </a:lnTo>
                  <a:lnTo>
                    <a:pt x="6108" y="3271"/>
                  </a:lnTo>
                  <a:lnTo>
                    <a:pt x="6123" y="3271"/>
                  </a:lnTo>
                  <a:lnTo>
                    <a:pt x="6138" y="3271"/>
                  </a:lnTo>
                  <a:lnTo>
                    <a:pt x="6153" y="3271"/>
                  </a:lnTo>
                  <a:lnTo>
                    <a:pt x="6183" y="3271"/>
                  </a:lnTo>
                  <a:lnTo>
                    <a:pt x="6228" y="3286"/>
                  </a:lnTo>
                  <a:lnTo>
                    <a:pt x="6243" y="3301"/>
                  </a:lnTo>
                  <a:lnTo>
                    <a:pt x="6273" y="3331"/>
                  </a:lnTo>
                  <a:lnTo>
                    <a:pt x="6273" y="3346"/>
                  </a:lnTo>
                  <a:lnTo>
                    <a:pt x="6273" y="3346"/>
                  </a:lnTo>
                  <a:lnTo>
                    <a:pt x="6288" y="3346"/>
                  </a:lnTo>
                  <a:lnTo>
                    <a:pt x="6303" y="3331"/>
                  </a:lnTo>
                  <a:lnTo>
                    <a:pt x="6317" y="3316"/>
                  </a:lnTo>
                  <a:lnTo>
                    <a:pt x="6347" y="3286"/>
                  </a:lnTo>
                  <a:lnTo>
                    <a:pt x="6362" y="3257"/>
                  </a:lnTo>
                  <a:lnTo>
                    <a:pt x="6377" y="3242"/>
                  </a:lnTo>
                  <a:lnTo>
                    <a:pt x="6392" y="3227"/>
                  </a:lnTo>
                  <a:lnTo>
                    <a:pt x="6392" y="3197"/>
                  </a:lnTo>
                  <a:lnTo>
                    <a:pt x="6407" y="3182"/>
                  </a:lnTo>
                  <a:lnTo>
                    <a:pt x="6407" y="3167"/>
                  </a:lnTo>
                  <a:lnTo>
                    <a:pt x="6407" y="3137"/>
                  </a:lnTo>
                  <a:lnTo>
                    <a:pt x="6407" y="3092"/>
                  </a:lnTo>
                  <a:lnTo>
                    <a:pt x="6407" y="3062"/>
                  </a:lnTo>
                  <a:lnTo>
                    <a:pt x="6407" y="3018"/>
                  </a:lnTo>
                  <a:lnTo>
                    <a:pt x="6407" y="2988"/>
                  </a:lnTo>
                  <a:lnTo>
                    <a:pt x="6392" y="2958"/>
                  </a:lnTo>
                  <a:lnTo>
                    <a:pt x="6392" y="2928"/>
                  </a:lnTo>
                  <a:lnTo>
                    <a:pt x="6392" y="2898"/>
                  </a:lnTo>
                  <a:lnTo>
                    <a:pt x="6377" y="2868"/>
                  </a:lnTo>
                  <a:lnTo>
                    <a:pt x="6392" y="2838"/>
                  </a:lnTo>
                  <a:lnTo>
                    <a:pt x="6392" y="2838"/>
                  </a:lnTo>
                  <a:lnTo>
                    <a:pt x="6392" y="2838"/>
                  </a:lnTo>
                  <a:lnTo>
                    <a:pt x="6392" y="2794"/>
                  </a:lnTo>
                  <a:lnTo>
                    <a:pt x="6407" y="2764"/>
                  </a:lnTo>
                  <a:lnTo>
                    <a:pt x="6407" y="2734"/>
                  </a:lnTo>
                  <a:lnTo>
                    <a:pt x="6422" y="2689"/>
                  </a:lnTo>
                  <a:lnTo>
                    <a:pt x="6422" y="2689"/>
                  </a:lnTo>
                  <a:lnTo>
                    <a:pt x="6437" y="2644"/>
                  </a:lnTo>
                  <a:lnTo>
                    <a:pt x="6482" y="2599"/>
                  </a:lnTo>
                  <a:lnTo>
                    <a:pt x="6512" y="2570"/>
                  </a:lnTo>
                  <a:lnTo>
                    <a:pt x="6571" y="2555"/>
                  </a:lnTo>
                  <a:lnTo>
                    <a:pt x="6616" y="2540"/>
                  </a:lnTo>
                  <a:lnTo>
                    <a:pt x="6676" y="2540"/>
                  </a:lnTo>
                  <a:lnTo>
                    <a:pt x="6736" y="2540"/>
                  </a:lnTo>
                  <a:lnTo>
                    <a:pt x="6810" y="2555"/>
                  </a:lnTo>
                  <a:lnTo>
                    <a:pt x="6885" y="2570"/>
                  </a:lnTo>
                  <a:lnTo>
                    <a:pt x="6945" y="2599"/>
                  </a:lnTo>
                  <a:lnTo>
                    <a:pt x="6945" y="2599"/>
                  </a:lnTo>
                  <a:lnTo>
                    <a:pt x="6945" y="2599"/>
                  </a:lnTo>
                  <a:lnTo>
                    <a:pt x="7049" y="2629"/>
                  </a:lnTo>
                  <a:lnTo>
                    <a:pt x="7124" y="2599"/>
                  </a:lnTo>
                  <a:lnTo>
                    <a:pt x="7169" y="2570"/>
                  </a:lnTo>
                  <a:lnTo>
                    <a:pt x="7214" y="2555"/>
                  </a:lnTo>
                  <a:lnTo>
                    <a:pt x="7258" y="2540"/>
                  </a:lnTo>
                  <a:lnTo>
                    <a:pt x="7303" y="2525"/>
                  </a:lnTo>
                  <a:lnTo>
                    <a:pt x="7348" y="2510"/>
                  </a:lnTo>
                  <a:lnTo>
                    <a:pt x="7393" y="2510"/>
                  </a:lnTo>
                  <a:lnTo>
                    <a:pt x="7438" y="2495"/>
                  </a:lnTo>
                  <a:lnTo>
                    <a:pt x="7497" y="2510"/>
                  </a:lnTo>
                  <a:lnTo>
                    <a:pt x="7497" y="2510"/>
                  </a:lnTo>
                  <a:lnTo>
                    <a:pt x="7542" y="2510"/>
                  </a:lnTo>
                  <a:lnTo>
                    <a:pt x="7572" y="2510"/>
                  </a:lnTo>
                  <a:lnTo>
                    <a:pt x="7617" y="2510"/>
                  </a:lnTo>
                  <a:lnTo>
                    <a:pt x="7647" y="2495"/>
                  </a:lnTo>
                  <a:lnTo>
                    <a:pt x="7662" y="2495"/>
                  </a:lnTo>
                  <a:lnTo>
                    <a:pt x="7691" y="2480"/>
                  </a:lnTo>
                  <a:lnTo>
                    <a:pt x="7706" y="2450"/>
                  </a:lnTo>
                  <a:lnTo>
                    <a:pt x="7721" y="2420"/>
                  </a:lnTo>
                  <a:lnTo>
                    <a:pt x="7721" y="2345"/>
                  </a:lnTo>
                  <a:lnTo>
                    <a:pt x="7721" y="2301"/>
                  </a:lnTo>
                  <a:lnTo>
                    <a:pt x="7721" y="2301"/>
                  </a:lnTo>
                  <a:lnTo>
                    <a:pt x="7706" y="2241"/>
                  </a:lnTo>
                  <a:lnTo>
                    <a:pt x="7736" y="2136"/>
                  </a:lnTo>
                  <a:lnTo>
                    <a:pt x="7796" y="2062"/>
                  </a:lnTo>
                  <a:lnTo>
                    <a:pt x="7796" y="2047"/>
                  </a:lnTo>
                  <a:lnTo>
                    <a:pt x="7826" y="2032"/>
                  </a:lnTo>
                  <a:lnTo>
                    <a:pt x="7841" y="2002"/>
                  </a:lnTo>
                  <a:lnTo>
                    <a:pt x="7945" y="1897"/>
                  </a:lnTo>
                  <a:lnTo>
                    <a:pt x="8065" y="1793"/>
                  </a:lnTo>
                  <a:lnTo>
                    <a:pt x="8214" y="1703"/>
                  </a:lnTo>
                  <a:lnTo>
                    <a:pt x="8423" y="1644"/>
                  </a:lnTo>
                  <a:lnTo>
                    <a:pt x="8498" y="1629"/>
                  </a:lnTo>
                  <a:lnTo>
                    <a:pt x="8573" y="1614"/>
                  </a:lnTo>
                  <a:lnTo>
                    <a:pt x="8647" y="1599"/>
                  </a:lnTo>
                  <a:lnTo>
                    <a:pt x="8692" y="1599"/>
                  </a:lnTo>
                  <a:lnTo>
                    <a:pt x="8722" y="1584"/>
                  </a:lnTo>
                  <a:lnTo>
                    <a:pt x="8737" y="1569"/>
                  </a:lnTo>
                  <a:lnTo>
                    <a:pt x="8752" y="1554"/>
                  </a:lnTo>
                  <a:lnTo>
                    <a:pt x="8767" y="1539"/>
                  </a:lnTo>
                  <a:lnTo>
                    <a:pt x="8782" y="1509"/>
                  </a:lnTo>
                  <a:lnTo>
                    <a:pt x="8797" y="1479"/>
                  </a:lnTo>
                  <a:lnTo>
                    <a:pt x="8797" y="1479"/>
                  </a:lnTo>
                  <a:lnTo>
                    <a:pt x="8797" y="1479"/>
                  </a:lnTo>
                  <a:lnTo>
                    <a:pt x="8841" y="1434"/>
                  </a:lnTo>
                  <a:lnTo>
                    <a:pt x="8871" y="1405"/>
                  </a:lnTo>
                  <a:lnTo>
                    <a:pt x="8871" y="1405"/>
                  </a:lnTo>
                  <a:lnTo>
                    <a:pt x="8901" y="1375"/>
                  </a:lnTo>
                  <a:lnTo>
                    <a:pt x="8931" y="1345"/>
                  </a:lnTo>
                  <a:lnTo>
                    <a:pt x="8976" y="1330"/>
                  </a:lnTo>
                  <a:lnTo>
                    <a:pt x="9021" y="1330"/>
                  </a:lnTo>
                  <a:lnTo>
                    <a:pt x="9065" y="1330"/>
                  </a:lnTo>
                  <a:lnTo>
                    <a:pt x="9125" y="1315"/>
                  </a:lnTo>
                  <a:lnTo>
                    <a:pt x="9155" y="1315"/>
                  </a:lnTo>
                  <a:lnTo>
                    <a:pt x="9170" y="1315"/>
                  </a:lnTo>
                  <a:lnTo>
                    <a:pt x="9185" y="1300"/>
                  </a:lnTo>
                  <a:lnTo>
                    <a:pt x="9185" y="1300"/>
                  </a:lnTo>
                  <a:lnTo>
                    <a:pt x="9110" y="1225"/>
                  </a:lnTo>
                  <a:lnTo>
                    <a:pt x="8976" y="1106"/>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62"/>
            <p:cNvSpPr/>
            <p:nvPr/>
          </p:nvSpPr>
          <p:spPr>
            <a:xfrm>
              <a:off x="3504925" y="2348400"/>
              <a:ext cx="310300" cy="273325"/>
            </a:xfrm>
            <a:custGeom>
              <a:rect b="b" l="l" r="r" t="t"/>
              <a:pathLst>
                <a:path extrusionOk="0" h="10933" w="12412">
                  <a:moveTo>
                    <a:pt x="8693" y="0"/>
                  </a:moveTo>
                  <a:lnTo>
                    <a:pt x="8588" y="15"/>
                  </a:lnTo>
                  <a:lnTo>
                    <a:pt x="8499" y="60"/>
                  </a:lnTo>
                  <a:lnTo>
                    <a:pt x="8454" y="105"/>
                  </a:lnTo>
                  <a:lnTo>
                    <a:pt x="8424" y="165"/>
                  </a:lnTo>
                  <a:lnTo>
                    <a:pt x="8379" y="284"/>
                  </a:lnTo>
                  <a:lnTo>
                    <a:pt x="8290" y="419"/>
                  </a:lnTo>
                  <a:lnTo>
                    <a:pt x="8200" y="553"/>
                  </a:lnTo>
                  <a:lnTo>
                    <a:pt x="8170" y="643"/>
                  </a:lnTo>
                  <a:lnTo>
                    <a:pt x="8185" y="702"/>
                  </a:lnTo>
                  <a:lnTo>
                    <a:pt x="8230" y="747"/>
                  </a:lnTo>
                  <a:lnTo>
                    <a:pt x="8275" y="822"/>
                  </a:lnTo>
                  <a:lnTo>
                    <a:pt x="8305" y="926"/>
                  </a:lnTo>
                  <a:lnTo>
                    <a:pt x="8319" y="971"/>
                  </a:lnTo>
                  <a:lnTo>
                    <a:pt x="8305" y="1016"/>
                  </a:lnTo>
                  <a:lnTo>
                    <a:pt x="8275" y="1061"/>
                  </a:lnTo>
                  <a:lnTo>
                    <a:pt x="8230" y="1091"/>
                  </a:lnTo>
                  <a:lnTo>
                    <a:pt x="8185" y="1106"/>
                  </a:lnTo>
                  <a:lnTo>
                    <a:pt x="8140" y="1106"/>
                  </a:lnTo>
                  <a:lnTo>
                    <a:pt x="8051" y="1076"/>
                  </a:lnTo>
                  <a:lnTo>
                    <a:pt x="7961" y="1016"/>
                  </a:lnTo>
                  <a:lnTo>
                    <a:pt x="7901" y="986"/>
                  </a:lnTo>
                  <a:lnTo>
                    <a:pt x="7842" y="971"/>
                  </a:lnTo>
                  <a:lnTo>
                    <a:pt x="7827" y="971"/>
                  </a:lnTo>
                  <a:lnTo>
                    <a:pt x="7692" y="1001"/>
                  </a:lnTo>
                  <a:lnTo>
                    <a:pt x="7588" y="1046"/>
                  </a:lnTo>
                  <a:lnTo>
                    <a:pt x="7543" y="1165"/>
                  </a:lnTo>
                  <a:lnTo>
                    <a:pt x="7603" y="1345"/>
                  </a:lnTo>
                  <a:lnTo>
                    <a:pt x="7603" y="1389"/>
                  </a:lnTo>
                  <a:lnTo>
                    <a:pt x="7618" y="1449"/>
                  </a:lnTo>
                  <a:lnTo>
                    <a:pt x="7588" y="1509"/>
                  </a:lnTo>
                  <a:lnTo>
                    <a:pt x="7558" y="1539"/>
                  </a:lnTo>
                  <a:lnTo>
                    <a:pt x="7513" y="1569"/>
                  </a:lnTo>
                  <a:lnTo>
                    <a:pt x="7468" y="1584"/>
                  </a:lnTo>
                  <a:lnTo>
                    <a:pt x="7423" y="1584"/>
                  </a:lnTo>
                  <a:lnTo>
                    <a:pt x="7334" y="1569"/>
                  </a:lnTo>
                  <a:lnTo>
                    <a:pt x="7259" y="1509"/>
                  </a:lnTo>
                  <a:lnTo>
                    <a:pt x="7244" y="1479"/>
                  </a:lnTo>
                  <a:lnTo>
                    <a:pt x="7229" y="1464"/>
                  </a:lnTo>
                  <a:lnTo>
                    <a:pt x="7169" y="1359"/>
                  </a:lnTo>
                  <a:lnTo>
                    <a:pt x="7095" y="1345"/>
                  </a:lnTo>
                  <a:lnTo>
                    <a:pt x="7050" y="1345"/>
                  </a:lnTo>
                  <a:lnTo>
                    <a:pt x="7005" y="1359"/>
                  </a:lnTo>
                  <a:lnTo>
                    <a:pt x="6796" y="1479"/>
                  </a:lnTo>
                  <a:lnTo>
                    <a:pt x="6632" y="1658"/>
                  </a:lnTo>
                  <a:lnTo>
                    <a:pt x="6572" y="1718"/>
                  </a:lnTo>
                  <a:lnTo>
                    <a:pt x="6527" y="1763"/>
                  </a:lnTo>
                  <a:lnTo>
                    <a:pt x="6527" y="1778"/>
                  </a:lnTo>
                  <a:lnTo>
                    <a:pt x="6512" y="1778"/>
                  </a:lnTo>
                  <a:lnTo>
                    <a:pt x="6408" y="1837"/>
                  </a:lnTo>
                  <a:lnTo>
                    <a:pt x="6303" y="1808"/>
                  </a:lnTo>
                  <a:lnTo>
                    <a:pt x="6229" y="1763"/>
                  </a:lnTo>
                  <a:lnTo>
                    <a:pt x="6154" y="1688"/>
                  </a:lnTo>
                  <a:lnTo>
                    <a:pt x="6139" y="1673"/>
                  </a:lnTo>
                  <a:lnTo>
                    <a:pt x="6124" y="1643"/>
                  </a:lnTo>
                  <a:lnTo>
                    <a:pt x="6094" y="1584"/>
                  </a:lnTo>
                  <a:lnTo>
                    <a:pt x="6064" y="1554"/>
                  </a:lnTo>
                  <a:lnTo>
                    <a:pt x="6034" y="1539"/>
                  </a:lnTo>
                  <a:lnTo>
                    <a:pt x="5975" y="1539"/>
                  </a:lnTo>
                  <a:lnTo>
                    <a:pt x="5870" y="1524"/>
                  </a:lnTo>
                  <a:lnTo>
                    <a:pt x="5825" y="1464"/>
                  </a:lnTo>
                  <a:lnTo>
                    <a:pt x="5810" y="1449"/>
                  </a:lnTo>
                  <a:lnTo>
                    <a:pt x="5810" y="1419"/>
                  </a:lnTo>
                  <a:lnTo>
                    <a:pt x="5766" y="1419"/>
                  </a:lnTo>
                  <a:lnTo>
                    <a:pt x="5736" y="1434"/>
                  </a:lnTo>
                  <a:lnTo>
                    <a:pt x="5706" y="1464"/>
                  </a:lnTo>
                  <a:lnTo>
                    <a:pt x="5691" y="1479"/>
                  </a:lnTo>
                  <a:lnTo>
                    <a:pt x="5646" y="1524"/>
                  </a:lnTo>
                  <a:lnTo>
                    <a:pt x="5601" y="1524"/>
                  </a:lnTo>
                  <a:lnTo>
                    <a:pt x="5542" y="1509"/>
                  </a:lnTo>
                  <a:lnTo>
                    <a:pt x="5512" y="1479"/>
                  </a:lnTo>
                  <a:lnTo>
                    <a:pt x="5497" y="1449"/>
                  </a:lnTo>
                  <a:lnTo>
                    <a:pt x="5467" y="1419"/>
                  </a:lnTo>
                  <a:lnTo>
                    <a:pt x="5452" y="1389"/>
                  </a:lnTo>
                  <a:lnTo>
                    <a:pt x="5422" y="1374"/>
                  </a:lnTo>
                  <a:lnTo>
                    <a:pt x="5377" y="1315"/>
                  </a:lnTo>
                  <a:lnTo>
                    <a:pt x="5228" y="1315"/>
                  </a:lnTo>
                  <a:lnTo>
                    <a:pt x="5198" y="1330"/>
                  </a:lnTo>
                  <a:lnTo>
                    <a:pt x="5094" y="1330"/>
                  </a:lnTo>
                  <a:lnTo>
                    <a:pt x="4989" y="1285"/>
                  </a:lnTo>
                  <a:lnTo>
                    <a:pt x="4974" y="1270"/>
                  </a:lnTo>
                  <a:lnTo>
                    <a:pt x="4944" y="1255"/>
                  </a:lnTo>
                  <a:lnTo>
                    <a:pt x="4870" y="1300"/>
                  </a:lnTo>
                  <a:lnTo>
                    <a:pt x="4825" y="1330"/>
                  </a:lnTo>
                  <a:lnTo>
                    <a:pt x="4825" y="1345"/>
                  </a:lnTo>
                  <a:lnTo>
                    <a:pt x="4810" y="1345"/>
                  </a:lnTo>
                  <a:lnTo>
                    <a:pt x="4765" y="1389"/>
                  </a:lnTo>
                  <a:lnTo>
                    <a:pt x="4660" y="1359"/>
                  </a:lnTo>
                  <a:lnTo>
                    <a:pt x="4631" y="1345"/>
                  </a:lnTo>
                  <a:lnTo>
                    <a:pt x="4571" y="1330"/>
                  </a:lnTo>
                  <a:lnTo>
                    <a:pt x="4347" y="1255"/>
                  </a:lnTo>
                  <a:lnTo>
                    <a:pt x="4242" y="1165"/>
                  </a:lnTo>
                  <a:lnTo>
                    <a:pt x="4227" y="1135"/>
                  </a:lnTo>
                  <a:lnTo>
                    <a:pt x="4197" y="1106"/>
                  </a:lnTo>
                  <a:lnTo>
                    <a:pt x="4183" y="1076"/>
                  </a:lnTo>
                  <a:lnTo>
                    <a:pt x="4153" y="1076"/>
                  </a:lnTo>
                  <a:lnTo>
                    <a:pt x="4153" y="1061"/>
                  </a:lnTo>
                  <a:lnTo>
                    <a:pt x="4138" y="1061"/>
                  </a:lnTo>
                  <a:lnTo>
                    <a:pt x="4138" y="1076"/>
                  </a:lnTo>
                  <a:lnTo>
                    <a:pt x="4093" y="1135"/>
                  </a:lnTo>
                  <a:lnTo>
                    <a:pt x="4093" y="1225"/>
                  </a:lnTo>
                  <a:lnTo>
                    <a:pt x="4078" y="1270"/>
                  </a:lnTo>
                  <a:lnTo>
                    <a:pt x="4063" y="1330"/>
                  </a:lnTo>
                  <a:lnTo>
                    <a:pt x="4033" y="1389"/>
                  </a:lnTo>
                  <a:lnTo>
                    <a:pt x="3824" y="1434"/>
                  </a:lnTo>
                  <a:lnTo>
                    <a:pt x="3675" y="1449"/>
                  </a:lnTo>
                  <a:lnTo>
                    <a:pt x="3570" y="1449"/>
                  </a:lnTo>
                  <a:lnTo>
                    <a:pt x="3510" y="1479"/>
                  </a:lnTo>
                  <a:lnTo>
                    <a:pt x="3451" y="1539"/>
                  </a:lnTo>
                  <a:lnTo>
                    <a:pt x="3406" y="1598"/>
                  </a:lnTo>
                  <a:lnTo>
                    <a:pt x="3391" y="1628"/>
                  </a:lnTo>
                  <a:lnTo>
                    <a:pt x="3406" y="1688"/>
                  </a:lnTo>
                  <a:lnTo>
                    <a:pt x="3391" y="1822"/>
                  </a:lnTo>
                  <a:lnTo>
                    <a:pt x="3376" y="1972"/>
                  </a:lnTo>
                  <a:lnTo>
                    <a:pt x="3346" y="2106"/>
                  </a:lnTo>
                  <a:lnTo>
                    <a:pt x="3331" y="2196"/>
                  </a:lnTo>
                  <a:lnTo>
                    <a:pt x="3331" y="2211"/>
                  </a:lnTo>
                  <a:lnTo>
                    <a:pt x="3346" y="2241"/>
                  </a:lnTo>
                  <a:lnTo>
                    <a:pt x="3331" y="2360"/>
                  </a:lnTo>
                  <a:lnTo>
                    <a:pt x="3316" y="2495"/>
                  </a:lnTo>
                  <a:lnTo>
                    <a:pt x="3242" y="2614"/>
                  </a:lnTo>
                  <a:lnTo>
                    <a:pt x="3197" y="2674"/>
                  </a:lnTo>
                  <a:lnTo>
                    <a:pt x="3122" y="2733"/>
                  </a:lnTo>
                  <a:lnTo>
                    <a:pt x="3077" y="2748"/>
                  </a:lnTo>
                  <a:lnTo>
                    <a:pt x="3033" y="2778"/>
                  </a:lnTo>
                  <a:lnTo>
                    <a:pt x="3003" y="2808"/>
                  </a:lnTo>
                  <a:lnTo>
                    <a:pt x="2988" y="2838"/>
                  </a:lnTo>
                  <a:lnTo>
                    <a:pt x="2973" y="2853"/>
                  </a:lnTo>
                  <a:lnTo>
                    <a:pt x="2973" y="2868"/>
                  </a:lnTo>
                  <a:lnTo>
                    <a:pt x="2958" y="2913"/>
                  </a:lnTo>
                  <a:lnTo>
                    <a:pt x="2898" y="2958"/>
                  </a:lnTo>
                  <a:lnTo>
                    <a:pt x="2629" y="2958"/>
                  </a:lnTo>
                  <a:lnTo>
                    <a:pt x="2570" y="3002"/>
                  </a:lnTo>
                  <a:lnTo>
                    <a:pt x="2435" y="3077"/>
                  </a:lnTo>
                  <a:lnTo>
                    <a:pt x="2271" y="3092"/>
                  </a:lnTo>
                  <a:lnTo>
                    <a:pt x="2226" y="3092"/>
                  </a:lnTo>
                  <a:lnTo>
                    <a:pt x="2181" y="3107"/>
                  </a:lnTo>
                  <a:lnTo>
                    <a:pt x="2151" y="3122"/>
                  </a:lnTo>
                  <a:lnTo>
                    <a:pt x="2151" y="3137"/>
                  </a:lnTo>
                  <a:lnTo>
                    <a:pt x="2151" y="3152"/>
                  </a:lnTo>
                  <a:lnTo>
                    <a:pt x="2151" y="3167"/>
                  </a:lnTo>
                  <a:lnTo>
                    <a:pt x="2166" y="3182"/>
                  </a:lnTo>
                  <a:lnTo>
                    <a:pt x="2196" y="3196"/>
                  </a:lnTo>
                  <a:lnTo>
                    <a:pt x="2211" y="3211"/>
                  </a:lnTo>
                  <a:lnTo>
                    <a:pt x="2211" y="3226"/>
                  </a:lnTo>
                  <a:lnTo>
                    <a:pt x="2256" y="3271"/>
                  </a:lnTo>
                  <a:lnTo>
                    <a:pt x="2256" y="3361"/>
                  </a:lnTo>
                  <a:lnTo>
                    <a:pt x="2226" y="3391"/>
                  </a:lnTo>
                  <a:lnTo>
                    <a:pt x="2181" y="3465"/>
                  </a:lnTo>
                  <a:lnTo>
                    <a:pt x="2151" y="3540"/>
                  </a:lnTo>
                  <a:lnTo>
                    <a:pt x="2136" y="3585"/>
                  </a:lnTo>
                  <a:lnTo>
                    <a:pt x="2092" y="3659"/>
                  </a:lnTo>
                  <a:lnTo>
                    <a:pt x="1987" y="3719"/>
                  </a:lnTo>
                  <a:lnTo>
                    <a:pt x="1927" y="3764"/>
                  </a:lnTo>
                  <a:lnTo>
                    <a:pt x="1868" y="3824"/>
                  </a:lnTo>
                  <a:lnTo>
                    <a:pt x="1823" y="3854"/>
                  </a:lnTo>
                  <a:lnTo>
                    <a:pt x="1793" y="3869"/>
                  </a:lnTo>
                  <a:lnTo>
                    <a:pt x="1733" y="3898"/>
                  </a:lnTo>
                  <a:lnTo>
                    <a:pt x="1688" y="3898"/>
                  </a:lnTo>
                  <a:lnTo>
                    <a:pt x="1644" y="3883"/>
                  </a:lnTo>
                  <a:lnTo>
                    <a:pt x="1614" y="3854"/>
                  </a:lnTo>
                  <a:lnTo>
                    <a:pt x="1599" y="3839"/>
                  </a:lnTo>
                  <a:lnTo>
                    <a:pt x="1584" y="3824"/>
                  </a:lnTo>
                  <a:lnTo>
                    <a:pt x="1569" y="3824"/>
                  </a:lnTo>
                  <a:lnTo>
                    <a:pt x="1539" y="3839"/>
                  </a:lnTo>
                  <a:lnTo>
                    <a:pt x="1509" y="3913"/>
                  </a:lnTo>
                  <a:lnTo>
                    <a:pt x="1449" y="3988"/>
                  </a:lnTo>
                  <a:lnTo>
                    <a:pt x="1390" y="3973"/>
                  </a:lnTo>
                  <a:lnTo>
                    <a:pt x="1330" y="3913"/>
                  </a:lnTo>
                  <a:lnTo>
                    <a:pt x="1270" y="3809"/>
                  </a:lnTo>
                  <a:lnTo>
                    <a:pt x="1255" y="3764"/>
                  </a:lnTo>
                  <a:lnTo>
                    <a:pt x="1225" y="3734"/>
                  </a:lnTo>
                  <a:lnTo>
                    <a:pt x="1181" y="3689"/>
                  </a:lnTo>
                  <a:lnTo>
                    <a:pt x="1106" y="3659"/>
                  </a:lnTo>
                  <a:lnTo>
                    <a:pt x="1031" y="3645"/>
                  </a:lnTo>
                  <a:lnTo>
                    <a:pt x="972" y="3674"/>
                  </a:lnTo>
                  <a:lnTo>
                    <a:pt x="897" y="3704"/>
                  </a:lnTo>
                  <a:lnTo>
                    <a:pt x="807" y="3689"/>
                  </a:lnTo>
                  <a:lnTo>
                    <a:pt x="718" y="3645"/>
                  </a:lnTo>
                  <a:lnTo>
                    <a:pt x="643" y="3585"/>
                  </a:lnTo>
                  <a:lnTo>
                    <a:pt x="598" y="3555"/>
                  </a:lnTo>
                  <a:lnTo>
                    <a:pt x="524" y="3510"/>
                  </a:lnTo>
                  <a:lnTo>
                    <a:pt x="479" y="3495"/>
                  </a:lnTo>
                  <a:lnTo>
                    <a:pt x="434" y="3465"/>
                  </a:lnTo>
                  <a:lnTo>
                    <a:pt x="434" y="3570"/>
                  </a:lnTo>
                  <a:lnTo>
                    <a:pt x="389" y="3674"/>
                  </a:lnTo>
                  <a:lnTo>
                    <a:pt x="374" y="3689"/>
                  </a:lnTo>
                  <a:lnTo>
                    <a:pt x="374" y="3704"/>
                  </a:lnTo>
                  <a:lnTo>
                    <a:pt x="314" y="3794"/>
                  </a:lnTo>
                  <a:lnTo>
                    <a:pt x="344" y="3839"/>
                  </a:lnTo>
                  <a:lnTo>
                    <a:pt x="374" y="3913"/>
                  </a:lnTo>
                  <a:lnTo>
                    <a:pt x="389" y="3988"/>
                  </a:lnTo>
                  <a:lnTo>
                    <a:pt x="389" y="4063"/>
                  </a:lnTo>
                  <a:lnTo>
                    <a:pt x="389" y="4137"/>
                  </a:lnTo>
                  <a:lnTo>
                    <a:pt x="389" y="4212"/>
                  </a:lnTo>
                  <a:lnTo>
                    <a:pt x="374" y="4287"/>
                  </a:lnTo>
                  <a:lnTo>
                    <a:pt x="374" y="4332"/>
                  </a:lnTo>
                  <a:lnTo>
                    <a:pt x="374" y="4376"/>
                  </a:lnTo>
                  <a:lnTo>
                    <a:pt x="359" y="4466"/>
                  </a:lnTo>
                  <a:lnTo>
                    <a:pt x="329" y="4526"/>
                  </a:lnTo>
                  <a:lnTo>
                    <a:pt x="314" y="4570"/>
                  </a:lnTo>
                  <a:lnTo>
                    <a:pt x="270" y="4630"/>
                  </a:lnTo>
                  <a:lnTo>
                    <a:pt x="240" y="4660"/>
                  </a:lnTo>
                  <a:lnTo>
                    <a:pt x="195" y="4690"/>
                  </a:lnTo>
                  <a:lnTo>
                    <a:pt x="165" y="4705"/>
                  </a:lnTo>
                  <a:lnTo>
                    <a:pt x="150" y="4720"/>
                  </a:lnTo>
                  <a:lnTo>
                    <a:pt x="195" y="4750"/>
                  </a:lnTo>
                  <a:lnTo>
                    <a:pt x="225" y="4780"/>
                  </a:lnTo>
                  <a:lnTo>
                    <a:pt x="285" y="4824"/>
                  </a:lnTo>
                  <a:lnTo>
                    <a:pt x="359" y="4929"/>
                  </a:lnTo>
                  <a:lnTo>
                    <a:pt x="344" y="4974"/>
                  </a:lnTo>
                  <a:lnTo>
                    <a:pt x="285" y="5019"/>
                  </a:lnTo>
                  <a:lnTo>
                    <a:pt x="195" y="5033"/>
                  </a:lnTo>
                  <a:lnTo>
                    <a:pt x="75" y="5063"/>
                  </a:lnTo>
                  <a:lnTo>
                    <a:pt x="1" y="5108"/>
                  </a:lnTo>
                  <a:lnTo>
                    <a:pt x="16" y="5257"/>
                  </a:lnTo>
                  <a:lnTo>
                    <a:pt x="61" y="5437"/>
                  </a:lnTo>
                  <a:lnTo>
                    <a:pt x="61" y="5452"/>
                  </a:lnTo>
                  <a:lnTo>
                    <a:pt x="90" y="5541"/>
                  </a:lnTo>
                  <a:lnTo>
                    <a:pt x="90" y="5616"/>
                  </a:lnTo>
                  <a:lnTo>
                    <a:pt x="105" y="5646"/>
                  </a:lnTo>
                  <a:lnTo>
                    <a:pt x="105" y="5676"/>
                  </a:lnTo>
                  <a:lnTo>
                    <a:pt x="120" y="5765"/>
                  </a:lnTo>
                  <a:lnTo>
                    <a:pt x="195" y="5795"/>
                  </a:lnTo>
                  <a:lnTo>
                    <a:pt x="240" y="5810"/>
                  </a:lnTo>
                  <a:lnTo>
                    <a:pt x="314" y="5810"/>
                  </a:lnTo>
                  <a:lnTo>
                    <a:pt x="404" y="5825"/>
                  </a:lnTo>
                  <a:lnTo>
                    <a:pt x="479" y="5840"/>
                  </a:lnTo>
                  <a:lnTo>
                    <a:pt x="509" y="5855"/>
                  </a:lnTo>
                  <a:lnTo>
                    <a:pt x="538" y="5885"/>
                  </a:lnTo>
                  <a:lnTo>
                    <a:pt x="538" y="5915"/>
                  </a:lnTo>
                  <a:lnTo>
                    <a:pt x="538" y="5959"/>
                  </a:lnTo>
                  <a:lnTo>
                    <a:pt x="509" y="6019"/>
                  </a:lnTo>
                  <a:lnTo>
                    <a:pt x="434" y="6109"/>
                  </a:lnTo>
                  <a:lnTo>
                    <a:pt x="285" y="6258"/>
                  </a:lnTo>
                  <a:lnTo>
                    <a:pt x="255" y="6393"/>
                  </a:lnTo>
                  <a:lnTo>
                    <a:pt x="359" y="6646"/>
                  </a:lnTo>
                  <a:lnTo>
                    <a:pt x="538" y="7080"/>
                  </a:lnTo>
                  <a:lnTo>
                    <a:pt x="643" y="7378"/>
                  </a:lnTo>
                  <a:lnTo>
                    <a:pt x="673" y="7528"/>
                  </a:lnTo>
                  <a:lnTo>
                    <a:pt x="688" y="7692"/>
                  </a:lnTo>
                  <a:lnTo>
                    <a:pt x="703" y="7841"/>
                  </a:lnTo>
                  <a:lnTo>
                    <a:pt x="703" y="7916"/>
                  </a:lnTo>
                  <a:lnTo>
                    <a:pt x="703" y="7991"/>
                  </a:lnTo>
                  <a:lnTo>
                    <a:pt x="718" y="8005"/>
                  </a:lnTo>
                  <a:lnTo>
                    <a:pt x="733" y="8229"/>
                  </a:lnTo>
                  <a:lnTo>
                    <a:pt x="822" y="8394"/>
                  </a:lnTo>
                  <a:lnTo>
                    <a:pt x="972" y="8424"/>
                  </a:lnTo>
                  <a:lnTo>
                    <a:pt x="1225" y="8454"/>
                  </a:lnTo>
                  <a:lnTo>
                    <a:pt x="1315" y="8454"/>
                  </a:lnTo>
                  <a:lnTo>
                    <a:pt x="1390" y="8468"/>
                  </a:lnTo>
                  <a:lnTo>
                    <a:pt x="1509" y="8498"/>
                  </a:lnTo>
                  <a:lnTo>
                    <a:pt x="1629" y="8588"/>
                  </a:lnTo>
                  <a:lnTo>
                    <a:pt x="1763" y="8737"/>
                  </a:lnTo>
                  <a:lnTo>
                    <a:pt x="1808" y="8872"/>
                  </a:lnTo>
                  <a:lnTo>
                    <a:pt x="1823" y="8961"/>
                  </a:lnTo>
                  <a:lnTo>
                    <a:pt x="1808" y="9245"/>
                  </a:lnTo>
                  <a:lnTo>
                    <a:pt x="1703" y="9439"/>
                  </a:lnTo>
                  <a:lnTo>
                    <a:pt x="1435" y="9857"/>
                  </a:lnTo>
                  <a:lnTo>
                    <a:pt x="1106" y="10365"/>
                  </a:lnTo>
                  <a:lnTo>
                    <a:pt x="1285" y="10425"/>
                  </a:lnTo>
                  <a:lnTo>
                    <a:pt x="1435" y="10485"/>
                  </a:lnTo>
                  <a:lnTo>
                    <a:pt x="1494" y="10500"/>
                  </a:lnTo>
                  <a:lnTo>
                    <a:pt x="1614" y="10559"/>
                  </a:lnTo>
                  <a:lnTo>
                    <a:pt x="2196" y="10798"/>
                  </a:lnTo>
                  <a:lnTo>
                    <a:pt x="2674" y="10918"/>
                  </a:lnTo>
                  <a:lnTo>
                    <a:pt x="2823" y="10903"/>
                  </a:lnTo>
                  <a:lnTo>
                    <a:pt x="2868" y="10873"/>
                  </a:lnTo>
                  <a:lnTo>
                    <a:pt x="2913" y="10858"/>
                  </a:lnTo>
                  <a:lnTo>
                    <a:pt x="2988" y="10828"/>
                  </a:lnTo>
                  <a:lnTo>
                    <a:pt x="3062" y="10813"/>
                  </a:lnTo>
                  <a:lnTo>
                    <a:pt x="3182" y="10813"/>
                  </a:lnTo>
                  <a:lnTo>
                    <a:pt x="3242" y="10828"/>
                  </a:lnTo>
                  <a:lnTo>
                    <a:pt x="3286" y="10843"/>
                  </a:lnTo>
                  <a:lnTo>
                    <a:pt x="3406" y="10843"/>
                  </a:lnTo>
                  <a:lnTo>
                    <a:pt x="3466" y="10828"/>
                  </a:lnTo>
                  <a:lnTo>
                    <a:pt x="3496" y="10813"/>
                  </a:lnTo>
                  <a:lnTo>
                    <a:pt x="3555" y="10798"/>
                  </a:lnTo>
                  <a:lnTo>
                    <a:pt x="3600" y="10783"/>
                  </a:lnTo>
                  <a:lnTo>
                    <a:pt x="3720" y="10783"/>
                  </a:lnTo>
                  <a:lnTo>
                    <a:pt x="3764" y="10798"/>
                  </a:lnTo>
                  <a:lnTo>
                    <a:pt x="3884" y="10828"/>
                  </a:lnTo>
                  <a:lnTo>
                    <a:pt x="3973" y="10873"/>
                  </a:lnTo>
                  <a:lnTo>
                    <a:pt x="3988" y="10888"/>
                  </a:lnTo>
                  <a:lnTo>
                    <a:pt x="4003" y="10903"/>
                  </a:lnTo>
                  <a:lnTo>
                    <a:pt x="4063" y="10933"/>
                  </a:lnTo>
                  <a:lnTo>
                    <a:pt x="4183" y="10933"/>
                  </a:lnTo>
                  <a:lnTo>
                    <a:pt x="4197" y="10903"/>
                  </a:lnTo>
                  <a:lnTo>
                    <a:pt x="4197" y="10888"/>
                  </a:lnTo>
                  <a:lnTo>
                    <a:pt x="4212" y="10888"/>
                  </a:lnTo>
                  <a:lnTo>
                    <a:pt x="4257" y="10798"/>
                  </a:lnTo>
                  <a:lnTo>
                    <a:pt x="4421" y="10724"/>
                  </a:lnTo>
                  <a:lnTo>
                    <a:pt x="4481" y="10709"/>
                  </a:lnTo>
                  <a:lnTo>
                    <a:pt x="4631" y="10709"/>
                  </a:lnTo>
                  <a:lnTo>
                    <a:pt x="4750" y="10724"/>
                  </a:lnTo>
                  <a:lnTo>
                    <a:pt x="5064" y="10724"/>
                  </a:lnTo>
                  <a:lnTo>
                    <a:pt x="5168" y="10694"/>
                  </a:lnTo>
                  <a:lnTo>
                    <a:pt x="5318" y="10634"/>
                  </a:lnTo>
                  <a:lnTo>
                    <a:pt x="5542" y="10559"/>
                  </a:lnTo>
                  <a:lnTo>
                    <a:pt x="5930" y="10425"/>
                  </a:lnTo>
                  <a:lnTo>
                    <a:pt x="6154" y="10320"/>
                  </a:lnTo>
                  <a:lnTo>
                    <a:pt x="6169" y="10305"/>
                  </a:lnTo>
                  <a:lnTo>
                    <a:pt x="6154" y="10276"/>
                  </a:lnTo>
                  <a:lnTo>
                    <a:pt x="6109" y="10216"/>
                  </a:lnTo>
                  <a:lnTo>
                    <a:pt x="6049" y="10186"/>
                  </a:lnTo>
                  <a:lnTo>
                    <a:pt x="6034" y="10171"/>
                  </a:lnTo>
                  <a:lnTo>
                    <a:pt x="6020" y="10156"/>
                  </a:lnTo>
                  <a:lnTo>
                    <a:pt x="6005" y="10126"/>
                  </a:lnTo>
                  <a:lnTo>
                    <a:pt x="6005" y="10081"/>
                  </a:lnTo>
                  <a:lnTo>
                    <a:pt x="6020" y="10066"/>
                  </a:lnTo>
                  <a:lnTo>
                    <a:pt x="6020" y="10052"/>
                  </a:lnTo>
                  <a:lnTo>
                    <a:pt x="6034" y="10037"/>
                  </a:lnTo>
                  <a:lnTo>
                    <a:pt x="6064" y="10007"/>
                  </a:lnTo>
                  <a:lnTo>
                    <a:pt x="6079" y="9962"/>
                  </a:lnTo>
                  <a:lnTo>
                    <a:pt x="6079" y="9902"/>
                  </a:lnTo>
                  <a:lnTo>
                    <a:pt x="6079" y="9842"/>
                  </a:lnTo>
                  <a:lnTo>
                    <a:pt x="6064" y="9768"/>
                  </a:lnTo>
                  <a:lnTo>
                    <a:pt x="6020" y="9678"/>
                  </a:lnTo>
                  <a:lnTo>
                    <a:pt x="5975" y="9514"/>
                  </a:lnTo>
                  <a:lnTo>
                    <a:pt x="5975" y="9379"/>
                  </a:lnTo>
                  <a:lnTo>
                    <a:pt x="6005" y="9215"/>
                  </a:lnTo>
                  <a:lnTo>
                    <a:pt x="6049" y="9096"/>
                  </a:lnTo>
                  <a:lnTo>
                    <a:pt x="6094" y="9051"/>
                  </a:lnTo>
                  <a:lnTo>
                    <a:pt x="6154" y="9021"/>
                  </a:lnTo>
                  <a:lnTo>
                    <a:pt x="6229" y="8976"/>
                  </a:lnTo>
                  <a:lnTo>
                    <a:pt x="6258" y="8916"/>
                  </a:lnTo>
                  <a:lnTo>
                    <a:pt x="6273" y="8827"/>
                  </a:lnTo>
                  <a:lnTo>
                    <a:pt x="6303" y="8767"/>
                  </a:lnTo>
                  <a:lnTo>
                    <a:pt x="6318" y="8722"/>
                  </a:lnTo>
                  <a:lnTo>
                    <a:pt x="6348" y="8678"/>
                  </a:lnTo>
                  <a:lnTo>
                    <a:pt x="6378" y="8648"/>
                  </a:lnTo>
                  <a:lnTo>
                    <a:pt x="6408" y="8618"/>
                  </a:lnTo>
                  <a:lnTo>
                    <a:pt x="6453" y="8588"/>
                  </a:lnTo>
                  <a:lnTo>
                    <a:pt x="6512" y="8573"/>
                  </a:lnTo>
                  <a:lnTo>
                    <a:pt x="6602" y="8558"/>
                  </a:lnTo>
                  <a:lnTo>
                    <a:pt x="6632" y="8588"/>
                  </a:lnTo>
                  <a:lnTo>
                    <a:pt x="6647" y="8603"/>
                  </a:lnTo>
                  <a:lnTo>
                    <a:pt x="6692" y="8663"/>
                  </a:lnTo>
                  <a:lnTo>
                    <a:pt x="6781" y="8722"/>
                  </a:lnTo>
                  <a:lnTo>
                    <a:pt x="6871" y="8737"/>
                  </a:lnTo>
                  <a:lnTo>
                    <a:pt x="6945" y="8707"/>
                  </a:lnTo>
                  <a:lnTo>
                    <a:pt x="7050" y="8663"/>
                  </a:lnTo>
                  <a:lnTo>
                    <a:pt x="7080" y="8633"/>
                  </a:lnTo>
                  <a:lnTo>
                    <a:pt x="7110" y="8618"/>
                  </a:lnTo>
                  <a:lnTo>
                    <a:pt x="7169" y="8588"/>
                  </a:lnTo>
                  <a:lnTo>
                    <a:pt x="7199" y="8588"/>
                  </a:lnTo>
                  <a:lnTo>
                    <a:pt x="7229" y="8573"/>
                  </a:lnTo>
                  <a:lnTo>
                    <a:pt x="7229" y="8558"/>
                  </a:lnTo>
                  <a:lnTo>
                    <a:pt x="7199" y="8543"/>
                  </a:lnTo>
                  <a:lnTo>
                    <a:pt x="7184" y="8528"/>
                  </a:lnTo>
                  <a:lnTo>
                    <a:pt x="7125" y="8498"/>
                  </a:lnTo>
                  <a:lnTo>
                    <a:pt x="7095" y="8394"/>
                  </a:lnTo>
                  <a:lnTo>
                    <a:pt x="7095" y="8334"/>
                  </a:lnTo>
                  <a:lnTo>
                    <a:pt x="7184" y="8259"/>
                  </a:lnTo>
                  <a:lnTo>
                    <a:pt x="7229" y="8229"/>
                  </a:lnTo>
                  <a:lnTo>
                    <a:pt x="7259" y="8229"/>
                  </a:lnTo>
                  <a:lnTo>
                    <a:pt x="7289" y="8215"/>
                  </a:lnTo>
                  <a:lnTo>
                    <a:pt x="7334" y="8185"/>
                  </a:lnTo>
                  <a:lnTo>
                    <a:pt x="7379" y="8170"/>
                  </a:lnTo>
                  <a:lnTo>
                    <a:pt x="7483" y="8110"/>
                  </a:lnTo>
                  <a:lnTo>
                    <a:pt x="7543" y="8035"/>
                  </a:lnTo>
                  <a:lnTo>
                    <a:pt x="7558" y="7991"/>
                  </a:lnTo>
                  <a:lnTo>
                    <a:pt x="7588" y="7961"/>
                  </a:lnTo>
                  <a:lnTo>
                    <a:pt x="7618" y="7946"/>
                  </a:lnTo>
                  <a:lnTo>
                    <a:pt x="7647" y="7931"/>
                  </a:lnTo>
                  <a:lnTo>
                    <a:pt x="7692" y="7931"/>
                  </a:lnTo>
                  <a:lnTo>
                    <a:pt x="7722" y="7946"/>
                  </a:lnTo>
                  <a:lnTo>
                    <a:pt x="7767" y="7961"/>
                  </a:lnTo>
                  <a:lnTo>
                    <a:pt x="7812" y="8005"/>
                  </a:lnTo>
                  <a:lnTo>
                    <a:pt x="7812" y="8020"/>
                  </a:lnTo>
                  <a:lnTo>
                    <a:pt x="7827" y="8035"/>
                  </a:lnTo>
                  <a:lnTo>
                    <a:pt x="7842" y="8035"/>
                  </a:lnTo>
                  <a:lnTo>
                    <a:pt x="7842" y="8020"/>
                  </a:lnTo>
                  <a:lnTo>
                    <a:pt x="7856" y="8020"/>
                  </a:lnTo>
                  <a:lnTo>
                    <a:pt x="7856" y="8005"/>
                  </a:lnTo>
                  <a:lnTo>
                    <a:pt x="7871" y="7976"/>
                  </a:lnTo>
                  <a:lnTo>
                    <a:pt x="7916" y="7961"/>
                  </a:lnTo>
                  <a:lnTo>
                    <a:pt x="7946" y="7946"/>
                  </a:lnTo>
                  <a:lnTo>
                    <a:pt x="8036" y="7946"/>
                  </a:lnTo>
                  <a:lnTo>
                    <a:pt x="8066" y="7961"/>
                  </a:lnTo>
                  <a:lnTo>
                    <a:pt x="8125" y="8005"/>
                  </a:lnTo>
                  <a:lnTo>
                    <a:pt x="8155" y="8050"/>
                  </a:lnTo>
                  <a:lnTo>
                    <a:pt x="8185" y="8110"/>
                  </a:lnTo>
                  <a:lnTo>
                    <a:pt x="8275" y="8170"/>
                  </a:lnTo>
                  <a:lnTo>
                    <a:pt x="8305" y="8200"/>
                  </a:lnTo>
                  <a:lnTo>
                    <a:pt x="8349" y="8200"/>
                  </a:lnTo>
                  <a:lnTo>
                    <a:pt x="8409" y="8095"/>
                  </a:lnTo>
                  <a:lnTo>
                    <a:pt x="8514" y="7976"/>
                  </a:lnTo>
                  <a:lnTo>
                    <a:pt x="8588" y="7886"/>
                  </a:lnTo>
                  <a:lnTo>
                    <a:pt x="8618" y="7826"/>
                  </a:lnTo>
                  <a:lnTo>
                    <a:pt x="8633" y="7796"/>
                  </a:lnTo>
                  <a:lnTo>
                    <a:pt x="8618" y="7781"/>
                  </a:lnTo>
                  <a:lnTo>
                    <a:pt x="8603" y="7737"/>
                  </a:lnTo>
                  <a:lnTo>
                    <a:pt x="8588" y="7692"/>
                  </a:lnTo>
                  <a:lnTo>
                    <a:pt x="8573" y="7677"/>
                  </a:lnTo>
                  <a:lnTo>
                    <a:pt x="8573" y="7662"/>
                  </a:lnTo>
                  <a:lnTo>
                    <a:pt x="8529" y="7587"/>
                  </a:lnTo>
                  <a:lnTo>
                    <a:pt x="8439" y="7333"/>
                  </a:lnTo>
                  <a:lnTo>
                    <a:pt x="8454" y="7214"/>
                  </a:lnTo>
                  <a:lnTo>
                    <a:pt x="8499" y="7080"/>
                  </a:lnTo>
                  <a:lnTo>
                    <a:pt x="8558" y="7020"/>
                  </a:lnTo>
                  <a:lnTo>
                    <a:pt x="8588" y="7005"/>
                  </a:lnTo>
                  <a:lnTo>
                    <a:pt x="8588" y="6990"/>
                  </a:lnTo>
                  <a:lnTo>
                    <a:pt x="8573" y="6960"/>
                  </a:lnTo>
                  <a:lnTo>
                    <a:pt x="8558" y="6945"/>
                  </a:lnTo>
                  <a:lnTo>
                    <a:pt x="8514" y="6930"/>
                  </a:lnTo>
                  <a:lnTo>
                    <a:pt x="8499" y="6870"/>
                  </a:lnTo>
                  <a:lnTo>
                    <a:pt x="8514" y="6781"/>
                  </a:lnTo>
                  <a:lnTo>
                    <a:pt x="8573" y="6736"/>
                  </a:lnTo>
                  <a:lnTo>
                    <a:pt x="8588" y="6721"/>
                  </a:lnTo>
                  <a:lnTo>
                    <a:pt x="8603" y="6706"/>
                  </a:lnTo>
                  <a:lnTo>
                    <a:pt x="8603" y="6661"/>
                  </a:lnTo>
                  <a:lnTo>
                    <a:pt x="8588" y="6631"/>
                  </a:lnTo>
                  <a:lnTo>
                    <a:pt x="8573" y="6602"/>
                  </a:lnTo>
                  <a:lnTo>
                    <a:pt x="8558" y="6572"/>
                  </a:lnTo>
                  <a:lnTo>
                    <a:pt x="8558" y="6542"/>
                  </a:lnTo>
                  <a:lnTo>
                    <a:pt x="8573" y="6512"/>
                  </a:lnTo>
                  <a:lnTo>
                    <a:pt x="8573" y="6497"/>
                  </a:lnTo>
                  <a:lnTo>
                    <a:pt x="8588" y="6482"/>
                  </a:lnTo>
                  <a:lnTo>
                    <a:pt x="8633" y="6437"/>
                  </a:lnTo>
                  <a:lnTo>
                    <a:pt x="8708" y="6422"/>
                  </a:lnTo>
                  <a:lnTo>
                    <a:pt x="8738" y="6422"/>
                  </a:lnTo>
                  <a:lnTo>
                    <a:pt x="8768" y="6407"/>
                  </a:lnTo>
                  <a:lnTo>
                    <a:pt x="8887" y="6378"/>
                  </a:lnTo>
                  <a:lnTo>
                    <a:pt x="8977" y="6393"/>
                  </a:lnTo>
                  <a:lnTo>
                    <a:pt x="9006" y="6378"/>
                  </a:lnTo>
                  <a:lnTo>
                    <a:pt x="9096" y="6318"/>
                  </a:lnTo>
                  <a:lnTo>
                    <a:pt x="9186" y="6243"/>
                  </a:lnTo>
                  <a:lnTo>
                    <a:pt x="9230" y="6168"/>
                  </a:lnTo>
                  <a:lnTo>
                    <a:pt x="9230" y="6154"/>
                  </a:lnTo>
                  <a:lnTo>
                    <a:pt x="9230" y="6094"/>
                  </a:lnTo>
                  <a:lnTo>
                    <a:pt x="9186" y="6064"/>
                  </a:lnTo>
                  <a:lnTo>
                    <a:pt x="9171" y="6034"/>
                  </a:lnTo>
                  <a:lnTo>
                    <a:pt x="9141" y="6004"/>
                  </a:lnTo>
                  <a:lnTo>
                    <a:pt x="9126" y="5989"/>
                  </a:lnTo>
                  <a:lnTo>
                    <a:pt x="9111" y="5974"/>
                  </a:lnTo>
                  <a:lnTo>
                    <a:pt x="9066" y="5930"/>
                  </a:lnTo>
                  <a:lnTo>
                    <a:pt x="9051" y="5810"/>
                  </a:lnTo>
                  <a:lnTo>
                    <a:pt x="9036" y="5750"/>
                  </a:lnTo>
                  <a:lnTo>
                    <a:pt x="8992" y="5720"/>
                  </a:lnTo>
                  <a:lnTo>
                    <a:pt x="8977" y="5720"/>
                  </a:lnTo>
                  <a:lnTo>
                    <a:pt x="8962" y="5706"/>
                  </a:lnTo>
                  <a:lnTo>
                    <a:pt x="8947" y="5691"/>
                  </a:lnTo>
                  <a:lnTo>
                    <a:pt x="8857" y="5631"/>
                  </a:lnTo>
                  <a:lnTo>
                    <a:pt x="8723" y="5481"/>
                  </a:lnTo>
                  <a:lnTo>
                    <a:pt x="8693" y="5392"/>
                  </a:lnTo>
                  <a:lnTo>
                    <a:pt x="8708" y="5332"/>
                  </a:lnTo>
                  <a:lnTo>
                    <a:pt x="8738" y="5287"/>
                  </a:lnTo>
                  <a:lnTo>
                    <a:pt x="8768" y="5257"/>
                  </a:lnTo>
                  <a:lnTo>
                    <a:pt x="8797" y="5243"/>
                  </a:lnTo>
                  <a:lnTo>
                    <a:pt x="8827" y="5243"/>
                  </a:lnTo>
                  <a:lnTo>
                    <a:pt x="8857" y="5228"/>
                  </a:lnTo>
                  <a:lnTo>
                    <a:pt x="8872" y="5228"/>
                  </a:lnTo>
                  <a:lnTo>
                    <a:pt x="8947" y="5243"/>
                  </a:lnTo>
                  <a:lnTo>
                    <a:pt x="9006" y="5287"/>
                  </a:lnTo>
                  <a:lnTo>
                    <a:pt x="9051" y="5332"/>
                  </a:lnTo>
                  <a:lnTo>
                    <a:pt x="9096" y="5347"/>
                  </a:lnTo>
                  <a:lnTo>
                    <a:pt x="9141" y="5362"/>
                  </a:lnTo>
                  <a:lnTo>
                    <a:pt x="9216" y="5377"/>
                  </a:lnTo>
                  <a:lnTo>
                    <a:pt x="9305" y="5377"/>
                  </a:lnTo>
                  <a:lnTo>
                    <a:pt x="9350" y="5392"/>
                  </a:lnTo>
                  <a:lnTo>
                    <a:pt x="9395" y="5407"/>
                  </a:lnTo>
                  <a:lnTo>
                    <a:pt x="9440" y="5422"/>
                  </a:lnTo>
                  <a:lnTo>
                    <a:pt x="9499" y="5422"/>
                  </a:lnTo>
                  <a:lnTo>
                    <a:pt x="9559" y="5407"/>
                  </a:lnTo>
                  <a:lnTo>
                    <a:pt x="9619" y="5392"/>
                  </a:lnTo>
                  <a:lnTo>
                    <a:pt x="9664" y="5362"/>
                  </a:lnTo>
                  <a:lnTo>
                    <a:pt x="9708" y="5332"/>
                  </a:lnTo>
                  <a:lnTo>
                    <a:pt x="9783" y="5243"/>
                  </a:lnTo>
                  <a:lnTo>
                    <a:pt x="9813" y="5183"/>
                  </a:lnTo>
                  <a:lnTo>
                    <a:pt x="9828" y="5138"/>
                  </a:lnTo>
                  <a:lnTo>
                    <a:pt x="9828" y="5063"/>
                  </a:lnTo>
                  <a:lnTo>
                    <a:pt x="9798" y="4989"/>
                  </a:lnTo>
                  <a:lnTo>
                    <a:pt x="9753" y="4929"/>
                  </a:lnTo>
                  <a:lnTo>
                    <a:pt x="9708" y="4869"/>
                  </a:lnTo>
                  <a:lnTo>
                    <a:pt x="9708" y="4854"/>
                  </a:lnTo>
                  <a:lnTo>
                    <a:pt x="9693" y="4839"/>
                  </a:lnTo>
                  <a:lnTo>
                    <a:pt x="9649" y="4794"/>
                  </a:lnTo>
                  <a:lnTo>
                    <a:pt x="9619" y="4675"/>
                  </a:lnTo>
                  <a:lnTo>
                    <a:pt x="9664" y="4585"/>
                  </a:lnTo>
                  <a:lnTo>
                    <a:pt x="9708" y="4511"/>
                  </a:lnTo>
                  <a:lnTo>
                    <a:pt x="9768" y="4406"/>
                  </a:lnTo>
                  <a:lnTo>
                    <a:pt x="9962" y="4107"/>
                  </a:lnTo>
                  <a:lnTo>
                    <a:pt x="10067" y="3898"/>
                  </a:lnTo>
                  <a:lnTo>
                    <a:pt x="10037" y="3869"/>
                  </a:lnTo>
                  <a:lnTo>
                    <a:pt x="10022" y="3839"/>
                  </a:lnTo>
                  <a:lnTo>
                    <a:pt x="9962" y="3794"/>
                  </a:lnTo>
                  <a:lnTo>
                    <a:pt x="9977" y="3674"/>
                  </a:lnTo>
                  <a:lnTo>
                    <a:pt x="9992" y="3659"/>
                  </a:lnTo>
                  <a:lnTo>
                    <a:pt x="10007" y="3615"/>
                  </a:lnTo>
                  <a:lnTo>
                    <a:pt x="9962" y="3510"/>
                  </a:lnTo>
                  <a:lnTo>
                    <a:pt x="9917" y="3435"/>
                  </a:lnTo>
                  <a:lnTo>
                    <a:pt x="9873" y="3391"/>
                  </a:lnTo>
                  <a:lnTo>
                    <a:pt x="9813" y="3301"/>
                  </a:lnTo>
                  <a:lnTo>
                    <a:pt x="9783" y="3196"/>
                  </a:lnTo>
                  <a:lnTo>
                    <a:pt x="9738" y="3152"/>
                  </a:lnTo>
                  <a:lnTo>
                    <a:pt x="9679" y="3092"/>
                  </a:lnTo>
                  <a:lnTo>
                    <a:pt x="9589" y="3032"/>
                  </a:lnTo>
                  <a:lnTo>
                    <a:pt x="9514" y="2928"/>
                  </a:lnTo>
                  <a:lnTo>
                    <a:pt x="9469" y="2808"/>
                  </a:lnTo>
                  <a:lnTo>
                    <a:pt x="9529" y="2689"/>
                  </a:lnTo>
                  <a:lnTo>
                    <a:pt x="9589" y="2614"/>
                  </a:lnTo>
                  <a:lnTo>
                    <a:pt x="9679" y="2539"/>
                  </a:lnTo>
                  <a:lnTo>
                    <a:pt x="9738" y="2465"/>
                  </a:lnTo>
                  <a:lnTo>
                    <a:pt x="9768" y="2420"/>
                  </a:lnTo>
                  <a:lnTo>
                    <a:pt x="9783" y="2390"/>
                  </a:lnTo>
                  <a:lnTo>
                    <a:pt x="9798" y="2375"/>
                  </a:lnTo>
                  <a:lnTo>
                    <a:pt x="9843" y="2345"/>
                  </a:lnTo>
                  <a:lnTo>
                    <a:pt x="9888" y="2330"/>
                  </a:lnTo>
                  <a:lnTo>
                    <a:pt x="9932" y="2330"/>
                  </a:lnTo>
                  <a:lnTo>
                    <a:pt x="9977" y="2345"/>
                  </a:lnTo>
                  <a:lnTo>
                    <a:pt x="9992" y="2300"/>
                  </a:lnTo>
                  <a:lnTo>
                    <a:pt x="10022" y="2256"/>
                  </a:lnTo>
                  <a:lnTo>
                    <a:pt x="10037" y="2226"/>
                  </a:lnTo>
                  <a:lnTo>
                    <a:pt x="10142" y="2106"/>
                  </a:lnTo>
                  <a:lnTo>
                    <a:pt x="10321" y="2002"/>
                  </a:lnTo>
                  <a:lnTo>
                    <a:pt x="10470" y="1912"/>
                  </a:lnTo>
                  <a:lnTo>
                    <a:pt x="10649" y="1852"/>
                  </a:lnTo>
                  <a:lnTo>
                    <a:pt x="10799" y="1837"/>
                  </a:lnTo>
                  <a:lnTo>
                    <a:pt x="10978" y="1822"/>
                  </a:lnTo>
                  <a:lnTo>
                    <a:pt x="11142" y="1822"/>
                  </a:lnTo>
                  <a:lnTo>
                    <a:pt x="11277" y="1808"/>
                  </a:lnTo>
                  <a:lnTo>
                    <a:pt x="11456" y="1763"/>
                  </a:lnTo>
                  <a:lnTo>
                    <a:pt x="11620" y="1748"/>
                  </a:lnTo>
                  <a:lnTo>
                    <a:pt x="11754" y="1748"/>
                  </a:lnTo>
                  <a:lnTo>
                    <a:pt x="11829" y="1793"/>
                  </a:lnTo>
                  <a:lnTo>
                    <a:pt x="11859" y="1808"/>
                  </a:lnTo>
                  <a:lnTo>
                    <a:pt x="11874" y="1837"/>
                  </a:lnTo>
                  <a:lnTo>
                    <a:pt x="11904" y="1852"/>
                  </a:lnTo>
                  <a:lnTo>
                    <a:pt x="11919" y="1882"/>
                  </a:lnTo>
                  <a:lnTo>
                    <a:pt x="11934" y="1897"/>
                  </a:lnTo>
                  <a:lnTo>
                    <a:pt x="11949" y="1897"/>
                  </a:lnTo>
                  <a:lnTo>
                    <a:pt x="12038" y="1778"/>
                  </a:lnTo>
                  <a:lnTo>
                    <a:pt x="12173" y="1703"/>
                  </a:lnTo>
                  <a:lnTo>
                    <a:pt x="12188" y="1703"/>
                  </a:lnTo>
                  <a:lnTo>
                    <a:pt x="12203" y="1688"/>
                  </a:lnTo>
                  <a:lnTo>
                    <a:pt x="12217" y="1658"/>
                  </a:lnTo>
                  <a:lnTo>
                    <a:pt x="12232" y="1628"/>
                  </a:lnTo>
                  <a:lnTo>
                    <a:pt x="12232" y="1598"/>
                  </a:lnTo>
                  <a:lnTo>
                    <a:pt x="12217" y="1584"/>
                  </a:lnTo>
                  <a:lnTo>
                    <a:pt x="12203" y="1569"/>
                  </a:lnTo>
                  <a:lnTo>
                    <a:pt x="12173" y="1554"/>
                  </a:lnTo>
                  <a:lnTo>
                    <a:pt x="12158" y="1554"/>
                  </a:lnTo>
                  <a:lnTo>
                    <a:pt x="12098" y="1494"/>
                  </a:lnTo>
                  <a:lnTo>
                    <a:pt x="12113" y="1449"/>
                  </a:lnTo>
                  <a:lnTo>
                    <a:pt x="12158" y="1389"/>
                  </a:lnTo>
                  <a:lnTo>
                    <a:pt x="12247" y="1345"/>
                  </a:lnTo>
                  <a:lnTo>
                    <a:pt x="12307" y="1330"/>
                  </a:lnTo>
                  <a:lnTo>
                    <a:pt x="12397" y="1315"/>
                  </a:lnTo>
                  <a:lnTo>
                    <a:pt x="12412" y="1315"/>
                  </a:lnTo>
                  <a:lnTo>
                    <a:pt x="12367" y="1300"/>
                  </a:lnTo>
                  <a:lnTo>
                    <a:pt x="12337" y="1270"/>
                  </a:lnTo>
                  <a:lnTo>
                    <a:pt x="12292" y="1240"/>
                  </a:lnTo>
                  <a:lnTo>
                    <a:pt x="12203" y="1225"/>
                  </a:lnTo>
                  <a:lnTo>
                    <a:pt x="12143" y="1210"/>
                  </a:lnTo>
                  <a:lnTo>
                    <a:pt x="12083" y="1225"/>
                  </a:lnTo>
                  <a:lnTo>
                    <a:pt x="12023" y="1240"/>
                  </a:lnTo>
                  <a:lnTo>
                    <a:pt x="11964" y="1315"/>
                  </a:lnTo>
                  <a:lnTo>
                    <a:pt x="11934" y="1345"/>
                  </a:lnTo>
                  <a:lnTo>
                    <a:pt x="11904" y="1374"/>
                  </a:lnTo>
                  <a:lnTo>
                    <a:pt x="11829" y="1449"/>
                  </a:lnTo>
                  <a:lnTo>
                    <a:pt x="11710" y="1479"/>
                  </a:lnTo>
                  <a:lnTo>
                    <a:pt x="11575" y="1479"/>
                  </a:lnTo>
                  <a:lnTo>
                    <a:pt x="11501" y="1449"/>
                  </a:lnTo>
                  <a:lnTo>
                    <a:pt x="11456" y="1359"/>
                  </a:lnTo>
                  <a:lnTo>
                    <a:pt x="11486" y="1300"/>
                  </a:lnTo>
                  <a:lnTo>
                    <a:pt x="11516" y="1255"/>
                  </a:lnTo>
                  <a:lnTo>
                    <a:pt x="11516" y="1210"/>
                  </a:lnTo>
                  <a:lnTo>
                    <a:pt x="11501" y="1210"/>
                  </a:lnTo>
                  <a:lnTo>
                    <a:pt x="11411" y="1195"/>
                  </a:lnTo>
                  <a:lnTo>
                    <a:pt x="11306" y="1195"/>
                  </a:lnTo>
                  <a:lnTo>
                    <a:pt x="11187" y="1210"/>
                  </a:lnTo>
                  <a:lnTo>
                    <a:pt x="11067" y="1225"/>
                  </a:lnTo>
                  <a:lnTo>
                    <a:pt x="11023" y="1255"/>
                  </a:lnTo>
                  <a:lnTo>
                    <a:pt x="11008" y="1255"/>
                  </a:lnTo>
                  <a:lnTo>
                    <a:pt x="10993" y="1270"/>
                  </a:lnTo>
                  <a:lnTo>
                    <a:pt x="10829" y="1374"/>
                  </a:lnTo>
                  <a:lnTo>
                    <a:pt x="10694" y="1539"/>
                  </a:lnTo>
                  <a:lnTo>
                    <a:pt x="10649" y="1643"/>
                  </a:lnTo>
                  <a:lnTo>
                    <a:pt x="10545" y="1718"/>
                  </a:lnTo>
                  <a:lnTo>
                    <a:pt x="10455" y="1733"/>
                  </a:lnTo>
                  <a:lnTo>
                    <a:pt x="10425" y="1748"/>
                  </a:lnTo>
                  <a:lnTo>
                    <a:pt x="10306" y="1778"/>
                  </a:lnTo>
                  <a:lnTo>
                    <a:pt x="10246" y="1837"/>
                  </a:lnTo>
                  <a:lnTo>
                    <a:pt x="10156" y="1912"/>
                  </a:lnTo>
                  <a:lnTo>
                    <a:pt x="10067" y="2061"/>
                  </a:lnTo>
                  <a:lnTo>
                    <a:pt x="9992" y="2136"/>
                  </a:lnTo>
                  <a:lnTo>
                    <a:pt x="9828" y="2166"/>
                  </a:lnTo>
                  <a:lnTo>
                    <a:pt x="9738" y="2121"/>
                  </a:lnTo>
                  <a:lnTo>
                    <a:pt x="9604" y="2002"/>
                  </a:lnTo>
                  <a:lnTo>
                    <a:pt x="9484" y="1852"/>
                  </a:lnTo>
                  <a:lnTo>
                    <a:pt x="9410" y="1718"/>
                  </a:lnTo>
                  <a:lnTo>
                    <a:pt x="9365" y="1195"/>
                  </a:lnTo>
                  <a:lnTo>
                    <a:pt x="9365" y="882"/>
                  </a:lnTo>
                  <a:lnTo>
                    <a:pt x="9365" y="762"/>
                  </a:lnTo>
                  <a:lnTo>
                    <a:pt x="9350" y="702"/>
                  </a:lnTo>
                  <a:lnTo>
                    <a:pt x="9350" y="672"/>
                  </a:lnTo>
                  <a:lnTo>
                    <a:pt x="9320" y="672"/>
                  </a:lnTo>
                  <a:lnTo>
                    <a:pt x="9290" y="687"/>
                  </a:lnTo>
                  <a:lnTo>
                    <a:pt x="9245" y="687"/>
                  </a:lnTo>
                  <a:lnTo>
                    <a:pt x="9216" y="702"/>
                  </a:lnTo>
                  <a:lnTo>
                    <a:pt x="9156" y="702"/>
                  </a:lnTo>
                  <a:lnTo>
                    <a:pt x="9126" y="687"/>
                  </a:lnTo>
                  <a:lnTo>
                    <a:pt x="9081" y="672"/>
                  </a:lnTo>
                  <a:lnTo>
                    <a:pt x="9051" y="643"/>
                  </a:lnTo>
                  <a:lnTo>
                    <a:pt x="9036" y="613"/>
                  </a:lnTo>
                  <a:lnTo>
                    <a:pt x="9021" y="568"/>
                  </a:lnTo>
                  <a:lnTo>
                    <a:pt x="9021" y="508"/>
                  </a:lnTo>
                  <a:lnTo>
                    <a:pt x="9036" y="434"/>
                  </a:lnTo>
                  <a:lnTo>
                    <a:pt x="9051" y="374"/>
                  </a:lnTo>
                  <a:lnTo>
                    <a:pt x="9051" y="284"/>
                  </a:lnTo>
                  <a:lnTo>
                    <a:pt x="9021" y="195"/>
                  </a:lnTo>
                  <a:lnTo>
                    <a:pt x="8992" y="105"/>
                  </a:lnTo>
                  <a:lnTo>
                    <a:pt x="8947" y="45"/>
                  </a:lnTo>
                  <a:lnTo>
                    <a:pt x="8872" y="15"/>
                  </a:lnTo>
                  <a:lnTo>
                    <a:pt x="8797"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62"/>
            <p:cNvSpPr/>
            <p:nvPr/>
          </p:nvSpPr>
          <p:spPr>
            <a:xfrm>
              <a:off x="3504925" y="2348400"/>
              <a:ext cx="310300" cy="274450"/>
            </a:xfrm>
            <a:custGeom>
              <a:rect b="b" l="l" r="r" t="t"/>
              <a:pathLst>
                <a:path extrusionOk="0" fill="none" h="10978" w="12412">
                  <a:moveTo>
                    <a:pt x="12412" y="1315"/>
                  </a:moveTo>
                  <a:lnTo>
                    <a:pt x="12367" y="1300"/>
                  </a:lnTo>
                  <a:lnTo>
                    <a:pt x="12337" y="1270"/>
                  </a:lnTo>
                  <a:lnTo>
                    <a:pt x="12292" y="1240"/>
                  </a:lnTo>
                  <a:lnTo>
                    <a:pt x="12203" y="1225"/>
                  </a:lnTo>
                  <a:lnTo>
                    <a:pt x="12143" y="1210"/>
                  </a:lnTo>
                  <a:lnTo>
                    <a:pt x="12083" y="1225"/>
                  </a:lnTo>
                  <a:lnTo>
                    <a:pt x="12023" y="1240"/>
                  </a:lnTo>
                  <a:lnTo>
                    <a:pt x="11964" y="1315"/>
                  </a:lnTo>
                  <a:lnTo>
                    <a:pt x="11934" y="1345"/>
                  </a:lnTo>
                  <a:lnTo>
                    <a:pt x="11904" y="1374"/>
                  </a:lnTo>
                  <a:lnTo>
                    <a:pt x="11829" y="1449"/>
                  </a:lnTo>
                  <a:lnTo>
                    <a:pt x="11710" y="1479"/>
                  </a:lnTo>
                  <a:lnTo>
                    <a:pt x="11680" y="1479"/>
                  </a:lnTo>
                  <a:lnTo>
                    <a:pt x="11635" y="1479"/>
                  </a:lnTo>
                  <a:lnTo>
                    <a:pt x="11575" y="1479"/>
                  </a:lnTo>
                  <a:lnTo>
                    <a:pt x="11501" y="1449"/>
                  </a:lnTo>
                  <a:lnTo>
                    <a:pt x="11456" y="1359"/>
                  </a:lnTo>
                  <a:lnTo>
                    <a:pt x="11486" y="1300"/>
                  </a:lnTo>
                  <a:lnTo>
                    <a:pt x="11516" y="1255"/>
                  </a:lnTo>
                  <a:lnTo>
                    <a:pt x="11516" y="1210"/>
                  </a:lnTo>
                  <a:lnTo>
                    <a:pt x="11501" y="1210"/>
                  </a:lnTo>
                  <a:lnTo>
                    <a:pt x="11411" y="1195"/>
                  </a:lnTo>
                  <a:lnTo>
                    <a:pt x="11306" y="1195"/>
                  </a:lnTo>
                  <a:lnTo>
                    <a:pt x="11187" y="1210"/>
                  </a:lnTo>
                  <a:lnTo>
                    <a:pt x="11067" y="1225"/>
                  </a:lnTo>
                  <a:lnTo>
                    <a:pt x="11023" y="1255"/>
                  </a:lnTo>
                  <a:lnTo>
                    <a:pt x="11008" y="1255"/>
                  </a:lnTo>
                  <a:lnTo>
                    <a:pt x="10993" y="1270"/>
                  </a:lnTo>
                  <a:lnTo>
                    <a:pt x="10829" y="1374"/>
                  </a:lnTo>
                  <a:lnTo>
                    <a:pt x="10694" y="1539"/>
                  </a:lnTo>
                  <a:lnTo>
                    <a:pt x="10649" y="1643"/>
                  </a:lnTo>
                  <a:lnTo>
                    <a:pt x="10545" y="1718"/>
                  </a:lnTo>
                  <a:lnTo>
                    <a:pt x="10455" y="1733"/>
                  </a:lnTo>
                  <a:lnTo>
                    <a:pt x="10425" y="1748"/>
                  </a:lnTo>
                  <a:lnTo>
                    <a:pt x="10306" y="1778"/>
                  </a:lnTo>
                  <a:lnTo>
                    <a:pt x="10246" y="1837"/>
                  </a:lnTo>
                  <a:lnTo>
                    <a:pt x="10156" y="1912"/>
                  </a:lnTo>
                  <a:lnTo>
                    <a:pt x="10067" y="2061"/>
                  </a:lnTo>
                  <a:lnTo>
                    <a:pt x="9992" y="2136"/>
                  </a:lnTo>
                  <a:lnTo>
                    <a:pt x="9828" y="2166"/>
                  </a:lnTo>
                  <a:lnTo>
                    <a:pt x="9738" y="2121"/>
                  </a:lnTo>
                  <a:lnTo>
                    <a:pt x="9604" y="2002"/>
                  </a:lnTo>
                  <a:lnTo>
                    <a:pt x="9484" y="1852"/>
                  </a:lnTo>
                  <a:lnTo>
                    <a:pt x="9410" y="1718"/>
                  </a:lnTo>
                  <a:lnTo>
                    <a:pt x="9365" y="1195"/>
                  </a:lnTo>
                  <a:lnTo>
                    <a:pt x="9365" y="882"/>
                  </a:lnTo>
                  <a:lnTo>
                    <a:pt x="9365" y="762"/>
                  </a:lnTo>
                  <a:lnTo>
                    <a:pt x="9350" y="702"/>
                  </a:lnTo>
                  <a:lnTo>
                    <a:pt x="9350" y="672"/>
                  </a:lnTo>
                  <a:lnTo>
                    <a:pt x="9350" y="672"/>
                  </a:lnTo>
                  <a:lnTo>
                    <a:pt x="9335" y="672"/>
                  </a:lnTo>
                  <a:lnTo>
                    <a:pt x="9335" y="672"/>
                  </a:lnTo>
                  <a:lnTo>
                    <a:pt x="9320" y="672"/>
                  </a:lnTo>
                  <a:lnTo>
                    <a:pt x="9290" y="687"/>
                  </a:lnTo>
                  <a:lnTo>
                    <a:pt x="9245" y="687"/>
                  </a:lnTo>
                  <a:lnTo>
                    <a:pt x="9216" y="702"/>
                  </a:lnTo>
                  <a:lnTo>
                    <a:pt x="9156" y="702"/>
                  </a:lnTo>
                  <a:lnTo>
                    <a:pt x="9126" y="687"/>
                  </a:lnTo>
                  <a:lnTo>
                    <a:pt x="9081" y="672"/>
                  </a:lnTo>
                  <a:lnTo>
                    <a:pt x="9051" y="643"/>
                  </a:lnTo>
                  <a:lnTo>
                    <a:pt x="9036" y="613"/>
                  </a:lnTo>
                  <a:lnTo>
                    <a:pt x="9021" y="568"/>
                  </a:lnTo>
                  <a:lnTo>
                    <a:pt x="9021" y="508"/>
                  </a:lnTo>
                  <a:lnTo>
                    <a:pt x="9036" y="434"/>
                  </a:lnTo>
                  <a:lnTo>
                    <a:pt x="9051" y="374"/>
                  </a:lnTo>
                  <a:lnTo>
                    <a:pt x="9051" y="284"/>
                  </a:lnTo>
                  <a:lnTo>
                    <a:pt x="9021" y="195"/>
                  </a:lnTo>
                  <a:lnTo>
                    <a:pt x="8992" y="105"/>
                  </a:lnTo>
                  <a:lnTo>
                    <a:pt x="8947" y="45"/>
                  </a:lnTo>
                  <a:lnTo>
                    <a:pt x="8872" y="15"/>
                  </a:lnTo>
                  <a:lnTo>
                    <a:pt x="8797" y="0"/>
                  </a:lnTo>
                  <a:lnTo>
                    <a:pt x="8693" y="0"/>
                  </a:lnTo>
                  <a:lnTo>
                    <a:pt x="8588" y="15"/>
                  </a:lnTo>
                  <a:lnTo>
                    <a:pt x="8499" y="60"/>
                  </a:lnTo>
                  <a:lnTo>
                    <a:pt x="8454" y="105"/>
                  </a:lnTo>
                  <a:lnTo>
                    <a:pt x="8424" y="165"/>
                  </a:lnTo>
                  <a:lnTo>
                    <a:pt x="8379" y="284"/>
                  </a:lnTo>
                  <a:lnTo>
                    <a:pt x="8290" y="419"/>
                  </a:lnTo>
                  <a:lnTo>
                    <a:pt x="8200" y="553"/>
                  </a:lnTo>
                  <a:lnTo>
                    <a:pt x="8170" y="643"/>
                  </a:lnTo>
                  <a:lnTo>
                    <a:pt x="8185" y="702"/>
                  </a:lnTo>
                  <a:lnTo>
                    <a:pt x="8230" y="747"/>
                  </a:lnTo>
                  <a:lnTo>
                    <a:pt x="8275" y="822"/>
                  </a:lnTo>
                  <a:lnTo>
                    <a:pt x="8305" y="926"/>
                  </a:lnTo>
                  <a:lnTo>
                    <a:pt x="8319" y="971"/>
                  </a:lnTo>
                  <a:lnTo>
                    <a:pt x="8305" y="1016"/>
                  </a:lnTo>
                  <a:lnTo>
                    <a:pt x="8275" y="1061"/>
                  </a:lnTo>
                  <a:lnTo>
                    <a:pt x="8230" y="1091"/>
                  </a:lnTo>
                  <a:lnTo>
                    <a:pt x="8185" y="1106"/>
                  </a:lnTo>
                  <a:lnTo>
                    <a:pt x="8140" y="1106"/>
                  </a:lnTo>
                  <a:lnTo>
                    <a:pt x="8051" y="1076"/>
                  </a:lnTo>
                  <a:lnTo>
                    <a:pt x="7961" y="1016"/>
                  </a:lnTo>
                  <a:lnTo>
                    <a:pt x="7901" y="986"/>
                  </a:lnTo>
                  <a:lnTo>
                    <a:pt x="7842" y="971"/>
                  </a:lnTo>
                  <a:lnTo>
                    <a:pt x="7827" y="971"/>
                  </a:lnTo>
                  <a:lnTo>
                    <a:pt x="7827" y="971"/>
                  </a:lnTo>
                  <a:lnTo>
                    <a:pt x="7692" y="1001"/>
                  </a:lnTo>
                  <a:lnTo>
                    <a:pt x="7588" y="1046"/>
                  </a:lnTo>
                  <a:lnTo>
                    <a:pt x="7543" y="1165"/>
                  </a:lnTo>
                  <a:lnTo>
                    <a:pt x="7603" y="1345"/>
                  </a:lnTo>
                  <a:lnTo>
                    <a:pt x="7603" y="1389"/>
                  </a:lnTo>
                  <a:lnTo>
                    <a:pt x="7618" y="1449"/>
                  </a:lnTo>
                  <a:lnTo>
                    <a:pt x="7588" y="1509"/>
                  </a:lnTo>
                  <a:lnTo>
                    <a:pt x="7558" y="1539"/>
                  </a:lnTo>
                  <a:lnTo>
                    <a:pt x="7513" y="1569"/>
                  </a:lnTo>
                  <a:lnTo>
                    <a:pt x="7468" y="1584"/>
                  </a:lnTo>
                  <a:lnTo>
                    <a:pt x="7423" y="1584"/>
                  </a:lnTo>
                  <a:lnTo>
                    <a:pt x="7334" y="1569"/>
                  </a:lnTo>
                  <a:lnTo>
                    <a:pt x="7259" y="1509"/>
                  </a:lnTo>
                  <a:lnTo>
                    <a:pt x="7244" y="1479"/>
                  </a:lnTo>
                  <a:lnTo>
                    <a:pt x="7229" y="1464"/>
                  </a:lnTo>
                  <a:lnTo>
                    <a:pt x="7169" y="1359"/>
                  </a:lnTo>
                  <a:lnTo>
                    <a:pt x="7095" y="1345"/>
                  </a:lnTo>
                  <a:lnTo>
                    <a:pt x="7050" y="1345"/>
                  </a:lnTo>
                  <a:lnTo>
                    <a:pt x="7005" y="1359"/>
                  </a:lnTo>
                  <a:lnTo>
                    <a:pt x="6796" y="1479"/>
                  </a:lnTo>
                  <a:lnTo>
                    <a:pt x="6632" y="1658"/>
                  </a:lnTo>
                  <a:lnTo>
                    <a:pt x="6572" y="1718"/>
                  </a:lnTo>
                  <a:lnTo>
                    <a:pt x="6527" y="1763"/>
                  </a:lnTo>
                  <a:lnTo>
                    <a:pt x="6527" y="1778"/>
                  </a:lnTo>
                  <a:lnTo>
                    <a:pt x="6512" y="1778"/>
                  </a:lnTo>
                  <a:lnTo>
                    <a:pt x="6408" y="1837"/>
                  </a:lnTo>
                  <a:lnTo>
                    <a:pt x="6303" y="1808"/>
                  </a:lnTo>
                  <a:lnTo>
                    <a:pt x="6229" y="1763"/>
                  </a:lnTo>
                  <a:lnTo>
                    <a:pt x="6154" y="1688"/>
                  </a:lnTo>
                  <a:lnTo>
                    <a:pt x="6139" y="1673"/>
                  </a:lnTo>
                  <a:lnTo>
                    <a:pt x="6124" y="1643"/>
                  </a:lnTo>
                  <a:lnTo>
                    <a:pt x="6094" y="1584"/>
                  </a:lnTo>
                  <a:lnTo>
                    <a:pt x="6064" y="1554"/>
                  </a:lnTo>
                  <a:lnTo>
                    <a:pt x="6034" y="1539"/>
                  </a:lnTo>
                  <a:lnTo>
                    <a:pt x="5975" y="1539"/>
                  </a:lnTo>
                  <a:lnTo>
                    <a:pt x="5870" y="1524"/>
                  </a:lnTo>
                  <a:lnTo>
                    <a:pt x="5825" y="1464"/>
                  </a:lnTo>
                  <a:lnTo>
                    <a:pt x="5810" y="1449"/>
                  </a:lnTo>
                  <a:lnTo>
                    <a:pt x="5810" y="1419"/>
                  </a:lnTo>
                  <a:lnTo>
                    <a:pt x="5795" y="1419"/>
                  </a:lnTo>
                  <a:lnTo>
                    <a:pt x="5795" y="1419"/>
                  </a:lnTo>
                  <a:lnTo>
                    <a:pt x="5795" y="1419"/>
                  </a:lnTo>
                  <a:lnTo>
                    <a:pt x="5781" y="1419"/>
                  </a:lnTo>
                  <a:lnTo>
                    <a:pt x="5766" y="1419"/>
                  </a:lnTo>
                  <a:lnTo>
                    <a:pt x="5736" y="1434"/>
                  </a:lnTo>
                  <a:lnTo>
                    <a:pt x="5706" y="1464"/>
                  </a:lnTo>
                  <a:lnTo>
                    <a:pt x="5691" y="1479"/>
                  </a:lnTo>
                  <a:lnTo>
                    <a:pt x="5646" y="1524"/>
                  </a:lnTo>
                  <a:lnTo>
                    <a:pt x="5601" y="1524"/>
                  </a:lnTo>
                  <a:lnTo>
                    <a:pt x="5542" y="1509"/>
                  </a:lnTo>
                  <a:lnTo>
                    <a:pt x="5512" y="1479"/>
                  </a:lnTo>
                  <a:lnTo>
                    <a:pt x="5497" y="1449"/>
                  </a:lnTo>
                  <a:lnTo>
                    <a:pt x="5467" y="1419"/>
                  </a:lnTo>
                  <a:lnTo>
                    <a:pt x="5452" y="1389"/>
                  </a:lnTo>
                  <a:lnTo>
                    <a:pt x="5422" y="1374"/>
                  </a:lnTo>
                  <a:lnTo>
                    <a:pt x="5377" y="1315"/>
                  </a:lnTo>
                  <a:lnTo>
                    <a:pt x="5333" y="1315"/>
                  </a:lnTo>
                  <a:lnTo>
                    <a:pt x="5303" y="1315"/>
                  </a:lnTo>
                  <a:lnTo>
                    <a:pt x="5273" y="1315"/>
                  </a:lnTo>
                  <a:lnTo>
                    <a:pt x="5228" y="1315"/>
                  </a:lnTo>
                  <a:lnTo>
                    <a:pt x="5198" y="1330"/>
                  </a:lnTo>
                  <a:lnTo>
                    <a:pt x="5094" y="1330"/>
                  </a:lnTo>
                  <a:lnTo>
                    <a:pt x="4989" y="1285"/>
                  </a:lnTo>
                  <a:lnTo>
                    <a:pt x="4974" y="1270"/>
                  </a:lnTo>
                  <a:lnTo>
                    <a:pt x="4944" y="1255"/>
                  </a:lnTo>
                  <a:lnTo>
                    <a:pt x="4870" y="1300"/>
                  </a:lnTo>
                  <a:lnTo>
                    <a:pt x="4825" y="1330"/>
                  </a:lnTo>
                  <a:lnTo>
                    <a:pt x="4825" y="1345"/>
                  </a:lnTo>
                  <a:lnTo>
                    <a:pt x="4810" y="1345"/>
                  </a:lnTo>
                  <a:lnTo>
                    <a:pt x="4765" y="1389"/>
                  </a:lnTo>
                  <a:lnTo>
                    <a:pt x="4660" y="1359"/>
                  </a:lnTo>
                  <a:lnTo>
                    <a:pt x="4631" y="1345"/>
                  </a:lnTo>
                  <a:lnTo>
                    <a:pt x="4571" y="1330"/>
                  </a:lnTo>
                  <a:lnTo>
                    <a:pt x="4347" y="1255"/>
                  </a:lnTo>
                  <a:lnTo>
                    <a:pt x="4242" y="1165"/>
                  </a:lnTo>
                  <a:lnTo>
                    <a:pt x="4227" y="1135"/>
                  </a:lnTo>
                  <a:lnTo>
                    <a:pt x="4197" y="1106"/>
                  </a:lnTo>
                  <a:lnTo>
                    <a:pt x="4183" y="1076"/>
                  </a:lnTo>
                  <a:lnTo>
                    <a:pt x="4153" y="1076"/>
                  </a:lnTo>
                  <a:lnTo>
                    <a:pt x="4153" y="1061"/>
                  </a:lnTo>
                  <a:lnTo>
                    <a:pt x="4138" y="1061"/>
                  </a:lnTo>
                  <a:lnTo>
                    <a:pt x="4138" y="1076"/>
                  </a:lnTo>
                  <a:lnTo>
                    <a:pt x="4138" y="1076"/>
                  </a:lnTo>
                  <a:lnTo>
                    <a:pt x="4093" y="1135"/>
                  </a:lnTo>
                  <a:lnTo>
                    <a:pt x="4093" y="1225"/>
                  </a:lnTo>
                  <a:lnTo>
                    <a:pt x="4078" y="1270"/>
                  </a:lnTo>
                  <a:lnTo>
                    <a:pt x="4063" y="1330"/>
                  </a:lnTo>
                  <a:lnTo>
                    <a:pt x="4033" y="1389"/>
                  </a:lnTo>
                  <a:lnTo>
                    <a:pt x="3824" y="1434"/>
                  </a:lnTo>
                  <a:lnTo>
                    <a:pt x="3675" y="1449"/>
                  </a:lnTo>
                  <a:lnTo>
                    <a:pt x="3615" y="1449"/>
                  </a:lnTo>
                  <a:lnTo>
                    <a:pt x="3570" y="1449"/>
                  </a:lnTo>
                  <a:lnTo>
                    <a:pt x="3510" y="1479"/>
                  </a:lnTo>
                  <a:lnTo>
                    <a:pt x="3451" y="1539"/>
                  </a:lnTo>
                  <a:lnTo>
                    <a:pt x="3406" y="1598"/>
                  </a:lnTo>
                  <a:lnTo>
                    <a:pt x="3391" y="1628"/>
                  </a:lnTo>
                  <a:lnTo>
                    <a:pt x="3406" y="1688"/>
                  </a:lnTo>
                  <a:lnTo>
                    <a:pt x="3391" y="1822"/>
                  </a:lnTo>
                  <a:lnTo>
                    <a:pt x="3376" y="1972"/>
                  </a:lnTo>
                  <a:lnTo>
                    <a:pt x="3346" y="2106"/>
                  </a:lnTo>
                  <a:lnTo>
                    <a:pt x="3331" y="2196"/>
                  </a:lnTo>
                  <a:lnTo>
                    <a:pt x="3331" y="2211"/>
                  </a:lnTo>
                  <a:lnTo>
                    <a:pt x="3346" y="2241"/>
                  </a:lnTo>
                  <a:lnTo>
                    <a:pt x="3331" y="2360"/>
                  </a:lnTo>
                  <a:lnTo>
                    <a:pt x="3316" y="2495"/>
                  </a:lnTo>
                  <a:lnTo>
                    <a:pt x="3242" y="2614"/>
                  </a:lnTo>
                  <a:lnTo>
                    <a:pt x="3197" y="2674"/>
                  </a:lnTo>
                  <a:lnTo>
                    <a:pt x="3122" y="2733"/>
                  </a:lnTo>
                  <a:lnTo>
                    <a:pt x="3077" y="2748"/>
                  </a:lnTo>
                  <a:lnTo>
                    <a:pt x="3033" y="2778"/>
                  </a:lnTo>
                  <a:lnTo>
                    <a:pt x="3003" y="2808"/>
                  </a:lnTo>
                  <a:lnTo>
                    <a:pt x="2988" y="2838"/>
                  </a:lnTo>
                  <a:lnTo>
                    <a:pt x="2973" y="2853"/>
                  </a:lnTo>
                  <a:lnTo>
                    <a:pt x="2973" y="2868"/>
                  </a:lnTo>
                  <a:lnTo>
                    <a:pt x="2958" y="2913"/>
                  </a:lnTo>
                  <a:lnTo>
                    <a:pt x="2898" y="2958"/>
                  </a:lnTo>
                  <a:lnTo>
                    <a:pt x="2838" y="2958"/>
                  </a:lnTo>
                  <a:lnTo>
                    <a:pt x="2809" y="2958"/>
                  </a:lnTo>
                  <a:lnTo>
                    <a:pt x="2764" y="2958"/>
                  </a:lnTo>
                  <a:lnTo>
                    <a:pt x="2734" y="2958"/>
                  </a:lnTo>
                  <a:lnTo>
                    <a:pt x="2704" y="2958"/>
                  </a:lnTo>
                  <a:lnTo>
                    <a:pt x="2629" y="2958"/>
                  </a:lnTo>
                  <a:lnTo>
                    <a:pt x="2570" y="3002"/>
                  </a:lnTo>
                  <a:lnTo>
                    <a:pt x="2435" y="3077"/>
                  </a:lnTo>
                  <a:lnTo>
                    <a:pt x="2271" y="3092"/>
                  </a:lnTo>
                  <a:lnTo>
                    <a:pt x="2241" y="3092"/>
                  </a:lnTo>
                  <a:lnTo>
                    <a:pt x="2226" y="3092"/>
                  </a:lnTo>
                  <a:lnTo>
                    <a:pt x="2181" y="3107"/>
                  </a:lnTo>
                  <a:lnTo>
                    <a:pt x="2151" y="3122"/>
                  </a:lnTo>
                  <a:lnTo>
                    <a:pt x="2151" y="3122"/>
                  </a:lnTo>
                  <a:lnTo>
                    <a:pt x="2151" y="3137"/>
                  </a:lnTo>
                  <a:lnTo>
                    <a:pt x="2151" y="3137"/>
                  </a:lnTo>
                  <a:lnTo>
                    <a:pt x="2151" y="3137"/>
                  </a:lnTo>
                  <a:lnTo>
                    <a:pt x="2151" y="3152"/>
                  </a:lnTo>
                  <a:lnTo>
                    <a:pt x="2151" y="3167"/>
                  </a:lnTo>
                  <a:lnTo>
                    <a:pt x="2166" y="3182"/>
                  </a:lnTo>
                  <a:lnTo>
                    <a:pt x="2196" y="3196"/>
                  </a:lnTo>
                  <a:lnTo>
                    <a:pt x="2211" y="3211"/>
                  </a:lnTo>
                  <a:lnTo>
                    <a:pt x="2211" y="3226"/>
                  </a:lnTo>
                  <a:lnTo>
                    <a:pt x="2256" y="3271"/>
                  </a:lnTo>
                  <a:lnTo>
                    <a:pt x="2256" y="3361"/>
                  </a:lnTo>
                  <a:lnTo>
                    <a:pt x="2226" y="3391"/>
                  </a:lnTo>
                  <a:lnTo>
                    <a:pt x="2181" y="3465"/>
                  </a:lnTo>
                  <a:lnTo>
                    <a:pt x="2151" y="3540"/>
                  </a:lnTo>
                  <a:lnTo>
                    <a:pt x="2136" y="3585"/>
                  </a:lnTo>
                  <a:lnTo>
                    <a:pt x="2092" y="3659"/>
                  </a:lnTo>
                  <a:lnTo>
                    <a:pt x="1987" y="3719"/>
                  </a:lnTo>
                  <a:lnTo>
                    <a:pt x="1927" y="3764"/>
                  </a:lnTo>
                  <a:lnTo>
                    <a:pt x="1868" y="3824"/>
                  </a:lnTo>
                  <a:lnTo>
                    <a:pt x="1823" y="3854"/>
                  </a:lnTo>
                  <a:lnTo>
                    <a:pt x="1793" y="3869"/>
                  </a:lnTo>
                  <a:lnTo>
                    <a:pt x="1733" y="3898"/>
                  </a:lnTo>
                  <a:lnTo>
                    <a:pt x="1688" y="3898"/>
                  </a:lnTo>
                  <a:lnTo>
                    <a:pt x="1644" y="3883"/>
                  </a:lnTo>
                  <a:lnTo>
                    <a:pt x="1614" y="3854"/>
                  </a:lnTo>
                  <a:lnTo>
                    <a:pt x="1599" y="3839"/>
                  </a:lnTo>
                  <a:lnTo>
                    <a:pt x="1584" y="3824"/>
                  </a:lnTo>
                  <a:lnTo>
                    <a:pt x="1584" y="3824"/>
                  </a:lnTo>
                  <a:lnTo>
                    <a:pt x="1569" y="3824"/>
                  </a:lnTo>
                  <a:lnTo>
                    <a:pt x="1539" y="3839"/>
                  </a:lnTo>
                  <a:lnTo>
                    <a:pt x="1509" y="3913"/>
                  </a:lnTo>
                  <a:lnTo>
                    <a:pt x="1449" y="3988"/>
                  </a:lnTo>
                  <a:lnTo>
                    <a:pt x="1390" y="3973"/>
                  </a:lnTo>
                  <a:lnTo>
                    <a:pt x="1330" y="3913"/>
                  </a:lnTo>
                  <a:lnTo>
                    <a:pt x="1270" y="3809"/>
                  </a:lnTo>
                  <a:lnTo>
                    <a:pt x="1255" y="3764"/>
                  </a:lnTo>
                  <a:lnTo>
                    <a:pt x="1225" y="3734"/>
                  </a:lnTo>
                  <a:lnTo>
                    <a:pt x="1181" y="3689"/>
                  </a:lnTo>
                  <a:lnTo>
                    <a:pt x="1106" y="3659"/>
                  </a:lnTo>
                  <a:lnTo>
                    <a:pt x="1031" y="3645"/>
                  </a:lnTo>
                  <a:lnTo>
                    <a:pt x="972" y="3674"/>
                  </a:lnTo>
                  <a:lnTo>
                    <a:pt x="897" y="3704"/>
                  </a:lnTo>
                  <a:lnTo>
                    <a:pt x="807" y="3689"/>
                  </a:lnTo>
                  <a:lnTo>
                    <a:pt x="718" y="3645"/>
                  </a:lnTo>
                  <a:lnTo>
                    <a:pt x="643" y="3585"/>
                  </a:lnTo>
                  <a:lnTo>
                    <a:pt x="598" y="3555"/>
                  </a:lnTo>
                  <a:lnTo>
                    <a:pt x="524" y="3510"/>
                  </a:lnTo>
                  <a:lnTo>
                    <a:pt x="479" y="3495"/>
                  </a:lnTo>
                  <a:lnTo>
                    <a:pt x="434" y="3465"/>
                  </a:lnTo>
                  <a:lnTo>
                    <a:pt x="434" y="3570"/>
                  </a:lnTo>
                  <a:lnTo>
                    <a:pt x="389" y="3674"/>
                  </a:lnTo>
                  <a:lnTo>
                    <a:pt x="374" y="3689"/>
                  </a:lnTo>
                  <a:lnTo>
                    <a:pt x="374" y="3704"/>
                  </a:lnTo>
                  <a:lnTo>
                    <a:pt x="314" y="3794"/>
                  </a:lnTo>
                  <a:lnTo>
                    <a:pt x="344" y="3839"/>
                  </a:lnTo>
                  <a:lnTo>
                    <a:pt x="374" y="3913"/>
                  </a:lnTo>
                  <a:lnTo>
                    <a:pt x="389" y="3988"/>
                  </a:lnTo>
                  <a:lnTo>
                    <a:pt x="389" y="4063"/>
                  </a:lnTo>
                  <a:lnTo>
                    <a:pt x="389" y="4137"/>
                  </a:lnTo>
                  <a:lnTo>
                    <a:pt x="389" y="4212"/>
                  </a:lnTo>
                  <a:lnTo>
                    <a:pt x="374" y="4287"/>
                  </a:lnTo>
                  <a:lnTo>
                    <a:pt x="374" y="4332"/>
                  </a:lnTo>
                  <a:lnTo>
                    <a:pt x="374" y="4376"/>
                  </a:lnTo>
                  <a:lnTo>
                    <a:pt x="359" y="4466"/>
                  </a:lnTo>
                  <a:lnTo>
                    <a:pt x="329" y="4526"/>
                  </a:lnTo>
                  <a:lnTo>
                    <a:pt x="314" y="4570"/>
                  </a:lnTo>
                  <a:lnTo>
                    <a:pt x="270" y="4630"/>
                  </a:lnTo>
                  <a:lnTo>
                    <a:pt x="240" y="4660"/>
                  </a:lnTo>
                  <a:lnTo>
                    <a:pt x="195" y="4690"/>
                  </a:lnTo>
                  <a:lnTo>
                    <a:pt x="165" y="4705"/>
                  </a:lnTo>
                  <a:lnTo>
                    <a:pt x="150" y="4720"/>
                  </a:lnTo>
                  <a:lnTo>
                    <a:pt x="195" y="4750"/>
                  </a:lnTo>
                  <a:lnTo>
                    <a:pt x="225" y="4780"/>
                  </a:lnTo>
                  <a:lnTo>
                    <a:pt x="285" y="4824"/>
                  </a:lnTo>
                  <a:lnTo>
                    <a:pt x="359" y="4929"/>
                  </a:lnTo>
                  <a:lnTo>
                    <a:pt x="344" y="4974"/>
                  </a:lnTo>
                  <a:lnTo>
                    <a:pt x="285" y="5019"/>
                  </a:lnTo>
                  <a:lnTo>
                    <a:pt x="195" y="5033"/>
                  </a:lnTo>
                  <a:lnTo>
                    <a:pt x="75" y="5063"/>
                  </a:lnTo>
                  <a:lnTo>
                    <a:pt x="1" y="5108"/>
                  </a:lnTo>
                  <a:lnTo>
                    <a:pt x="16" y="5257"/>
                  </a:lnTo>
                  <a:lnTo>
                    <a:pt x="61" y="5437"/>
                  </a:lnTo>
                  <a:lnTo>
                    <a:pt x="61" y="5452"/>
                  </a:lnTo>
                  <a:lnTo>
                    <a:pt x="90" y="5541"/>
                  </a:lnTo>
                  <a:lnTo>
                    <a:pt x="90" y="5616"/>
                  </a:lnTo>
                  <a:lnTo>
                    <a:pt x="105" y="5646"/>
                  </a:lnTo>
                  <a:lnTo>
                    <a:pt x="105" y="5676"/>
                  </a:lnTo>
                  <a:lnTo>
                    <a:pt x="120" y="5765"/>
                  </a:lnTo>
                  <a:lnTo>
                    <a:pt x="195" y="5795"/>
                  </a:lnTo>
                  <a:lnTo>
                    <a:pt x="240" y="5810"/>
                  </a:lnTo>
                  <a:lnTo>
                    <a:pt x="314" y="5810"/>
                  </a:lnTo>
                  <a:lnTo>
                    <a:pt x="404" y="5825"/>
                  </a:lnTo>
                  <a:lnTo>
                    <a:pt x="479" y="5840"/>
                  </a:lnTo>
                  <a:lnTo>
                    <a:pt x="509" y="5855"/>
                  </a:lnTo>
                  <a:lnTo>
                    <a:pt x="538" y="5885"/>
                  </a:lnTo>
                  <a:lnTo>
                    <a:pt x="538" y="5915"/>
                  </a:lnTo>
                  <a:lnTo>
                    <a:pt x="538" y="5959"/>
                  </a:lnTo>
                  <a:lnTo>
                    <a:pt x="509" y="6019"/>
                  </a:lnTo>
                  <a:lnTo>
                    <a:pt x="434" y="6109"/>
                  </a:lnTo>
                  <a:lnTo>
                    <a:pt x="285" y="6258"/>
                  </a:lnTo>
                  <a:lnTo>
                    <a:pt x="255" y="6393"/>
                  </a:lnTo>
                  <a:lnTo>
                    <a:pt x="359" y="6646"/>
                  </a:lnTo>
                  <a:lnTo>
                    <a:pt x="538" y="7080"/>
                  </a:lnTo>
                  <a:lnTo>
                    <a:pt x="643" y="7378"/>
                  </a:lnTo>
                  <a:lnTo>
                    <a:pt x="673" y="7528"/>
                  </a:lnTo>
                  <a:lnTo>
                    <a:pt x="688" y="7692"/>
                  </a:lnTo>
                  <a:lnTo>
                    <a:pt x="703" y="7841"/>
                  </a:lnTo>
                  <a:lnTo>
                    <a:pt x="703" y="7916"/>
                  </a:lnTo>
                  <a:lnTo>
                    <a:pt x="703" y="7991"/>
                  </a:lnTo>
                  <a:lnTo>
                    <a:pt x="718" y="8005"/>
                  </a:lnTo>
                  <a:lnTo>
                    <a:pt x="733" y="8229"/>
                  </a:lnTo>
                  <a:lnTo>
                    <a:pt x="822" y="8394"/>
                  </a:lnTo>
                  <a:lnTo>
                    <a:pt x="972" y="8424"/>
                  </a:lnTo>
                  <a:lnTo>
                    <a:pt x="1225" y="8454"/>
                  </a:lnTo>
                  <a:lnTo>
                    <a:pt x="1315" y="8454"/>
                  </a:lnTo>
                  <a:lnTo>
                    <a:pt x="1390" y="8468"/>
                  </a:lnTo>
                  <a:lnTo>
                    <a:pt x="1509" y="8498"/>
                  </a:lnTo>
                  <a:lnTo>
                    <a:pt x="1629" y="8588"/>
                  </a:lnTo>
                  <a:lnTo>
                    <a:pt x="1763" y="8737"/>
                  </a:lnTo>
                  <a:lnTo>
                    <a:pt x="1808" y="8872"/>
                  </a:lnTo>
                  <a:lnTo>
                    <a:pt x="1823" y="8961"/>
                  </a:lnTo>
                  <a:lnTo>
                    <a:pt x="1808" y="9245"/>
                  </a:lnTo>
                  <a:lnTo>
                    <a:pt x="1703" y="9439"/>
                  </a:lnTo>
                  <a:lnTo>
                    <a:pt x="1435" y="9857"/>
                  </a:lnTo>
                  <a:lnTo>
                    <a:pt x="1106" y="10365"/>
                  </a:lnTo>
                  <a:lnTo>
                    <a:pt x="1285" y="10425"/>
                  </a:lnTo>
                  <a:lnTo>
                    <a:pt x="1435" y="10485"/>
                  </a:lnTo>
                  <a:lnTo>
                    <a:pt x="1494" y="10500"/>
                  </a:lnTo>
                  <a:lnTo>
                    <a:pt x="1614" y="10559"/>
                  </a:lnTo>
                  <a:lnTo>
                    <a:pt x="2196" y="10798"/>
                  </a:lnTo>
                  <a:lnTo>
                    <a:pt x="2674" y="10918"/>
                  </a:lnTo>
                  <a:lnTo>
                    <a:pt x="2823" y="10903"/>
                  </a:lnTo>
                  <a:lnTo>
                    <a:pt x="2868" y="10873"/>
                  </a:lnTo>
                  <a:lnTo>
                    <a:pt x="2913" y="10858"/>
                  </a:lnTo>
                  <a:lnTo>
                    <a:pt x="2988" y="10828"/>
                  </a:lnTo>
                  <a:lnTo>
                    <a:pt x="3062" y="10813"/>
                  </a:lnTo>
                  <a:lnTo>
                    <a:pt x="3107" y="10813"/>
                  </a:lnTo>
                  <a:lnTo>
                    <a:pt x="3182" y="10813"/>
                  </a:lnTo>
                  <a:lnTo>
                    <a:pt x="3242" y="10828"/>
                  </a:lnTo>
                  <a:lnTo>
                    <a:pt x="3286" y="10843"/>
                  </a:lnTo>
                  <a:lnTo>
                    <a:pt x="3331" y="10843"/>
                  </a:lnTo>
                  <a:lnTo>
                    <a:pt x="3331" y="10843"/>
                  </a:lnTo>
                  <a:lnTo>
                    <a:pt x="3406" y="10843"/>
                  </a:lnTo>
                  <a:lnTo>
                    <a:pt x="3466" y="10828"/>
                  </a:lnTo>
                  <a:lnTo>
                    <a:pt x="3496" y="10813"/>
                  </a:lnTo>
                  <a:lnTo>
                    <a:pt x="3555" y="10798"/>
                  </a:lnTo>
                  <a:lnTo>
                    <a:pt x="3600" y="10783"/>
                  </a:lnTo>
                  <a:lnTo>
                    <a:pt x="3660" y="10783"/>
                  </a:lnTo>
                  <a:lnTo>
                    <a:pt x="3720" y="10783"/>
                  </a:lnTo>
                  <a:lnTo>
                    <a:pt x="3764" y="10798"/>
                  </a:lnTo>
                  <a:lnTo>
                    <a:pt x="3884" y="10828"/>
                  </a:lnTo>
                  <a:lnTo>
                    <a:pt x="3973" y="10873"/>
                  </a:lnTo>
                  <a:lnTo>
                    <a:pt x="3988" y="10888"/>
                  </a:lnTo>
                  <a:lnTo>
                    <a:pt x="4003" y="10903"/>
                  </a:lnTo>
                  <a:lnTo>
                    <a:pt x="4063" y="10933"/>
                  </a:lnTo>
                  <a:lnTo>
                    <a:pt x="4123" y="10933"/>
                  </a:lnTo>
                  <a:lnTo>
                    <a:pt x="4123" y="10977"/>
                  </a:lnTo>
                  <a:lnTo>
                    <a:pt x="4123" y="10933"/>
                  </a:lnTo>
                  <a:lnTo>
                    <a:pt x="4183" y="10933"/>
                  </a:lnTo>
                  <a:lnTo>
                    <a:pt x="4197" y="10903"/>
                  </a:lnTo>
                  <a:lnTo>
                    <a:pt x="4197" y="10888"/>
                  </a:lnTo>
                  <a:lnTo>
                    <a:pt x="4212" y="10888"/>
                  </a:lnTo>
                  <a:lnTo>
                    <a:pt x="4257" y="10798"/>
                  </a:lnTo>
                  <a:lnTo>
                    <a:pt x="4421" y="10724"/>
                  </a:lnTo>
                  <a:lnTo>
                    <a:pt x="4481" y="10709"/>
                  </a:lnTo>
                  <a:lnTo>
                    <a:pt x="4496" y="10709"/>
                  </a:lnTo>
                  <a:lnTo>
                    <a:pt x="4541" y="10709"/>
                  </a:lnTo>
                  <a:lnTo>
                    <a:pt x="4631" y="10709"/>
                  </a:lnTo>
                  <a:lnTo>
                    <a:pt x="4750" y="10724"/>
                  </a:lnTo>
                  <a:lnTo>
                    <a:pt x="4884" y="10724"/>
                  </a:lnTo>
                  <a:lnTo>
                    <a:pt x="5064" y="10724"/>
                  </a:lnTo>
                  <a:lnTo>
                    <a:pt x="5168" y="10694"/>
                  </a:lnTo>
                  <a:lnTo>
                    <a:pt x="5318" y="10634"/>
                  </a:lnTo>
                  <a:lnTo>
                    <a:pt x="5542" y="10559"/>
                  </a:lnTo>
                  <a:lnTo>
                    <a:pt x="5930" y="10425"/>
                  </a:lnTo>
                  <a:lnTo>
                    <a:pt x="6154" y="10320"/>
                  </a:lnTo>
                  <a:lnTo>
                    <a:pt x="6169" y="10305"/>
                  </a:lnTo>
                  <a:lnTo>
                    <a:pt x="6154" y="10276"/>
                  </a:lnTo>
                  <a:lnTo>
                    <a:pt x="6109" y="10216"/>
                  </a:lnTo>
                  <a:lnTo>
                    <a:pt x="6049" y="10186"/>
                  </a:lnTo>
                  <a:lnTo>
                    <a:pt x="6034" y="10171"/>
                  </a:lnTo>
                  <a:lnTo>
                    <a:pt x="6020" y="10156"/>
                  </a:lnTo>
                  <a:lnTo>
                    <a:pt x="6005" y="10126"/>
                  </a:lnTo>
                  <a:lnTo>
                    <a:pt x="6005" y="10081"/>
                  </a:lnTo>
                  <a:lnTo>
                    <a:pt x="6020" y="10066"/>
                  </a:lnTo>
                  <a:lnTo>
                    <a:pt x="6020" y="10052"/>
                  </a:lnTo>
                  <a:lnTo>
                    <a:pt x="6034" y="10037"/>
                  </a:lnTo>
                  <a:lnTo>
                    <a:pt x="6064" y="10007"/>
                  </a:lnTo>
                  <a:lnTo>
                    <a:pt x="6079" y="9962"/>
                  </a:lnTo>
                  <a:lnTo>
                    <a:pt x="6079" y="9902"/>
                  </a:lnTo>
                  <a:lnTo>
                    <a:pt x="6079" y="9842"/>
                  </a:lnTo>
                  <a:lnTo>
                    <a:pt x="6064" y="9768"/>
                  </a:lnTo>
                  <a:lnTo>
                    <a:pt x="6020" y="9678"/>
                  </a:lnTo>
                  <a:lnTo>
                    <a:pt x="5975" y="9514"/>
                  </a:lnTo>
                  <a:lnTo>
                    <a:pt x="5975" y="9379"/>
                  </a:lnTo>
                  <a:lnTo>
                    <a:pt x="6005" y="9215"/>
                  </a:lnTo>
                  <a:lnTo>
                    <a:pt x="6049" y="9096"/>
                  </a:lnTo>
                  <a:lnTo>
                    <a:pt x="6094" y="9051"/>
                  </a:lnTo>
                  <a:lnTo>
                    <a:pt x="6154" y="9021"/>
                  </a:lnTo>
                  <a:lnTo>
                    <a:pt x="6229" y="8976"/>
                  </a:lnTo>
                  <a:lnTo>
                    <a:pt x="6258" y="8916"/>
                  </a:lnTo>
                  <a:lnTo>
                    <a:pt x="6273" y="8827"/>
                  </a:lnTo>
                  <a:lnTo>
                    <a:pt x="6303" y="8767"/>
                  </a:lnTo>
                  <a:lnTo>
                    <a:pt x="6318" y="8722"/>
                  </a:lnTo>
                  <a:lnTo>
                    <a:pt x="6348" y="8678"/>
                  </a:lnTo>
                  <a:lnTo>
                    <a:pt x="6378" y="8648"/>
                  </a:lnTo>
                  <a:lnTo>
                    <a:pt x="6408" y="8618"/>
                  </a:lnTo>
                  <a:lnTo>
                    <a:pt x="6453" y="8588"/>
                  </a:lnTo>
                  <a:lnTo>
                    <a:pt x="6512" y="8573"/>
                  </a:lnTo>
                  <a:lnTo>
                    <a:pt x="6602" y="8558"/>
                  </a:lnTo>
                  <a:lnTo>
                    <a:pt x="6632" y="8588"/>
                  </a:lnTo>
                  <a:lnTo>
                    <a:pt x="6647" y="8603"/>
                  </a:lnTo>
                  <a:lnTo>
                    <a:pt x="6647" y="8603"/>
                  </a:lnTo>
                  <a:lnTo>
                    <a:pt x="6692" y="8663"/>
                  </a:lnTo>
                  <a:lnTo>
                    <a:pt x="6781" y="8722"/>
                  </a:lnTo>
                  <a:lnTo>
                    <a:pt x="6871" y="8737"/>
                  </a:lnTo>
                  <a:lnTo>
                    <a:pt x="6945" y="8707"/>
                  </a:lnTo>
                  <a:lnTo>
                    <a:pt x="7050" y="8663"/>
                  </a:lnTo>
                  <a:lnTo>
                    <a:pt x="7080" y="8633"/>
                  </a:lnTo>
                  <a:lnTo>
                    <a:pt x="7110" y="8618"/>
                  </a:lnTo>
                  <a:lnTo>
                    <a:pt x="7169" y="8588"/>
                  </a:lnTo>
                  <a:lnTo>
                    <a:pt x="7199" y="8588"/>
                  </a:lnTo>
                  <a:lnTo>
                    <a:pt x="7229" y="8573"/>
                  </a:lnTo>
                  <a:lnTo>
                    <a:pt x="7229" y="8558"/>
                  </a:lnTo>
                  <a:lnTo>
                    <a:pt x="7229" y="8558"/>
                  </a:lnTo>
                  <a:lnTo>
                    <a:pt x="7199" y="8543"/>
                  </a:lnTo>
                  <a:lnTo>
                    <a:pt x="7184" y="8528"/>
                  </a:lnTo>
                  <a:lnTo>
                    <a:pt x="7125" y="8498"/>
                  </a:lnTo>
                  <a:lnTo>
                    <a:pt x="7095" y="8394"/>
                  </a:lnTo>
                  <a:lnTo>
                    <a:pt x="7095" y="8334"/>
                  </a:lnTo>
                  <a:lnTo>
                    <a:pt x="7184" y="8259"/>
                  </a:lnTo>
                  <a:lnTo>
                    <a:pt x="7229" y="8229"/>
                  </a:lnTo>
                  <a:lnTo>
                    <a:pt x="7259" y="8229"/>
                  </a:lnTo>
                  <a:lnTo>
                    <a:pt x="7289" y="8215"/>
                  </a:lnTo>
                  <a:lnTo>
                    <a:pt x="7334" y="8185"/>
                  </a:lnTo>
                  <a:lnTo>
                    <a:pt x="7379" y="8170"/>
                  </a:lnTo>
                  <a:lnTo>
                    <a:pt x="7483" y="8110"/>
                  </a:lnTo>
                  <a:lnTo>
                    <a:pt x="7543" y="8035"/>
                  </a:lnTo>
                  <a:lnTo>
                    <a:pt x="7558" y="7991"/>
                  </a:lnTo>
                  <a:lnTo>
                    <a:pt x="7588" y="7961"/>
                  </a:lnTo>
                  <a:lnTo>
                    <a:pt x="7618" y="7946"/>
                  </a:lnTo>
                  <a:lnTo>
                    <a:pt x="7647" y="7931"/>
                  </a:lnTo>
                  <a:lnTo>
                    <a:pt x="7692" y="7931"/>
                  </a:lnTo>
                  <a:lnTo>
                    <a:pt x="7722" y="7946"/>
                  </a:lnTo>
                  <a:lnTo>
                    <a:pt x="7767" y="7961"/>
                  </a:lnTo>
                  <a:lnTo>
                    <a:pt x="7812" y="8005"/>
                  </a:lnTo>
                  <a:lnTo>
                    <a:pt x="7812" y="8020"/>
                  </a:lnTo>
                  <a:lnTo>
                    <a:pt x="7827" y="8035"/>
                  </a:lnTo>
                  <a:lnTo>
                    <a:pt x="7827" y="8035"/>
                  </a:lnTo>
                  <a:lnTo>
                    <a:pt x="7842" y="8035"/>
                  </a:lnTo>
                  <a:lnTo>
                    <a:pt x="7842" y="8035"/>
                  </a:lnTo>
                  <a:lnTo>
                    <a:pt x="7842" y="8020"/>
                  </a:lnTo>
                  <a:lnTo>
                    <a:pt x="7856" y="8020"/>
                  </a:lnTo>
                  <a:lnTo>
                    <a:pt x="7856" y="8005"/>
                  </a:lnTo>
                  <a:lnTo>
                    <a:pt x="7871" y="7976"/>
                  </a:lnTo>
                  <a:lnTo>
                    <a:pt x="7916" y="7961"/>
                  </a:lnTo>
                  <a:lnTo>
                    <a:pt x="7946" y="7946"/>
                  </a:lnTo>
                  <a:lnTo>
                    <a:pt x="7976" y="7946"/>
                  </a:lnTo>
                  <a:lnTo>
                    <a:pt x="7991" y="7946"/>
                  </a:lnTo>
                  <a:lnTo>
                    <a:pt x="8036" y="7946"/>
                  </a:lnTo>
                  <a:lnTo>
                    <a:pt x="8066" y="7961"/>
                  </a:lnTo>
                  <a:lnTo>
                    <a:pt x="8125" y="8005"/>
                  </a:lnTo>
                  <a:lnTo>
                    <a:pt x="8155" y="8050"/>
                  </a:lnTo>
                  <a:lnTo>
                    <a:pt x="8185" y="8110"/>
                  </a:lnTo>
                  <a:lnTo>
                    <a:pt x="8275" y="8170"/>
                  </a:lnTo>
                  <a:lnTo>
                    <a:pt x="8305" y="8200"/>
                  </a:lnTo>
                  <a:lnTo>
                    <a:pt x="8319" y="8200"/>
                  </a:lnTo>
                  <a:lnTo>
                    <a:pt x="8334" y="8200"/>
                  </a:lnTo>
                  <a:lnTo>
                    <a:pt x="8349" y="8200"/>
                  </a:lnTo>
                  <a:lnTo>
                    <a:pt x="8409" y="8095"/>
                  </a:lnTo>
                  <a:lnTo>
                    <a:pt x="8514" y="7976"/>
                  </a:lnTo>
                  <a:lnTo>
                    <a:pt x="8588" y="7886"/>
                  </a:lnTo>
                  <a:lnTo>
                    <a:pt x="8618" y="7826"/>
                  </a:lnTo>
                  <a:lnTo>
                    <a:pt x="8633" y="7796"/>
                  </a:lnTo>
                  <a:lnTo>
                    <a:pt x="8618" y="7781"/>
                  </a:lnTo>
                  <a:lnTo>
                    <a:pt x="8603" y="7737"/>
                  </a:lnTo>
                  <a:lnTo>
                    <a:pt x="8588" y="7692"/>
                  </a:lnTo>
                  <a:lnTo>
                    <a:pt x="8573" y="7677"/>
                  </a:lnTo>
                  <a:lnTo>
                    <a:pt x="8573" y="7662"/>
                  </a:lnTo>
                  <a:lnTo>
                    <a:pt x="8529" y="7587"/>
                  </a:lnTo>
                  <a:lnTo>
                    <a:pt x="8439" y="7333"/>
                  </a:lnTo>
                  <a:lnTo>
                    <a:pt x="8454" y="7214"/>
                  </a:lnTo>
                  <a:lnTo>
                    <a:pt x="8499" y="7080"/>
                  </a:lnTo>
                  <a:lnTo>
                    <a:pt x="8558" y="7020"/>
                  </a:lnTo>
                  <a:lnTo>
                    <a:pt x="8588" y="7005"/>
                  </a:lnTo>
                  <a:lnTo>
                    <a:pt x="8588" y="6990"/>
                  </a:lnTo>
                  <a:lnTo>
                    <a:pt x="8573" y="6960"/>
                  </a:lnTo>
                  <a:lnTo>
                    <a:pt x="8558" y="6945"/>
                  </a:lnTo>
                  <a:lnTo>
                    <a:pt x="8514" y="6930"/>
                  </a:lnTo>
                  <a:lnTo>
                    <a:pt x="8499" y="6870"/>
                  </a:lnTo>
                  <a:lnTo>
                    <a:pt x="8514" y="6781"/>
                  </a:lnTo>
                  <a:lnTo>
                    <a:pt x="8573" y="6736"/>
                  </a:lnTo>
                  <a:lnTo>
                    <a:pt x="8588" y="6721"/>
                  </a:lnTo>
                  <a:lnTo>
                    <a:pt x="8603" y="6706"/>
                  </a:lnTo>
                  <a:lnTo>
                    <a:pt x="8603" y="6706"/>
                  </a:lnTo>
                  <a:lnTo>
                    <a:pt x="8603" y="6661"/>
                  </a:lnTo>
                  <a:lnTo>
                    <a:pt x="8588" y="6631"/>
                  </a:lnTo>
                  <a:lnTo>
                    <a:pt x="8573" y="6602"/>
                  </a:lnTo>
                  <a:lnTo>
                    <a:pt x="8558" y="6572"/>
                  </a:lnTo>
                  <a:lnTo>
                    <a:pt x="8558" y="6542"/>
                  </a:lnTo>
                  <a:lnTo>
                    <a:pt x="8573" y="6512"/>
                  </a:lnTo>
                  <a:lnTo>
                    <a:pt x="8573" y="6497"/>
                  </a:lnTo>
                  <a:lnTo>
                    <a:pt x="8588" y="6482"/>
                  </a:lnTo>
                  <a:lnTo>
                    <a:pt x="8633" y="6437"/>
                  </a:lnTo>
                  <a:lnTo>
                    <a:pt x="8708" y="6422"/>
                  </a:lnTo>
                  <a:lnTo>
                    <a:pt x="8738" y="6422"/>
                  </a:lnTo>
                  <a:lnTo>
                    <a:pt x="8768" y="6407"/>
                  </a:lnTo>
                  <a:lnTo>
                    <a:pt x="8887" y="6378"/>
                  </a:lnTo>
                  <a:lnTo>
                    <a:pt x="8977" y="6393"/>
                  </a:lnTo>
                  <a:lnTo>
                    <a:pt x="9006" y="6378"/>
                  </a:lnTo>
                  <a:lnTo>
                    <a:pt x="9096" y="6318"/>
                  </a:lnTo>
                  <a:lnTo>
                    <a:pt x="9186" y="6243"/>
                  </a:lnTo>
                  <a:lnTo>
                    <a:pt x="9230" y="6168"/>
                  </a:lnTo>
                  <a:lnTo>
                    <a:pt x="9230" y="6154"/>
                  </a:lnTo>
                  <a:lnTo>
                    <a:pt x="9230" y="6154"/>
                  </a:lnTo>
                  <a:lnTo>
                    <a:pt x="9230" y="6094"/>
                  </a:lnTo>
                  <a:lnTo>
                    <a:pt x="9186" y="6064"/>
                  </a:lnTo>
                  <a:lnTo>
                    <a:pt x="9171" y="6034"/>
                  </a:lnTo>
                  <a:lnTo>
                    <a:pt x="9141" y="6004"/>
                  </a:lnTo>
                  <a:lnTo>
                    <a:pt x="9126" y="5989"/>
                  </a:lnTo>
                  <a:lnTo>
                    <a:pt x="9111" y="5974"/>
                  </a:lnTo>
                  <a:lnTo>
                    <a:pt x="9066" y="5930"/>
                  </a:lnTo>
                  <a:lnTo>
                    <a:pt x="9051" y="5810"/>
                  </a:lnTo>
                  <a:lnTo>
                    <a:pt x="9036" y="5750"/>
                  </a:lnTo>
                  <a:lnTo>
                    <a:pt x="8992" y="5720"/>
                  </a:lnTo>
                  <a:lnTo>
                    <a:pt x="8977" y="5720"/>
                  </a:lnTo>
                  <a:lnTo>
                    <a:pt x="8962" y="5706"/>
                  </a:lnTo>
                  <a:lnTo>
                    <a:pt x="8947" y="5691"/>
                  </a:lnTo>
                  <a:lnTo>
                    <a:pt x="8857" y="5631"/>
                  </a:lnTo>
                  <a:lnTo>
                    <a:pt x="8723" y="5481"/>
                  </a:lnTo>
                  <a:lnTo>
                    <a:pt x="8693" y="5392"/>
                  </a:lnTo>
                  <a:lnTo>
                    <a:pt x="8708" y="5332"/>
                  </a:lnTo>
                  <a:lnTo>
                    <a:pt x="8738" y="5287"/>
                  </a:lnTo>
                  <a:lnTo>
                    <a:pt x="8768" y="5257"/>
                  </a:lnTo>
                  <a:lnTo>
                    <a:pt x="8797" y="5243"/>
                  </a:lnTo>
                  <a:lnTo>
                    <a:pt x="8827" y="5243"/>
                  </a:lnTo>
                  <a:lnTo>
                    <a:pt x="8857" y="5228"/>
                  </a:lnTo>
                  <a:lnTo>
                    <a:pt x="8872" y="5228"/>
                  </a:lnTo>
                  <a:lnTo>
                    <a:pt x="8947" y="5243"/>
                  </a:lnTo>
                  <a:lnTo>
                    <a:pt x="9006" y="5287"/>
                  </a:lnTo>
                  <a:lnTo>
                    <a:pt x="9051" y="5332"/>
                  </a:lnTo>
                  <a:lnTo>
                    <a:pt x="9096" y="5347"/>
                  </a:lnTo>
                  <a:lnTo>
                    <a:pt x="9141" y="5362"/>
                  </a:lnTo>
                  <a:lnTo>
                    <a:pt x="9216" y="5377"/>
                  </a:lnTo>
                  <a:lnTo>
                    <a:pt x="9305" y="5377"/>
                  </a:lnTo>
                  <a:lnTo>
                    <a:pt x="9350" y="5392"/>
                  </a:lnTo>
                  <a:lnTo>
                    <a:pt x="9395" y="5407"/>
                  </a:lnTo>
                  <a:lnTo>
                    <a:pt x="9440" y="5422"/>
                  </a:lnTo>
                  <a:lnTo>
                    <a:pt x="9499" y="5422"/>
                  </a:lnTo>
                  <a:lnTo>
                    <a:pt x="9559" y="5407"/>
                  </a:lnTo>
                  <a:lnTo>
                    <a:pt x="9619" y="5392"/>
                  </a:lnTo>
                  <a:lnTo>
                    <a:pt x="9664" y="5362"/>
                  </a:lnTo>
                  <a:lnTo>
                    <a:pt x="9708" y="5332"/>
                  </a:lnTo>
                  <a:lnTo>
                    <a:pt x="9783" y="5243"/>
                  </a:lnTo>
                  <a:lnTo>
                    <a:pt x="9813" y="5183"/>
                  </a:lnTo>
                  <a:lnTo>
                    <a:pt x="9828" y="5138"/>
                  </a:lnTo>
                  <a:lnTo>
                    <a:pt x="9828" y="5063"/>
                  </a:lnTo>
                  <a:lnTo>
                    <a:pt x="9798" y="4989"/>
                  </a:lnTo>
                  <a:lnTo>
                    <a:pt x="9753" y="4929"/>
                  </a:lnTo>
                  <a:lnTo>
                    <a:pt x="9708" y="4869"/>
                  </a:lnTo>
                  <a:lnTo>
                    <a:pt x="9708" y="4854"/>
                  </a:lnTo>
                  <a:lnTo>
                    <a:pt x="9693" y="4839"/>
                  </a:lnTo>
                  <a:lnTo>
                    <a:pt x="9649" y="4794"/>
                  </a:lnTo>
                  <a:lnTo>
                    <a:pt x="9619" y="4675"/>
                  </a:lnTo>
                  <a:lnTo>
                    <a:pt x="9664" y="4585"/>
                  </a:lnTo>
                  <a:lnTo>
                    <a:pt x="9708" y="4511"/>
                  </a:lnTo>
                  <a:lnTo>
                    <a:pt x="9768" y="4406"/>
                  </a:lnTo>
                  <a:lnTo>
                    <a:pt x="9962" y="4107"/>
                  </a:lnTo>
                  <a:lnTo>
                    <a:pt x="10067" y="3898"/>
                  </a:lnTo>
                  <a:lnTo>
                    <a:pt x="10037" y="3869"/>
                  </a:lnTo>
                  <a:lnTo>
                    <a:pt x="10022" y="3839"/>
                  </a:lnTo>
                  <a:lnTo>
                    <a:pt x="9962" y="3794"/>
                  </a:lnTo>
                  <a:lnTo>
                    <a:pt x="9977" y="3674"/>
                  </a:lnTo>
                  <a:lnTo>
                    <a:pt x="9992" y="3659"/>
                  </a:lnTo>
                  <a:lnTo>
                    <a:pt x="10007" y="3615"/>
                  </a:lnTo>
                  <a:lnTo>
                    <a:pt x="9962" y="3510"/>
                  </a:lnTo>
                  <a:lnTo>
                    <a:pt x="9917" y="3435"/>
                  </a:lnTo>
                  <a:lnTo>
                    <a:pt x="9873" y="3391"/>
                  </a:lnTo>
                  <a:lnTo>
                    <a:pt x="9813" y="3301"/>
                  </a:lnTo>
                  <a:lnTo>
                    <a:pt x="9783" y="3196"/>
                  </a:lnTo>
                  <a:lnTo>
                    <a:pt x="9738" y="3152"/>
                  </a:lnTo>
                  <a:lnTo>
                    <a:pt x="9679" y="3092"/>
                  </a:lnTo>
                  <a:lnTo>
                    <a:pt x="9589" y="3032"/>
                  </a:lnTo>
                  <a:lnTo>
                    <a:pt x="9514" y="2928"/>
                  </a:lnTo>
                  <a:lnTo>
                    <a:pt x="9469" y="2808"/>
                  </a:lnTo>
                  <a:lnTo>
                    <a:pt x="9529" y="2689"/>
                  </a:lnTo>
                  <a:lnTo>
                    <a:pt x="9589" y="2614"/>
                  </a:lnTo>
                  <a:lnTo>
                    <a:pt x="9679" y="2539"/>
                  </a:lnTo>
                  <a:lnTo>
                    <a:pt x="9738" y="2465"/>
                  </a:lnTo>
                  <a:lnTo>
                    <a:pt x="9768" y="2420"/>
                  </a:lnTo>
                  <a:lnTo>
                    <a:pt x="9783" y="2390"/>
                  </a:lnTo>
                  <a:lnTo>
                    <a:pt x="9798" y="2375"/>
                  </a:lnTo>
                  <a:lnTo>
                    <a:pt x="9843" y="2345"/>
                  </a:lnTo>
                  <a:lnTo>
                    <a:pt x="9888" y="2330"/>
                  </a:lnTo>
                  <a:lnTo>
                    <a:pt x="9932" y="2330"/>
                  </a:lnTo>
                  <a:lnTo>
                    <a:pt x="9977" y="2345"/>
                  </a:lnTo>
                  <a:lnTo>
                    <a:pt x="9992" y="2300"/>
                  </a:lnTo>
                  <a:lnTo>
                    <a:pt x="10022" y="2256"/>
                  </a:lnTo>
                  <a:lnTo>
                    <a:pt x="10037" y="2226"/>
                  </a:lnTo>
                  <a:lnTo>
                    <a:pt x="10142" y="2106"/>
                  </a:lnTo>
                  <a:lnTo>
                    <a:pt x="10321" y="2002"/>
                  </a:lnTo>
                  <a:lnTo>
                    <a:pt x="10470" y="1912"/>
                  </a:lnTo>
                  <a:lnTo>
                    <a:pt x="10649" y="1852"/>
                  </a:lnTo>
                  <a:lnTo>
                    <a:pt x="10799" y="1837"/>
                  </a:lnTo>
                  <a:lnTo>
                    <a:pt x="10978" y="1822"/>
                  </a:lnTo>
                  <a:lnTo>
                    <a:pt x="11142" y="1822"/>
                  </a:lnTo>
                  <a:lnTo>
                    <a:pt x="11277" y="1808"/>
                  </a:lnTo>
                  <a:lnTo>
                    <a:pt x="11456" y="1763"/>
                  </a:lnTo>
                  <a:lnTo>
                    <a:pt x="11620" y="1748"/>
                  </a:lnTo>
                  <a:lnTo>
                    <a:pt x="11754" y="1748"/>
                  </a:lnTo>
                  <a:lnTo>
                    <a:pt x="11829" y="1793"/>
                  </a:lnTo>
                  <a:lnTo>
                    <a:pt x="11859" y="1808"/>
                  </a:lnTo>
                  <a:lnTo>
                    <a:pt x="11874" y="1837"/>
                  </a:lnTo>
                  <a:lnTo>
                    <a:pt x="11904" y="1852"/>
                  </a:lnTo>
                  <a:lnTo>
                    <a:pt x="11919" y="1882"/>
                  </a:lnTo>
                  <a:lnTo>
                    <a:pt x="11934" y="1897"/>
                  </a:lnTo>
                  <a:lnTo>
                    <a:pt x="11949" y="1897"/>
                  </a:lnTo>
                  <a:lnTo>
                    <a:pt x="11949" y="1897"/>
                  </a:lnTo>
                  <a:lnTo>
                    <a:pt x="12038" y="1778"/>
                  </a:lnTo>
                  <a:lnTo>
                    <a:pt x="12173" y="1703"/>
                  </a:lnTo>
                  <a:lnTo>
                    <a:pt x="12173" y="1703"/>
                  </a:lnTo>
                  <a:lnTo>
                    <a:pt x="12188" y="1703"/>
                  </a:lnTo>
                  <a:lnTo>
                    <a:pt x="12203" y="1688"/>
                  </a:lnTo>
                  <a:lnTo>
                    <a:pt x="12217" y="1658"/>
                  </a:lnTo>
                  <a:lnTo>
                    <a:pt x="12232" y="1628"/>
                  </a:lnTo>
                  <a:lnTo>
                    <a:pt x="12232" y="1598"/>
                  </a:lnTo>
                  <a:lnTo>
                    <a:pt x="12232" y="1598"/>
                  </a:lnTo>
                  <a:lnTo>
                    <a:pt x="12217" y="1584"/>
                  </a:lnTo>
                  <a:lnTo>
                    <a:pt x="12203" y="1569"/>
                  </a:lnTo>
                  <a:lnTo>
                    <a:pt x="12173" y="1554"/>
                  </a:lnTo>
                  <a:lnTo>
                    <a:pt x="12158" y="1554"/>
                  </a:lnTo>
                  <a:lnTo>
                    <a:pt x="12158" y="1554"/>
                  </a:lnTo>
                  <a:lnTo>
                    <a:pt x="12098" y="1494"/>
                  </a:lnTo>
                  <a:lnTo>
                    <a:pt x="12113" y="1449"/>
                  </a:lnTo>
                  <a:lnTo>
                    <a:pt x="12158" y="1389"/>
                  </a:lnTo>
                  <a:lnTo>
                    <a:pt x="12247" y="1345"/>
                  </a:lnTo>
                  <a:lnTo>
                    <a:pt x="12307" y="1330"/>
                  </a:lnTo>
                  <a:lnTo>
                    <a:pt x="12397" y="1315"/>
                  </a:lnTo>
                  <a:lnTo>
                    <a:pt x="12412" y="131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62"/>
            <p:cNvSpPr/>
            <p:nvPr/>
          </p:nvSpPr>
          <p:spPr>
            <a:xfrm>
              <a:off x="2893350" y="2505575"/>
              <a:ext cx="31025" cy="115775"/>
            </a:xfrm>
            <a:custGeom>
              <a:rect b="b" l="l" r="r" t="t"/>
              <a:pathLst>
                <a:path extrusionOk="0" h="4631" w="1241">
                  <a:moveTo>
                    <a:pt x="1151" y="1"/>
                  </a:moveTo>
                  <a:lnTo>
                    <a:pt x="1136" y="16"/>
                  </a:lnTo>
                  <a:lnTo>
                    <a:pt x="1106" y="31"/>
                  </a:lnTo>
                  <a:lnTo>
                    <a:pt x="1091" y="61"/>
                  </a:lnTo>
                  <a:lnTo>
                    <a:pt x="1076" y="76"/>
                  </a:lnTo>
                  <a:lnTo>
                    <a:pt x="1076" y="91"/>
                  </a:lnTo>
                  <a:lnTo>
                    <a:pt x="1061" y="150"/>
                  </a:lnTo>
                  <a:lnTo>
                    <a:pt x="1001" y="210"/>
                  </a:lnTo>
                  <a:lnTo>
                    <a:pt x="882" y="225"/>
                  </a:lnTo>
                  <a:lnTo>
                    <a:pt x="777" y="180"/>
                  </a:lnTo>
                  <a:lnTo>
                    <a:pt x="747" y="285"/>
                  </a:lnTo>
                  <a:lnTo>
                    <a:pt x="747" y="359"/>
                  </a:lnTo>
                  <a:lnTo>
                    <a:pt x="717" y="434"/>
                  </a:lnTo>
                  <a:lnTo>
                    <a:pt x="688" y="479"/>
                  </a:lnTo>
                  <a:lnTo>
                    <a:pt x="658" y="524"/>
                  </a:lnTo>
                  <a:lnTo>
                    <a:pt x="628" y="583"/>
                  </a:lnTo>
                  <a:lnTo>
                    <a:pt x="598" y="688"/>
                  </a:lnTo>
                  <a:lnTo>
                    <a:pt x="583" y="882"/>
                  </a:lnTo>
                  <a:lnTo>
                    <a:pt x="568" y="1017"/>
                  </a:lnTo>
                  <a:lnTo>
                    <a:pt x="553" y="1181"/>
                  </a:lnTo>
                  <a:lnTo>
                    <a:pt x="523" y="1360"/>
                  </a:lnTo>
                  <a:lnTo>
                    <a:pt x="479" y="1524"/>
                  </a:lnTo>
                  <a:lnTo>
                    <a:pt x="449" y="1659"/>
                  </a:lnTo>
                  <a:lnTo>
                    <a:pt x="419" y="1748"/>
                  </a:lnTo>
                  <a:lnTo>
                    <a:pt x="344" y="1883"/>
                  </a:lnTo>
                  <a:lnTo>
                    <a:pt x="240" y="2077"/>
                  </a:lnTo>
                  <a:lnTo>
                    <a:pt x="180" y="2181"/>
                  </a:lnTo>
                  <a:lnTo>
                    <a:pt x="150" y="2226"/>
                  </a:lnTo>
                  <a:lnTo>
                    <a:pt x="90" y="2271"/>
                  </a:lnTo>
                  <a:lnTo>
                    <a:pt x="45" y="2376"/>
                  </a:lnTo>
                  <a:lnTo>
                    <a:pt x="30" y="2405"/>
                  </a:lnTo>
                  <a:lnTo>
                    <a:pt x="1" y="2435"/>
                  </a:lnTo>
                  <a:lnTo>
                    <a:pt x="16" y="2450"/>
                  </a:lnTo>
                  <a:lnTo>
                    <a:pt x="16" y="2480"/>
                  </a:lnTo>
                  <a:lnTo>
                    <a:pt x="45" y="2495"/>
                  </a:lnTo>
                  <a:lnTo>
                    <a:pt x="75" y="2525"/>
                  </a:lnTo>
                  <a:lnTo>
                    <a:pt x="105" y="2540"/>
                  </a:lnTo>
                  <a:lnTo>
                    <a:pt x="105" y="2570"/>
                  </a:lnTo>
                  <a:lnTo>
                    <a:pt x="165" y="2689"/>
                  </a:lnTo>
                  <a:lnTo>
                    <a:pt x="225" y="2809"/>
                  </a:lnTo>
                  <a:lnTo>
                    <a:pt x="314" y="3003"/>
                  </a:lnTo>
                  <a:lnTo>
                    <a:pt x="359" y="3152"/>
                  </a:lnTo>
                  <a:lnTo>
                    <a:pt x="374" y="3242"/>
                  </a:lnTo>
                  <a:lnTo>
                    <a:pt x="374" y="3287"/>
                  </a:lnTo>
                  <a:lnTo>
                    <a:pt x="374" y="3346"/>
                  </a:lnTo>
                  <a:lnTo>
                    <a:pt x="389" y="3436"/>
                  </a:lnTo>
                  <a:lnTo>
                    <a:pt x="464" y="3615"/>
                  </a:lnTo>
                  <a:lnTo>
                    <a:pt x="598" y="3869"/>
                  </a:lnTo>
                  <a:lnTo>
                    <a:pt x="673" y="4018"/>
                  </a:lnTo>
                  <a:lnTo>
                    <a:pt x="717" y="4093"/>
                  </a:lnTo>
                  <a:lnTo>
                    <a:pt x="747" y="4198"/>
                  </a:lnTo>
                  <a:lnTo>
                    <a:pt x="777" y="4302"/>
                  </a:lnTo>
                  <a:lnTo>
                    <a:pt x="777" y="4362"/>
                  </a:lnTo>
                  <a:lnTo>
                    <a:pt x="777" y="4437"/>
                  </a:lnTo>
                  <a:lnTo>
                    <a:pt x="822" y="4541"/>
                  </a:lnTo>
                  <a:lnTo>
                    <a:pt x="852" y="4631"/>
                  </a:lnTo>
                  <a:lnTo>
                    <a:pt x="867" y="4481"/>
                  </a:lnTo>
                  <a:lnTo>
                    <a:pt x="912" y="4317"/>
                  </a:lnTo>
                  <a:lnTo>
                    <a:pt x="927" y="4242"/>
                  </a:lnTo>
                  <a:lnTo>
                    <a:pt x="942" y="4168"/>
                  </a:lnTo>
                  <a:lnTo>
                    <a:pt x="956" y="4123"/>
                  </a:lnTo>
                  <a:lnTo>
                    <a:pt x="956" y="4078"/>
                  </a:lnTo>
                  <a:lnTo>
                    <a:pt x="1001" y="3869"/>
                  </a:lnTo>
                  <a:lnTo>
                    <a:pt x="1001" y="3645"/>
                  </a:lnTo>
                  <a:lnTo>
                    <a:pt x="971" y="3511"/>
                  </a:lnTo>
                  <a:lnTo>
                    <a:pt x="971" y="3406"/>
                  </a:lnTo>
                  <a:lnTo>
                    <a:pt x="971" y="3302"/>
                  </a:lnTo>
                  <a:lnTo>
                    <a:pt x="1001" y="3197"/>
                  </a:lnTo>
                  <a:lnTo>
                    <a:pt x="1046" y="3033"/>
                  </a:lnTo>
                  <a:lnTo>
                    <a:pt x="1106" y="2854"/>
                  </a:lnTo>
                  <a:lnTo>
                    <a:pt x="1121" y="2824"/>
                  </a:lnTo>
                  <a:lnTo>
                    <a:pt x="1151" y="2734"/>
                  </a:lnTo>
                  <a:lnTo>
                    <a:pt x="1166" y="2689"/>
                  </a:lnTo>
                  <a:lnTo>
                    <a:pt x="1180" y="2629"/>
                  </a:lnTo>
                  <a:lnTo>
                    <a:pt x="1180" y="2585"/>
                  </a:lnTo>
                  <a:lnTo>
                    <a:pt x="1180" y="2510"/>
                  </a:lnTo>
                  <a:lnTo>
                    <a:pt x="1151" y="2435"/>
                  </a:lnTo>
                  <a:lnTo>
                    <a:pt x="1121" y="2331"/>
                  </a:lnTo>
                  <a:lnTo>
                    <a:pt x="1121" y="2226"/>
                  </a:lnTo>
                  <a:lnTo>
                    <a:pt x="1061" y="2241"/>
                  </a:lnTo>
                  <a:lnTo>
                    <a:pt x="1001" y="2256"/>
                  </a:lnTo>
                  <a:lnTo>
                    <a:pt x="942" y="2271"/>
                  </a:lnTo>
                  <a:lnTo>
                    <a:pt x="882" y="2271"/>
                  </a:lnTo>
                  <a:lnTo>
                    <a:pt x="807" y="2286"/>
                  </a:lnTo>
                  <a:lnTo>
                    <a:pt x="732" y="2301"/>
                  </a:lnTo>
                  <a:lnTo>
                    <a:pt x="717" y="2301"/>
                  </a:lnTo>
                  <a:lnTo>
                    <a:pt x="673" y="2286"/>
                  </a:lnTo>
                  <a:lnTo>
                    <a:pt x="643" y="2256"/>
                  </a:lnTo>
                  <a:lnTo>
                    <a:pt x="613" y="2211"/>
                  </a:lnTo>
                  <a:lnTo>
                    <a:pt x="613" y="2152"/>
                  </a:lnTo>
                  <a:lnTo>
                    <a:pt x="628" y="2047"/>
                  </a:lnTo>
                  <a:lnTo>
                    <a:pt x="673" y="1972"/>
                  </a:lnTo>
                  <a:lnTo>
                    <a:pt x="732" y="1928"/>
                  </a:lnTo>
                  <a:lnTo>
                    <a:pt x="837" y="1898"/>
                  </a:lnTo>
                  <a:lnTo>
                    <a:pt x="897" y="1883"/>
                  </a:lnTo>
                  <a:lnTo>
                    <a:pt x="912" y="1868"/>
                  </a:lnTo>
                  <a:lnTo>
                    <a:pt x="897" y="1853"/>
                  </a:lnTo>
                  <a:lnTo>
                    <a:pt x="792" y="1778"/>
                  </a:lnTo>
                  <a:lnTo>
                    <a:pt x="703" y="1704"/>
                  </a:lnTo>
                  <a:lnTo>
                    <a:pt x="673" y="1554"/>
                  </a:lnTo>
                  <a:lnTo>
                    <a:pt x="688" y="1480"/>
                  </a:lnTo>
                  <a:lnTo>
                    <a:pt x="688" y="1465"/>
                  </a:lnTo>
                  <a:lnTo>
                    <a:pt x="688" y="1450"/>
                  </a:lnTo>
                  <a:lnTo>
                    <a:pt x="688" y="1420"/>
                  </a:lnTo>
                  <a:lnTo>
                    <a:pt x="703" y="1390"/>
                  </a:lnTo>
                  <a:lnTo>
                    <a:pt x="717" y="1300"/>
                  </a:lnTo>
                  <a:lnTo>
                    <a:pt x="703" y="1211"/>
                  </a:lnTo>
                  <a:lnTo>
                    <a:pt x="688" y="1121"/>
                  </a:lnTo>
                  <a:lnTo>
                    <a:pt x="688" y="1031"/>
                  </a:lnTo>
                  <a:lnTo>
                    <a:pt x="717" y="942"/>
                  </a:lnTo>
                  <a:lnTo>
                    <a:pt x="777" y="882"/>
                  </a:lnTo>
                  <a:lnTo>
                    <a:pt x="792" y="867"/>
                  </a:lnTo>
                  <a:lnTo>
                    <a:pt x="807" y="867"/>
                  </a:lnTo>
                  <a:lnTo>
                    <a:pt x="867" y="837"/>
                  </a:lnTo>
                  <a:lnTo>
                    <a:pt x="927" y="852"/>
                  </a:lnTo>
                  <a:lnTo>
                    <a:pt x="1001" y="882"/>
                  </a:lnTo>
                  <a:lnTo>
                    <a:pt x="1046" y="942"/>
                  </a:lnTo>
                  <a:lnTo>
                    <a:pt x="1076" y="957"/>
                  </a:lnTo>
                  <a:lnTo>
                    <a:pt x="1091" y="987"/>
                  </a:lnTo>
                  <a:lnTo>
                    <a:pt x="1121" y="1061"/>
                  </a:lnTo>
                  <a:lnTo>
                    <a:pt x="1166" y="1121"/>
                  </a:lnTo>
                  <a:lnTo>
                    <a:pt x="1136" y="897"/>
                  </a:lnTo>
                  <a:lnTo>
                    <a:pt x="1180" y="658"/>
                  </a:lnTo>
                  <a:lnTo>
                    <a:pt x="1195" y="583"/>
                  </a:lnTo>
                  <a:lnTo>
                    <a:pt x="1210" y="524"/>
                  </a:lnTo>
                  <a:lnTo>
                    <a:pt x="1225" y="449"/>
                  </a:lnTo>
                  <a:lnTo>
                    <a:pt x="1240" y="464"/>
                  </a:lnTo>
                  <a:lnTo>
                    <a:pt x="1240" y="464"/>
                  </a:lnTo>
                  <a:lnTo>
                    <a:pt x="1225" y="330"/>
                  </a:lnTo>
                  <a:lnTo>
                    <a:pt x="1180" y="195"/>
                  </a:lnTo>
                  <a:lnTo>
                    <a:pt x="1180" y="180"/>
                  </a:lnTo>
                  <a:lnTo>
                    <a:pt x="1166" y="180"/>
                  </a:lnTo>
                  <a:lnTo>
                    <a:pt x="1151" y="76"/>
                  </a:lnTo>
                  <a:lnTo>
                    <a:pt x="1166"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62"/>
            <p:cNvSpPr/>
            <p:nvPr/>
          </p:nvSpPr>
          <p:spPr>
            <a:xfrm>
              <a:off x="2893350" y="2505575"/>
              <a:ext cx="31025" cy="115775"/>
            </a:xfrm>
            <a:custGeom>
              <a:rect b="b" l="l" r="r" t="t"/>
              <a:pathLst>
                <a:path extrusionOk="0" fill="none" h="4631" w="1241">
                  <a:moveTo>
                    <a:pt x="942" y="4168"/>
                  </a:moveTo>
                  <a:lnTo>
                    <a:pt x="956" y="4123"/>
                  </a:lnTo>
                  <a:lnTo>
                    <a:pt x="956" y="4078"/>
                  </a:lnTo>
                  <a:lnTo>
                    <a:pt x="1001" y="3869"/>
                  </a:lnTo>
                  <a:lnTo>
                    <a:pt x="1001" y="3645"/>
                  </a:lnTo>
                  <a:lnTo>
                    <a:pt x="971" y="3511"/>
                  </a:lnTo>
                  <a:lnTo>
                    <a:pt x="971" y="3406"/>
                  </a:lnTo>
                  <a:lnTo>
                    <a:pt x="971" y="3302"/>
                  </a:lnTo>
                  <a:lnTo>
                    <a:pt x="1001" y="3197"/>
                  </a:lnTo>
                  <a:lnTo>
                    <a:pt x="1046" y="3033"/>
                  </a:lnTo>
                  <a:lnTo>
                    <a:pt x="1106" y="2854"/>
                  </a:lnTo>
                  <a:lnTo>
                    <a:pt x="1121" y="2824"/>
                  </a:lnTo>
                  <a:lnTo>
                    <a:pt x="1151" y="2734"/>
                  </a:lnTo>
                  <a:lnTo>
                    <a:pt x="1166" y="2689"/>
                  </a:lnTo>
                  <a:lnTo>
                    <a:pt x="1180" y="2629"/>
                  </a:lnTo>
                  <a:lnTo>
                    <a:pt x="1180" y="2585"/>
                  </a:lnTo>
                  <a:lnTo>
                    <a:pt x="1180" y="2510"/>
                  </a:lnTo>
                  <a:lnTo>
                    <a:pt x="1151" y="2435"/>
                  </a:lnTo>
                  <a:lnTo>
                    <a:pt x="1121" y="2331"/>
                  </a:lnTo>
                  <a:lnTo>
                    <a:pt x="1121" y="2226"/>
                  </a:lnTo>
                  <a:lnTo>
                    <a:pt x="1121" y="2226"/>
                  </a:lnTo>
                  <a:lnTo>
                    <a:pt x="1061" y="2241"/>
                  </a:lnTo>
                  <a:lnTo>
                    <a:pt x="1001" y="2256"/>
                  </a:lnTo>
                  <a:lnTo>
                    <a:pt x="942" y="2271"/>
                  </a:lnTo>
                  <a:lnTo>
                    <a:pt x="882" y="2271"/>
                  </a:lnTo>
                  <a:lnTo>
                    <a:pt x="807" y="2286"/>
                  </a:lnTo>
                  <a:lnTo>
                    <a:pt x="732" y="2301"/>
                  </a:lnTo>
                  <a:lnTo>
                    <a:pt x="732" y="2301"/>
                  </a:lnTo>
                  <a:lnTo>
                    <a:pt x="717" y="2301"/>
                  </a:lnTo>
                  <a:lnTo>
                    <a:pt x="673" y="2286"/>
                  </a:lnTo>
                  <a:lnTo>
                    <a:pt x="643" y="2256"/>
                  </a:lnTo>
                  <a:lnTo>
                    <a:pt x="613" y="2211"/>
                  </a:lnTo>
                  <a:lnTo>
                    <a:pt x="613" y="2152"/>
                  </a:lnTo>
                  <a:lnTo>
                    <a:pt x="628" y="2047"/>
                  </a:lnTo>
                  <a:lnTo>
                    <a:pt x="673" y="1972"/>
                  </a:lnTo>
                  <a:lnTo>
                    <a:pt x="732" y="1928"/>
                  </a:lnTo>
                  <a:lnTo>
                    <a:pt x="837" y="1898"/>
                  </a:lnTo>
                  <a:lnTo>
                    <a:pt x="897" y="1883"/>
                  </a:lnTo>
                  <a:lnTo>
                    <a:pt x="912" y="1868"/>
                  </a:lnTo>
                  <a:lnTo>
                    <a:pt x="897" y="1853"/>
                  </a:lnTo>
                  <a:lnTo>
                    <a:pt x="792" y="1778"/>
                  </a:lnTo>
                  <a:lnTo>
                    <a:pt x="703" y="1704"/>
                  </a:lnTo>
                  <a:lnTo>
                    <a:pt x="673" y="1554"/>
                  </a:lnTo>
                  <a:lnTo>
                    <a:pt x="688" y="1480"/>
                  </a:lnTo>
                  <a:lnTo>
                    <a:pt x="688" y="1465"/>
                  </a:lnTo>
                  <a:lnTo>
                    <a:pt x="688" y="1450"/>
                  </a:lnTo>
                  <a:lnTo>
                    <a:pt x="688" y="1420"/>
                  </a:lnTo>
                  <a:lnTo>
                    <a:pt x="703" y="1390"/>
                  </a:lnTo>
                  <a:lnTo>
                    <a:pt x="717" y="1300"/>
                  </a:lnTo>
                  <a:lnTo>
                    <a:pt x="703" y="1211"/>
                  </a:lnTo>
                  <a:lnTo>
                    <a:pt x="688" y="1121"/>
                  </a:lnTo>
                  <a:lnTo>
                    <a:pt x="688" y="1031"/>
                  </a:lnTo>
                  <a:lnTo>
                    <a:pt x="717" y="942"/>
                  </a:lnTo>
                  <a:lnTo>
                    <a:pt x="777" y="882"/>
                  </a:lnTo>
                  <a:lnTo>
                    <a:pt x="792" y="867"/>
                  </a:lnTo>
                  <a:lnTo>
                    <a:pt x="807" y="867"/>
                  </a:lnTo>
                  <a:lnTo>
                    <a:pt x="867" y="837"/>
                  </a:lnTo>
                  <a:lnTo>
                    <a:pt x="927" y="852"/>
                  </a:lnTo>
                  <a:lnTo>
                    <a:pt x="1001" y="882"/>
                  </a:lnTo>
                  <a:lnTo>
                    <a:pt x="1046" y="942"/>
                  </a:lnTo>
                  <a:lnTo>
                    <a:pt x="1076" y="957"/>
                  </a:lnTo>
                  <a:lnTo>
                    <a:pt x="1091" y="987"/>
                  </a:lnTo>
                  <a:lnTo>
                    <a:pt x="1121" y="1061"/>
                  </a:lnTo>
                  <a:lnTo>
                    <a:pt x="1166" y="1121"/>
                  </a:lnTo>
                  <a:lnTo>
                    <a:pt x="1136" y="897"/>
                  </a:lnTo>
                  <a:lnTo>
                    <a:pt x="1180" y="658"/>
                  </a:lnTo>
                  <a:lnTo>
                    <a:pt x="1195" y="583"/>
                  </a:lnTo>
                  <a:lnTo>
                    <a:pt x="1210" y="524"/>
                  </a:lnTo>
                  <a:lnTo>
                    <a:pt x="1225" y="449"/>
                  </a:lnTo>
                  <a:lnTo>
                    <a:pt x="1240" y="464"/>
                  </a:lnTo>
                  <a:lnTo>
                    <a:pt x="1225" y="330"/>
                  </a:lnTo>
                  <a:lnTo>
                    <a:pt x="1180" y="195"/>
                  </a:lnTo>
                  <a:lnTo>
                    <a:pt x="1180" y="180"/>
                  </a:lnTo>
                  <a:lnTo>
                    <a:pt x="1166" y="180"/>
                  </a:lnTo>
                  <a:lnTo>
                    <a:pt x="1151" y="76"/>
                  </a:lnTo>
                  <a:lnTo>
                    <a:pt x="1166" y="1"/>
                  </a:lnTo>
                  <a:lnTo>
                    <a:pt x="1151" y="1"/>
                  </a:lnTo>
                  <a:lnTo>
                    <a:pt x="1136" y="16"/>
                  </a:lnTo>
                  <a:lnTo>
                    <a:pt x="1106" y="31"/>
                  </a:lnTo>
                  <a:lnTo>
                    <a:pt x="1091" y="61"/>
                  </a:lnTo>
                  <a:lnTo>
                    <a:pt x="1076" y="76"/>
                  </a:lnTo>
                  <a:lnTo>
                    <a:pt x="1076" y="76"/>
                  </a:lnTo>
                  <a:lnTo>
                    <a:pt x="1076" y="91"/>
                  </a:lnTo>
                  <a:lnTo>
                    <a:pt x="1076" y="91"/>
                  </a:lnTo>
                  <a:lnTo>
                    <a:pt x="1061" y="150"/>
                  </a:lnTo>
                  <a:lnTo>
                    <a:pt x="1001" y="210"/>
                  </a:lnTo>
                  <a:lnTo>
                    <a:pt x="882" y="225"/>
                  </a:lnTo>
                  <a:lnTo>
                    <a:pt x="777" y="180"/>
                  </a:lnTo>
                  <a:lnTo>
                    <a:pt x="747" y="285"/>
                  </a:lnTo>
                  <a:lnTo>
                    <a:pt x="747" y="359"/>
                  </a:lnTo>
                  <a:lnTo>
                    <a:pt x="717" y="434"/>
                  </a:lnTo>
                  <a:lnTo>
                    <a:pt x="688" y="479"/>
                  </a:lnTo>
                  <a:lnTo>
                    <a:pt x="658" y="524"/>
                  </a:lnTo>
                  <a:lnTo>
                    <a:pt x="628" y="583"/>
                  </a:lnTo>
                  <a:lnTo>
                    <a:pt x="598" y="688"/>
                  </a:lnTo>
                  <a:lnTo>
                    <a:pt x="583" y="882"/>
                  </a:lnTo>
                  <a:lnTo>
                    <a:pt x="568" y="1017"/>
                  </a:lnTo>
                  <a:lnTo>
                    <a:pt x="553" y="1181"/>
                  </a:lnTo>
                  <a:lnTo>
                    <a:pt x="523" y="1360"/>
                  </a:lnTo>
                  <a:lnTo>
                    <a:pt x="479" y="1524"/>
                  </a:lnTo>
                  <a:lnTo>
                    <a:pt x="449" y="1659"/>
                  </a:lnTo>
                  <a:lnTo>
                    <a:pt x="419" y="1748"/>
                  </a:lnTo>
                  <a:lnTo>
                    <a:pt x="344" y="1883"/>
                  </a:lnTo>
                  <a:lnTo>
                    <a:pt x="240" y="2077"/>
                  </a:lnTo>
                  <a:lnTo>
                    <a:pt x="180" y="2181"/>
                  </a:lnTo>
                  <a:lnTo>
                    <a:pt x="150" y="2226"/>
                  </a:lnTo>
                  <a:lnTo>
                    <a:pt x="90" y="2271"/>
                  </a:lnTo>
                  <a:lnTo>
                    <a:pt x="45" y="2376"/>
                  </a:lnTo>
                  <a:lnTo>
                    <a:pt x="30" y="2405"/>
                  </a:lnTo>
                  <a:lnTo>
                    <a:pt x="1" y="2435"/>
                  </a:lnTo>
                  <a:lnTo>
                    <a:pt x="16" y="2450"/>
                  </a:lnTo>
                  <a:lnTo>
                    <a:pt x="16" y="2480"/>
                  </a:lnTo>
                  <a:lnTo>
                    <a:pt x="45" y="2495"/>
                  </a:lnTo>
                  <a:lnTo>
                    <a:pt x="75" y="2525"/>
                  </a:lnTo>
                  <a:lnTo>
                    <a:pt x="105" y="2540"/>
                  </a:lnTo>
                  <a:lnTo>
                    <a:pt x="105" y="2570"/>
                  </a:lnTo>
                  <a:lnTo>
                    <a:pt x="165" y="2689"/>
                  </a:lnTo>
                  <a:lnTo>
                    <a:pt x="225" y="2809"/>
                  </a:lnTo>
                  <a:lnTo>
                    <a:pt x="314" y="3003"/>
                  </a:lnTo>
                  <a:lnTo>
                    <a:pt x="359" y="3152"/>
                  </a:lnTo>
                  <a:lnTo>
                    <a:pt x="374" y="3242"/>
                  </a:lnTo>
                  <a:lnTo>
                    <a:pt x="374" y="3287"/>
                  </a:lnTo>
                  <a:lnTo>
                    <a:pt x="374" y="3346"/>
                  </a:lnTo>
                  <a:lnTo>
                    <a:pt x="389" y="3436"/>
                  </a:lnTo>
                  <a:lnTo>
                    <a:pt x="464" y="3615"/>
                  </a:lnTo>
                  <a:lnTo>
                    <a:pt x="598" y="3869"/>
                  </a:lnTo>
                  <a:lnTo>
                    <a:pt x="673" y="4018"/>
                  </a:lnTo>
                  <a:lnTo>
                    <a:pt x="717" y="4093"/>
                  </a:lnTo>
                  <a:lnTo>
                    <a:pt x="747" y="4198"/>
                  </a:lnTo>
                  <a:lnTo>
                    <a:pt x="777" y="4302"/>
                  </a:lnTo>
                  <a:lnTo>
                    <a:pt x="777" y="4362"/>
                  </a:lnTo>
                  <a:lnTo>
                    <a:pt x="777" y="4437"/>
                  </a:lnTo>
                  <a:lnTo>
                    <a:pt x="822" y="4541"/>
                  </a:lnTo>
                  <a:lnTo>
                    <a:pt x="852" y="4631"/>
                  </a:lnTo>
                  <a:lnTo>
                    <a:pt x="852" y="4631"/>
                  </a:lnTo>
                  <a:lnTo>
                    <a:pt x="852" y="4631"/>
                  </a:lnTo>
                  <a:lnTo>
                    <a:pt x="867" y="4481"/>
                  </a:lnTo>
                  <a:lnTo>
                    <a:pt x="912" y="4317"/>
                  </a:lnTo>
                  <a:lnTo>
                    <a:pt x="927" y="4242"/>
                  </a:lnTo>
                  <a:lnTo>
                    <a:pt x="942" y="4168"/>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62"/>
            <p:cNvSpPr/>
            <p:nvPr/>
          </p:nvSpPr>
          <p:spPr>
            <a:xfrm>
              <a:off x="2920225" y="2382375"/>
              <a:ext cx="149750" cy="150500"/>
            </a:xfrm>
            <a:custGeom>
              <a:rect b="b" l="l" r="r" t="t"/>
              <a:pathLst>
                <a:path extrusionOk="0" h="6020" w="5990">
                  <a:moveTo>
                    <a:pt x="5796" y="0"/>
                  </a:moveTo>
                  <a:lnTo>
                    <a:pt x="5781" y="15"/>
                  </a:lnTo>
                  <a:lnTo>
                    <a:pt x="5766" y="45"/>
                  </a:lnTo>
                  <a:lnTo>
                    <a:pt x="5706" y="135"/>
                  </a:lnTo>
                  <a:lnTo>
                    <a:pt x="5572" y="210"/>
                  </a:lnTo>
                  <a:lnTo>
                    <a:pt x="5512" y="225"/>
                  </a:lnTo>
                  <a:lnTo>
                    <a:pt x="5467" y="225"/>
                  </a:lnTo>
                  <a:lnTo>
                    <a:pt x="5392" y="254"/>
                  </a:lnTo>
                  <a:lnTo>
                    <a:pt x="5318" y="269"/>
                  </a:lnTo>
                  <a:lnTo>
                    <a:pt x="5228" y="269"/>
                  </a:lnTo>
                  <a:lnTo>
                    <a:pt x="5168" y="284"/>
                  </a:lnTo>
                  <a:lnTo>
                    <a:pt x="5153" y="299"/>
                  </a:lnTo>
                  <a:lnTo>
                    <a:pt x="5049" y="329"/>
                  </a:lnTo>
                  <a:lnTo>
                    <a:pt x="4944" y="314"/>
                  </a:lnTo>
                  <a:lnTo>
                    <a:pt x="4870" y="284"/>
                  </a:lnTo>
                  <a:lnTo>
                    <a:pt x="4750" y="269"/>
                  </a:lnTo>
                  <a:lnTo>
                    <a:pt x="4586" y="254"/>
                  </a:lnTo>
                  <a:lnTo>
                    <a:pt x="4422" y="269"/>
                  </a:lnTo>
                  <a:lnTo>
                    <a:pt x="4183" y="344"/>
                  </a:lnTo>
                  <a:lnTo>
                    <a:pt x="3989" y="493"/>
                  </a:lnTo>
                  <a:lnTo>
                    <a:pt x="3884" y="583"/>
                  </a:lnTo>
                  <a:lnTo>
                    <a:pt x="3779" y="643"/>
                  </a:lnTo>
                  <a:lnTo>
                    <a:pt x="3526" y="732"/>
                  </a:lnTo>
                  <a:lnTo>
                    <a:pt x="3257" y="732"/>
                  </a:lnTo>
                  <a:lnTo>
                    <a:pt x="3227" y="747"/>
                  </a:lnTo>
                  <a:lnTo>
                    <a:pt x="3167" y="762"/>
                  </a:lnTo>
                  <a:lnTo>
                    <a:pt x="3122" y="762"/>
                  </a:lnTo>
                  <a:lnTo>
                    <a:pt x="3063" y="777"/>
                  </a:lnTo>
                  <a:lnTo>
                    <a:pt x="3003" y="777"/>
                  </a:lnTo>
                  <a:lnTo>
                    <a:pt x="2973" y="762"/>
                  </a:lnTo>
                  <a:lnTo>
                    <a:pt x="2839" y="747"/>
                  </a:lnTo>
                  <a:lnTo>
                    <a:pt x="2719" y="732"/>
                  </a:lnTo>
                  <a:lnTo>
                    <a:pt x="2659" y="732"/>
                  </a:lnTo>
                  <a:lnTo>
                    <a:pt x="2570" y="687"/>
                  </a:lnTo>
                  <a:lnTo>
                    <a:pt x="2480" y="628"/>
                  </a:lnTo>
                  <a:lnTo>
                    <a:pt x="2390" y="553"/>
                  </a:lnTo>
                  <a:lnTo>
                    <a:pt x="2316" y="508"/>
                  </a:lnTo>
                  <a:lnTo>
                    <a:pt x="2181" y="508"/>
                  </a:lnTo>
                  <a:lnTo>
                    <a:pt x="2107" y="523"/>
                  </a:lnTo>
                  <a:lnTo>
                    <a:pt x="2032" y="568"/>
                  </a:lnTo>
                  <a:lnTo>
                    <a:pt x="1987" y="583"/>
                  </a:lnTo>
                  <a:lnTo>
                    <a:pt x="1928" y="613"/>
                  </a:lnTo>
                  <a:lnTo>
                    <a:pt x="1868" y="643"/>
                  </a:lnTo>
                  <a:lnTo>
                    <a:pt x="1838" y="643"/>
                  </a:lnTo>
                  <a:lnTo>
                    <a:pt x="1763" y="673"/>
                  </a:lnTo>
                  <a:lnTo>
                    <a:pt x="1689" y="747"/>
                  </a:lnTo>
                  <a:lnTo>
                    <a:pt x="1614" y="822"/>
                  </a:lnTo>
                  <a:lnTo>
                    <a:pt x="1554" y="852"/>
                  </a:lnTo>
                  <a:lnTo>
                    <a:pt x="1494" y="867"/>
                  </a:lnTo>
                  <a:lnTo>
                    <a:pt x="1435" y="792"/>
                  </a:lnTo>
                  <a:lnTo>
                    <a:pt x="1420" y="777"/>
                  </a:lnTo>
                  <a:lnTo>
                    <a:pt x="1405" y="762"/>
                  </a:lnTo>
                  <a:lnTo>
                    <a:pt x="1390" y="747"/>
                  </a:lnTo>
                  <a:lnTo>
                    <a:pt x="1375" y="747"/>
                  </a:lnTo>
                  <a:lnTo>
                    <a:pt x="1345" y="762"/>
                  </a:lnTo>
                  <a:lnTo>
                    <a:pt x="1330" y="762"/>
                  </a:lnTo>
                  <a:lnTo>
                    <a:pt x="1300" y="792"/>
                  </a:lnTo>
                  <a:lnTo>
                    <a:pt x="1270" y="837"/>
                  </a:lnTo>
                  <a:lnTo>
                    <a:pt x="1270" y="852"/>
                  </a:lnTo>
                  <a:lnTo>
                    <a:pt x="1255" y="867"/>
                  </a:lnTo>
                  <a:lnTo>
                    <a:pt x="1226" y="882"/>
                  </a:lnTo>
                  <a:lnTo>
                    <a:pt x="1151" y="867"/>
                  </a:lnTo>
                  <a:lnTo>
                    <a:pt x="1106" y="852"/>
                  </a:lnTo>
                  <a:lnTo>
                    <a:pt x="1061" y="807"/>
                  </a:lnTo>
                  <a:lnTo>
                    <a:pt x="972" y="702"/>
                  </a:lnTo>
                  <a:lnTo>
                    <a:pt x="927" y="643"/>
                  </a:lnTo>
                  <a:lnTo>
                    <a:pt x="897" y="613"/>
                  </a:lnTo>
                  <a:lnTo>
                    <a:pt x="852" y="598"/>
                  </a:lnTo>
                  <a:lnTo>
                    <a:pt x="778" y="598"/>
                  </a:lnTo>
                  <a:lnTo>
                    <a:pt x="763" y="613"/>
                  </a:lnTo>
                  <a:lnTo>
                    <a:pt x="763" y="628"/>
                  </a:lnTo>
                  <a:lnTo>
                    <a:pt x="718" y="956"/>
                  </a:lnTo>
                  <a:lnTo>
                    <a:pt x="733" y="1031"/>
                  </a:lnTo>
                  <a:lnTo>
                    <a:pt x="733" y="1046"/>
                  </a:lnTo>
                  <a:lnTo>
                    <a:pt x="748" y="1061"/>
                  </a:lnTo>
                  <a:lnTo>
                    <a:pt x="778" y="1136"/>
                  </a:lnTo>
                  <a:lnTo>
                    <a:pt x="778" y="1225"/>
                  </a:lnTo>
                  <a:lnTo>
                    <a:pt x="733" y="1285"/>
                  </a:lnTo>
                  <a:lnTo>
                    <a:pt x="673" y="1285"/>
                  </a:lnTo>
                  <a:lnTo>
                    <a:pt x="613" y="1300"/>
                  </a:lnTo>
                  <a:lnTo>
                    <a:pt x="598" y="1315"/>
                  </a:lnTo>
                  <a:lnTo>
                    <a:pt x="583" y="1360"/>
                  </a:lnTo>
                  <a:lnTo>
                    <a:pt x="583" y="1404"/>
                  </a:lnTo>
                  <a:lnTo>
                    <a:pt x="568" y="1479"/>
                  </a:lnTo>
                  <a:lnTo>
                    <a:pt x="524" y="1554"/>
                  </a:lnTo>
                  <a:lnTo>
                    <a:pt x="494" y="1613"/>
                  </a:lnTo>
                  <a:lnTo>
                    <a:pt x="464" y="1658"/>
                  </a:lnTo>
                  <a:lnTo>
                    <a:pt x="449" y="1703"/>
                  </a:lnTo>
                  <a:lnTo>
                    <a:pt x="419" y="1748"/>
                  </a:lnTo>
                  <a:lnTo>
                    <a:pt x="389" y="1778"/>
                  </a:lnTo>
                  <a:lnTo>
                    <a:pt x="359" y="1778"/>
                  </a:lnTo>
                  <a:lnTo>
                    <a:pt x="270" y="1763"/>
                  </a:lnTo>
                  <a:lnTo>
                    <a:pt x="180" y="1703"/>
                  </a:lnTo>
                  <a:lnTo>
                    <a:pt x="150" y="1688"/>
                  </a:lnTo>
                  <a:lnTo>
                    <a:pt x="135" y="1673"/>
                  </a:lnTo>
                  <a:lnTo>
                    <a:pt x="105" y="1658"/>
                  </a:lnTo>
                  <a:lnTo>
                    <a:pt x="91" y="1643"/>
                  </a:lnTo>
                  <a:lnTo>
                    <a:pt x="46" y="1688"/>
                  </a:lnTo>
                  <a:lnTo>
                    <a:pt x="46" y="1748"/>
                  </a:lnTo>
                  <a:lnTo>
                    <a:pt x="76" y="1823"/>
                  </a:lnTo>
                  <a:lnTo>
                    <a:pt x="91" y="1867"/>
                  </a:lnTo>
                  <a:lnTo>
                    <a:pt x="91" y="1912"/>
                  </a:lnTo>
                  <a:lnTo>
                    <a:pt x="76" y="1957"/>
                  </a:lnTo>
                  <a:lnTo>
                    <a:pt x="61" y="1987"/>
                  </a:lnTo>
                  <a:lnTo>
                    <a:pt x="46" y="2002"/>
                  </a:lnTo>
                  <a:lnTo>
                    <a:pt x="31" y="2017"/>
                  </a:lnTo>
                  <a:lnTo>
                    <a:pt x="16" y="2032"/>
                  </a:lnTo>
                  <a:lnTo>
                    <a:pt x="1" y="2076"/>
                  </a:lnTo>
                  <a:lnTo>
                    <a:pt x="61" y="2136"/>
                  </a:lnTo>
                  <a:lnTo>
                    <a:pt x="105" y="2181"/>
                  </a:lnTo>
                  <a:lnTo>
                    <a:pt x="135" y="2196"/>
                  </a:lnTo>
                  <a:lnTo>
                    <a:pt x="180" y="2226"/>
                  </a:lnTo>
                  <a:lnTo>
                    <a:pt x="225" y="2330"/>
                  </a:lnTo>
                  <a:lnTo>
                    <a:pt x="240" y="2465"/>
                  </a:lnTo>
                  <a:lnTo>
                    <a:pt x="240" y="2584"/>
                  </a:lnTo>
                  <a:lnTo>
                    <a:pt x="240" y="2689"/>
                  </a:lnTo>
                  <a:lnTo>
                    <a:pt x="240" y="2883"/>
                  </a:lnTo>
                  <a:lnTo>
                    <a:pt x="285" y="3062"/>
                  </a:lnTo>
                  <a:lnTo>
                    <a:pt x="315" y="3152"/>
                  </a:lnTo>
                  <a:lnTo>
                    <a:pt x="329" y="3197"/>
                  </a:lnTo>
                  <a:lnTo>
                    <a:pt x="359" y="3226"/>
                  </a:lnTo>
                  <a:lnTo>
                    <a:pt x="509" y="3256"/>
                  </a:lnTo>
                  <a:lnTo>
                    <a:pt x="568" y="3226"/>
                  </a:lnTo>
                  <a:lnTo>
                    <a:pt x="613" y="3167"/>
                  </a:lnTo>
                  <a:lnTo>
                    <a:pt x="598" y="3152"/>
                  </a:lnTo>
                  <a:lnTo>
                    <a:pt x="568" y="3137"/>
                  </a:lnTo>
                  <a:lnTo>
                    <a:pt x="613" y="3092"/>
                  </a:lnTo>
                  <a:lnTo>
                    <a:pt x="688" y="3062"/>
                  </a:lnTo>
                  <a:lnTo>
                    <a:pt x="748" y="3092"/>
                  </a:lnTo>
                  <a:lnTo>
                    <a:pt x="778" y="3092"/>
                  </a:lnTo>
                  <a:lnTo>
                    <a:pt x="792" y="3107"/>
                  </a:lnTo>
                  <a:lnTo>
                    <a:pt x="807" y="3122"/>
                  </a:lnTo>
                  <a:lnTo>
                    <a:pt x="807" y="3152"/>
                  </a:lnTo>
                  <a:lnTo>
                    <a:pt x="822" y="3182"/>
                  </a:lnTo>
                  <a:lnTo>
                    <a:pt x="792" y="3211"/>
                  </a:lnTo>
                  <a:lnTo>
                    <a:pt x="778" y="3226"/>
                  </a:lnTo>
                  <a:lnTo>
                    <a:pt x="748" y="3241"/>
                  </a:lnTo>
                  <a:lnTo>
                    <a:pt x="688" y="3316"/>
                  </a:lnTo>
                  <a:lnTo>
                    <a:pt x="673" y="3361"/>
                  </a:lnTo>
                  <a:lnTo>
                    <a:pt x="688" y="3361"/>
                  </a:lnTo>
                  <a:lnTo>
                    <a:pt x="733" y="3376"/>
                  </a:lnTo>
                  <a:lnTo>
                    <a:pt x="792" y="3376"/>
                  </a:lnTo>
                  <a:lnTo>
                    <a:pt x="897" y="3435"/>
                  </a:lnTo>
                  <a:lnTo>
                    <a:pt x="912" y="3540"/>
                  </a:lnTo>
                  <a:lnTo>
                    <a:pt x="912" y="3660"/>
                  </a:lnTo>
                  <a:lnTo>
                    <a:pt x="942" y="3704"/>
                  </a:lnTo>
                  <a:lnTo>
                    <a:pt x="972" y="3734"/>
                  </a:lnTo>
                  <a:lnTo>
                    <a:pt x="942" y="3809"/>
                  </a:lnTo>
                  <a:lnTo>
                    <a:pt x="867" y="3898"/>
                  </a:lnTo>
                  <a:lnTo>
                    <a:pt x="763" y="3973"/>
                  </a:lnTo>
                  <a:lnTo>
                    <a:pt x="703" y="4018"/>
                  </a:lnTo>
                  <a:lnTo>
                    <a:pt x="688" y="4048"/>
                  </a:lnTo>
                  <a:lnTo>
                    <a:pt x="703" y="4063"/>
                  </a:lnTo>
                  <a:lnTo>
                    <a:pt x="733" y="4078"/>
                  </a:lnTo>
                  <a:lnTo>
                    <a:pt x="748" y="4093"/>
                  </a:lnTo>
                  <a:lnTo>
                    <a:pt x="763" y="4108"/>
                  </a:lnTo>
                  <a:lnTo>
                    <a:pt x="763" y="4137"/>
                  </a:lnTo>
                  <a:lnTo>
                    <a:pt x="748" y="4152"/>
                  </a:lnTo>
                  <a:lnTo>
                    <a:pt x="718" y="4167"/>
                  </a:lnTo>
                  <a:lnTo>
                    <a:pt x="673" y="4152"/>
                  </a:lnTo>
                  <a:lnTo>
                    <a:pt x="613" y="4152"/>
                  </a:lnTo>
                  <a:lnTo>
                    <a:pt x="494" y="4197"/>
                  </a:lnTo>
                  <a:lnTo>
                    <a:pt x="464" y="4257"/>
                  </a:lnTo>
                  <a:lnTo>
                    <a:pt x="434" y="4361"/>
                  </a:lnTo>
                  <a:lnTo>
                    <a:pt x="449" y="4436"/>
                  </a:lnTo>
                  <a:lnTo>
                    <a:pt x="464" y="4496"/>
                  </a:lnTo>
                  <a:lnTo>
                    <a:pt x="449" y="4571"/>
                  </a:lnTo>
                  <a:lnTo>
                    <a:pt x="404" y="4645"/>
                  </a:lnTo>
                  <a:lnTo>
                    <a:pt x="344" y="4705"/>
                  </a:lnTo>
                  <a:lnTo>
                    <a:pt x="255" y="4780"/>
                  </a:lnTo>
                  <a:lnTo>
                    <a:pt x="195" y="4809"/>
                  </a:lnTo>
                  <a:lnTo>
                    <a:pt x="165" y="4824"/>
                  </a:lnTo>
                  <a:lnTo>
                    <a:pt x="120" y="4899"/>
                  </a:lnTo>
                  <a:lnTo>
                    <a:pt x="91" y="4974"/>
                  </a:lnTo>
                  <a:lnTo>
                    <a:pt x="120" y="5093"/>
                  </a:lnTo>
                  <a:lnTo>
                    <a:pt x="120" y="5123"/>
                  </a:lnTo>
                  <a:lnTo>
                    <a:pt x="180" y="5258"/>
                  </a:lnTo>
                  <a:lnTo>
                    <a:pt x="180" y="5407"/>
                  </a:lnTo>
                  <a:lnTo>
                    <a:pt x="195" y="5407"/>
                  </a:lnTo>
                  <a:lnTo>
                    <a:pt x="434" y="5541"/>
                  </a:lnTo>
                  <a:lnTo>
                    <a:pt x="643" y="5706"/>
                  </a:lnTo>
                  <a:lnTo>
                    <a:pt x="718" y="5750"/>
                  </a:lnTo>
                  <a:lnTo>
                    <a:pt x="792" y="5795"/>
                  </a:lnTo>
                  <a:lnTo>
                    <a:pt x="867" y="5825"/>
                  </a:lnTo>
                  <a:lnTo>
                    <a:pt x="957" y="5885"/>
                  </a:lnTo>
                  <a:lnTo>
                    <a:pt x="972" y="5900"/>
                  </a:lnTo>
                  <a:lnTo>
                    <a:pt x="1002" y="5915"/>
                  </a:lnTo>
                  <a:lnTo>
                    <a:pt x="1106" y="6004"/>
                  </a:lnTo>
                  <a:lnTo>
                    <a:pt x="1226" y="6019"/>
                  </a:lnTo>
                  <a:lnTo>
                    <a:pt x="1300" y="6019"/>
                  </a:lnTo>
                  <a:lnTo>
                    <a:pt x="1375" y="5974"/>
                  </a:lnTo>
                  <a:lnTo>
                    <a:pt x="1554" y="5855"/>
                  </a:lnTo>
                  <a:lnTo>
                    <a:pt x="1629" y="5765"/>
                  </a:lnTo>
                  <a:lnTo>
                    <a:pt x="1674" y="5721"/>
                  </a:lnTo>
                  <a:lnTo>
                    <a:pt x="1733" y="5676"/>
                  </a:lnTo>
                  <a:lnTo>
                    <a:pt x="2166" y="5347"/>
                  </a:lnTo>
                  <a:lnTo>
                    <a:pt x="3048" y="4705"/>
                  </a:lnTo>
                  <a:lnTo>
                    <a:pt x="3092" y="4675"/>
                  </a:lnTo>
                  <a:lnTo>
                    <a:pt x="3391" y="4466"/>
                  </a:lnTo>
                  <a:lnTo>
                    <a:pt x="3481" y="4406"/>
                  </a:lnTo>
                  <a:lnTo>
                    <a:pt x="3600" y="4287"/>
                  </a:lnTo>
                  <a:lnTo>
                    <a:pt x="4063" y="3973"/>
                  </a:lnTo>
                  <a:lnTo>
                    <a:pt x="4242" y="3869"/>
                  </a:lnTo>
                  <a:lnTo>
                    <a:pt x="4317" y="3809"/>
                  </a:lnTo>
                  <a:lnTo>
                    <a:pt x="4392" y="3749"/>
                  </a:lnTo>
                  <a:lnTo>
                    <a:pt x="4586" y="3660"/>
                  </a:lnTo>
                  <a:lnTo>
                    <a:pt x="4676" y="3615"/>
                  </a:lnTo>
                  <a:lnTo>
                    <a:pt x="4765" y="3585"/>
                  </a:lnTo>
                  <a:lnTo>
                    <a:pt x="4885" y="3540"/>
                  </a:lnTo>
                  <a:lnTo>
                    <a:pt x="5034" y="3421"/>
                  </a:lnTo>
                  <a:lnTo>
                    <a:pt x="5079" y="3286"/>
                  </a:lnTo>
                  <a:lnTo>
                    <a:pt x="5109" y="3211"/>
                  </a:lnTo>
                  <a:lnTo>
                    <a:pt x="5138" y="3152"/>
                  </a:lnTo>
                  <a:lnTo>
                    <a:pt x="5183" y="3047"/>
                  </a:lnTo>
                  <a:lnTo>
                    <a:pt x="5198" y="2883"/>
                  </a:lnTo>
                  <a:lnTo>
                    <a:pt x="5153" y="2763"/>
                  </a:lnTo>
                  <a:lnTo>
                    <a:pt x="5109" y="2629"/>
                  </a:lnTo>
                  <a:lnTo>
                    <a:pt x="5138" y="2405"/>
                  </a:lnTo>
                  <a:lnTo>
                    <a:pt x="5168" y="2315"/>
                  </a:lnTo>
                  <a:lnTo>
                    <a:pt x="5183" y="2286"/>
                  </a:lnTo>
                  <a:lnTo>
                    <a:pt x="5198" y="2256"/>
                  </a:lnTo>
                  <a:lnTo>
                    <a:pt x="5213" y="2106"/>
                  </a:lnTo>
                  <a:lnTo>
                    <a:pt x="5213" y="1852"/>
                  </a:lnTo>
                  <a:lnTo>
                    <a:pt x="5183" y="1688"/>
                  </a:lnTo>
                  <a:lnTo>
                    <a:pt x="5124" y="1599"/>
                  </a:lnTo>
                  <a:lnTo>
                    <a:pt x="5109" y="1599"/>
                  </a:lnTo>
                  <a:lnTo>
                    <a:pt x="5034" y="1419"/>
                  </a:lnTo>
                  <a:lnTo>
                    <a:pt x="5049" y="1240"/>
                  </a:lnTo>
                  <a:lnTo>
                    <a:pt x="5049" y="1210"/>
                  </a:lnTo>
                  <a:lnTo>
                    <a:pt x="5064" y="1076"/>
                  </a:lnTo>
                  <a:lnTo>
                    <a:pt x="5168" y="897"/>
                  </a:lnTo>
                  <a:lnTo>
                    <a:pt x="5303" y="882"/>
                  </a:lnTo>
                  <a:lnTo>
                    <a:pt x="5437" y="867"/>
                  </a:lnTo>
                  <a:lnTo>
                    <a:pt x="5512" y="792"/>
                  </a:lnTo>
                  <a:lnTo>
                    <a:pt x="5721" y="508"/>
                  </a:lnTo>
                  <a:lnTo>
                    <a:pt x="5990" y="225"/>
                  </a:lnTo>
                  <a:lnTo>
                    <a:pt x="5975" y="210"/>
                  </a:lnTo>
                  <a:lnTo>
                    <a:pt x="5930" y="165"/>
                  </a:lnTo>
                  <a:lnTo>
                    <a:pt x="5915" y="105"/>
                  </a:lnTo>
                  <a:lnTo>
                    <a:pt x="5900" y="75"/>
                  </a:lnTo>
                  <a:lnTo>
                    <a:pt x="5870" y="30"/>
                  </a:lnTo>
                  <a:lnTo>
                    <a:pt x="5855" y="15"/>
                  </a:lnTo>
                  <a:lnTo>
                    <a:pt x="5825"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62"/>
            <p:cNvSpPr/>
            <p:nvPr/>
          </p:nvSpPr>
          <p:spPr>
            <a:xfrm>
              <a:off x="2920225" y="2382375"/>
              <a:ext cx="149750" cy="150500"/>
            </a:xfrm>
            <a:custGeom>
              <a:rect b="b" l="l" r="r" t="t"/>
              <a:pathLst>
                <a:path extrusionOk="0" fill="none" h="6020" w="5990">
                  <a:moveTo>
                    <a:pt x="643" y="5706"/>
                  </a:moveTo>
                  <a:lnTo>
                    <a:pt x="718" y="5750"/>
                  </a:lnTo>
                  <a:lnTo>
                    <a:pt x="792" y="5795"/>
                  </a:lnTo>
                  <a:lnTo>
                    <a:pt x="867" y="5825"/>
                  </a:lnTo>
                  <a:lnTo>
                    <a:pt x="957" y="5885"/>
                  </a:lnTo>
                  <a:lnTo>
                    <a:pt x="972" y="5900"/>
                  </a:lnTo>
                  <a:lnTo>
                    <a:pt x="1002" y="5915"/>
                  </a:lnTo>
                  <a:lnTo>
                    <a:pt x="1106" y="6004"/>
                  </a:lnTo>
                  <a:lnTo>
                    <a:pt x="1226" y="6019"/>
                  </a:lnTo>
                  <a:lnTo>
                    <a:pt x="1300" y="6019"/>
                  </a:lnTo>
                  <a:lnTo>
                    <a:pt x="1375" y="5974"/>
                  </a:lnTo>
                  <a:lnTo>
                    <a:pt x="1554" y="5855"/>
                  </a:lnTo>
                  <a:lnTo>
                    <a:pt x="1629" y="5765"/>
                  </a:lnTo>
                  <a:lnTo>
                    <a:pt x="1674" y="5721"/>
                  </a:lnTo>
                  <a:lnTo>
                    <a:pt x="1733" y="5676"/>
                  </a:lnTo>
                  <a:lnTo>
                    <a:pt x="2166" y="5347"/>
                  </a:lnTo>
                  <a:lnTo>
                    <a:pt x="3048" y="4705"/>
                  </a:lnTo>
                  <a:lnTo>
                    <a:pt x="3092" y="4675"/>
                  </a:lnTo>
                  <a:lnTo>
                    <a:pt x="3391" y="4466"/>
                  </a:lnTo>
                  <a:lnTo>
                    <a:pt x="3481" y="4406"/>
                  </a:lnTo>
                  <a:lnTo>
                    <a:pt x="3600" y="4287"/>
                  </a:lnTo>
                  <a:lnTo>
                    <a:pt x="4063" y="3973"/>
                  </a:lnTo>
                  <a:lnTo>
                    <a:pt x="4242" y="3869"/>
                  </a:lnTo>
                  <a:lnTo>
                    <a:pt x="4317" y="3809"/>
                  </a:lnTo>
                  <a:lnTo>
                    <a:pt x="4392" y="3749"/>
                  </a:lnTo>
                  <a:lnTo>
                    <a:pt x="4586" y="3660"/>
                  </a:lnTo>
                  <a:lnTo>
                    <a:pt x="4676" y="3615"/>
                  </a:lnTo>
                  <a:lnTo>
                    <a:pt x="4765" y="3585"/>
                  </a:lnTo>
                  <a:lnTo>
                    <a:pt x="4885" y="3540"/>
                  </a:lnTo>
                  <a:lnTo>
                    <a:pt x="5034" y="3421"/>
                  </a:lnTo>
                  <a:lnTo>
                    <a:pt x="5079" y="3286"/>
                  </a:lnTo>
                  <a:lnTo>
                    <a:pt x="5109" y="3211"/>
                  </a:lnTo>
                  <a:lnTo>
                    <a:pt x="5138" y="3152"/>
                  </a:lnTo>
                  <a:lnTo>
                    <a:pt x="5183" y="3047"/>
                  </a:lnTo>
                  <a:lnTo>
                    <a:pt x="5198" y="2883"/>
                  </a:lnTo>
                  <a:lnTo>
                    <a:pt x="5153" y="2763"/>
                  </a:lnTo>
                  <a:lnTo>
                    <a:pt x="5109" y="2629"/>
                  </a:lnTo>
                  <a:lnTo>
                    <a:pt x="5138" y="2405"/>
                  </a:lnTo>
                  <a:lnTo>
                    <a:pt x="5168" y="2315"/>
                  </a:lnTo>
                  <a:lnTo>
                    <a:pt x="5183" y="2286"/>
                  </a:lnTo>
                  <a:lnTo>
                    <a:pt x="5198" y="2256"/>
                  </a:lnTo>
                  <a:lnTo>
                    <a:pt x="5213" y="2106"/>
                  </a:lnTo>
                  <a:lnTo>
                    <a:pt x="5213" y="1852"/>
                  </a:lnTo>
                  <a:lnTo>
                    <a:pt x="5183" y="1688"/>
                  </a:lnTo>
                  <a:lnTo>
                    <a:pt x="5124" y="1599"/>
                  </a:lnTo>
                  <a:lnTo>
                    <a:pt x="5109" y="1599"/>
                  </a:lnTo>
                  <a:lnTo>
                    <a:pt x="5109" y="1599"/>
                  </a:lnTo>
                  <a:lnTo>
                    <a:pt x="5034" y="1419"/>
                  </a:lnTo>
                  <a:lnTo>
                    <a:pt x="5049" y="1240"/>
                  </a:lnTo>
                  <a:lnTo>
                    <a:pt x="5049" y="1210"/>
                  </a:lnTo>
                  <a:lnTo>
                    <a:pt x="5064" y="1076"/>
                  </a:lnTo>
                  <a:lnTo>
                    <a:pt x="5168" y="897"/>
                  </a:lnTo>
                  <a:lnTo>
                    <a:pt x="5303" y="882"/>
                  </a:lnTo>
                  <a:lnTo>
                    <a:pt x="5437" y="867"/>
                  </a:lnTo>
                  <a:lnTo>
                    <a:pt x="5512" y="792"/>
                  </a:lnTo>
                  <a:lnTo>
                    <a:pt x="5721" y="508"/>
                  </a:lnTo>
                  <a:lnTo>
                    <a:pt x="5990" y="225"/>
                  </a:lnTo>
                  <a:lnTo>
                    <a:pt x="5975" y="210"/>
                  </a:lnTo>
                  <a:lnTo>
                    <a:pt x="5975" y="210"/>
                  </a:lnTo>
                  <a:lnTo>
                    <a:pt x="5930" y="165"/>
                  </a:lnTo>
                  <a:lnTo>
                    <a:pt x="5915" y="105"/>
                  </a:lnTo>
                  <a:lnTo>
                    <a:pt x="5900" y="75"/>
                  </a:lnTo>
                  <a:lnTo>
                    <a:pt x="5870" y="30"/>
                  </a:lnTo>
                  <a:lnTo>
                    <a:pt x="5855" y="15"/>
                  </a:lnTo>
                  <a:lnTo>
                    <a:pt x="5825" y="0"/>
                  </a:lnTo>
                  <a:lnTo>
                    <a:pt x="5811" y="0"/>
                  </a:lnTo>
                  <a:lnTo>
                    <a:pt x="5796" y="0"/>
                  </a:lnTo>
                  <a:lnTo>
                    <a:pt x="5781" y="15"/>
                  </a:lnTo>
                  <a:lnTo>
                    <a:pt x="5766" y="45"/>
                  </a:lnTo>
                  <a:lnTo>
                    <a:pt x="5706" y="135"/>
                  </a:lnTo>
                  <a:lnTo>
                    <a:pt x="5572" y="210"/>
                  </a:lnTo>
                  <a:lnTo>
                    <a:pt x="5512" y="225"/>
                  </a:lnTo>
                  <a:lnTo>
                    <a:pt x="5497" y="225"/>
                  </a:lnTo>
                  <a:lnTo>
                    <a:pt x="5467" y="225"/>
                  </a:lnTo>
                  <a:lnTo>
                    <a:pt x="5392" y="254"/>
                  </a:lnTo>
                  <a:lnTo>
                    <a:pt x="5318" y="269"/>
                  </a:lnTo>
                  <a:lnTo>
                    <a:pt x="5228" y="269"/>
                  </a:lnTo>
                  <a:lnTo>
                    <a:pt x="5168" y="284"/>
                  </a:lnTo>
                  <a:lnTo>
                    <a:pt x="5153" y="299"/>
                  </a:lnTo>
                  <a:lnTo>
                    <a:pt x="5049" y="329"/>
                  </a:lnTo>
                  <a:lnTo>
                    <a:pt x="4944" y="314"/>
                  </a:lnTo>
                  <a:lnTo>
                    <a:pt x="4870" y="284"/>
                  </a:lnTo>
                  <a:lnTo>
                    <a:pt x="4750" y="269"/>
                  </a:lnTo>
                  <a:lnTo>
                    <a:pt x="4586" y="254"/>
                  </a:lnTo>
                  <a:lnTo>
                    <a:pt x="4422" y="269"/>
                  </a:lnTo>
                  <a:lnTo>
                    <a:pt x="4183" y="344"/>
                  </a:lnTo>
                  <a:lnTo>
                    <a:pt x="3989" y="493"/>
                  </a:lnTo>
                  <a:lnTo>
                    <a:pt x="3884" y="583"/>
                  </a:lnTo>
                  <a:lnTo>
                    <a:pt x="3779" y="643"/>
                  </a:lnTo>
                  <a:lnTo>
                    <a:pt x="3526" y="732"/>
                  </a:lnTo>
                  <a:lnTo>
                    <a:pt x="3316" y="732"/>
                  </a:lnTo>
                  <a:lnTo>
                    <a:pt x="3257" y="732"/>
                  </a:lnTo>
                  <a:lnTo>
                    <a:pt x="3227" y="747"/>
                  </a:lnTo>
                  <a:lnTo>
                    <a:pt x="3167" y="762"/>
                  </a:lnTo>
                  <a:lnTo>
                    <a:pt x="3122" y="762"/>
                  </a:lnTo>
                  <a:lnTo>
                    <a:pt x="3063" y="777"/>
                  </a:lnTo>
                  <a:lnTo>
                    <a:pt x="3018" y="777"/>
                  </a:lnTo>
                  <a:lnTo>
                    <a:pt x="3003" y="777"/>
                  </a:lnTo>
                  <a:lnTo>
                    <a:pt x="2973" y="762"/>
                  </a:lnTo>
                  <a:lnTo>
                    <a:pt x="2973" y="762"/>
                  </a:lnTo>
                  <a:lnTo>
                    <a:pt x="2839" y="747"/>
                  </a:lnTo>
                  <a:lnTo>
                    <a:pt x="2719" y="732"/>
                  </a:lnTo>
                  <a:lnTo>
                    <a:pt x="2659" y="732"/>
                  </a:lnTo>
                  <a:lnTo>
                    <a:pt x="2570" y="687"/>
                  </a:lnTo>
                  <a:lnTo>
                    <a:pt x="2480" y="628"/>
                  </a:lnTo>
                  <a:lnTo>
                    <a:pt x="2390" y="553"/>
                  </a:lnTo>
                  <a:lnTo>
                    <a:pt x="2316" y="508"/>
                  </a:lnTo>
                  <a:lnTo>
                    <a:pt x="2211" y="508"/>
                  </a:lnTo>
                  <a:lnTo>
                    <a:pt x="2196" y="508"/>
                  </a:lnTo>
                  <a:lnTo>
                    <a:pt x="2181" y="508"/>
                  </a:lnTo>
                  <a:lnTo>
                    <a:pt x="2107" y="523"/>
                  </a:lnTo>
                  <a:lnTo>
                    <a:pt x="2032" y="568"/>
                  </a:lnTo>
                  <a:lnTo>
                    <a:pt x="1987" y="583"/>
                  </a:lnTo>
                  <a:lnTo>
                    <a:pt x="1928" y="613"/>
                  </a:lnTo>
                  <a:lnTo>
                    <a:pt x="1868" y="643"/>
                  </a:lnTo>
                  <a:lnTo>
                    <a:pt x="1838" y="643"/>
                  </a:lnTo>
                  <a:lnTo>
                    <a:pt x="1763" y="673"/>
                  </a:lnTo>
                  <a:lnTo>
                    <a:pt x="1689" y="747"/>
                  </a:lnTo>
                  <a:lnTo>
                    <a:pt x="1614" y="822"/>
                  </a:lnTo>
                  <a:lnTo>
                    <a:pt x="1554" y="852"/>
                  </a:lnTo>
                  <a:lnTo>
                    <a:pt x="1494" y="867"/>
                  </a:lnTo>
                  <a:lnTo>
                    <a:pt x="1435" y="792"/>
                  </a:lnTo>
                  <a:lnTo>
                    <a:pt x="1420" y="777"/>
                  </a:lnTo>
                  <a:lnTo>
                    <a:pt x="1405" y="762"/>
                  </a:lnTo>
                  <a:lnTo>
                    <a:pt x="1390" y="747"/>
                  </a:lnTo>
                  <a:lnTo>
                    <a:pt x="1375" y="747"/>
                  </a:lnTo>
                  <a:lnTo>
                    <a:pt x="1345" y="762"/>
                  </a:lnTo>
                  <a:lnTo>
                    <a:pt x="1330" y="762"/>
                  </a:lnTo>
                  <a:lnTo>
                    <a:pt x="1300" y="792"/>
                  </a:lnTo>
                  <a:lnTo>
                    <a:pt x="1270" y="837"/>
                  </a:lnTo>
                  <a:lnTo>
                    <a:pt x="1270" y="852"/>
                  </a:lnTo>
                  <a:lnTo>
                    <a:pt x="1255" y="867"/>
                  </a:lnTo>
                  <a:lnTo>
                    <a:pt x="1226" y="882"/>
                  </a:lnTo>
                  <a:lnTo>
                    <a:pt x="1151" y="867"/>
                  </a:lnTo>
                  <a:lnTo>
                    <a:pt x="1106" y="852"/>
                  </a:lnTo>
                  <a:lnTo>
                    <a:pt x="1061" y="807"/>
                  </a:lnTo>
                  <a:lnTo>
                    <a:pt x="972" y="702"/>
                  </a:lnTo>
                  <a:lnTo>
                    <a:pt x="927" y="643"/>
                  </a:lnTo>
                  <a:lnTo>
                    <a:pt x="897" y="613"/>
                  </a:lnTo>
                  <a:lnTo>
                    <a:pt x="852" y="598"/>
                  </a:lnTo>
                  <a:lnTo>
                    <a:pt x="822" y="598"/>
                  </a:lnTo>
                  <a:lnTo>
                    <a:pt x="792" y="598"/>
                  </a:lnTo>
                  <a:lnTo>
                    <a:pt x="778" y="598"/>
                  </a:lnTo>
                  <a:lnTo>
                    <a:pt x="763" y="613"/>
                  </a:lnTo>
                  <a:lnTo>
                    <a:pt x="763" y="613"/>
                  </a:lnTo>
                  <a:lnTo>
                    <a:pt x="763" y="613"/>
                  </a:lnTo>
                  <a:lnTo>
                    <a:pt x="763" y="628"/>
                  </a:lnTo>
                  <a:lnTo>
                    <a:pt x="718" y="956"/>
                  </a:lnTo>
                  <a:lnTo>
                    <a:pt x="733" y="1031"/>
                  </a:lnTo>
                  <a:lnTo>
                    <a:pt x="733" y="1046"/>
                  </a:lnTo>
                  <a:lnTo>
                    <a:pt x="748" y="1061"/>
                  </a:lnTo>
                  <a:lnTo>
                    <a:pt x="778" y="1136"/>
                  </a:lnTo>
                  <a:lnTo>
                    <a:pt x="778" y="1225"/>
                  </a:lnTo>
                  <a:lnTo>
                    <a:pt x="733" y="1285"/>
                  </a:lnTo>
                  <a:lnTo>
                    <a:pt x="673" y="1285"/>
                  </a:lnTo>
                  <a:lnTo>
                    <a:pt x="613" y="1300"/>
                  </a:lnTo>
                  <a:lnTo>
                    <a:pt x="598" y="1315"/>
                  </a:lnTo>
                  <a:lnTo>
                    <a:pt x="583" y="1360"/>
                  </a:lnTo>
                  <a:lnTo>
                    <a:pt x="583" y="1404"/>
                  </a:lnTo>
                  <a:lnTo>
                    <a:pt x="568" y="1479"/>
                  </a:lnTo>
                  <a:lnTo>
                    <a:pt x="524" y="1554"/>
                  </a:lnTo>
                  <a:lnTo>
                    <a:pt x="494" y="1613"/>
                  </a:lnTo>
                  <a:lnTo>
                    <a:pt x="464" y="1658"/>
                  </a:lnTo>
                  <a:lnTo>
                    <a:pt x="449" y="1703"/>
                  </a:lnTo>
                  <a:lnTo>
                    <a:pt x="419" y="1748"/>
                  </a:lnTo>
                  <a:lnTo>
                    <a:pt x="389" y="1778"/>
                  </a:lnTo>
                  <a:lnTo>
                    <a:pt x="359" y="1778"/>
                  </a:lnTo>
                  <a:lnTo>
                    <a:pt x="270" y="1763"/>
                  </a:lnTo>
                  <a:lnTo>
                    <a:pt x="180" y="1703"/>
                  </a:lnTo>
                  <a:lnTo>
                    <a:pt x="150" y="1688"/>
                  </a:lnTo>
                  <a:lnTo>
                    <a:pt x="135" y="1673"/>
                  </a:lnTo>
                  <a:lnTo>
                    <a:pt x="105" y="1658"/>
                  </a:lnTo>
                  <a:lnTo>
                    <a:pt x="91" y="1643"/>
                  </a:lnTo>
                  <a:lnTo>
                    <a:pt x="46" y="1688"/>
                  </a:lnTo>
                  <a:lnTo>
                    <a:pt x="46" y="1748"/>
                  </a:lnTo>
                  <a:lnTo>
                    <a:pt x="76" y="1823"/>
                  </a:lnTo>
                  <a:lnTo>
                    <a:pt x="91" y="1867"/>
                  </a:lnTo>
                  <a:lnTo>
                    <a:pt x="91" y="1912"/>
                  </a:lnTo>
                  <a:lnTo>
                    <a:pt x="76" y="1957"/>
                  </a:lnTo>
                  <a:lnTo>
                    <a:pt x="61" y="1987"/>
                  </a:lnTo>
                  <a:lnTo>
                    <a:pt x="46" y="2002"/>
                  </a:lnTo>
                  <a:lnTo>
                    <a:pt x="31" y="2017"/>
                  </a:lnTo>
                  <a:lnTo>
                    <a:pt x="16" y="2032"/>
                  </a:lnTo>
                  <a:lnTo>
                    <a:pt x="1" y="2076"/>
                  </a:lnTo>
                  <a:lnTo>
                    <a:pt x="61" y="2136"/>
                  </a:lnTo>
                  <a:lnTo>
                    <a:pt x="105" y="2181"/>
                  </a:lnTo>
                  <a:lnTo>
                    <a:pt x="135" y="2196"/>
                  </a:lnTo>
                  <a:lnTo>
                    <a:pt x="180" y="2226"/>
                  </a:lnTo>
                  <a:lnTo>
                    <a:pt x="225" y="2330"/>
                  </a:lnTo>
                  <a:lnTo>
                    <a:pt x="240" y="2465"/>
                  </a:lnTo>
                  <a:lnTo>
                    <a:pt x="240" y="2584"/>
                  </a:lnTo>
                  <a:lnTo>
                    <a:pt x="240" y="2689"/>
                  </a:lnTo>
                  <a:lnTo>
                    <a:pt x="240" y="2883"/>
                  </a:lnTo>
                  <a:lnTo>
                    <a:pt x="285" y="3062"/>
                  </a:lnTo>
                  <a:lnTo>
                    <a:pt x="315" y="3152"/>
                  </a:lnTo>
                  <a:lnTo>
                    <a:pt x="329" y="3197"/>
                  </a:lnTo>
                  <a:lnTo>
                    <a:pt x="359" y="3226"/>
                  </a:lnTo>
                  <a:lnTo>
                    <a:pt x="509" y="3256"/>
                  </a:lnTo>
                  <a:lnTo>
                    <a:pt x="568" y="3226"/>
                  </a:lnTo>
                  <a:lnTo>
                    <a:pt x="613" y="3167"/>
                  </a:lnTo>
                  <a:lnTo>
                    <a:pt x="598" y="3152"/>
                  </a:lnTo>
                  <a:lnTo>
                    <a:pt x="568" y="3137"/>
                  </a:lnTo>
                  <a:lnTo>
                    <a:pt x="613" y="3092"/>
                  </a:lnTo>
                  <a:lnTo>
                    <a:pt x="688" y="3062"/>
                  </a:lnTo>
                  <a:lnTo>
                    <a:pt x="748" y="3092"/>
                  </a:lnTo>
                  <a:lnTo>
                    <a:pt x="778" y="3092"/>
                  </a:lnTo>
                  <a:lnTo>
                    <a:pt x="792" y="3107"/>
                  </a:lnTo>
                  <a:lnTo>
                    <a:pt x="807" y="3122"/>
                  </a:lnTo>
                  <a:lnTo>
                    <a:pt x="807" y="3152"/>
                  </a:lnTo>
                  <a:lnTo>
                    <a:pt x="822" y="3182"/>
                  </a:lnTo>
                  <a:lnTo>
                    <a:pt x="792" y="3211"/>
                  </a:lnTo>
                  <a:lnTo>
                    <a:pt x="778" y="3226"/>
                  </a:lnTo>
                  <a:lnTo>
                    <a:pt x="748" y="3241"/>
                  </a:lnTo>
                  <a:lnTo>
                    <a:pt x="688" y="3316"/>
                  </a:lnTo>
                  <a:lnTo>
                    <a:pt x="673" y="3361"/>
                  </a:lnTo>
                  <a:lnTo>
                    <a:pt x="688" y="3361"/>
                  </a:lnTo>
                  <a:lnTo>
                    <a:pt x="733" y="3376"/>
                  </a:lnTo>
                  <a:lnTo>
                    <a:pt x="792" y="3376"/>
                  </a:lnTo>
                  <a:lnTo>
                    <a:pt x="897" y="3435"/>
                  </a:lnTo>
                  <a:lnTo>
                    <a:pt x="912" y="3540"/>
                  </a:lnTo>
                  <a:lnTo>
                    <a:pt x="912" y="3660"/>
                  </a:lnTo>
                  <a:lnTo>
                    <a:pt x="942" y="3704"/>
                  </a:lnTo>
                  <a:lnTo>
                    <a:pt x="972" y="3734"/>
                  </a:lnTo>
                  <a:lnTo>
                    <a:pt x="942" y="3809"/>
                  </a:lnTo>
                  <a:lnTo>
                    <a:pt x="867" y="3898"/>
                  </a:lnTo>
                  <a:lnTo>
                    <a:pt x="763" y="3973"/>
                  </a:lnTo>
                  <a:lnTo>
                    <a:pt x="703" y="4018"/>
                  </a:lnTo>
                  <a:lnTo>
                    <a:pt x="688" y="4048"/>
                  </a:lnTo>
                  <a:lnTo>
                    <a:pt x="703" y="4063"/>
                  </a:lnTo>
                  <a:lnTo>
                    <a:pt x="733" y="4078"/>
                  </a:lnTo>
                  <a:lnTo>
                    <a:pt x="748" y="4093"/>
                  </a:lnTo>
                  <a:lnTo>
                    <a:pt x="763" y="4108"/>
                  </a:lnTo>
                  <a:lnTo>
                    <a:pt x="763" y="4137"/>
                  </a:lnTo>
                  <a:lnTo>
                    <a:pt x="748" y="4152"/>
                  </a:lnTo>
                  <a:lnTo>
                    <a:pt x="718" y="4167"/>
                  </a:lnTo>
                  <a:lnTo>
                    <a:pt x="673" y="4152"/>
                  </a:lnTo>
                  <a:lnTo>
                    <a:pt x="613" y="4152"/>
                  </a:lnTo>
                  <a:lnTo>
                    <a:pt x="494" y="4197"/>
                  </a:lnTo>
                  <a:lnTo>
                    <a:pt x="464" y="4257"/>
                  </a:lnTo>
                  <a:lnTo>
                    <a:pt x="434" y="4361"/>
                  </a:lnTo>
                  <a:lnTo>
                    <a:pt x="449" y="4436"/>
                  </a:lnTo>
                  <a:lnTo>
                    <a:pt x="464" y="4496"/>
                  </a:lnTo>
                  <a:lnTo>
                    <a:pt x="449" y="4571"/>
                  </a:lnTo>
                  <a:lnTo>
                    <a:pt x="404" y="4645"/>
                  </a:lnTo>
                  <a:lnTo>
                    <a:pt x="344" y="4705"/>
                  </a:lnTo>
                  <a:lnTo>
                    <a:pt x="255" y="4780"/>
                  </a:lnTo>
                  <a:lnTo>
                    <a:pt x="195" y="4809"/>
                  </a:lnTo>
                  <a:lnTo>
                    <a:pt x="195" y="4809"/>
                  </a:lnTo>
                  <a:lnTo>
                    <a:pt x="165" y="4824"/>
                  </a:lnTo>
                  <a:lnTo>
                    <a:pt x="120" y="4899"/>
                  </a:lnTo>
                  <a:lnTo>
                    <a:pt x="91" y="4974"/>
                  </a:lnTo>
                  <a:lnTo>
                    <a:pt x="120" y="5093"/>
                  </a:lnTo>
                  <a:lnTo>
                    <a:pt x="120" y="5093"/>
                  </a:lnTo>
                  <a:lnTo>
                    <a:pt x="120" y="5123"/>
                  </a:lnTo>
                  <a:lnTo>
                    <a:pt x="180" y="5258"/>
                  </a:lnTo>
                  <a:lnTo>
                    <a:pt x="180" y="5407"/>
                  </a:lnTo>
                  <a:lnTo>
                    <a:pt x="195" y="5407"/>
                  </a:lnTo>
                  <a:lnTo>
                    <a:pt x="434" y="5541"/>
                  </a:lnTo>
                  <a:lnTo>
                    <a:pt x="643" y="5706"/>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62"/>
            <p:cNvSpPr/>
            <p:nvPr/>
          </p:nvSpPr>
          <p:spPr>
            <a:xfrm>
              <a:off x="3116625" y="2244975"/>
              <a:ext cx="125100" cy="102700"/>
            </a:xfrm>
            <a:custGeom>
              <a:rect b="b" l="l" r="r" t="t"/>
              <a:pathLst>
                <a:path extrusionOk="0" h="4108" w="5004">
                  <a:moveTo>
                    <a:pt x="1419" y="0"/>
                  </a:moveTo>
                  <a:lnTo>
                    <a:pt x="1390" y="15"/>
                  </a:lnTo>
                  <a:lnTo>
                    <a:pt x="1360" y="30"/>
                  </a:lnTo>
                  <a:lnTo>
                    <a:pt x="1345" y="60"/>
                  </a:lnTo>
                  <a:lnTo>
                    <a:pt x="1285" y="60"/>
                  </a:lnTo>
                  <a:lnTo>
                    <a:pt x="1270" y="30"/>
                  </a:lnTo>
                  <a:lnTo>
                    <a:pt x="1255" y="30"/>
                  </a:lnTo>
                  <a:lnTo>
                    <a:pt x="1240" y="15"/>
                  </a:lnTo>
                  <a:lnTo>
                    <a:pt x="1151" y="15"/>
                  </a:lnTo>
                  <a:lnTo>
                    <a:pt x="1121" y="30"/>
                  </a:lnTo>
                  <a:lnTo>
                    <a:pt x="1106" y="30"/>
                  </a:lnTo>
                  <a:lnTo>
                    <a:pt x="1076" y="60"/>
                  </a:lnTo>
                  <a:lnTo>
                    <a:pt x="1046" y="75"/>
                  </a:lnTo>
                  <a:lnTo>
                    <a:pt x="1001" y="105"/>
                  </a:lnTo>
                  <a:lnTo>
                    <a:pt x="986" y="150"/>
                  </a:lnTo>
                  <a:lnTo>
                    <a:pt x="986" y="210"/>
                  </a:lnTo>
                  <a:lnTo>
                    <a:pt x="1106" y="269"/>
                  </a:lnTo>
                  <a:lnTo>
                    <a:pt x="1180" y="314"/>
                  </a:lnTo>
                  <a:lnTo>
                    <a:pt x="1270" y="389"/>
                  </a:lnTo>
                  <a:lnTo>
                    <a:pt x="1419" y="493"/>
                  </a:lnTo>
                  <a:lnTo>
                    <a:pt x="1479" y="598"/>
                  </a:lnTo>
                  <a:lnTo>
                    <a:pt x="1509" y="702"/>
                  </a:lnTo>
                  <a:lnTo>
                    <a:pt x="1479" y="822"/>
                  </a:lnTo>
                  <a:lnTo>
                    <a:pt x="1449" y="882"/>
                  </a:lnTo>
                  <a:lnTo>
                    <a:pt x="1404" y="926"/>
                  </a:lnTo>
                  <a:lnTo>
                    <a:pt x="1360" y="941"/>
                  </a:lnTo>
                  <a:lnTo>
                    <a:pt x="1315" y="956"/>
                  </a:lnTo>
                  <a:lnTo>
                    <a:pt x="1270" y="956"/>
                  </a:lnTo>
                  <a:lnTo>
                    <a:pt x="1225" y="941"/>
                  </a:lnTo>
                  <a:lnTo>
                    <a:pt x="1166" y="897"/>
                  </a:lnTo>
                  <a:lnTo>
                    <a:pt x="1136" y="852"/>
                  </a:lnTo>
                  <a:lnTo>
                    <a:pt x="1076" y="822"/>
                  </a:lnTo>
                  <a:lnTo>
                    <a:pt x="942" y="807"/>
                  </a:lnTo>
                  <a:lnTo>
                    <a:pt x="807" y="807"/>
                  </a:lnTo>
                  <a:lnTo>
                    <a:pt x="762" y="792"/>
                  </a:lnTo>
                  <a:lnTo>
                    <a:pt x="673" y="792"/>
                  </a:lnTo>
                  <a:lnTo>
                    <a:pt x="553" y="732"/>
                  </a:lnTo>
                  <a:lnTo>
                    <a:pt x="493" y="658"/>
                  </a:lnTo>
                  <a:lnTo>
                    <a:pt x="434" y="583"/>
                  </a:lnTo>
                  <a:lnTo>
                    <a:pt x="314" y="508"/>
                  </a:lnTo>
                  <a:lnTo>
                    <a:pt x="225" y="478"/>
                  </a:lnTo>
                  <a:lnTo>
                    <a:pt x="150" y="478"/>
                  </a:lnTo>
                  <a:lnTo>
                    <a:pt x="45" y="523"/>
                  </a:lnTo>
                  <a:lnTo>
                    <a:pt x="1" y="583"/>
                  </a:lnTo>
                  <a:lnTo>
                    <a:pt x="60" y="658"/>
                  </a:lnTo>
                  <a:lnTo>
                    <a:pt x="60" y="792"/>
                  </a:lnTo>
                  <a:lnTo>
                    <a:pt x="75" y="777"/>
                  </a:lnTo>
                  <a:lnTo>
                    <a:pt x="120" y="777"/>
                  </a:lnTo>
                  <a:lnTo>
                    <a:pt x="165" y="837"/>
                  </a:lnTo>
                  <a:lnTo>
                    <a:pt x="180" y="852"/>
                  </a:lnTo>
                  <a:lnTo>
                    <a:pt x="180" y="882"/>
                  </a:lnTo>
                  <a:lnTo>
                    <a:pt x="195" y="867"/>
                  </a:lnTo>
                  <a:lnTo>
                    <a:pt x="255" y="867"/>
                  </a:lnTo>
                  <a:lnTo>
                    <a:pt x="314" y="897"/>
                  </a:lnTo>
                  <a:lnTo>
                    <a:pt x="389" y="941"/>
                  </a:lnTo>
                  <a:lnTo>
                    <a:pt x="449" y="1001"/>
                  </a:lnTo>
                  <a:lnTo>
                    <a:pt x="523" y="1091"/>
                  </a:lnTo>
                  <a:lnTo>
                    <a:pt x="538" y="1165"/>
                  </a:lnTo>
                  <a:lnTo>
                    <a:pt x="523" y="1255"/>
                  </a:lnTo>
                  <a:lnTo>
                    <a:pt x="493" y="1300"/>
                  </a:lnTo>
                  <a:lnTo>
                    <a:pt x="464" y="1315"/>
                  </a:lnTo>
                  <a:lnTo>
                    <a:pt x="464" y="1360"/>
                  </a:lnTo>
                  <a:lnTo>
                    <a:pt x="464" y="1419"/>
                  </a:lnTo>
                  <a:lnTo>
                    <a:pt x="493" y="1479"/>
                  </a:lnTo>
                  <a:lnTo>
                    <a:pt x="538" y="1554"/>
                  </a:lnTo>
                  <a:lnTo>
                    <a:pt x="628" y="1613"/>
                  </a:lnTo>
                  <a:lnTo>
                    <a:pt x="703" y="1673"/>
                  </a:lnTo>
                  <a:lnTo>
                    <a:pt x="792" y="1718"/>
                  </a:lnTo>
                  <a:lnTo>
                    <a:pt x="882" y="1778"/>
                  </a:lnTo>
                  <a:lnTo>
                    <a:pt x="1016" y="1882"/>
                  </a:lnTo>
                  <a:lnTo>
                    <a:pt x="1046" y="1942"/>
                  </a:lnTo>
                  <a:lnTo>
                    <a:pt x="1046" y="1972"/>
                  </a:lnTo>
                  <a:lnTo>
                    <a:pt x="1046" y="2002"/>
                  </a:lnTo>
                  <a:lnTo>
                    <a:pt x="1031" y="2061"/>
                  </a:lnTo>
                  <a:lnTo>
                    <a:pt x="1001" y="2136"/>
                  </a:lnTo>
                  <a:lnTo>
                    <a:pt x="942" y="2196"/>
                  </a:lnTo>
                  <a:lnTo>
                    <a:pt x="882" y="2226"/>
                  </a:lnTo>
                  <a:lnTo>
                    <a:pt x="837" y="2226"/>
                  </a:lnTo>
                  <a:lnTo>
                    <a:pt x="822" y="2241"/>
                  </a:lnTo>
                  <a:lnTo>
                    <a:pt x="822" y="2256"/>
                  </a:lnTo>
                  <a:lnTo>
                    <a:pt x="852" y="2286"/>
                  </a:lnTo>
                  <a:lnTo>
                    <a:pt x="956" y="2360"/>
                  </a:lnTo>
                  <a:lnTo>
                    <a:pt x="1046" y="2405"/>
                  </a:lnTo>
                  <a:lnTo>
                    <a:pt x="1091" y="2435"/>
                  </a:lnTo>
                  <a:lnTo>
                    <a:pt x="1166" y="2480"/>
                  </a:lnTo>
                  <a:lnTo>
                    <a:pt x="1180" y="2480"/>
                  </a:lnTo>
                  <a:lnTo>
                    <a:pt x="1315" y="2569"/>
                  </a:lnTo>
                  <a:lnTo>
                    <a:pt x="1464" y="2614"/>
                  </a:lnTo>
                  <a:lnTo>
                    <a:pt x="1569" y="2614"/>
                  </a:lnTo>
                  <a:lnTo>
                    <a:pt x="1629" y="2644"/>
                  </a:lnTo>
                  <a:lnTo>
                    <a:pt x="1658" y="2674"/>
                  </a:lnTo>
                  <a:lnTo>
                    <a:pt x="1658" y="2704"/>
                  </a:lnTo>
                  <a:lnTo>
                    <a:pt x="1658" y="2748"/>
                  </a:lnTo>
                  <a:lnTo>
                    <a:pt x="1629" y="2808"/>
                  </a:lnTo>
                  <a:lnTo>
                    <a:pt x="1599" y="2838"/>
                  </a:lnTo>
                  <a:lnTo>
                    <a:pt x="1584" y="2868"/>
                  </a:lnTo>
                  <a:lnTo>
                    <a:pt x="1554" y="2898"/>
                  </a:lnTo>
                  <a:lnTo>
                    <a:pt x="1539" y="2928"/>
                  </a:lnTo>
                  <a:lnTo>
                    <a:pt x="1569" y="2943"/>
                  </a:lnTo>
                  <a:lnTo>
                    <a:pt x="1599" y="2943"/>
                  </a:lnTo>
                  <a:lnTo>
                    <a:pt x="1658" y="2958"/>
                  </a:lnTo>
                  <a:lnTo>
                    <a:pt x="1688" y="2987"/>
                  </a:lnTo>
                  <a:lnTo>
                    <a:pt x="1733" y="3002"/>
                  </a:lnTo>
                  <a:lnTo>
                    <a:pt x="1748" y="3047"/>
                  </a:lnTo>
                  <a:lnTo>
                    <a:pt x="1748" y="3077"/>
                  </a:lnTo>
                  <a:lnTo>
                    <a:pt x="1733" y="3122"/>
                  </a:lnTo>
                  <a:lnTo>
                    <a:pt x="1718" y="3152"/>
                  </a:lnTo>
                  <a:lnTo>
                    <a:pt x="1703" y="3211"/>
                  </a:lnTo>
                  <a:lnTo>
                    <a:pt x="1703" y="3256"/>
                  </a:lnTo>
                  <a:lnTo>
                    <a:pt x="1718" y="3331"/>
                  </a:lnTo>
                  <a:lnTo>
                    <a:pt x="1733" y="3391"/>
                  </a:lnTo>
                  <a:lnTo>
                    <a:pt x="1733" y="3421"/>
                  </a:lnTo>
                  <a:lnTo>
                    <a:pt x="1897" y="3286"/>
                  </a:lnTo>
                  <a:lnTo>
                    <a:pt x="2091" y="3077"/>
                  </a:lnTo>
                  <a:lnTo>
                    <a:pt x="2271" y="2898"/>
                  </a:lnTo>
                  <a:lnTo>
                    <a:pt x="2390" y="2778"/>
                  </a:lnTo>
                  <a:lnTo>
                    <a:pt x="2629" y="2614"/>
                  </a:lnTo>
                  <a:lnTo>
                    <a:pt x="2793" y="2495"/>
                  </a:lnTo>
                  <a:lnTo>
                    <a:pt x="2823" y="2480"/>
                  </a:lnTo>
                  <a:lnTo>
                    <a:pt x="2823" y="2465"/>
                  </a:lnTo>
                  <a:lnTo>
                    <a:pt x="2853" y="2450"/>
                  </a:lnTo>
                  <a:lnTo>
                    <a:pt x="2868" y="2465"/>
                  </a:lnTo>
                  <a:lnTo>
                    <a:pt x="3062" y="2614"/>
                  </a:lnTo>
                  <a:lnTo>
                    <a:pt x="3286" y="2808"/>
                  </a:lnTo>
                  <a:lnTo>
                    <a:pt x="3316" y="2853"/>
                  </a:lnTo>
                  <a:lnTo>
                    <a:pt x="3316" y="2898"/>
                  </a:lnTo>
                  <a:lnTo>
                    <a:pt x="3316" y="2958"/>
                  </a:lnTo>
                  <a:lnTo>
                    <a:pt x="3241" y="3017"/>
                  </a:lnTo>
                  <a:lnTo>
                    <a:pt x="3197" y="3032"/>
                  </a:lnTo>
                  <a:lnTo>
                    <a:pt x="3197" y="3062"/>
                  </a:lnTo>
                  <a:lnTo>
                    <a:pt x="3182" y="3092"/>
                  </a:lnTo>
                  <a:lnTo>
                    <a:pt x="3197" y="3137"/>
                  </a:lnTo>
                  <a:lnTo>
                    <a:pt x="3212" y="3167"/>
                  </a:lnTo>
                  <a:lnTo>
                    <a:pt x="3241" y="3197"/>
                  </a:lnTo>
                  <a:lnTo>
                    <a:pt x="3286" y="3226"/>
                  </a:lnTo>
                  <a:lnTo>
                    <a:pt x="3331" y="3286"/>
                  </a:lnTo>
                  <a:lnTo>
                    <a:pt x="3346" y="3346"/>
                  </a:lnTo>
                  <a:lnTo>
                    <a:pt x="3346" y="3391"/>
                  </a:lnTo>
                  <a:lnTo>
                    <a:pt x="3331" y="3435"/>
                  </a:lnTo>
                  <a:lnTo>
                    <a:pt x="3301" y="3465"/>
                  </a:lnTo>
                  <a:lnTo>
                    <a:pt x="3241" y="3495"/>
                  </a:lnTo>
                  <a:lnTo>
                    <a:pt x="3122" y="3510"/>
                  </a:lnTo>
                  <a:lnTo>
                    <a:pt x="3092" y="3525"/>
                  </a:lnTo>
                  <a:lnTo>
                    <a:pt x="3107" y="3540"/>
                  </a:lnTo>
                  <a:lnTo>
                    <a:pt x="3122" y="3570"/>
                  </a:lnTo>
                  <a:lnTo>
                    <a:pt x="3152" y="3600"/>
                  </a:lnTo>
                  <a:lnTo>
                    <a:pt x="3167" y="3600"/>
                  </a:lnTo>
                  <a:lnTo>
                    <a:pt x="3182" y="3615"/>
                  </a:lnTo>
                  <a:lnTo>
                    <a:pt x="3256" y="3645"/>
                  </a:lnTo>
                  <a:lnTo>
                    <a:pt x="3346" y="3749"/>
                  </a:lnTo>
                  <a:lnTo>
                    <a:pt x="3391" y="3794"/>
                  </a:lnTo>
                  <a:lnTo>
                    <a:pt x="3451" y="3809"/>
                  </a:lnTo>
                  <a:lnTo>
                    <a:pt x="3525" y="3854"/>
                  </a:lnTo>
                  <a:lnTo>
                    <a:pt x="3585" y="3898"/>
                  </a:lnTo>
                  <a:lnTo>
                    <a:pt x="3630" y="3958"/>
                  </a:lnTo>
                  <a:lnTo>
                    <a:pt x="3660" y="4018"/>
                  </a:lnTo>
                  <a:lnTo>
                    <a:pt x="3704" y="4093"/>
                  </a:lnTo>
                  <a:lnTo>
                    <a:pt x="3734" y="4108"/>
                  </a:lnTo>
                  <a:lnTo>
                    <a:pt x="3779" y="4108"/>
                  </a:lnTo>
                  <a:lnTo>
                    <a:pt x="3824" y="4093"/>
                  </a:lnTo>
                  <a:lnTo>
                    <a:pt x="3869" y="4078"/>
                  </a:lnTo>
                  <a:lnTo>
                    <a:pt x="3914" y="4078"/>
                  </a:lnTo>
                  <a:lnTo>
                    <a:pt x="3884" y="3958"/>
                  </a:lnTo>
                  <a:lnTo>
                    <a:pt x="3854" y="3824"/>
                  </a:lnTo>
                  <a:lnTo>
                    <a:pt x="3824" y="3734"/>
                  </a:lnTo>
                  <a:lnTo>
                    <a:pt x="3794" y="3674"/>
                  </a:lnTo>
                  <a:lnTo>
                    <a:pt x="3779" y="3645"/>
                  </a:lnTo>
                  <a:lnTo>
                    <a:pt x="3779" y="3630"/>
                  </a:lnTo>
                  <a:lnTo>
                    <a:pt x="3779" y="3600"/>
                  </a:lnTo>
                  <a:lnTo>
                    <a:pt x="3779" y="3540"/>
                  </a:lnTo>
                  <a:lnTo>
                    <a:pt x="3794" y="3510"/>
                  </a:lnTo>
                  <a:lnTo>
                    <a:pt x="3824" y="3480"/>
                  </a:lnTo>
                  <a:lnTo>
                    <a:pt x="3854" y="3406"/>
                  </a:lnTo>
                  <a:lnTo>
                    <a:pt x="3854" y="3286"/>
                  </a:lnTo>
                  <a:lnTo>
                    <a:pt x="3839" y="3241"/>
                  </a:lnTo>
                  <a:lnTo>
                    <a:pt x="3839" y="3226"/>
                  </a:lnTo>
                  <a:lnTo>
                    <a:pt x="3839" y="3197"/>
                  </a:lnTo>
                  <a:lnTo>
                    <a:pt x="3854" y="3167"/>
                  </a:lnTo>
                  <a:lnTo>
                    <a:pt x="3869" y="3152"/>
                  </a:lnTo>
                  <a:lnTo>
                    <a:pt x="3884" y="3137"/>
                  </a:lnTo>
                  <a:lnTo>
                    <a:pt x="3928" y="3137"/>
                  </a:lnTo>
                  <a:lnTo>
                    <a:pt x="3943" y="3152"/>
                  </a:lnTo>
                  <a:lnTo>
                    <a:pt x="3973" y="3167"/>
                  </a:lnTo>
                  <a:lnTo>
                    <a:pt x="4018" y="3211"/>
                  </a:lnTo>
                  <a:lnTo>
                    <a:pt x="4093" y="3211"/>
                  </a:lnTo>
                  <a:lnTo>
                    <a:pt x="4108" y="3167"/>
                  </a:lnTo>
                  <a:lnTo>
                    <a:pt x="4093" y="3107"/>
                  </a:lnTo>
                  <a:lnTo>
                    <a:pt x="4063" y="3017"/>
                  </a:lnTo>
                  <a:lnTo>
                    <a:pt x="4063" y="2973"/>
                  </a:lnTo>
                  <a:lnTo>
                    <a:pt x="4078" y="2958"/>
                  </a:lnTo>
                  <a:lnTo>
                    <a:pt x="4093" y="2958"/>
                  </a:lnTo>
                  <a:lnTo>
                    <a:pt x="4123" y="2973"/>
                  </a:lnTo>
                  <a:lnTo>
                    <a:pt x="4167" y="2987"/>
                  </a:lnTo>
                  <a:lnTo>
                    <a:pt x="4182" y="2973"/>
                  </a:lnTo>
                  <a:lnTo>
                    <a:pt x="4182" y="2943"/>
                  </a:lnTo>
                  <a:lnTo>
                    <a:pt x="4167" y="2913"/>
                  </a:lnTo>
                  <a:lnTo>
                    <a:pt x="4123" y="2883"/>
                  </a:lnTo>
                  <a:lnTo>
                    <a:pt x="4093" y="2793"/>
                  </a:lnTo>
                  <a:lnTo>
                    <a:pt x="4078" y="2719"/>
                  </a:lnTo>
                  <a:lnTo>
                    <a:pt x="4093" y="2659"/>
                  </a:lnTo>
                  <a:lnTo>
                    <a:pt x="4123" y="2614"/>
                  </a:lnTo>
                  <a:lnTo>
                    <a:pt x="4123" y="2495"/>
                  </a:lnTo>
                  <a:lnTo>
                    <a:pt x="4138" y="2286"/>
                  </a:lnTo>
                  <a:lnTo>
                    <a:pt x="4182" y="2076"/>
                  </a:lnTo>
                  <a:lnTo>
                    <a:pt x="4182" y="2061"/>
                  </a:lnTo>
                  <a:lnTo>
                    <a:pt x="4212" y="1957"/>
                  </a:lnTo>
                  <a:lnTo>
                    <a:pt x="4332" y="1867"/>
                  </a:lnTo>
                  <a:lnTo>
                    <a:pt x="4406" y="1823"/>
                  </a:lnTo>
                  <a:lnTo>
                    <a:pt x="4466" y="1808"/>
                  </a:lnTo>
                  <a:lnTo>
                    <a:pt x="4526" y="1778"/>
                  </a:lnTo>
                  <a:lnTo>
                    <a:pt x="4615" y="1733"/>
                  </a:lnTo>
                  <a:lnTo>
                    <a:pt x="4750" y="1748"/>
                  </a:lnTo>
                  <a:lnTo>
                    <a:pt x="4854" y="1823"/>
                  </a:lnTo>
                  <a:lnTo>
                    <a:pt x="4869" y="1823"/>
                  </a:lnTo>
                  <a:lnTo>
                    <a:pt x="4899" y="1852"/>
                  </a:lnTo>
                  <a:lnTo>
                    <a:pt x="4959" y="1882"/>
                  </a:lnTo>
                  <a:lnTo>
                    <a:pt x="4989" y="1897"/>
                  </a:lnTo>
                  <a:lnTo>
                    <a:pt x="5004" y="1897"/>
                  </a:lnTo>
                  <a:lnTo>
                    <a:pt x="5004" y="1882"/>
                  </a:lnTo>
                  <a:lnTo>
                    <a:pt x="5004" y="1867"/>
                  </a:lnTo>
                  <a:lnTo>
                    <a:pt x="4974" y="1793"/>
                  </a:lnTo>
                  <a:lnTo>
                    <a:pt x="4914" y="1718"/>
                  </a:lnTo>
                  <a:lnTo>
                    <a:pt x="4839" y="1643"/>
                  </a:lnTo>
                  <a:lnTo>
                    <a:pt x="4720" y="1584"/>
                  </a:lnTo>
                  <a:lnTo>
                    <a:pt x="4571" y="1524"/>
                  </a:lnTo>
                  <a:lnTo>
                    <a:pt x="4421" y="1509"/>
                  </a:lnTo>
                  <a:lnTo>
                    <a:pt x="4302" y="1509"/>
                  </a:lnTo>
                  <a:lnTo>
                    <a:pt x="4197" y="1464"/>
                  </a:lnTo>
                  <a:lnTo>
                    <a:pt x="4152" y="1419"/>
                  </a:lnTo>
                  <a:lnTo>
                    <a:pt x="4093" y="1360"/>
                  </a:lnTo>
                  <a:lnTo>
                    <a:pt x="4018" y="1270"/>
                  </a:lnTo>
                  <a:lnTo>
                    <a:pt x="3973" y="1210"/>
                  </a:lnTo>
                  <a:lnTo>
                    <a:pt x="3914" y="1150"/>
                  </a:lnTo>
                  <a:lnTo>
                    <a:pt x="3824" y="1046"/>
                  </a:lnTo>
                  <a:lnTo>
                    <a:pt x="3734" y="897"/>
                  </a:lnTo>
                  <a:lnTo>
                    <a:pt x="3645" y="747"/>
                  </a:lnTo>
                  <a:lnTo>
                    <a:pt x="3600" y="628"/>
                  </a:lnTo>
                  <a:lnTo>
                    <a:pt x="3540" y="508"/>
                  </a:lnTo>
                  <a:lnTo>
                    <a:pt x="3391" y="374"/>
                  </a:lnTo>
                  <a:lnTo>
                    <a:pt x="3256" y="225"/>
                  </a:lnTo>
                  <a:lnTo>
                    <a:pt x="3152" y="75"/>
                  </a:lnTo>
                  <a:lnTo>
                    <a:pt x="3152" y="60"/>
                  </a:lnTo>
                  <a:lnTo>
                    <a:pt x="3137" y="60"/>
                  </a:lnTo>
                  <a:lnTo>
                    <a:pt x="3137" y="45"/>
                  </a:lnTo>
                  <a:lnTo>
                    <a:pt x="3122" y="45"/>
                  </a:lnTo>
                  <a:lnTo>
                    <a:pt x="3107" y="30"/>
                  </a:lnTo>
                  <a:lnTo>
                    <a:pt x="3077" y="30"/>
                  </a:lnTo>
                  <a:lnTo>
                    <a:pt x="3032" y="135"/>
                  </a:lnTo>
                  <a:lnTo>
                    <a:pt x="2883" y="359"/>
                  </a:lnTo>
                  <a:lnTo>
                    <a:pt x="2778" y="434"/>
                  </a:lnTo>
                  <a:lnTo>
                    <a:pt x="2659" y="523"/>
                  </a:lnTo>
                  <a:lnTo>
                    <a:pt x="2644" y="568"/>
                  </a:lnTo>
                  <a:lnTo>
                    <a:pt x="2629" y="598"/>
                  </a:lnTo>
                  <a:lnTo>
                    <a:pt x="2614" y="643"/>
                  </a:lnTo>
                  <a:lnTo>
                    <a:pt x="2569" y="717"/>
                  </a:lnTo>
                  <a:lnTo>
                    <a:pt x="2480" y="777"/>
                  </a:lnTo>
                  <a:lnTo>
                    <a:pt x="2405" y="762"/>
                  </a:lnTo>
                  <a:lnTo>
                    <a:pt x="2375" y="762"/>
                  </a:lnTo>
                  <a:lnTo>
                    <a:pt x="2226" y="732"/>
                  </a:lnTo>
                  <a:lnTo>
                    <a:pt x="2032" y="613"/>
                  </a:lnTo>
                  <a:lnTo>
                    <a:pt x="1763" y="389"/>
                  </a:lnTo>
                  <a:lnTo>
                    <a:pt x="1599" y="239"/>
                  </a:lnTo>
                  <a:lnTo>
                    <a:pt x="1599" y="225"/>
                  </a:lnTo>
                  <a:lnTo>
                    <a:pt x="1479" y="45"/>
                  </a:lnTo>
                  <a:lnTo>
                    <a:pt x="1419"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62"/>
            <p:cNvSpPr/>
            <p:nvPr/>
          </p:nvSpPr>
          <p:spPr>
            <a:xfrm>
              <a:off x="3116625" y="2244975"/>
              <a:ext cx="125100" cy="102700"/>
            </a:xfrm>
            <a:custGeom>
              <a:rect b="b" l="l" r="r" t="t"/>
              <a:pathLst>
                <a:path extrusionOk="0" fill="none" h="4108" w="5004">
                  <a:moveTo>
                    <a:pt x="3794" y="3674"/>
                  </a:moveTo>
                  <a:lnTo>
                    <a:pt x="3779" y="3645"/>
                  </a:lnTo>
                  <a:lnTo>
                    <a:pt x="3779" y="3630"/>
                  </a:lnTo>
                  <a:lnTo>
                    <a:pt x="3779" y="3600"/>
                  </a:lnTo>
                  <a:lnTo>
                    <a:pt x="3779" y="3540"/>
                  </a:lnTo>
                  <a:lnTo>
                    <a:pt x="3794" y="3510"/>
                  </a:lnTo>
                  <a:lnTo>
                    <a:pt x="3824" y="3480"/>
                  </a:lnTo>
                  <a:lnTo>
                    <a:pt x="3854" y="3406"/>
                  </a:lnTo>
                  <a:lnTo>
                    <a:pt x="3854" y="3286"/>
                  </a:lnTo>
                  <a:lnTo>
                    <a:pt x="3839" y="3241"/>
                  </a:lnTo>
                  <a:lnTo>
                    <a:pt x="3839" y="3226"/>
                  </a:lnTo>
                  <a:lnTo>
                    <a:pt x="3839" y="3197"/>
                  </a:lnTo>
                  <a:lnTo>
                    <a:pt x="3854" y="3167"/>
                  </a:lnTo>
                  <a:lnTo>
                    <a:pt x="3869" y="3152"/>
                  </a:lnTo>
                  <a:lnTo>
                    <a:pt x="3869" y="3152"/>
                  </a:lnTo>
                  <a:lnTo>
                    <a:pt x="3884" y="3137"/>
                  </a:lnTo>
                  <a:lnTo>
                    <a:pt x="3899" y="3137"/>
                  </a:lnTo>
                  <a:lnTo>
                    <a:pt x="3914" y="3137"/>
                  </a:lnTo>
                  <a:lnTo>
                    <a:pt x="3928" y="3137"/>
                  </a:lnTo>
                  <a:lnTo>
                    <a:pt x="3943" y="3152"/>
                  </a:lnTo>
                  <a:lnTo>
                    <a:pt x="3973" y="3167"/>
                  </a:lnTo>
                  <a:lnTo>
                    <a:pt x="4018" y="3211"/>
                  </a:lnTo>
                  <a:lnTo>
                    <a:pt x="4078" y="3211"/>
                  </a:lnTo>
                  <a:lnTo>
                    <a:pt x="4093" y="3211"/>
                  </a:lnTo>
                  <a:lnTo>
                    <a:pt x="4108" y="3167"/>
                  </a:lnTo>
                  <a:lnTo>
                    <a:pt x="4093" y="3107"/>
                  </a:lnTo>
                  <a:lnTo>
                    <a:pt x="4063" y="3017"/>
                  </a:lnTo>
                  <a:lnTo>
                    <a:pt x="4063" y="2973"/>
                  </a:lnTo>
                  <a:lnTo>
                    <a:pt x="4078" y="2958"/>
                  </a:lnTo>
                  <a:lnTo>
                    <a:pt x="4093" y="2958"/>
                  </a:lnTo>
                  <a:lnTo>
                    <a:pt x="4123" y="2973"/>
                  </a:lnTo>
                  <a:lnTo>
                    <a:pt x="4167" y="2987"/>
                  </a:lnTo>
                  <a:lnTo>
                    <a:pt x="4182" y="2973"/>
                  </a:lnTo>
                  <a:lnTo>
                    <a:pt x="4182" y="2943"/>
                  </a:lnTo>
                  <a:lnTo>
                    <a:pt x="4167" y="2913"/>
                  </a:lnTo>
                  <a:lnTo>
                    <a:pt x="4123" y="2883"/>
                  </a:lnTo>
                  <a:lnTo>
                    <a:pt x="4093" y="2793"/>
                  </a:lnTo>
                  <a:lnTo>
                    <a:pt x="4078" y="2719"/>
                  </a:lnTo>
                  <a:lnTo>
                    <a:pt x="4093" y="2659"/>
                  </a:lnTo>
                  <a:lnTo>
                    <a:pt x="4123" y="2614"/>
                  </a:lnTo>
                  <a:lnTo>
                    <a:pt x="4123" y="2495"/>
                  </a:lnTo>
                  <a:lnTo>
                    <a:pt x="4138" y="2286"/>
                  </a:lnTo>
                  <a:lnTo>
                    <a:pt x="4182" y="2076"/>
                  </a:lnTo>
                  <a:lnTo>
                    <a:pt x="4182" y="2061"/>
                  </a:lnTo>
                  <a:lnTo>
                    <a:pt x="4212" y="1957"/>
                  </a:lnTo>
                  <a:lnTo>
                    <a:pt x="4332" y="1867"/>
                  </a:lnTo>
                  <a:lnTo>
                    <a:pt x="4406" y="1823"/>
                  </a:lnTo>
                  <a:lnTo>
                    <a:pt x="4466" y="1808"/>
                  </a:lnTo>
                  <a:lnTo>
                    <a:pt x="4526" y="1778"/>
                  </a:lnTo>
                  <a:lnTo>
                    <a:pt x="4615" y="1733"/>
                  </a:lnTo>
                  <a:lnTo>
                    <a:pt x="4750" y="1748"/>
                  </a:lnTo>
                  <a:lnTo>
                    <a:pt x="4854" y="1823"/>
                  </a:lnTo>
                  <a:lnTo>
                    <a:pt x="4869" y="1823"/>
                  </a:lnTo>
                  <a:lnTo>
                    <a:pt x="4899" y="1852"/>
                  </a:lnTo>
                  <a:lnTo>
                    <a:pt x="4959" y="1882"/>
                  </a:lnTo>
                  <a:lnTo>
                    <a:pt x="4989" y="1897"/>
                  </a:lnTo>
                  <a:lnTo>
                    <a:pt x="5004" y="1897"/>
                  </a:lnTo>
                  <a:lnTo>
                    <a:pt x="5004" y="1882"/>
                  </a:lnTo>
                  <a:lnTo>
                    <a:pt x="5004" y="1882"/>
                  </a:lnTo>
                  <a:lnTo>
                    <a:pt x="5004" y="1867"/>
                  </a:lnTo>
                  <a:lnTo>
                    <a:pt x="4974" y="1793"/>
                  </a:lnTo>
                  <a:lnTo>
                    <a:pt x="4914" y="1718"/>
                  </a:lnTo>
                  <a:lnTo>
                    <a:pt x="4839" y="1643"/>
                  </a:lnTo>
                  <a:lnTo>
                    <a:pt x="4720" y="1584"/>
                  </a:lnTo>
                  <a:lnTo>
                    <a:pt x="4571" y="1524"/>
                  </a:lnTo>
                  <a:lnTo>
                    <a:pt x="4421" y="1509"/>
                  </a:lnTo>
                  <a:lnTo>
                    <a:pt x="4406" y="1509"/>
                  </a:lnTo>
                  <a:lnTo>
                    <a:pt x="4302" y="1509"/>
                  </a:lnTo>
                  <a:lnTo>
                    <a:pt x="4197" y="1464"/>
                  </a:lnTo>
                  <a:lnTo>
                    <a:pt x="4152" y="1419"/>
                  </a:lnTo>
                  <a:lnTo>
                    <a:pt x="4093" y="1360"/>
                  </a:lnTo>
                  <a:lnTo>
                    <a:pt x="4018" y="1270"/>
                  </a:lnTo>
                  <a:lnTo>
                    <a:pt x="3973" y="1210"/>
                  </a:lnTo>
                  <a:lnTo>
                    <a:pt x="3914" y="1150"/>
                  </a:lnTo>
                  <a:lnTo>
                    <a:pt x="3824" y="1046"/>
                  </a:lnTo>
                  <a:lnTo>
                    <a:pt x="3734" y="897"/>
                  </a:lnTo>
                  <a:lnTo>
                    <a:pt x="3645" y="747"/>
                  </a:lnTo>
                  <a:lnTo>
                    <a:pt x="3600" y="628"/>
                  </a:lnTo>
                  <a:lnTo>
                    <a:pt x="3540" y="508"/>
                  </a:lnTo>
                  <a:lnTo>
                    <a:pt x="3391" y="374"/>
                  </a:lnTo>
                  <a:lnTo>
                    <a:pt x="3256" y="225"/>
                  </a:lnTo>
                  <a:lnTo>
                    <a:pt x="3152" y="75"/>
                  </a:lnTo>
                  <a:lnTo>
                    <a:pt x="3152" y="60"/>
                  </a:lnTo>
                  <a:lnTo>
                    <a:pt x="3137" y="60"/>
                  </a:lnTo>
                  <a:lnTo>
                    <a:pt x="3137" y="45"/>
                  </a:lnTo>
                  <a:lnTo>
                    <a:pt x="3122" y="45"/>
                  </a:lnTo>
                  <a:lnTo>
                    <a:pt x="3107" y="30"/>
                  </a:lnTo>
                  <a:lnTo>
                    <a:pt x="3092" y="30"/>
                  </a:lnTo>
                  <a:lnTo>
                    <a:pt x="3077" y="30"/>
                  </a:lnTo>
                  <a:lnTo>
                    <a:pt x="3032" y="135"/>
                  </a:lnTo>
                  <a:lnTo>
                    <a:pt x="2883" y="359"/>
                  </a:lnTo>
                  <a:lnTo>
                    <a:pt x="2778" y="434"/>
                  </a:lnTo>
                  <a:lnTo>
                    <a:pt x="2659" y="523"/>
                  </a:lnTo>
                  <a:lnTo>
                    <a:pt x="2644" y="568"/>
                  </a:lnTo>
                  <a:lnTo>
                    <a:pt x="2629" y="598"/>
                  </a:lnTo>
                  <a:lnTo>
                    <a:pt x="2614" y="643"/>
                  </a:lnTo>
                  <a:lnTo>
                    <a:pt x="2569" y="717"/>
                  </a:lnTo>
                  <a:lnTo>
                    <a:pt x="2480" y="777"/>
                  </a:lnTo>
                  <a:lnTo>
                    <a:pt x="2405" y="762"/>
                  </a:lnTo>
                  <a:lnTo>
                    <a:pt x="2375" y="762"/>
                  </a:lnTo>
                  <a:lnTo>
                    <a:pt x="2226" y="732"/>
                  </a:lnTo>
                  <a:lnTo>
                    <a:pt x="2032" y="613"/>
                  </a:lnTo>
                  <a:lnTo>
                    <a:pt x="1763" y="389"/>
                  </a:lnTo>
                  <a:lnTo>
                    <a:pt x="1599" y="239"/>
                  </a:lnTo>
                  <a:lnTo>
                    <a:pt x="1599" y="225"/>
                  </a:lnTo>
                  <a:lnTo>
                    <a:pt x="1479" y="45"/>
                  </a:lnTo>
                  <a:lnTo>
                    <a:pt x="1419" y="0"/>
                  </a:lnTo>
                  <a:lnTo>
                    <a:pt x="1390" y="15"/>
                  </a:lnTo>
                  <a:lnTo>
                    <a:pt x="1360" y="30"/>
                  </a:lnTo>
                  <a:lnTo>
                    <a:pt x="1345" y="60"/>
                  </a:lnTo>
                  <a:lnTo>
                    <a:pt x="1300" y="60"/>
                  </a:lnTo>
                  <a:lnTo>
                    <a:pt x="1285" y="60"/>
                  </a:lnTo>
                  <a:lnTo>
                    <a:pt x="1270" y="30"/>
                  </a:lnTo>
                  <a:lnTo>
                    <a:pt x="1255" y="30"/>
                  </a:lnTo>
                  <a:lnTo>
                    <a:pt x="1240" y="15"/>
                  </a:lnTo>
                  <a:lnTo>
                    <a:pt x="1151" y="15"/>
                  </a:lnTo>
                  <a:lnTo>
                    <a:pt x="1121" y="30"/>
                  </a:lnTo>
                  <a:lnTo>
                    <a:pt x="1106" y="30"/>
                  </a:lnTo>
                  <a:lnTo>
                    <a:pt x="1106" y="30"/>
                  </a:lnTo>
                  <a:lnTo>
                    <a:pt x="1076" y="60"/>
                  </a:lnTo>
                  <a:lnTo>
                    <a:pt x="1046" y="75"/>
                  </a:lnTo>
                  <a:lnTo>
                    <a:pt x="1001" y="105"/>
                  </a:lnTo>
                  <a:lnTo>
                    <a:pt x="986" y="150"/>
                  </a:lnTo>
                  <a:lnTo>
                    <a:pt x="986" y="210"/>
                  </a:lnTo>
                  <a:lnTo>
                    <a:pt x="1106" y="269"/>
                  </a:lnTo>
                  <a:lnTo>
                    <a:pt x="1180" y="314"/>
                  </a:lnTo>
                  <a:lnTo>
                    <a:pt x="1270" y="389"/>
                  </a:lnTo>
                  <a:lnTo>
                    <a:pt x="1419" y="493"/>
                  </a:lnTo>
                  <a:lnTo>
                    <a:pt x="1479" y="598"/>
                  </a:lnTo>
                  <a:lnTo>
                    <a:pt x="1509" y="702"/>
                  </a:lnTo>
                  <a:lnTo>
                    <a:pt x="1479" y="822"/>
                  </a:lnTo>
                  <a:lnTo>
                    <a:pt x="1449" y="882"/>
                  </a:lnTo>
                  <a:lnTo>
                    <a:pt x="1404" y="926"/>
                  </a:lnTo>
                  <a:lnTo>
                    <a:pt x="1360" y="941"/>
                  </a:lnTo>
                  <a:lnTo>
                    <a:pt x="1315" y="956"/>
                  </a:lnTo>
                  <a:lnTo>
                    <a:pt x="1270" y="956"/>
                  </a:lnTo>
                  <a:lnTo>
                    <a:pt x="1225" y="941"/>
                  </a:lnTo>
                  <a:lnTo>
                    <a:pt x="1166" y="897"/>
                  </a:lnTo>
                  <a:lnTo>
                    <a:pt x="1136" y="852"/>
                  </a:lnTo>
                  <a:lnTo>
                    <a:pt x="1076" y="822"/>
                  </a:lnTo>
                  <a:lnTo>
                    <a:pt x="942" y="807"/>
                  </a:lnTo>
                  <a:lnTo>
                    <a:pt x="882" y="807"/>
                  </a:lnTo>
                  <a:lnTo>
                    <a:pt x="807" y="807"/>
                  </a:lnTo>
                  <a:lnTo>
                    <a:pt x="762" y="792"/>
                  </a:lnTo>
                  <a:lnTo>
                    <a:pt x="673" y="792"/>
                  </a:lnTo>
                  <a:lnTo>
                    <a:pt x="553" y="732"/>
                  </a:lnTo>
                  <a:lnTo>
                    <a:pt x="493" y="658"/>
                  </a:lnTo>
                  <a:lnTo>
                    <a:pt x="434" y="583"/>
                  </a:lnTo>
                  <a:lnTo>
                    <a:pt x="314" y="508"/>
                  </a:lnTo>
                  <a:lnTo>
                    <a:pt x="225" y="478"/>
                  </a:lnTo>
                  <a:lnTo>
                    <a:pt x="150" y="478"/>
                  </a:lnTo>
                  <a:lnTo>
                    <a:pt x="45" y="523"/>
                  </a:lnTo>
                  <a:lnTo>
                    <a:pt x="1" y="583"/>
                  </a:lnTo>
                  <a:lnTo>
                    <a:pt x="60" y="658"/>
                  </a:lnTo>
                  <a:lnTo>
                    <a:pt x="60" y="792"/>
                  </a:lnTo>
                  <a:lnTo>
                    <a:pt x="60" y="792"/>
                  </a:lnTo>
                  <a:lnTo>
                    <a:pt x="60" y="792"/>
                  </a:lnTo>
                  <a:lnTo>
                    <a:pt x="60" y="792"/>
                  </a:lnTo>
                  <a:lnTo>
                    <a:pt x="75" y="777"/>
                  </a:lnTo>
                  <a:lnTo>
                    <a:pt x="120" y="777"/>
                  </a:lnTo>
                  <a:lnTo>
                    <a:pt x="165" y="837"/>
                  </a:lnTo>
                  <a:lnTo>
                    <a:pt x="180" y="852"/>
                  </a:lnTo>
                  <a:lnTo>
                    <a:pt x="180" y="882"/>
                  </a:lnTo>
                  <a:lnTo>
                    <a:pt x="195" y="867"/>
                  </a:lnTo>
                  <a:lnTo>
                    <a:pt x="210" y="867"/>
                  </a:lnTo>
                  <a:lnTo>
                    <a:pt x="255" y="867"/>
                  </a:lnTo>
                  <a:lnTo>
                    <a:pt x="314" y="897"/>
                  </a:lnTo>
                  <a:lnTo>
                    <a:pt x="389" y="941"/>
                  </a:lnTo>
                  <a:lnTo>
                    <a:pt x="449" y="1001"/>
                  </a:lnTo>
                  <a:lnTo>
                    <a:pt x="523" y="1091"/>
                  </a:lnTo>
                  <a:lnTo>
                    <a:pt x="538" y="1165"/>
                  </a:lnTo>
                  <a:lnTo>
                    <a:pt x="523" y="1255"/>
                  </a:lnTo>
                  <a:lnTo>
                    <a:pt x="493" y="1300"/>
                  </a:lnTo>
                  <a:lnTo>
                    <a:pt x="464" y="1315"/>
                  </a:lnTo>
                  <a:lnTo>
                    <a:pt x="464" y="1360"/>
                  </a:lnTo>
                  <a:lnTo>
                    <a:pt x="464" y="1419"/>
                  </a:lnTo>
                  <a:lnTo>
                    <a:pt x="493" y="1479"/>
                  </a:lnTo>
                  <a:lnTo>
                    <a:pt x="538" y="1554"/>
                  </a:lnTo>
                  <a:lnTo>
                    <a:pt x="628" y="1613"/>
                  </a:lnTo>
                  <a:lnTo>
                    <a:pt x="703" y="1673"/>
                  </a:lnTo>
                  <a:lnTo>
                    <a:pt x="792" y="1718"/>
                  </a:lnTo>
                  <a:lnTo>
                    <a:pt x="882" y="1778"/>
                  </a:lnTo>
                  <a:lnTo>
                    <a:pt x="1016" y="1882"/>
                  </a:lnTo>
                  <a:lnTo>
                    <a:pt x="1046" y="1942"/>
                  </a:lnTo>
                  <a:lnTo>
                    <a:pt x="1046" y="1972"/>
                  </a:lnTo>
                  <a:lnTo>
                    <a:pt x="1046" y="2002"/>
                  </a:lnTo>
                  <a:lnTo>
                    <a:pt x="1031" y="2061"/>
                  </a:lnTo>
                  <a:lnTo>
                    <a:pt x="1001" y="2136"/>
                  </a:lnTo>
                  <a:lnTo>
                    <a:pt x="942" y="2196"/>
                  </a:lnTo>
                  <a:lnTo>
                    <a:pt x="882" y="2226"/>
                  </a:lnTo>
                  <a:lnTo>
                    <a:pt x="882" y="2226"/>
                  </a:lnTo>
                  <a:lnTo>
                    <a:pt x="867" y="2226"/>
                  </a:lnTo>
                  <a:lnTo>
                    <a:pt x="852" y="2226"/>
                  </a:lnTo>
                  <a:lnTo>
                    <a:pt x="837" y="2226"/>
                  </a:lnTo>
                  <a:lnTo>
                    <a:pt x="822" y="2241"/>
                  </a:lnTo>
                  <a:lnTo>
                    <a:pt x="822" y="2241"/>
                  </a:lnTo>
                  <a:lnTo>
                    <a:pt x="822" y="2256"/>
                  </a:lnTo>
                  <a:lnTo>
                    <a:pt x="852" y="2286"/>
                  </a:lnTo>
                  <a:lnTo>
                    <a:pt x="956" y="2360"/>
                  </a:lnTo>
                  <a:lnTo>
                    <a:pt x="1046" y="2405"/>
                  </a:lnTo>
                  <a:lnTo>
                    <a:pt x="1091" y="2435"/>
                  </a:lnTo>
                  <a:lnTo>
                    <a:pt x="1166" y="2480"/>
                  </a:lnTo>
                  <a:lnTo>
                    <a:pt x="1180" y="2480"/>
                  </a:lnTo>
                  <a:lnTo>
                    <a:pt x="1315" y="2569"/>
                  </a:lnTo>
                  <a:lnTo>
                    <a:pt x="1464" y="2614"/>
                  </a:lnTo>
                  <a:lnTo>
                    <a:pt x="1569" y="2614"/>
                  </a:lnTo>
                  <a:lnTo>
                    <a:pt x="1629" y="2644"/>
                  </a:lnTo>
                  <a:lnTo>
                    <a:pt x="1658" y="2674"/>
                  </a:lnTo>
                  <a:lnTo>
                    <a:pt x="1658" y="2704"/>
                  </a:lnTo>
                  <a:lnTo>
                    <a:pt x="1658" y="2748"/>
                  </a:lnTo>
                  <a:lnTo>
                    <a:pt x="1629" y="2808"/>
                  </a:lnTo>
                  <a:lnTo>
                    <a:pt x="1599" y="2838"/>
                  </a:lnTo>
                  <a:lnTo>
                    <a:pt x="1584" y="2868"/>
                  </a:lnTo>
                  <a:lnTo>
                    <a:pt x="1554" y="2898"/>
                  </a:lnTo>
                  <a:lnTo>
                    <a:pt x="1539" y="2928"/>
                  </a:lnTo>
                  <a:lnTo>
                    <a:pt x="1569" y="2943"/>
                  </a:lnTo>
                  <a:lnTo>
                    <a:pt x="1599" y="2943"/>
                  </a:lnTo>
                  <a:lnTo>
                    <a:pt x="1658" y="2958"/>
                  </a:lnTo>
                  <a:lnTo>
                    <a:pt x="1688" y="2987"/>
                  </a:lnTo>
                  <a:lnTo>
                    <a:pt x="1733" y="3002"/>
                  </a:lnTo>
                  <a:lnTo>
                    <a:pt x="1748" y="3047"/>
                  </a:lnTo>
                  <a:lnTo>
                    <a:pt x="1748" y="3077"/>
                  </a:lnTo>
                  <a:lnTo>
                    <a:pt x="1733" y="3122"/>
                  </a:lnTo>
                  <a:lnTo>
                    <a:pt x="1718" y="3152"/>
                  </a:lnTo>
                  <a:lnTo>
                    <a:pt x="1703" y="3211"/>
                  </a:lnTo>
                  <a:lnTo>
                    <a:pt x="1703" y="3256"/>
                  </a:lnTo>
                  <a:lnTo>
                    <a:pt x="1718" y="3331"/>
                  </a:lnTo>
                  <a:lnTo>
                    <a:pt x="1733" y="3391"/>
                  </a:lnTo>
                  <a:lnTo>
                    <a:pt x="1733" y="3421"/>
                  </a:lnTo>
                  <a:lnTo>
                    <a:pt x="1897" y="3286"/>
                  </a:lnTo>
                  <a:lnTo>
                    <a:pt x="2091" y="3077"/>
                  </a:lnTo>
                  <a:lnTo>
                    <a:pt x="2271" y="2898"/>
                  </a:lnTo>
                  <a:lnTo>
                    <a:pt x="2390" y="2778"/>
                  </a:lnTo>
                  <a:lnTo>
                    <a:pt x="2629" y="2614"/>
                  </a:lnTo>
                  <a:lnTo>
                    <a:pt x="2793" y="2495"/>
                  </a:lnTo>
                  <a:lnTo>
                    <a:pt x="2823" y="2480"/>
                  </a:lnTo>
                  <a:lnTo>
                    <a:pt x="2823" y="2465"/>
                  </a:lnTo>
                  <a:lnTo>
                    <a:pt x="2853" y="2450"/>
                  </a:lnTo>
                  <a:lnTo>
                    <a:pt x="2868" y="2465"/>
                  </a:lnTo>
                  <a:lnTo>
                    <a:pt x="3062" y="2614"/>
                  </a:lnTo>
                  <a:lnTo>
                    <a:pt x="3286" y="2808"/>
                  </a:lnTo>
                  <a:lnTo>
                    <a:pt x="3316" y="2853"/>
                  </a:lnTo>
                  <a:lnTo>
                    <a:pt x="3316" y="2898"/>
                  </a:lnTo>
                  <a:lnTo>
                    <a:pt x="3316" y="2958"/>
                  </a:lnTo>
                  <a:lnTo>
                    <a:pt x="3241" y="3017"/>
                  </a:lnTo>
                  <a:lnTo>
                    <a:pt x="3197" y="3032"/>
                  </a:lnTo>
                  <a:lnTo>
                    <a:pt x="3197" y="3062"/>
                  </a:lnTo>
                  <a:lnTo>
                    <a:pt x="3182" y="3092"/>
                  </a:lnTo>
                  <a:lnTo>
                    <a:pt x="3197" y="3137"/>
                  </a:lnTo>
                  <a:lnTo>
                    <a:pt x="3212" y="3167"/>
                  </a:lnTo>
                  <a:lnTo>
                    <a:pt x="3241" y="3197"/>
                  </a:lnTo>
                  <a:lnTo>
                    <a:pt x="3286" y="3226"/>
                  </a:lnTo>
                  <a:lnTo>
                    <a:pt x="3331" y="3286"/>
                  </a:lnTo>
                  <a:lnTo>
                    <a:pt x="3346" y="3346"/>
                  </a:lnTo>
                  <a:lnTo>
                    <a:pt x="3346" y="3391"/>
                  </a:lnTo>
                  <a:lnTo>
                    <a:pt x="3331" y="3435"/>
                  </a:lnTo>
                  <a:lnTo>
                    <a:pt x="3301" y="3465"/>
                  </a:lnTo>
                  <a:lnTo>
                    <a:pt x="3241" y="3495"/>
                  </a:lnTo>
                  <a:lnTo>
                    <a:pt x="3122" y="3510"/>
                  </a:lnTo>
                  <a:lnTo>
                    <a:pt x="3092" y="3525"/>
                  </a:lnTo>
                  <a:lnTo>
                    <a:pt x="3092" y="3525"/>
                  </a:lnTo>
                  <a:lnTo>
                    <a:pt x="3092" y="3525"/>
                  </a:lnTo>
                  <a:lnTo>
                    <a:pt x="3107" y="3540"/>
                  </a:lnTo>
                  <a:lnTo>
                    <a:pt x="3122" y="3570"/>
                  </a:lnTo>
                  <a:lnTo>
                    <a:pt x="3152" y="3600"/>
                  </a:lnTo>
                  <a:lnTo>
                    <a:pt x="3167" y="3600"/>
                  </a:lnTo>
                  <a:lnTo>
                    <a:pt x="3182" y="3615"/>
                  </a:lnTo>
                  <a:lnTo>
                    <a:pt x="3256" y="3645"/>
                  </a:lnTo>
                  <a:lnTo>
                    <a:pt x="3346" y="3749"/>
                  </a:lnTo>
                  <a:lnTo>
                    <a:pt x="3391" y="3794"/>
                  </a:lnTo>
                  <a:lnTo>
                    <a:pt x="3451" y="3809"/>
                  </a:lnTo>
                  <a:lnTo>
                    <a:pt x="3525" y="3854"/>
                  </a:lnTo>
                  <a:lnTo>
                    <a:pt x="3585" y="3898"/>
                  </a:lnTo>
                  <a:lnTo>
                    <a:pt x="3630" y="3958"/>
                  </a:lnTo>
                  <a:lnTo>
                    <a:pt x="3660" y="4018"/>
                  </a:lnTo>
                  <a:lnTo>
                    <a:pt x="3704" y="4093"/>
                  </a:lnTo>
                  <a:lnTo>
                    <a:pt x="3734" y="4108"/>
                  </a:lnTo>
                  <a:lnTo>
                    <a:pt x="3764" y="4108"/>
                  </a:lnTo>
                  <a:lnTo>
                    <a:pt x="3779" y="4108"/>
                  </a:lnTo>
                  <a:lnTo>
                    <a:pt x="3824" y="4093"/>
                  </a:lnTo>
                  <a:lnTo>
                    <a:pt x="3869" y="4078"/>
                  </a:lnTo>
                  <a:lnTo>
                    <a:pt x="3899" y="4078"/>
                  </a:lnTo>
                  <a:lnTo>
                    <a:pt x="3914" y="4078"/>
                  </a:lnTo>
                  <a:lnTo>
                    <a:pt x="3884" y="3958"/>
                  </a:lnTo>
                  <a:lnTo>
                    <a:pt x="3854" y="3824"/>
                  </a:lnTo>
                  <a:lnTo>
                    <a:pt x="3824" y="3734"/>
                  </a:lnTo>
                  <a:lnTo>
                    <a:pt x="3794" y="3674"/>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62"/>
            <p:cNvSpPr/>
            <p:nvPr/>
          </p:nvSpPr>
          <p:spPr>
            <a:xfrm>
              <a:off x="2685375" y="2234525"/>
              <a:ext cx="439875" cy="190075"/>
            </a:xfrm>
            <a:custGeom>
              <a:rect b="b" l="l" r="r" t="t"/>
              <a:pathLst>
                <a:path extrusionOk="0" h="7603" w="17595">
                  <a:moveTo>
                    <a:pt x="822" y="0"/>
                  </a:moveTo>
                  <a:lnTo>
                    <a:pt x="778" y="45"/>
                  </a:lnTo>
                  <a:lnTo>
                    <a:pt x="658" y="150"/>
                  </a:lnTo>
                  <a:lnTo>
                    <a:pt x="434" y="194"/>
                  </a:lnTo>
                  <a:lnTo>
                    <a:pt x="374" y="194"/>
                  </a:lnTo>
                  <a:lnTo>
                    <a:pt x="330" y="209"/>
                  </a:lnTo>
                  <a:lnTo>
                    <a:pt x="285" y="209"/>
                  </a:lnTo>
                  <a:lnTo>
                    <a:pt x="255" y="239"/>
                  </a:lnTo>
                  <a:lnTo>
                    <a:pt x="240" y="254"/>
                  </a:lnTo>
                  <a:lnTo>
                    <a:pt x="210" y="299"/>
                  </a:lnTo>
                  <a:lnTo>
                    <a:pt x="195" y="359"/>
                  </a:lnTo>
                  <a:lnTo>
                    <a:pt x="195" y="433"/>
                  </a:lnTo>
                  <a:lnTo>
                    <a:pt x="225" y="463"/>
                  </a:lnTo>
                  <a:lnTo>
                    <a:pt x="225" y="478"/>
                  </a:lnTo>
                  <a:lnTo>
                    <a:pt x="374" y="643"/>
                  </a:lnTo>
                  <a:lnTo>
                    <a:pt x="479" y="822"/>
                  </a:lnTo>
                  <a:lnTo>
                    <a:pt x="434" y="881"/>
                  </a:lnTo>
                  <a:lnTo>
                    <a:pt x="404" y="911"/>
                  </a:lnTo>
                  <a:lnTo>
                    <a:pt x="344" y="941"/>
                  </a:lnTo>
                  <a:lnTo>
                    <a:pt x="270" y="971"/>
                  </a:lnTo>
                  <a:lnTo>
                    <a:pt x="165" y="1150"/>
                  </a:lnTo>
                  <a:lnTo>
                    <a:pt x="165" y="1330"/>
                  </a:lnTo>
                  <a:lnTo>
                    <a:pt x="165" y="1434"/>
                  </a:lnTo>
                  <a:lnTo>
                    <a:pt x="120" y="1539"/>
                  </a:lnTo>
                  <a:lnTo>
                    <a:pt x="91" y="1598"/>
                  </a:lnTo>
                  <a:lnTo>
                    <a:pt x="46" y="1628"/>
                  </a:lnTo>
                  <a:lnTo>
                    <a:pt x="31" y="1658"/>
                  </a:lnTo>
                  <a:lnTo>
                    <a:pt x="1" y="1673"/>
                  </a:lnTo>
                  <a:lnTo>
                    <a:pt x="1" y="1688"/>
                  </a:lnTo>
                  <a:lnTo>
                    <a:pt x="1" y="1718"/>
                  </a:lnTo>
                  <a:lnTo>
                    <a:pt x="31" y="1778"/>
                  </a:lnTo>
                  <a:lnTo>
                    <a:pt x="120" y="1807"/>
                  </a:lnTo>
                  <a:lnTo>
                    <a:pt x="165" y="1807"/>
                  </a:lnTo>
                  <a:lnTo>
                    <a:pt x="210" y="1822"/>
                  </a:lnTo>
                  <a:lnTo>
                    <a:pt x="300" y="1837"/>
                  </a:lnTo>
                  <a:lnTo>
                    <a:pt x="389" y="1837"/>
                  </a:lnTo>
                  <a:lnTo>
                    <a:pt x="479" y="1822"/>
                  </a:lnTo>
                  <a:lnTo>
                    <a:pt x="554" y="1778"/>
                  </a:lnTo>
                  <a:lnTo>
                    <a:pt x="598" y="1763"/>
                  </a:lnTo>
                  <a:lnTo>
                    <a:pt x="643" y="1748"/>
                  </a:lnTo>
                  <a:lnTo>
                    <a:pt x="688" y="1748"/>
                  </a:lnTo>
                  <a:lnTo>
                    <a:pt x="718" y="1763"/>
                  </a:lnTo>
                  <a:lnTo>
                    <a:pt x="748" y="1778"/>
                  </a:lnTo>
                  <a:lnTo>
                    <a:pt x="763" y="1807"/>
                  </a:lnTo>
                  <a:lnTo>
                    <a:pt x="778" y="1822"/>
                  </a:lnTo>
                  <a:lnTo>
                    <a:pt x="778" y="1852"/>
                  </a:lnTo>
                  <a:lnTo>
                    <a:pt x="778" y="1897"/>
                  </a:lnTo>
                  <a:lnTo>
                    <a:pt x="792" y="1927"/>
                  </a:lnTo>
                  <a:lnTo>
                    <a:pt x="807" y="1957"/>
                  </a:lnTo>
                  <a:lnTo>
                    <a:pt x="807" y="1972"/>
                  </a:lnTo>
                  <a:lnTo>
                    <a:pt x="852" y="1972"/>
                  </a:lnTo>
                  <a:lnTo>
                    <a:pt x="867" y="1957"/>
                  </a:lnTo>
                  <a:lnTo>
                    <a:pt x="882" y="1942"/>
                  </a:lnTo>
                  <a:lnTo>
                    <a:pt x="942" y="1897"/>
                  </a:lnTo>
                  <a:lnTo>
                    <a:pt x="1002" y="1837"/>
                  </a:lnTo>
                  <a:lnTo>
                    <a:pt x="1061" y="1778"/>
                  </a:lnTo>
                  <a:lnTo>
                    <a:pt x="1136" y="1718"/>
                  </a:lnTo>
                  <a:lnTo>
                    <a:pt x="1211" y="1643"/>
                  </a:lnTo>
                  <a:lnTo>
                    <a:pt x="1226" y="1568"/>
                  </a:lnTo>
                  <a:lnTo>
                    <a:pt x="1226" y="1524"/>
                  </a:lnTo>
                  <a:lnTo>
                    <a:pt x="1255" y="1464"/>
                  </a:lnTo>
                  <a:lnTo>
                    <a:pt x="1285" y="1404"/>
                  </a:lnTo>
                  <a:lnTo>
                    <a:pt x="1375" y="1374"/>
                  </a:lnTo>
                  <a:lnTo>
                    <a:pt x="1420" y="1374"/>
                  </a:lnTo>
                  <a:lnTo>
                    <a:pt x="1450" y="1389"/>
                  </a:lnTo>
                  <a:lnTo>
                    <a:pt x="1584" y="1389"/>
                  </a:lnTo>
                  <a:lnTo>
                    <a:pt x="1659" y="1434"/>
                  </a:lnTo>
                  <a:lnTo>
                    <a:pt x="1659" y="1449"/>
                  </a:lnTo>
                  <a:lnTo>
                    <a:pt x="1689" y="1449"/>
                  </a:lnTo>
                  <a:lnTo>
                    <a:pt x="1718" y="1434"/>
                  </a:lnTo>
                  <a:lnTo>
                    <a:pt x="1733" y="1404"/>
                  </a:lnTo>
                  <a:lnTo>
                    <a:pt x="1763" y="1374"/>
                  </a:lnTo>
                  <a:lnTo>
                    <a:pt x="1793" y="1344"/>
                  </a:lnTo>
                  <a:lnTo>
                    <a:pt x="1823" y="1300"/>
                  </a:lnTo>
                  <a:lnTo>
                    <a:pt x="1883" y="1285"/>
                  </a:lnTo>
                  <a:lnTo>
                    <a:pt x="1972" y="1285"/>
                  </a:lnTo>
                  <a:lnTo>
                    <a:pt x="2047" y="1315"/>
                  </a:lnTo>
                  <a:lnTo>
                    <a:pt x="2122" y="1330"/>
                  </a:lnTo>
                  <a:lnTo>
                    <a:pt x="2301" y="1330"/>
                  </a:lnTo>
                  <a:lnTo>
                    <a:pt x="2331" y="1344"/>
                  </a:lnTo>
                  <a:lnTo>
                    <a:pt x="2346" y="1374"/>
                  </a:lnTo>
                  <a:lnTo>
                    <a:pt x="2361" y="1404"/>
                  </a:lnTo>
                  <a:lnTo>
                    <a:pt x="2420" y="1419"/>
                  </a:lnTo>
                  <a:lnTo>
                    <a:pt x="2555" y="1419"/>
                  </a:lnTo>
                  <a:lnTo>
                    <a:pt x="2749" y="1449"/>
                  </a:lnTo>
                  <a:lnTo>
                    <a:pt x="2853" y="1479"/>
                  </a:lnTo>
                  <a:lnTo>
                    <a:pt x="2898" y="1509"/>
                  </a:lnTo>
                  <a:lnTo>
                    <a:pt x="2913" y="1539"/>
                  </a:lnTo>
                  <a:lnTo>
                    <a:pt x="2928" y="1568"/>
                  </a:lnTo>
                  <a:lnTo>
                    <a:pt x="2943" y="1613"/>
                  </a:lnTo>
                  <a:lnTo>
                    <a:pt x="3048" y="1688"/>
                  </a:lnTo>
                  <a:lnTo>
                    <a:pt x="3182" y="1688"/>
                  </a:lnTo>
                  <a:lnTo>
                    <a:pt x="3391" y="1658"/>
                  </a:lnTo>
                  <a:lnTo>
                    <a:pt x="3526" y="1673"/>
                  </a:lnTo>
                  <a:lnTo>
                    <a:pt x="3555" y="1688"/>
                  </a:lnTo>
                  <a:lnTo>
                    <a:pt x="3555" y="1718"/>
                  </a:lnTo>
                  <a:lnTo>
                    <a:pt x="3496" y="1778"/>
                  </a:lnTo>
                  <a:lnTo>
                    <a:pt x="3331" y="1792"/>
                  </a:lnTo>
                  <a:lnTo>
                    <a:pt x="3182" y="1792"/>
                  </a:lnTo>
                  <a:lnTo>
                    <a:pt x="3003" y="1807"/>
                  </a:lnTo>
                  <a:lnTo>
                    <a:pt x="2928" y="1837"/>
                  </a:lnTo>
                  <a:lnTo>
                    <a:pt x="2853" y="1867"/>
                  </a:lnTo>
                  <a:lnTo>
                    <a:pt x="2704" y="1867"/>
                  </a:lnTo>
                  <a:lnTo>
                    <a:pt x="2644" y="1882"/>
                  </a:lnTo>
                  <a:lnTo>
                    <a:pt x="2615" y="1897"/>
                  </a:lnTo>
                  <a:lnTo>
                    <a:pt x="2600" y="1912"/>
                  </a:lnTo>
                  <a:lnTo>
                    <a:pt x="2585" y="1927"/>
                  </a:lnTo>
                  <a:lnTo>
                    <a:pt x="2600" y="1942"/>
                  </a:lnTo>
                  <a:lnTo>
                    <a:pt x="2615" y="1957"/>
                  </a:lnTo>
                  <a:lnTo>
                    <a:pt x="2644" y="1987"/>
                  </a:lnTo>
                  <a:lnTo>
                    <a:pt x="2704" y="2002"/>
                  </a:lnTo>
                  <a:lnTo>
                    <a:pt x="2824" y="2046"/>
                  </a:lnTo>
                  <a:lnTo>
                    <a:pt x="2853" y="2121"/>
                  </a:lnTo>
                  <a:lnTo>
                    <a:pt x="2824" y="2166"/>
                  </a:lnTo>
                  <a:lnTo>
                    <a:pt x="2764" y="2181"/>
                  </a:lnTo>
                  <a:lnTo>
                    <a:pt x="2704" y="2196"/>
                  </a:lnTo>
                  <a:lnTo>
                    <a:pt x="2495" y="2196"/>
                  </a:lnTo>
                  <a:lnTo>
                    <a:pt x="2376" y="2211"/>
                  </a:lnTo>
                  <a:lnTo>
                    <a:pt x="2271" y="2181"/>
                  </a:lnTo>
                  <a:lnTo>
                    <a:pt x="2122" y="2151"/>
                  </a:lnTo>
                  <a:lnTo>
                    <a:pt x="1942" y="2166"/>
                  </a:lnTo>
                  <a:lnTo>
                    <a:pt x="1763" y="2166"/>
                  </a:lnTo>
                  <a:lnTo>
                    <a:pt x="1733" y="2121"/>
                  </a:lnTo>
                  <a:lnTo>
                    <a:pt x="1733" y="2091"/>
                  </a:lnTo>
                  <a:lnTo>
                    <a:pt x="1733" y="2076"/>
                  </a:lnTo>
                  <a:lnTo>
                    <a:pt x="1733" y="2046"/>
                  </a:lnTo>
                  <a:lnTo>
                    <a:pt x="1718" y="2031"/>
                  </a:lnTo>
                  <a:lnTo>
                    <a:pt x="1704" y="2017"/>
                  </a:lnTo>
                  <a:lnTo>
                    <a:pt x="1659" y="2017"/>
                  </a:lnTo>
                  <a:lnTo>
                    <a:pt x="1644" y="2031"/>
                  </a:lnTo>
                  <a:lnTo>
                    <a:pt x="1629" y="2046"/>
                  </a:lnTo>
                  <a:lnTo>
                    <a:pt x="1614" y="2061"/>
                  </a:lnTo>
                  <a:lnTo>
                    <a:pt x="1629" y="2061"/>
                  </a:lnTo>
                  <a:lnTo>
                    <a:pt x="1644" y="2091"/>
                  </a:lnTo>
                  <a:lnTo>
                    <a:pt x="1659" y="2106"/>
                  </a:lnTo>
                  <a:lnTo>
                    <a:pt x="1704" y="2136"/>
                  </a:lnTo>
                  <a:lnTo>
                    <a:pt x="1704" y="2196"/>
                  </a:lnTo>
                  <a:lnTo>
                    <a:pt x="1674" y="2226"/>
                  </a:lnTo>
                  <a:lnTo>
                    <a:pt x="1629" y="2255"/>
                  </a:lnTo>
                  <a:lnTo>
                    <a:pt x="1569" y="2270"/>
                  </a:lnTo>
                  <a:lnTo>
                    <a:pt x="1360" y="2270"/>
                  </a:lnTo>
                  <a:lnTo>
                    <a:pt x="1285" y="2255"/>
                  </a:lnTo>
                  <a:lnTo>
                    <a:pt x="1255" y="2226"/>
                  </a:lnTo>
                  <a:lnTo>
                    <a:pt x="1226" y="2211"/>
                  </a:lnTo>
                  <a:lnTo>
                    <a:pt x="1196" y="2196"/>
                  </a:lnTo>
                  <a:lnTo>
                    <a:pt x="1166" y="2181"/>
                  </a:lnTo>
                  <a:lnTo>
                    <a:pt x="1151" y="2151"/>
                  </a:lnTo>
                  <a:lnTo>
                    <a:pt x="1136" y="2121"/>
                  </a:lnTo>
                  <a:lnTo>
                    <a:pt x="1136" y="2106"/>
                  </a:lnTo>
                  <a:lnTo>
                    <a:pt x="1121" y="2091"/>
                  </a:lnTo>
                  <a:lnTo>
                    <a:pt x="1106" y="2076"/>
                  </a:lnTo>
                  <a:lnTo>
                    <a:pt x="1076" y="2106"/>
                  </a:lnTo>
                  <a:lnTo>
                    <a:pt x="1002" y="2151"/>
                  </a:lnTo>
                  <a:lnTo>
                    <a:pt x="927" y="2181"/>
                  </a:lnTo>
                  <a:lnTo>
                    <a:pt x="867" y="2196"/>
                  </a:lnTo>
                  <a:lnTo>
                    <a:pt x="792" y="2211"/>
                  </a:lnTo>
                  <a:lnTo>
                    <a:pt x="718" y="2211"/>
                  </a:lnTo>
                  <a:lnTo>
                    <a:pt x="658" y="2226"/>
                  </a:lnTo>
                  <a:lnTo>
                    <a:pt x="613" y="2241"/>
                  </a:lnTo>
                  <a:lnTo>
                    <a:pt x="583" y="2285"/>
                  </a:lnTo>
                  <a:lnTo>
                    <a:pt x="554" y="2315"/>
                  </a:lnTo>
                  <a:lnTo>
                    <a:pt x="509" y="2345"/>
                  </a:lnTo>
                  <a:lnTo>
                    <a:pt x="449" y="2390"/>
                  </a:lnTo>
                  <a:lnTo>
                    <a:pt x="419" y="2465"/>
                  </a:lnTo>
                  <a:lnTo>
                    <a:pt x="419" y="2479"/>
                  </a:lnTo>
                  <a:lnTo>
                    <a:pt x="419" y="2554"/>
                  </a:lnTo>
                  <a:lnTo>
                    <a:pt x="374" y="2644"/>
                  </a:lnTo>
                  <a:lnTo>
                    <a:pt x="315" y="2659"/>
                  </a:lnTo>
                  <a:lnTo>
                    <a:pt x="300" y="2674"/>
                  </a:lnTo>
                  <a:lnTo>
                    <a:pt x="255" y="2718"/>
                  </a:lnTo>
                  <a:lnTo>
                    <a:pt x="240" y="2793"/>
                  </a:lnTo>
                  <a:lnTo>
                    <a:pt x="225" y="2883"/>
                  </a:lnTo>
                  <a:lnTo>
                    <a:pt x="255" y="2957"/>
                  </a:lnTo>
                  <a:lnTo>
                    <a:pt x="255" y="2972"/>
                  </a:lnTo>
                  <a:lnTo>
                    <a:pt x="255" y="2987"/>
                  </a:lnTo>
                  <a:lnTo>
                    <a:pt x="285" y="3062"/>
                  </a:lnTo>
                  <a:lnTo>
                    <a:pt x="225" y="3122"/>
                  </a:lnTo>
                  <a:lnTo>
                    <a:pt x="210" y="3152"/>
                  </a:lnTo>
                  <a:lnTo>
                    <a:pt x="195" y="3181"/>
                  </a:lnTo>
                  <a:lnTo>
                    <a:pt x="180" y="3196"/>
                  </a:lnTo>
                  <a:lnTo>
                    <a:pt x="180" y="3211"/>
                  </a:lnTo>
                  <a:lnTo>
                    <a:pt x="180" y="3226"/>
                  </a:lnTo>
                  <a:lnTo>
                    <a:pt x="210" y="3226"/>
                  </a:lnTo>
                  <a:lnTo>
                    <a:pt x="255" y="3241"/>
                  </a:lnTo>
                  <a:lnTo>
                    <a:pt x="315" y="3226"/>
                  </a:lnTo>
                  <a:lnTo>
                    <a:pt x="344" y="3196"/>
                  </a:lnTo>
                  <a:lnTo>
                    <a:pt x="404" y="3181"/>
                  </a:lnTo>
                  <a:lnTo>
                    <a:pt x="464" y="3166"/>
                  </a:lnTo>
                  <a:lnTo>
                    <a:pt x="539" y="3122"/>
                  </a:lnTo>
                  <a:lnTo>
                    <a:pt x="613" y="3092"/>
                  </a:lnTo>
                  <a:lnTo>
                    <a:pt x="688" y="3062"/>
                  </a:lnTo>
                  <a:lnTo>
                    <a:pt x="778" y="3047"/>
                  </a:lnTo>
                  <a:lnTo>
                    <a:pt x="867" y="3047"/>
                  </a:lnTo>
                  <a:lnTo>
                    <a:pt x="927" y="3077"/>
                  </a:lnTo>
                  <a:lnTo>
                    <a:pt x="942" y="3092"/>
                  </a:lnTo>
                  <a:lnTo>
                    <a:pt x="957" y="3107"/>
                  </a:lnTo>
                  <a:lnTo>
                    <a:pt x="972" y="3137"/>
                  </a:lnTo>
                  <a:lnTo>
                    <a:pt x="972" y="3166"/>
                  </a:lnTo>
                  <a:lnTo>
                    <a:pt x="957" y="3181"/>
                  </a:lnTo>
                  <a:lnTo>
                    <a:pt x="927" y="3196"/>
                  </a:lnTo>
                  <a:lnTo>
                    <a:pt x="912" y="3226"/>
                  </a:lnTo>
                  <a:lnTo>
                    <a:pt x="867" y="3256"/>
                  </a:lnTo>
                  <a:lnTo>
                    <a:pt x="807" y="3286"/>
                  </a:lnTo>
                  <a:lnTo>
                    <a:pt x="748" y="3346"/>
                  </a:lnTo>
                  <a:lnTo>
                    <a:pt x="718" y="3391"/>
                  </a:lnTo>
                  <a:lnTo>
                    <a:pt x="688" y="3480"/>
                  </a:lnTo>
                  <a:lnTo>
                    <a:pt x="718" y="3540"/>
                  </a:lnTo>
                  <a:lnTo>
                    <a:pt x="778" y="3600"/>
                  </a:lnTo>
                  <a:lnTo>
                    <a:pt x="807" y="3644"/>
                  </a:lnTo>
                  <a:lnTo>
                    <a:pt x="882" y="3719"/>
                  </a:lnTo>
                  <a:lnTo>
                    <a:pt x="867" y="3809"/>
                  </a:lnTo>
                  <a:lnTo>
                    <a:pt x="852" y="3883"/>
                  </a:lnTo>
                  <a:lnTo>
                    <a:pt x="882" y="3898"/>
                  </a:lnTo>
                  <a:lnTo>
                    <a:pt x="927" y="3913"/>
                  </a:lnTo>
                  <a:lnTo>
                    <a:pt x="1002" y="3898"/>
                  </a:lnTo>
                  <a:lnTo>
                    <a:pt x="1061" y="3883"/>
                  </a:lnTo>
                  <a:lnTo>
                    <a:pt x="1106" y="3898"/>
                  </a:lnTo>
                  <a:lnTo>
                    <a:pt x="1121" y="3913"/>
                  </a:lnTo>
                  <a:lnTo>
                    <a:pt x="1121" y="3928"/>
                  </a:lnTo>
                  <a:lnTo>
                    <a:pt x="1136" y="3943"/>
                  </a:lnTo>
                  <a:lnTo>
                    <a:pt x="1136" y="3958"/>
                  </a:lnTo>
                  <a:lnTo>
                    <a:pt x="1121" y="3988"/>
                  </a:lnTo>
                  <a:lnTo>
                    <a:pt x="1106" y="4003"/>
                  </a:lnTo>
                  <a:lnTo>
                    <a:pt x="1061" y="4018"/>
                  </a:lnTo>
                  <a:lnTo>
                    <a:pt x="1002" y="4048"/>
                  </a:lnTo>
                  <a:lnTo>
                    <a:pt x="957" y="4063"/>
                  </a:lnTo>
                  <a:lnTo>
                    <a:pt x="912" y="4092"/>
                  </a:lnTo>
                  <a:lnTo>
                    <a:pt x="837" y="4137"/>
                  </a:lnTo>
                  <a:lnTo>
                    <a:pt x="837" y="4212"/>
                  </a:lnTo>
                  <a:lnTo>
                    <a:pt x="912" y="4331"/>
                  </a:lnTo>
                  <a:lnTo>
                    <a:pt x="1017" y="4436"/>
                  </a:lnTo>
                  <a:lnTo>
                    <a:pt x="1046" y="4466"/>
                  </a:lnTo>
                  <a:lnTo>
                    <a:pt x="1076" y="4496"/>
                  </a:lnTo>
                  <a:lnTo>
                    <a:pt x="1076" y="4511"/>
                  </a:lnTo>
                  <a:lnTo>
                    <a:pt x="1076" y="4526"/>
                  </a:lnTo>
                  <a:lnTo>
                    <a:pt x="1076" y="4540"/>
                  </a:lnTo>
                  <a:lnTo>
                    <a:pt x="1046" y="4555"/>
                  </a:lnTo>
                  <a:lnTo>
                    <a:pt x="1031" y="4570"/>
                  </a:lnTo>
                  <a:lnTo>
                    <a:pt x="1002" y="4585"/>
                  </a:lnTo>
                  <a:lnTo>
                    <a:pt x="942" y="4600"/>
                  </a:lnTo>
                  <a:lnTo>
                    <a:pt x="852" y="4600"/>
                  </a:lnTo>
                  <a:lnTo>
                    <a:pt x="822" y="4630"/>
                  </a:lnTo>
                  <a:lnTo>
                    <a:pt x="807" y="4660"/>
                  </a:lnTo>
                  <a:lnTo>
                    <a:pt x="792" y="4675"/>
                  </a:lnTo>
                  <a:lnTo>
                    <a:pt x="763" y="4675"/>
                  </a:lnTo>
                  <a:lnTo>
                    <a:pt x="748" y="4645"/>
                  </a:lnTo>
                  <a:lnTo>
                    <a:pt x="733" y="4600"/>
                  </a:lnTo>
                  <a:lnTo>
                    <a:pt x="718" y="4526"/>
                  </a:lnTo>
                  <a:lnTo>
                    <a:pt x="718" y="4511"/>
                  </a:lnTo>
                  <a:lnTo>
                    <a:pt x="688" y="4361"/>
                  </a:lnTo>
                  <a:lnTo>
                    <a:pt x="613" y="4287"/>
                  </a:lnTo>
                  <a:lnTo>
                    <a:pt x="568" y="4272"/>
                  </a:lnTo>
                  <a:lnTo>
                    <a:pt x="539" y="4287"/>
                  </a:lnTo>
                  <a:lnTo>
                    <a:pt x="524" y="4287"/>
                  </a:lnTo>
                  <a:lnTo>
                    <a:pt x="509" y="4302"/>
                  </a:lnTo>
                  <a:lnTo>
                    <a:pt x="509" y="4316"/>
                  </a:lnTo>
                  <a:lnTo>
                    <a:pt x="509" y="4346"/>
                  </a:lnTo>
                  <a:lnTo>
                    <a:pt x="524" y="4361"/>
                  </a:lnTo>
                  <a:lnTo>
                    <a:pt x="539" y="4376"/>
                  </a:lnTo>
                  <a:lnTo>
                    <a:pt x="568" y="4406"/>
                  </a:lnTo>
                  <a:lnTo>
                    <a:pt x="613" y="4451"/>
                  </a:lnTo>
                  <a:lnTo>
                    <a:pt x="628" y="4511"/>
                  </a:lnTo>
                  <a:lnTo>
                    <a:pt x="628" y="4526"/>
                  </a:lnTo>
                  <a:lnTo>
                    <a:pt x="628" y="4555"/>
                  </a:lnTo>
                  <a:lnTo>
                    <a:pt x="628" y="4630"/>
                  </a:lnTo>
                  <a:lnTo>
                    <a:pt x="583" y="4690"/>
                  </a:lnTo>
                  <a:lnTo>
                    <a:pt x="554" y="4735"/>
                  </a:lnTo>
                  <a:lnTo>
                    <a:pt x="554" y="4750"/>
                  </a:lnTo>
                  <a:lnTo>
                    <a:pt x="583" y="4765"/>
                  </a:lnTo>
                  <a:lnTo>
                    <a:pt x="628" y="4779"/>
                  </a:lnTo>
                  <a:lnTo>
                    <a:pt x="658" y="4794"/>
                  </a:lnTo>
                  <a:lnTo>
                    <a:pt x="688" y="4794"/>
                  </a:lnTo>
                  <a:lnTo>
                    <a:pt x="718" y="4809"/>
                  </a:lnTo>
                  <a:lnTo>
                    <a:pt x="733" y="4794"/>
                  </a:lnTo>
                  <a:lnTo>
                    <a:pt x="748" y="4794"/>
                  </a:lnTo>
                  <a:lnTo>
                    <a:pt x="748" y="4779"/>
                  </a:lnTo>
                  <a:lnTo>
                    <a:pt x="778" y="4765"/>
                  </a:lnTo>
                  <a:lnTo>
                    <a:pt x="852" y="4765"/>
                  </a:lnTo>
                  <a:lnTo>
                    <a:pt x="882" y="4779"/>
                  </a:lnTo>
                  <a:lnTo>
                    <a:pt x="897" y="4779"/>
                  </a:lnTo>
                  <a:lnTo>
                    <a:pt x="897" y="4794"/>
                  </a:lnTo>
                  <a:lnTo>
                    <a:pt x="912" y="4824"/>
                  </a:lnTo>
                  <a:lnTo>
                    <a:pt x="942" y="4884"/>
                  </a:lnTo>
                  <a:lnTo>
                    <a:pt x="1031" y="4944"/>
                  </a:lnTo>
                  <a:lnTo>
                    <a:pt x="1091" y="4959"/>
                  </a:lnTo>
                  <a:lnTo>
                    <a:pt x="1151" y="4959"/>
                  </a:lnTo>
                  <a:lnTo>
                    <a:pt x="1315" y="4989"/>
                  </a:lnTo>
                  <a:lnTo>
                    <a:pt x="1390" y="5063"/>
                  </a:lnTo>
                  <a:lnTo>
                    <a:pt x="1375" y="5138"/>
                  </a:lnTo>
                  <a:lnTo>
                    <a:pt x="1345" y="5213"/>
                  </a:lnTo>
                  <a:lnTo>
                    <a:pt x="1330" y="5242"/>
                  </a:lnTo>
                  <a:lnTo>
                    <a:pt x="1315" y="5287"/>
                  </a:lnTo>
                  <a:lnTo>
                    <a:pt x="1315" y="5317"/>
                  </a:lnTo>
                  <a:lnTo>
                    <a:pt x="1300" y="5347"/>
                  </a:lnTo>
                  <a:lnTo>
                    <a:pt x="1270" y="5422"/>
                  </a:lnTo>
                  <a:lnTo>
                    <a:pt x="1300" y="5541"/>
                  </a:lnTo>
                  <a:lnTo>
                    <a:pt x="1345" y="5616"/>
                  </a:lnTo>
                  <a:lnTo>
                    <a:pt x="1375" y="5661"/>
                  </a:lnTo>
                  <a:lnTo>
                    <a:pt x="1375" y="5705"/>
                  </a:lnTo>
                  <a:lnTo>
                    <a:pt x="1390" y="5750"/>
                  </a:lnTo>
                  <a:lnTo>
                    <a:pt x="1390" y="5765"/>
                  </a:lnTo>
                  <a:lnTo>
                    <a:pt x="1390" y="5780"/>
                  </a:lnTo>
                  <a:lnTo>
                    <a:pt x="1450" y="5780"/>
                  </a:lnTo>
                  <a:lnTo>
                    <a:pt x="1465" y="5750"/>
                  </a:lnTo>
                  <a:lnTo>
                    <a:pt x="1494" y="5735"/>
                  </a:lnTo>
                  <a:lnTo>
                    <a:pt x="1509" y="5720"/>
                  </a:lnTo>
                  <a:lnTo>
                    <a:pt x="1569" y="5720"/>
                  </a:lnTo>
                  <a:lnTo>
                    <a:pt x="1569" y="5735"/>
                  </a:lnTo>
                  <a:lnTo>
                    <a:pt x="1584" y="5750"/>
                  </a:lnTo>
                  <a:lnTo>
                    <a:pt x="1584" y="5780"/>
                  </a:lnTo>
                  <a:lnTo>
                    <a:pt x="1584" y="5795"/>
                  </a:lnTo>
                  <a:lnTo>
                    <a:pt x="1584" y="5855"/>
                  </a:lnTo>
                  <a:lnTo>
                    <a:pt x="1659" y="5885"/>
                  </a:lnTo>
                  <a:lnTo>
                    <a:pt x="1718" y="5914"/>
                  </a:lnTo>
                  <a:lnTo>
                    <a:pt x="1733" y="5944"/>
                  </a:lnTo>
                  <a:lnTo>
                    <a:pt x="1748" y="5974"/>
                  </a:lnTo>
                  <a:lnTo>
                    <a:pt x="1733" y="6019"/>
                  </a:lnTo>
                  <a:lnTo>
                    <a:pt x="1718" y="6064"/>
                  </a:lnTo>
                  <a:lnTo>
                    <a:pt x="1689" y="6079"/>
                  </a:lnTo>
                  <a:lnTo>
                    <a:pt x="1644" y="6124"/>
                  </a:lnTo>
                  <a:lnTo>
                    <a:pt x="1629" y="6198"/>
                  </a:lnTo>
                  <a:lnTo>
                    <a:pt x="1629" y="6213"/>
                  </a:lnTo>
                  <a:lnTo>
                    <a:pt x="1644" y="6228"/>
                  </a:lnTo>
                  <a:lnTo>
                    <a:pt x="1659" y="6243"/>
                  </a:lnTo>
                  <a:lnTo>
                    <a:pt x="1733" y="6243"/>
                  </a:lnTo>
                  <a:lnTo>
                    <a:pt x="1853" y="6228"/>
                  </a:lnTo>
                  <a:lnTo>
                    <a:pt x="1942" y="6183"/>
                  </a:lnTo>
                  <a:lnTo>
                    <a:pt x="2002" y="6153"/>
                  </a:lnTo>
                  <a:lnTo>
                    <a:pt x="2107" y="6139"/>
                  </a:lnTo>
                  <a:lnTo>
                    <a:pt x="2271" y="6153"/>
                  </a:lnTo>
                  <a:lnTo>
                    <a:pt x="2346" y="6168"/>
                  </a:lnTo>
                  <a:lnTo>
                    <a:pt x="2361" y="6168"/>
                  </a:lnTo>
                  <a:lnTo>
                    <a:pt x="2391" y="6183"/>
                  </a:lnTo>
                  <a:lnTo>
                    <a:pt x="2405" y="6198"/>
                  </a:lnTo>
                  <a:lnTo>
                    <a:pt x="2420" y="6228"/>
                  </a:lnTo>
                  <a:lnTo>
                    <a:pt x="2346" y="6303"/>
                  </a:lnTo>
                  <a:lnTo>
                    <a:pt x="2331" y="6318"/>
                  </a:lnTo>
                  <a:lnTo>
                    <a:pt x="2316" y="6318"/>
                  </a:lnTo>
                  <a:lnTo>
                    <a:pt x="2256" y="6392"/>
                  </a:lnTo>
                  <a:lnTo>
                    <a:pt x="2211" y="6467"/>
                  </a:lnTo>
                  <a:lnTo>
                    <a:pt x="2196" y="6542"/>
                  </a:lnTo>
                  <a:lnTo>
                    <a:pt x="2226" y="6587"/>
                  </a:lnTo>
                  <a:lnTo>
                    <a:pt x="2226" y="6601"/>
                  </a:lnTo>
                  <a:lnTo>
                    <a:pt x="2241" y="6616"/>
                  </a:lnTo>
                  <a:lnTo>
                    <a:pt x="2271" y="6631"/>
                  </a:lnTo>
                  <a:lnTo>
                    <a:pt x="2316" y="6631"/>
                  </a:lnTo>
                  <a:lnTo>
                    <a:pt x="2316" y="6616"/>
                  </a:lnTo>
                  <a:lnTo>
                    <a:pt x="2331" y="6601"/>
                  </a:lnTo>
                  <a:lnTo>
                    <a:pt x="2331" y="6572"/>
                  </a:lnTo>
                  <a:lnTo>
                    <a:pt x="2331" y="6557"/>
                  </a:lnTo>
                  <a:lnTo>
                    <a:pt x="2331" y="6542"/>
                  </a:lnTo>
                  <a:lnTo>
                    <a:pt x="2331" y="6497"/>
                  </a:lnTo>
                  <a:lnTo>
                    <a:pt x="2361" y="6467"/>
                  </a:lnTo>
                  <a:lnTo>
                    <a:pt x="2391" y="6437"/>
                  </a:lnTo>
                  <a:lnTo>
                    <a:pt x="2435" y="6437"/>
                  </a:lnTo>
                  <a:lnTo>
                    <a:pt x="2435" y="6422"/>
                  </a:lnTo>
                  <a:lnTo>
                    <a:pt x="2435" y="6392"/>
                  </a:lnTo>
                  <a:lnTo>
                    <a:pt x="2450" y="6377"/>
                  </a:lnTo>
                  <a:lnTo>
                    <a:pt x="2465" y="6363"/>
                  </a:lnTo>
                  <a:lnTo>
                    <a:pt x="2540" y="6363"/>
                  </a:lnTo>
                  <a:lnTo>
                    <a:pt x="2555" y="6392"/>
                  </a:lnTo>
                  <a:lnTo>
                    <a:pt x="2570" y="6392"/>
                  </a:lnTo>
                  <a:lnTo>
                    <a:pt x="2570" y="6407"/>
                  </a:lnTo>
                  <a:lnTo>
                    <a:pt x="2585" y="6437"/>
                  </a:lnTo>
                  <a:lnTo>
                    <a:pt x="2615" y="6452"/>
                  </a:lnTo>
                  <a:lnTo>
                    <a:pt x="2659" y="6452"/>
                  </a:lnTo>
                  <a:lnTo>
                    <a:pt x="2689" y="6467"/>
                  </a:lnTo>
                  <a:lnTo>
                    <a:pt x="2704" y="6497"/>
                  </a:lnTo>
                  <a:lnTo>
                    <a:pt x="2719" y="6512"/>
                  </a:lnTo>
                  <a:lnTo>
                    <a:pt x="2719" y="6542"/>
                  </a:lnTo>
                  <a:lnTo>
                    <a:pt x="2764" y="6601"/>
                  </a:lnTo>
                  <a:lnTo>
                    <a:pt x="2809" y="6646"/>
                  </a:lnTo>
                  <a:lnTo>
                    <a:pt x="2853" y="6661"/>
                  </a:lnTo>
                  <a:lnTo>
                    <a:pt x="2868" y="6661"/>
                  </a:lnTo>
                  <a:lnTo>
                    <a:pt x="2898" y="6631"/>
                  </a:lnTo>
                  <a:lnTo>
                    <a:pt x="2913" y="6587"/>
                  </a:lnTo>
                  <a:lnTo>
                    <a:pt x="2913" y="6557"/>
                  </a:lnTo>
                  <a:lnTo>
                    <a:pt x="2943" y="6512"/>
                  </a:lnTo>
                  <a:lnTo>
                    <a:pt x="2958" y="6482"/>
                  </a:lnTo>
                  <a:lnTo>
                    <a:pt x="3003" y="6482"/>
                  </a:lnTo>
                  <a:lnTo>
                    <a:pt x="3033" y="6542"/>
                  </a:lnTo>
                  <a:lnTo>
                    <a:pt x="3048" y="6572"/>
                  </a:lnTo>
                  <a:lnTo>
                    <a:pt x="3063" y="6601"/>
                  </a:lnTo>
                  <a:lnTo>
                    <a:pt x="3152" y="6601"/>
                  </a:lnTo>
                  <a:lnTo>
                    <a:pt x="3167" y="6721"/>
                  </a:lnTo>
                  <a:lnTo>
                    <a:pt x="3182" y="6781"/>
                  </a:lnTo>
                  <a:lnTo>
                    <a:pt x="3182" y="6840"/>
                  </a:lnTo>
                  <a:lnTo>
                    <a:pt x="3182" y="6930"/>
                  </a:lnTo>
                  <a:lnTo>
                    <a:pt x="3257" y="7020"/>
                  </a:lnTo>
                  <a:lnTo>
                    <a:pt x="3346" y="7094"/>
                  </a:lnTo>
                  <a:lnTo>
                    <a:pt x="3436" y="7124"/>
                  </a:lnTo>
                  <a:lnTo>
                    <a:pt x="3496" y="7139"/>
                  </a:lnTo>
                  <a:lnTo>
                    <a:pt x="3570" y="7169"/>
                  </a:lnTo>
                  <a:lnTo>
                    <a:pt x="3690" y="7229"/>
                  </a:lnTo>
                  <a:lnTo>
                    <a:pt x="3705" y="7274"/>
                  </a:lnTo>
                  <a:lnTo>
                    <a:pt x="3720" y="7288"/>
                  </a:lnTo>
                  <a:lnTo>
                    <a:pt x="3735" y="7303"/>
                  </a:lnTo>
                  <a:lnTo>
                    <a:pt x="3779" y="7288"/>
                  </a:lnTo>
                  <a:lnTo>
                    <a:pt x="3824" y="7244"/>
                  </a:lnTo>
                  <a:lnTo>
                    <a:pt x="3869" y="7199"/>
                  </a:lnTo>
                  <a:lnTo>
                    <a:pt x="3929" y="7154"/>
                  </a:lnTo>
                  <a:lnTo>
                    <a:pt x="3989" y="7139"/>
                  </a:lnTo>
                  <a:lnTo>
                    <a:pt x="4063" y="7139"/>
                  </a:lnTo>
                  <a:lnTo>
                    <a:pt x="4138" y="7124"/>
                  </a:lnTo>
                  <a:lnTo>
                    <a:pt x="4183" y="7109"/>
                  </a:lnTo>
                  <a:lnTo>
                    <a:pt x="4183" y="7094"/>
                  </a:lnTo>
                  <a:lnTo>
                    <a:pt x="4198" y="7094"/>
                  </a:lnTo>
                  <a:lnTo>
                    <a:pt x="4213" y="7064"/>
                  </a:lnTo>
                  <a:lnTo>
                    <a:pt x="4242" y="7050"/>
                  </a:lnTo>
                  <a:lnTo>
                    <a:pt x="4287" y="7050"/>
                  </a:lnTo>
                  <a:lnTo>
                    <a:pt x="4317" y="7079"/>
                  </a:lnTo>
                  <a:lnTo>
                    <a:pt x="4332" y="7094"/>
                  </a:lnTo>
                  <a:lnTo>
                    <a:pt x="4362" y="7094"/>
                  </a:lnTo>
                  <a:lnTo>
                    <a:pt x="4377" y="7079"/>
                  </a:lnTo>
                  <a:lnTo>
                    <a:pt x="4392" y="7050"/>
                  </a:lnTo>
                  <a:lnTo>
                    <a:pt x="4422" y="7005"/>
                  </a:lnTo>
                  <a:lnTo>
                    <a:pt x="4422" y="6975"/>
                  </a:lnTo>
                  <a:lnTo>
                    <a:pt x="4422" y="6930"/>
                  </a:lnTo>
                  <a:lnTo>
                    <a:pt x="4437" y="6900"/>
                  </a:lnTo>
                  <a:lnTo>
                    <a:pt x="4452" y="6870"/>
                  </a:lnTo>
                  <a:lnTo>
                    <a:pt x="4466" y="6811"/>
                  </a:lnTo>
                  <a:lnTo>
                    <a:pt x="4481" y="6751"/>
                  </a:lnTo>
                  <a:lnTo>
                    <a:pt x="4481" y="6691"/>
                  </a:lnTo>
                  <a:lnTo>
                    <a:pt x="4481" y="6631"/>
                  </a:lnTo>
                  <a:lnTo>
                    <a:pt x="4466" y="6572"/>
                  </a:lnTo>
                  <a:lnTo>
                    <a:pt x="4466" y="6557"/>
                  </a:lnTo>
                  <a:lnTo>
                    <a:pt x="4452" y="6542"/>
                  </a:lnTo>
                  <a:lnTo>
                    <a:pt x="4452" y="6497"/>
                  </a:lnTo>
                  <a:lnTo>
                    <a:pt x="4481" y="6467"/>
                  </a:lnTo>
                  <a:lnTo>
                    <a:pt x="4511" y="6437"/>
                  </a:lnTo>
                  <a:lnTo>
                    <a:pt x="4556" y="6407"/>
                  </a:lnTo>
                  <a:lnTo>
                    <a:pt x="4601" y="6392"/>
                  </a:lnTo>
                  <a:lnTo>
                    <a:pt x="4661" y="6392"/>
                  </a:lnTo>
                  <a:lnTo>
                    <a:pt x="4780" y="6377"/>
                  </a:lnTo>
                  <a:lnTo>
                    <a:pt x="4914" y="6392"/>
                  </a:lnTo>
                  <a:lnTo>
                    <a:pt x="5064" y="6422"/>
                  </a:lnTo>
                  <a:lnTo>
                    <a:pt x="5153" y="6452"/>
                  </a:lnTo>
                  <a:lnTo>
                    <a:pt x="5288" y="6512"/>
                  </a:lnTo>
                  <a:lnTo>
                    <a:pt x="5527" y="6631"/>
                  </a:lnTo>
                  <a:lnTo>
                    <a:pt x="5691" y="6721"/>
                  </a:lnTo>
                  <a:lnTo>
                    <a:pt x="5796" y="6766"/>
                  </a:lnTo>
                  <a:lnTo>
                    <a:pt x="5885" y="6811"/>
                  </a:lnTo>
                  <a:lnTo>
                    <a:pt x="5945" y="6885"/>
                  </a:lnTo>
                  <a:lnTo>
                    <a:pt x="6050" y="6990"/>
                  </a:lnTo>
                  <a:lnTo>
                    <a:pt x="6109" y="7079"/>
                  </a:lnTo>
                  <a:lnTo>
                    <a:pt x="6169" y="7154"/>
                  </a:lnTo>
                  <a:lnTo>
                    <a:pt x="6259" y="7229"/>
                  </a:lnTo>
                  <a:lnTo>
                    <a:pt x="6408" y="7318"/>
                  </a:lnTo>
                  <a:lnTo>
                    <a:pt x="6527" y="7378"/>
                  </a:lnTo>
                  <a:lnTo>
                    <a:pt x="6542" y="7393"/>
                  </a:lnTo>
                  <a:lnTo>
                    <a:pt x="6602" y="7423"/>
                  </a:lnTo>
                  <a:lnTo>
                    <a:pt x="6647" y="7423"/>
                  </a:lnTo>
                  <a:lnTo>
                    <a:pt x="6662" y="7408"/>
                  </a:lnTo>
                  <a:lnTo>
                    <a:pt x="6707" y="7378"/>
                  </a:lnTo>
                  <a:lnTo>
                    <a:pt x="6722" y="7363"/>
                  </a:lnTo>
                  <a:lnTo>
                    <a:pt x="6826" y="7303"/>
                  </a:lnTo>
                  <a:lnTo>
                    <a:pt x="6931" y="7288"/>
                  </a:lnTo>
                  <a:lnTo>
                    <a:pt x="6975" y="7288"/>
                  </a:lnTo>
                  <a:lnTo>
                    <a:pt x="7005" y="7274"/>
                  </a:lnTo>
                  <a:lnTo>
                    <a:pt x="7319" y="7274"/>
                  </a:lnTo>
                  <a:lnTo>
                    <a:pt x="7409" y="7214"/>
                  </a:lnTo>
                  <a:lnTo>
                    <a:pt x="7438" y="7154"/>
                  </a:lnTo>
                  <a:lnTo>
                    <a:pt x="7483" y="7109"/>
                  </a:lnTo>
                  <a:lnTo>
                    <a:pt x="7513" y="7064"/>
                  </a:lnTo>
                  <a:lnTo>
                    <a:pt x="7558" y="7050"/>
                  </a:lnTo>
                  <a:lnTo>
                    <a:pt x="7603" y="7050"/>
                  </a:lnTo>
                  <a:lnTo>
                    <a:pt x="7648" y="7094"/>
                  </a:lnTo>
                  <a:lnTo>
                    <a:pt x="7677" y="7109"/>
                  </a:lnTo>
                  <a:lnTo>
                    <a:pt x="7707" y="7109"/>
                  </a:lnTo>
                  <a:lnTo>
                    <a:pt x="7752" y="7094"/>
                  </a:lnTo>
                  <a:lnTo>
                    <a:pt x="7782" y="7050"/>
                  </a:lnTo>
                  <a:lnTo>
                    <a:pt x="7812" y="6990"/>
                  </a:lnTo>
                  <a:lnTo>
                    <a:pt x="7842" y="6915"/>
                  </a:lnTo>
                  <a:lnTo>
                    <a:pt x="7842" y="6885"/>
                  </a:lnTo>
                  <a:lnTo>
                    <a:pt x="7857" y="6870"/>
                  </a:lnTo>
                  <a:lnTo>
                    <a:pt x="7946" y="6736"/>
                  </a:lnTo>
                  <a:lnTo>
                    <a:pt x="8096" y="6587"/>
                  </a:lnTo>
                  <a:lnTo>
                    <a:pt x="8170" y="6512"/>
                  </a:lnTo>
                  <a:lnTo>
                    <a:pt x="8349" y="6467"/>
                  </a:lnTo>
                  <a:lnTo>
                    <a:pt x="8439" y="6482"/>
                  </a:lnTo>
                  <a:lnTo>
                    <a:pt x="8454" y="6497"/>
                  </a:lnTo>
                  <a:lnTo>
                    <a:pt x="8469" y="6512"/>
                  </a:lnTo>
                  <a:lnTo>
                    <a:pt x="8559" y="6557"/>
                  </a:lnTo>
                  <a:lnTo>
                    <a:pt x="8842" y="6751"/>
                  </a:lnTo>
                  <a:lnTo>
                    <a:pt x="8977" y="6796"/>
                  </a:lnTo>
                  <a:lnTo>
                    <a:pt x="9007" y="6796"/>
                  </a:lnTo>
                  <a:lnTo>
                    <a:pt x="9036" y="6781"/>
                  </a:lnTo>
                  <a:lnTo>
                    <a:pt x="9081" y="6766"/>
                  </a:lnTo>
                  <a:lnTo>
                    <a:pt x="9126" y="6736"/>
                  </a:lnTo>
                  <a:lnTo>
                    <a:pt x="9156" y="6721"/>
                  </a:lnTo>
                  <a:lnTo>
                    <a:pt x="9156" y="6691"/>
                  </a:lnTo>
                  <a:lnTo>
                    <a:pt x="9156" y="6676"/>
                  </a:lnTo>
                  <a:lnTo>
                    <a:pt x="9126" y="6646"/>
                  </a:lnTo>
                  <a:lnTo>
                    <a:pt x="9096" y="6631"/>
                  </a:lnTo>
                  <a:lnTo>
                    <a:pt x="9066" y="6616"/>
                  </a:lnTo>
                  <a:lnTo>
                    <a:pt x="9051" y="6601"/>
                  </a:lnTo>
                  <a:lnTo>
                    <a:pt x="9051" y="6572"/>
                  </a:lnTo>
                  <a:lnTo>
                    <a:pt x="9096" y="6557"/>
                  </a:lnTo>
                  <a:lnTo>
                    <a:pt x="9156" y="6542"/>
                  </a:lnTo>
                  <a:lnTo>
                    <a:pt x="9201" y="6527"/>
                  </a:lnTo>
                  <a:lnTo>
                    <a:pt x="9261" y="6512"/>
                  </a:lnTo>
                  <a:lnTo>
                    <a:pt x="9305" y="6467"/>
                  </a:lnTo>
                  <a:lnTo>
                    <a:pt x="9320" y="6452"/>
                  </a:lnTo>
                  <a:lnTo>
                    <a:pt x="9335" y="6437"/>
                  </a:lnTo>
                  <a:lnTo>
                    <a:pt x="9395" y="6363"/>
                  </a:lnTo>
                  <a:lnTo>
                    <a:pt x="9470" y="6303"/>
                  </a:lnTo>
                  <a:lnTo>
                    <a:pt x="9514" y="6288"/>
                  </a:lnTo>
                  <a:lnTo>
                    <a:pt x="9559" y="6288"/>
                  </a:lnTo>
                  <a:lnTo>
                    <a:pt x="9604" y="6318"/>
                  </a:lnTo>
                  <a:lnTo>
                    <a:pt x="9649" y="6363"/>
                  </a:lnTo>
                  <a:lnTo>
                    <a:pt x="9664" y="6377"/>
                  </a:lnTo>
                  <a:lnTo>
                    <a:pt x="9709" y="6482"/>
                  </a:lnTo>
                  <a:lnTo>
                    <a:pt x="9723" y="6557"/>
                  </a:lnTo>
                  <a:lnTo>
                    <a:pt x="9738" y="6601"/>
                  </a:lnTo>
                  <a:lnTo>
                    <a:pt x="9738" y="6631"/>
                  </a:lnTo>
                  <a:lnTo>
                    <a:pt x="9753" y="6661"/>
                  </a:lnTo>
                  <a:lnTo>
                    <a:pt x="9738" y="6706"/>
                  </a:lnTo>
                  <a:lnTo>
                    <a:pt x="9723" y="6781"/>
                  </a:lnTo>
                  <a:lnTo>
                    <a:pt x="9694" y="6826"/>
                  </a:lnTo>
                  <a:lnTo>
                    <a:pt x="9664" y="6855"/>
                  </a:lnTo>
                  <a:lnTo>
                    <a:pt x="9604" y="6885"/>
                  </a:lnTo>
                  <a:lnTo>
                    <a:pt x="9485" y="6960"/>
                  </a:lnTo>
                  <a:lnTo>
                    <a:pt x="9425" y="7050"/>
                  </a:lnTo>
                  <a:lnTo>
                    <a:pt x="9455" y="7169"/>
                  </a:lnTo>
                  <a:lnTo>
                    <a:pt x="9529" y="7259"/>
                  </a:lnTo>
                  <a:lnTo>
                    <a:pt x="9559" y="7288"/>
                  </a:lnTo>
                  <a:lnTo>
                    <a:pt x="9574" y="7333"/>
                  </a:lnTo>
                  <a:lnTo>
                    <a:pt x="9604" y="7378"/>
                  </a:lnTo>
                  <a:lnTo>
                    <a:pt x="9619" y="7393"/>
                  </a:lnTo>
                  <a:lnTo>
                    <a:pt x="9649" y="7408"/>
                  </a:lnTo>
                  <a:lnTo>
                    <a:pt x="9649" y="7438"/>
                  </a:lnTo>
                  <a:lnTo>
                    <a:pt x="9634" y="7483"/>
                  </a:lnTo>
                  <a:lnTo>
                    <a:pt x="9604" y="7498"/>
                  </a:lnTo>
                  <a:lnTo>
                    <a:pt x="9574" y="7513"/>
                  </a:lnTo>
                  <a:lnTo>
                    <a:pt x="9604" y="7527"/>
                  </a:lnTo>
                  <a:lnTo>
                    <a:pt x="9619" y="7542"/>
                  </a:lnTo>
                  <a:lnTo>
                    <a:pt x="9723" y="7602"/>
                  </a:lnTo>
                  <a:lnTo>
                    <a:pt x="9753" y="7602"/>
                  </a:lnTo>
                  <a:lnTo>
                    <a:pt x="9768" y="7572"/>
                  </a:lnTo>
                  <a:lnTo>
                    <a:pt x="9783" y="7527"/>
                  </a:lnTo>
                  <a:lnTo>
                    <a:pt x="9813" y="7483"/>
                  </a:lnTo>
                  <a:lnTo>
                    <a:pt x="9858" y="7408"/>
                  </a:lnTo>
                  <a:lnTo>
                    <a:pt x="9888" y="7363"/>
                  </a:lnTo>
                  <a:lnTo>
                    <a:pt x="9888" y="7318"/>
                  </a:lnTo>
                  <a:lnTo>
                    <a:pt x="9888" y="7259"/>
                  </a:lnTo>
                  <a:lnTo>
                    <a:pt x="9918" y="7184"/>
                  </a:lnTo>
                  <a:lnTo>
                    <a:pt x="9977" y="7109"/>
                  </a:lnTo>
                  <a:lnTo>
                    <a:pt x="10082" y="7109"/>
                  </a:lnTo>
                  <a:lnTo>
                    <a:pt x="10082" y="7079"/>
                  </a:lnTo>
                  <a:lnTo>
                    <a:pt x="10067" y="7020"/>
                  </a:lnTo>
                  <a:lnTo>
                    <a:pt x="10052" y="7005"/>
                  </a:lnTo>
                  <a:lnTo>
                    <a:pt x="10052" y="6975"/>
                  </a:lnTo>
                  <a:lnTo>
                    <a:pt x="10022" y="6855"/>
                  </a:lnTo>
                  <a:lnTo>
                    <a:pt x="10067" y="6527"/>
                  </a:lnTo>
                  <a:lnTo>
                    <a:pt x="10067" y="6512"/>
                  </a:lnTo>
                  <a:lnTo>
                    <a:pt x="10082" y="6467"/>
                  </a:lnTo>
                  <a:lnTo>
                    <a:pt x="10112" y="6437"/>
                  </a:lnTo>
                  <a:lnTo>
                    <a:pt x="10142" y="6422"/>
                  </a:lnTo>
                  <a:lnTo>
                    <a:pt x="10261" y="6422"/>
                  </a:lnTo>
                  <a:lnTo>
                    <a:pt x="10336" y="6452"/>
                  </a:lnTo>
                  <a:lnTo>
                    <a:pt x="10396" y="6497"/>
                  </a:lnTo>
                  <a:lnTo>
                    <a:pt x="10425" y="6557"/>
                  </a:lnTo>
                  <a:lnTo>
                    <a:pt x="10500" y="6646"/>
                  </a:lnTo>
                  <a:lnTo>
                    <a:pt x="10545" y="6691"/>
                  </a:lnTo>
                  <a:lnTo>
                    <a:pt x="10575" y="6706"/>
                  </a:lnTo>
                  <a:lnTo>
                    <a:pt x="10590" y="6706"/>
                  </a:lnTo>
                  <a:lnTo>
                    <a:pt x="10635" y="6646"/>
                  </a:lnTo>
                  <a:lnTo>
                    <a:pt x="10679" y="6601"/>
                  </a:lnTo>
                  <a:lnTo>
                    <a:pt x="10709" y="6587"/>
                  </a:lnTo>
                  <a:lnTo>
                    <a:pt x="10754" y="6572"/>
                  </a:lnTo>
                  <a:lnTo>
                    <a:pt x="10799" y="6572"/>
                  </a:lnTo>
                  <a:lnTo>
                    <a:pt x="10844" y="6601"/>
                  </a:lnTo>
                  <a:lnTo>
                    <a:pt x="10873" y="6616"/>
                  </a:lnTo>
                  <a:lnTo>
                    <a:pt x="10903" y="6661"/>
                  </a:lnTo>
                  <a:lnTo>
                    <a:pt x="10918" y="6676"/>
                  </a:lnTo>
                  <a:lnTo>
                    <a:pt x="10963" y="6646"/>
                  </a:lnTo>
                  <a:lnTo>
                    <a:pt x="11023" y="6587"/>
                  </a:lnTo>
                  <a:lnTo>
                    <a:pt x="11127" y="6497"/>
                  </a:lnTo>
                  <a:lnTo>
                    <a:pt x="11202" y="6467"/>
                  </a:lnTo>
                  <a:lnTo>
                    <a:pt x="11247" y="6467"/>
                  </a:lnTo>
                  <a:lnTo>
                    <a:pt x="11292" y="6452"/>
                  </a:lnTo>
                  <a:lnTo>
                    <a:pt x="11351" y="6422"/>
                  </a:lnTo>
                  <a:lnTo>
                    <a:pt x="11396" y="6392"/>
                  </a:lnTo>
                  <a:lnTo>
                    <a:pt x="11471" y="6348"/>
                  </a:lnTo>
                  <a:lnTo>
                    <a:pt x="11560" y="6333"/>
                  </a:lnTo>
                  <a:lnTo>
                    <a:pt x="11605" y="6333"/>
                  </a:lnTo>
                  <a:lnTo>
                    <a:pt x="11710" y="6318"/>
                  </a:lnTo>
                  <a:lnTo>
                    <a:pt x="11829" y="6392"/>
                  </a:lnTo>
                  <a:lnTo>
                    <a:pt x="11919" y="6467"/>
                  </a:lnTo>
                  <a:lnTo>
                    <a:pt x="12009" y="6527"/>
                  </a:lnTo>
                  <a:lnTo>
                    <a:pt x="12098" y="6557"/>
                  </a:lnTo>
                  <a:lnTo>
                    <a:pt x="12113" y="6557"/>
                  </a:lnTo>
                  <a:lnTo>
                    <a:pt x="12233" y="6572"/>
                  </a:lnTo>
                  <a:lnTo>
                    <a:pt x="12367" y="6587"/>
                  </a:lnTo>
                  <a:lnTo>
                    <a:pt x="12382" y="6587"/>
                  </a:lnTo>
                  <a:lnTo>
                    <a:pt x="12397" y="6601"/>
                  </a:lnTo>
                  <a:lnTo>
                    <a:pt x="12442" y="6601"/>
                  </a:lnTo>
                  <a:lnTo>
                    <a:pt x="12501" y="6587"/>
                  </a:lnTo>
                  <a:lnTo>
                    <a:pt x="12546" y="6587"/>
                  </a:lnTo>
                  <a:lnTo>
                    <a:pt x="12606" y="6572"/>
                  </a:lnTo>
                  <a:lnTo>
                    <a:pt x="12651" y="6557"/>
                  </a:lnTo>
                  <a:lnTo>
                    <a:pt x="12905" y="6557"/>
                  </a:lnTo>
                  <a:lnTo>
                    <a:pt x="13129" y="6482"/>
                  </a:lnTo>
                  <a:lnTo>
                    <a:pt x="13233" y="6422"/>
                  </a:lnTo>
                  <a:lnTo>
                    <a:pt x="13323" y="6333"/>
                  </a:lnTo>
                  <a:lnTo>
                    <a:pt x="13442" y="6258"/>
                  </a:lnTo>
                  <a:lnTo>
                    <a:pt x="13666" y="6124"/>
                  </a:lnTo>
                  <a:lnTo>
                    <a:pt x="13801" y="6094"/>
                  </a:lnTo>
                  <a:lnTo>
                    <a:pt x="13980" y="6079"/>
                  </a:lnTo>
                  <a:lnTo>
                    <a:pt x="14144" y="6094"/>
                  </a:lnTo>
                  <a:lnTo>
                    <a:pt x="14279" y="6109"/>
                  </a:lnTo>
                  <a:lnTo>
                    <a:pt x="14353" y="6139"/>
                  </a:lnTo>
                  <a:lnTo>
                    <a:pt x="14443" y="6153"/>
                  </a:lnTo>
                  <a:lnTo>
                    <a:pt x="14518" y="6124"/>
                  </a:lnTo>
                  <a:lnTo>
                    <a:pt x="14547" y="6109"/>
                  </a:lnTo>
                  <a:lnTo>
                    <a:pt x="14607" y="6094"/>
                  </a:lnTo>
                  <a:lnTo>
                    <a:pt x="14697" y="6079"/>
                  </a:lnTo>
                  <a:lnTo>
                    <a:pt x="14771" y="6079"/>
                  </a:lnTo>
                  <a:lnTo>
                    <a:pt x="14846" y="6064"/>
                  </a:lnTo>
                  <a:lnTo>
                    <a:pt x="14861" y="6049"/>
                  </a:lnTo>
                  <a:lnTo>
                    <a:pt x="14891" y="6049"/>
                  </a:lnTo>
                  <a:lnTo>
                    <a:pt x="14995" y="6019"/>
                  </a:lnTo>
                  <a:lnTo>
                    <a:pt x="15085" y="5914"/>
                  </a:lnTo>
                  <a:lnTo>
                    <a:pt x="15115" y="5855"/>
                  </a:lnTo>
                  <a:lnTo>
                    <a:pt x="15160" y="5840"/>
                  </a:lnTo>
                  <a:lnTo>
                    <a:pt x="15205" y="5810"/>
                  </a:lnTo>
                  <a:lnTo>
                    <a:pt x="15249" y="5825"/>
                  </a:lnTo>
                  <a:lnTo>
                    <a:pt x="15294" y="5840"/>
                  </a:lnTo>
                  <a:lnTo>
                    <a:pt x="15324" y="5885"/>
                  </a:lnTo>
                  <a:lnTo>
                    <a:pt x="15369" y="5944"/>
                  </a:lnTo>
                  <a:lnTo>
                    <a:pt x="15384" y="6004"/>
                  </a:lnTo>
                  <a:lnTo>
                    <a:pt x="15399" y="6019"/>
                  </a:lnTo>
                  <a:lnTo>
                    <a:pt x="15429" y="6049"/>
                  </a:lnTo>
                  <a:lnTo>
                    <a:pt x="15429" y="6064"/>
                  </a:lnTo>
                  <a:lnTo>
                    <a:pt x="15458" y="6064"/>
                  </a:lnTo>
                  <a:lnTo>
                    <a:pt x="15473" y="6049"/>
                  </a:lnTo>
                  <a:lnTo>
                    <a:pt x="15503" y="6019"/>
                  </a:lnTo>
                  <a:lnTo>
                    <a:pt x="15533" y="5959"/>
                  </a:lnTo>
                  <a:lnTo>
                    <a:pt x="15533" y="5929"/>
                  </a:lnTo>
                  <a:lnTo>
                    <a:pt x="15548" y="5840"/>
                  </a:lnTo>
                  <a:lnTo>
                    <a:pt x="15653" y="5765"/>
                  </a:lnTo>
                  <a:lnTo>
                    <a:pt x="15697" y="5735"/>
                  </a:lnTo>
                  <a:lnTo>
                    <a:pt x="15802" y="5705"/>
                  </a:lnTo>
                  <a:lnTo>
                    <a:pt x="15847" y="5765"/>
                  </a:lnTo>
                  <a:lnTo>
                    <a:pt x="15847" y="5780"/>
                  </a:lnTo>
                  <a:lnTo>
                    <a:pt x="15862" y="5795"/>
                  </a:lnTo>
                  <a:lnTo>
                    <a:pt x="15877" y="5825"/>
                  </a:lnTo>
                  <a:lnTo>
                    <a:pt x="15877" y="5840"/>
                  </a:lnTo>
                  <a:lnTo>
                    <a:pt x="15906" y="5840"/>
                  </a:lnTo>
                  <a:lnTo>
                    <a:pt x="15951" y="5795"/>
                  </a:lnTo>
                  <a:lnTo>
                    <a:pt x="15981" y="5750"/>
                  </a:lnTo>
                  <a:lnTo>
                    <a:pt x="16026" y="5705"/>
                  </a:lnTo>
                  <a:lnTo>
                    <a:pt x="16101" y="5705"/>
                  </a:lnTo>
                  <a:lnTo>
                    <a:pt x="16175" y="5735"/>
                  </a:lnTo>
                  <a:lnTo>
                    <a:pt x="16250" y="5780"/>
                  </a:lnTo>
                  <a:lnTo>
                    <a:pt x="16295" y="5855"/>
                  </a:lnTo>
                  <a:lnTo>
                    <a:pt x="16325" y="5885"/>
                  </a:lnTo>
                  <a:lnTo>
                    <a:pt x="16369" y="5900"/>
                  </a:lnTo>
                  <a:lnTo>
                    <a:pt x="16429" y="5914"/>
                  </a:lnTo>
                  <a:lnTo>
                    <a:pt x="16504" y="5929"/>
                  </a:lnTo>
                  <a:lnTo>
                    <a:pt x="16579" y="5929"/>
                  </a:lnTo>
                  <a:lnTo>
                    <a:pt x="16638" y="5944"/>
                  </a:lnTo>
                  <a:lnTo>
                    <a:pt x="16683" y="5959"/>
                  </a:lnTo>
                  <a:lnTo>
                    <a:pt x="16698" y="5959"/>
                  </a:lnTo>
                  <a:lnTo>
                    <a:pt x="16728" y="5929"/>
                  </a:lnTo>
                  <a:lnTo>
                    <a:pt x="16743" y="5885"/>
                  </a:lnTo>
                  <a:lnTo>
                    <a:pt x="16803" y="5795"/>
                  </a:lnTo>
                  <a:lnTo>
                    <a:pt x="16922" y="5750"/>
                  </a:lnTo>
                  <a:lnTo>
                    <a:pt x="16997" y="5780"/>
                  </a:lnTo>
                  <a:lnTo>
                    <a:pt x="17101" y="5840"/>
                  </a:lnTo>
                  <a:lnTo>
                    <a:pt x="17146" y="6004"/>
                  </a:lnTo>
                  <a:lnTo>
                    <a:pt x="17116" y="6094"/>
                  </a:lnTo>
                  <a:lnTo>
                    <a:pt x="17101" y="6139"/>
                  </a:lnTo>
                  <a:lnTo>
                    <a:pt x="17101" y="6153"/>
                  </a:lnTo>
                  <a:lnTo>
                    <a:pt x="17131" y="6168"/>
                  </a:lnTo>
                  <a:lnTo>
                    <a:pt x="17146" y="6183"/>
                  </a:lnTo>
                  <a:lnTo>
                    <a:pt x="17161" y="6198"/>
                  </a:lnTo>
                  <a:lnTo>
                    <a:pt x="17191" y="6198"/>
                  </a:lnTo>
                  <a:lnTo>
                    <a:pt x="17191" y="6168"/>
                  </a:lnTo>
                  <a:lnTo>
                    <a:pt x="17206" y="6153"/>
                  </a:lnTo>
                  <a:lnTo>
                    <a:pt x="17236" y="6064"/>
                  </a:lnTo>
                  <a:lnTo>
                    <a:pt x="17355" y="5989"/>
                  </a:lnTo>
                  <a:lnTo>
                    <a:pt x="17475" y="5959"/>
                  </a:lnTo>
                  <a:lnTo>
                    <a:pt x="17594" y="5959"/>
                  </a:lnTo>
                  <a:lnTo>
                    <a:pt x="17594" y="5944"/>
                  </a:lnTo>
                  <a:lnTo>
                    <a:pt x="17579" y="5885"/>
                  </a:lnTo>
                  <a:lnTo>
                    <a:pt x="17534" y="5855"/>
                  </a:lnTo>
                  <a:lnTo>
                    <a:pt x="17490" y="5840"/>
                  </a:lnTo>
                  <a:lnTo>
                    <a:pt x="17430" y="5810"/>
                  </a:lnTo>
                  <a:lnTo>
                    <a:pt x="17370" y="5750"/>
                  </a:lnTo>
                  <a:lnTo>
                    <a:pt x="17310" y="5601"/>
                  </a:lnTo>
                  <a:lnTo>
                    <a:pt x="17310" y="5526"/>
                  </a:lnTo>
                  <a:lnTo>
                    <a:pt x="17310" y="5466"/>
                  </a:lnTo>
                  <a:lnTo>
                    <a:pt x="17295" y="5422"/>
                  </a:lnTo>
                  <a:lnTo>
                    <a:pt x="17236" y="5332"/>
                  </a:lnTo>
                  <a:lnTo>
                    <a:pt x="17116" y="5257"/>
                  </a:lnTo>
                  <a:lnTo>
                    <a:pt x="17071" y="5227"/>
                  </a:lnTo>
                  <a:lnTo>
                    <a:pt x="17027" y="5198"/>
                  </a:lnTo>
                  <a:lnTo>
                    <a:pt x="16952" y="5123"/>
                  </a:lnTo>
                  <a:lnTo>
                    <a:pt x="16997" y="4869"/>
                  </a:lnTo>
                  <a:lnTo>
                    <a:pt x="17042" y="4735"/>
                  </a:lnTo>
                  <a:lnTo>
                    <a:pt x="17056" y="4690"/>
                  </a:lnTo>
                  <a:lnTo>
                    <a:pt x="17071" y="4660"/>
                  </a:lnTo>
                  <a:lnTo>
                    <a:pt x="17071" y="4615"/>
                  </a:lnTo>
                  <a:lnTo>
                    <a:pt x="17012" y="4555"/>
                  </a:lnTo>
                  <a:lnTo>
                    <a:pt x="16952" y="4511"/>
                  </a:lnTo>
                  <a:lnTo>
                    <a:pt x="16922" y="4466"/>
                  </a:lnTo>
                  <a:lnTo>
                    <a:pt x="16862" y="4331"/>
                  </a:lnTo>
                  <a:lnTo>
                    <a:pt x="16892" y="4227"/>
                  </a:lnTo>
                  <a:lnTo>
                    <a:pt x="16892" y="4197"/>
                  </a:lnTo>
                  <a:lnTo>
                    <a:pt x="16907" y="4182"/>
                  </a:lnTo>
                  <a:lnTo>
                    <a:pt x="16892" y="4137"/>
                  </a:lnTo>
                  <a:lnTo>
                    <a:pt x="16892" y="4107"/>
                  </a:lnTo>
                  <a:lnTo>
                    <a:pt x="16877" y="4078"/>
                  </a:lnTo>
                  <a:lnTo>
                    <a:pt x="16862" y="4063"/>
                  </a:lnTo>
                  <a:lnTo>
                    <a:pt x="16818" y="4003"/>
                  </a:lnTo>
                  <a:lnTo>
                    <a:pt x="16788" y="3928"/>
                  </a:lnTo>
                  <a:lnTo>
                    <a:pt x="16758" y="3853"/>
                  </a:lnTo>
                  <a:lnTo>
                    <a:pt x="16743" y="3779"/>
                  </a:lnTo>
                  <a:lnTo>
                    <a:pt x="16728" y="3674"/>
                  </a:lnTo>
                  <a:lnTo>
                    <a:pt x="16653" y="3585"/>
                  </a:lnTo>
                  <a:lnTo>
                    <a:pt x="16608" y="3525"/>
                  </a:lnTo>
                  <a:lnTo>
                    <a:pt x="16579" y="3495"/>
                  </a:lnTo>
                  <a:lnTo>
                    <a:pt x="16564" y="3495"/>
                  </a:lnTo>
                  <a:lnTo>
                    <a:pt x="16519" y="3435"/>
                  </a:lnTo>
                  <a:lnTo>
                    <a:pt x="16504" y="3420"/>
                  </a:lnTo>
                  <a:lnTo>
                    <a:pt x="16504" y="3405"/>
                  </a:lnTo>
                  <a:lnTo>
                    <a:pt x="16489" y="3391"/>
                  </a:lnTo>
                  <a:lnTo>
                    <a:pt x="16489" y="3361"/>
                  </a:lnTo>
                  <a:lnTo>
                    <a:pt x="16534" y="3316"/>
                  </a:lnTo>
                  <a:lnTo>
                    <a:pt x="16564" y="3301"/>
                  </a:lnTo>
                  <a:lnTo>
                    <a:pt x="16593" y="3286"/>
                  </a:lnTo>
                  <a:lnTo>
                    <a:pt x="16698" y="3256"/>
                  </a:lnTo>
                  <a:lnTo>
                    <a:pt x="16877" y="3256"/>
                  </a:lnTo>
                  <a:lnTo>
                    <a:pt x="16892" y="3226"/>
                  </a:lnTo>
                  <a:lnTo>
                    <a:pt x="16907" y="3181"/>
                  </a:lnTo>
                  <a:lnTo>
                    <a:pt x="16892" y="3092"/>
                  </a:lnTo>
                  <a:lnTo>
                    <a:pt x="16892" y="3032"/>
                  </a:lnTo>
                  <a:lnTo>
                    <a:pt x="16892" y="2972"/>
                  </a:lnTo>
                  <a:lnTo>
                    <a:pt x="16907" y="2898"/>
                  </a:lnTo>
                  <a:lnTo>
                    <a:pt x="16937" y="2853"/>
                  </a:lnTo>
                  <a:lnTo>
                    <a:pt x="16952" y="2838"/>
                  </a:lnTo>
                  <a:lnTo>
                    <a:pt x="16967" y="2838"/>
                  </a:lnTo>
                  <a:lnTo>
                    <a:pt x="16952" y="2793"/>
                  </a:lnTo>
                  <a:lnTo>
                    <a:pt x="16847" y="2704"/>
                  </a:lnTo>
                  <a:lnTo>
                    <a:pt x="16728" y="2674"/>
                  </a:lnTo>
                  <a:lnTo>
                    <a:pt x="16638" y="2659"/>
                  </a:lnTo>
                  <a:lnTo>
                    <a:pt x="16564" y="2659"/>
                  </a:lnTo>
                  <a:lnTo>
                    <a:pt x="16414" y="2644"/>
                  </a:lnTo>
                  <a:lnTo>
                    <a:pt x="16250" y="2584"/>
                  </a:lnTo>
                  <a:lnTo>
                    <a:pt x="16160" y="2539"/>
                  </a:lnTo>
                  <a:lnTo>
                    <a:pt x="16071" y="2420"/>
                  </a:lnTo>
                  <a:lnTo>
                    <a:pt x="15981" y="2255"/>
                  </a:lnTo>
                  <a:lnTo>
                    <a:pt x="15966" y="2151"/>
                  </a:lnTo>
                  <a:lnTo>
                    <a:pt x="15951" y="2046"/>
                  </a:lnTo>
                  <a:lnTo>
                    <a:pt x="15966" y="1942"/>
                  </a:lnTo>
                  <a:lnTo>
                    <a:pt x="15966" y="1822"/>
                  </a:lnTo>
                  <a:lnTo>
                    <a:pt x="15966" y="1718"/>
                  </a:lnTo>
                  <a:lnTo>
                    <a:pt x="15906" y="1524"/>
                  </a:lnTo>
                  <a:lnTo>
                    <a:pt x="15877" y="1404"/>
                  </a:lnTo>
                  <a:lnTo>
                    <a:pt x="15817" y="1374"/>
                  </a:lnTo>
                  <a:lnTo>
                    <a:pt x="15802" y="1330"/>
                  </a:lnTo>
                  <a:lnTo>
                    <a:pt x="15757" y="1285"/>
                  </a:lnTo>
                  <a:lnTo>
                    <a:pt x="15682" y="1255"/>
                  </a:lnTo>
                  <a:lnTo>
                    <a:pt x="15563" y="1225"/>
                  </a:lnTo>
                  <a:lnTo>
                    <a:pt x="15429" y="1120"/>
                  </a:lnTo>
                  <a:lnTo>
                    <a:pt x="15279" y="986"/>
                  </a:lnTo>
                  <a:lnTo>
                    <a:pt x="15190" y="837"/>
                  </a:lnTo>
                  <a:lnTo>
                    <a:pt x="15160" y="807"/>
                  </a:lnTo>
                  <a:lnTo>
                    <a:pt x="15130" y="777"/>
                  </a:lnTo>
                  <a:lnTo>
                    <a:pt x="15070" y="762"/>
                  </a:lnTo>
                  <a:lnTo>
                    <a:pt x="14995" y="762"/>
                  </a:lnTo>
                  <a:lnTo>
                    <a:pt x="14966" y="792"/>
                  </a:lnTo>
                  <a:lnTo>
                    <a:pt x="14951" y="792"/>
                  </a:lnTo>
                  <a:lnTo>
                    <a:pt x="14906" y="867"/>
                  </a:lnTo>
                  <a:lnTo>
                    <a:pt x="14861" y="896"/>
                  </a:lnTo>
                  <a:lnTo>
                    <a:pt x="14801" y="941"/>
                  </a:lnTo>
                  <a:lnTo>
                    <a:pt x="14697" y="867"/>
                  </a:lnTo>
                  <a:lnTo>
                    <a:pt x="14652" y="837"/>
                  </a:lnTo>
                  <a:lnTo>
                    <a:pt x="14562" y="822"/>
                  </a:lnTo>
                  <a:lnTo>
                    <a:pt x="14458" y="822"/>
                  </a:lnTo>
                  <a:lnTo>
                    <a:pt x="14383" y="852"/>
                  </a:lnTo>
                  <a:lnTo>
                    <a:pt x="14353" y="867"/>
                  </a:lnTo>
                  <a:lnTo>
                    <a:pt x="14338" y="881"/>
                  </a:lnTo>
                  <a:lnTo>
                    <a:pt x="14264" y="911"/>
                  </a:lnTo>
                  <a:lnTo>
                    <a:pt x="14114" y="911"/>
                  </a:lnTo>
                  <a:lnTo>
                    <a:pt x="14055" y="881"/>
                  </a:lnTo>
                  <a:lnTo>
                    <a:pt x="14025" y="867"/>
                  </a:lnTo>
                  <a:lnTo>
                    <a:pt x="13980" y="837"/>
                  </a:lnTo>
                  <a:lnTo>
                    <a:pt x="13607" y="1046"/>
                  </a:lnTo>
                  <a:lnTo>
                    <a:pt x="13158" y="1344"/>
                  </a:lnTo>
                  <a:lnTo>
                    <a:pt x="12979" y="1479"/>
                  </a:lnTo>
                  <a:lnTo>
                    <a:pt x="12845" y="1509"/>
                  </a:lnTo>
                  <a:lnTo>
                    <a:pt x="12710" y="1524"/>
                  </a:lnTo>
                  <a:lnTo>
                    <a:pt x="12546" y="1494"/>
                  </a:lnTo>
                  <a:lnTo>
                    <a:pt x="12397" y="1434"/>
                  </a:lnTo>
                  <a:lnTo>
                    <a:pt x="12307" y="1374"/>
                  </a:lnTo>
                  <a:lnTo>
                    <a:pt x="12247" y="1315"/>
                  </a:lnTo>
                  <a:lnTo>
                    <a:pt x="12158" y="1300"/>
                  </a:lnTo>
                  <a:lnTo>
                    <a:pt x="12053" y="1300"/>
                  </a:lnTo>
                  <a:lnTo>
                    <a:pt x="11859" y="1359"/>
                  </a:lnTo>
                  <a:lnTo>
                    <a:pt x="11516" y="1464"/>
                  </a:lnTo>
                  <a:lnTo>
                    <a:pt x="11292" y="1539"/>
                  </a:lnTo>
                  <a:lnTo>
                    <a:pt x="11157" y="1554"/>
                  </a:lnTo>
                  <a:lnTo>
                    <a:pt x="10963" y="1494"/>
                  </a:lnTo>
                  <a:lnTo>
                    <a:pt x="10754" y="1419"/>
                  </a:lnTo>
                  <a:lnTo>
                    <a:pt x="10649" y="1344"/>
                  </a:lnTo>
                  <a:lnTo>
                    <a:pt x="10575" y="1300"/>
                  </a:lnTo>
                  <a:lnTo>
                    <a:pt x="10515" y="1344"/>
                  </a:lnTo>
                  <a:lnTo>
                    <a:pt x="10485" y="1359"/>
                  </a:lnTo>
                  <a:lnTo>
                    <a:pt x="10470" y="1374"/>
                  </a:lnTo>
                  <a:lnTo>
                    <a:pt x="10455" y="1389"/>
                  </a:lnTo>
                  <a:lnTo>
                    <a:pt x="10396" y="1404"/>
                  </a:lnTo>
                  <a:lnTo>
                    <a:pt x="10336" y="1359"/>
                  </a:lnTo>
                  <a:lnTo>
                    <a:pt x="10291" y="1315"/>
                  </a:lnTo>
                  <a:lnTo>
                    <a:pt x="10216" y="1300"/>
                  </a:lnTo>
                  <a:lnTo>
                    <a:pt x="10112" y="1285"/>
                  </a:lnTo>
                  <a:lnTo>
                    <a:pt x="9977" y="1195"/>
                  </a:lnTo>
                  <a:lnTo>
                    <a:pt x="9888" y="1135"/>
                  </a:lnTo>
                  <a:lnTo>
                    <a:pt x="9843" y="1031"/>
                  </a:lnTo>
                  <a:lnTo>
                    <a:pt x="9843" y="1016"/>
                  </a:lnTo>
                  <a:lnTo>
                    <a:pt x="9828" y="1001"/>
                  </a:lnTo>
                  <a:lnTo>
                    <a:pt x="9783" y="956"/>
                  </a:lnTo>
                  <a:lnTo>
                    <a:pt x="9709" y="941"/>
                  </a:lnTo>
                  <a:lnTo>
                    <a:pt x="9634" y="941"/>
                  </a:lnTo>
                  <a:lnTo>
                    <a:pt x="9559" y="956"/>
                  </a:lnTo>
                  <a:lnTo>
                    <a:pt x="9544" y="971"/>
                  </a:lnTo>
                  <a:lnTo>
                    <a:pt x="9529" y="971"/>
                  </a:lnTo>
                  <a:lnTo>
                    <a:pt x="9485" y="1016"/>
                  </a:lnTo>
                  <a:lnTo>
                    <a:pt x="9455" y="1046"/>
                  </a:lnTo>
                  <a:lnTo>
                    <a:pt x="9410" y="1120"/>
                  </a:lnTo>
                  <a:lnTo>
                    <a:pt x="9350" y="1120"/>
                  </a:lnTo>
                  <a:lnTo>
                    <a:pt x="9290" y="1076"/>
                  </a:lnTo>
                  <a:lnTo>
                    <a:pt x="9201" y="956"/>
                  </a:lnTo>
                  <a:lnTo>
                    <a:pt x="9096" y="777"/>
                  </a:lnTo>
                  <a:lnTo>
                    <a:pt x="9022" y="643"/>
                  </a:lnTo>
                  <a:lnTo>
                    <a:pt x="9022" y="628"/>
                  </a:lnTo>
                  <a:lnTo>
                    <a:pt x="9007" y="613"/>
                  </a:lnTo>
                  <a:lnTo>
                    <a:pt x="8947" y="568"/>
                  </a:lnTo>
                  <a:lnTo>
                    <a:pt x="8887" y="553"/>
                  </a:lnTo>
                  <a:lnTo>
                    <a:pt x="8812" y="553"/>
                  </a:lnTo>
                  <a:lnTo>
                    <a:pt x="8738" y="583"/>
                  </a:lnTo>
                  <a:lnTo>
                    <a:pt x="8708" y="598"/>
                  </a:lnTo>
                  <a:lnTo>
                    <a:pt x="8678" y="628"/>
                  </a:lnTo>
                  <a:lnTo>
                    <a:pt x="8633" y="657"/>
                  </a:lnTo>
                  <a:lnTo>
                    <a:pt x="8514" y="657"/>
                  </a:lnTo>
                  <a:lnTo>
                    <a:pt x="8454" y="628"/>
                  </a:lnTo>
                  <a:lnTo>
                    <a:pt x="8320" y="568"/>
                  </a:lnTo>
                  <a:lnTo>
                    <a:pt x="8245" y="493"/>
                  </a:lnTo>
                  <a:lnTo>
                    <a:pt x="8170" y="433"/>
                  </a:lnTo>
                  <a:lnTo>
                    <a:pt x="8140" y="359"/>
                  </a:lnTo>
                  <a:lnTo>
                    <a:pt x="8111" y="299"/>
                  </a:lnTo>
                  <a:lnTo>
                    <a:pt x="8125" y="224"/>
                  </a:lnTo>
                  <a:lnTo>
                    <a:pt x="8125" y="194"/>
                  </a:lnTo>
                  <a:lnTo>
                    <a:pt x="8096" y="150"/>
                  </a:lnTo>
                  <a:lnTo>
                    <a:pt x="8081" y="135"/>
                  </a:lnTo>
                  <a:lnTo>
                    <a:pt x="8066" y="120"/>
                  </a:lnTo>
                  <a:lnTo>
                    <a:pt x="8036" y="105"/>
                  </a:lnTo>
                  <a:lnTo>
                    <a:pt x="8021" y="90"/>
                  </a:lnTo>
                  <a:lnTo>
                    <a:pt x="7991" y="90"/>
                  </a:lnTo>
                  <a:lnTo>
                    <a:pt x="7976" y="105"/>
                  </a:lnTo>
                  <a:lnTo>
                    <a:pt x="7961" y="120"/>
                  </a:lnTo>
                  <a:lnTo>
                    <a:pt x="7946" y="135"/>
                  </a:lnTo>
                  <a:lnTo>
                    <a:pt x="7901" y="209"/>
                  </a:lnTo>
                  <a:lnTo>
                    <a:pt x="7737" y="269"/>
                  </a:lnTo>
                  <a:lnTo>
                    <a:pt x="7603" y="299"/>
                  </a:lnTo>
                  <a:lnTo>
                    <a:pt x="7483" y="299"/>
                  </a:lnTo>
                  <a:lnTo>
                    <a:pt x="7364" y="284"/>
                  </a:lnTo>
                  <a:lnTo>
                    <a:pt x="7259" y="254"/>
                  </a:lnTo>
                  <a:lnTo>
                    <a:pt x="7140" y="224"/>
                  </a:lnTo>
                  <a:lnTo>
                    <a:pt x="6916" y="209"/>
                  </a:lnTo>
                  <a:lnTo>
                    <a:pt x="6692" y="194"/>
                  </a:lnTo>
                  <a:lnTo>
                    <a:pt x="6557" y="209"/>
                  </a:lnTo>
                  <a:lnTo>
                    <a:pt x="6513" y="224"/>
                  </a:lnTo>
                  <a:lnTo>
                    <a:pt x="6438" y="239"/>
                  </a:lnTo>
                  <a:lnTo>
                    <a:pt x="6184" y="269"/>
                  </a:lnTo>
                  <a:lnTo>
                    <a:pt x="5930" y="389"/>
                  </a:lnTo>
                  <a:lnTo>
                    <a:pt x="5855" y="433"/>
                  </a:lnTo>
                  <a:lnTo>
                    <a:pt x="5781" y="478"/>
                  </a:lnTo>
                  <a:lnTo>
                    <a:pt x="5377" y="717"/>
                  </a:lnTo>
                  <a:lnTo>
                    <a:pt x="5079" y="986"/>
                  </a:lnTo>
                  <a:lnTo>
                    <a:pt x="4840" y="1210"/>
                  </a:lnTo>
                  <a:lnTo>
                    <a:pt x="4631" y="1315"/>
                  </a:lnTo>
                  <a:lnTo>
                    <a:pt x="4616" y="1330"/>
                  </a:lnTo>
                  <a:lnTo>
                    <a:pt x="4586" y="1344"/>
                  </a:lnTo>
                  <a:lnTo>
                    <a:pt x="4511" y="1374"/>
                  </a:lnTo>
                  <a:lnTo>
                    <a:pt x="4347" y="1374"/>
                  </a:lnTo>
                  <a:lnTo>
                    <a:pt x="4242" y="1344"/>
                  </a:lnTo>
                  <a:lnTo>
                    <a:pt x="4153" y="1315"/>
                  </a:lnTo>
                  <a:lnTo>
                    <a:pt x="4093" y="1270"/>
                  </a:lnTo>
                  <a:lnTo>
                    <a:pt x="3989" y="1210"/>
                  </a:lnTo>
                  <a:lnTo>
                    <a:pt x="3585" y="1210"/>
                  </a:lnTo>
                  <a:lnTo>
                    <a:pt x="3167" y="1180"/>
                  </a:lnTo>
                  <a:lnTo>
                    <a:pt x="2988" y="1150"/>
                  </a:lnTo>
                  <a:lnTo>
                    <a:pt x="2839" y="1150"/>
                  </a:lnTo>
                  <a:lnTo>
                    <a:pt x="2764" y="1135"/>
                  </a:lnTo>
                  <a:lnTo>
                    <a:pt x="2659" y="1105"/>
                  </a:lnTo>
                  <a:lnTo>
                    <a:pt x="2585" y="1076"/>
                  </a:lnTo>
                  <a:lnTo>
                    <a:pt x="2555" y="1046"/>
                  </a:lnTo>
                  <a:lnTo>
                    <a:pt x="2495" y="1016"/>
                  </a:lnTo>
                  <a:lnTo>
                    <a:pt x="2271" y="911"/>
                  </a:lnTo>
                  <a:lnTo>
                    <a:pt x="2032" y="807"/>
                  </a:lnTo>
                  <a:lnTo>
                    <a:pt x="1898" y="747"/>
                  </a:lnTo>
                  <a:lnTo>
                    <a:pt x="1808" y="628"/>
                  </a:lnTo>
                  <a:lnTo>
                    <a:pt x="1718" y="448"/>
                  </a:lnTo>
                  <a:lnTo>
                    <a:pt x="1704" y="314"/>
                  </a:lnTo>
                  <a:lnTo>
                    <a:pt x="1704" y="269"/>
                  </a:lnTo>
                  <a:lnTo>
                    <a:pt x="1674" y="209"/>
                  </a:lnTo>
                  <a:lnTo>
                    <a:pt x="1659" y="209"/>
                  </a:lnTo>
                  <a:lnTo>
                    <a:pt x="1644" y="194"/>
                  </a:lnTo>
                  <a:lnTo>
                    <a:pt x="1659" y="194"/>
                  </a:lnTo>
                  <a:lnTo>
                    <a:pt x="1644" y="180"/>
                  </a:lnTo>
                  <a:lnTo>
                    <a:pt x="1629" y="165"/>
                  </a:lnTo>
                  <a:lnTo>
                    <a:pt x="1435" y="254"/>
                  </a:lnTo>
                  <a:lnTo>
                    <a:pt x="1181" y="194"/>
                  </a:lnTo>
                  <a:lnTo>
                    <a:pt x="1031" y="60"/>
                  </a:lnTo>
                  <a:lnTo>
                    <a:pt x="9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62"/>
            <p:cNvSpPr/>
            <p:nvPr/>
          </p:nvSpPr>
          <p:spPr>
            <a:xfrm>
              <a:off x="2685375" y="2234525"/>
              <a:ext cx="439875" cy="190075"/>
            </a:xfrm>
            <a:custGeom>
              <a:rect b="b" l="l" r="r" t="t"/>
              <a:pathLst>
                <a:path extrusionOk="0" fill="none" h="7603" w="17595">
                  <a:moveTo>
                    <a:pt x="17594" y="5944"/>
                  </a:moveTo>
                  <a:lnTo>
                    <a:pt x="17579" y="5885"/>
                  </a:lnTo>
                  <a:lnTo>
                    <a:pt x="17534" y="5855"/>
                  </a:lnTo>
                  <a:lnTo>
                    <a:pt x="17490" y="5840"/>
                  </a:lnTo>
                  <a:lnTo>
                    <a:pt x="17430" y="5810"/>
                  </a:lnTo>
                  <a:lnTo>
                    <a:pt x="17370" y="5750"/>
                  </a:lnTo>
                  <a:lnTo>
                    <a:pt x="17310" y="5601"/>
                  </a:lnTo>
                  <a:lnTo>
                    <a:pt x="17310" y="5526"/>
                  </a:lnTo>
                  <a:lnTo>
                    <a:pt x="17310" y="5466"/>
                  </a:lnTo>
                  <a:lnTo>
                    <a:pt x="17295" y="5422"/>
                  </a:lnTo>
                  <a:lnTo>
                    <a:pt x="17236" y="5332"/>
                  </a:lnTo>
                  <a:lnTo>
                    <a:pt x="17116" y="5257"/>
                  </a:lnTo>
                  <a:lnTo>
                    <a:pt x="17071" y="5227"/>
                  </a:lnTo>
                  <a:lnTo>
                    <a:pt x="17027" y="5198"/>
                  </a:lnTo>
                  <a:lnTo>
                    <a:pt x="16952" y="5123"/>
                  </a:lnTo>
                  <a:lnTo>
                    <a:pt x="16997" y="4869"/>
                  </a:lnTo>
                  <a:lnTo>
                    <a:pt x="17042" y="4735"/>
                  </a:lnTo>
                  <a:lnTo>
                    <a:pt x="17056" y="4690"/>
                  </a:lnTo>
                  <a:lnTo>
                    <a:pt x="17071" y="4660"/>
                  </a:lnTo>
                  <a:lnTo>
                    <a:pt x="17071" y="4615"/>
                  </a:lnTo>
                  <a:lnTo>
                    <a:pt x="17012" y="4555"/>
                  </a:lnTo>
                  <a:lnTo>
                    <a:pt x="16952" y="4511"/>
                  </a:lnTo>
                  <a:lnTo>
                    <a:pt x="16922" y="4466"/>
                  </a:lnTo>
                  <a:lnTo>
                    <a:pt x="16862" y="4331"/>
                  </a:lnTo>
                  <a:lnTo>
                    <a:pt x="16892" y="4227"/>
                  </a:lnTo>
                  <a:lnTo>
                    <a:pt x="16892" y="4197"/>
                  </a:lnTo>
                  <a:lnTo>
                    <a:pt x="16907" y="4182"/>
                  </a:lnTo>
                  <a:lnTo>
                    <a:pt x="16892" y="4137"/>
                  </a:lnTo>
                  <a:lnTo>
                    <a:pt x="16892" y="4107"/>
                  </a:lnTo>
                  <a:lnTo>
                    <a:pt x="16877" y="4078"/>
                  </a:lnTo>
                  <a:lnTo>
                    <a:pt x="16862" y="4063"/>
                  </a:lnTo>
                  <a:lnTo>
                    <a:pt x="16818" y="4003"/>
                  </a:lnTo>
                  <a:lnTo>
                    <a:pt x="16788" y="3928"/>
                  </a:lnTo>
                  <a:lnTo>
                    <a:pt x="16758" y="3853"/>
                  </a:lnTo>
                  <a:lnTo>
                    <a:pt x="16743" y="3779"/>
                  </a:lnTo>
                  <a:lnTo>
                    <a:pt x="16728" y="3674"/>
                  </a:lnTo>
                  <a:lnTo>
                    <a:pt x="16653" y="3585"/>
                  </a:lnTo>
                  <a:lnTo>
                    <a:pt x="16608" y="3525"/>
                  </a:lnTo>
                  <a:lnTo>
                    <a:pt x="16579" y="3495"/>
                  </a:lnTo>
                  <a:lnTo>
                    <a:pt x="16564" y="3495"/>
                  </a:lnTo>
                  <a:lnTo>
                    <a:pt x="16519" y="3435"/>
                  </a:lnTo>
                  <a:lnTo>
                    <a:pt x="16504" y="3420"/>
                  </a:lnTo>
                  <a:lnTo>
                    <a:pt x="16504" y="3405"/>
                  </a:lnTo>
                  <a:lnTo>
                    <a:pt x="16489" y="3391"/>
                  </a:lnTo>
                  <a:lnTo>
                    <a:pt x="16489" y="3361"/>
                  </a:lnTo>
                  <a:lnTo>
                    <a:pt x="16534" y="3316"/>
                  </a:lnTo>
                  <a:lnTo>
                    <a:pt x="16564" y="3301"/>
                  </a:lnTo>
                  <a:lnTo>
                    <a:pt x="16593" y="3286"/>
                  </a:lnTo>
                  <a:lnTo>
                    <a:pt x="16698" y="3256"/>
                  </a:lnTo>
                  <a:lnTo>
                    <a:pt x="16788" y="3256"/>
                  </a:lnTo>
                  <a:lnTo>
                    <a:pt x="16832" y="3256"/>
                  </a:lnTo>
                  <a:lnTo>
                    <a:pt x="16862" y="3256"/>
                  </a:lnTo>
                  <a:lnTo>
                    <a:pt x="16877" y="3256"/>
                  </a:lnTo>
                  <a:lnTo>
                    <a:pt x="16892" y="3226"/>
                  </a:lnTo>
                  <a:lnTo>
                    <a:pt x="16907" y="3181"/>
                  </a:lnTo>
                  <a:lnTo>
                    <a:pt x="16892" y="3092"/>
                  </a:lnTo>
                  <a:lnTo>
                    <a:pt x="16892" y="3032"/>
                  </a:lnTo>
                  <a:lnTo>
                    <a:pt x="16892" y="2972"/>
                  </a:lnTo>
                  <a:lnTo>
                    <a:pt x="16907" y="2898"/>
                  </a:lnTo>
                  <a:lnTo>
                    <a:pt x="16937" y="2853"/>
                  </a:lnTo>
                  <a:lnTo>
                    <a:pt x="16952" y="2838"/>
                  </a:lnTo>
                  <a:lnTo>
                    <a:pt x="16967" y="2838"/>
                  </a:lnTo>
                  <a:lnTo>
                    <a:pt x="16952" y="2793"/>
                  </a:lnTo>
                  <a:lnTo>
                    <a:pt x="16847" y="2704"/>
                  </a:lnTo>
                  <a:lnTo>
                    <a:pt x="16728" y="2674"/>
                  </a:lnTo>
                  <a:lnTo>
                    <a:pt x="16638" y="2659"/>
                  </a:lnTo>
                  <a:lnTo>
                    <a:pt x="16564" y="2659"/>
                  </a:lnTo>
                  <a:lnTo>
                    <a:pt x="16414" y="2644"/>
                  </a:lnTo>
                  <a:lnTo>
                    <a:pt x="16250" y="2584"/>
                  </a:lnTo>
                  <a:lnTo>
                    <a:pt x="16160" y="2539"/>
                  </a:lnTo>
                  <a:lnTo>
                    <a:pt x="16071" y="2420"/>
                  </a:lnTo>
                  <a:lnTo>
                    <a:pt x="15981" y="2255"/>
                  </a:lnTo>
                  <a:lnTo>
                    <a:pt x="15966" y="2151"/>
                  </a:lnTo>
                  <a:lnTo>
                    <a:pt x="15951" y="2046"/>
                  </a:lnTo>
                  <a:lnTo>
                    <a:pt x="15966" y="1942"/>
                  </a:lnTo>
                  <a:lnTo>
                    <a:pt x="15966" y="1822"/>
                  </a:lnTo>
                  <a:lnTo>
                    <a:pt x="15966" y="1718"/>
                  </a:lnTo>
                  <a:lnTo>
                    <a:pt x="15906" y="1524"/>
                  </a:lnTo>
                  <a:lnTo>
                    <a:pt x="15877" y="1404"/>
                  </a:lnTo>
                  <a:lnTo>
                    <a:pt x="15817" y="1374"/>
                  </a:lnTo>
                  <a:lnTo>
                    <a:pt x="15802" y="1330"/>
                  </a:lnTo>
                  <a:lnTo>
                    <a:pt x="15757" y="1285"/>
                  </a:lnTo>
                  <a:lnTo>
                    <a:pt x="15682" y="1255"/>
                  </a:lnTo>
                  <a:lnTo>
                    <a:pt x="15563" y="1225"/>
                  </a:lnTo>
                  <a:lnTo>
                    <a:pt x="15429" y="1120"/>
                  </a:lnTo>
                  <a:lnTo>
                    <a:pt x="15279" y="986"/>
                  </a:lnTo>
                  <a:lnTo>
                    <a:pt x="15190" y="837"/>
                  </a:lnTo>
                  <a:lnTo>
                    <a:pt x="15160" y="807"/>
                  </a:lnTo>
                  <a:lnTo>
                    <a:pt x="15130" y="777"/>
                  </a:lnTo>
                  <a:lnTo>
                    <a:pt x="15070" y="762"/>
                  </a:lnTo>
                  <a:lnTo>
                    <a:pt x="15040" y="762"/>
                  </a:lnTo>
                  <a:lnTo>
                    <a:pt x="14995" y="762"/>
                  </a:lnTo>
                  <a:lnTo>
                    <a:pt x="14966" y="792"/>
                  </a:lnTo>
                  <a:lnTo>
                    <a:pt x="14951" y="792"/>
                  </a:lnTo>
                  <a:lnTo>
                    <a:pt x="14951" y="792"/>
                  </a:lnTo>
                  <a:lnTo>
                    <a:pt x="14906" y="867"/>
                  </a:lnTo>
                  <a:lnTo>
                    <a:pt x="14861" y="896"/>
                  </a:lnTo>
                  <a:lnTo>
                    <a:pt x="14801" y="941"/>
                  </a:lnTo>
                  <a:lnTo>
                    <a:pt x="14697" y="867"/>
                  </a:lnTo>
                  <a:lnTo>
                    <a:pt x="14652" y="837"/>
                  </a:lnTo>
                  <a:lnTo>
                    <a:pt x="14562" y="822"/>
                  </a:lnTo>
                  <a:lnTo>
                    <a:pt x="14458" y="822"/>
                  </a:lnTo>
                  <a:lnTo>
                    <a:pt x="14383" y="852"/>
                  </a:lnTo>
                  <a:lnTo>
                    <a:pt x="14353" y="867"/>
                  </a:lnTo>
                  <a:lnTo>
                    <a:pt x="14338" y="881"/>
                  </a:lnTo>
                  <a:lnTo>
                    <a:pt x="14264" y="911"/>
                  </a:lnTo>
                  <a:lnTo>
                    <a:pt x="14174" y="911"/>
                  </a:lnTo>
                  <a:lnTo>
                    <a:pt x="14114" y="911"/>
                  </a:lnTo>
                  <a:lnTo>
                    <a:pt x="14055" y="881"/>
                  </a:lnTo>
                  <a:lnTo>
                    <a:pt x="14025" y="867"/>
                  </a:lnTo>
                  <a:lnTo>
                    <a:pt x="13980" y="837"/>
                  </a:lnTo>
                  <a:lnTo>
                    <a:pt x="13607" y="1046"/>
                  </a:lnTo>
                  <a:lnTo>
                    <a:pt x="13158" y="1344"/>
                  </a:lnTo>
                  <a:lnTo>
                    <a:pt x="12979" y="1479"/>
                  </a:lnTo>
                  <a:lnTo>
                    <a:pt x="12845" y="1509"/>
                  </a:lnTo>
                  <a:lnTo>
                    <a:pt x="12710" y="1524"/>
                  </a:lnTo>
                  <a:lnTo>
                    <a:pt x="12546" y="1494"/>
                  </a:lnTo>
                  <a:lnTo>
                    <a:pt x="12397" y="1434"/>
                  </a:lnTo>
                  <a:lnTo>
                    <a:pt x="12307" y="1374"/>
                  </a:lnTo>
                  <a:lnTo>
                    <a:pt x="12247" y="1315"/>
                  </a:lnTo>
                  <a:lnTo>
                    <a:pt x="12158" y="1300"/>
                  </a:lnTo>
                  <a:lnTo>
                    <a:pt x="12053" y="1300"/>
                  </a:lnTo>
                  <a:lnTo>
                    <a:pt x="11859" y="1359"/>
                  </a:lnTo>
                  <a:lnTo>
                    <a:pt x="11516" y="1464"/>
                  </a:lnTo>
                  <a:lnTo>
                    <a:pt x="11292" y="1539"/>
                  </a:lnTo>
                  <a:lnTo>
                    <a:pt x="11157" y="1554"/>
                  </a:lnTo>
                  <a:lnTo>
                    <a:pt x="10963" y="1494"/>
                  </a:lnTo>
                  <a:lnTo>
                    <a:pt x="10754" y="1419"/>
                  </a:lnTo>
                  <a:lnTo>
                    <a:pt x="10649" y="1344"/>
                  </a:lnTo>
                  <a:lnTo>
                    <a:pt x="10575" y="1300"/>
                  </a:lnTo>
                  <a:lnTo>
                    <a:pt x="10515" y="1344"/>
                  </a:lnTo>
                  <a:lnTo>
                    <a:pt x="10485" y="1359"/>
                  </a:lnTo>
                  <a:lnTo>
                    <a:pt x="10470" y="1374"/>
                  </a:lnTo>
                  <a:lnTo>
                    <a:pt x="10470" y="1374"/>
                  </a:lnTo>
                  <a:lnTo>
                    <a:pt x="10455" y="1389"/>
                  </a:lnTo>
                  <a:lnTo>
                    <a:pt x="10396" y="1404"/>
                  </a:lnTo>
                  <a:lnTo>
                    <a:pt x="10336" y="1359"/>
                  </a:lnTo>
                  <a:lnTo>
                    <a:pt x="10291" y="1315"/>
                  </a:lnTo>
                  <a:lnTo>
                    <a:pt x="10216" y="1300"/>
                  </a:lnTo>
                  <a:lnTo>
                    <a:pt x="10112" y="1285"/>
                  </a:lnTo>
                  <a:lnTo>
                    <a:pt x="9977" y="1195"/>
                  </a:lnTo>
                  <a:lnTo>
                    <a:pt x="9888" y="1135"/>
                  </a:lnTo>
                  <a:lnTo>
                    <a:pt x="9843" y="1031"/>
                  </a:lnTo>
                  <a:lnTo>
                    <a:pt x="9843" y="1016"/>
                  </a:lnTo>
                  <a:lnTo>
                    <a:pt x="9828" y="1001"/>
                  </a:lnTo>
                  <a:lnTo>
                    <a:pt x="9783" y="956"/>
                  </a:lnTo>
                  <a:lnTo>
                    <a:pt x="9709" y="941"/>
                  </a:lnTo>
                  <a:lnTo>
                    <a:pt x="9634" y="941"/>
                  </a:lnTo>
                  <a:lnTo>
                    <a:pt x="9559" y="956"/>
                  </a:lnTo>
                  <a:lnTo>
                    <a:pt x="9544" y="971"/>
                  </a:lnTo>
                  <a:lnTo>
                    <a:pt x="9529" y="971"/>
                  </a:lnTo>
                  <a:lnTo>
                    <a:pt x="9485" y="1016"/>
                  </a:lnTo>
                  <a:lnTo>
                    <a:pt x="9455" y="1046"/>
                  </a:lnTo>
                  <a:lnTo>
                    <a:pt x="9410" y="1120"/>
                  </a:lnTo>
                  <a:lnTo>
                    <a:pt x="9350" y="1120"/>
                  </a:lnTo>
                  <a:lnTo>
                    <a:pt x="9290" y="1076"/>
                  </a:lnTo>
                  <a:lnTo>
                    <a:pt x="9201" y="956"/>
                  </a:lnTo>
                  <a:lnTo>
                    <a:pt x="9096" y="777"/>
                  </a:lnTo>
                  <a:lnTo>
                    <a:pt x="9022" y="643"/>
                  </a:lnTo>
                  <a:lnTo>
                    <a:pt x="9022" y="628"/>
                  </a:lnTo>
                  <a:lnTo>
                    <a:pt x="9007" y="613"/>
                  </a:lnTo>
                  <a:lnTo>
                    <a:pt x="8947" y="568"/>
                  </a:lnTo>
                  <a:lnTo>
                    <a:pt x="8887" y="553"/>
                  </a:lnTo>
                  <a:lnTo>
                    <a:pt x="8812" y="553"/>
                  </a:lnTo>
                  <a:lnTo>
                    <a:pt x="8738" y="583"/>
                  </a:lnTo>
                  <a:lnTo>
                    <a:pt x="8708" y="598"/>
                  </a:lnTo>
                  <a:lnTo>
                    <a:pt x="8678" y="628"/>
                  </a:lnTo>
                  <a:lnTo>
                    <a:pt x="8633" y="657"/>
                  </a:lnTo>
                  <a:lnTo>
                    <a:pt x="8514" y="657"/>
                  </a:lnTo>
                  <a:lnTo>
                    <a:pt x="8454" y="628"/>
                  </a:lnTo>
                  <a:lnTo>
                    <a:pt x="8320" y="568"/>
                  </a:lnTo>
                  <a:lnTo>
                    <a:pt x="8245" y="493"/>
                  </a:lnTo>
                  <a:lnTo>
                    <a:pt x="8170" y="433"/>
                  </a:lnTo>
                  <a:lnTo>
                    <a:pt x="8140" y="359"/>
                  </a:lnTo>
                  <a:lnTo>
                    <a:pt x="8111" y="299"/>
                  </a:lnTo>
                  <a:lnTo>
                    <a:pt x="8125" y="224"/>
                  </a:lnTo>
                  <a:lnTo>
                    <a:pt x="8125" y="194"/>
                  </a:lnTo>
                  <a:lnTo>
                    <a:pt x="8096" y="150"/>
                  </a:lnTo>
                  <a:lnTo>
                    <a:pt x="8081" y="135"/>
                  </a:lnTo>
                  <a:lnTo>
                    <a:pt x="8066" y="120"/>
                  </a:lnTo>
                  <a:lnTo>
                    <a:pt x="8036" y="105"/>
                  </a:lnTo>
                  <a:lnTo>
                    <a:pt x="8021" y="90"/>
                  </a:lnTo>
                  <a:lnTo>
                    <a:pt x="7991" y="90"/>
                  </a:lnTo>
                  <a:lnTo>
                    <a:pt x="7976" y="105"/>
                  </a:lnTo>
                  <a:lnTo>
                    <a:pt x="7961" y="120"/>
                  </a:lnTo>
                  <a:lnTo>
                    <a:pt x="7946" y="135"/>
                  </a:lnTo>
                  <a:lnTo>
                    <a:pt x="7901" y="209"/>
                  </a:lnTo>
                  <a:lnTo>
                    <a:pt x="7737" y="269"/>
                  </a:lnTo>
                  <a:lnTo>
                    <a:pt x="7603" y="299"/>
                  </a:lnTo>
                  <a:lnTo>
                    <a:pt x="7483" y="299"/>
                  </a:lnTo>
                  <a:lnTo>
                    <a:pt x="7364" y="284"/>
                  </a:lnTo>
                  <a:lnTo>
                    <a:pt x="7259" y="254"/>
                  </a:lnTo>
                  <a:lnTo>
                    <a:pt x="7140" y="224"/>
                  </a:lnTo>
                  <a:lnTo>
                    <a:pt x="6916" y="209"/>
                  </a:lnTo>
                  <a:lnTo>
                    <a:pt x="6692" y="194"/>
                  </a:lnTo>
                  <a:lnTo>
                    <a:pt x="6557" y="209"/>
                  </a:lnTo>
                  <a:lnTo>
                    <a:pt x="6513" y="224"/>
                  </a:lnTo>
                  <a:lnTo>
                    <a:pt x="6438" y="239"/>
                  </a:lnTo>
                  <a:lnTo>
                    <a:pt x="6184" y="269"/>
                  </a:lnTo>
                  <a:lnTo>
                    <a:pt x="5930" y="389"/>
                  </a:lnTo>
                  <a:lnTo>
                    <a:pt x="5855" y="433"/>
                  </a:lnTo>
                  <a:lnTo>
                    <a:pt x="5781" y="478"/>
                  </a:lnTo>
                  <a:lnTo>
                    <a:pt x="5377" y="717"/>
                  </a:lnTo>
                  <a:lnTo>
                    <a:pt x="5079" y="986"/>
                  </a:lnTo>
                  <a:lnTo>
                    <a:pt x="4840" y="1210"/>
                  </a:lnTo>
                  <a:lnTo>
                    <a:pt x="4631" y="1315"/>
                  </a:lnTo>
                  <a:lnTo>
                    <a:pt x="4616" y="1330"/>
                  </a:lnTo>
                  <a:lnTo>
                    <a:pt x="4586" y="1344"/>
                  </a:lnTo>
                  <a:lnTo>
                    <a:pt x="4511" y="1374"/>
                  </a:lnTo>
                  <a:lnTo>
                    <a:pt x="4437" y="1374"/>
                  </a:lnTo>
                  <a:lnTo>
                    <a:pt x="4347" y="1374"/>
                  </a:lnTo>
                  <a:lnTo>
                    <a:pt x="4242" y="1344"/>
                  </a:lnTo>
                  <a:lnTo>
                    <a:pt x="4153" y="1315"/>
                  </a:lnTo>
                  <a:lnTo>
                    <a:pt x="4093" y="1270"/>
                  </a:lnTo>
                  <a:lnTo>
                    <a:pt x="3989" y="1210"/>
                  </a:lnTo>
                  <a:lnTo>
                    <a:pt x="3869" y="1210"/>
                  </a:lnTo>
                  <a:lnTo>
                    <a:pt x="3585" y="1210"/>
                  </a:lnTo>
                  <a:lnTo>
                    <a:pt x="3167" y="1180"/>
                  </a:lnTo>
                  <a:lnTo>
                    <a:pt x="2988" y="1150"/>
                  </a:lnTo>
                  <a:lnTo>
                    <a:pt x="2913" y="1150"/>
                  </a:lnTo>
                  <a:lnTo>
                    <a:pt x="2839" y="1150"/>
                  </a:lnTo>
                  <a:lnTo>
                    <a:pt x="2764" y="1135"/>
                  </a:lnTo>
                  <a:lnTo>
                    <a:pt x="2659" y="1105"/>
                  </a:lnTo>
                  <a:lnTo>
                    <a:pt x="2585" y="1076"/>
                  </a:lnTo>
                  <a:lnTo>
                    <a:pt x="2555" y="1046"/>
                  </a:lnTo>
                  <a:lnTo>
                    <a:pt x="2495" y="1016"/>
                  </a:lnTo>
                  <a:lnTo>
                    <a:pt x="2271" y="911"/>
                  </a:lnTo>
                  <a:lnTo>
                    <a:pt x="2032" y="807"/>
                  </a:lnTo>
                  <a:lnTo>
                    <a:pt x="1898" y="747"/>
                  </a:lnTo>
                  <a:lnTo>
                    <a:pt x="1808" y="628"/>
                  </a:lnTo>
                  <a:lnTo>
                    <a:pt x="1718" y="448"/>
                  </a:lnTo>
                  <a:lnTo>
                    <a:pt x="1704" y="314"/>
                  </a:lnTo>
                  <a:lnTo>
                    <a:pt x="1704" y="269"/>
                  </a:lnTo>
                  <a:lnTo>
                    <a:pt x="1674" y="209"/>
                  </a:lnTo>
                  <a:lnTo>
                    <a:pt x="1659" y="209"/>
                  </a:lnTo>
                  <a:lnTo>
                    <a:pt x="1644" y="194"/>
                  </a:lnTo>
                  <a:lnTo>
                    <a:pt x="1659" y="194"/>
                  </a:lnTo>
                  <a:lnTo>
                    <a:pt x="1659" y="194"/>
                  </a:lnTo>
                  <a:lnTo>
                    <a:pt x="1659" y="194"/>
                  </a:lnTo>
                  <a:lnTo>
                    <a:pt x="1644" y="180"/>
                  </a:lnTo>
                  <a:lnTo>
                    <a:pt x="1629" y="165"/>
                  </a:lnTo>
                  <a:lnTo>
                    <a:pt x="1435" y="254"/>
                  </a:lnTo>
                  <a:lnTo>
                    <a:pt x="1181" y="194"/>
                  </a:lnTo>
                  <a:lnTo>
                    <a:pt x="1031" y="60"/>
                  </a:lnTo>
                  <a:lnTo>
                    <a:pt x="1031" y="60"/>
                  </a:lnTo>
                  <a:lnTo>
                    <a:pt x="942" y="0"/>
                  </a:lnTo>
                  <a:lnTo>
                    <a:pt x="822" y="0"/>
                  </a:lnTo>
                  <a:lnTo>
                    <a:pt x="778" y="45"/>
                  </a:lnTo>
                  <a:lnTo>
                    <a:pt x="658" y="150"/>
                  </a:lnTo>
                  <a:lnTo>
                    <a:pt x="434" y="194"/>
                  </a:lnTo>
                  <a:lnTo>
                    <a:pt x="374" y="194"/>
                  </a:lnTo>
                  <a:lnTo>
                    <a:pt x="330" y="209"/>
                  </a:lnTo>
                  <a:lnTo>
                    <a:pt x="285" y="209"/>
                  </a:lnTo>
                  <a:lnTo>
                    <a:pt x="255" y="239"/>
                  </a:lnTo>
                  <a:lnTo>
                    <a:pt x="255" y="239"/>
                  </a:lnTo>
                  <a:lnTo>
                    <a:pt x="240" y="254"/>
                  </a:lnTo>
                  <a:lnTo>
                    <a:pt x="210" y="299"/>
                  </a:lnTo>
                  <a:lnTo>
                    <a:pt x="195" y="359"/>
                  </a:lnTo>
                  <a:lnTo>
                    <a:pt x="195" y="433"/>
                  </a:lnTo>
                  <a:lnTo>
                    <a:pt x="225" y="463"/>
                  </a:lnTo>
                  <a:lnTo>
                    <a:pt x="225" y="478"/>
                  </a:lnTo>
                  <a:lnTo>
                    <a:pt x="225" y="478"/>
                  </a:lnTo>
                  <a:lnTo>
                    <a:pt x="225" y="478"/>
                  </a:lnTo>
                  <a:lnTo>
                    <a:pt x="374" y="643"/>
                  </a:lnTo>
                  <a:lnTo>
                    <a:pt x="479" y="822"/>
                  </a:lnTo>
                  <a:lnTo>
                    <a:pt x="434" y="881"/>
                  </a:lnTo>
                  <a:lnTo>
                    <a:pt x="404" y="911"/>
                  </a:lnTo>
                  <a:lnTo>
                    <a:pt x="344" y="941"/>
                  </a:lnTo>
                  <a:lnTo>
                    <a:pt x="270" y="971"/>
                  </a:lnTo>
                  <a:lnTo>
                    <a:pt x="165" y="1150"/>
                  </a:lnTo>
                  <a:lnTo>
                    <a:pt x="165" y="1330"/>
                  </a:lnTo>
                  <a:lnTo>
                    <a:pt x="165" y="1434"/>
                  </a:lnTo>
                  <a:lnTo>
                    <a:pt x="120" y="1539"/>
                  </a:lnTo>
                  <a:lnTo>
                    <a:pt x="91" y="1598"/>
                  </a:lnTo>
                  <a:lnTo>
                    <a:pt x="46" y="1628"/>
                  </a:lnTo>
                  <a:lnTo>
                    <a:pt x="31" y="1658"/>
                  </a:lnTo>
                  <a:lnTo>
                    <a:pt x="1" y="1673"/>
                  </a:lnTo>
                  <a:lnTo>
                    <a:pt x="1" y="1688"/>
                  </a:lnTo>
                  <a:lnTo>
                    <a:pt x="1" y="1718"/>
                  </a:lnTo>
                  <a:lnTo>
                    <a:pt x="31" y="1778"/>
                  </a:lnTo>
                  <a:lnTo>
                    <a:pt x="120" y="1807"/>
                  </a:lnTo>
                  <a:lnTo>
                    <a:pt x="165" y="1807"/>
                  </a:lnTo>
                  <a:lnTo>
                    <a:pt x="210" y="1822"/>
                  </a:lnTo>
                  <a:lnTo>
                    <a:pt x="300" y="1837"/>
                  </a:lnTo>
                  <a:lnTo>
                    <a:pt x="389" y="1837"/>
                  </a:lnTo>
                  <a:lnTo>
                    <a:pt x="479" y="1822"/>
                  </a:lnTo>
                  <a:lnTo>
                    <a:pt x="554" y="1778"/>
                  </a:lnTo>
                  <a:lnTo>
                    <a:pt x="598" y="1763"/>
                  </a:lnTo>
                  <a:lnTo>
                    <a:pt x="643" y="1748"/>
                  </a:lnTo>
                  <a:lnTo>
                    <a:pt x="688" y="1748"/>
                  </a:lnTo>
                  <a:lnTo>
                    <a:pt x="718" y="1763"/>
                  </a:lnTo>
                  <a:lnTo>
                    <a:pt x="748" y="1778"/>
                  </a:lnTo>
                  <a:lnTo>
                    <a:pt x="763" y="1807"/>
                  </a:lnTo>
                  <a:lnTo>
                    <a:pt x="778" y="1822"/>
                  </a:lnTo>
                  <a:lnTo>
                    <a:pt x="778" y="1852"/>
                  </a:lnTo>
                  <a:lnTo>
                    <a:pt x="778" y="1897"/>
                  </a:lnTo>
                  <a:lnTo>
                    <a:pt x="792" y="1927"/>
                  </a:lnTo>
                  <a:lnTo>
                    <a:pt x="807" y="1957"/>
                  </a:lnTo>
                  <a:lnTo>
                    <a:pt x="807" y="1972"/>
                  </a:lnTo>
                  <a:lnTo>
                    <a:pt x="822" y="1972"/>
                  </a:lnTo>
                  <a:lnTo>
                    <a:pt x="852" y="1972"/>
                  </a:lnTo>
                  <a:lnTo>
                    <a:pt x="867" y="1957"/>
                  </a:lnTo>
                  <a:lnTo>
                    <a:pt x="882" y="1942"/>
                  </a:lnTo>
                  <a:lnTo>
                    <a:pt x="942" y="1897"/>
                  </a:lnTo>
                  <a:lnTo>
                    <a:pt x="1002" y="1837"/>
                  </a:lnTo>
                  <a:lnTo>
                    <a:pt x="1061" y="1778"/>
                  </a:lnTo>
                  <a:lnTo>
                    <a:pt x="1136" y="1718"/>
                  </a:lnTo>
                  <a:lnTo>
                    <a:pt x="1211" y="1643"/>
                  </a:lnTo>
                  <a:lnTo>
                    <a:pt x="1226" y="1568"/>
                  </a:lnTo>
                  <a:lnTo>
                    <a:pt x="1226" y="1524"/>
                  </a:lnTo>
                  <a:lnTo>
                    <a:pt x="1255" y="1464"/>
                  </a:lnTo>
                  <a:lnTo>
                    <a:pt x="1285" y="1404"/>
                  </a:lnTo>
                  <a:lnTo>
                    <a:pt x="1375" y="1374"/>
                  </a:lnTo>
                  <a:lnTo>
                    <a:pt x="1420" y="1374"/>
                  </a:lnTo>
                  <a:lnTo>
                    <a:pt x="1450" y="1389"/>
                  </a:lnTo>
                  <a:lnTo>
                    <a:pt x="1479" y="1389"/>
                  </a:lnTo>
                  <a:lnTo>
                    <a:pt x="1479" y="1389"/>
                  </a:lnTo>
                  <a:lnTo>
                    <a:pt x="1479" y="1389"/>
                  </a:lnTo>
                  <a:lnTo>
                    <a:pt x="1584" y="1389"/>
                  </a:lnTo>
                  <a:lnTo>
                    <a:pt x="1659" y="1434"/>
                  </a:lnTo>
                  <a:lnTo>
                    <a:pt x="1659" y="1434"/>
                  </a:lnTo>
                  <a:lnTo>
                    <a:pt x="1659" y="1449"/>
                  </a:lnTo>
                  <a:lnTo>
                    <a:pt x="1674" y="1449"/>
                  </a:lnTo>
                  <a:lnTo>
                    <a:pt x="1689" y="1449"/>
                  </a:lnTo>
                  <a:lnTo>
                    <a:pt x="1718" y="1434"/>
                  </a:lnTo>
                  <a:lnTo>
                    <a:pt x="1733" y="1404"/>
                  </a:lnTo>
                  <a:lnTo>
                    <a:pt x="1763" y="1374"/>
                  </a:lnTo>
                  <a:lnTo>
                    <a:pt x="1793" y="1344"/>
                  </a:lnTo>
                  <a:lnTo>
                    <a:pt x="1823" y="1300"/>
                  </a:lnTo>
                  <a:lnTo>
                    <a:pt x="1883" y="1285"/>
                  </a:lnTo>
                  <a:lnTo>
                    <a:pt x="1972" y="1285"/>
                  </a:lnTo>
                  <a:lnTo>
                    <a:pt x="2047" y="1315"/>
                  </a:lnTo>
                  <a:lnTo>
                    <a:pt x="2122" y="1330"/>
                  </a:lnTo>
                  <a:lnTo>
                    <a:pt x="2211" y="1330"/>
                  </a:lnTo>
                  <a:lnTo>
                    <a:pt x="2271" y="1330"/>
                  </a:lnTo>
                  <a:lnTo>
                    <a:pt x="2301" y="1330"/>
                  </a:lnTo>
                  <a:lnTo>
                    <a:pt x="2331" y="1344"/>
                  </a:lnTo>
                  <a:lnTo>
                    <a:pt x="2346" y="1374"/>
                  </a:lnTo>
                  <a:lnTo>
                    <a:pt x="2361" y="1404"/>
                  </a:lnTo>
                  <a:lnTo>
                    <a:pt x="2420" y="1419"/>
                  </a:lnTo>
                  <a:lnTo>
                    <a:pt x="2555" y="1419"/>
                  </a:lnTo>
                  <a:lnTo>
                    <a:pt x="2749" y="1449"/>
                  </a:lnTo>
                  <a:lnTo>
                    <a:pt x="2853" y="1479"/>
                  </a:lnTo>
                  <a:lnTo>
                    <a:pt x="2898" y="1509"/>
                  </a:lnTo>
                  <a:lnTo>
                    <a:pt x="2913" y="1539"/>
                  </a:lnTo>
                  <a:lnTo>
                    <a:pt x="2928" y="1568"/>
                  </a:lnTo>
                  <a:lnTo>
                    <a:pt x="2943" y="1613"/>
                  </a:lnTo>
                  <a:lnTo>
                    <a:pt x="3048" y="1688"/>
                  </a:lnTo>
                  <a:lnTo>
                    <a:pt x="3137" y="1688"/>
                  </a:lnTo>
                  <a:lnTo>
                    <a:pt x="3182" y="1688"/>
                  </a:lnTo>
                  <a:lnTo>
                    <a:pt x="3391" y="1658"/>
                  </a:lnTo>
                  <a:lnTo>
                    <a:pt x="3526" y="1673"/>
                  </a:lnTo>
                  <a:lnTo>
                    <a:pt x="3555" y="1688"/>
                  </a:lnTo>
                  <a:lnTo>
                    <a:pt x="3555" y="1718"/>
                  </a:lnTo>
                  <a:lnTo>
                    <a:pt x="3496" y="1778"/>
                  </a:lnTo>
                  <a:lnTo>
                    <a:pt x="3331" y="1792"/>
                  </a:lnTo>
                  <a:lnTo>
                    <a:pt x="3302" y="1792"/>
                  </a:lnTo>
                  <a:lnTo>
                    <a:pt x="3272" y="1792"/>
                  </a:lnTo>
                  <a:lnTo>
                    <a:pt x="3227" y="1792"/>
                  </a:lnTo>
                  <a:lnTo>
                    <a:pt x="3182" y="1792"/>
                  </a:lnTo>
                  <a:lnTo>
                    <a:pt x="3003" y="1807"/>
                  </a:lnTo>
                  <a:lnTo>
                    <a:pt x="2928" y="1837"/>
                  </a:lnTo>
                  <a:lnTo>
                    <a:pt x="2853" y="1867"/>
                  </a:lnTo>
                  <a:lnTo>
                    <a:pt x="2734" y="1867"/>
                  </a:lnTo>
                  <a:lnTo>
                    <a:pt x="2704" y="1867"/>
                  </a:lnTo>
                  <a:lnTo>
                    <a:pt x="2644" y="1882"/>
                  </a:lnTo>
                  <a:lnTo>
                    <a:pt x="2615" y="1897"/>
                  </a:lnTo>
                  <a:lnTo>
                    <a:pt x="2600" y="1912"/>
                  </a:lnTo>
                  <a:lnTo>
                    <a:pt x="2600" y="1912"/>
                  </a:lnTo>
                  <a:lnTo>
                    <a:pt x="2585" y="1927"/>
                  </a:lnTo>
                  <a:lnTo>
                    <a:pt x="2600" y="1942"/>
                  </a:lnTo>
                  <a:lnTo>
                    <a:pt x="2600" y="1942"/>
                  </a:lnTo>
                  <a:lnTo>
                    <a:pt x="2615" y="1957"/>
                  </a:lnTo>
                  <a:lnTo>
                    <a:pt x="2644" y="1987"/>
                  </a:lnTo>
                  <a:lnTo>
                    <a:pt x="2704" y="2002"/>
                  </a:lnTo>
                  <a:lnTo>
                    <a:pt x="2824" y="2046"/>
                  </a:lnTo>
                  <a:lnTo>
                    <a:pt x="2853" y="2121"/>
                  </a:lnTo>
                  <a:lnTo>
                    <a:pt x="2824" y="2166"/>
                  </a:lnTo>
                  <a:lnTo>
                    <a:pt x="2764" y="2181"/>
                  </a:lnTo>
                  <a:lnTo>
                    <a:pt x="2704" y="2196"/>
                  </a:lnTo>
                  <a:lnTo>
                    <a:pt x="2615" y="2196"/>
                  </a:lnTo>
                  <a:lnTo>
                    <a:pt x="2555" y="2196"/>
                  </a:lnTo>
                  <a:lnTo>
                    <a:pt x="2495" y="2196"/>
                  </a:lnTo>
                  <a:lnTo>
                    <a:pt x="2376" y="2211"/>
                  </a:lnTo>
                  <a:lnTo>
                    <a:pt x="2271" y="2181"/>
                  </a:lnTo>
                  <a:lnTo>
                    <a:pt x="2122" y="2151"/>
                  </a:lnTo>
                  <a:lnTo>
                    <a:pt x="1942" y="2166"/>
                  </a:lnTo>
                  <a:lnTo>
                    <a:pt x="1913" y="2166"/>
                  </a:lnTo>
                  <a:lnTo>
                    <a:pt x="1898" y="2166"/>
                  </a:lnTo>
                  <a:lnTo>
                    <a:pt x="1868" y="2166"/>
                  </a:lnTo>
                  <a:lnTo>
                    <a:pt x="1853" y="2166"/>
                  </a:lnTo>
                  <a:lnTo>
                    <a:pt x="1763" y="2166"/>
                  </a:lnTo>
                  <a:lnTo>
                    <a:pt x="1733" y="2121"/>
                  </a:lnTo>
                  <a:lnTo>
                    <a:pt x="1733" y="2091"/>
                  </a:lnTo>
                  <a:lnTo>
                    <a:pt x="1733" y="2076"/>
                  </a:lnTo>
                  <a:lnTo>
                    <a:pt x="1733" y="2046"/>
                  </a:lnTo>
                  <a:lnTo>
                    <a:pt x="1718" y="2031"/>
                  </a:lnTo>
                  <a:lnTo>
                    <a:pt x="1704" y="2017"/>
                  </a:lnTo>
                  <a:lnTo>
                    <a:pt x="1659" y="2017"/>
                  </a:lnTo>
                  <a:lnTo>
                    <a:pt x="1644" y="2031"/>
                  </a:lnTo>
                  <a:lnTo>
                    <a:pt x="1644" y="2031"/>
                  </a:lnTo>
                  <a:lnTo>
                    <a:pt x="1629" y="2046"/>
                  </a:lnTo>
                  <a:lnTo>
                    <a:pt x="1629" y="2046"/>
                  </a:lnTo>
                  <a:lnTo>
                    <a:pt x="1614" y="2061"/>
                  </a:lnTo>
                  <a:lnTo>
                    <a:pt x="1629" y="2061"/>
                  </a:lnTo>
                  <a:lnTo>
                    <a:pt x="1644" y="2091"/>
                  </a:lnTo>
                  <a:lnTo>
                    <a:pt x="1659" y="2106"/>
                  </a:lnTo>
                  <a:lnTo>
                    <a:pt x="1704" y="2136"/>
                  </a:lnTo>
                  <a:lnTo>
                    <a:pt x="1704" y="2196"/>
                  </a:lnTo>
                  <a:lnTo>
                    <a:pt x="1674" y="2226"/>
                  </a:lnTo>
                  <a:lnTo>
                    <a:pt x="1629" y="2255"/>
                  </a:lnTo>
                  <a:lnTo>
                    <a:pt x="1569" y="2270"/>
                  </a:lnTo>
                  <a:lnTo>
                    <a:pt x="1479" y="2270"/>
                  </a:lnTo>
                  <a:lnTo>
                    <a:pt x="1479" y="2270"/>
                  </a:lnTo>
                  <a:lnTo>
                    <a:pt x="1360" y="2270"/>
                  </a:lnTo>
                  <a:lnTo>
                    <a:pt x="1285" y="2255"/>
                  </a:lnTo>
                  <a:lnTo>
                    <a:pt x="1255" y="2226"/>
                  </a:lnTo>
                  <a:lnTo>
                    <a:pt x="1226" y="2211"/>
                  </a:lnTo>
                  <a:lnTo>
                    <a:pt x="1196" y="2196"/>
                  </a:lnTo>
                  <a:lnTo>
                    <a:pt x="1166" y="2181"/>
                  </a:lnTo>
                  <a:lnTo>
                    <a:pt x="1151" y="2151"/>
                  </a:lnTo>
                  <a:lnTo>
                    <a:pt x="1136" y="2121"/>
                  </a:lnTo>
                  <a:lnTo>
                    <a:pt x="1136" y="2106"/>
                  </a:lnTo>
                  <a:lnTo>
                    <a:pt x="1121" y="2091"/>
                  </a:lnTo>
                  <a:lnTo>
                    <a:pt x="1106" y="2076"/>
                  </a:lnTo>
                  <a:lnTo>
                    <a:pt x="1076" y="2106"/>
                  </a:lnTo>
                  <a:lnTo>
                    <a:pt x="1002" y="2151"/>
                  </a:lnTo>
                  <a:lnTo>
                    <a:pt x="927" y="2181"/>
                  </a:lnTo>
                  <a:lnTo>
                    <a:pt x="867" y="2196"/>
                  </a:lnTo>
                  <a:lnTo>
                    <a:pt x="792" y="2211"/>
                  </a:lnTo>
                  <a:lnTo>
                    <a:pt x="718" y="2211"/>
                  </a:lnTo>
                  <a:lnTo>
                    <a:pt x="658" y="2226"/>
                  </a:lnTo>
                  <a:lnTo>
                    <a:pt x="613" y="2241"/>
                  </a:lnTo>
                  <a:lnTo>
                    <a:pt x="583" y="2285"/>
                  </a:lnTo>
                  <a:lnTo>
                    <a:pt x="554" y="2315"/>
                  </a:lnTo>
                  <a:lnTo>
                    <a:pt x="509" y="2345"/>
                  </a:lnTo>
                  <a:lnTo>
                    <a:pt x="449" y="2390"/>
                  </a:lnTo>
                  <a:lnTo>
                    <a:pt x="419" y="2465"/>
                  </a:lnTo>
                  <a:lnTo>
                    <a:pt x="419" y="2479"/>
                  </a:lnTo>
                  <a:lnTo>
                    <a:pt x="419" y="2554"/>
                  </a:lnTo>
                  <a:lnTo>
                    <a:pt x="374" y="2644"/>
                  </a:lnTo>
                  <a:lnTo>
                    <a:pt x="315" y="2659"/>
                  </a:lnTo>
                  <a:lnTo>
                    <a:pt x="300" y="2674"/>
                  </a:lnTo>
                  <a:lnTo>
                    <a:pt x="300" y="2674"/>
                  </a:lnTo>
                  <a:lnTo>
                    <a:pt x="255" y="2718"/>
                  </a:lnTo>
                  <a:lnTo>
                    <a:pt x="240" y="2793"/>
                  </a:lnTo>
                  <a:lnTo>
                    <a:pt x="225" y="2883"/>
                  </a:lnTo>
                  <a:lnTo>
                    <a:pt x="255" y="2957"/>
                  </a:lnTo>
                  <a:lnTo>
                    <a:pt x="255" y="2972"/>
                  </a:lnTo>
                  <a:lnTo>
                    <a:pt x="255" y="2987"/>
                  </a:lnTo>
                  <a:lnTo>
                    <a:pt x="285" y="3062"/>
                  </a:lnTo>
                  <a:lnTo>
                    <a:pt x="225" y="3122"/>
                  </a:lnTo>
                  <a:lnTo>
                    <a:pt x="210" y="3152"/>
                  </a:lnTo>
                  <a:lnTo>
                    <a:pt x="195" y="3181"/>
                  </a:lnTo>
                  <a:lnTo>
                    <a:pt x="180" y="3196"/>
                  </a:lnTo>
                  <a:lnTo>
                    <a:pt x="180" y="3211"/>
                  </a:lnTo>
                  <a:lnTo>
                    <a:pt x="180" y="3211"/>
                  </a:lnTo>
                  <a:lnTo>
                    <a:pt x="180" y="3226"/>
                  </a:lnTo>
                  <a:lnTo>
                    <a:pt x="195" y="3226"/>
                  </a:lnTo>
                  <a:lnTo>
                    <a:pt x="210" y="3226"/>
                  </a:lnTo>
                  <a:lnTo>
                    <a:pt x="255" y="3241"/>
                  </a:lnTo>
                  <a:lnTo>
                    <a:pt x="315" y="3226"/>
                  </a:lnTo>
                  <a:lnTo>
                    <a:pt x="344" y="3196"/>
                  </a:lnTo>
                  <a:lnTo>
                    <a:pt x="404" y="3181"/>
                  </a:lnTo>
                  <a:lnTo>
                    <a:pt x="464" y="3166"/>
                  </a:lnTo>
                  <a:lnTo>
                    <a:pt x="539" y="3122"/>
                  </a:lnTo>
                  <a:lnTo>
                    <a:pt x="613" y="3092"/>
                  </a:lnTo>
                  <a:lnTo>
                    <a:pt x="688" y="3062"/>
                  </a:lnTo>
                  <a:lnTo>
                    <a:pt x="778" y="3047"/>
                  </a:lnTo>
                  <a:lnTo>
                    <a:pt x="822" y="3047"/>
                  </a:lnTo>
                  <a:lnTo>
                    <a:pt x="867" y="3047"/>
                  </a:lnTo>
                  <a:lnTo>
                    <a:pt x="927" y="3077"/>
                  </a:lnTo>
                  <a:lnTo>
                    <a:pt x="942" y="3092"/>
                  </a:lnTo>
                  <a:lnTo>
                    <a:pt x="957" y="3107"/>
                  </a:lnTo>
                  <a:lnTo>
                    <a:pt x="972" y="3137"/>
                  </a:lnTo>
                  <a:lnTo>
                    <a:pt x="972" y="3166"/>
                  </a:lnTo>
                  <a:lnTo>
                    <a:pt x="957" y="3181"/>
                  </a:lnTo>
                  <a:lnTo>
                    <a:pt x="927" y="3196"/>
                  </a:lnTo>
                  <a:lnTo>
                    <a:pt x="912" y="3226"/>
                  </a:lnTo>
                  <a:lnTo>
                    <a:pt x="867" y="3256"/>
                  </a:lnTo>
                  <a:lnTo>
                    <a:pt x="807" y="3286"/>
                  </a:lnTo>
                  <a:lnTo>
                    <a:pt x="748" y="3346"/>
                  </a:lnTo>
                  <a:lnTo>
                    <a:pt x="718" y="3391"/>
                  </a:lnTo>
                  <a:lnTo>
                    <a:pt x="688" y="3480"/>
                  </a:lnTo>
                  <a:lnTo>
                    <a:pt x="718" y="3540"/>
                  </a:lnTo>
                  <a:lnTo>
                    <a:pt x="778" y="3600"/>
                  </a:lnTo>
                  <a:lnTo>
                    <a:pt x="807" y="3644"/>
                  </a:lnTo>
                  <a:lnTo>
                    <a:pt x="882" y="3719"/>
                  </a:lnTo>
                  <a:lnTo>
                    <a:pt x="867" y="3809"/>
                  </a:lnTo>
                  <a:lnTo>
                    <a:pt x="852" y="3883"/>
                  </a:lnTo>
                  <a:lnTo>
                    <a:pt x="882" y="3898"/>
                  </a:lnTo>
                  <a:lnTo>
                    <a:pt x="927" y="3913"/>
                  </a:lnTo>
                  <a:lnTo>
                    <a:pt x="1002" y="3898"/>
                  </a:lnTo>
                  <a:lnTo>
                    <a:pt x="1061" y="3883"/>
                  </a:lnTo>
                  <a:lnTo>
                    <a:pt x="1106" y="3898"/>
                  </a:lnTo>
                  <a:lnTo>
                    <a:pt x="1121" y="3913"/>
                  </a:lnTo>
                  <a:lnTo>
                    <a:pt x="1121" y="3928"/>
                  </a:lnTo>
                  <a:lnTo>
                    <a:pt x="1136" y="3943"/>
                  </a:lnTo>
                  <a:lnTo>
                    <a:pt x="1136" y="3958"/>
                  </a:lnTo>
                  <a:lnTo>
                    <a:pt x="1121" y="3988"/>
                  </a:lnTo>
                  <a:lnTo>
                    <a:pt x="1106" y="4003"/>
                  </a:lnTo>
                  <a:lnTo>
                    <a:pt x="1061" y="4018"/>
                  </a:lnTo>
                  <a:lnTo>
                    <a:pt x="1002" y="4048"/>
                  </a:lnTo>
                  <a:lnTo>
                    <a:pt x="957" y="4063"/>
                  </a:lnTo>
                  <a:lnTo>
                    <a:pt x="912" y="4092"/>
                  </a:lnTo>
                  <a:lnTo>
                    <a:pt x="837" y="4137"/>
                  </a:lnTo>
                  <a:lnTo>
                    <a:pt x="837" y="4212"/>
                  </a:lnTo>
                  <a:lnTo>
                    <a:pt x="912" y="4331"/>
                  </a:lnTo>
                  <a:lnTo>
                    <a:pt x="1017" y="4436"/>
                  </a:lnTo>
                  <a:lnTo>
                    <a:pt x="1046" y="4466"/>
                  </a:lnTo>
                  <a:lnTo>
                    <a:pt x="1076" y="4496"/>
                  </a:lnTo>
                  <a:lnTo>
                    <a:pt x="1076" y="4511"/>
                  </a:lnTo>
                  <a:lnTo>
                    <a:pt x="1076" y="4526"/>
                  </a:lnTo>
                  <a:lnTo>
                    <a:pt x="1076" y="4540"/>
                  </a:lnTo>
                  <a:lnTo>
                    <a:pt x="1046" y="4555"/>
                  </a:lnTo>
                  <a:lnTo>
                    <a:pt x="1031" y="4570"/>
                  </a:lnTo>
                  <a:lnTo>
                    <a:pt x="1002" y="4585"/>
                  </a:lnTo>
                  <a:lnTo>
                    <a:pt x="942" y="4600"/>
                  </a:lnTo>
                  <a:lnTo>
                    <a:pt x="882" y="4600"/>
                  </a:lnTo>
                  <a:lnTo>
                    <a:pt x="852" y="4600"/>
                  </a:lnTo>
                  <a:lnTo>
                    <a:pt x="822" y="4630"/>
                  </a:lnTo>
                  <a:lnTo>
                    <a:pt x="807" y="4660"/>
                  </a:lnTo>
                  <a:lnTo>
                    <a:pt x="792" y="4675"/>
                  </a:lnTo>
                  <a:lnTo>
                    <a:pt x="763" y="4675"/>
                  </a:lnTo>
                  <a:lnTo>
                    <a:pt x="748" y="4645"/>
                  </a:lnTo>
                  <a:lnTo>
                    <a:pt x="733" y="4600"/>
                  </a:lnTo>
                  <a:lnTo>
                    <a:pt x="718" y="4526"/>
                  </a:lnTo>
                  <a:lnTo>
                    <a:pt x="718" y="4511"/>
                  </a:lnTo>
                  <a:lnTo>
                    <a:pt x="688" y="4361"/>
                  </a:lnTo>
                  <a:lnTo>
                    <a:pt x="613" y="4287"/>
                  </a:lnTo>
                  <a:lnTo>
                    <a:pt x="568" y="4272"/>
                  </a:lnTo>
                  <a:lnTo>
                    <a:pt x="539" y="4287"/>
                  </a:lnTo>
                  <a:lnTo>
                    <a:pt x="524" y="4287"/>
                  </a:lnTo>
                  <a:lnTo>
                    <a:pt x="509" y="4302"/>
                  </a:lnTo>
                  <a:lnTo>
                    <a:pt x="509" y="4316"/>
                  </a:lnTo>
                  <a:lnTo>
                    <a:pt x="509" y="4316"/>
                  </a:lnTo>
                  <a:lnTo>
                    <a:pt x="509" y="4346"/>
                  </a:lnTo>
                  <a:lnTo>
                    <a:pt x="524" y="4361"/>
                  </a:lnTo>
                  <a:lnTo>
                    <a:pt x="539" y="4376"/>
                  </a:lnTo>
                  <a:lnTo>
                    <a:pt x="568" y="4406"/>
                  </a:lnTo>
                  <a:lnTo>
                    <a:pt x="613" y="4451"/>
                  </a:lnTo>
                  <a:lnTo>
                    <a:pt x="628" y="4511"/>
                  </a:lnTo>
                  <a:lnTo>
                    <a:pt x="628" y="4526"/>
                  </a:lnTo>
                  <a:lnTo>
                    <a:pt x="628" y="4555"/>
                  </a:lnTo>
                  <a:lnTo>
                    <a:pt x="628" y="4630"/>
                  </a:lnTo>
                  <a:lnTo>
                    <a:pt x="583" y="4690"/>
                  </a:lnTo>
                  <a:lnTo>
                    <a:pt x="554" y="4735"/>
                  </a:lnTo>
                  <a:lnTo>
                    <a:pt x="554" y="4750"/>
                  </a:lnTo>
                  <a:lnTo>
                    <a:pt x="583" y="4765"/>
                  </a:lnTo>
                  <a:lnTo>
                    <a:pt x="628" y="4779"/>
                  </a:lnTo>
                  <a:lnTo>
                    <a:pt x="658" y="4794"/>
                  </a:lnTo>
                  <a:lnTo>
                    <a:pt x="688" y="4794"/>
                  </a:lnTo>
                  <a:lnTo>
                    <a:pt x="718" y="4809"/>
                  </a:lnTo>
                  <a:lnTo>
                    <a:pt x="733" y="4794"/>
                  </a:lnTo>
                  <a:lnTo>
                    <a:pt x="748" y="4794"/>
                  </a:lnTo>
                  <a:lnTo>
                    <a:pt x="748" y="4779"/>
                  </a:lnTo>
                  <a:lnTo>
                    <a:pt x="778" y="4765"/>
                  </a:lnTo>
                  <a:lnTo>
                    <a:pt x="822" y="4765"/>
                  </a:lnTo>
                  <a:lnTo>
                    <a:pt x="852" y="4765"/>
                  </a:lnTo>
                  <a:lnTo>
                    <a:pt x="882" y="4779"/>
                  </a:lnTo>
                  <a:lnTo>
                    <a:pt x="897" y="4779"/>
                  </a:lnTo>
                  <a:lnTo>
                    <a:pt x="897" y="4779"/>
                  </a:lnTo>
                  <a:lnTo>
                    <a:pt x="897" y="4794"/>
                  </a:lnTo>
                  <a:lnTo>
                    <a:pt x="912" y="4824"/>
                  </a:lnTo>
                  <a:lnTo>
                    <a:pt x="942" y="4884"/>
                  </a:lnTo>
                  <a:lnTo>
                    <a:pt x="1031" y="4944"/>
                  </a:lnTo>
                  <a:lnTo>
                    <a:pt x="1091" y="4959"/>
                  </a:lnTo>
                  <a:lnTo>
                    <a:pt x="1151" y="4959"/>
                  </a:lnTo>
                  <a:lnTo>
                    <a:pt x="1315" y="4989"/>
                  </a:lnTo>
                  <a:lnTo>
                    <a:pt x="1390" y="5063"/>
                  </a:lnTo>
                  <a:lnTo>
                    <a:pt x="1375" y="5138"/>
                  </a:lnTo>
                  <a:lnTo>
                    <a:pt x="1345" y="5213"/>
                  </a:lnTo>
                  <a:lnTo>
                    <a:pt x="1330" y="5242"/>
                  </a:lnTo>
                  <a:lnTo>
                    <a:pt x="1315" y="5287"/>
                  </a:lnTo>
                  <a:lnTo>
                    <a:pt x="1315" y="5317"/>
                  </a:lnTo>
                  <a:lnTo>
                    <a:pt x="1300" y="5347"/>
                  </a:lnTo>
                  <a:lnTo>
                    <a:pt x="1270" y="5422"/>
                  </a:lnTo>
                  <a:lnTo>
                    <a:pt x="1300" y="5541"/>
                  </a:lnTo>
                  <a:lnTo>
                    <a:pt x="1345" y="5616"/>
                  </a:lnTo>
                  <a:lnTo>
                    <a:pt x="1375" y="5661"/>
                  </a:lnTo>
                  <a:lnTo>
                    <a:pt x="1375" y="5705"/>
                  </a:lnTo>
                  <a:lnTo>
                    <a:pt x="1390" y="5750"/>
                  </a:lnTo>
                  <a:lnTo>
                    <a:pt x="1390" y="5765"/>
                  </a:lnTo>
                  <a:lnTo>
                    <a:pt x="1390" y="5780"/>
                  </a:lnTo>
                  <a:lnTo>
                    <a:pt x="1390" y="5780"/>
                  </a:lnTo>
                  <a:lnTo>
                    <a:pt x="1405" y="5780"/>
                  </a:lnTo>
                  <a:lnTo>
                    <a:pt x="1420" y="5780"/>
                  </a:lnTo>
                  <a:lnTo>
                    <a:pt x="1435" y="5780"/>
                  </a:lnTo>
                  <a:lnTo>
                    <a:pt x="1450" y="5780"/>
                  </a:lnTo>
                  <a:lnTo>
                    <a:pt x="1465" y="5750"/>
                  </a:lnTo>
                  <a:lnTo>
                    <a:pt x="1494" y="5735"/>
                  </a:lnTo>
                  <a:lnTo>
                    <a:pt x="1509" y="5720"/>
                  </a:lnTo>
                  <a:lnTo>
                    <a:pt x="1539" y="5720"/>
                  </a:lnTo>
                  <a:lnTo>
                    <a:pt x="1554" y="5720"/>
                  </a:lnTo>
                  <a:lnTo>
                    <a:pt x="1569" y="5720"/>
                  </a:lnTo>
                  <a:lnTo>
                    <a:pt x="1569" y="5735"/>
                  </a:lnTo>
                  <a:lnTo>
                    <a:pt x="1584" y="5750"/>
                  </a:lnTo>
                  <a:lnTo>
                    <a:pt x="1584" y="5780"/>
                  </a:lnTo>
                  <a:lnTo>
                    <a:pt x="1584" y="5795"/>
                  </a:lnTo>
                  <a:lnTo>
                    <a:pt x="1584" y="5795"/>
                  </a:lnTo>
                  <a:lnTo>
                    <a:pt x="1584" y="5855"/>
                  </a:lnTo>
                  <a:lnTo>
                    <a:pt x="1659" y="5885"/>
                  </a:lnTo>
                  <a:lnTo>
                    <a:pt x="1718" y="5914"/>
                  </a:lnTo>
                  <a:lnTo>
                    <a:pt x="1733" y="5944"/>
                  </a:lnTo>
                  <a:lnTo>
                    <a:pt x="1748" y="5974"/>
                  </a:lnTo>
                  <a:lnTo>
                    <a:pt x="1733" y="6019"/>
                  </a:lnTo>
                  <a:lnTo>
                    <a:pt x="1718" y="6064"/>
                  </a:lnTo>
                  <a:lnTo>
                    <a:pt x="1689" y="6079"/>
                  </a:lnTo>
                  <a:lnTo>
                    <a:pt x="1644" y="6124"/>
                  </a:lnTo>
                  <a:lnTo>
                    <a:pt x="1629" y="6198"/>
                  </a:lnTo>
                  <a:lnTo>
                    <a:pt x="1629" y="6198"/>
                  </a:lnTo>
                  <a:lnTo>
                    <a:pt x="1629" y="6213"/>
                  </a:lnTo>
                  <a:lnTo>
                    <a:pt x="1644" y="6228"/>
                  </a:lnTo>
                  <a:lnTo>
                    <a:pt x="1659" y="6243"/>
                  </a:lnTo>
                  <a:lnTo>
                    <a:pt x="1689" y="6243"/>
                  </a:lnTo>
                  <a:lnTo>
                    <a:pt x="1733" y="6243"/>
                  </a:lnTo>
                  <a:lnTo>
                    <a:pt x="1853" y="6228"/>
                  </a:lnTo>
                  <a:lnTo>
                    <a:pt x="1942" y="6183"/>
                  </a:lnTo>
                  <a:lnTo>
                    <a:pt x="2002" y="6153"/>
                  </a:lnTo>
                  <a:lnTo>
                    <a:pt x="2107" y="6139"/>
                  </a:lnTo>
                  <a:lnTo>
                    <a:pt x="2271" y="6153"/>
                  </a:lnTo>
                  <a:lnTo>
                    <a:pt x="2346" y="6168"/>
                  </a:lnTo>
                  <a:lnTo>
                    <a:pt x="2361" y="6168"/>
                  </a:lnTo>
                  <a:lnTo>
                    <a:pt x="2361" y="6168"/>
                  </a:lnTo>
                  <a:lnTo>
                    <a:pt x="2391" y="6183"/>
                  </a:lnTo>
                  <a:lnTo>
                    <a:pt x="2405" y="6198"/>
                  </a:lnTo>
                  <a:lnTo>
                    <a:pt x="2420" y="6228"/>
                  </a:lnTo>
                  <a:lnTo>
                    <a:pt x="2346" y="6303"/>
                  </a:lnTo>
                  <a:lnTo>
                    <a:pt x="2331" y="6318"/>
                  </a:lnTo>
                  <a:lnTo>
                    <a:pt x="2316" y="6318"/>
                  </a:lnTo>
                  <a:lnTo>
                    <a:pt x="2256" y="6392"/>
                  </a:lnTo>
                  <a:lnTo>
                    <a:pt x="2211" y="6467"/>
                  </a:lnTo>
                  <a:lnTo>
                    <a:pt x="2196" y="6542"/>
                  </a:lnTo>
                  <a:lnTo>
                    <a:pt x="2226" y="6587"/>
                  </a:lnTo>
                  <a:lnTo>
                    <a:pt x="2226" y="6601"/>
                  </a:lnTo>
                  <a:lnTo>
                    <a:pt x="2226" y="6601"/>
                  </a:lnTo>
                  <a:lnTo>
                    <a:pt x="2241" y="6616"/>
                  </a:lnTo>
                  <a:lnTo>
                    <a:pt x="2271" y="6631"/>
                  </a:lnTo>
                  <a:lnTo>
                    <a:pt x="2286" y="6631"/>
                  </a:lnTo>
                  <a:lnTo>
                    <a:pt x="2301" y="6631"/>
                  </a:lnTo>
                  <a:lnTo>
                    <a:pt x="2316" y="6631"/>
                  </a:lnTo>
                  <a:lnTo>
                    <a:pt x="2316" y="6616"/>
                  </a:lnTo>
                  <a:lnTo>
                    <a:pt x="2331" y="6601"/>
                  </a:lnTo>
                  <a:lnTo>
                    <a:pt x="2331" y="6572"/>
                  </a:lnTo>
                  <a:lnTo>
                    <a:pt x="2331" y="6557"/>
                  </a:lnTo>
                  <a:lnTo>
                    <a:pt x="2331" y="6542"/>
                  </a:lnTo>
                  <a:lnTo>
                    <a:pt x="2331" y="6497"/>
                  </a:lnTo>
                  <a:lnTo>
                    <a:pt x="2361" y="6467"/>
                  </a:lnTo>
                  <a:lnTo>
                    <a:pt x="2391" y="6437"/>
                  </a:lnTo>
                  <a:lnTo>
                    <a:pt x="2405" y="6437"/>
                  </a:lnTo>
                  <a:lnTo>
                    <a:pt x="2420" y="6437"/>
                  </a:lnTo>
                  <a:lnTo>
                    <a:pt x="2420" y="6437"/>
                  </a:lnTo>
                  <a:lnTo>
                    <a:pt x="2435" y="6437"/>
                  </a:lnTo>
                  <a:lnTo>
                    <a:pt x="2435" y="6422"/>
                  </a:lnTo>
                  <a:lnTo>
                    <a:pt x="2435" y="6392"/>
                  </a:lnTo>
                  <a:lnTo>
                    <a:pt x="2450" y="6377"/>
                  </a:lnTo>
                  <a:lnTo>
                    <a:pt x="2465" y="6363"/>
                  </a:lnTo>
                  <a:lnTo>
                    <a:pt x="2480" y="6363"/>
                  </a:lnTo>
                  <a:lnTo>
                    <a:pt x="2510" y="6363"/>
                  </a:lnTo>
                  <a:lnTo>
                    <a:pt x="2525" y="6363"/>
                  </a:lnTo>
                  <a:lnTo>
                    <a:pt x="2540" y="6363"/>
                  </a:lnTo>
                  <a:lnTo>
                    <a:pt x="2555" y="6392"/>
                  </a:lnTo>
                  <a:lnTo>
                    <a:pt x="2570" y="6392"/>
                  </a:lnTo>
                  <a:lnTo>
                    <a:pt x="2570" y="6407"/>
                  </a:lnTo>
                  <a:lnTo>
                    <a:pt x="2585" y="6437"/>
                  </a:lnTo>
                  <a:lnTo>
                    <a:pt x="2615" y="6452"/>
                  </a:lnTo>
                  <a:lnTo>
                    <a:pt x="2659" y="6452"/>
                  </a:lnTo>
                  <a:lnTo>
                    <a:pt x="2689" y="6467"/>
                  </a:lnTo>
                  <a:lnTo>
                    <a:pt x="2704" y="6497"/>
                  </a:lnTo>
                  <a:lnTo>
                    <a:pt x="2719" y="6512"/>
                  </a:lnTo>
                  <a:lnTo>
                    <a:pt x="2719" y="6542"/>
                  </a:lnTo>
                  <a:lnTo>
                    <a:pt x="2764" y="6601"/>
                  </a:lnTo>
                  <a:lnTo>
                    <a:pt x="2809" y="6646"/>
                  </a:lnTo>
                  <a:lnTo>
                    <a:pt x="2853" y="6661"/>
                  </a:lnTo>
                  <a:lnTo>
                    <a:pt x="2868" y="6661"/>
                  </a:lnTo>
                  <a:lnTo>
                    <a:pt x="2898" y="6631"/>
                  </a:lnTo>
                  <a:lnTo>
                    <a:pt x="2913" y="6587"/>
                  </a:lnTo>
                  <a:lnTo>
                    <a:pt x="2913" y="6557"/>
                  </a:lnTo>
                  <a:lnTo>
                    <a:pt x="2943" y="6512"/>
                  </a:lnTo>
                  <a:lnTo>
                    <a:pt x="2958" y="6482"/>
                  </a:lnTo>
                  <a:lnTo>
                    <a:pt x="3003" y="6482"/>
                  </a:lnTo>
                  <a:lnTo>
                    <a:pt x="3033" y="6542"/>
                  </a:lnTo>
                  <a:lnTo>
                    <a:pt x="3033" y="6542"/>
                  </a:lnTo>
                  <a:lnTo>
                    <a:pt x="3048" y="6572"/>
                  </a:lnTo>
                  <a:lnTo>
                    <a:pt x="3063" y="6601"/>
                  </a:lnTo>
                  <a:lnTo>
                    <a:pt x="3092" y="6601"/>
                  </a:lnTo>
                  <a:lnTo>
                    <a:pt x="3107" y="6601"/>
                  </a:lnTo>
                  <a:lnTo>
                    <a:pt x="3152" y="6601"/>
                  </a:lnTo>
                  <a:lnTo>
                    <a:pt x="3167" y="6721"/>
                  </a:lnTo>
                  <a:lnTo>
                    <a:pt x="3182" y="6781"/>
                  </a:lnTo>
                  <a:lnTo>
                    <a:pt x="3182" y="6840"/>
                  </a:lnTo>
                  <a:lnTo>
                    <a:pt x="3182" y="6930"/>
                  </a:lnTo>
                  <a:lnTo>
                    <a:pt x="3257" y="7020"/>
                  </a:lnTo>
                  <a:lnTo>
                    <a:pt x="3346" y="7094"/>
                  </a:lnTo>
                  <a:lnTo>
                    <a:pt x="3436" y="7124"/>
                  </a:lnTo>
                  <a:lnTo>
                    <a:pt x="3496" y="7139"/>
                  </a:lnTo>
                  <a:lnTo>
                    <a:pt x="3570" y="7169"/>
                  </a:lnTo>
                  <a:lnTo>
                    <a:pt x="3690" y="7229"/>
                  </a:lnTo>
                  <a:lnTo>
                    <a:pt x="3705" y="7274"/>
                  </a:lnTo>
                  <a:lnTo>
                    <a:pt x="3720" y="7288"/>
                  </a:lnTo>
                  <a:lnTo>
                    <a:pt x="3735" y="7303"/>
                  </a:lnTo>
                  <a:lnTo>
                    <a:pt x="3779" y="7288"/>
                  </a:lnTo>
                  <a:lnTo>
                    <a:pt x="3824" y="7244"/>
                  </a:lnTo>
                  <a:lnTo>
                    <a:pt x="3869" y="7199"/>
                  </a:lnTo>
                  <a:lnTo>
                    <a:pt x="3929" y="7154"/>
                  </a:lnTo>
                  <a:lnTo>
                    <a:pt x="3989" y="7139"/>
                  </a:lnTo>
                  <a:lnTo>
                    <a:pt x="4063" y="7139"/>
                  </a:lnTo>
                  <a:lnTo>
                    <a:pt x="4138" y="7124"/>
                  </a:lnTo>
                  <a:lnTo>
                    <a:pt x="4183" y="7109"/>
                  </a:lnTo>
                  <a:lnTo>
                    <a:pt x="4183" y="7094"/>
                  </a:lnTo>
                  <a:lnTo>
                    <a:pt x="4198" y="7094"/>
                  </a:lnTo>
                  <a:lnTo>
                    <a:pt x="4213" y="7064"/>
                  </a:lnTo>
                  <a:lnTo>
                    <a:pt x="4242" y="7050"/>
                  </a:lnTo>
                  <a:lnTo>
                    <a:pt x="4287" y="7050"/>
                  </a:lnTo>
                  <a:lnTo>
                    <a:pt x="4317" y="7079"/>
                  </a:lnTo>
                  <a:lnTo>
                    <a:pt x="4317" y="7079"/>
                  </a:lnTo>
                  <a:lnTo>
                    <a:pt x="4332" y="7094"/>
                  </a:lnTo>
                  <a:lnTo>
                    <a:pt x="4332" y="7094"/>
                  </a:lnTo>
                  <a:lnTo>
                    <a:pt x="4347" y="7094"/>
                  </a:lnTo>
                  <a:lnTo>
                    <a:pt x="4347" y="7094"/>
                  </a:lnTo>
                  <a:lnTo>
                    <a:pt x="4362" y="7094"/>
                  </a:lnTo>
                  <a:lnTo>
                    <a:pt x="4377" y="7079"/>
                  </a:lnTo>
                  <a:lnTo>
                    <a:pt x="4392" y="7050"/>
                  </a:lnTo>
                  <a:lnTo>
                    <a:pt x="4422" y="7005"/>
                  </a:lnTo>
                  <a:lnTo>
                    <a:pt x="4422" y="6975"/>
                  </a:lnTo>
                  <a:lnTo>
                    <a:pt x="4422" y="6930"/>
                  </a:lnTo>
                  <a:lnTo>
                    <a:pt x="4437" y="6900"/>
                  </a:lnTo>
                  <a:lnTo>
                    <a:pt x="4452" y="6870"/>
                  </a:lnTo>
                  <a:lnTo>
                    <a:pt x="4466" y="6811"/>
                  </a:lnTo>
                  <a:lnTo>
                    <a:pt x="4481" y="6751"/>
                  </a:lnTo>
                  <a:lnTo>
                    <a:pt x="4481" y="6691"/>
                  </a:lnTo>
                  <a:lnTo>
                    <a:pt x="4481" y="6631"/>
                  </a:lnTo>
                  <a:lnTo>
                    <a:pt x="4466" y="6572"/>
                  </a:lnTo>
                  <a:lnTo>
                    <a:pt x="4466" y="6557"/>
                  </a:lnTo>
                  <a:lnTo>
                    <a:pt x="4452" y="6542"/>
                  </a:lnTo>
                  <a:lnTo>
                    <a:pt x="4452" y="6497"/>
                  </a:lnTo>
                  <a:lnTo>
                    <a:pt x="4481" y="6467"/>
                  </a:lnTo>
                  <a:lnTo>
                    <a:pt x="4511" y="6437"/>
                  </a:lnTo>
                  <a:lnTo>
                    <a:pt x="4556" y="6407"/>
                  </a:lnTo>
                  <a:lnTo>
                    <a:pt x="4601" y="6392"/>
                  </a:lnTo>
                  <a:lnTo>
                    <a:pt x="4661" y="6392"/>
                  </a:lnTo>
                  <a:lnTo>
                    <a:pt x="4780" y="6377"/>
                  </a:lnTo>
                  <a:lnTo>
                    <a:pt x="4914" y="6392"/>
                  </a:lnTo>
                  <a:lnTo>
                    <a:pt x="5064" y="6422"/>
                  </a:lnTo>
                  <a:lnTo>
                    <a:pt x="5153" y="6452"/>
                  </a:lnTo>
                  <a:lnTo>
                    <a:pt x="5288" y="6512"/>
                  </a:lnTo>
                  <a:lnTo>
                    <a:pt x="5527" y="6631"/>
                  </a:lnTo>
                  <a:lnTo>
                    <a:pt x="5691" y="6721"/>
                  </a:lnTo>
                  <a:lnTo>
                    <a:pt x="5796" y="6766"/>
                  </a:lnTo>
                  <a:lnTo>
                    <a:pt x="5885" y="6811"/>
                  </a:lnTo>
                  <a:lnTo>
                    <a:pt x="5945" y="6885"/>
                  </a:lnTo>
                  <a:lnTo>
                    <a:pt x="6050" y="6990"/>
                  </a:lnTo>
                  <a:lnTo>
                    <a:pt x="6109" y="7079"/>
                  </a:lnTo>
                  <a:lnTo>
                    <a:pt x="6169" y="7154"/>
                  </a:lnTo>
                  <a:lnTo>
                    <a:pt x="6259" y="7229"/>
                  </a:lnTo>
                  <a:lnTo>
                    <a:pt x="6408" y="7318"/>
                  </a:lnTo>
                  <a:lnTo>
                    <a:pt x="6527" y="7378"/>
                  </a:lnTo>
                  <a:lnTo>
                    <a:pt x="6542" y="7393"/>
                  </a:lnTo>
                  <a:lnTo>
                    <a:pt x="6602" y="7423"/>
                  </a:lnTo>
                  <a:lnTo>
                    <a:pt x="6647" y="7423"/>
                  </a:lnTo>
                  <a:lnTo>
                    <a:pt x="6662" y="7408"/>
                  </a:lnTo>
                  <a:lnTo>
                    <a:pt x="6707" y="7378"/>
                  </a:lnTo>
                  <a:lnTo>
                    <a:pt x="6722" y="7363"/>
                  </a:lnTo>
                  <a:lnTo>
                    <a:pt x="6826" y="7303"/>
                  </a:lnTo>
                  <a:lnTo>
                    <a:pt x="6931" y="7288"/>
                  </a:lnTo>
                  <a:lnTo>
                    <a:pt x="6975" y="7288"/>
                  </a:lnTo>
                  <a:lnTo>
                    <a:pt x="7005" y="7274"/>
                  </a:lnTo>
                  <a:lnTo>
                    <a:pt x="7050" y="7274"/>
                  </a:lnTo>
                  <a:lnTo>
                    <a:pt x="7125" y="7274"/>
                  </a:lnTo>
                  <a:lnTo>
                    <a:pt x="7319" y="7274"/>
                  </a:lnTo>
                  <a:lnTo>
                    <a:pt x="7409" y="7214"/>
                  </a:lnTo>
                  <a:lnTo>
                    <a:pt x="7438" y="7154"/>
                  </a:lnTo>
                  <a:lnTo>
                    <a:pt x="7483" y="7109"/>
                  </a:lnTo>
                  <a:lnTo>
                    <a:pt x="7513" y="7064"/>
                  </a:lnTo>
                  <a:lnTo>
                    <a:pt x="7558" y="7050"/>
                  </a:lnTo>
                  <a:lnTo>
                    <a:pt x="7603" y="7050"/>
                  </a:lnTo>
                  <a:lnTo>
                    <a:pt x="7648" y="7094"/>
                  </a:lnTo>
                  <a:lnTo>
                    <a:pt x="7677" y="7109"/>
                  </a:lnTo>
                  <a:lnTo>
                    <a:pt x="7707" y="7109"/>
                  </a:lnTo>
                  <a:lnTo>
                    <a:pt x="7752" y="7094"/>
                  </a:lnTo>
                  <a:lnTo>
                    <a:pt x="7782" y="7050"/>
                  </a:lnTo>
                  <a:lnTo>
                    <a:pt x="7812" y="6990"/>
                  </a:lnTo>
                  <a:lnTo>
                    <a:pt x="7842" y="6915"/>
                  </a:lnTo>
                  <a:lnTo>
                    <a:pt x="7842" y="6885"/>
                  </a:lnTo>
                  <a:lnTo>
                    <a:pt x="7857" y="6870"/>
                  </a:lnTo>
                  <a:lnTo>
                    <a:pt x="7946" y="6736"/>
                  </a:lnTo>
                  <a:lnTo>
                    <a:pt x="8096" y="6587"/>
                  </a:lnTo>
                  <a:lnTo>
                    <a:pt x="8170" y="6512"/>
                  </a:lnTo>
                  <a:lnTo>
                    <a:pt x="8349" y="6467"/>
                  </a:lnTo>
                  <a:lnTo>
                    <a:pt x="8439" y="6482"/>
                  </a:lnTo>
                  <a:lnTo>
                    <a:pt x="8454" y="6497"/>
                  </a:lnTo>
                  <a:lnTo>
                    <a:pt x="8469" y="6512"/>
                  </a:lnTo>
                  <a:lnTo>
                    <a:pt x="8559" y="6557"/>
                  </a:lnTo>
                  <a:lnTo>
                    <a:pt x="8842" y="6751"/>
                  </a:lnTo>
                  <a:lnTo>
                    <a:pt x="8977" y="6796"/>
                  </a:lnTo>
                  <a:lnTo>
                    <a:pt x="9007" y="6796"/>
                  </a:lnTo>
                  <a:lnTo>
                    <a:pt x="9036" y="6781"/>
                  </a:lnTo>
                  <a:lnTo>
                    <a:pt x="9081" y="6766"/>
                  </a:lnTo>
                  <a:lnTo>
                    <a:pt x="9126" y="6736"/>
                  </a:lnTo>
                  <a:lnTo>
                    <a:pt x="9156" y="6721"/>
                  </a:lnTo>
                  <a:lnTo>
                    <a:pt x="9156" y="6691"/>
                  </a:lnTo>
                  <a:lnTo>
                    <a:pt x="9156" y="6676"/>
                  </a:lnTo>
                  <a:lnTo>
                    <a:pt x="9156" y="6676"/>
                  </a:lnTo>
                  <a:lnTo>
                    <a:pt x="9126" y="6646"/>
                  </a:lnTo>
                  <a:lnTo>
                    <a:pt x="9096" y="6631"/>
                  </a:lnTo>
                  <a:lnTo>
                    <a:pt x="9066" y="6616"/>
                  </a:lnTo>
                  <a:lnTo>
                    <a:pt x="9051" y="6601"/>
                  </a:lnTo>
                  <a:lnTo>
                    <a:pt x="9051" y="6572"/>
                  </a:lnTo>
                  <a:lnTo>
                    <a:pt x="9096" y="6557"/>
                  </a:lnTo>
                  <a:lnTo>
                    <a:pt x="9156" y="6542"/>
                  </a:lnTo>
                  <a:lnTo>
                    <a:pt x="9201" y="6527"/>
                  </a:lnTo>
                  <a:lnTo>
                    <a:pt x="9261" y="6512"/>
                  </a:lnTo>
                  <a:lnTo>
                    <a:pt x="9305" y="6467"/>
                  </a:lnTo>
                  <a:lnTo>
                    <a:pt x="9320" y="6452"/>
                  </a:lnTo>
                  <a:lnTo>
                    <a:pt x="9335" y="6437"/>
                  </a:lnTo>
                  <a:lnTo>
                    <a:pt x="9395" y="6363"/>
                  </a:lnTo>
                  <a:lnTo>
                    <a:pt x="9470" y="6303"/>
                  </a:lnTo>
                  <a:lnTo>
                    <a:pt x="9470" y="6303"/>
                  </a:lnTo>
                  <a:lnTo>
                    <a:pt x="9470" y="6303"/>
                  </a:lnTo>
                  <a:lnTo>
                    <a:pt x="9514" y="6288"/>
                  </a:lnTo>
                  <a:lnTo>
                    <a:pt x="9559" y="6288"/>
                  </a:lnTo>
                  <a:lnTo>
                    <a:pt x="9604" y="6318"/>
                  </a:lnTo>
                  <a:lnTo>
                    <a:pt x="9649" y="6363"/>
                  </a:lnTo>
                  <a:lnTo>
                    <a:pt x="9664" y="6377"/>
                  </a:lnTo>
                  <a:lnTo>
                    <a:pt x="9664" y="6377"/>
                  </a:lnTo>
                  <a:lnTo>
                    <a:pt x="9709" y="6482"/>
                  </a:lnTo>
                  <a:lnTo>
                    <a:pt x="9723" y="6557"/>
                  </a:lnTo>
                  <a:lnTo>
                    <a:pt x="9738" y="6601"/>
                  </a:lnTo>
                  <a:lnTo>
                    <a:pt x="9738" y="6631"/>
                  </a:lnTo>
                  <a:lnTo>
                    <a:pt x="9753" y="6661"/>
                  </a:lnTo>
                  <a:lnTo>
                    <a:pt x="9738" y="6706"/>
                  </a:lnTo>
                  <a:lnTo>
                    <a:pt x="9723" y="6781"/>
                  </a:lnTo>
                  <a:lnTo>
                    <a:pt x="9694" y="6826"/>
                  </a:lnTo>
                  <a:lnTo>
                    <a:pt x="9664" y="6855"/>
                  </a:lnTo>
                  <a:lnTo>
                    <a:pt x="9604" y="6885"/>
                  </a:lnTo>
                  <a:lnTo>
                    <a:pt x="9485" y="6960"/>
                  </a:lnTo>
                  <a:lnTo>
                    <a:pt x="9425" y="7050"/>
                  </a:lnTo>
                  <a:lnTo>
                    <a:pt x="9455" y="7169"/>
                  </a:lnTo>
                  <a:lnTo>
                    <a:pt x="9529" y="7259"/>
                  </a:lnTo>
                  <a:lnTo>
                    <a:pt x="9559" y="7288"/>
                  </a:lnTo>
                  <a:lnTo>
                    <a:pt x="9574" y="7333"/>
                  </a:lnTo>
                  <a:lnTo>
                    <a:pt x="9604" y="7378"/>
                  </a:lnTo>
                  <a:lnTo>
                    <a:pt x="9619" y="7393"/>
                  </a:lnTo>
                  <a:lnTo>
                    <a:pt x="9649" y="7408"/>
                  </a:lnTo>
                  <a:lnTo>
                    <a:pt x="9649" y="7438"/>
                  </a:lnTo>
                  <a:lnTo>
                    <a:pt x="9634" y="7483"/>
                  </a:lnTo>
                  <a:lnTo>
                    <a:pt x="9604" y="7498"/>
                  </a:lnTo>
                  <a:lnTo>
                    <a:pt x="9604" y="7498"/>
                  </a:lnTo>
                  <a:lnTo>
                    <a:pt x="9604" y="7498"/>
                  </a:lnTo>
                  <a:lnTo>
                    <a:pt x="9574" y="7513"/>
                  </a:lnTo>
                  <a:lnTo>
                    <a:pt x="9604" y="7527"/>
                  </a:lnTo>
                  <a:lnTo>
                    <a:pt x="9619" y="7542"/>
                  </a:lnTo>
                  <a:lnTo>
                    <a:pt x="9723" y="7602"/>
                  </a:lnTo>
                  <a:lnTo>
                    <a:pt x="9753" y="7602"/>
                  </a:lnTo>
                  <a:lnTo>
                    <a:pt x="9768" y="7572"/>
                  </a:lnTo>
                  <a:lnTo>
                    <a:pt x="9783" y="7527"/>
                  </a:lnTo>
                  <a:lnTo>
                    <a:pt x="9813" y="7483"/>
                  </a:lnTo>
                  <a:lnTo>
                    <a:pt x="9858" y="7408"/>
                  </a:lnTo>
                  <a:lnTo>
                    <a:pt x="9888" y="7363"/>
                  </a:lnTo>
                  <a:lnTo>
                    <a:pt x="9888" y="7318"/>
                  </a:lnTo>
                  <a:lnTo>
                    <a:pt x="9888" y="7259"/>
                  </a:lnTo>
                  <a:lnTo>
                    <a:pt x="9918" y="7184"/>
                  </a:lnTo>
                  <a:lnTo>
                    <a:pt x="9977" y="7109"/>
                  </a:lnTo>
                  <a:lnTo>
                    <a:pt x="10052" y="7109"/>
                  </a:lnTo>
                  <a:lnTo>
                    <a:pt x="10067" y="7109"/>
                  </a:lnTo>
                  <a:lnTo>
                    <a:pt x="10082" y="7109"/>
                  </a:lnTo>
                  <a:lnTo>
                    <a:pt x="10082" y="7079"/>
                  </a:lnTo>
                  <a:lnTo>
                    <a:pt x="10067" y="7020"/>
                  </a:lnTo>
                  <a:lnTo>
                    <a:pt x="10052" y="7005"/>
                  </a:lnTo>
                  <a:lnTo>
                    <a:pt x="10052" y="6975"/>
                  </a:lnTo>
                  <a:lnTo>
                    <a:pt x="10022" y="6855"/>
                  </a:lnTo>
                  <a:lnTo>
                    <a:pt x="10067" y="6527"/>
                  </a:lnTo>
                  <a:lnTo>
                    <a:pt x="10067" y="6512"/>
                  </a:lnTo>
                  <a:lnTo>
                    <a:pt x="10082" y="6467"/>
                  </a:lnTo>
                  <a:lnTo>
                    <a:pt x="10112" y="6437"/>
                  </a:lnTo>
                  <a:lnTo>
                    <a:pt x="10142" y="6422"/>
                  </a:lnTo>
                  <a:lnTo>
                    <a:pt x="10186" y="6422"/>
                  </a:lnTo>
                  <a:lnTo>
                    <a:pt x="10216" y="6422"/>
                  </a:lnTo>
                  <a:lnTo>
                    <a:pt x="10261" y="6422"/>
                  </a:lnTo>
                  <a:lnTo>
                    <a:pt x="10336" y="6452"/>
                  </a:lnTo>
                  <a:lnTo>
                    <a:pt x="10396" y="6497"/>
                  </a:lnTo>
                  <a:lnTo>
                    <a:pt x="10425" y="6557"/>
                  </a:lnTo>
                  <a:lnTo>
                    <a:pt x="10500" y="6646"/>
                  </a:lnTo>
                  <a:lnTo>
                    <a:pt x="10545" y="6691"/>
                  </a:lnTo>
                  <a:lnTo>
                    <a:pt x="10575" y="6706"/>
                  </a:lnTo>
                  <a:lnTo>
                    <a:pt x="10590" y="6706"/>
                  </a:lnTo>
                  <a:lnTo>
                    <a:pt x="10590" y="6706"/>
                  </a:lnTo>
                  <a:lnTo>
                    <a:pt x="10635" y="6646"/>
                  </a:lnTo>
                  <a:lnTo>
                    <a:pt x="10679" y="6601"/>
                  </a:lnTo>
                  <a:lnTo>
                    <a:pt x="10709" y="6587"/>
                  </a:lnTo>
                  <a:lnTo>
                    <a:pt x="10754" y="6572"/>
                  </a:lnTo>
                  <a:lnTo>
                    <a:pt x="10799" y="6572"/>
                  </a:lnTo>
                  <a:lnTo>
                    <a:pt x="10844" y="6601"/>
                  </a:lnTo>
                  <a:lnTo>
                    <a:pt x="10873" y="6616"/>
                  </a:lnTo>
                  <a:lnTo>
                    <a:pt x="10903" y="6661"/>
                  </a:lnTo>
                  <a:lnTo>
                    <a:pt x="10918" y="6676"/>
                  </a:lnTo>
                  <a:lnTo>
                    <a:pt x="10918" y="6676"/>
                  </a:lnTo>
                  <a:lnTo>
                    <a:pt x="10963" y="6646"/>
                  </a:lnTo>
                  <a:lnTo>
                    <a:pt x="11023" y="6587"/>
                  </a:lnTo>
                  <a:lnTo>
                    <a:pt x="11127" y="6497"/>
                  </a:lnTo>
                  <a:lnTo>
                    <a:pt x="11202" y="6467"/>
                  </a:lnTo>
                  <a:lnTo>
                    <a:pt x="11247" y="6467"/>
                  </a:lnTo>
                  <a:lnTo>
                    <a:pt x="11292" y="6452"/>
                  </a:lnTo>
                  <a:lnTo>
                    <a:pt x="11351" y="6422"/>
                  </a:lnTo>
                  <a:lnTo>
                    <a:pt x="11396" y="6392"/>
                  </a:lnTo>
                  <a:lnTo>
                    <a:pt x="11471" y="6348"/>
                  </a:lnTo>
                  <a:lnTo>
                    <a:pt x="11560" y="6333"/>
                  </a:lnTo>
                  <a:lnTo>
                    <a:pt x="11590" y="6333"/>
                  </a:lnTo>
                  <a:lnTo>
                    <a:pt x="11605" y="6333"/>
                  </a:lnTo>
                  <a:lnTo>
                    <a:pt x="11710" y="6318"/>
                  </a:lnTo>
                  <a:lnTo>
                    <a:pt x="11829" y="6392"/>
                  </a:lnTo>
                  <a:lnTo>
                    <a:pt x="11919" y="6467"/>
                  </a:lnTo>
                  <a:lnTo>
                    <a:pt x="12009" y="6527"/>
                  </a:lnTo>
                  <a:lnTo>
                    <a:pt x="12098" y="6557"/>
                  </a:lnTo>
                  <a:lnTo>
                    <a:pt x="12113" y="6557"/>
                  </a:lnTo>
                  <a:lnTo>
                    <a:pt x="12233" y="6572"/>
                  </a:lnTo>
                  <a:lnTo>
                    <a:pt x="12367" y="6587"/>
                  </a:lnTo>
                  <a:lnTo>
                    <a:pt x="12382" y="6587"/>
                  </a:lnTo>
                  <a:lnTo>
                    <a:pt x="12397" y="6601"/>
                  </a:lnTo>
                  <a:lnTo>
                    <a:pt x="12412" y="6601"/>
                  </a:lnTo>
                  <a:lnTo>
                    <a:pt x="12442" y="6601"/>
                  </a:lnTo>
                  <a:lnTo>
                    <a:pt x="12501" y="6587"/>
                  </a:lnTo>
                  <a:lnTo>
                    <a:pt x="12546" y="6587"/>
                  </a:lnTo>
                  <a:lnTo>
                    <a:pt x="12606" y="6572"/>
                  </a:lnTo>
                  <a:lnTo>
                    <a:pt x="12651" y="6557"/>
                  </a:lnTo>
                  <a:lnTo>
                    <a:pt x="12710" y="6557"/>
                  </a:lnTo>
                  <a:lnTo>
                    <a:pt x="12905" y="6557"/>
                  </a:lnTo>
                  <a:lnTo>
                    <a:pt x="13129" y="6482"/>
                  </a:lnTo>
                  <a:lnTo>
                    <a:pt x="13233" y="6422"/>
                  </a:lnTo>
                  <a:lnTo>
                    <a:pt x="13323" y="6333"/>
                  </a:lnTo>
                  <a:lnTo>
                    <a:pt x="13442" y="6258"/>
                  </a:lnTo>
                  <a:lnTo>
                    <a:pt x="13666" y="6124"/>
                  </a:lnTo>
                  <a:lnTo>
                    <a:pt x="13801" y="6094"/>
                  </a:lnTo>
                  <a:lnTo>
                    <a:pt x="13980" y="6079"/>
                  </a:lnTo>
                  <a:lnTo>
                    <a:pt x="14144" y="6094"/>
                  </a:lnTo>
                  <a:lnTo>
                    <a:pt x="14279" y="6109"/>
                  </a:lnTo>
                  <a:lnTo>
                    <a:pt x="14353" y="6139"/>
                  </a:lnTo>
                  <a:lnTo>
                    <a:pt x="14443" y="6153"/>
                  </a:lnTo>
                  <a:lnTo>
                    <a:pt x="14518" y="6124"/>
                  </a:lnTo>
                  <a:lnTo>
                    <a:pt x="14547" y="6109"/>
                  </a:lnTo>
                  <a:lnTo>
                    <a:pt x="14607" y="6094"/>
                  </a:lnTo>
                  <a:lnTo>
                    <a:pt x="14697" y="6079"/>
                  </a:lnTo>
                  <a:lnTo>
                    <a:pt x="14771" y="6079"/>
                  </a:lnTo>
                  <a:lnTo>
                    <a:pt x="14846" y="6064"/>
                  </a:lnTo>
                  <a:lnTo>
                    <a:pt x="14861" y="6049"/>
                  </a:lnTo>
                  <a:lnTo>
                    <a:pt x="14891" y="6049"/>
                  </a:lnTo>
                  <a:lnTo>
                    <a:pt x="14995" y="6019"/>
                  </a:lnTo>
                  <a:lnTo>
                    <a:pt x="15085" y="5914"/>
                  </a:lnTo>
                  <a:lnTo>
                    <a:pt x="15115" y="5855"/>
                  </a:lnTo>
                  <a:lnTo>
                    <a:pt x="15160" y="5840"/>
                  </a:lnTo>
                  <a:lnTo>
                    <a:pt x="15205" y="5810"/>
                  </a:lnTo>
                  <a:lnTo>
                    <a:pt x="15249" y="5825"/>
                  </a:lnTo>
                  <a:lnTo>
                    <a:pt x="15294" y="5840"/>
                  </a:lnTo>
                  <a:lnTo>
                    <a:pt x="15324" y="5885"/>
                  </a:lnTo>
                  <a:lnTo>
                    <a:pt x="15369" y="5944"/>
                  </a:lnTo>
                  <a:lnTo>
                    <a:pt x="15384" y="6004"/>
                  </a:lnTo>
                  <a:lnTo>
                    <a:pt x="15399" y="6019"/>
                  </a:lnTo>
                  <a:lnTo>
                    <a:pt x="15429" y="6049"/>
                  </a:lnTo>
                  <a:lnTo>
                    <a:pt x="15429" y="6064"/>
                  </a:lnTo>
                  <a:lnTo>
                    <a:pt x="15444" y="6064"/>
                  </a:lnTo>
                  <a:lnTo>
                    <a:pt x="15444" y="6064"/>
                  </a:lnTo>
                  <a:lnTo>
                    <a:pt x="15458" y="6064"/>
                  </a:lnTo>
                  <a:lnTo>
                    <a:pt x="15473" y="6049"/>
                  </a:lnTo>
                  <a:lnTo>
                    <a:pt x="15503" y="6019"/>
                  </a:lnTo>
                  <a:lnTo>
                    <a:pt x="15533" y="5959"/>
                  </a:lnTo>
                  <a:lnTo>
                    <a:pt x="15533" y="5929"/>
                  </a:lnTo>
                  <a:lnTo>
                    <a:pt x="15548" y="5840"/>
                  </a:lnTo>
                  <a:lnTo>
                    <a:pt x="15653" y="5765"/>
                  </a:lnTo>
                  <a:lnTo>
                    <a:pt x="15697" y="5735"/>
                  </a:lnTo>
                  <a:lnTo>
                    <a:pt x="15802" y="5705"/>
                  </a:lnTo>
                  <a:lnTo>
                    <a:pt x="15847" y="5765"/>
                  </a:lnTo>
                  <a:lnTo>
                    <a:pt x="15847" y="5780"/>
                  </a:lnTo>
                  <a:lnTo>
                    <a:pt x="15862" y="5795"/>
                  </a:lnTo>
                  <a:lnTo>
                    <a:pt x="15877" y="5825"/>
                  </a:lnTo>
                  <a:lnTo>
                    <a:pt x="15877" y="5840"/>
                  </a:lnTo>
                  <a:lnTo>
                    <a:pt x="15906" y="5840"/>
                  </a:lnTo>
                  <a:lnTo>
                    <a:pt x="15951" y="5795"/>
                  </a:lnTo>
                  <a:lnTo>
                    <a:pt x="15981" y="5750"/>
                  </a:lnTo>
                  <a:lnTo>
                    <a:pt x="16026" y="5705"/>
                  </a:lnTo>
                  <a:lnTo>
                    <a:pt x="16101" y="5705"/>
                  </a:lnTo>
                  <a:lnTo>
                    <a:pt x="16175" y="5735"/>
                  </a:lnTo>
                  <a:lnTo>
                    <a:pt x="16250" y="5780"/>
                  </a:lnTo>
                  <a:lnTo>
                    <a:pt x="16295" y="5855"/>
                  </a:lnTo>
                  <a:lnTo>
                    <a:pt x="16325" y="5885"/>
                  </a:lnTo>
                  <a:lnTo>
                    <a:pt x="16369" y="5900"/>
                  </a:lnTo>
                  <a:lnTo>
                    <a:pt x="16429" y="5914"/>
                  </a:lnTo>
                  <a:lnTo>
                    <a:pt x="16504" y="5929"/>
                  </a:lnTo>
                  <a:lnTo>
                    <a:pt x="16579" y="5929"/>
                  </a:lnTo>
                  <a:lnTo>
                    <a:pt x="16638" y="5944"/>
                  </a:lnTo>
                  <a:lnTo>
                    <a:pt x="16683" y="5959"/>
                  </a:lnTo>
                  <a:lnTo>
                    <a:pt x="16698" y="5959"/>
                  </a:lnTo>
                  <a:lnTo>
                    <a:pt x="16728" y="5929"/>
                  </a:lnTo>
                  <a:lnTo>
                    <a:pt x="16743" y="5885"/>
                  </a:lnTo>
                  <a:lnTo>
                    <a:pt x="16803" y="5795"/>
                  </a:lnTo>
                  <a:lnTo>
                    <a:pt x="16922" y="5750"/>
                  </a:lnTo>
                  <a:lnTo>
                    <a:pt x="16997" y="5780"/>
                  </a:lnTo>
                  <a:lnTo>
                    <a:pt x="17101" y="5840"/>
                  </a:lnTo>
                  <a:lnTo>
                    <a:pt x="17146" y="6004"/>
                  </a:lnTo>
                  <a:lnTo>
                    <a:pt x="17116" y="6094"/>
                  </a:lnTo>
                  <a:lnTo>
                    <a:pt x="17101" y="6139"/>
                  </a:lnTo>
                  <a:lnTo>
                    <a:pt x="17101" y="6153"/>
                  </a:lnTo>
                  <a:lnTo>
                    <a:pt x="17101" y="6153"/>
                  </a:lnTo>
                  <a:lnTo>
                    <a:pt x="17131" y="6168"/>
                  </a:lnTo>
                  <a:lnTo>
                    <a:pt x="17146" y="6183"/>
                  </a:lnTo>
                  <a:lnTo>
                    <a:pt x="17161" y="6198"/>
                  </a:lnTo>
                  <a:lnTo>
                    <a:pt x="17176" y="6198"/>
                  </a:lnTo>
                  <a:lnTo>
                    <a:pt x="17191" y="6198"/>
                  </a:lnTo>
                  <a:lnTo>
                    <a:pt x="17191" y="6168"/>
                  </a:lnTo>
                  <a:lnTo>
                    <a:pt x="17206" y="6153"/>
                  </a:lnTo>
                  <a:lnTo>
                    <a:pt x="17236" y="6064"/>
                  </a:lnTo>
                  <a:lnTo>
                    <a:pt x="17355" y="5989"/>
                  </a:lnTo>
                  <a:lnTo>
                    <a:pt x="17475" y="5959"/>
                  </a:lnTo>
                  <a:lnTo>
                    <a:pt x="17594" y="5959"/>
                  </a:lnTo>
                  <a:lnTo>
                    <a:pt x="17594" y="5944"/>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62"/>
            <p:cNvSpPr/>
            <p:nvPr/>
          </p:nvSpPr>
          <p:spPr>
            <a:xfrm>
              <a:off x="2912775" y="2459300"/>
              <a:ext cx="31375" cy="51550"/>
            </a:xfrm>
            <a:custGeom>
              <a:rect b="b" l="l" r="r" t="t"/>
              <a:pathLst>
                <a:path extrusionOk="0" h="2062" w="1255">
                  <a:moveTo>
                    <a:pt x="986" y="0"/>
                  </a:moveTo>
                  <a:lnTo>
                    <a:pt x="926" y="30"/>
                  </a:lnTo>
                  <a:lnTo>
                    <a:pt x="896" y="60"/>
                  </a:lnTo>
                  <a:lnTo>
                    <a:pt x="911" y="60"/>
                  </a:lnTo>
                  <a:lnTo>
                    <a:pt x="926" y="90"/>
                  </a:lnTo>
                  <a:lnTo>
                    <a:pt x="881" y="149"/>
                  </a:lnTo>
                  <a:lnTo>
                    <a:pt x="822" y="194"/>
                  </a:lnTo>
                  <a:lnTo>
                    <a:pt x="672" y="164"/>
                  </a:lnTo>
                  <a:lnTo>
                    <a:pt x="627" y="149"/>
                  </a:lnTo>
                  <a:lnTo>
                    <a:pt x="627" y="209"/>
                  </a:lnTo>
                  <a:lnTo>
                    <a:pt x="598" y="254"/>
                  </a:lnTo>
                  <a:lnTo>
                    <a:pt x="598" y="269"/>
                  </a:lnTo>
                  <a:lnTo>
                    <a:pt x="583" y="269"/>
                  </a:lnTo>
                  <a:lnTo>
                    <a:pt x="568" y="299"/>
                  </a:lnTo>
                  <a:lnTo>
                    <a:pt x="538" y="358"/>
                  </a:lnTo>
                  <a:lnTo>
                    <a:pt x="463" y="448"/>
                  </a:lnTo>
                  <a:lnTo>
                    <a:pt x="314" y="717"/>
                  </a:lnTo>
                  <a:lnTo>
                    <a:pt x="299" y="881"/>
                  </a:lnTo>
                  <a:lnTo>
                    <a:pt x="284" y="1075"/>
                  </a:lnTo>
                  <a:lnTo>
                    <a:pt x="239" y="1240"/>
                  </a:lnTo>
                  <a:lnTo>
                    <a:pt x="209" y="1374"/>
                  </a:lnTo>
                  <a:lnTo>
                    <a:pt x="150" y="1494"/>
                  </a:lnTo>
                  <a:lnTo>
                    <a:pt x="150" y="1523"/>
                  </a:lnTo>
                  <a:lnTo>
                    <a:pt x="75" y="1688"/>
                  </a:lnTo>
                  <a:lnTo>
                    <a:pt x="60" y="1792"/>
                  </a:lnTo>
                  <a:lnTo>
                    <a:pt x="45" y="1882"/>
                  </a:lnTo>
                  <a:lnTo>
                    <a:pt x="15" y="2001"/>
                  </a:lnTo>
                  <a:lnTo>
                    <a:pt x="0" y="2016"/>
                  </a:lnTo>
                  <a:lnTo>
                    <a:pt x="105" y="2061"/>
                  </a:lnTo>
                  <a:lnTo>
                    <a:pt x="209" y="2046"/>
                  </a:lnTo>
                  <a:lnTo>
                    <a:pt x="269" y="1986"/>
                  </a:lnTo>
                  <a:lnTo>
                    <a:pt x="284" y="1942"/>
                  </a:lnTo>
                  <a:lnTo>
                    <a:pt x="284" y="1927"/>
                  </a:lnTo>
                  <a:lnTo>
                    <a:pt x="284" y="1912"/>
                  </a:lnTo>
                  <a:lnTo>
                    <a:pt x="299" y="1897"/>
                  </a:lnTo>
                  <a:lnTo>
                    <a:pt x="314" y="1882"/>
                  </a:lnTo>
                  <a:lnTo>
                    <a:pt x="344" y="1852"/>
                  </a:lnTo>
                  <a:lnTo>
                    <a:pt x="374" y="1837"/>
                  </a:lnTo>
                  <a:lnTo>
                    <a:pt x="389" y="1822"/>
                  </a:lnTo>
                  <a:lnTo>
                    <a:pt x="403" y="1822"/>
                  </a:lnTo>
                  <a:lnTo>
                    <a:pt x="403" y="1807"/>
                  </a:lnTo>
                  <a:lnTo>
                    <a:pt x="448" y="1732"/>
                  </a:lnTo>
                  <a:lnTo>
                    <a:pt x="493" y="1718"/>
                  </a:lnTo>
                  <a:lnTo>
                    <a:pt x="538" y="1688"/>
                  </a:lnTo>
                  <a:lnTo>
                    <a:pt x="627" y="1613"/>
                  </a:lnTo>
                  <a:lnTo>
                    <a:pt x="687" y="1553"/>
                  </a:lnTo>
                  <a:lnTo>
                    <a:pt x="732" y="1494"/>
                  </a:lnTo>
                  <a:lnTo>
                    <a:pt x="747" y="1419"/>
                  </a:lnTo>
                  <a:lnTo>
                    <a:pt x="732" y="1359"/>
                  </a:lnTo>
                  <a:lnTo>
                    <a:pt x="717" y="1284"/>
                  </a:lnTo>
                  <a:lnTo>
                    <a:pt x="747" y="1180"/>
                  </a:lnTo>
                  <a:lnTo>
                    <a:pt x="777" y="1105"/>
                  </a:lnTo>
                  <a:lnTo>
                    <a:pt x="896" y="1060"/>
                  </a:lnTo>
                  <a:lnTo>
                    <a:pt x="1046" y="1060"/>
                  </a:lnTo>
                  <a:lnTo>
                    <a:pt x="1046" y="1045"/>
                  </a:lnTo>
                  <a:lnTo>
                    <a:pt x="1031" y="1031"/>
                  </a:lnTo>
                  <a:lnTo>
                    <a:pt x="1016" y="1016"/>
                  </a:lnTo>
                  <a:lnTo>
                    <a:pt x="986" y="1001"/>
                  </a:lnTo>
                  <a:lnTo>
                    <a:pt x="971" y="971"/>
                  </a:lnTo>
                  <a:lnTo>
                    <a:pt x="986" y="941"/>
                  </a:lnTo>
                  <a:lnTo>
                    <a:pt x="1046" y="881"/>
                  </a:lnTo>
                  <a:lnTo>
                    <a:pt x="1150" y="807"/>
                  </a:lnTo>
                  <a:lnTo>
                    <a:pt x="1225" y="717"/>
                  </a:lnTo>
                  <a:lnTo>
                    <a:pt x="1255" y="657"/>
                  </a:lnTo>
                  <a:lnTo>
                    <a:pt x="1225" y="627"/>
                  </a:lnTo>
                  <a:lnTo>
                    <a:pt x="1195" y="583"/>
                  </a:lnTo>
                  <a:lnTo>
                    <a:pt x="1195" y="463"/>
                  </a:lnTo>
                  <a:lnTo>
                    <a:pt x="1180" y="373"/>
                  </a:lnTo>
                  <a:lnTo>
                    <a:pt x="1090" y="314"/>
                  </a:lnTo>
                  <a:lnTo>
                    <a:pt x="986" y="314"/>
                  </a:lnTo>
                  <a:lnTo>
                    <a:pt x="956" y="284"/>
                  </a:lnTo>
                  <a:lnTo>
                    <a:pt x="956" y="224"/>
                  </a:lnTo>
                  <a:lnTo>
                    <a:pt x="1046" y="149"/>
                  </a:lnTo>
                  <a:lnTo>
                    <a:pt x="1061" y="134"/>
                  </a:lnTo>
                  <a:lnTo>
                    <a:pt x="1090" y="120"/>
                  </a:lnTo>
                  <a:lnTo>
                    <a:pt x="1090" y="90"/>
                  </a:lnTo>
                  <a:lnTo>
                    <a:pt x="1090" y="75"/>
                  </a:lnTo>
                  <a:lnTo>
                    <a:pt x="1090" y="60"/>
                  </a:lnTo>
                  <a:lnTo>
                    <a:pt x="1076" y="45"/>
                  </a:lnTo>
                  <a:lnTo>
                    <a:pt x="1061" y="30"/>
                  </a:lnTo>
                  <a:lnTo>
                    <a:pt x="1046" y="30"/>
                  </a:lnTo>
                  <a:lnTo>
                    <a:pt x="986"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62"/>
            <p:cNvSpPr/>
            <p:nvPr/>
          </p:nvSpPr>
          <p:spPr>
            <a:xfrm>
              <a:off x="2912775" y="2459300"/>
              <a:ext cx="31375" cy="51550"/>
            </a:xfrm>
            <a:custGeom>
              <a:rect b="b" l="l" r="r" t="t"/>
              <a:pathLst>
                <a:path extrusionOk="0" fill="none" h="2062" w="1255">
                  <a:moveTo>
                    <a:pt x="627" y="149"/>
                  </a:moveTo>
                  <a:lnTo>
                    <a:pt x="627" y="209"/>
                  </a:lnTo>
                  <a:lnTo>
                    <a:pt x="598" y="254"/>
                  </a:lnTo>
                  <a:lnTo>
                    <a:pt x="598" y="269"/>
                  </a:lnTo>
                  <a:lnTo>
                    <a:pt x="583" y="269"/>
                  </a:lnTo>
                  <a:lnTo>
                    <a:pt x="568" y="299"/>
                  </a:lnTo>
                  <a:lnTo>
                    <a:pt x="538" y="358"/>
                  </a:lnTo>
                  <a:lnTo>
                    <a:pt x="463" y="448"/>
                  </a:lnTo>
                  <a:lnTo>
                    <a:pt x="314" y="717"/>
                  </a:lnTo>
                  <a:lnTo>
                    <a:pt x="299" y="881"/>
                  </a:lnTo>
                  <a:lnTo>
                    <a:pt x="284" y="1075"/>
                  </a:lnTo>
                  <a:lnTo>
                    <a:pt x="239" y="1240"/>
                  </a:lnTo>
                  <a:lnTo>
                    <a:pt x="209" y="1374"/>
                  </a:lnTo>
                  <a:lnTo>
                    <a:pt x="150" y="1494"/>
                  </a:lnTo>
                  <a:lnTo>
                    <a:pt x="150" y="1523"/>
                  </a:lnTo>
                  <a:lnTo>
                    <a:pt x="75" y="1688"/>
                  </a:lnTo>
                  <a:lnTo>
                    <a:pt x="60" y="1792"/>
                  </a:lnTo>
                  <a:lnTo>
                    <a:pt x="45" y="1882"/>
                  </a:lnTo>
                  <a:lnTo>
                    <a:pt x="15" y="2001"/>
                  </a:lnTo>
                  <a:lnTo>
                    <a:pt x="0" y="2016"/>
                  </a:lnTo>
                  <a:lnTo>
                    <a:pt x="105" y="2061"/>
                  </a:lnTo>
                  <a:lnTo>
                    <a:pt x="209" y="2046"/>
                  </a:lnTo>
                  <a:lnTo>
                    <a:pt x="269" y="1986"/>
                  </a:lnTo>
                  <a:lnTo>
                    <a:pt x="284" y="1942"/>
                  </a:lnTo>
                  <a:lnTo>
                    <a:pt x="284" y="1927"/>
                  </a:lnTo>
                  <a:lnTo>
                    <a:pt x="284" y="1927"/>
                  </a:lnTo>
                  <a:lnTo>
                    <a:pt x="284" y="1912"/>
                  </a:lnTo>
                  <a:lnTo>
                    <a:pt x="299" y="1897"/>
                  </a:lnTo>
                  <a:lnTo>
                    <a:pt x="314" y="1882"/>
                  </a:lnTo>
                  <a:lnTo>
                    <a:pt x="344" y="1852"/>
                  </a:lnTo>
                  <a:lnTo>
                    <a:pt x="374" y="1837"/>
                  </a:lnTo>
                  <a:lnTo>
                    <a:pt x="389" y="1822"/>
                  </a:lnTo>
                  <a:lnTo>
                    <a:pt x="403" y="1822"/>
                  </a:lnTo>
                  <a:lnTo>
                    <a:pt x="403" y="1807"/>
                  </a:lnTo>
                  <a:lnTo>
                    <a:pt x="448" y="1732"/>
                  </a:lnTo>
                  <a:lnTo>
                    <a:pt x="493" y="1718"/>
                  </a:lnTo>
                  <a:lnTo>
                    <a:pt x="493" y="1718"/>
                  </a:lnTo>
                  <a:lnTo>
                    <a:pt x="538" y="1688"/>
                  </a:lnTo>
                  <a:lnTo>
                    <a:pt x="627" y="1613"/>
                  </a:lnTo>
                  <a:lnTo>
                    <a:pt x="687" y="1553"/>
                  </a:lnTo>
                  <a:lnTo>
                    <a:pt x="732" y="1494"/>
                  </a:lnTo>
                  <a:lnTo>
                    <a:pt x="747" y="1419"/>
                  </a:lnTo>
                  <a:lnTo>
                    <a:pt x="732" y="1359"/>
                  </a:lnTo>
                  <a:lnTo>
                    <a:pt x="717" y="1284"/>
                  </a:lnTo>
                  <a:lnTo>
                    <a:pt x="747" y="1180"/>
                  </a:lnTo>
                  <a:lnTo>
                    <a:pt x="777" y="1105"/>
                  </a:lnTo>
                  <a:lnTo>
                    <a:pt x="896" y="1060"/>
                  </a:lnTo>
                  <a:lnTo>
                    <a:pt x="971" y="1060"/>
                  </a:lnTo>
                  <a:lnTo>
                    <a:pt x="1016" y="1060"/>
                  </a:lnTo>
                  <a:lnTo>
                    <a:pt x="1046" y="1060"/>
                  </a:lnTo>
                  <a:lnTo>
                    <a:pt x="1046" y="1045"/>
                  </a:lnTo>
                  <a:lnTo>
                    <a:pt x="1046" y="1045"/>
                  </a:lnTo>
                  <a:lnTo>
                    <a:pt x="1031" y="1031"/>
                  </a:lnTo>
                  <a:lnTo>
                    <a:pt x="1016" y="1016"/>
                  </a:lnTo>
                  <a:lnTo>
                    <a:pt x="986" y="1001"/>
                  </a:lnTo>
                  <a:lnTo>
                    <a:pt x="971" y="971"/>
                  </a:lnTo>
                  <a:lnTo>
                    <a:pt x="986" y="941"/>
                  </a:lnTo>
                  <a:lnTo>
                    <a:pt x="1046" y="881"/>
                  </a:lnTo>
                  <a:lnTo>
                    <a:pt x="1150" y="807"/>
                  </a:lnTo>
                  <a:lnTo>
                    <a:pt x="1225" y="717"/>
                  </a:lnTo>
                  <a:lnTo>
                    <a:pt x="1255" y="657"/>
                  </a:lnTo>
                  <a:lnTo>
                    <a:pt x="1225" y="627"/>
                  </a:lnTo>
                  <a:lnTo>
                    <a:pt x="1195" y="583"/>
                  </a:lnTo>
                  <a:lnTo>
                    <a:pt x="1195" y="463"/>
                  </a:lnTo>
                  <a:lnTo>
                    <a:pt x="1180" y="373"/>
                  </a:lnTo>
                  <a:lnTo>
                    <a:pt x="1090" y="314"/>
                  </a:lnTo>
                  <a:lnTo>
                    <a:pt x="1031" y="314"/>
                  </a:lnTo>
                  <a:lnTo>
                    <a:pt x="986" y="314"/>
                  </a:lnTo>
                  <a:lnTo>
                    <a:pt x="956" y="284"/>
                  </a:lnTo>
                  <a:lnTo>
                    <a:pt x="956" y="224"/>
                  </a:lnTo>
                  <a:lnTo>
                    <a:pt x="1046" y="149"/>
                  </a:lnTo>
                  <a:lnTo>
                    <a:pt x="1061" y="134"/>
                  </a:lnTo>
                  <a:lnTo>
                    <a:pt x="1090" y="120"/>
                  </a:lnTo>
                  <a:lnTo>
                    <a:pt x="1090" y="90"/>
                  </a:lnTo>
                  <a:lnTo>
                    <a:pt x="1090" y="75"/>
                  </a:lnTo>
                  <a:lnTo>
                    <a:pt x="1090" y="60"/>
                  </a:lnTo>
                  <a:lnTo>
                    <a:pt x="1076" y="45"/>
                  </a:lnTo>
                  <a:lnTo>
                    <a:pt x="1061" y="30"/>
                  </a:lnTo>
                  <a:lnTo>
                    <a:pt x="1046" y="30"/>
                  </a:lnTo>
                  <a:lnTo>
                    <a:pt x="986" y="0"/>
                  </a:lnTo>
                  <a:lnTo>
                    <a:pt x="926" y="30"/>
                  </a:lnTo>
                  <a:lnTo>
                    <a:pt x="896" y="60"/>
                  </a:lnTo>
                  <a:lnTo>
                    <a:pt x="911" y="60"/>
                  </a:lnTo>
                  <a:lnTo>
                    <a:pt x="926" y="90"/>
                  </a:lnTo>
                  <a:lnTo>
                    <a:pt x="881" y="149"/>
                  </a:lnTo>
                  <a:lnTo>
                    <a:pt x="822" y="194"/>
                  </a:lnTo>
                  <a:lnTo>
                    <a:pt x="672" y="164"/>
                  </a:lnTo>
                  <a:lnTo>
                    <a:pt x="627" y="149"/>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62"/>
            <p:cNvSpPr/>
            <p:nvPr/>
          </p:nvSpPr>
          <p:spPr>
            <a:xfrm>
              <a:off x="3410475" y="2109450"/>
              <a:ext cx="8975" cy="8225"/>
            </a:xfrm>
            <a:custGeom>
              <a:rect b="b" l="l" r="r" t="t"/>
              <a:pathLst>
                <a:path extrusionOk="0" h="329" w="359">
                  <a:moveTo>
                    <a:pt x="314" y="135"/>
                  </a:moveTo>
                  <a:lnTo>
                    <a:pt x="239" y="30"/>
                  </a:lnTo>
                  <a:lnTo>
                    <a:pt x="120" y="0"/>
                  </a:lnTo>
                  <a:lnTo>
                    <a:pt x="60" y="15"/>
                  </a:lnTo>
                  <a:lnTo>
                    <a:pt x="0" y="90"/>
                  </a:lnTo>
                  <a:lnTo>
                    <a:pt x="15" y="105"/>
                  </a:lnTo>
                  <a:lnTo>
                    <a:pt x="135" y="150"/>
                  </a:lnTo>
                  <a:lnTo>
                    <a:pt x="224" y="224"/>
                  </a:lnTo>
                  <a:lnTo>
                    <a:pt x="254" y="329"/>
                  </a:lnTo>
                  <a:lnTo>
                    <a:pt x="299" y="329"/>
                  </a:lnTo>
                  <a:lnTo>
                    <a:pt x="359" y="269"/>
                  </a:lnTo>
                  <a:lnTo>
                    <a:pt x="359" y="224"/>
                  </a:lnTo>
                  <a:lnTo>
                    <a:pt x="329" y="164"/>
                  </a:lnTo>
                  <a:lnTo>
                    <a:pt x="314" y="135"/>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62"/>
            <p:cNvSpPr/>
            <p:nvPr/>
          </p:nvSpPr>
          <p:spPr>
            <a:xfrm>
              <a:off x="3410475" y="2109450"/>
              <a:ext cx="8975" cy="8225"/>
            </a:xfrm>
            <a:custGeom>
              <a:rect b="b" l="l" r="r" t="t"/>
              <a:pathLst>
                <a:path extrusionOk="0" fill="none" h="329" w="359">
                  <a:moveTo>
                    <a:pt x="314" y="135"/>
                  </a:moveTo>
                  <a:lnTo>
                    <a:pt x="239" y="30"/>
                  </a:lnTo>
                  <a:lnTo>
                    <a:pt x="120" y="0"/>
                  </a:lnTo>
                  <a:lnTo>
                    <a:pt x="60" y="15"/>
                  </a:lnTo>
                  <a:lnTo>
                    <a:pt x="0" y="90"/>
                  </a:lnTo>
                  <a:lnTo>
                    <a:pt x="15" y="105"/>
                  </a:lnTo>
                  <a:lnTo>
                    <a:pt x="135" y="150"/>
                  </a:lnTo>
                  <a:lnTo>
                    <a:pt x="224" y="224"/>
                  </a:lnTo>
                  <a:lnTo>
                    <a:pt x="254" y="329"/>
                  </a:lnTo>
                  <a:lnTo>
                    <a:pt x="299" y="329"/>
                  </a:lnTo>
                  <a:lnTo>
                    <a:pt x="359" y="269"/>
                  </a:lnTo>
                  <a:lnTo>
                    <a:pt x="359" y="224"/>
                  </a:lnTo>
                  <a:lnTo>
                    <a:pt x="329" y="164"/>
                  </a:lnTo>
                  <a:lnTo>
                    <a:pt x="314" y="13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62"/>
            <p:cNvSpPr/>
            <p:nvPr/>
          </p:nvSpPr>
          <p:spPr>
            <a:xfrm>
              <a:off x="2910900" y="2529100"/>
              <a:ext cx="12350" cy="31775"/>
            </a:xfrm>
            <a:custGeom>
              <a:rect b="b" l="l" r="r" t="t"/>
              <a:pathLst>
                <a:path extrusionOk="0" h="1271" w="494">
                  <a:moveTo>
                    <a:pt x="135" y="1"/>
                  </a:moveTo>
                  <a:lnTo>
                    <a:pt x="120" y="16"/>
                  </a:lnTo>
                  <a:lnTo>
                    <a:pt x="90" y="61"/>
                  </a:lnTo>
                  <a:lnTo>
                    <a:pt x="75" y="105"/>
                  </a:lnTo>
                  <a:lnTo>
                    <a:pt x="60" y="165"/>
                  </a:lnTo>
                  <a:lnTo>
                    <a:pt x="75" y="240"/>
                  </a:lnTo>
                  <a:lnTo>
                    <a:pt x="90" y="359"/>
                  </a:lnTo>
                  <a:lnTo>
                    <a:pt x="75" y="464"/>
                  </a:lnTo>
                  <a:lnTo>
                    <a:pt x="75" y="494"/>
                  </a:lnTo>
                  <a:lnTo>
                    <a:pt x="75" y="524"/>
                  </a:lnTo>
                  <a:lnTo>
                    <a:pt x="75" y="539"/>
                  </a:lnTo>
                  <a:lnTo>
                    <a:pt x="60" y="553"/>
                  </a:lnTo>
                  <a:lnTo>
                    <a:pt x="60" y="613"/>
                  </a:lnTo>
                  <a:lnTo>
                    <a:pt x="75" y="718"/>
                  </a:lnTo>
                  <a:lnTo>
                    <a:pt x="135" y="763"/>
                  </a:lnTo>
                  <a:lnTo>
                    <a:pt x="254" y="837"/>
                  </a:lnTo>
                  <a:lnTo>
                    <a:pt x="284" y="897"/>
                  </a:lnTo>
                  <a:lnTo>
                    <a:pt x="284" y="942"/>
                  </a:lnTo>
                  <a:lnTo>
                    <a:pt x="284" y="972"/>
                  </a:lnTo>
                  <a:lnTo>
                    <a:pt x="240" y="1016"/>
                  </a:lnTo>
                  <a:lnTo>
                    <a:pt x="165" y="1046"/>
                  </a:lnTo>
                  <a:lnTo>
                    <a:pt x="75" y="1076"/>
                  </a:lnTo>
                  <a:lnTo>
                    <a:pt x="30" y="1106"/>
                  </a:lnTo>
                  <a:lnTo>
                    <a:pt x="1" y="1136"/>
                  </a:lnTo>
                  <a:lnTo>
                    <a:pt x="1" y="1226"/>
                  </a:lnTo>
                  <a:lnTo>
                    <a:pt x="1" y="1255"/>
                  </a:lnTo>
                  <a:lnTo>
                    <a:pt x="15" y="1270"/>
                  </a:lnTo>
                  <a:lnTo>
                    <a:pt x="90" y="1255"/>
                  </a:lnTo>
                  <a:lnTo>
                    <a:pt x="165" y="1240"/>
                  </a:lnTo>
                  <a:lnTo>
                    <a:pt x="225" y="1226"/>
                  </a:lnTo>
                  <a:lnTo>
                    <a:pt x="284" y="1226"/>
                  </a:lnTo>
                  <a:lnTo>
                    <a:pt x="374" y="1196"/>
                  </a:lnTo>
                  <a:lnTo>
                    <a:pt x="419" y="1151"/>
                  </a:lnTo>
                  <a:lnTo>
                    <a:pt x="419" y="1106"/>
                  </a:lnTo>
                  <a:lnTo>
                    <a:pt x="434" y="1061"/>
                  </a:lnTo>
                  <a:lnTo>
                    <a:pt x="464" y="927"/>
                  </a:lnTo>
                  <a:lnTo>
                    <a:pt x="493" y="807"/>
                  </a:lnTo>
                  <a:lnTo>
                    <a:pt x="493" y="628"/>
                  </a:lnTo>
                  <a:lnTo>
                    <a:pt x="478" y="434"/>
                  </a:lnTo>
                  <a:lnTo>
                    <a:pt x="478" y="374"/>
                  </a:lnTo>
                  <a:lnTo>
                    <a:pt x="464" y="314"/>
                  </a:lnTo>
                  <a:lnTo>
                    <a:pt x="389" y="240"/>
                  </a:lnTo>
                  <a:lnTo>
                    <a:pt x="314" y="90"/>
                  </a:lnTo>
                  <a:lnTo>
                    <a:pt x="299" y="76"/>
                  </a:lnTo>
                  <a:lnTo>
                    <a:pt x="284" y="61"/>
                  </a:lnTo>
                  <a:lnTo>
                    <a:pt x="254" y="16"/>
                  </a:lnTo>
                  <a:lnTo>
                    <a:pt x="210"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62"/>
            <p:cNvSpPr/>
            <p:nvPr/>
          </p:nvSpPr>
          <p:spPr>
            <a:xfrm>
              <a:off x="2910900" y="2529100"/>
              <a:ext cx="12350" cy="31775"/>
            </a:xfrm>
            <a:custGeom>
              <a:rect b="b" l="l" r="r" t="t"/>
              <a:pathLst>
                <a:path extrusionOk="0" fill="none" h="1271" w="494">
                  <a:moveTo>
                    <a:pt x="284" y="1226"/>
                  </a:moveTo>
                  <a:lnTo>
                    <a:pt x="374" y="1196"/>
                  </a:lnTo>
                  <a:lnTo>
                    <a:pt x="419" y="1151"/>
                  </a:lnTo>
                  <a:lnTo>
                    <a:pt x="419" y="1106"/>
                  </a:lnTo>
                  <a:lnTo>
                    <a:pt x="434" y="1061"/>
                  </a:lnTo>
                  <a:lnTo>
                    <a:pt x="464" y="927"/>
                  </a:lnTo>
                  <a:lnTo>
                    <a:pt x="493" y="807"/>
                  </a:lnTo>
                  <a:lnTo>
                    <a:pt x="493" y="628"/>
                  </a:lnTo>
                  <a:lnTo>
                    <a:pt x="478" y="434"/>
                  </a:lnTo>
                  <a:lnTo>
                    <a:pt x="478" y="374"/>
                  </a:lnTo>
                  <a:lnTo>
                    <a:pt x="464" y="314"/>
                  </a:lnTo>
                  <a:lnTo>
                    <a:pt x="389" y="240"/>
                  </a:lnTo>
                  <a:lnTo>
                    <a:pt x="314" y="90"/>
                  </a:lnTo>
                  <a:lnTo>
                    <a:pt x="299" y="76"/>
                  </a:lnTo>
                  <a:lnTo>
                    <a:pt x="284" y="61"/>
                  </a:lnTo>
                  <a:lnTo>
                    <a:pt x="254" y="16"/>
                  </a:lnTo>
                  <a:lnTo>
                    <a:pt x="210" y="1"/>
                  </a:lnTo>
                  <a:lnTo>
                    <a:pt x="195" y="1"/>
                  </a:lnTo>
                  <a:lnTo>
                    <a:pt x="180" y="1"/>
                  </a:lnTo>
                  <a:lnTo>
                    <a:pt x="150" y="1"/>
                  </a:lnTo>
                  <a:lnTo>
                    <a:pt x="135" y="1"/>
                  </a:lnTo>
                  <a:lnTo>
                    <a:pt x="135" y="1"/>
                  </a:lnTo>
                  <a:lnTo>
                    <a:pt x="120" y="16"/>
                  </a:lnTo>
                  <a:lnTo>
                    <a:pt x="90" y="61"/>
                  </a:lnTo>
                  <a:lnTo>
                    <a:pt x="75" y="105"/>
                  </a:lnTo>
                  <a:lnTo>
                    <a:pt x="60" y="165"/>
                  </a:lnTo>
                  <a:lnTo>
                    <a:pt x="75" y="240"/>
                  </a:lnTo>
                  <a:lnTo>
                    <a:pt x="90" y="359"/>
                  </a:lnTo>
                  <a:lnTo>
                    <a:pt x="75" y="464"/>
                  </a:lnTo>
                  <a:lnTo>
                    <a:pt x="75" y="494"/>
                  </a:lnTo>
                  <a:lnTo>
                    <a:pt x="75" y="524"/>
                  </a:lnTo>
                  <a:lnTo>
                    <a:pt x="75" y="539"/>
                  </a:lnTo>
                  <a:lnTo>
                    <a:pt x="60" y="553"/>
                  </a:lnTo>
                  <a:lnTo>
                    <a:pt x="60" y="613"/>
                  </a:lnTo>
                  <a:lnTo>
                    <a:pt x="75" y="718"/>
                  </a:lnTo>
                  <a:lnTo>
                    <a:pt x="135" y="763"/>
                  </a:lnTo>
                  <a:lnTo>
                    <a:pt x="254" y="837"/>
                  </a:lnTo>
                  <a:lnTo>
                    <a:pt x="284" y="897"/>
                  </a:lnTo>
                  <a:lnTo>
                    <a:pt x="284" y="942"/>
                  </a:lnTo>
                  <a:lnTo>
                    <a:pt x="284" y="972"/>
                  </a:lnTo>
                  <a:lnTo>
                    <a:pt x="240" y="1016"/>
                  </a:lnTo>
                  <a:lnTo>
                    <a:pt x="165" y="1046"/>
                  </a:lnTo>
                  <a:lnTo>
                    <a:pt x="75" y="1076"/>
                  </a:lnTo>
                  <a:lnTo>
                    <a:pt x="30" y="1106"/>
                  </a:lnTo>
                  <a:lnTo>
                    <a:pt x="1" y="1136"/>
                  </a:lnTo>
                  <a:lnTo>
                    <a:pt x="1" y="1226"/>
                  </a:lnTo>
                  <a:lnTo>
                    <a:pt x="1" y="1255"/>
                  </a:lnTo>
                  <a:lnTo>
                    <a:pt x="1" y="1255"/>
                  </a:lnTo>
                  <a:lnTo>
                    <a:pt x="1" y="1255"/>
                  </a:lnTo>
                  <a:lnTo>
                    <a:pt x="15" y="1270"/>
                  </a:lnTo>
                  <a:lnTo>
                    <a:pt x="90" y="1255"/>
                  </a:lnTo>
                  <a:lnTo>
                    <a:pt x="165" y="1240"/>
                  </a:lnTo>
                  <a:lnTo>
                    <a:pt x="225" y="1226"/>
                  </a:lnTo>
                  <a:lnTo>
                    <a:pt x="284" y="1226"/>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62"/>
            <p:cNvSpPr/>
            <p:nvPr/>
          </p:nvSpPr>
          <p:spPr>
            <a:xfrm>
              <a:off x="2916500" y="2502600"/>
              <a:ext cx="94500" cy="125100"/>
            </a:xfrm>
            <a:custGeom>
              <a:rect b="b" l="l" r="r" t="t"/>
              <a:pathLst>
                <a:path extrusionOk="0" h="5004" w="3780">
                  <a:moveTo>
                    <a:pt x="3197" y="0"/>
                  </a:moveTo>
                  <a:lnTo>
                    <a:pt x="2226" y="702"/>
                  </a:lnTo>
                  <a:lnTo>
                    <a:pt x="1927" y="941"/>
                  </a:lnTo>
                  <a:lnTo>
                    <a:pt x="1882" y="986"/>
                  </a:lnTo>
                  <a:lnTo>
                    <a:pt x="1838" y="1031"/>
                  </a:lnTo>
                  <a:lnTo>
                    <a:pt x="1748" y="1106"/>
                  </a:lnTo>
                  <a:lnTo>
                    <a:pt x="1569" y="1240"/>
                  </a:lnTo>
                  <a:lnTo>
                    <a:pt x="1464" y="1300"/>
                  </a:lnTo>
                  <a:lnTo>
                    <a:pt x="1375" y="1300"/>
                  </a:lnTo>
                  <a:lnTo>
                    <a:pt x="1210" y="1270"/>
                  </a:lnTo>
                  <a:lnTo>
                    <a:pt x="1106" y="1180"/>
                  </a:lnTo>
                  <a:lnTo>
                    <a:pt x="1076" y="1165"/>
                  </a:lnTo>
                  <a:lnTo>
                    <a:pt x="1061" y="1150"/>
                  </a:lnTo>
                  <a:lnTo>
                    <a:pt x="971" y="1106"/>
                  </a:lnTo>
                  <a:lnTo>
                    <a:pt x="897" y="1061"/>
                  </a:lnTo>
                  <a:lnTo>
                    <a:pt x="822" y="1031"/>
                  </a:lnTo>
                  <a:lnTo>
                    <a:pt x="747" y="971"/>
                  </a:lnTo>
                  <a:lnTo>
                    <a:pt x="613" y="867"/>
                  </a:lnTo>
                  <a:lnTo>
                    <a:pt x="359" y="717"/>
                  </a:lnTo>
                  <a:lnTo>
                    <a:pt x="344" y="762"/>
                  </a:lnTo>
                  <a:lnTo>
                    <a:pt x="329" y="807"/>
                  </a:lnTo>
                  <a:lnTo>
                    <a:pt x="299" y="1046"/>
                  </a:lnTo>
                  <a:lnTo>
                    <a:pt x="329" y="1285"/>
                  </a:lnTo>
                  <a:lnTo>
                    <a:pt x="344" y="1374"/>
                  </a:lnTo>
                  <a:lnTo>
                    <a:pt x="359" y="1479"/>
                  </a:lnTo>
                  <a:lnTo>
                    <a:pt x="374" y="1688"/>
                  </a:lnTo>
                  <a:lnTo>
                    <a:pt x="359" y="1867"/>
                  </a:lnTo>
                  <a:lnTo>
                    <a:pt x="344" y="2017"/>
                  </a:lnTo>
                  <a:lnTo>
                    <a:pt x="314" y="2151"/>
                  </a:lnTo>
                  <a:lnTo>
                    <a:pt x="299" y="2181"/>
                  </a:lnTo>
                  <a:lnTo>
                    <a:pt x="299" y="2196"/>
                  </a:lnTo>
                  <a:lnTo>
                    <a:pt x="299" y="2226"/>
                  </a:lnTo>
                  <a:lnTo>
                    <a:pt x="284" y="2256"/>
                  </a:lnTo>
                  <a:lnTo>
                    <a:pt x="284" y="2300"/>
                  </a:lnTo>
                  <a:lnTo>
                    <a:pt x="269" y="2345"/>
                  </a:lnTo>
                  <a:lnTo>
                    <a:pt x="269" y="2435"/>
                  </a:lnTo>
                  <a:lnTo>
                    <a:pt x="299" y="2510"/>
                  </a:lnTo>
                  <a:lnTo>
                    <a:pt x="329" y="2614"/>
                  </a:lnTo>
                  <a:lnTo>
                    <a:pt x="344" y="2704"/>
                  </a:lnTo>
                  <a:lnTo>
                    <a:pt x="329" y="2778"/>
                  </a:lnTo>
                  <a:lnTo>
                    <a:pt x="314" y="2823"/>
                  </a:lnTo>
                  <a:lnTo>
                    <a:pt x="299" y="2883"/>
                  </a:lnTo>
                  <a:lnTo>
                    <a:pt x="269" y="2973"/>
                  </a:lnTo>
                  <a:lnTo>
                    <a:pt x="254" y="3002"/>
                  </a:lnTo>
                  <a:lnTo>
                    <a:pt x="210" y="3182"/>
                  </a:lnTo>
                  <a:lnTo>
                    <a:pt x="150" y="3346"/>
                  </a:lnTo>
                  <a:lnTo>
                    <a:pt x="135" y="3435"/>
                  </a:lnTo>
                  <a:lnTo>
                    <a:pt x="135" y="3525"/>
                  </a:lnTo>
                  <a:lnTo>
                    <a:pt x="135" y="3615"/>
                  </a:lnTo>
                  <a:lnTo>
                    <a:pt x="150" y="3749"/>
                  </a:lnTo>
                  <a:lnTo>
                    <a:pt x="165" y="3988"/>
                  </a:lnTo>
                  <a:lnTo>
                    <a:pt x="120" y="4212"/>
                  </a:lnTo>
                  <a:lnTo>
                    <a:pt x="105" y="4257"/>
                  </a:lnTo>
                  <a:lnTo>
                    <a:pt x="90" y="4302"/>
                  </a:lnTo>
                  <a:lnTo>
                    <a:pt x="90" y="4376"/>
                  </a:lnTo>
                  <a:lnTo>
                    <a:pt x="60" y="4451"/>
                  </a:lnTo>
                  <a:lnTo>
                    <a:pt x="16" y="4645"/>
                  </a:lnTo>
                  <a:lnTo>
                    <a:pt x="1" y="4809"/>
                  </a:lnTo>
                  <a:lnTo>
                    <a:pt x="598" y="4929"/>
                  </a:lnTo>
                  <a:lnTo>
                    <a:pt x="1001" y="5004"/>
                  </a:lnTo>
                  <a:lnTo>
                    <a:pt x="1031" y="4959"/>
                  </a:lnTo>
                  <a:lnTo>
                    <a:pt x="1121" y="4839"/>
                  </a:lnTo>
                  <a:lnTo>
                    <a:pt x="1434" y="4466"/>
                  </a:lnTo>
                  <a:lnTo>
                    <a:pt x="1614" y="4197"/>
                  </a:lnTo>
                  <a:lnTo>
                    <a:pt x="1643" y="4137"/>
                  </a:lnTo>
                  <a:lnTo>
                    <a:pt x="1852" y="4093"/>
                  </a:lnTo>
                  <a:lnTo>
                    <a:pt x="1987" y="4093"/>
                  </a:lnTo>
                  <a:lnTo>
                    <a:pt x="2151" y="4078"/>
                  </a:lnTo>
                  <a:lnTo>
                    <a:pt x="2241" y="4063"/>
                  </a:lnTo>
                  <a:lnTo>
                    <a:pt x="2286" y="4018"/>
                  </a:lnTo>
                  <a:lnTo>
                    <a:pt x="2330" y="3943"/>
                  </a:lnTo>
                  <a:lnTo>
                    <a:pt x="2375" y="3824"/>
                  </a:lnTo>
                  <a:lnTo>
                    <a:pt x="2390" y="3779"/>
                  </a:lnTo>
                  <a:lnTo>
                    <a:pt x="2405" y="3704"/>
                  </a:lnTo>
                  <a:lnTo>
                    <a:pt x="2465" y="3630"/>
                  </a:lnTo>
                  <a:lnTo>
                    <a:pt x="2525" y="3540"/>
                  </a:lnTo>
                  <a:lnTo>
                    <a:pt x="2584" y="3435"/>
                  </a:lnTo>
                  <a:lnTo>
                    <a:pt x="2614" y="3346"/>
                  </a:lnTo>
                  <a:lnTo>
                    <a:pt x="2584" y="3271"/>
                  </a:lnTo>
                  <a:lnTo>
                    <a:pt x="2525" y="3182"/>
                  </a:lnTo>
                  <a:lnTo>
                    <a:pt x="2450" y="3107"/>
                  </a:lnTo>
                  <a:lnTo>
                    <a:pt x="2420" y="3077"/>
                  </a:lnTo>
                  <a:lnTo>
                    <a:pt x="2375" y="3047"/>
                  </a:lnTo>
                  <a:lnTo>
                    <a:pt x="2211" y="2898"/>
                  </a:lnTo>
                  <a:lnTo>
                    <a:pt x="1882" y="2524"/>
                  </a:lnTo>
                  <a:lnTo>
                    <a:pt x="1793" y="2315"/>
                  </a:lnTo>
                  <a:lnTo>
                    <a:pt x="1778" y="2226"/>
                  </a:lnTo>
                  <a:lnTo>
                    <a:pt x="1897" y="2047"/>
                  </a:lnTo>
                  <a:lnTo>
                    <a:pt x="2077" y="1972"/>
                  </a:lnTo>
                  <a:lnTo>
                    <a:pt x="2241" y="1942"/>
                  </a:lnTo>
                  <a:lnTo>
                    <a:pt x="2360" y="1927"/>
                  </a:lnTo>
                  <a:lnTo>
                    <a:pt x="2405" y="1927"/>
                  </a:lnTo>
                  <a:lnTo>
                    <a:pt x="2704" y="1852"/>
                  </a:lnTo>
                  <a:lnTo>
                    <a:pt x="3271" y="1643"/>
                  </a:lnTo>
                  <a:lnTo>
                    <a:pt x="3465" y="1554"/>
                  </a:lnTo>
                  <a:lnTo>
                    <a:pt x="3570" y="1494"/>
                  </a:lnTo>
                  <a:lnTo>
                    <a:pt x="3630" y="1464"/>
                  </a:lnTo>
                  <a:lnTo>
                    <a:pt x="3689" y="1419"/>
                  </a:lnTo>
                  <a:lnTo>
                    <a:pt x="3749" y="1300"/>
                  </a:lnTo>
                  <a:lnTo>
                    <a:pt x="3779" y="1270"/>
                  </a:lnTo>
                  <a:lnTo>
                    <a:pt x="3764" y="1255"/>
                  </a:lnTo>
                  <a:lnTo>
                    <a:pt x="3749" y="1255"/>
                  </a:lnTo>
                  <a:lnTo>
                    <a:pt x="3749" y="1240"/>
                  </a:lnTo>
                  <a:lnTo>
                    <a:pt x="3734" y="1255"/>
                  </a:lnTo>
                  <a:lnTo>
                    <a:pt x="3719" y="1255"/>
                  </a:lnTo>
                  <a:lnTo>
                    <a:pt x="3660" y="1270"/>
                  </a:lnTo>
                  <a:lnTo>
                    <a:pt x="3600" y="1255"/>
                  </a:lnTo>
                  <a:lnTo>
                    <a:pt x="3510" y="1225"/>
                  </a:lnTo>
                  <a:lnTo>
                    <a:pt x="3465" y="1150"/>
                  </a:lnTo>
                  <a:lnTo>
                    <a:pt x="3451" y="1091"/>
                  </a:lnTo>
                  <a:lnTo>
                    <a:pt x="3495" y="1001"/>
                  </a:lnTo>
                  <a:lnTo>
                    <a:pt x="3525" y="956"/>
                  </a:lnTo>
                  <a:lnTo>
                    <a:pt x="3525" y="926"/>
                  </a:lnTo>
                  <a:lnTo>
                    <a:pt x="3451" y="643"/>
                  </a:lnTo>
                  <a:lnTo>
                    <a:pt x="3197"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62"/>
            <p:cNvSpPr/>
            <p:nvPr/>
          </p:nvSpPr>
          <p:spPr>
            <a:xfrm>
              <a:off x="2916500" y="2502600"/>
              <a:ext cx="94500" cy="125100"/>
            </a:xfrm>
            <a:custGeom>
              <a:rect b="b" l="l" r="r" t="t"/>
              <a:pathLst>
                <a:path extrusionOk="0" fill="none" h="5004" w="3780">
                  <a:moveTo>
                    <a:pt x="1001" y="5004"/>
                  </a:moveTo>
                  <a:lnTo>
                    <a:pt x="1031" y="4959"/>
                  </a:lnTo>
                  <a:lnTo>
                    <a:pt x="1121" y="4839"/>
                  </a:lnTo>
                  <a:lnTo>
                    <a:pt x="1434" y="4466"/>
                  </a:lnTo>
                  <a:lnTo>
                    <a:pt x="1614" y="4197"/>
                  </a:lnTo>
                  <a:lnTo>
                    <a:pt x="1643" y="4137"/>
                  </a:lnTo>
                  <a:lnTo>
                    <a:pt x="1852" y="4093"/>
                  </a:lnTo>
                  <a:lnTo>
                    <a:pt x="1987" y="4093"/>
                  </a:lnTo>
                  <a:lnTo>
                    <a:pt x="2151" y="4078"/>
                  </a:lnTo>
                  <a:lnTo>
                    <a:pt x="2241" y="4063"/>
                  </a:lnTo>
                  <a:lnTo>
                    <a:pt x="2286" y="4018"/>
                  </a:lnTo>
                  <a:lnTo>
                    <a:pt x="2330" y="3943"/>
                  </a:lnTo>
                  <a:lnTo>
                    <a:pt x="2375" y="3824"/>
                  </a:lnTo>
                  <a:lnTo>
                    <a:pt x="2390" y="3779"/>
                  </a:lnTo>
                  <a:lnTo>
                    <a:pt x="2405" y="3704"/>
                  </a:lnTo>
                  <a:lnTo>
                    <a:pt x="2465" y="3630"/>
                  </a:lnTo>
                  <a:lnTo>
                    <a:pt x="2525" y="3540"/>
                  </a:lnTo>
                  <a:lnTo>
                    <a:pt x="2584" y="3435"/>
                  </a:lnTo>
                  <a:lnTo>
                    <a:pt x="2614" y="3346"/>
                  </a:lnTo>
                  <a:lnTo>
                    <a:pt x="2584" y="3271"/>
                  </a:lnTo>
                  <a:lnTo>
                    <a:pt x="2525" y="3182"/>
                  </a:lnTo>
                  <a:lnTo>
                    <a:pt x="2450" y="3107"/>
                  </a:lnTo>
                  <a:lnTo>
                    <a:pt x="2420" y="3077"/>
                  </a:lnTo>
                  <a:lnTo>
                    <a:pt x="2375" y="3047"/>
                  </a:lnTo>
                  <a:lnTo>
                    <a:pt x="2211" y="2898"/>
                  </a:lnTo>
                  <a:lnTo>
                    <a:pt x="1882" y="2524"/>
                  </a:lnTo>
                  <a:lnTo>
                    <a:pt x="1793" y="2315"/>
                  </a:lnTo>
                  <a:lnTo>
                    <a:pt x="1778" y="2226"/>
                  </a:lnTo>
                  <a:lnTo>
                    <a:pt x="1897" y="2047"/>
                  </a:lnTo>
                  <a:lnTo>
                    <a:pt x="2077" y="1972"/>
                  </a:lnTo>
                  <a:lnTo>
                    <a:pt x="2241" y="1942"/>
                  </a:lnTo>
                  <a:lnTo>
                    <a:pt x="2360" y="1927"/>
                  </a:lnTo>
                  <a:lnTo>
                    <a:pt x="2390" y="1927"/>
                  </a:lnTo>
                  <a:lnTo>
                    <a:pt x="2405" y="1927"/>
                  </a:lnTo>
                  <a:lnTo>
                    <a:pt x="2704" y="1852"/>
                  </a:lnTo>
                  <a:lnTo>
                    <a:pt x="3271" y="1643"/>
                  </a:lnTo>
                  <a:lnTo>
                    <a:pt x="3465" y="1554"/>
                  </a:lnTo>
                  <a:lnTo>
                    <a:pt x="3570" y="1494"/>
                  </a:lnTo>
                  <a:lnTo>
                    <a:pt x="3630" y="1464"/>
                  </a:lnTo>
                  <a:lnTo>
                    <a:pt x="3689" y="1419"/>
                  </a:lnTo>
                  <a:lnTo>
                    <a:pt x="3749" y="1300"/>
                  </a:lnTo>
                  <a:lnTo>
                    <a:pt x="3779" y="1270"/>
                  </a:lnTo>
                  <a:lnTo>
                    <a:pt x="3764" y="1255"/>
                  </a:lnTo>
                  <a:lnTo>
                    <a:pt x="3764" y="1255"/>
                  </a:lnTo>
                  <a:lnTo>
                    <a:pt x="3764" y="1255"/>
                  </a:lnTo>
                  <a:lnTo>
                    <a:pt x="3749" y="1255"/>
                  </a:lnTo>
                  <a:lnTo>
                    <a:pt x="3749" y="1240"/>
                  </a:lnTo>
                  <a:lnTo>
                    <a:pt x="3749" y="1240"/>
                  </a:lnTo>
                  <a:lnTo>
                    <a:pt x="3734" y="1255"/>
                  </a:lnTo>
                  <a:lnTo>
                    <a:pt x="3719" y="1255"/>
                  </a:lnTo>
                  <a:lnTo>
                    <a:pt x="3660" y="1270"/>
                  </a:lnTo>
                  <a:lnTo>
                    <a:pt x="3600" y="1255"/>
                  </a:lnTo>
                  <a:lnTo>
                    <a:pt x="3510" y="1225"/>
                  </a:lnTo>
                  <a:lnTo>
                    <a:pt x="3465" y="1150"/>
                  </a:lnTo>
                  <a:lnTo>
                    <a:pt x="3451" y="1091"/>
                  </a:lnTo>
                  <a:lnTo>
                    <a:pt x="3495" y="1001"/>
                  </a:lnTo>
                  <a:lnTo>
                    <a:pt x="3525" y="956"/>
                  </a:lnTo>
                  <a:lnTo>
                    <a:pt x="3525" y="926"/>
                  </a:lnTo>
                  <a:lnTo>
                    <a:pt x="3451" y="643"/>
                  </a:lnTo>
                  <a:lnTo>
                    <a:pt x="3197" y="0"/>
                  </a:lnTo>
                  <a:lnTo>
                    <a:pt x="2226" y="702"/>
                  </a:lnTo>
                  <a:lnTo>
                    <a:pt x="1927" y="941"/>
                  </a:lnTo>
                  <a:lnTo>
                    <a:pt x="1882" y="986"/>
                  </a:lnTo>
                  <a:lnTo>
                    <a:pt x="1838" y="1031"/>
                  </a:lnTo>
                  <a:lnTo>
                    <a:pt x="1748" y="1106"/>
                  </a:lnTo>
                  <a:lnTo>
                    <a:pt x="1569" y="1240"/>
                  </a:lnTo>
                  <a:lnTo>
                    <a:pt x="1464" y="1300"/>
                  </a:lnTo>
                  <a:lnTo>
                    <a:pt x="1375" y="1300"/>
                  </a:lnTo>
                  <a:lnTo>
                    <a:pt x="1210" y="1270"/>
                  </a:lnTo>
                  <a:lnTo>
                    <a:pt x="1106" y="1180"/>
                  </a:lnTo>
                  <a:lnTo>
                    <a:pt x="1076" y="1165"/>
                  </a:lnTo>
                  <a:lnTo>
                    <a:pt x="1061" y="1150"/>
                  </a:lnTo>
                  <a:lnTo>
                    <a:pt x="971" y="1106"/>
                  </a:lnTo>
                  <a:lnTo>
                    <a:pt x="897" y="1061"/>
                  </a:lnTo>
                  <a:lnTo>
                    <a:pt x="822" y="1031"/>
                  </a:lnTo>
                  <a:lnTo>
                    <a:pt x="747" y="971"/>
                  </a:lnTo>
                  <a:lnTo>
                    <a:pt x="613" y="867"/>
                  </a:lnTo>
                  <a:lnTo>
                    <a:pt x="359" y="717"/>
                  </a:lnTo>
                  <a:lnTo>
                    <a:pt x="344" y="762"/>
                  </a:lnTo>
                  <a:lnTo>
                    <a:pt x="329" y="807"/>
                  </a:lnTo>
                  <a:lnTo>
                    <a:pt x="299" y="1046"/>
                  </a:lnTo>
                  <a:lnTo>
                    <a:pt x="329" y="1285"/>
                  </a:lnTo>
                  <a:lnTo>
                    <a:pt x="344" y="1374"/>
                  </a:lnTo>
                  <a:lnTo>
                    <a:pt x="359" y="1479"/>
                  </a:lnTo>
                  <a:lnTo>
                    <a:pt x="374" y="1688"/>
                  </a:lnTo>
                  <a:lnTo>
                    <a:pt x="359" y="1867"/>
                  </a:lnTo>
                  <a:lnTo>
                    <a:pt x="344" y="2017"/>
                  </a:lnTo>
                  <a:lnTo>
                    <a:pt x="314" y="2151"/>
                  </a:lnTo>
                  <a:lnTo>
                    <a:pt x="299" y="2181"/>
                  </a:lnTo>
                  <a:lnTo>
                    <a:pt x="299" y="2196"/>
                  </a:lnTo>
                  <a:lnTo>
                    <a:pt x="299" y="2226"/>
                  </a:lnTo>
                  <a:lnTo>
                    <a:pt x="284" y="2256"/>
                  </a:lnTo>
                  <a:lnTo>
                    <a:pt x="284" y="2300"/>
                  </a:lnTo>
                  <a:lnTo>
                    <a:pt x="269" y="2345"/>
                  </a:lnTo>
                  <a:lnTo>
                    <a:pt x="269" y="2435"/>
                  </a:lnTo>
                  <a:lnTo>
                    <a:pt x="299" y="2510"/>
                  </a:lnTo>
                  <a:lnTo>
                    <a:pt x="329" y="2614"/>
                  </a:lnTo>
                  <a:lnTo>
                    <a:pt x="344" y="2704"/>
                  </a:lnTo>
                  <a:lnTo>
                    <a:pt x="329" y="2778"/>
                  </a:lnTo>
                  <a:lnTo>
                    <a:pt x="314" y="2823"/>
                  </a:lnTo>
                  <a:lnTo>
                    <a:pt x="299" y="2883"/>
                  </a:lnTo>
                  <a:lnTo>
                    <a:pt x="269" y="2973"/>
                  </a:lnTo>
                  <a:lnTo>
                    <a:pt x="254" y="3002"/>
                  </a:lnTo>
                  <a:lnTo>
                    <a:pt x="210" y="3182"/>
                  </a:lnTo>
                  <a:lnTo>
                    <a:pt x="150" y="3346"/>
                  </a:lnTo>
                  <a:lnTo>
                    <a:pt x="135" y="3435"/>
                  </a:lnTo>
                  <a:lnTo>
                    <a:pt x="135" y="3525"/>
                  </a:lnTo>
                  <a:lnTo>
                    <a:pt x="135" y="3615"/>
                  </a:lnTo>
                  <a:lnTo>
                    <a:pt x="150" y="3749"/>
                  </a:lnTo>
                  <a:lnTo>
                    <a:pt x="165" y="3988"/>
                  </a:lnTo>
                  <a:lnTo>
                    <a:pt x="120" y="4212"/>
                  </a:lnTo>
                  <a:lnTo>
                    <a:pt x="105" y="4257"/>
                  </a:lnTo>
                  <a:lnTo>
                    <a:pt x="90" y="4302"/>
                  </a:lnTo>
                  <a:lnTo>
                    <a:pt x="90" y="4376"/>
                  </a:lnTo>
                  <a:lnTo>
                    <a:pt x="60" y="4451"/>
                  </a:lnTo>
                  <a:lnTo>
                    <a:pt x="16" y="4645"/>
                  </a:lnTo>
                  <a:lnTo>
                    <a:pt x="1" y="4809"/>
                  </a:lnTo>
                  <a:lnTo>
                    <a:pt x="598" y="4929"/>
                  </a:lnTo>
                  <a:lnTo>
                    <a:pt x="1001" y="5004"/>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62"/>
            <p:cNvSpPr/>
            <p:nvPr/>
          </p:nvSpPr>
          <p:spPr>
            <a:xfrm>
              <a:off x="3100950" y="2308075"/>
              <a:ext cx="496600" cy="445075"/>
            </a:xfrm>
            <a:custGeom>
              <a:rect b="b" l="l" r="r" t="t"/>
              <a:pathLst>
                <a:path extrusionOk="0" h="17803" w="19864">
                  <a:moveTo>
                    <a:pt x="374" y="0"/>
                  </a:moveTo>
                  <a:lnTo>
                    <a:pt x="374" y="15"/>
                  </a:lnTo>
                  <a:lnTo>
                    <a:pt x="374" y="30"/>
                  </a:lnTo>
                  <a:lnTo>
                    <a:pt x="374" y="75"/>
                  </a:lnTo>
                  <a:lnTo>
                    <a:pt x="374" y="135"/>
                  </a:lnTo>
                  <a:lnTo>
                    <a:pt x="389" y="269"/>
                  </a:lnTo>
                  <a:lnTo>
                    <a:pt x="359" y="359"/>
                  </a:lnTo>
                  <a:lnTo>
                    <a:pt x="314" y="404"/>
                  </a:lnTo>
                  <a:lnTo>
                    <a:pt x="269" y="419"/>
                  </a:lnTo>
                  <a:lnTo>
                    <a:pt x="224" y="434"/>
                  </a:lnTo>
                  <a:lnTo>
                    <a:pt x="165" y="419"/>
                  </a:lnTo>
                  <a:lnTo>
                    <a:pt x="90" y="434"/>
                  </a:lnTo>
                  <a:lnTo>
                    <a:pt x="0" y="449"/>
                  </a:lnTo>
                  <a:lnTo>
                    <a:pt x="15" y="463"/>
                  </a:lnTo>
                  <a:lnTo>
                    <a:pt x="60" y="493"/>
                  </a:lnTo>
                  <a:lnTo>
                    <a:pt x="120" y="568"/>
                  </a:lnTo>
                  <a:lnTo>
                    <a:pt x="195" y="702"/>
                  </a:lnTo>
                  <a:lnTo>
                    <a:pt x="209" y="822"/>
                  </a:lnTo>
                  <a:lnTo>
                    <a:pt x="224" y="882"/>
                  </a:lnTo>
                  <a:lnTo>
                    <a:pt x="254" y="941"/>
                  </a:lnTo>
                  <a:lnTo>
                    <a:pt x="284" y="1001"/>
                  </a:lnTo>
                  <a:lnTo>
                    <a:pt x="314" y="1046"/>
                  </a:lnTo>
                  <a:lnTo>
                    <a:pt x="344" y="1076"/>
                  </a:lnTo>
                  <a:lnTo>
                    <a:pt x="359" y="1136"/>
                  </a:lnTo>
                  <a:lnTo>
                    <a:pt x="374" y="1180"/>
                  </a:lnTo>
                  <a:lnTo>
                    <a:pt x="374" y="1240"/>
                  </a:lnTo>
                  <a:lnTo>
                    <a:pt x="374" y="1270"/>
                  </a:lnTo>
                  <a:lnTo>
                    <a:pt x="374" y="1300"/>
                  </a:lnTo>
                  <a:lnTo>
                    <a:pt x="344" y="1389"/>
                  </a:lnTo>
                  <a:lnTo>
                    <a:pt x="374" y="1464"/>
                  </a:lnTo>
                  <a:lnTo>
                    <a:pt x="404" y="1494"/>
                  </a:lnTo>
                  <a:lnTo>
                    <a:pt x="448" y="1524"/>
                  </a:lnTo>
                  <a:lnTo>
                    <a:pt x="493" y="1569"/>
                  </a:lnTo>
                  <a:lnTo>
                    <a:pt x="553" y="1688"/>
                  </a:lnTo>
                  <a:lnTo>
                    <a:pt x="553" y="1763"/>
                  </a:lnTo>
                  <a:lnTo>
                    <a:pt x="538" y="1793"/>
                  </a:lnTo>
                  <a:lnTo>
                    <a:pt x="508" y="1837"/>
                  </a:lnTo>
                  <a:lnTo>
                    <a:pt x="433" y="2032"/>
                  </a:lnTo>
                  <a:lnTo>
                    <a:pt x="448" y="2166"/>
                  </a:lnTo>
                  <a:lnTo>
                    <a:pt x="493" y="2196"/>
                  </a:lnTo>
                  <a:lnTo>
                    <a:pt x="538" y="2211"/>
                  </a:lnTo>
                  <a:lnTo>
                    <a:pt x="613" y="2256"/>
                  </a:lnTo>
                  <a:lnTo>
                    <a:pt x="747" y="2375"/>
                  </a:lnTo>
                  <a:lnTo>
                    <a:pt x="777" y="2450"/>
                  </a:lnTo>
                  <a:lnTo>
                    <a:pt x="792" y="2524"/>
                  </a:lnTo>
                  <a:lnTo>
                    <a:pt x="792" y="2584"/>
                  </a:lnTo>
                  <a:lnTo>
                    <a:pt x="792" y="2704"/>
                  </a:lnTo>
                  <a:lnTo>
                    <a:pt x="867" y="2778"/>
                  </a:lnTo>
                  <a:lnTo>
                    <a:pt x="911" y="2808"/>
                  </a:lnTo>
                  <a:lnTo>
                    <a:pt x="941" y="2823"/>
                  </a:lnTo>
                  <a:lnTo>
                    <a:pt x="1001" y="2853"/>
                  </a:lnTo>
                  <a:lnTo>
                    <a:pt x="1061" y="2913"/>
                  </a:lnTo>
                  <a:lnTo>
                    <a:pt x="1076" y="2987"/>
                  </a:lnTo>
                  <a:lnTo>
                    <a:pt x="1076" y="3092"/>
                  </a:lnTo>
                  <a:lnTo>
                    <a:pt x="1091" y="3167"/>
                  </a:lnTo>
                  <a:lnTo>
                    <a:pt x="1120" y="3256"/>
                  </a:lnTo>
                  <a:lnTo>
                    <a:pt x="1135" y="3286"/>
                  </a:lnTo>
                  <a:lnTo>
                    <a:pt x="1180" y="3361"/>
                  </a:lnTo>
                  <a:lnTo>
                    <a:pt x="1165" y="3435"/>
                  </a:lnTo>
                  <a:lnTo>
                    <a:pt x="1165" y="3480"/>
                  </a:lnTo>
                  <a:lnTo>
                    <a:pt x="1165" y="3510"/>
                  </a:lnTo>
                  <a:lnTo>
                    <a:pt x="1195" y="3525"/>
                  </a:lnTo>
                  <a:lnTo>
                    <a:pt x="1225" y="3540"/>
                  </a:lnTo>
                  <a:lnTo>
                    <a:pt x="1315" y="3555"/>
                  </a:lnTo>
                  <a:lnTo>
                    <a:pt x="1359" y="3645"/>
                  </a:lnTo>
                  <a:lnTo>
                    <a:pt x="1359" y="3689"/>
                  </a:lnTo>
                  <a:lnTo>
                    <a:pt x="1359" y="3734"/>
                  </a:lnTo>
                  <a:lnTo>
                    <a:pt x="1359" y="3913"/>
                  </a:lnTo>
                  <a:lnTo>
                    <a:pt x="1374" y="3958"/>
                  </a:lnTo>
                  <a:lnTo>
                    <a:pt x="1404" y="3958"/>
                  </a:lnTo>
                  <a:lnTo>
                    <a:pt x="1449" y="3973"/>
                  </a:lnTo>
                  <a:lnTo>
                    <a:pt x="1509" y="3988"/>
                  </a:lnTo>
                  <a:lnTo>
                    <a:pt x="1613" y="4063"/>
                  </a:lnTo>
                  <a:lnTo>
                    <a:pt x="1628" y="4122"/>
                  </a:lnTo>
                  <a:lnTo>
                    <a:pt x="1628" y="4137"/>
                  </a:lnTo>
                  <a:lnTo>
                    <a:pt x="1628" y="4167"/>
                  </a:lnTo>
                  <a:lnTo>
                    <a:pt x="1643" y="4346"/>
                  </a:lnTo>
                  <a:lnTo>
                    <a:pt x="1733" y="4496"/>
                  </a:lnTo>
                  <a:lnTo>
                    <a:pt x="1793" y="4511"/>
                  </a:lnTo>
                  <a:lnTo>
                    <a:pt x="1837" y="4496"/>
                  </a:lnTo>
                  <a:lnTo>
                    <a:pt x="1882" y="4496"/>
                  </a:lnTo>
                  <a:lnTo>
                    <a:pt x="1987" y="4511"/>
                  </a:lnTo>
                  <a:lnTo>
                    <a:pt x="2017" y="4571"/>
                  </a:lnTo>
                  <a:lnTo>
                    <a:pt x="2046" y="4630"/>
                  </a:lnTo>
                  <a:lnTo>
                    <a:pt x="2061" y="4690"/>
                  </a:lnTo>
                  <a:lnTo>
                    <a:pt x="2091" y="4750"/>
                  </a:lnTo>
                  <a:lnTo>
                    <a:pt x="2106" y="4750"/>
                  </a:lnTo>
                  <a:lnTo>
                    <a:pt x="2136" y="4735"/>
                  </a:lnTo>
                  <a:lnTo>
                    <a:pt x="2166" y="4720"/>
                  </a:lnTo>
                  <a:lnTo>
                    <a:pt x="2226" y="4705"/>
                  </a:lnTo>
                  <a:lnTo>
                    <a:pt x="2360" y="4690"/>
                  </a:lnTo>
                  <a:lnTo>
                    <a:pt x="2494" y="4690"/>
                  </a:lnTo>
                  <a:lnTo>
                    <a:pt x="2584" y="4705"/>
                  </a:lnTo>
                  <a:lnTo>
                    <a:pt x="2599" y="4720"/>
                  </a:lnTo>
                  <a:lnTo>
                    <a:pt x="2629" y="4720"/>
                  </a:lnTo>
                  <a:lnTo>
                    <a:pt x="2644" y="4765"/>
                  </a:lnTo>
                  <a:lnTo>
                    <a:pt x="2644" y="4809"/>
                  </a:lnTo>
                  <a:lnTo>
                    <a:pt x="2629" y="4824"/>
                  </a:lnTo>
                  <a:lnTo>
                    <a:pt x="2599" y="4854"/>
                  </a:lnTo>
                  <a:lnTo>
                    <a:pt x="2584" y="4854"/>
                  </a:lnTo>
                  <a:lnTo>
                    <a:pt x="2554" y="4884"/>
                  </a:lnTo>
                  <a:lnTo>
                    <a:pt x="2390" y="4959"/>
                  </a:lnTo>
                  <a:lnTo>
                    <a:pt x="2345" y="5063"/>
                  </a:lnTo>
                  <a:lnTo>
                    <a:pt x="2375" y="5138"/>
                  </a:lnTo>
                  <a:lnTo>
                    <a:pt x="2435" y="5213"/>
                  </a:lnTo>
                  <a:lnTo>
                    <a:pt x="2494" y="5317"/>
                  </a:lnTo>
                  <a:lnTo>
                    <a:pt x="2569" y="5496"/>
                  </a:lnTo>
                  <a:lnTo>
                    <a:pt x="2539" y="5586"/>
                  </a:lnTo>
                  <a:lnTo>
                    <a:pt x="2465" y="5691"/>
                  </a:lnTo>
                  <a:lnTo>
                    <a:pt x="2390" y="5691"/>
                  </a:lnTo>
                  <a:lnTo>
                    <a:pt x="2375" y="5706"/>
                  </a:lnTo>
                  <a:lnTo>
                    <a:pt x="2360" y="5706"/>
                  </a:lnTo>
                  <a:lnTo>
                    <a:pt x="2330" y="5735"/>
                  </a:lnTo>
                  <a:lnTo>
                    <a:pt x="2285" y="5780"/>
                  </a:lnTo>
                  <a:lnTo>
                    <a:pt x="2256" y="5840"/>
                  </a:lnTo>
                  <a:lnTo>
                    <a:pt x="2211" y="5915"/>
                  </a:lnTo>
                  <a:lnTo>
                    <a:pt x="2196" y="5989"/>
                  </a:lnTo>
                  <a:lnTo>
                    <a:pt x="2181" y="6049"/>
                  </a:lnTo>
                  <a:lnTo>
                    <a:pt x="2196" y="6124"/>
                  </a:lnTo>
                  <a:lnTo>
                    <a:pt x="2196" y="6154"/>
                  </a:lnTo>
                  <a:lnTo>
                    <a:pt x="2211" y="6213"/>
                  </a:lnTo>
                  <a:lnTo>
                    <a:pt x="2226" y="6243"/>
                  </a:lnTo>
                  <a:lnTo>
                    <a:pt x="2211" y="6288"/>
                  </a:lnTo>
                  <a:lnTo>
                    <a:pt x="2181" y="6318"/>
                  </a:lnTo>
                  <a:lnTo>
                    <a:pt x="2151" y="6333"/>
                  </a:lnTo>
                  <a:lnTo>
                    <a:pt x="2106" y="6333"/>
                  </a:lnTo>
                  <a:lnTo>
                    <a:pt x="2076" y="6348"/>
                  </a:lnTo>
                  <a:lnTo>
                    <a:pt x="2046" y="6363"/>
                  </a:lnTo>
                  <a:lnTo>
                    <a:pt x="2017" y="6393"/>
                  </a:lnTo>
                  <a:lnTo>
                    <a:pt x="2017" y="6437"/>
                  </a:lnTo>
                  <a:lnTo>
                    <a:pt x="2017" y="6452"/>
                  </a:lnTo>
                  <a:lnTo>
                    <a:pt x="2046" y="6482"/>
                  </a:lnTo>
                  <a:lnTo>
                    <a:pt x="2076" y="6512"/>
                  </a:lnTo>
                  <a:lnTo>
                    <a:pt x="2106" y="6557"/>
                  </a:lnTo>
                  <a:lnTo>
                    <a:pt x="2106" y="6587"/>
                  </a:lnTo>
                  <a:lnTo>
                    <a:pt x="2121" y="6602"/>
                  </a:lnTo>
                  <a:lnTo>
                    <a:pt x="2151" y="6646"/>
                  </a:lnTo>
                  <a:lnTo>
                    <a:pt x="2151" y="6751"/>
                  </a:lnTo>
                  <a:lnTo>
                    <a:pt x="2106" y="6811"/>
                  </a:lnTo>
                  <a:lnTo>
                    <a:pt x="2106" y="6826"/>
                  </a:lnTo>
                  <a:lnTo>
                    <a:pt x="2091" y="6841"/>
                  </a:lnTo>
                  <a:lnTo>
                    <a:pt x="2046" y="6885"/>
                  </a:lnTo>
                  <a:lnTo>
                    <a:pt x="2031" y="6975"/>
                  </a:lnTo>
                  <a:lnTo>
                    <a:pt x="2076" y="7020"/>
                  </a:lnTo>
                  <a:lnTo>
                    <a:pt x="2106" y="7050"/>
                  </a:lnTo>
                  <a:lnTo>
                    <a:pt x="2136" y="7109"/>
                  </a:lnTo>
                  <a:lnTo>
                    <a:pt x="2345" y="7333"/>
                  </a:lnTo>
                  <a:lnTo>
                    <a:pt x="2494" y="7468"/>
                  </a:lnTo>
                  <a:lnTo>
                    <a:pt x="2524" y="7498"/>
                  </a:lnTo>
                  <a:lnTo>
                    <a:pt x="2569" y="7513"/>
                  </a:lnTo>
                  <a:lnTo>
                    <a:pt x="2674" y="7557"/>
                  </a:lnTo>
                  <a:lnTo>
                    <a:pt x="2763" y="7647"/>
                  </a:lnTo>
                  <a:lnTo>
                    <a:pt x="2823" y="7737"/>
                  </a:lnTo>
                  <a:lnTo>
                    <a:pt x="2838" y="7826"/>
                  </a:lnTo>
                  <a:lnTo>
                    <a:pt x="2853" y="7916"/>
                  </a:lnTo>
                  <a:lnTo>
                    <a:pt x="2823" y="8020"/>
                  </a:lnTo>
                  <a:lnTo>
                    <a:pt x="2808" y="8095"/>
                  </a:lnTo>
                  <a:lnTo>
                    <a:pt x="2823" y="8125"/>
                  </a:lnTo>
                  <a:lnTo>
                    <a:pt x="2853" y="8170"/>
                  </a:lnTo>
                  <a:lnTo>
                    <a:pt x="2928" y="8185"/>
                  </a:lnTo>
                  <a:lnTo>
                    <a:pt x="3047" y="8215"/>
                  </a:lnTo>
                  <a:lnTo>
                    <a:pt x="3167" y="8259"/>
                  </a:lnTo>
                  <a:lnTo>
                    <a:pt x="3271" y="8304"/>
                  </a:lnTo>
                  <a:lnTo>
                    <a:pt x="3346" y="8349"/>
                  </a:lnTo>
                  <a:lnTo>
                    <a:pt x="3435" y="8439"/>
                  </a:lnTo>
                  <a:lnTo>
                    <a:pt x="3555" y="8543"/>
                  </a:lnTo>
                  <a:lnTo>
                    <a:pt x="3644" y="8648"/>
                  </a:lnTo>
                  <a:lnTo>
                    <a:pt x="3749" y="8737"/>
                  </a:lnTo>
                  <a:lnTo>
                    <a:pt x="3824" y="8797"/>
                  </a:lnTo>
                  <a:lnTo>
                    <a:pt x="3854" y="8782"/>
                  </a:lnTo>
                  <a:lnTo>
                    <a:pt x="3883" y="8782"/>
                  </a:lnTo>
                  <a:lnTo>
                    <a:pt x="3913" y="8767"/>
                  </a:lnTo>
                  <a:lnTo>
                    <a:pt x="3988" y="8782"/>
                  </a:lnTo>
                  <a:lnTo>
                    <a:pt x="4048" y="8812"/>
                  </a:lnTo>
                  <a:lnTo>
                    <a:pt x="4107" y="8872"/>
                  </a:lnTo>
                  <a:lnTo>
                    <a:pt x="4152" y="8931"/>
                  </a:lnTo>
                  <a:lnTo>
                    <a:pt x="4152" y="8946"/>
                  </a:lnTo>
                  <a:lnTo>
                    <a:pt x="4167" y="8976"/>
                  </a:lnTo>
                  <a:lnTo>
                    <a:pt x="4167" y="8991"/>
                  </a:lnTo>
                  <a:lnTo>
                    <a:pt x="4212" y="9096"/>
                  </a:lnTo>
                  <a:lnTo>
                    <a:pt x="4287" y="9230"/>
                  </a:lnTo>
                  <a:lnTo>
                    <a:pt x="4346" y="9290"/>
                  </a:lnTo>
                  <a:lnTo>
                    <a:pt x="4451" y="9380"/>
                  </a:lnTo>
                  <a:lnTo>
                    <a:pt x="4585" y="9514"/>
                  </a:lnTo>
                  <a:lnTo>
                    <a:pt x="4630" y="9633"/>
                  </a:lnTo>
                  <a:lnTo>
                    <a:pt x="4615" y="9723"/>
                  </a:lnTo>
                  <a:lnTo>
                    <a:pt x="4585" y="9842"/>
                  </a:lnTo>
                  <a:lnTo>
                    <a:pt x="4541" y="9962"/>
                  </a:lnTo>
                  <a:lnTo>
                    <a:pt x="4511" y="10081"/>
                  </a:lnTo>
                  <a:lnTo>
                    <a:pt x="4511" y="10171"/>
                  </a:lnTo>
                  <a:lnTo>
                    <a:pt x="4511" y="10261"/>
                  </a:lnTo>
                  <a:lnTo>
                    <a:pt x="4526" y="10335"/>
                  </a:lnTo>
                  <a:lnTo>
                    <a:pt x="4541" y="10410"/>
                  </a:lnTo>
                  <a:lnTo>
                    <a:pt x="4555" y="10470"/>
                  </a:lnTo>
                  <a:lnTo>
                    <a:pt x="4600" y="10515"/>
                  </a:lnTo>
                  <a:lnTo>
                    <a:pt x="4630" y="10544"/>
                  </a:lnTo>
                  <a:lnTo>
                    <a:pt x="4690" y="10559"/>
                  </a:lnTo>
                  <a:lnTo>
                    <a:pt x="4765" y="10574"/>
                  </a:lnTo>
                  <a:lnTo>
                    <a:pt x="4824" y="10589"/>
                  </a:lnTo>
                  <a:lnTo>
                    <a:pt x="4899" y="10649"/>
                  </a:lnTo>
                  <a:lnTo>
                    <a:pt x="4914" y="10754"/>
                  </a:lnTo>
                  <a:lnTo>
                    <a:pt x="4929" y="10873"/>
                  </a:lnTo>
                  <a:lnTo>
                    <a:pt x="4959" y="11082"/>
                  </a:lnTo>
                  <a:lnTo>
                    <a:pt x="5004" y="11261"/>
                  </a:lnTo>
                  <a:lnTo>
                    <a:pt x="5033" y="11291"/>
                  </a:lnTo>
                  <a:lnTo>
                    <a:pt x="5078" y="11336"/>
                  </a:lnTo>
                  <a:lnTo>
                    <a:pt x="5153" y="11411"/>
                  </a:lnTo>
                  <a:lnTo>
                    <a:pt x="5317" y="11605"/>
                  </a:lnTo>
                  <a:lnTo>
                    <a:pt x="5466" y="11784"/>
                  </a:lnTo>
                  <a:lnTo>
                    <a:pt x="5676" y="11799"/>
                  </a:lnTo>
                  <a:lnTo>
                    <a:pt x="5795" y="11754"/>
                  </a:lnTo>
                  <a:lnTo>
                    <a:pt x="5795" y="11679"/>
                  </a:lnTo>
                  <a:lnTo>
                    <a:pt x="5765" y="11620"/>
                  </a:lnTo>
                  <a:lnTo>
                    <a:pt x="5750" y="11605"/>
                  </a:lnTo>
                  <a:lnTo>
                    <a:pt x="5750" y="11590"/>
                  </a:lnTo>
                  <a:lnTo>
                    <a:pt x="5691" y="11485"/>
                  </a:lnTo>
                  <a:lnTo>
                    <a:pt x="5691" y="11381"/>
                  </a:lnTo>
                  <a:lnTo>
                    <a:pt x="5720" y="11351"/>
                  </a:lnTo>
                  <a:lnTo>
                    <a:pt x="5735" y="11336"/>
                  </a:lnTo>
                  <a:lnTo>
                    <a:pt x="5765" y="11321"/>
                  </a:lnTo>
                  <a:lnTo>
                    <a:pt x="5780" y="11306"/>
                  </a:lnTo>
                  <a:lnTo>
                    <a:pt x="5780" y="11291"/>
                  </a:lnTo>
                  <a:lnTo>
                    <a:pt x="5795" y="11231"/>
                  </a:lnTo>
                  <a:lnTo>
                    <a:pt x="5870" y="11187"/>
                  </a:lnTo>
                  <a:lnTo>
                    <a:pt x="5915" y="11172"/>
                  </a:lnTo>
                  <a:lnTo>
                    <a:pt x="6019" y="11157"/>
                  </a:lnTo>
                  <a:lnTo>
                    <a:pt x="6049" y="11202"/>
                  </a:lnTo>
                  <a:lnTo>
                    <a:pt x="6079" y="11261"/>
                  </a:lnTo>
                  <a:lnTo>
                    <a:pt x="6064" y="11306"/>
                  </a:lnTo>
                  <a:lnTo>
                    <a:pt x="6064" y="11321"/>
                  </a:lnTo>
                  <a:lnTo>
                    <a:pt x="6079" y="11336"/>
                  </a:lnTo>
                  <a:lnTo>
                    <a:pt x="6109" y="11336"/>
                  </a:lnTo>
                  <a:lnTo>
                    <a:pt x="6124" y="11351"/>
                  </a:lnTo>
                  <a:lnTo>
                    <a:pt x="6109" y="11381"/>
                  </a:lnTo>
                  <a:lnTo>
                    <a:pt x="6094" y="11381"/>
                  </a:lnTo>
                  <a:lnTo>
                    <a:pt x="6064" y="11441"/>
                  </a:lnTo>
                  <a:lnTo>
                    <a:pt x="6004" y="11455"/>
                  </a:lnTo>
                  <a:lnTo>
                    <a:pt x="5974" y="11441"/>
                  </a:lnTo>
                  <a:lnTo>
                    <a:pt x="5944" y="11426"/>
                  </a:lnTo>
                  <a:lnTo>
                    <a:pt x="5915" y="11396"/>
                  </a:lnTo>
                  <a:lnTo>
                    <a:pt x="5885" y="11396"/>
                  </a:lnTo>
                  <a:lnTo>
                    <a:pt x="5885" y="11411"/>
                  </a:lnTo>
                  <a:lnTo>
                    <a:pt x="5885" y="11426"/>
                  </a:lnTo>
                  <a:lnTo>
                    <a:pt x="5900" y="11441"/>
                  </a:lnTo>
                  <a:lnTo>
                    <a:pt x="5900" y="11455"/>
                  </a:lnTo>
                  <a:lnTo>
                    <a:pt x="5915" y="11470"/>
                  </a:lnTo>
                  <a:lnTo>
                    <a:pt x="5944" y="11485"/>
                  </a:lnTo>
                  <a:lnTo>
                    <a:pt x="5959" y="11500"/>
                  </a:lnTo>
                  <a:lnTo>
                    <a:pt x="6019" y="11515"/>
                  </a:lnTo>
                  <a:lnTo>
                    <a:pt x="6049" y="11530"/>
                  </a:lnTo>
                  <a:lnTo>
                    <a:pt x="6064" y="11530"/>
                  </a:lnTo>
                  <a:lnTo>
                    <a:pt x="6094" y="11545"/>
                  </a:lnTo>
                  <a:lnTo>
                    <a:pt x="6109" y="11560"/>
                  </a:lnTo>
                  <a:lnTo>
                    <a:pt x="6124" y="11575"/>
                  </a:lnTo>
                  <a:lnTo>
                    <a:pt x="6139" y="11605"/>
                  </a:lnTo>
                  <a:lnTo>
                    <a:pt x="6183" y="11635"/>
                  </a:lnTo>
                  <a:lnTo>
                    <a:pt x="6213" y="11650"/>
                  </a:lnTo>
                  <a:lnTo>
                    <a:pt x="6303" y="11650"/>
                  </a:lnTo>
                  <a:lnTo>
                    <a:pt x="6333" y="11665"/>
                  </a:lnTo>
                  <a:lnTo>
                    <a:pt x="6378" y="11694"/>
                  </a:lnTo>
                  <a:lnTo>
                    <a:pt x="6378" y="11724"/>
                  </a:lnTo>
                  <a:lnTo>
                    <a:pt x="6378" y="11739"/>
                  </a:lnTo>
                  <a:lnTo>
                    <a:pt x="6392" y="11739"/>
                  </a:lnTo>
                  <a:lnTo>
                    <a:pt x="6407" y="11754"/>
                  </a:lnTo>
                  <a:lnTo>
                    <a:pt x="6422" y="11754"/>
                  </a:lnTo>
                  <a:lnTo>
                    <a:pt x="6452" y="11769"/>
                  </a:lnTo>
                  <a:lnTo>
                    <a:pt x="6482" y="11769"/>
                  </a:lnTo>
                  <a:lnTo>
                    <a:pt x="6512" y="11754"/>
                  </a:lnTo>
                  <a:lnTo>
                    <a:pt x="6527" y="11739"/>
                  </a:lnTo>
                  <a:lnTo>
                    <a:pt x="6542" y="11724"/>
                  </a:lnTo>
                  <a:lnTo>
                    <a:pt x="6542" y="11709"/>
                  </a:lnTo>
                  <a:lnTo>
                    <a:pt x="6572" y="11665"/>
                  </a:lnTo>
                  <a:lnTo>
                    <a:pt x="6602" y="11620"/>
                  </a:lnTo>
                  <a:lnTo>
                    <a:pt x="6631" y="11590"/>
                  </a:lnTo>
                  <a:lnTo>
                    <a:pt x="6691" y="11560"/>
                  </a:lnTo>
                  <a:lnTo>
                    <a:pt x="6736" y="11530"/>
                  </a:lnTo>
                  <a:lnTo>
                    <a:pt x="6826" y="11530"/>
                  </a:lnTo>
                  <a:lnTo>
                    <a:pt x="6870" y="11560"/>
                  </a:lnTo>
                  <a:lnTo>
                    <a:pt x="6870" y="11575"/>
                  </a:lnTo>
                  <a:lnTo>
                    <a:pt x="6885" y="11590"/>
                  </a:lnTo>
                  <a:lnTo>
                    <a:pt x="6915" y="11665"/>
                  </a:lnTo>
                  <a:lnTo>
                    <a:pt x="6930" y="11739"/>
                  </a:lnTo>
                  <a:lnTo>
                    <a:pt x="6960" y="11844"/>
                  </a:lnTo>
                  <a:lnTo>
                    <a:pt x="7035" y="11948"/>
                  </a:lnTo>
                  <a:lnTo>
                    <a:pt x="7124" y="12053"/>
                  </a:lnTo>
                  <a:lnTo>
                    <a:pt x="7259" y="12187"/>
                  </a:lnTo>
                  <a:lnTo>
                    <a:pt x="7423" y="12352"/>
                  </a:lnTo>
                  <a:lnTo>
                    <a:pt x="7513" y="12471"/>
                  </a:lnTo>
                  <a:lnTo>
                    <a:pt x="7527" y="12486"/>
                  </a:lnTo>
                  <a:lnTo>
                    <a:pt x="7527" y="12501"/>
                  </a:lnTo>
                  <a:lnTo>
                    <a:pt x="7572" y="12576"/>
                  </a:lnTo>
                  <a:lnTo>
                    <a:pt x="7557" y="12680"/>
                  </a:lnTo>
                  <a:lnTo>
                    <a:pt x="7557" y="12755"/>
                  </a:lnTo>
                  <a:lnTo>
                    <a:pt x="7557" y="12815"/>
                  </a:lnTo>
                  <a:lnTo>
                    <a:pt x="7557" y="12859"/>
                  </a:lnTo>
                  <a:lnTo>
                    <a:pt x="7602" y="12874"/>
                  </a:lnTo>
                  <a:lnTo>
                    <a:pt x="7632" y="12889"/>
                  </a:lnTo>
                  <a:lnTo>
                    <a:pt x="7677" y="12889"/>
                  </a:lnTo>
                  <a:lnTo>
                    <a:pt x="7766" y="12904"/>
                  </a:lnTo>
                  <a:lnTo>
                    <a:pt x="7826" y="12934"/>
                  </a:lnTo>
                  <a:lnTo>
                    <a:pt x="7856" y="12964"/>
                  </a:lnTo>
                  <a:lnTo>
                    <a:pt x="7856" y="13009"/>
                  </a:lnTo>
                  <a:lnTo>
                    <a:pt x="7826" y="13053"/>
                  </a:lnTo>
                  <a:lnTo>
                    <a:pt x="7796" y="13083"/>
                  </a:lnTo>
                  <a:lnTo>
                    <a:pt x="7766" y="13128"/>
                  </a:lnTo>
                  <a:lnTo>
                    <a:pt x="7781" y="13188"/>
                  </a:lnTo>
                  <a:lnTo>
                    <a:pt x="7811" y="13218"/>
                  </a:lnTo>
                  <a:lnTo>
                    <a:pt x="7871" y="13248"/>
                  </a:lnTo>
                  <a:lnTo>
                    <a:pt x="7946" y="13292"/>
                  </a:lnTo>
                  <a:lnTo>
                    <a:pt x="8005" y="13382"/>
                  </a:lnTo>
                  <a:lnTo>
                    <a:pt x="8035" y="13472"/>
                  </a:lnTo>
                  <a:lnTo>
                    <a:pt x="8050" y="13531"/>
                  </a:lnTo>
                  <a:lnTo>
                    <a:pt x="8065" y="13591"/>
                  </a:lnTo>
                  <a:lnTo>
                    <a:pt x="8050" y="13636"/>
                  </a:lnTo>
                  <a:lnTo>
                    <a:pt x="8065" y="13711"/>
                  </a:lnTo>
                  <a:lnTo>
                    <a:pt x="8140" y="13815"/>
                  </a:lnTo>
                  <a:lnTo>
                    <a:pt x="8170" y="13860"/>
                  </a:lnTo>
                  <a:lnTo>
                    <a:pt x="8200" y="13905"/>
                  </a:lnTo>
                  <a:lnTo>
                    <a:pt x="8259" y="14009"/>
                  </a:lnTo>
                  <a:lnTo>
                    <a:pt x="8304" y="14069"/>
                  </a:lnTo>
                  <a:lnTo>
                    <a:pt x="8334" y="14129"/>
                  </a:lnTo>
                  <a:lnTo>
                    <a:pt x="8349" y="14203"/>
                  </a:lnTo>
                  <a:lnTo>
                    <a:pt x="8364" y="14278"/>
                  </a:lnTo>
                  <a:lnTo>
                    <a:pt x="8409" y="14338"/>
                  </a:lnTo>
                  <a:lnTo>
                    <a:pt x="8468" y="14383"/>
                  </a:lnTo>
                  <a:lnTo>
                    <a:pt x="8573" y="14427"/>
                  </a:lnTo>
                  <a:lnTo>
                    <a:pt x="8707" y="14457"/>
                  </a:lnTo>
                  <a:lnTo>
                    <a:pt x="8812" y="14442"/>
                  </a:lnTo>
                  <a:lnTo>
                    <a:pt x="8916" y="14442"/>
                  </a:lnTo>
                  <a:lnTo>
                    <a:pt x="8991" y="14472"/>
                  </a:lnTo>
                  <a:lnTo>
                    <a:pt x="9051" y="14502"/>
                  </a:lnTo>
                  <a:lnTo>
                    <a:pt x="9111" y="14532"/>
                  </a:lnTo>
                  <a:lnTo>
                    <a:pt x="9155" y="14577"/>
                  </a:lnTo>
                  <a:lnTo>
                    <a:pt x="9215" y="14622"/>
                  </a:lnTo>
                  <a:lnTo>
                    <a:pt x="9335" y="14666"/>
                  </a:lnTo>
                  <a:lnTo>
                    <a:pt x="9379" y="14681"/>
                  </a:lnTo>
                  <a:lnTo>
                    <a:pt x="9409" y="14696"/>
                  </a:lnTo>
                  <a:lnTo>
                    <a:pt x="9469" y="14726"/>
                  </a:lnTo>
                  <a:lnTo>
                    <a:pt x="9544" y="14786"/>
                  </a:lnTo>
                  <a:lnTo>
                    <a:pt x="9603" y="14831"/>
                  </a:lnTo>
                  <a:lnTo>
                    <a:pt x="9633" y="14876"/>
                  </a:lnTo>
                  <a:lnTo>
                    <a:pt x="9633" y="14890"/>
                  </a:lnTo>
                  <a:lnTo>
                    <a:pt x="9663" y="14935"/>
                  </a:lnTo>
                  <a:lnTo>
                    <a:pt x="9708" y="15040"/>
                  </a:lnTo>
                  <a:lnTo>
                    <a:pt x="9768" y="15129"/>
                  </a:lnTo>
                  <a:lnTo>
                    <a:pt x="9842" y="15159"/>
                  </a:lnTo>
                  <a:lnTo>
                    <a:pt x="9872" y="15189"/>
                  </a:lnTo>
                  <a:lnTo>
                    <a:pt x="9917" y="15204"/>
                  </a:lnTo>
                  <a:lnTo>
                    <a:pt x="9992" y="15279"/>
                  </a:lnTo>
                  <a:lnTo>
                    <a:pt x="10126" y="15353"/>
                  </a:lnTo>
                  <a:lnTo>
                    <a:pt x="10231" y="15413"/>
                  </a:lnTo>
                  <a:lnTo>
                    <a:pt x="10320" y="15443"/>
                  </a:lnTo>
                  <a:lnTo>
                    <a:pt x="10350" y="15458"/>
                  </a:lnTo>
                  <a:lnTo>
                    <a:pt x="10455" y="15503"/>
                  </a:lnTo>
                  <a:lnTo>
                    <a:pt x="10604" y="15577"/>
                  </a:lnTo>
                  <a:lnTo>
                    <a:pt x="10649" y="15652"/>
                  </a:lnTo>
                  <a:lnTo>
                    <a:pt x="10694" y="15712"/>
                  </a:lnTo>
                  <a:lnTo>
                    <a:pt x="10753" y="15757"/>
                  </a:lnTo>
                  <a:lnTo>
                    <a:pt x="10828" y="15787"/>
                  </a:lnTo>
                  <a:lnTo>
                    <a:pt x="11067" y="15787"/>
                  </a:lnTo>
                  <a:lnTo>
                    <a:pt x="11321" y="15801"/>
                  </a:lnTo>
                  <a:lnTo>
                    <a:pt x="11381" y="15861"/>
                  </a:lnTo>
                  <a:lnTo>
                    <a:pt x="11440" y="15936"/>
                  </a:lnTo>
                  <a:lnTo>
                    <a:pt x="11500" y="15936"/>
                  </a:lnTo>
                  <a:lnTo>
                    <a:pt x="11530" y="15951"/>
                  </a:lnTo>
                  <a:lnTo>
                    <a:pt x="11560" y="15951"/>
                  </a:lnTo>
                  <a:lnTo>
                    <a:pt x="11635" y="15981"/>
                  </a:lnTo>
                  <a:lnTo>
                    <a:pt x="11679" y="16011"/>
                  </a:lnTo>
                  <a:lnTo>
                    <a:pt x="11739" y="16055"/>
                  </a:lnTo>
                  <a:lnTo>
                    <a:pt x="11814" y="16040"/>
                  </a:lnTo>
                  <a:lnTo>
                    <a:pt x="11888" y="15996"/>
                  </a:lnTo>
                  <a:lnTo>
                    <a:pt x="11933" y="15951"/>
                  </a:lnTo>
                  <a:lnTo>
                    <a:pt x="11978" y="15921"/>
                  </a:lnTo>
                  <a:lnTo>
                    <a:pt x="12023" y="15846"/>
                  </a:lnTo>
                  <a:lnTo>
                    <a:pt x="12098" y="15772"/>
                  </a:lnTo>
                  <a:lnTo>
                    <a:pt x="12157" y="15757"/>
                  </a:lnTo>
                  <a:lnTo>
                    <a:pt x="12172" y="15757"/>
                  </a:lnTo>
                  <a:lnTo>
                    <a:pt x="12202" y="15742"/>
                  </a:lnTo>
                  <a:lnTo>
                    <a:pt x="12277" y="15727"/>
                  </a:lnTo>
                  <a:lnTo>
                    <a:pt x="12366" y="15727"/>
                  </a:lnTo>
                  <a:lnTo>
                    <a:pt x="12411" y="15742"/>
                  </a:lnTo>
                  <a:lnTo>
                    <a:pt x="12441" y="15727"/>
                  </a:lnTo>
                  <a:lnTo>
                    <a:pt x="12456" y="15727"/>
                  </a:lnTo>
                  <a:lnTo>
                    <a:pt x="12456" y="15697"/>
                  </a:lnTo>
                  <a:lnTo>
                    <a:pt x="12456" y="15682"/>
                  </a:lnTo>
                  <a:lnTo>
                    <a:pt x="12441" y="15667"/>
                  </a:lnTo>
                  <a:lnTo>
                    <a:pt x="12426" y="15652"/>
                  </a:lnTo>
                  <a:lnTo>
                    <a:pt x="12441" y="15607"/>
                  </a:lnTo>
                  <a:lnTo>
                    <a:pt x="12486" y="15548"/>
                  </a:lnTo>
                  <a:lnTo>
                    <a:pt x="12561" y="15503"/>
                  </a:lnTo>
                  <a:lnTo>
                    <a:pt x="12620" y="15458"/>
                  </a:lnTo>
                  <a:lnTo>
                    <a:pt x="12680" y="15458"/>
                  </a:lnTo>
                  <a:lnTo>
                    <a:pt x="12755" y="15443"/>
                  </a:lnTo>
                  <a:lnTo>
                    <a:pt x="12814" y="15428"/>
                  </a:lnTo>
                  <a:lnTo>
                    <a:pt x="12874" y="15398"/>
                  </a:lnTo>
                  <a:lnTo>
                    <a:pt x="12904" y="15368"/>
                  </a:lnTo>
                  <a:lnTo>
                    <a:pt x="12979" y="15309"/>
                  </a:lnTo>
                  <a:lnTo>
                    <a:pt x="13143" y="15249"/>
                  </a:lnTo>
                  <a:lnTo>
                    <a:pt x="13262" y="15219"/>
                  </a:lnTo>
                  <a:lnTo>
                    <a:pt x="13337" y="15249"/>
                  </a:lnTo>
                  <a:lnTo>
                    <a:pt x="13397" y="15294"/>
                  </a:lnTo>
                  <a:lnTo>
                    <a:pt x="13457" y="15279"/>
                  </a:lnTo>
                  <a:lnTo>
                    <a:pt x="13486" y="15279"/>
                  </a:lnTo>
                  <a:lnTo>
                    <a:pt x="13546" y="15294"/>
                  </a:lnTo>
                  <a:lnTo>
                    <a:pt x="13621" y="15309"/>
                  </a:lnTo>
                  <a:lnTo>
                    <a:pt x="13696" y="15353"/>
                  </a:lnTo>
                  <a:lnTo>
                    <a:pt x="13755" y="15383"/>
                  </a:lnTo>
                  <a:lnTo>
                    <a:pt x="13800" y="15443"/>
                  </a:lnTo>
                  <a:lnTo>
                    <a:pt x="13860" y="15533"/>
                  </a:lnTo>
                  <a:lnTo>
                    <a:pt x="13935" y="15652"/>
                  </a:lnTo>
                  <a:lnTo>
                    <a:pt x="13979" y="15757"/>
                  </a:lnTo>
                  <a:lnTo>
                    <a:pt x="14024" y="15876"/>
                  </a:lnTo>
                  <a:lnTo>
                    <a:pt x="14084" y="16100"/>
                  </a:lnTo>
                  <a:lnTo>
                    <a:pt x="14114" y="16264"/>
                  </a:lnTo>
                  <a:lnTo>
                    <a:pt x="14114" y="16309"/>
                  </a:lnTo>
                  <a:lnTo>
                    <a:pt x="14129" y="16354"/>
                  </a:lnTo>
                  <a:lnTo>
                    <a:pt x="14144" y="16429"/>
                  </a:lnTo>
                  <a:lnTo>
                    <a:pt x="14173" y="16444"/>
                  </a:lnTo>
                  <a:lnTo>
                    <a:pt x="14203" y="16474"/>
                  </a:lnTo>
                  <a:lnTo>
                    <a:pt x="14233" y="16578"/>
                  </a:lnTo>
                  <a:lnTo>
                    <a:pt x="14248" y="16638"/>
                  </a:lnTo>
                  <a:lnTo>
                    <a:pt x="14248" y="16698"/>
                  </a:lnTo>
                  <a:lnTo>
                    <a:pt x="14263" y="16802"/>
                  </a:lnTo>
                  <a:lnTo>
                    <a:pt x="14308" y="16907"/>
                  </a:lnTo>
                  <a:lnTo>
                    <a:pt x="14353" y="16951"/>
                  </a:lnTo>
                  <a:lnTo>
                    <a:pt x="14397" y="16981"/>
                  </a:lnTo>
                  <a:lnTo>
                    <a:pt x="14502" y="16996"/>
                  </a:lnTo>
                  <a:lnTo>
                    <a:pt x="14622" y="16996"/>
                  </a:lnTo>
                  <a:lnTo>
                    <a:pt x="14696" y="17026"/>
                  </a:lnTo>
                  <a:lnTo>
                    <a:pt x="14756" y="17056"/>
                  </a:lnTo>
                  <a:lnTo>
                    <a:pt x="14771" y="17086"/>
                  </a:lnTo>
                  <a:lnTo>
                    <a:pt x="14786" y="17101"/>
                  </a:lnTo>
                  <a:lnTo>
                    <a:pt x="14801" y="17116"/>
                  </a:lnTo>
                  <a:lnTo>
                    <a:pt x="14816" y="17101"/>
                  </a:lnTo>
                  <a:lnTo>
                    <a:pt x="14831" y="17101"/>
                  </a:lnTo>
                  <a:lnTo>
                    <a:pt x="14846" y="17086"/>
                  </a:lnTo>
                  <a:lnTo>
                    <a:pt x="14860" y="17071"/>
                  </a:lnTo>
                  <a:lnTo>
                    <a:pt x="14875" y="17071"/>
                  </a:lnTo>
                  <a:lnTo>
                    <a:pt x="14890" y="17056"/>
                  </a:lnTo>
                  <a:lnTo>
                    <a:pt x="14905" y="17041"/>
                  </a:lnTo>
                  <a:lnTo>
                    <a:pt x="14950" y="17041"/>
                  </a:lnTo>
                  <a:lnTo>
                    <a:pt x="14980" y="17056"/>
                  </a:lnTo>
                  <a:lnTo>
                    <a:pt x="14980" y="17071"/>
                  </a:lnTo>
                  <a:lnTo>
                    <a:pt x="15010" y="17116"/>
                  </a:lnTo>
                  <a:lnTo>
                    <a:pt x="15055" y="17175"/>
                  </a:lnTo>
                  <a:lnTo>
                    <a:pt x="15099" y="17190"/>
                  </a:lnTo>
                  <a:lnTo>
                    <a:pt x="15129" y="17205"/>
                  </a:lnTo>
                  <a:lnTo>
                    <a:pt x="15189" y="17205"/>
                  </a:lnTo>
                  <a:lnTo>
                    <a:pt x="15234" y="17175"/>
                  </a:lnTo>
                  <a:lnTo>
                    <a:pt x="15249" y="17161"/>
                  </a:lnTo>
                  <a:lnTo>
                    <a:pt x="15323" y="17146"/>
                  </a:lnTo>
                  <a:lnTo>
                    <a:pt x="15443" y="17146"/>
                  </a:lnTo>
                  <a:lnTo>
                    <a:pt x="15533" y="17175"/>
                  </a:lnTo>
                  <a:lnTo>
                    <a:pt x="15592" y="17190"/>
                  </a:lnTo>
                  <a:lnTo>
                    <a:pt x="15637" y="17205"/>
                  </a:lnTo>
                  <a:lnTo>
                    <a:pt x="15682" y="17220"/>
                  </a:lnTo>
                  <a:lnTo>
                    <a:pt x="15801" y="17220"/>
                  </a:lnTo>
                  <a:lnTo>
                    <a:pt x="15846" y="17235"/>
                  </a:lnTo>
                  <a:lnTo>
                    <a:pt x="15906" y="17265"/>
                  </a:lnTo>
                  <a:lnTo>
                    <a:pt x="15936" y="17295"/>
                  </a:lnTo>
                  <a:lnTo>
                    <a:pt x="15966" y="17310"/>
                  </a:lnTo>
                  <a:lnTo>
                    <a:pt x="15966" y="17325"/>
                  </a:lnTo>
                  <a:lnTo>
                    <a:pt x="16010" y="17355"/>
                  </a:lnTo>
                  <a:lnTo>
                    <a:pt x="16055" y="17385"/>
                  </a:lnTo>
                  <a:lnTo>
                    <a:pt x="16100" y="17414"/>
                  </a:lnTo>
                  <a:lnTo>
                    <a:pt x="16130" y="17399"/>
                  </a:lnTo>
                  <a:lnTo>
                    <a:pt x="16145" y="17399"/>
                  </a:lnTo>
                  <a:lnTo>
                    <a:pt x="16160" y="17385"/>
                  </a:lnTo>
                  <a:lnTo>
                    <a:pt x="16160" y="17370"/>
                  </a:lnTo>
                  <a:lnTo>
                    <a:pt x="16190" y="17340"/>
                  </a:lnTo>
                  <a:lnTo>
                    <a:pt x="16234" y="17325"/>
                  </a:lnTo>
                  <a:lnTo>
                    <a:pt x="16309" y="17295"/>
                  </a:lnTo>
                  <a:lnTo>
                    <a:pt x="16369" y="17280"/>
                  </a:lnTo>
                  <a:lnTo>
                    <a:pt x="16429" y="17280"/>
                  </a:lnTo>
                  <a:lnTo>
                    <a:pt x="16473" y="17310"/>
                  </a:lnTo>
                  <a:lnTo>
                    <a:pt x="16518" y="17355"/>
                  </a:lnTo>
                  <a:lnTo>
                    <a:pt x="16563" y="17385"/>
                  </a:lnTo>
                  <a:lnTo>
                    <a:pt x="16593" y="17399"/>
                  </a:lnTo>
                  <a:lnTo>
                    <a:pt x="16638" y="17414"/>
                  </a:lnTo>
                  <a:lnTo>
                    <a:pt x="16653" y="17399"/>
                  </a:lnTo>
                  <a:lnTo>
                    <a:pt x="16683" y="17385"/>
                  </a:lnTo>
                  <a:lnTo>
                    <a:pt x="16742" y="17355"/>
                  </a:lnTo>
                  <a:lnTo>
                    <a:pt x="16802" y="17399"/>
                  </a:lnTo>
                  <a:lnTo>
                    <a:pt x="16847" y="17444"/>
                  </a:lnTo>
                  <a:lnTo>
                    <a:pt x="16877" y="17474"/>
                  </a:lnTo>
                  <a:lnTo>
                    <a:pt x="16907" y="17489"/>
                  </a:lnTo>
                  <a:lnTo>
                    <a:pt x="16996" y="17489"/>
                  </a:lnTo>
                  <a:lnTo>
                    <a:pt x="17056" y="17474"/>
                  </a:lnTo>
                  <a:lnTo>
                    <a:pt x="17101" y="17459"/>
                  </a:lnTo>
                  <a:lnTo>
                    <a:pt x="17220" y="17459"/>
                  </a:lnTo>
                  <a:lnTo>
                    <a:pt x="17280" y="17474"/>
                  </a:lnTo>
                  <a:lnTo>
                    <a:pt x="17325" y="17444"/>
                  </a:lnTo>
                  <a:lnTo>
                    <a:pt x="17340" y="17429"/>
                  </a:lnTo>
                  <a:lnTo>
                    <a:pt x="17355" y="17414"/>
                  </a:lnTo>
                  <a:lnTo>
                    <a:pt x="17370" y="17370"/>
                  </a:lnTo>
                  <a:lnTo>
                    <a:pt x="17399" y="17355"/>
                  </a:lnTo>
                  <a:lnTo>
                    <a:pt x="17429" y="17340"/>
                  </a:lnTo>
                  <a:lnTo>
                    <a:pt x="17474" y="17355"/>
                  </a:lnTo>
                  <a:lnTo>
                    <a:pt x="17504" y="17370"/>
                  </a:lnTo>
                  <a:lnTo>
                    <a:pt x="17534" y="17385"/>
                  </a:lnTo>
                  <a:lnTo>
                    <a:pt x="17534" y="17399"/>
                  </a:lnTo>
                  <a:lnTo>
                    <a:pt x="17534" y="17429"/>
                  </a:lnTo>
                  <a:lnTo>
                    <a:pt x="17564" y="17504"/>
                  </a:lnTo>
                  <a:lnTo>
                    <a:pt x="17623" y="17564"/>
                  </a:lnTo>
                  <a:lnTo>
                    <a:pt x="17683" y="17609"/>
                  </a:lnTo>
                  <a:lnTo>
                    <a:pt x="17758" y="17624"/>
                  </a:lnTo>
                  <a:lnTo>
                    <a:pt x="17818" y="17638"/>
                  </a:lnTo>
                  <a:lnTo>
                    <a:pt x="18027" y="17638"/>
                  </a:lnTo>
                  <a:lnTo>
                    <a:pt x="18101" y="17668"/>
                  </a:lnTo>
                  <a:lnTo>
                    <a:pt x="18131" y="17683"/>
                  </a:lnTo>
                  <a:lnTo>
                    <a:pt x="18146" y="17713"/>
                  </a:lnTo>
                  <a:lnTo>
                    <a:pt x="18191" y="17758"/>
                  </a:lnTo>
                  <a:lnTo>
                    <a:pt x="18266" y="17788"/>
                  </a:lnTo>
                  <a:lnTo>
                    <a:pt x="18325" y="17803"/>
                  </a:lnTo>
                  <a:lnTo>
                    <a:pt x="18340" y="17773"/>
                  </a:lnTo>
                  <a:lnTo>
                    <a:pt x="18340" y="17758"/>
                  </a:lnTo>
                  <a:lnTo>
                    <a:pt x="18355" y="17743"/>
                  </a:lnTo>
                  <a:lnTo>
                    <a:pt x="18385" y="17713"/>
                  </a:lnTo>
                  <a:lnTo>
                    <a:pt x="18415" y="17713"/>
                  </a:lnTo>
                  <a:lnTo>
                    <a:pt x="18415" y="17698"/>
                  </a:lnTo>
                  <a:lnTo>
                    <a:pt x="18430" y="17698"/>
                  </a:lnTo>
                  <a:lnTo>
                    <a:pt x="18430" y="17519"/>
                  </a:lnTo>
                  <a:lnTo>
                    <a:pt x="18445" y="17265"/>
                  </a:lnTo>
                  <a:lnTo>
                    <a:pt x="18445" y="17086"/>
                  </a:lnTo>
                  <a:lnTo>
                    <a:pt x="18445" y="17056"/>
                  </a:lnTo>
                  <a:lnTo>
                    <a:pt x="18475" y="16981"/>
                  </a:lnTo>
                  <a:lnTo>
                    <a:pt x="18505" y="16937"/>
                  </a:lnTo>
                  <a:lnTo>
                    <a:pt x="18519" y="16922"/>
                  </a:lnTo>
                  <a:lnTo>
                    <a:pt x="18519" y="16892"/>
                  </a:lnTo>
                  <a:lnTo>
                    <a:pt x="18534" y="16832"/>
                  </a:lnTo>
                  <a:lnTo>
                    <a:pt x="18564" y="16727"/>
                  </a:lnTo>
                  <a:lnTo>
                    <a:pt x="18564" y="16653"/>
                  </a:lnTo>
                  <a:lnTo>
                    <a:pt x="18564" y="16593"/>
                  </a:lnTo>
                  <a:lnTo>
                    <a:pt x="18564" y="16503"/>
                  </a:lnTo>
                  <a:lnTo>
                    <a:pt x="18579" y="16429"/>
                  </a:lnTo>
                  <a:lnTo>
                    <a:pt x="18609" y="16369"/>
                  </a:lnTo>
                  <a:lnTo>
                    <a:pt x="18654" y="16324"/>
                  </a:lnTo>
                  <a:lnTo>
                    <a:pt x="18699" y="16294"/>
                  </a:lnTo>
                  <a:lnTo>
                    <a:pt x="18773" y="16279"/>
                  </a:lnTo>
                  <a:lnTo>
                    <a:pt x="18908" y="16264"/>
                  </a:lnTo>
                  <a:lnTo>
                    <a:pt x="18968" y="16205"/>
                  </a:lnTo>
                  <a:lnTo>
                    <a:pt x="18982" y="16100"/>
                  </a:lnTo>
                  <a:lnTo>
                    <a:pt x="19132" y="15981"/>
                  </a:lnTo>
                  <a:lnTo>
                    <a:pt x="19221" y="15936"/>
                  </a:lnTo>
                  <a:lnTo>
                    <a:pt x="19251" y="15921"/>
                  </a:lnTo>
                  <a:lnTo>
                    <a:pt x="19266" y="15921"/>
                  </a:lnTo>
                  <a:lnTo>
                    <a:pt x="19326" y="15876"/>
                  </a:lnTo>
                  <a:lnTo>
                    <a:pt x="19401" y="15861"/>
                  </a:lnTo>
                  <a:lnTo>
                    <a:pt x="19490" y="15846"/>
                  </a:lnTo>
                  <a:lnTo>
                    <a:pt x="19565" y="15861"/>
                  </a:lnTo>
                  <a:lnTo>
                    <a:pt x="19595" y="15861"/>
                  </a:lnTo>
                  <a:lnTo>
                    <a:pt x="19625" y="15876"/>
                  </a:lnTo>
                  <a:lnTo>
                    <a:pt x="19744" y="15876"/>
                  </a:lnTo>
                  <a:lnTo>
                    <a:pt x="19774" y="15846"/>
                  </a:lnTo>
                  <a:lnTo>
                    <a:pt x="19789" y="15801"/>
                  </a:lnTo>
                  <a:lnTo>
                    <a:pt x="19804" y="15757"/>
                  </a:lnTo>
                  <a:lnTo>
                    <a:pt x="19819" y="15652"/>
                  </a:lnTo>
                  <a:lnTo>
                    <a:pt x="19864" y="15622"/>
                  </a:lnTo>
                  <a:lnTo>
                    <a:pt x="19864" y="15607"/>
                  </a:lnTo>
                  <a:lnTo>
                    <a:pt x="19834" y="15503"/>
                  </a:lnTo>
                  <a:lnTo>
                    <a:pt x="19834" y="15338"/>
                  </a:lnTo>
                  <a:lnTo>
                    <a:pt x="19834" y="15309"/>
                  </a:lnTo>
                  <a:lnTo>
                    <a:pt x="19834" y="15279"/>
                  </a:lnTo>
                  <a:lnTo>
                    <a:pt x="19819" y="15234"/>
                  </a:lnTo>
                  <a:lnTo>
                    <a:pt x="19804" y="15219"/>
                  </a:lnTo>
                  <a:lnTo>
                    <a:pt x="19789" y="15204"/>
                  </a:lnTo>
                  <a:lnTo>
                    <a:pt x="19774" y="15189"/>
                  </a:lnTo>
                  <a:lnTo>
                    <a:pt x="19744" y="15189"/>
                  </a:lnTo>
                  <a:lnTo>
                    <a:pt x="19699" y="15204"/>
                  </a:lnTo>
                  <a:lnTo>
                    <a:pt x="19669" y="15234"/>
                  </a:lnTo>
                  <a:lnTo>
                    <a:pt x="19640" y="15264"/>
                  </a:lnTo>
                  <a:lnTo>
                    <a:pt x="19580" y="15294"/>
                  </a:lnTo>
                  <a:lnTo>
                    <a:pt x="19550" y="15294"/>
                  </a:lnTo>
                  <a:lnTo>
                    <a:pt x="19520" y="15309"/>
                  </a:lnTo>
                  <a:lnTo>
                    <a:pt x="19460" y="15294"/>
                  </a:lnTo>
                  <a:lnTo>
                    <a:pt x="19401" y="15264"/>
                  </a:lnTo>
                  <a:lnTo>
                    <a:pt x="19356" y="15219"/>
                  </a:lnTo>
                  <a:lnTo>
                    <a:pt x="19341" y="15159"/>
                  </a:lnTo>
                  <a:lnTo>
                    <a:pt x="19326" y="15129"/>
                  </a:lnTo>
                  <a:lnTo>
                    <a:pt x="19326" y="15085"/>
                  </a:lnTo>
                  <a:lnTo>
                    <a:pt x="19311" y="14965"/>
                  </a:lnTo>
                  <a:lnTo>
                    <a:pt x="19326" y="14846"/>
                  </a:lnTo>
                  <a:lnTo>
                    <a:pt x="19326" y="14771"/>
                  </a:lnTo>
                  <a:lnTo>
                    <a:pt x="19326" y="14726"/>
                  </a:lnTo>
                  <a:lnTo>
                    <a:pt x="19311" y="14651"/>
                  </a:lnTo>
                  <a:lnTo>
                    <a:pt x="19281" y="14592"/>
                  </a:lnTo>
                  <a:lnTo>
                    <a:pt x="19266" y="14562"/>
                  </a:lnTo>
                  <a:lnTo>
                    <a:pt x="19251" y="14517"/>
                  </a:lnTo>
                  <a:lnTo>
                    <a:pt x="19192" y="14368"/>
                  </a:lnTo>
                  <a:lnTo>
                    <a:pt x="19177" y="14203"/>
                  </a:lnTo>
                  <a:lnTo>
                    <a:pt x="19177" y="14159"/>
                  </a:lnTo>
                  <a:lnTo>
                    <a:pt x="19162" y="14114"/>
                  </a:lnTo>
                  <a:lnTo>
                    <a:pt x="19162" y="14069"/>
                  </a:lnTo>
                  <a:lnTo>
                    <a:pt x="19162" y="14054"/>
                  </a:lnTo>
                  <a:lnTo>
                    <a:pt x="19117" y="14054"/>
                  </a:lnTo>
                  <a:lnTo>
                    <a:pt x="19012" y="14024"/>
                  </a:lnTo>
                  <a:lnTo>
                    <a:pt x="18818" y="13845"/>
                  </a:lnTo>
                  <a:lnTo>
                    <a:pt x="18714" y="13740"/>
                  </a:lnTo>
                  <a:lnTo>
                    <a:pt x="18609" y="13740"/>
                  </a:lnTo>
                  <a:lnTo>
                    <a:pt x="18549" y="13726"/>
                  </a:lnTo>
                  <a:lnTo>
                    <a:pt x="18460" y="13726"/>
                  </a:lnTo>
                  <a:lnTo>
                    <a:pt x="18310" y="13681"/>
                  </a:lnTo>
                  <a:lnTo>
                    <a:pt x="18131" y="13487"/>
                  </a:lnTo>
                  <a:lnTo>
                    <a:pt x="18057" y="13382"/>
                  </a:lnTo>
                  <a:lnTo>
                    <a:pt x="18027" y="13322"/>
                  </a:lnTo>
                  <a:lnTo>
                    <a:pt x="17982" y="13277"/>
                  </a:lnTo>
                  <a:lnTo>
                    <a:pt x="17907" y="13173"/>
                  </a:lnTo>
                  <a:lnTo>
                    <a:pt x="17832" y="13009"/>
                  </a:lnTo>
                  <a:lnTo>
                    <a:pt x="17713" y="12785"/>
                  </a:lnTo>
                  <a:lnTo>
                    <a:pt x="17638" y="12620"/>
                  </a:lnTo>
                  <a:lnTo>
                    <a:pt x="17444" y="12352"/>
                  </a:lnTo>
                  <a:lnTo>
                    <a:pt x="17145" y="12038"/>
                  </a:lnTo>
                  <a:lnTo>
                    <a:pt x="17116" y="12008"/>
                  </a:lnTo>
                  <a:lnTo>
                    <a:pt x="17145" y="11963"/>
                  </a:lnTo>
                  <a:lnTo>
                    <a:pt x="17384" y="11590"/>
                  </a:lnTo>
                  <a:lnTo>
                    <a:pt x="17773" y="10978"/>
                  </a:lnTo>
                  <a:lnTo>
                    <a:pt x="17862" y="10828"/>
                  </a:lnTo>
                  <a:lnTo>
                    <a:pt x="17892" y="10589"/>
                  </a:lnTo>
                  <a:lnTo>
                    <a:pt x="17862" y="10515"/>
                  </a:lnTo>
                  <a:lnTo>
                    <a:pt x="17832" y="10410"/>
                  </a:lnTo>
                  <a:lnTo>
                    <a:pt x="17728" y="10291"/>
                  </a:lnTo>
                  <a:lnTo>
                    <a:pt x="17653" y="10216"/>
                  </a:lnTo>
                  <a:lnTo>
                    <a:pt x="17534" y="10186"/>
                  </a:lnTo>
                  <a:lnTo>
                    <a:pt x="17459" y="10171"/>
                  </a:lnTo>
                  <a:lnTo>
                    <a:pt x="17370" y="10171"/>
                  </a:lnTo>
                  <a:lnTo>
                    <a:pt x="17116" y="10156"/>
                  </a:lnTo>
                  <a:lnTo>
                    <a:pt x="16936" y="10111"/>
                  </a:lnTo>
                  <a:lnTo>
                    <a:pt x="16847" y="10037"/>
                  </a:lnTo>
                  <a:lnTo>
                    <a:pt x="16787" y="9753"/>
                  </a:lnTo>
                  <a:lnTo>
                    <a:pt x="16772" y="9618"/>
                  </a:lnTo>
                  <a:lnTo>
                    <a:pt x="16772" y="9604"/>
                  </a:lnTo>
                  <a:lnTo>
                    <a:pt x="16757" y="9544"/>
                  </a:lnTo>
                  <a:lnTo>
                    <a:pt x="16757" y="9469"/>
                  </a:lnTo>
                  <a:lnTo>
                    <a:pt x="16742" y="9320"/>
                  </a:lnTo>
                  <a:lnTo>
                    <a:pt x="16727" y="9155"/>
                  </a:lnTo>
                  <a:lnTo>
                    <a:pt x="16712" y="9066"/>
                  </a:lnTo>
                  <a:lnTo>
                    <a:pt x="16593" y="8737"/>
                  </a:lnTo>
                  <a:lnTo>
                    <a:pt x="16429" y="8289"/>
                  </a:lnTo>
                  <a:lnTo>
                    <a:pt x="16324" y="8065"/>
                  </a:lnTo>
                  <a:lnTo>
                    <a:pt x="16294" y="7961"/>
                  </a:lnTo>
                  <a:lnTo>
                    <a:pt x="16429" y="7737"/>
                  </a:lnTo>
                  <a:lnTo>
                    <a:pt x="16518" y="7647"/>
                  </a:lnTo>
                  <a:lnTo>
                    <a:pt x="16563" y="7587"/>
                  </a:lnTo>
                  <a:lnTo>
                    <a:pt x="16593" y="7557"/>
                  </a:lnTo>
                  <a:lnTo>
                    <a:pt x="16533" y="7543"/>
                  </a:lnTo>
                  <a:lnTo>
                    <a:pt x="16473" y="7543"/>
                  </a:lnTo>
                  <a:lnTo>
                    <a:pt x="16399" y="7528"/>
                  </a:lnTo>
                  <a:lnTo>
                    <a:pt x="16324" y="7513"/>
                  </a:lnTo>
                  <a:lnTo>
                    <a:pt x="16234" y="7483"/>
                  </a:lnTo>
                  <a:lnTo>
                    <a:pt x="16175" y="7378"/>
                  </a:lnTo>
                  <a:lnTo>
                    <a:pt x="16160" y="7304"/>
                  </a:lnTo>
                  <a:lnTo>
                    <a:pt x="16160" y="7274"/>
                  </a:lnTo>
                  <a:lnTo>
                    <a:pt x="16160" y="7244"/>
                  </a:lnTo>
                  <a:lnTo>
                    <a:pt x="16145" y="7184"/>
                  </a:lnTo>
                  <a:lnTo>
                    <a:pt x="16130" y="7080"/>
                  </a:lnTo>
                  <a:lnTo>
                    <a:pt x="16085" y="6870"/>
                  </a:lnTo>
                  <a:lnTo>
                    <a:pt x="16055" y="6721"/>
                  </a:lnTo>
                  <a:lnTo>
                    <a:pt x="16085" y="6632"/>
                  </a:lnTo>
                  <a:lnTo>
                    <a:pt x="16234" y="6557"/>
                  </a:lnTo>
                  <a:lnTo>
                    <a:pt x="16324" y="6542"/>
                  </a:lnTo>
                  <a:lnTo>
                    <a:pt x="16354" y="6542"/>
                  </a:lnTo>
                  <a:lnTo>
                    <a:pt x="16384" y="6527"/>
                  </a:lnTo>
                  <a:lnTo>
                    <a:pt x="16354" y="6512"/>
                  </a:lnTo>
                  <a:lnTo>
                    <a:pt x="16324" y="6497"/>
                  </a:lnTo>
                  <a:lnTo>
                    <a:pt x="16279" y="6452"/>
                  </a:lnTo>
                  <a:lnTo>
                    <a:pt x="16234" y="6407"/>
                  </a:lnTo>
                  <a:lnTo>
                    <a:pt x="16205" y="6363"/>
                  </a:lnTo>
                  <a:lnTo>
                    <a:pt x="16205" y="6333"/>
                  </a:lnTo>
                  <a:lnTo>
                    <a:pt x="16205" y="6288"/>
                  </a:lnTo>
                  <a:lnTo>
                    <a:pt x="16234" y="6258"/>
                  </a:lnTo>
                  <a:lnTo>
                    <a:pt x="16264" y="6228"/>
                  </a:lnTo>
                  <a:lnTo>
                    <a:pt x="16294" y="6213"/>
                  </a:lnTo>
                  <a:lnTo>
                    <a:pt x="16339" y="6183"/>
                  </a:lnTo>
                  <a:lnTo>
                    <a:pt x="16354" y="6169"/>
                  </a:lnTo>
                  <a:lnTo>
                    <a:pt x="16384" y="6124"/>
                  </a:lnTo>
                  <a:lnTo>
                    <a:pt x="16399" y="6094"/>
                  </a:lnTo>
                  <a:lnTo>
                    <a:pt x="16414" y="6049"/>
                  </a:lnTo>
                  <a:lnTo>
                    <a:pt x="16429" y="5974"/>
                  </a:lnTo>
                  <a:lnTo>
                    <a:pt x="16429" y="5930"/>
                  </a:lnTo>
                  <a:lnTo>
                    <a:pt x="16444" y="5885"/>
                  </a:lnTo>
                  <a:lnTo>
                    <a:pt x="16444" y="5810"/>
                  </a:lnTo>
                  <a:lnTo>
                    <a:pt x="16444" y="5750"/>
                  </a:lnTo>
                  <a:lnTo>
                    <a:pt x="16444" y="5691"/>
                  </a:lnTo>
                  <a:lnTo>
                    <a:pt x="16444" y="5616"/>
                  </a:lnTo>
                  <a:lnTo>
                    <a:pt x="16429" y="5556"/>
                  </a:lnTo>
                  <a:lnTo>
                    <a:pt x="16414" y="5511"/>
                  </a:lnTo>
                  <a:lnTo>
                    <a:pt x="16384" y="5437"/>
                  </a:lnTo>
                  <a:lnTo>
                    <a:pt x="16399" y="5317"/>
                  </a:lnTo>
                  <a:lnTo>
                    <a:pt x="16444" y="5258"/>
                  </a:lnTo>
                  <a:lnTo>
                    <a:pt x="16458" y="5243"/>
                  </a:lnTo>
                  <a:lnTo>
                    <a:pt x="16458" y="5228"/>
                  </a:lnTo>
                  <a:lnTo>
                    <a:pt x="16488" y="5093"/>
                  </a:lnTo>
                  <a:lnTo>
                    <a:pt x="16473" y="4959"/>
                  </a:lnTo>
                  <a:lnTo>
                    <a:pt x="16458" y="4929"/>
                  </a:lnTo>
                  <a:lnTo>
                    <a:pt x="16429" y="4869"/>
                  </a:lnTo>
                  <a:lnTo>
                    <a:pt x="16369" y="4720"/>
                  </a:lnTo>
                  <a:lnTo>
                    <a:pt x="16309" y="4615"/>
                  </a:lnTo>
                  <a:lnTo>
                    <a:pt x="16279" y="4511"/>
                  </a:lnTo>
                  <a:lnTo>
                    <a:pt x="16309" y="4451"/>
                  </a:lnTo>
                  <a:lnTo>
                    <a:pt x="16324" y="4421"/>
                  </a:lnTo>
                  <a:lnTo>
                    <a:pt x="16339" y="4391"/>
                  </a:lnTo>
                  <a:lnTo>
                    <a:pt x="16339" y="4346"/>
                  </a:lnTo>
                  <a:lnTo>
                    <a:pt x="16294" y="4287"/>
                  </a:lnTo>
                  <a:lnTo>
                    <a:pt x="16264" y="4257"/>
                  </a:lnTo>
                  <a:lnTo>
                    <a:pt x="16234" y="4197"/>
                  </a:lnTo>
                  <a:lnTo>
                    <a:pt x="16175" y="4048"/>
                  </a:lnTo>
                  <a:lnTo>
                    <a:pt x="16190" y="3928"/>
                  </a:lnTo>
                  <a:lnTo>
                    <a:pt x="16205" y="3869"/>
                  </a:lnTo>
                  <a:lnTo>
                    <a:pt x="16205" y="3809"/>
                  </a:lnTo>
                  <a:lnTo>
                    <a:pt x="16010" y="3779"/>
                  </a:lnTo>
                  <a:lnTo>
                    <a:pt x="15712" y="3809"/>
                  </a:lnTo>
                  <a:lnTo>
                    <a:pt x="15577" y="3824"/>
                  </a:lnTo>
                  <a:lnTo>
                    <a:pt x="15488" y="3824"/>
                  </a:lnTo>
                  <a:lnTo>
                    <a:pt x="15398" y="3809"/>
                  </a:lnTo>
                  <a:lnTo>
                    <a:pt x="15279" y="3659"/>
                  </a:lnTo>
                  <a:lnTo>
                    <a:pt x="15234" y="3555"/>
                  </a:lnTo>
                  <a:lnTo>
                    <a:pt x="15174" y="3450"/>
                  </a:lnTo>
                  <a:lnTo>
                    <a:pt x="15114" y="3361"/>
                  </a:lnTo>
                  <a:lnTo>
                    <a:pt x="14980" y="3271"/>
                  </a:lnTo>
                  <a:lnTo>
                    <a:pt x="14846" y="3241"/>
                  </a:lnTo>
                  <a:lnTo>
                    <a:pt x="14786" y="3226"/>
                  </a:lnTo>
                  <a:lnTo>
                    <a:pt x="14696" y="3197"/>
                  </a:lnTo>
                  <a:lnTo>
                    <a:pt x="14577" y="3137"/>
                  </a:lnTo>
                  <a:lnTo>
                    <a:pt x="14487" y="3032"/>
                  </a:lnTo>
                  <a:lnTo>
                    <a:pt x="14427" y="2913"/>
                  </a:lnTo>
                  <a:lnTo>
                    <a:pt x="14353" y="2748"/>
                  </a:lnTo>
                  <a:lnTo>
                    <a:pt x="14263" y="2659"/>
                  </a:lnTo>
                  <a:lnTo>
                    <a:pt x="14084" y="2599"/>
                  </a:lnTo>
                  <a:lnTo>
                    <a:pt x="13785" y="2539"/>
                  </a:lnTo>
                  <a:lnTo>
                    <a:pt x="13591" y="2554"/>
                  </a:lnTo>
                  <a:lnTo>
                    <a:pt x="13457" y="2584"/>
                  </a:lnTo>
                  <a:lnTo>
                    <a:pt x="13337" y="2554"/>
                  </a:lnTo>
                  <a:lnTo>
                    <a:pt x="13248" y="2495"/>
                  </a:lnTo>
                  <a:lnTo>
                    <a:pt x="13173" y="2390"/>
                  </a:lnTo>
                  <a:lnTo>
                    <a:pt x="13023" y="2300"/>
                  </a:lnTo>
                  <a:lnTo>
                    <a:pt x="12785" y="2256"/>
                  </a:lnTo>
                  <a:lnTo>
                    <a:pt x="12620" y="2226"/>
                  </a:lnTo>
                  <a:lnTo>
                    <a:pt x="12531" y="2196"/>
                  </a:lnTo>
                  <a:lnTo>
                    <a:pt x="12381" y="2076"/>
                  </a:lnTo>
                  <a:lnTo>
                    <a:pt x="12336" y="1957"/>
                  </a:lnTo>
                  <a:lnTo>
                    <a:pt x="12336" y="1927"/>
                  </a:lnTo>
                  <a:lnTo>
                    <a:pt x="12322" y="1912"/>
                  </a:lnTo>
                  <a:lnTo>
                    <a:pt x="12307" y="1867"/>
                  </a:lnTo>
                  <a:lnTo>
                    <a:pt x="12277" y="1837"/>
                  </a:lnTo>
                  <a:lnTo>
                    <a:pt x="12247" y="1823"/>
                  </a:lnTo>
                  <a:lnTo>
                    <a:pt x="12232" y="1808"/>
                  </a:lnTo>
                  <a:lnTo>
                    <a:pt x="12217" y="1823"/>
                  </a:lnTo>
                  <a:lnTo>
                    <a:pt x="12202" y="1852"/>
                  </a:lnTo>
                  <a:lnTo>
                    <a:pt x="12157" y="1897"/>
                  </a:lnTo>
                  <a:lnTo>
                    <a:pt x="12098" y="1942"/>
                  </a:lnTo>
                  <a:lnTo>
                    <a:pt x="11993" y="1927"/>
                  </a:lnTo>
                  <a:lnTo>
                    <a:pt x="11903" y="1852"/>
                  </a:lnTo>
                  <a:lnTo>
                    <a:pt x="11903" y="1837"/>
                  </a:lnTo>
                  <a:lnTo>
                    <a:pt x="11888" y="1823"/>
                  </a:lnTo>
                  <a:lnTo>
                    <a:pt x="11874" y="1808"/>
                  </a:lnTo>
                  <a:lnTo>
                    <a:pt x="11799" y="1808"/>
                  </a:lnTo>
                  <a:lnTo>
                    <a:pt x="11709" y="1793"/>
                  </a:lnTo>
                  <a:lnTo>
                    <a:pt x="11635" y="1808"/>
                  </a:lnTo>
                  <a:lnTo>
                    <a:pt x="11590" y="1808"/>
                  </a:lnTo>
                  <a:lnTo>
                    <a:pt x="11560" y="1837"/>
                  </a:lnTo>
                  <a:lnTo>
                    <a:pt x="11560" y="1852"/>
                  </a:lnTo>
                  <a:lnTo>
                    <a:pt x="11545" y="1882"/>
                  </a:lnTo>
                  <a:lnTo>
                    <a:pt x="11545" y="1942"/>
                  </a:lnTo>
                  <a:lnTo>
                    <a:pt x="11515" y="2017"/>
                  </a:lnTo>
                  <a:lnTo>
                    <a:pt x="11455" y="2076"/>
                  </a:lnTo>
                  <a:lnTo>
                    <a:pt x="11276" y="2076"/>
                  </a:lnTo>
                  <a:lnTo>
                    <a:pt x="10918" y="2047"/>
                  </a:lnTo>
                  <a:lnTo>
                    <a:pt x="10649" y="2061"/>
                  </a:lnTo>
                  <a:lnTo>
                    <a:pt x="10514" y="2121"/>
                  </a:lnTo>
                  <a:lnTo>
                    <a:pt x="10380" y="2256"/>
                  </a:lnTo>
                  <a:lnTo>
                    <a:pt x="10261" y="2375"/>
                  </a:lnTo>
                  <a:lnTo>
                    <a:pt x="10231" y="2450"/>
                  </a:lnTo>
                  <a:lnTo>
                    <a:pt x="10231" y="2495"/>
                  </a:lnTo>
                  <a:lnTo>
                    <a:pt x="10231" y="2539"/>
                  </a:lnTo>
                  <a:lnTo>
                    <a:pt x="10231" y="2629"/>
                  </a:lnTo>
                  <a:lnTo>
                    <a:pt x="10186" y="2734"/>
                  </a:lnTo>
                  <a:lnTo>
                    <a:pt x="10111" y="2823"/>
                  </a:lnTo>
                  <a:lnTo>
                    <a:pt x="9962" y="2823"/>
                  </a:lnTo>
                  <a:lnTo>
                    <a:pt x="9917" y="2838"/>
                  </a:lnTo>
                  <a:lnTo>
                    <a:pt x="9887" y="2868"/>
                  </a:lnTo>
                  <a:lnTo>
                    <a:pt x="9842" y="2898"/>
                  </a:lnTo>
                  <a:lnTo>
                    <a:pt x="9753" y="2928"/>
                  </a:lnTo>
                  <a:lnTo>
                    <a:pt x="9588" y="2987"/>
                  </a:lnTo>
                  <a:lnTo>
                    <a:pt x="9454" y="2987"/>
                  </a:lnTo>
                  <a:lnTo>
                    <a:pt x="9484" y="3047"/>
                  </a:lnTo>
                  <a:lnTo>
                    <a:pt x="9514" y="3122"/>
                  </a:lnTo>
                  <a:lnTo>
                    <a:pt x="9544" y="3167"/>
                  </a:lnTo>
                  <a:lnTo>
                    <a:pt x="9559" y="3197"/>
                  </a:lnTo>
                  <a:lnTo>
                    <a:pt x="9603" y="3271"/>
                  </a:lnTo>
                  <a:lnTo>
                    <a:pt x="9633" y="3376"/>
                  </a:lnTo>
                  <a:lnTo>
                    <a:pt x="9633" y="3465"/>
                  </a:lnTo>
                  <a:lnTo>
                    <a:pt x="9633" y="3540"/>
                  </a:lnTo>
                  <a:lnTo>
                    <a:pt x="9603" y="3645"/>
                  </a:lnTo>
                  <a:lnTo>
                    <a:pt x="9559" y="3659"/>
                  </a:lnTo>
                  <a:lnTo>
                    <a:pt x="9484" y="3659"/>
                  </a:lnTo>
                  <a:lnTo>
                    <a:pt x="9379" y="3615"/>
                  </a:lnTo>
                  <a:lnTo>
                    <a:pt x="9305" y="3585"/>
                  </a:lnTo>
                  <a:lnTo>
                    <a:pt x="9245" y="3525"/>
                  </a:lnTo>
                  <a:lnTo>
                    <a:pt x="9215" y="3495"/>
                  </a:lnTo>
                  <a:lnTo>
                    <a:pt x="9096" y="3480"/>
                  </a:lnTo>
                  <a:lnTo>
                    <a:pt x="8991" y="3510"/>
                  </a:lnTo>
                  <a:lnTo>
                    <a:pt x="8976" y="3510"/>
                  </a:lnTo>
                  <a:lnTo>
                    <a:pt x="8737" y="3585"/>
                  </a:lnTo>
                  <a:lnTo>
                    <a:pt x="8513" y="3659"/>
                  </a:lnTo>
                  <a:lnTo>
                    <a:pt x="8424" y="3689"/>
                  </a:lnTo>
                  <a:lnTo>
                    <a:pt x="8379" y="3704"/>
                  </a:lnTo>
                  <a:lnTo>
                    <a:pt x="8349" y="3719"/>
                  </a:lnTo>
                  <a:lnTo>
                    <a:pt x="8170" y="3779"/>
                  </a:lnTo>
                  <a:lnTo>
                    <a:pt x="7871" y="3839"/>
                  </a:lnTo>
                  <a:lnTo>
                    <a:pt x="7677" y="3854"/>
                  </a:lnTo>
                  <a:lnTo>
                    <a:pt x="7602" y="3839"/>
                  </a:lnTo>
                  <a:lnTo>
                    <a:pt x="7542" y="3824"/>
                  </a:lnTo>
                  <a:lnTo>
                    <a:pt x="7408" y="3809"/>
                  </a:lnTo>
                  <a:lnTo>
                    <a:pt x="7229" y="3794"/>
                  </a:lnTo>
                  <a:lnTo>
                    <a:pt x="7094" y="3764"/>
                  </a:lnTo>
                  <a:lnTo>
                    <a:pt x="6990" y="3734"/>
                  </a:lnTo>
                  <a:lnTo>
                    <a:pt x="6885" y="3689"/>
                  </a:lnTo>
                  <a:lnTo>
                    <a:pt x="6826" y="3659"/>
                  </a:lnTo>
                  <a:lnTo>
                    <a:pt x="6751" y="3630"/>
                  </a:lnTo>
                  <a:lnTo>
                    <a:pt x="6467" y="3495"/>
                  </a:lnTo>
                  <a:lnTo>
                    <a:pt x="6333" y="3406"/>
                  </a:lnTo>
                  <a:lnTo>
                    <a:pt x="6303" y="3376"/>
                  </a:lnTo>
                  <a:lnTo>
                    <a:pt x="6258" y="3331"/>
                  </a:lnTo>
                  <a:lnTo>
                    <a:pt x="6109" y="3197"/>
                  </a:lnTo>
                  <a:lnTo>
                    <a:pt x="5989" y="3032"/>
                  </a:lnTo>
                  <a:lnTo>
                    <a:pt x="5959" y="2987"/>
                  </a:lnTo>
                  <a:lnTo>
                    <a:pt x="5944" y="2958"/>
                  </a:lnTo>
                  <a:lnTo>
                    <a:pt x="5915" y="2868"/>
                  </a:lnTo>
                  <a:lnTo>
                    <a:pt x="5795" y="2823"/>
                  </a:lnTo>
                  <a:lnTo>
                    <a:pt x="5676" y="2793"/>
                  </a:lnTo>
                  <a:lnTo>
                    <a:pt x="5526" y="2793"/>
                  </a:lnTo>
                  <a:lnTo>
                    <a:pt x="5302" y="2808"/>
                  </a:lnTo>
                  <a:lnTo>
                    <a:pt x="5108" y="2763"/>
                  </a:lnTo>
                  <a:lnTo>
                    <a:pt x="4959" y="2674"/>
                  </a:lnTo>
                  <a:lnTo>
                    <a:pt x="4824" y="2524"/>
                  </a:lnTo>
                  <a:lnTo>
                    <a:pt x="4735" y="2375"/>
                  </a:lnTo>
                  <a:lnTo>
                    <a:pt x="4645" y="2166"/>
                  </a:lnTo>
                  <a:lnTo>
                    <a:pt x="4555" y="1897"/>
                  </a:lnTo>
                  <a:lnTo>
                    <a:pt x="4541" y="1733"/>
                  </a:lnTo>
                  <a:lnTo>
                    <a:pt x="4541" y="1718"/>
                  </a:lnTo>
                  <a:lnTo>
                    <a:pt x="4541" y="1688"/>
                  </a:lnTo>
                  <a:lnTo>
                    <a:pt x="4541" y="1673"/>
                  </a:lnTo>
                  <a:lnTo>
                    <a:pt x="4526" y="1658"/>
                  </a:lnTo>
                  <a:lnTo>
                    <a:pt x="4511" y="1658"/>
                  </a:lnTo>
                  <a:lnTo>
                    <a:pt x="4481" y="1673"/>
                  </a:lnTo>
                  <a:lnTo>
                    <a:pt x="4436" y="1688"/>
                  </a:lnTo>
                  <a:lnTo>
                    <a:pt x="4406" y="1688"/>
                  </a:lnTo>
                  <a:lnTo>
                    <a:pt x="4391" y="1703"/>
                  </a:lnTo>
                  <a:lnTo>
                    <a:pt x="4331" y="1703"/>
                  </a:lnTo>
                  <a:lnTo>
                    <a:pt x="4242" y="1613"/>
                  </a:lnTo>
                  <a:lnTo>
                    <a:pt x="4197" y="1554"/>
                  </a:lnTo>
                  <a:lnTo>
                    <a:pt x="4167" y="1494"/>
                  </a:lnTo>
                  <a:lnTo>
                    <a:pt x="4137" y="1449"/>
                  </a:lnTo>
                  <a:lnTo>
                    <a:pt x="4092" y="1419"/>
                  </a:lnTo>
                  <a:lnTo>
                    <a:pt x="4048" y="1389"/>
                  </a:lnTo>
                  <a:lnTo>
                    <a:pt x="3973" y="1360"/>
                  </a:lnTo>
                  <a:lnTo>
                    <a:pt x="3898" y="1300"/>
                  </a:lnTo>
                  <a:lnTo>
                    <a:pt x="3824" y="1225"/>
                  </a:lnTo>
                  <a:lnTo>
                    <a:pt x="3764" y="1195"/>
                  </a:lnTo>
                  <a:lnTo>
                    <a:pt x="3749" y="1180"/>
                  </a:lnTo>
                  <a:lnTo>
                    <a:pt x="3734" y="1165"/>
                  </a:lnTo>
                  <a:lnTo>
                    <a:pt x="3674" y="1136"/>
                  </a:lnTo>
                  <a:lnTo>
                    <a:pt x="3644" y="1076"/>
                  </a:lnTo>
                  <a:lnTo>
                    <a:pt x="3630" y="1031"/>
                  </a:lnTo>
                  <a:lnTo>
                    <a:pt x="3615" y="1001"/>
                  </a:lnTo>
                  <a:lnTo>
                    <a:pt x="3630" y="956"/>
                  </a:lnTo>
                  <a:lnTo>
                    <a:pt x="3644" y="926"/>
                  </a:lnTo>
                  <a:lnTo>
                    <a:pt x="3689" y="897"/>
                  </a:lnTo>
                  <a:lnTo>
                    <a:pt x="3734" y="882"/>
                  </a:lnTo>
                  <a:lnTo>
                    <a:pt x="3809" y="867"/>
                  </a:lnTo>
                  <a:lnTo>
                    <a:pt x="3868" y="852"/>
                  </a:lnTo>
                  <a:lnTo>
                    <a:pt x="3868" y="837"/>
                  </a:lnTo>
                  <a:lnTo>
                    <a:pt x="3868" y="822"/>
                  </a:lnTo>
                  <a:lnTo>
                    <a:pt x="3839" y="792"/>
                  </a:lnTo>
                  <a:lnTo>
                    <a:pt x="3809" y="762"/>
                  </a:lnTo>
                  <a:lnTo>
                    <a:pt x="3749" y="717"/>
                  </a:lnTo>
                  <a:lnTo>
                    <a:pt x="3719" y="643"/>
                  </a:lnTo>
                  <a:lnTo>
                    <a:pt x="3704" y="568"/>
                  </a:lnTo>
                  <a:lnTo>
                    <a:pt x="3719" y="508"/>
                  </a:lnTo>
                  <a:lnTo>
                    <a:pt x="3749" y="434"/>
                  </a:lnTo>
                  <a:lnTo>
                    <a:pt x="3824" y="389"/>
                  </a:lnTo>
                  <a:lnTo>
                    <a:pt x="3839" y="374"/>
                  </a:lnTo>
                  <a:lnTo>
                    <a:pt x="3854" y="374"/>
                  </a:lnTo>
                  <a:lnTo>
                    <a:pt x="3839" y="344"/>
                  </a:lnTo>
                  <a:lnTo>
                    <a:pt x="3749" y="269"/>
                  </a:lnTo>
                  <a:lnTo>
                    <a:pt x="3480" y="60"/>
                  </a:lnTo>
                  <a:lnTo>
                    <a:pt x="3316" y="180"/>
                  </a:lnTo>
                  <a:lnTo>
                    <a:pt x="3077" y="359"/>
                  </a:lnTo>
                  <a:lnTo>
                    <a:pt x="2957" y="463"/>
                  </a:lnTo>
                  <a:lnTo>
                    <a:pt x="2793" y="628"/>
                  </a:lnTo>
                  <a:lnTo>
                    <a:pt x="2539" y="897"/>
                  </a:lnTo>
                  <a:lnTo>
                    <a:pt x="2360" y="1016"/>
                  </a:lnTo>
                  <a:lnTo>
                    <a:pt x="2270" y="1046"/>
                  </a:lnTo>
                  <a:lnTo>
                    <a:pt x="2196" y="1076"/>
                  </a:lnTo>
                  <a:lnTo>
                    <a:pt x="2091" y="1121"/>
                  </a:lnTo>
                  <a:lnTo>
                    <a:pt x="2002" y="1150"/>
                  </a:lnTo>
                  <a:lnTo>
                    <a:pt x="1867" y="1150"/>
                  </a:lnTo>
                  <a:lnTo>
                    <a:pt x="1748" y="1076"/>
                  </a:lnTo>
                  <a:lnTo>
                    <a:pt x="1718" y="1061"/>
                  </a:lnTo>
                  <a:lnTo>
                    <a:pt x="1703" y="1046"/>
                  </a:lnTo>
                  <a:lnTo>
                    <a:pt x="1643" y="1031"/>
                  </a:lnTo>
                  <a:lnTo>
                    <a:pt x="1569" y="1016"/>
                  </a:lnTo>
                  <a:lnTo>
                    <a:pt x="1464" y="1001"/>
                  </a:lnTo>
                  <a:lnTo>
                    <a:pt x="1359" y="941"/>
                  </a:lnTo>
                  <a:lnTo>
                    <a:pt x="1330" y="911"/>
                  </a:lnTo>
                  <a:lnTo>
                    <a:pt x="1285" y="867"/>
                  </a:lnTo>
                  <a:lnTo>
                    <a:pt x="1210" y="792"/>
                  </a:lnTo>
                  <a:lnTo>
                    <a:pt x="1120" y="732"/>
                  </a:lnTo>
                  <a:lnTo>
                    <a:pt x="762" y="404"/>
                  </a:lnTo>
                  <a:lnTo>
                    <a:pt x="419"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62"/>
            <p:cNvSpPr/>
            <p:nvPr/>
          </p:nvSpPr>
          <p:spPr>
            <a:xfrm>
              <a:off x="3100950" y="2308075"/>
              <a:ext cx="496600" cy="445075"/>
            </a:xfrm>
            <a:custGeom>
              <a:rect b="b" l="l" r="r" t="t"/>
              <a:pathLst>
                <a:path extrusionOk="0" fill="none" h="17803" w="19864">
                  <a:moveTo>
                    <a:pt x="18445" y="17056"/>
                  </a:moveTo>
                  <a:lnTo>
                    <a:pt x="18475" y="16981"/>
                  </a:lnTo>
                  <a:lnTo>
                    <a:pt x="18505" y="16937"/>
                  </a:lnTo>
                  <a:lnTo>
                    <a:pt x="18519" y="16922"/>
                  </a:lnTo>
                  <a:lnTo>
                    <a:pt x="18519" y="16892"/>
                  </a:lnTo>
                  <a:lnTo>
                    <a:pt x="18534" y="16832"/>
                  </a:lnTo>
                  <a:lnTo>
                    <a:pt x="18564" y="16727"/>
                  </a:lnTo>
                  <a:lnTo>
                    <a:pt x="18564" y="16653"/>
                  </a:lnTo>
                  <a:lnTo>
                    <a:pt x="18564" y="16593"/>
                  </a:lnTo>
                  <a:lnTo>
                    <a:pt x="18564" y="16503"/>
                  </a:lnTo>
                  <a:lnTo>
                    <a:pt x="18579" y="16429"/>
                  </a:lnTo>
                  <a:lnTo>
                    <a:pt x="18609" y="16369"/>
                  </a:lnTo>
                  <a:lnTo>
                    <a:pt x="18654" y="16324"/>
                  </a:lnTo>
                  <a:lnTo>
                    <a:pt x="18699" y="16294"/>
                  </a:lnTo>
                  <a:lnTo>
                    <a:pt x="18773" y="16279"/>
                  </a:lnTo>
                  <a:lnTo>
                    <a:pt x="18908" y="16264"/>
                  </a:lnTo>
                  <a:lnTo>
                    <a:pt x="18968" y="16205"/>
                  </a:lnTo>
                  <a:lnTo>
                    <a:pt x="18982" y="16100"/>
                  </a:lnTo>
                  <a:lnTo>
                    <a:pt x="19132" y="15981"/>
                  </a:lnTo>
                  <a:lnTo>
                    <a:pt x="19221" y="15936"/>
                  </a:lnTo>
                  <a:lnTo>
                    <a:pt x="19251" y="15921"/>
                  </a:lnTo>
                  <a:lnTo>
                    <a:pt x="19266" y="15921"/>
                  </a:lnTo>
                  <a:lnTo>
                    <a:pt x="19326" y="15876"/>
                  </a:lnTo>
                  <a:lnTo>
                    <a:pt x="19401" y="15861"/>
                  </a:lnTo>
                  <a:lnTo>
                    <a:pt x="19490" y="15846"/>
                  </a:lnTo>
                  <a:lnTo>
                    <a:pt x="19565" y="15861"/>
                  </a:lnTo>
                  <a:lnTo>
                    <a:pt x="19595" y="15861"/>
                  </a:lnTo>
                  <a:lnTo>
                    <a:pt x="19625" y="15876"/>
                  </a:lnTo>
                  <a:lnTo>
                    <a:pt x="19684" y="15876"/>
                  </a:lnTo>
                  <a:lnTo>
                    <a:pt x="19729" y="15876"/>
                  </a:lnTo>
                  <a:lnTo>
                    <a:pt x="19744" y="15876"/>
                  </a:lnTo>
                  <a:lnTo>
                    <a:pt x="19774" y="15846"/>
                  </a:lnTo>
                  <a:lnTo>
                    <a:pt x="19789" y="15801"/>
                  </a:lnTo>
                  <a:lnTo>
                    <a:pt x="19804" y="15757"/>
                  </a:lnTo>
                  <a:lnTo>
                    <a:pt x="19819" y="15652"/>
                  </a:lnTo>
                  <a:lnTo>
                    <a:pt x="19864" y="15622"/>
                  </a:lnTo>
                  <a:lnTo>
                    <a:pt x="19864" y="15607"/>
                  </a:lnTo>
                  <a:lnTo>
                    <a:pt x="19834" y="15503"/>
                  </a:lnTo>
                  <a:lnTo>
                    <a:pt x="19834" y="15338"/>
                  </a:lnTo>
                  <a:lnTo>
                    <a:pt x="19834" y="15309"/>
                  </a:lnTo>
                  <a:lnTo>
                    <a:pt x="19834" y="15279"/>
                  </a:lnTo>
                  <a:lnTo>
                    <a:pt x="19819" y="15234"/>
                  </a:lnTo>
                  <a:lnTo>
                    <a:pt x="19804" y="15219"/>
                  </a:lnTo>
                  <a:lnTo>
                    <a:pt x="19789" y="15204"/>
                  </a:lnTo>
                  <a:lnTo>
                    <a:pt x="19774" y="15189"/>
                  </a:lnTo>
                  <a:lnTo>
                    <a:pt x="19759" y="15189"/>
                  </a:lnTo>
                  <a:lnTo>
                    <a:pt x="19744" y="15189"/>
                  </a:lnTo>
                  <a:lnTo>
                    <a:pt x="19699" y="15204"/>
                  </a:lnTo>
                  <a:lnTo>
                    <a:pt x="19669" y="15234"/>
                  </a:lnTo>
                  <a:lnTo>
                    <a:pt x="19640" y="15264"/>
                  </a:lnTo>
                  <a:lnTo>
                    <a:pt x="19580" y="15294"/>
                  </a:lnTo>
                  <a:lnTo>
                    <a:pt x="19550" y="15294"/>
                  </a:lnTo>
                  <a:lnTo>
                    <a:pt x="19520" y="15309"/>
                  </a:lnTo>
                  <a:lnTo>
                    <a:pt x="19460" y="15294"/>
                  </a:lnTo>
                  <a:lnTo>
                    <a:pt x="19401" y="15264"/>
                  </a:lnTo>
                  <a:lnTo>
                    <a:pt x="19356" y="15219"/>
                  </a:lnTo>
                  <a:lnTo>
                    <a:pt x="19341" y="15159"/>
                  </a:lnTo>
                  <a:lnTo>
                    <a:pt x="19326" y="15129"/>
                  </a:lnTo>
                  <a:lnTo>
                    <a:pt x="19326" y="15085"/>
                  </a:lnTo>
                  <a:lnTo>
                    <a:pt x="19311" y="14965"/>
                  </a:lnTo>
                  <a:lnTo>
                    <a:pt x="19326" y="14846"/>
                  </a:lnTo>
                  <a:lnTo>
                    <a:pt x="19326" y="14771"/>
                  </a:lnTo>
                  <a:lnTo>
                    <a:pt x="19326" y="14726"/>
                  </a:lnTo>
                  <a:lnTo>
                    <a:pt x="19311" y="14651"/>
                  </a:lnTo>
                  <a:lnTo>
                    <a:pt x="19281" y="14592"/>
                  </a:lnTo>
                  <a:lnTo>
                    <a:pt x="19266" y="14562"/>
                  </a:lnTo>
                  <a:lnTo>
                    <a:pt x="19251" y="14517"/>
                  </a:lnTo>
                  <a:lnTo>
                    <a:pt x="19192" y="14368"/>
                  </a:lnTo>
                  <a:lnTo>
                    <a:pt x="19177" y="14203"/>
                  </a:lnTo>
                  <a:lnTo>
                    <a:pt x="19177" y="14159"/>
                  </a:lnTo>
                  <a:lnTo>
                    <a:pt x="19162" y="14114"/>
                  </a:lnTo>
                  <a:lnTo>
                    <a:pt x="19162" y="14069"/>
                  </a:lnTo>
                  <a:lnTo>
                    <a:pt x="19162" y="14054"/>
                  </a:lnTo>
                  <a:lnTo>
                    <a:pt x="19147" y="14054"/>
                  </a:lnTo>
                  <a:lnTo>
                    <a:pt x="19147" y="14054"/>
                  </a:lnTo>
                  <a:lnTo>
                    <a:pt x="19117" y="14054"/>
                  </a:lnTo>
                  <a:lnTo>
                    <a:pt x="19012" y="14024"/>
                  </a:lnTo>
                  <a:lnTo>
                    <a:pt x="18818" y="13845"/>
                  </a:lnTo>
                  <a:lnTo>
                    <a:pt x="18714" y="13740"/>
                  </a:lnTo>
                  <a:lnTo>
                    <a:pt x="18609" y="13740"/>
                  </a:lnTo>
                  <a:lnTo>
                    <a:pt x="18549" y="13726"/>
                  </a:lnTo>
                  <a:lnTo>
                    <a:pt x="18460" y="13726"/>
                  </a:lnTo>
                  <a:lnTo>
                    <a:pt x="18310" y="13681"/>
                  </a:lnTo>
                  <a:lnTo>
                    <a:pt x="18131" y="13487"/>
                  </a:lnTo>
                  <a:lnTo>
                    <a:pt x="18057" y="13382"/>
                  </a:lnTo>
                  <a:lnTo>
                    <a:pt x="18027" y="13322"/>
                  </a:lnTo>
                  <a:lnTo>
                    <a:pt x="17982" y="13277"/>
                  </a:lnTo>
                  <a:lnTo>
                    <a:pt x="17907" y="13173"/>
                  </a:lnTo>
                  <a:lnTo>
                    <a:pt x="17832" y="13009"/>
                  </a:lnTo>
                  <a:lnTo>
                    <a:pt x="17713" y="12785"/>
                  </a:lnTo>
                  <a:lnTo>
                    <a:pt x="17638" y="12620"/>
                  </a:lnTo>
                  <a:lnTo>
                    <a:pt x="17444" y="12352"/>
                  </a:lnTo>
                  <a:lnTo>
                    <a:pt x="17145" y="12038"/>
                  </a:lnTo>
                  <a:lnTo>
                    <a:pt x="17116" y="12008"/>
                  </a:lnTo>
                  <a:lnTo>
                    <a:pt x="17145" y="11963"/>
                  </a:lnTo>
                  <a:lnTo>
                    <a:pt x="17384" y="11590"/>
                  </a:lnTo>
                  <a:lnTo>
                    <a:pt x="17773" y="10978"/>
                  </a:lnTo>
                  <a:lnTo>
                    <a:pt x="17862" y="10828"/>
                  </a:lnTo>
                  <a:lnTo>
                    <a:pt x="17892" y="10589"/>
                  </a:lnTo>
                  <a:lnTo>
                    <a:pt x="17862" y="10515"/>
                  </a:lnTo>
                  <a:lnTo>
                    <a:pt x="17832" y="10410"/>
                  </a:lnTo>
                  <a:lnTo>
                    <a:pt x="17728" y="10291"/>
                  </a:lnTo>
                  <a:lnTo>
                    <a:pt x="17653" y="10216"/>
                  </a:lnTo>
                  <a:lnTo>
                    <a:pt x="17534" y="10186"/>
                  </a:lnTo>
                  <a:lnTo>
                    <a:pt x="17459" y="10171"/>
                  </a:lnTo>
                  <a:lnTo>
                    <a:pt x="17370" y="10171"/>
                  </a:lnTo>
                  <a:lnTo>
                    <a:pt x="17116" y="10156"/>
                  </a:lnTo>
                  <a:lnTo>
                    <a:pt x="16936" y="10111"/>
                  </a:lnTo>
                  <a:lnTo>
                    <a:pt x="16847" y="10037"/>
                  </a:lnTo>
                  <a:lnTo>
                    <a:pt x="16787" y="9753"/>
                  </a:lnTo>
                  <a:lnTo>
                    <a:pt x="16772" y="9618"/>
                  </a:lnTo>
                  <a:lnTo>
                    <a:pt x="16772" y="9604"/>
                  </a:lnTo>
                  <a:lnTo>
                    <a:pt x="16757" y="9544"/>
                  </a:lnTo>
                  <a:lnTo>
                    <a:pt x="16757" y="9469"/>
                  </a:lnTo>
                  <a:lnTo>
                    <a:pt x="16742" y="9320"/>
                  </a:lnTo>
                  <a:lnTo>
                    <a:pt x="16727" y="9155"/>
                  </a:lnTo>
                  <a:lnTo>
                    <a:pt x="16712" y="9066"/>
                  </a:lnTo>
                  <a:lnTo>
                    <a:pt x="16593" y="8737"/>
                  </a:lnTo>
                  <a:lnTo>
                    <a:pt x="16429" y="8289"/>
                  </a:lnTo>
                  <a:lnTo>
                    <a:pt x="16324" y="8065"/>
                  </a:lnTo>
                  <a:lnTo>
                    <a:pt x="16294" y="7961"/>
                  </a:lnTo>
                  <a:lnTo>
                    <a:pt x="16429" y="7737"/>
                  </a:lnTo>
                  <a:lnTo>
                    <a:pt x="16518" y="7647"/>
                  </a:lnTo>
                  <a:lnTo>
                    <a:pt x="16563" y="7587"/>
                  </a:lnTo>
                  <a:lnTo>
                    <a:pt x="16593" y="7557"/>
                  </a:lnTo>
                  <a:lnTo>
                    <a:pt x="16533" y="7543"/>
                  </a:lnTo>
                  <a:lnTo>
                    <a:pt x="16473" y="7543"/>
                  </a:lnTo>
                  <a:lnTo>
                    <a:pt x="16399" y="7528"/>
                  </a:lnTo>
                  <a:lnTo>
                    <a:pt x="16324" y="7513"/>
                  </a:lnTo>
                  <a:lnTo>
                    <a:pt x="16234" y="7483"/>
                  </a:lnTo>
                  <a:lnTo>
                    <a:pt x="16175" y="7378"/>
                  </a:lnTo>
                  <a:lnTo>
                    <a:pt x="16160" y="7304"/>
                  </a:lnTo>
                  <a:lnTo>
                    <a:pt x="16160" y="7274"/>
                  </a:lnTo>
                  <a:lnTo>
                    <a:pt x="16160" y="7244"/>
                  </a:lnTo>
                  <a:lnTo>
                    <a:pt x="16145" y="7184"/>
                  </a:lnTo>
                  <a:lnTo>
                    <a:pt x="16130" y="7080"/>
                  </a:lnTo>
                  <a:lnTo>
                    <a:pt x="16085" y="6870"/>
                  </a:lnTo>
                  <a:lnTo>
                    <a:pt x="16055" y="6721"/>
                  </a:lnTo>
                  <a:lnTo>
                    <a:pt x="16085" y="6632"/>
                  </a:lnTo>
                  <a:lnTo>
                    <a:pt x="16234" y="6557"/>
                  </a:lnTo>
                  <a:lnTo>
                    <a:pt x="16324" y="6542"/>
                  </a:lnTo>
                  <a:lnTo>
                    <a:pt x="16354" y="6542"/>
                  </a:lnTo>
                  <a:lnTo>
                    <a:pt x="16384" y="6527"/>
                  </a:lnTo>
                  <a:lnTo>
                    <a:pt x="16354" y="6512"/>
                  </a:lnTo>
                  <a:lnTo>
                    <a:pt x="16324" y="6497"/>
                  </a:lnTo>
                  <a:lnTo>
                    <a:pt x="16279" y="6452"/>
                  </a:lnTo>
                  <a:lnTo>
                    <a:pt x="16234" y="6407"/>
                  </a:lnTo>
                  <a:lnTo>
                    <a:pt x="16205" y="6363"/>
                  </a:lnTo>
                  <a:lnTo>
                    <a:pt x="16205" y="6333"/>
                  </a:lnTo>
                  <a:lnTo>
                    <a:pt x="16205" y="6288"/>
                  </a:lnTo>
                  <a:lnTo>
                    <a:pt x="16234" y="6258"/>
                  </a:lnTo>
                  <a:lnTo>
                    <a:pt x="16264" y="6228"/>
                  </a:lnTo>
                  <a:lnTo>
                    <a:pt x="16294" y="6213"/>
                  </a:lnTo>
                  <a:lnTo>
                    <a:pt x="16339" y="6183"/>
                  </a:lnTo>
                  <a:lnTo>
                    <a:pt x="16354" y="6169"/>
                  </a:lnTo>
                  <a:lnTo>
                    <a:pt x="16384" y="6124"/>
                  </a:lnTo>
                  <a:lnTo>
                    <a:pt x="16399" y="6094"/>
                  </a:lnTo>
                  <a:lnTo>
                    <a:pt x="16414" y="6049"/>
                  </a:lnTo>
                  <a:lnTo>
                    <a:pt x="16429" y="5974"/>
                  </a:lnTo>
                  <a:lnTo>
                    <a:pt x="16429" y="5930"/>
                  </a:lnTo>
                  <a:lnTo>
                    <a:pt x="16444" y="5885"/>
                  </a:lnTo>
                  <a:lnTo>
                    <a:pt x="16444" y="5810"/>
                  </a:lnTo>
                  <a:lnTo>
                    <a:pt x="16444" y="5750"/>
                  </a:lnTo>
                  <a:lnTo>
                    <a:pt x="16444" y="5691"/>
                  </a:lnTo>
                  <a:lnTo>
                    <a:pt x="16444" y="5616"/>
                  </a:lnTo>
                  <a:lnTo>
                    <a:pt x="16429" y="5556"/>
                  </a:lnTo>
                  <a:lnTo>
                    <a:pt x="16414" y="5511"/>
                  </a:lnTo>
                  <a:lnTo>
                    <a:pt x="16384" y="5437"/>
                  </a:lnTo>
                  <a:lnTo>
                    <a:pt x="16399" y="5317"/>
                  </a:lnTo>
                  <a:lnTo>
                    <a:pt x="16444" y="5258"/>
                  </a:lnTo>
                  <a:lnTo>
                    <a:pt x="16458" y="5243"/>
                  </a:lnTo>
                  <a:lnTo>
                    <a:pt x="16458" y="5228"/>
                  </a:lnTo>
                  <a:lnTo>
                    <a:pt x="16488" y="5093"/>
                  </a:lnTo>
                  <a:lnTo>
                    <a:pt x="16473" y="4959"/>
                  </a:lnTo>
                  <a:lnTo>
                    <a:pt x="16458" y="4929"/>
                  </a:lnTo>
                  <a:lnTo>
                    <a:pt x="16429" y="4869"/>
                  </a:lnTo>
                  <a:lnTo>
                    <a:pt x="16369" y="4720"/>
                  </a:lnTo>
                  <a:lnTo>
                    <a:pt x="16309" y="4615"/>
                  </a:lnTo>
                  <a:lnTo>
                    <a:pt x="16279" y="4511"/>
                  </a:lnTo>
                  <a:lnTo>
                    <a:pt x="16309" y="4451"/>
                  </a:lnTo>
                  <a:lnTo>
                    <a:pt x="16324" y="4421"/>
                  </a:lnTo>
                  <a:lnTo>
                    <a:pt x="16339" y="4391"/>
                  </a:lnTo>
                  <a:lnTo>
                    <a:pt x="16339" y="4346"/>
                  </a:lnTo>
                  <a:lnTo>
                    <a:pt x="16294" y="4287"/>
                  </a:lnTo>
                  <a:lnTo>
                    <a:pt x="16264" y="4257"/>
                  </a:lnTo>
                  <a:lnTo>
                    <a:pt x="16234" y="4197"/>
                  </a:lnTo>
                  <a:lnTo>
                    <a:pt x="16175" y="4048"/>
                  </a:lnTo>
                  <a:lnTo>
                    <a:pt x="16190" y="3928"/>
                  </a:lnTo>
                  <a:lnTo>
                    <a:pt x="16205" y="3869"/>
                  </a:lnTo>
                  <a:lnTo>
                    <a:pt x="16205" y="3809"/>
                  </a:lnTo>
                  <a:lnTo>
                    <a:pt x="16010" y="3779"/>
                  </a:lnTo>
                  <a:lnTo>
                    <a:pt x="15712" y="3809"/>
                  </a:lnTo>
                  <a:lnTo>
                    <a:pt x="15577" y="3824"/>
                  </a:lnTo>
                  <a:lnTo>
                    <a:pt x="15488" y="3824"/>
                  </a:lnTo>
                  <a:lnTo>
                    <a:pt x="15398" y="3809"/>
                  </a:lnTo>
                  <a:lnTo>
                    <a:pt x="15279" y="3659"/>
                  </a:lnTo>
                  <a:lnTo>
                    <a:pt x="15234" y="3555"/>
                  </a:lnTo>
                  <a:lnTo>
                    <a:pt x="15174" y="3450"/>
                  </a:lnTo>
                  <a:lnTo>
                    <a:pt x="15114" y="3361"/>
                  </a:lnTo>
                  <a:lnTo>
                    <a:pt x="14980" y="3271"/>
                  </a:lnTo>
                  <a:lnTo>
                    <a:pt x="14846" y="3241"/>
                  </a:lnTo>
                  <a:lnTo>
                    <a:pt x="14786" y="3226"/>
                  </a:lnTo>
                  <a:lnTo>
                    <a:pt x="14696" y="3197"/>
                  </a:lnTo>
                  <a:lnTo>
                    <a:pt x="14577" y="3137"/>
                  </a:lnTo>
                  <a:lnTo>
                    <a:pt x="14487" y="3032"/>
                  </a:lnTo>
                  <a:lnTo>
                    <a:pt x="14427" y="2913"/>
                  </a:lnTo>
                  <a:lnTo>
                    <a:pt x="14353" y="2748"/>
                  </a:lnTo>
                  <a:lnTo>
                    <a:pt x="14263" y="2659"/>
                  </a:lnTo>
                  <a:lnTo>
                    <a:pt x="14084" y="2599"/>
                  </a:lnTo>
                  <a:lnTo>
                    <a:pt x="13785" y="2539"/>
                  </a:lnTo>
                  <a:lnTo>
                    <a:pt x="13591" y="2554"/>
                  </a:lnTo>
                  <a:lnTo>
                    <a:pt x="13457" y="2584"/>
                  </a:lnTo>
                  <a:lnTo>
                    <a:pt x="13337" y="2554"/>
                  </a:lnTo>
                  <a:lnTo>
                    <a:pt x="13248" y="2495"/>
                  </a:lnTo>
                  <a:lnTo>
                    <a:pt x="13173" y="2390"/>
                  </a:lnTo>
                  <a:lnTo>
                    <a:pt x="13023" y="2300"/>
                  </a:lnTo>
                  <a:lnTo>
                    <a:pt x="12785" y="2256"/>
                  </a:lnTo>
                  <a:lnTo>
                    <a:pt x="12620" y="2226"/>
                  </a:lnTo>
                  <a:lnTo>
                    <a:pt x="12531" y="2196"/>
                  </a:lnTo>
                  <a:lnTo>
                    <a:pt x="12381" y="2076"/>
                  </a:lnTo>
                  <a:lnTo>
                    <a:pt x="12336" y="1957"/>
                  </a:lnTo>
                  <a:lnTo>
                    <a:pt x="12336" y="1927"/>
                  </a:lnTo>
                  <a:lnTo>
                    <a:pt x="12322" y="1912"/>
                  </a:lnTo>
                  <a:lnTo>
                    <a:pt x="12307" y="1867"/>
                  </a:lnTo>
                  <a:lnTo>
                    <a:pt x="12277" y="1837"/>
                  </a:lnTo>
                  <a:lnTo>
                    <a:pt x="12247" y="1823"/>
                  </a:lnTo>
                  <a:lnTo>
                    <a:pt x="12232" y="1808"/>
                  </a:lnTo>
                  <a:lnTo>
                    <a:pt x="12217" y="1823"/>
                  </a:lnTo>
                  <a:lnTo>
                    <a:pt x="12202" y="1852"/>
                  </a:lnTo>
                  <a:lnTo>
                    <a:pt x="12157" y="1897"/>
                  </a:lnTo>
                  <a:lnTo>
                    <a:pt x="12098" y="1942"/>
                  </a:lnTo>
                  <a:lnTo>
                    <a:pt x="11993" y="1927"/>
                  </a:lnTo>
                  <a:lnTo>
                    <a:pt x="11903" y="1852"/>
                  </a:lnTo>
                  <a:lnTo>
                    <a:pt x="11903" y="1837"/>
                  </a:lnTo>
                  <a:lnTo>
                    <a:pt x="11888" y="1823"/>
                  </a:lnTo>
                  <a:lnTo>
                    <a:pt x="11874" y="1808"/>
                  </a:lnTo>
                  <a:lnTo>
                    <a:pt x="11799" y="1808"/>
                  </a:lnTo>
                  <a:lnTo>
                    <a:pt x="11709" y="1793"/>
                  </a:lnTo>
                  <a:lnTo>
                    <a:pt x="11635" y="1808"/>
                  </a:lnTo>
                  <a:lnTo>
                    <a:pt x="11590" y="1808"/>
                  </a:lnTo>
                  <a:lnTo>
                    <a:pt x="11560" y="1837"/>
                  </a:lnTo>
                  <a:lnTo>
                    <a:pt x="11560" y="1852"/>
                  </a:lnTo>
                  <a:lnTo>
                    <a:pt x="11545" y="1882"/>
                  </a:lnTo>
                  <a:lnTo>
                    <a:pt x="11545" y="1942"/>
                  </a:lnTo>
                  <a:lnTo>
                    <a:pt x="11515" y="2017"/>
                  </a:lnTo>
                  <a:lnTo>
                    <a:pt x="11455" y="2076"/>
                  </a:lnTo>
                  <a:lnTo>
                    <a:pt x="11425" y="2076"/>
                  </a:lnTo>
                  <a:lnTo>
                    <a:pt x="11381" y="2076"/>
                  </a:lnTo>
                  <a:lnTo>
                    <a:pt x="11276" y="2076"/>
                  </a:lnTo>
                  <a:lnTo>
                    <a:pt x="10918" y="2047"/>
                  </a:lnTo>
                  <a:lnTo>
                    <a:pt x="10649" y="2061"/>
                  </a:lnTo>
                  <a:lnTo>
                    <a:pt x="10514" y="2121"/>
                  </a:lnTo>
                  <a:lnTo>
                    <a:pt x="10380" y="2256"/>
                  </a:lnTo>
                  <a:lnTo>
                    <a:pt x="10261" y="2375"/>
                  </a:lnTo>
                  <a:lnTo>
                    <a:pt x="10231" y="2450"/>
                  </a:lnTo>
                  <a:lnTo>
                    <a:pt x="10231" y="2495"/>
                  </a:lnTo>
                  <a:lnTo>
                    <a:pt x="10231" y="2539"/>
                  </a:lnTo>
                  <a:lnTo>
                    <a:pt x="10231" y="2629"/>
                  </a:lnTo>
                  <a:lnTo>
                    <a:pt x="10186" y="2734"/>
                  </a:lnTo>
                  <a:lnTo>
                    <a:pt x="10111" y="2823"/>
                  </a:lnTo>
                  <a:lnTo>
                    <a:pt x="10037" y="2823"/>
                  </a:lnTo>
                  <a:lnTo>
                    <a:pt x="10007" y="2823"/>
                  </a:lnTo>
                  <a:lnTo>
                    <a:pt x="9962" y="2823"/>
                  </a:lnTo>
                  <a:lnTo>
                    <a:pt x="9917" y="2838"/>
                  </a:lnTo>
                  <a:lnTo>
                    <a:pt x="9887" y="2868"/>
                  </a:lnTo>
                  <a:lnTo>
                    <a:pt x="9842" y="2898"/>
                  </a:lnTo>
                  <a:lnTo>
                    <a:pt x="9753" y="2928"/>
                  </a:lnTo>
                  <a:lnTo>
                    <a:pt x="9588" y="2987"/>
                  </a:lnTo>
                  <a:lnTo>
                    <a:pt x="9469" y="2987"/>
                  </a:lnTo>
                  <a:lnTo>
                    <a:pt x="9454" y="2987"/>
                  </a:lnTo>
                  <a:lnTo>
                    <a:pt x="9484" y="3047"/>
                  </a:lnTo>
                  <a:lnTo>
                    <a:pt x="9514" y="3122"/>
                  </a:lnTo>
                  <a:lnTo>
                    <a:pt x="9544" y="3167"/>
                  </a:lnTo>
                  <a:lnTo>
                    <a:pt x="9559" y="3197"/>
                  </a:lnTo>
                  <a:lnTo>
                    <a:pt x="9603" y="3271"/>
                  </a:lnTo>
                  <a:lnTo>
                    <a:pt x="9633" y="3376"/>
                  </a:lnTo>
                  <a:lnTo>
                    <a:pt x="9633" y="3465"/>
                  </a:lnTo>
                  <a:lnTo>
                    <a:pt x="9633" y="3540"/>
                  </a:lnTo>
                  <a:lnTo>
                    <a:pt x="9603" y="3645"/>
                  </a:lnTo>
                  <a:lnTo>
                    <a:pt x="9559" y="3659"/>
                  </a:lnTo>
                  <a:lnTo>
                    <a:pt x="9484" y="3659"/>
                  </a:lnTo>
                  <a:lnTo>
                    <a:pt x="9379" y="3615"/>
                  </a:lnTo>
                  <a:lnTo>
                    <a:pt x="9305" y="3585"/>
                  </a:lnTo>
                  <a:lnTo>
                    <a:pt x="9245" y="3525"/>
                  </a:lnTo>
                  <a:lnTo>
                    <a:pt x="9215" y="3495"/>
                  </a:lnTo>
                  <a:lnTo>
                    <a:pt x="9096" y="3480"/>
                  </a:lnTo>
                  <a:lnTo>
                    <a:pt x="8991" y="3510"/>
                  </a:lnTo>
                  <a:lnTo>
                    <a:pt x="8976" y="3510"/>
                  </a:lnTo>
                  <a:lnTo>
                    <a:pt x="8737" y="3585"/>
                  </a:lnTo>
                  <a:lnTo>
                    <a:pt x="8513" y="3659"/>
                  </a:lnTo>
                  <a:lnTo>
                    <a:pt x="8424" y="3689"/>
                  </a:lnTo>
                  <a:lnTo>
                    <a:pt x="8379" y="3704"/>
                  </a:lnTo>
                  <a:lnTo>
                    <a:pt x="8349" y="3719"/>
                  </a:lnTo>
                  <a:lnTo>
                    <a:pt x="8170" y="3779"/>
                  </a:lnTo>
                  <a:lnTo>
                    <a:pt x="7871" y="3839"/>
                  </a:lnTo>
                  <a:lnTo>
                    <a:pt x="7677" y="3854"/>
                  </a:lnTo>
                  <a:lnTo>
                    <a:pt x="7602" y="3839"/>
                  </a:lnTo>
                  <a:lnTo>
                    <a:pt x="7542" y="3824"/>
                  </a:lnTo>
                  <a:lnTo>
                    <a:pt x="7408" y="3809"/>
                  </a:lnTo>
                  <a:lnTo>
                    <a:pt x="7229" y="3794"/>
                  </a:lnTo>
                  <a:lnTo>
                    <a:pt x="7094" y="3764"/>
                  </a:lnTo>
                  <a:lnTo>
                    <a:pt x="6990" y="3734"/>
                  </a:lnTo>
                  <a:lnTo>
                    <a:pt x="6885" y="3689"/>
                  </a:lnTo>
                  <a:lnTo>
                    <a:pt x="6826" y="3659"/>
                  </a:lnTo>
                  <a:lnTo>
                    <a:pt x="6751" y="3630"/>
                  </a:lnTo>
                  <a:lnTo>
                    <a:pt x="6467" y="3495"/>
                  </a:lnTo>
                  <a:lnTo>
                    <a:pt x="6333" y="3406"/>
                  </a:lnTo>
                  <a:lnTo>
                    <a:pt x="6303" y="3376"/>
                  </a:lnTo>
                  <a:lnTo>
                    <a:pt x="6258" y="3331"/>
                  </a:lnTo>
                  <a:lnTo>
                    <a:pt x="6109" y="3197"/>
                  </a:lnTo>
                  <a:lnTo>
                    <a:pt x="5989" y="3032"/>
                  </a:lnTo>
                  <a:lnTo>
                    <a:pt x="5959" y="2987"/>
                  </a:lnTo>
                  <a:lnTo>
                    <a:pt x="5944" y="2958"/>
                  </a:lnTo>
                  <a:lnTo>
                    <a:pt x="5915" y="2868"/>
                  </a:lnTo>
                  <a:lnTo>
                    <a:pt x="5795" y="2823"/>
                  </a:lnTo>
                  <a:lnTo>
                    <a:pt x="5676" y="2793"/>
                  </a:lnTo>
                  <a:lnTo>
                    <a:pt x="5526" y="2793"/>
                  </a:lnTo>
                  <a:lnTo>
                    <a:pt x="5302" y="2808"/>
                  </a:lnTo>
                  <a:lnTo>
                    <a:pt x="5108" y="2763"/>
                  </a:lnTo>
                  <a:lnTo>
                    <a:pt x="4959" y="2674"/>
                  </a:lnTo>
                  <a:lnTo>
                    <a:pt x="4824" y="2524"/>
                  </a:lnTo>
                  <a:lnTo>
                    <a:pt x="4735" y="2375"/>
                  </a:lnTo>
                  <a:lnTo>
                    <a:pt x="4645" y="2166"/>
                  </a:lnTo>
                  <a:lnTo>
                    <a:pt x="4555" y="1897"/>
                  </a:lnTo>
                  <a:lnTo>
                    <a:pt x="4541" y="1733"/>
                  </a:lnTo>
                  <a:lnTo>
                    <a:pt x="4541" y="1718"/>
                  </a:lnTo>
                  <a:lnTo>
                    <a:pt x="4541" y="1688"/>
                  </a:lnTo>
                  <a:lnTo>
                    <a:pt x="4541" y="1673"/>
                  </a:lnTo>
                  <a:lnTo>
                    <a:pt x="4541" y="1673"/>
                  </a:lnTo>
                  <a:lnTo>
                    <a:pt x="4526" y="1658"/>
                  </a:lnTo>
                  <a:lnTo>
                    <a:pt x="4511" y="1658"/>
                  </a:lnTo>
                  <a:lnTo>
                    <a:pt x="4481" y="1673"/>
                  </a:lnTo>
                  <a:lnTo>
                    <a:pt x="4436" y="1688"/>
                  </a:lnTo>
                  <a:lnTo>
                    <a:pt x="4406" y="1688"/>
                  </a:lnTo>
                  <a:lnTo>
                    <a:pt x="4391" y="1703"/>
                  </a:lnTo>
                  <a:lnTo>
                    <a:pt x="4331" y="1703"/>
                  </a:lnTo>
                  <a:lnTo>
                    <a:pt x="4242" y="1613"/>
                  </a:lnTo>
                  <a:lnTo>
                    <a:pt x="4197" y="1554"/>
                  </a:lnTo>
                  <a:lnTo>
                    <a:pt x="4167" y="1494"/>
                  </a:lnTo>
                  <a:lnTo>
                    <a:pt x="4137" y="1449"/>
                  </a:lnTo>
                  <a:lnTo>
                    <a:pt x="4092" y="1419"/>
                  </a:lnTo>
                  <a:lnTo>
                    <a:pt x="4048" y="1389"/>
                  </a:lnTo>
                  <a:lnTo>
                    <a:pt x="3973" y="1360"/>
                  </a:lnTo>
                  <a:lnTo>
                    <a:pt x="3898" y="1300"/>
                  </a:lnTo>
                  <a:lnTo>
                    <a:pt x="3824" y="1225"/>
                  </a:lnTo>
                  <a:lnTo>
                    <a:pt x="3764" y="1195"/>
                  </a:lnTo>
                  <a:lnTo>
                    <a:pt x="3749" y="1180"/>
                  </a:lnTo>
                  <a:lnTo>
                    <a:pt x="3734" y="1165"/>
                  </a:lnTo>
                  <a:lnTo>
                    <a:pt x="3674" y="1136"/>
                  </a:lnTo>
                  <a:lnTo>
                    <a:pt x="3644" y="1076"/>
                  </a:lnTo>
                  <a:lnTo>
                    <a:pt x="3630" y="1031"/>
                  </a:lnTo>
                  <a:lnTo>
                    <a:pt x="3615" y="1001"/>
                  </a:lnTo>
                  <a:lnTo>
                    <a:pt x="3630" y="956"/>
                  </a:lnTo>
                  <a:lnTo>
                    <a:pt x="3644" y="926"/>
                  </a:lnTo>
                  <a:lnTo>
                    <a:pt x="3689" y="897"/>
                  </a:lnTo>
                  <a:lnTo>
                    <a:pt x="3734" y="882"/>
                  </a:lnTo>
                  <a:lnTo>
                    <a:pt x="3809" y="867"/>
                  </a:lnTo>
                  <a:lnTo>
                    <a:pt x="3868" y="852"/>
                  </a:lnTo>
                  <a:lnTo>
                    <a:pt x="3868" y="837"/>
                  </a:lnTo>
                  <a:lnTo>
                    <a:pt x="3868" y="822"/>
                  </a:lnTo>
                  <a:lnTo>
                    <a:pt x="3839" y="792"/>
                  </a:lnTo>
                  <a:lnTo>
                    <a:pt x="3809" y="762"/>
                  </a:lnTo>
                  <a:lnTo>
                    <a:pt x="3749" y="717"/>
                  </a:lnTo>
                  <a:lnTo>
                    <a:pt x="3719" y="643"/>
                  </a:lnTo>
                  <a:lnTo>
                    <a:pt x="3704" y="568"/>
                  </a:lnTo>
                  <a:lnTo>
                    <a:pt x="3719" y="508"/>
                  </a:lnTo>
                  <a:lnTo>
                    <a:pt x="3749" y="434"/>
                  </a:lnTo>
                  <a:lnTo>
                    <a:pt x="3824" y="389"/>
                  </a:lnTo>
                  <a:lnTo>
                    <a:pt x="3839" y="374"/>
                  </a:lnTo>
                  <a:lnTo>
                    <a:pt x="3854" y="374"/>
                  </a:lnTo>
                  <a:lnTo>
                    <a:pt x="3854" y="374"/>
                  </a:lnTo>
                  <a:lnTo>
                    <a:pt x="3839" y="344"/>
                  </a:lnTo>
                  <a:lnTo>
                    <a:pt x="3749" y="269"/>
                  </a:lnTo>
                  <a:lnTo>
                    <a:pt x="3480" y="60"/>
                  </a:lnTo>
                  <a:lnTo>
                    <a:pt x="3316" y="180"/>
                  </a:lnTo>
                  <a:lnTo>
                    <a:pt x="3077" y="359"/>
                  </a:lnTo>
                  <a:lnTo>
                    <a:pt x="2957" y="463"/>
                  </a:lnTo>
                  <a:lnTo>
                    <a:pt x="2793" y="628"/>
                  </a:lnTo>
                  <a:lnTo>
                    <a:pt x="2539" y="897"/>
                  </a:lnTo>
                  <a:lnTo>
                    <a:pt x="2360" y="1016"/>
                  </a:lnTo>
                  <a:lnTo>
                    <a:pt x="2270" y="1046"/>
                  </a:lnTo>
                  <a:lnTo>
                    <a:pt x="2196" y="1076"/>
                  </a:lnTo>
                  <a:lnTo>
                    <a:pt x="2091" y="1121"/>
                  </a:lnTo>
                  <a:lnTo>
                    <a:pt x="2002" y="1150"/>
                  </a:lnTo>
                  <a:lnTo>
                    <a:pt x="1867" y="1150"/>
                  </a:lnTo>
                  <a:lnTo>
                    <a:pt x="1748" y="1076"/>
                  </a:lnTo>
                  <a:lnTo>
                    <a:pt x="1718" y="1061"/>
                  </a:lnTo>
                  <a:lnTo>
                    <a:pt x="1703" y="1046"/>
                  </a:lnTo>
                  <a:lnTo>
                    <a:pt x="1643" y="1031"/>
                  </a:lnTo>
                  <a:lnTo>
                    <a:pt x="1569" y="1016"/>
                  </a:lnTo>
                  <a:lnTo>
                    <a:pt x="1464" y="1001"/>
                  </a:lnTo>
                  <a:lnTo>
                    <a:pt x="1359" y="941"/>
                  </a:lnTo>
                  <a:lnTo>
                    <a:pt x="1330" y="911"/>
                  </a:lnTo>
                  <a:lnTo>
                    <a:pt x="1285" y="867"/>
                  </a:lnTo>
                  <a:lnTo>
                    <a:pt x="1210" y="792"/>
                  </a:lnTo>
                  <a:lnTo>
                    <a:pt x="1120" y="732"/>
                  </a:lnTo>
                  <a:lnTo>
                    <a:pt x="762" y="404"/>
                  </a:lnTo>
                  <a:lnTo>
                    <a:pt x="419" y="0"/>
                  </a:lnTo>
                  <a:lnTo>
                    <a:pt x="389" y="0"/>
                  </a:lnTo>
                  <a:lnTo>
                    <a:pt x="374" y="0"/>
                  </a:lnTo>
                  <a:lnTo>
                    <a:pt x="374" y="15"/>
                  </a:lnTo>
                  <a:lnTo>
                    <a:pt x="374" y="30"/>
                  </a:lnTo>
                  <a:lnTo>
                    <a:pt x="374" y="75"/>
                  </a:lnTo>
                  <a:lnTo>
                    <a:pt x="374" y="135"/>
                  </a:lnTo>
                  <a:lnTo>
                    <a:pt x="389" y="269"/>
                  </a:lnTo>
                  <a:lnTo>
                    <a:pt x="359" y="359"/>
                  </a:lnTo>
                  <a:lnTo>
                    <a:pt x="314" y="404"/>
                  </a:lnTo>
                  <a:lnTo>
                    <a:pt x="269" y="419"/>
                  </a:lnTo>
                  <a:lnTo>
                    <a:pt x="224" y="434"/>
                  </a:lnTo>
                  <a:lnTo>
                    <a:pt x="165" y="419"/>
                  </a:lnTo>
                  <a:lnTo>
                    <a:pt x="90" y="434"/>
                  </a:lnTo>
                  <a:lnTo>
                    <a:pt x="0" y="449"/>
                  </a:lnTo>
                  <a:lnTo>
                    <a:pt x="0" y="449"/>
                  </a:lnTo>
                  <a:lnTo>
                    <a:pt x="0" y="449"/>
                  </a:lnTo>
                  <a:lnTo>
                    <a:pt x="0" y="449"/>
                  </a:lnTo>
                  <a:lnTo>
                    <a:pt x="15" y="463"/>
                  </a:lnTo>
                  <a:lnTo>
                    <a:pt x="60" y="493"/>
                  </a:lnTo>
                  <a:lnTo>
                    <a:pt x="120" y="568"/>
                  </a:lnTo>
                  <a:lnTo>
                    <a:pt x="195" y="702"/>
                  </a:lnTo>
                  <a:lnTo>
                    <a:pt x="209" y="822"/>
                  </a:lnTo>
                  <a:lnTo>
                    <a:pt x="224" y="882"/>
                  </a:lnTo>
                  <a:lnTo>
                    <a:pt x="254" y="941"/>
                  </a:lnTo>
                  <a:lnTo>
                    <a:pt x="284" y="1001"/>
                  </a:lnTo>
                  <a:lnTo>
                    <a:pt x="314" y="1046"/>
                  </a:lnTo>
                  <a:lnTo>
                    <a:pt x="344" y="1076"/>
                  </a:lnTo>
                  <a:lnTo>
                    <a:pt x="359" y="1136"/>
                  </a:lnTo>
                  <a:lnTo>
                    <a:pt x="374" y="1180"/>
                  </a:lnTo>
                  <a:lnTo>
                    <a:pt x="374" y="1240"/>
                  </a:lnTo>
                  <a:lnTo>
                    <a:pt x="374" y="1270"/>
                  </a:lnTo>
                  <a:lnTo>
                    <a:pt x="374" y="1300"/>
                  </a:lnTo>
                  <a:lnTo>
                    <a:pt x="344" y="1389"/>
                  </a:lnTo>
                  <a:lnTo>
                    <a:pt x="374" y="1464"/>
                  </a:lnTo>
                  <a:lnTo>
                    <a:pt x="404" y="1494"/>
                  </a:lnTo>
                  <a:lnTo>
                    <a:pt x="448" y="1524"/>
                  </a:lnTo>
                  <a:lnTo>
                    <a:pt x="493" y="1569"/>
                  </a:lnTo>
                  <a:lnTo>
                    <a:pt x="553" y="1688"/>
                  </a:lnTo>
                  <a:lnTo>
                    <a:pt x="553" y="1763"/>
                  </a:lnTo>
                  <a:lnTo>
                    <a:pt x="538" y="1793"/>
                  </a:lnTo>
                  <a:lnTo>
                    <a:pt x="508" y="1837"/>
                  </a:lnTo>
                  <a:lnTo>
                    <a:pt x="433" y="2032"/>
                  </a:lnTo>
                  <a:lnTo>
                    <a:pt x="448" y="2166"/>
                  </a:lnTo>
                  <a:lnTo>
                    <a:pt x="493" y="2196"/>
                  </a:lnTo>
                  <a:lnTo>
                    <a:pt x="538" y="2211"/>
                  </a:lnTo>
                  <a:lnTo>
                    <a:pt x="613" y="2256"/>
                  </a:lnTo>
                  <a:lnTo>
                    <a:pt x="747" y="2375"/>
                  </a:lnTo>
                  <a:lnTo>
                    <a:pt x="777" y="2450"/>
                  </a:lnTo>
                  <a:lnTo>
                    <a:pt x="792" y="2524"/>
                  </a:lnTo>
                  <a:lnTo>
                    <a:pt x="792" y="2584"/>
                  </a:lnTo>
                  <a:lnTo>
                    <a:pt x="792" y="2704"/>
                  </a:lnTo>
                  <a:lnTo>
                    <a:pt x="867" y="2778"/>
                  </a:lnTo>
                  <a:lnTo>
                    <a:pt x="911" y="2808"/>
                  </a:lnTo>
                  <a:lnTo>
                    <a:pt x="941" y="2823"/>
                  </a:lnTo>
                  <a:lnTo>
                    <a:pt x="1001" y="2853"/>
                  </a:lnTo>
                  <a:lnTo>
                    <a:pt x="1061" y="2913"/>
                  </a:lnTo>
                  <a:lnTo>
                    <a:pt x="1076" y="2987"/>
                  </a:lnTo>
                  <a:lnTo>
                    <a:pt x="1076" y="3092"/>
                  </a:lnTo>
                  <a:lnTo>
                    <a:pt x="1091" y="3167"/>
                  </a:lnTo>
                  <a:lnTo>
                    <a:pt x="1120" y="3256"/>
                  </a:lnTo>
                  <a:lnTo>
                    <a:pt x="1135" y="3286"/>
                  </a:lnTo>
                  <a:lnTo>
                    <a:pt x="1180" y="3361"/>
                  </a:lnTo>
                  <a:lnTo>
                    <a:pt x="1165" y="3435"/>
                  </a:lnTo>
                  <a:lnTo>
                    <a:pt x="1165" y="3480"/>
                  </a:lnTo>
                  <a:lnTo>
                    <a:pt x="1165" y="3510"/>
                  </a:lnTo>
                  <a:lnTo>
                    <a:pt x="1195" y="3525"/>
                  </a:lnTo>
                  <a:lnTo>
                    <a:pt x="1225" y="3540"/>
                  </a:lnTo>
                  <a:lnTo>
                    <a:pt x="1315" y="3555"/>
                  </a:lnTo>
                  <a:lnTo>
                    <a:pt x="1359" y="3645"/>
                  </a:lnTo>
                  <a:lnTo>
                    <a:pt x="1359" y="3689"/>
                  </a:lnTo>
                  <a:lnTo>
                    <a:pt x="1359" y="3734"/>
                  </a:lnTo>
                  <a:lnTo>
                    <a:pt x="1359" y="3913"/>
                  </a:lnTo>
                  <a:lnTo>
                    <a:pt x="1374" y="3958"/>
                  </a:lnTo>
                  <a:lnTo>
                    <a:pt x="1404" y="3958"/>
                  </a:lnTo>
                  <a:lnTo>
                    <a:pt x="1449" y="3973"/>
                  </a:lnTo>
                  <a:lnTo>
                    <a:pt x="1509" y="3988"/>
                  </a:lnTo>
                  <a:lnTo>
                    <a:pt x="1613" y="4063"/>
                  </a:lnTo>
                  <a:lnTo>
                    <a:pt x="1628" y="4122"/>
                  </a:lnTo>
                  <a:lnTo>
                    <a:pt x="1628" y="4137"/>
                  </a:lnTo>
                  <a:lnTo>
                    <a:pt x="1628" y="4167"/>
                  </a:lnTo>
                  <a:lnTo>
                    <a:pt x="1643" y="4346"/>
                  </a:lnTo>
                  <a:lnTo>
                    <a:pt x="1733" y="4496"/>
                  </a:lnTo>
                  <a:lnTo>
                    <a:pt x="1793" y="4511"/>
                  </a:lnTo>
                  <a:lnTo>
                    <a:pt x="1837" y="4496"/>
                  </a:lnTo>
                  <a:lnTo>
                    <a:pt x="1882" y="4496"/>
                  </a:lnTo>
                  <a:lnTo>
                    <a:pt x="1987" y="4511"/>
                  </a:lnTo>
                  <a:lnTo>
                    <a:pt x="2017" y="4571"/>
                  </a:lnTo>
                  <a:lnTo>
                    <a:pt x="2046" y="4630"/>
                  </a:lnTo>
                  <a:lnTo>
                    <a:pt x="2061" y="4690"/>
                  </a:lnTo>
                  <a:lnTo>
                    <a:pt x="2091" y="4750"/>
                  </a:lnTo>
                  <a:lnTo>
                    <a:pt x="2106" y="4750"/>
                  </a:lnTo>
                  <a:lnTo>
                    <a:pt x="2136" y="4735"/>
                  </a:lnTo>
                  <a:lnTo>
                    <a:pt x="2166" y="4720"/>
                  </a:lnTo>
                  <a:lnTo>
                    <a:pt x="2226" y="4705"/>
                  </a:lnTo>
                  <a:lnTo>
                    <a:pt x="2360" y="4690"/>
                  </a:lnTo>
                  <a:lnTo>
                    <a:pt x="2494" y="4690"/>
                  </a:lnTo>
                  <a:lnTo>
                    <a:pt x="2584" y="4705"/>
                  </a:lnTo>
                  <a:lnTo>
                    <a:pt x="2599" y="4720"/>
                  </a:lnTo>
                  <a:lnTo>
                    <a:pt x="2629" y="4720"/>
                  </a:lnTo>
                  <a:lnTo>
                    <a:pt x="2644" y="4765"/>
                  </a:lnTo>
                  <a:lnTo>
                    <a:pt x="2644" y="4809"/>
                  </a:lnTo>
                  <a:lnTo>
                    <a:pt x="2629" y="4824"/>
                  </a:lnTo>
                  <a:lnTo>
                    <a:pt x="2599" y="4854"/>
                  </a:lnTo>
                  <a:lnTo>
                    <a:pt x="2584" y="4854"/>
                  </a:lnTo>
                  <a:lnTo>
                    <a:pt x="2554" y="4884"/>
                  </a:lnTo>
                  <a:lnTo>
                    <a:pt x="2390" y="4959"/>
                  </a:lnTo>
                  <a:lnTo>
                    <a:pt x="2345" y="5063"/>
                  </a:lnTo>
                  <a:lnTo>
                    <a:pt x="2375" y="5138"/>
                  </a:lnTo>
                  <a:lnTo>
                    <a:pt x="2435" y="5213"/>
                  </a:lnTo>
                  <a:lnTo>
                    <a:pt x="2494" y="5317"/>
                  </a:lnTo>
                  <a:lnTo>
                    <a:pt x="2569" y="5496"/>
                  </a:lnTo>
                  <a:lnTo>
                    <a:pt x="2539" y="5586"/>
                  </a:lnTo>
                  <a:lnTo>
                    <a:pt x="2465" y="5691"/>
                  </a:lnTo>
                  <a:lnTo>
                    <a:pt x="2390" y="5691"/>
                  </a:lnTo>
                  <a:lnTo>
                    <a:pt x="2375" y="5706"/>
                  </a:lnTo>
                  <a:lnTo>
                    <a:pt x="2360" y="5706"/>
                  </a:lnTo>
                  <a:lnTo>
                    <a:pt x="2330" y="5735"/>
                  </a:lnTo>
                  <a:lnTo>
                    <a:pt x="2285" y="5780"/>
                  </a:lnTo>
                  <a:lnTo>
                    <a:pt x="2256" y="5840"/>
                  </a:lnTo>
                  <a:lnTo>
                    <a:pt x="2211" y="5915"/>
                  </a:lnTo>
                  <a:lnTo>
                    <a:pt x="2196" y="5989"/>
                  </a:lnTo>
                  <a:lnTo>
                    <a:pt x="2181" y="6049"/>
                  </a:lnTo>
                  <a:lnTo>
                    <a:pt x="2196" y="6124"/>
                  </a:lnTo>
                  <a:lnTo>
                    <a:pt x="2196" y="6154"/>
                  </a:lnTo>
                  <a:lnTo>
                    <a:pt x="2211" y="6213"/>
                  </a:lnTo>
                  <a:lnTo>
                    <a:pt x="2226" y="6243"/>
                  </a:lnTo>
                  <a:lnTo>
                    <a:pt x="2211" y="6288"/>
                  </a:lnTo>
                  <a:lnTo>
                    <a:pt x="2181" y="6318"/>
                  </a:lnTo>
                  <a:lnTo>
                    <a:pt x="2151" y="6333"/>
                  </a:lnTo>
                  <a:lnTo>
                    <a:pt x="2106" y="6333"/>
                  </a:lnTo>
                  <a:lnTo>
                    <a:pt x="2076" y="6348"/>
                  </a:lnTo>
                  <a:lnTo>
                    <a:pt x="2046" y="6363"/>
                  </a:lnTo>
                  <a:lnTo>
                    <a:pt x="2017" y="6393"/>
                  </a:lnTo>
                  <a:lnTo>
                    <a:pt x="2017" y="6437"/>
                  </a:lnTo>
                  <a:lnTo>
                    <a:pt x="2017" y="6452"/>
                  </a:lnTo>
                  <a:lnTo>
                    <a:pt x="2046" y="6482"/>
                  </a:lnTo>
                  <a:lnTo>
                    <a:pt x="2076" y="6512"/>
                  </a:lnTo>
                  <a:lnTo>
                    <a:pt x="2106" y="6557"/>
                  </a:lnTo>
                  <a:lnTo>
                    <a:pt x="2106" y="6587"/>
                  </a:lnTo>
                  <a:lnTo>
                    <a:pt x="2121" y="6602"/>
                  </a:lnTo>
                  <a:lnTo>
                    <a:pt x="2151" y="6646"/>
                  </a:lnTo>
                  <a:lnTo>
                    <a:pt x="2151" y="6751"/>
                  </a:lnTo>
                  <a:lnTo>
                    <a:pt x="2106" y="6811"/>
                  </a:lnTo>
                  <a:lnTo>
                    <a:pt x="2106" y="6826"/>
                  </a:lnTo>
                  <a:lnTo>
                    <a:pt x="2091" y="6841"/>
                  </a:lnTo>
                  <a:lnTo>
                    <a:pt x="2046" y="6885"/>
                  </a:lnTo>
                  <a:lnTo>
                    <a:pt x="2031" y="6975"/>
                  </a:lnTo>
                  <a:lnTo>
                    <a:pt x="2076" y="7020"/>
                  </a:lnTo>
                  <a:lnTo>
                    <a:pt x="2106" y="7050"/>
                  </a:lnTo>
                  <a:lnTo>
                    <a:pt x="2136" y="7109"/>
                  </a:lnTo>
                  <a:lnTo>
                    <a:pt x="2345" y="7333"/>
                  </a:lnTo>
                  <a:lnTo>
                    <a:pt x="2494" y="7468"/>
                  </a:lnTo>
                  <a:lnTo>
                    <a:pt x="2524" y="7498"/>
                  </a:lnTo>
                  <a:lnTo>
                    <a:pt x="2569" y="7513"/>
                  </a:lnTo>
                  <a:lnTo>
                    <a:pt x="2674" y="7557"/>
                  </a:lnTo>
                  <a:lnTo>
                    <a:pt x="2763" y="7647"/>
                  </a:lnTo>
                  <a:lnTo>
                    <a:pt x="2823" y="7737"/>
                  </a:lnTo>
                  <a:lnTo>
                    <a:pt x="2838" y="7826"/>
                  </a:lnTo>
                  <a:lnTo>
                    <a:pt x="2853" y="7916"/>
                  </a:lnTo>
                  <a:lnTo>
                    <a:pt x="2823" y="8020"/>
                  </a:lnTo>
                  <a:lnTo>
                    <a:pt x="2808" y="8095"/>
                  </a:lnTo>
                  <a:lnTo>
                    <a:pt x="2823" y="8125"/>
                  </a:lnTo>
                  <a:lnTo>
                    <a:pt x="2853" y="8170"/>
                  </a:lnTo>
                  <a:lnTo>
                    <a:pt x="2928" y="8185"/>
                  </a:lnTo>
                  <a:lnTo>
                    <a:pt x="3047" y="8215"/>
                  </a:lnTo>
                  <a:lnTo>
                    <a:pt x="3167" y="8259"/>
                  </a:lnTo>
                  <a:lnTo>
                    <a:pt x="3271" y="8304"/>
                  </a:lnTo>
                  <a:lnTo>
                    <a:pt x="3346" y="8349"/>
                  </a:lnTo>
                  <a:lnTo>
                    <a:pt x="3435" y="8439"/>
                  </a:lnTo>
                  <a:lnTo>
                    <a:pt x="3555" y="8543"/>
                  </a:lnTo>
                  <a:lnTo>
                    <a:pt x="3644" y="8648"/>
                  </a:lnTo>
                  <a:lnTo>
                    <a:pt x="3749" y="8737"/>
                  </a:lnTo>
                  <a:lnTo>
                    <a:pt x="3824" y="8797"/>
                  </a:lnTo>
                  <a:lnTo>
                    <a:pt x="3854" y="8782"/>
                  </a:lnTo>
                  <a:lnTo>
                    <a:pt x="3883" y="8782"/>
                  </a:lnTo>
                  <a:lnTo>
                    <a:pt x="3913" y="8767"/>
                  </a:lnTo>
                  <a:lnTo>
                    <a:pt x="3988" y="8782"/>
                  </a:lnTo>
                  <a:lnTo>
                    <a:pt x="4048" y="8812"/>
                  </a:lnTo>
                  <a:lnTo>
                    <a:pt x="4107" y="8872"/>
                  </a:lnTo>
                  <a:lnTo>
                    <a:pt x="4152" y="8931"/>
                  </a:lnTo>
                  <a:lnTo>
                    <a:pt x="4152" y="8946"/>
                  </a:lnTo>
                  <a:lnTo>
                    <a:pt x="4167" y="8976"/>
                  </a:lnTo>
                  <a:lnTo>
                    <a:pt x="4167" y="8991"/>
                  </a:lnTo>
                  <a:lnTo>
                    <a:pt x="4212" y="9096"/>
                  </a:lnTo>
                  <a:lnTo>
                    <a:pt x="4287" y="9230"/>
                  </a:lnTo>
                  <a:lnTo>
                    <a:pt x="4346" y="9290"/>
                  </a:lnTo>
                  <a:lnTo>
                    <a:pt x="4451" y="9380"/>
                  </a:lnTo>
                  <a:lnTo>
                    <a:pt x="4585" y="9514"/>
                  </a:lnTo>
                  <a:lnTo>
                    <a:pt x="4630" y="9633"/>
                  </a:lnTo>
                  <a:lnTo>
                    <a:pt x="4615" y="9723"/>
                  </a:lnTo>
                  <a:lnTo>
                    <a:pt x="4585" y="9842"/>
                  </a:lnTo>
                  <a:lnTo>
                    <a:pt x="4541" y="9962"/>
                  </a:lnTo>
                  <a:lnTo>
                    <a:pt x="4511" y="10081"/>
                  </a:lnTo>
                  <a:lnTo>
                    <a:pt x="4511" y="10171"/>
                  </a:lnTo>
                  <a:lnTo>
                    <a:pt x="4511" y="10261"/>
                  </a:lnTo>
                  <a:lnTo>
                    <a:pt x="4526" y="10335"/>
                  </a:lnTo>
                  <a:lnTo>
                    <a:pt x="4541" y="10410"/>
                  </a:lnTo>
                  <a:lnTo>
                    <a:pt x="4555" y="10470"/>
                  </a:lnTo>
                  <a:lnTo>
                    <a:pt x="4600" y="10515"/>
                  </a:lnTo>
                  <a:lnTo>
                    <a:pt x="4630" y="10544"/>
                  </a:lnTo>
                  <a:lnTo>
                    <a:pt x="4690" y="10559"/>
                  </a:lnTo>
                  <a:lnTo>
                    <a:pt x="4765" y="10574"/>
                  </a:lnTo>
                  <a:lnTo>
                    <a:pt x="4824" y="10589"/>
                  </a:lnTo>
                  <a:lnTo>
                    <a:pt x="4899" y="10649"/>
                  </a:lnTo>
                  <a:lnTo>
                    <a:pt x="4914" y="10754"/>
                  </a:lnTo>
                  <a:lnTo>
                    <a:pt x="4929" y="10873"/>
                  </a:lnTo>
                  <a:lnTo>
                    <a:pt x="4959" y="11082"/>
                  </a:lnTo>
                  <a:lnTo>
                    <a:pt x="5004" y="11261"/>
                  </a:lnTo>
                  <a:lnTo>
                    <a:pt x="5033" y="11291"/>
                  </a:lnTo>
                  <a:lnTo>
                    <a:pt x="5078" y="11336"/>
                  </a:lnTo>
                  <a:lnTo>
                    <a:pt x="5153" y="11411"/>
                  </a:lnTo>
                  <a:lnTo>
                    <a:pt x="5317" y="11605"/>
                  </a:lnTo>
                  <a:lnTo>
                    <a:pt x="5466" y="11784"/>
                  </a:lnTo>
                  <a:lnTo>
                    <a:pt x="5676" y="11799"/>
                  </a:lnTo>
                  <a:lnTo>
                    <a:pt x="5795" y="11754"/>
                  </a:lnTo>
                  <a:lnTo>
                    <a:pt x="5795" y="11679"/>
                  </a:lnTo>
                  <a:lnTo>
                    <a:pt x="5765" y="11620"/>
                  </a:lnTo>
                  <a:lnTo>
                    <a:pt x="5750" y="11605"/>
                  </a:lnTo>
                  <a:lnTo>
                    <a:pt x="5750" y="11590"/>
                  </a:lnTo>
                  <a:lnTo>
                    <a:pt x="5750" y="11590"/>
                  </a:lnTo>
                  <a:lnTo>
                    <a:pt x="5691" y="11485"/>
                  </a:lnTo>
                  <a:lnTo>
                    <a:pt x="5691" y="11381"/>
                  </a:lnTo>
                  <a:lnTo>
                    <a:pt x="5720" y="11351"/>
                  </a:lnTo>
                  <a:lnTo>
                    <a:pt x="5735" y="11336"/>
                  </a:lnTo>
                  <a:lnTo>
                    <a:pt x="5765" y="11321"/>
                  </a:lnTo>
                  <a:lnTo>
                    <a:pt x="5780" y="11306"/>
                  </a:lnTo>
                  <a:lnTo>
                    <a:pt x="5780" y="11291"/>
                  </a:lnTo>
                  <a:lnTo>
                    <a:pt x="5795" y="11231"/>
                  </a:lnTo>
                  <a:lnTo>
                    <a:pt x="5870" y="11187"/>
                  </a:lnTo>
                  <a:lnTo>
                    <a:pt x="5870" y="11187"/>
                  </a:lnTo>
                  <a:lnTo>
                    <a:pt x="5870" y="11187"/>
                  </a:lnTo>
                  <a:lnTo>
                    <a:pt x="5915" y="11172"/>
                  </a:lnTo>
                  <a:lnTo>
                    <a:pt x="6019" y="11157"/>
                  </a:lnTo>
                  <a:lnTo>
                    <a:pt x="6049" y="11202"/>
                  </a:lnTo>
                  <a:lnTo>
                    <a:pt x="6079" y="11261"/>
                  </a:lnTo>
                  <a:lnTo>
                    <a:pt x="6064" y="11306"/>
                  </a:lnTo>
                  <a:lnTo>
                    <a:pt x="6064" y="11306"/>
                  </a:lnTo>
                  <a:lnTo>
                    <a:pt x="6064" y="11321"/>
                  </a:lnTo>
                  <a:lnTo>
                    <a:pt x="6079" y="11336"/>
                  </a:lnTo>
                  <a:lnTo>
                    <a:pt x="6094" y="11336"/>
                  </a:lnTo>
                  <a:lnTo>
                    <a:pt x="6094" y="11336"/>
                  </a:lnTo>
                  <a:lnTo>
                    <a:pt x="6109" y="11336"/>
                  </a:lnTo>
                  <a:lnTo>
                    <a:pt x="6124" y="11351"/>
                  </a:lnTo>
                  <a:lnTo>
                    <a:pt x="6109" y="11381"/>
                  </a:lnTo>
                  <a:lnTo>
                    <a:pt x="6094" y="11381"/>
                  </a:lnTo>
                  <a:lnTo>
                    <a:pt x="6064" y="11441"/>
                  </a:lnTo>
                  <a:lnTo>
                    <a:pt x="6004" y="11455"/>
                  </a:lnTo>
                  <a:lnTo>
                    <a:pt x="5974" y="11441"/>
                  </a:lnTo>
                  <a:lnTo>
                    <a:pt x="5944" y="11426"/>
                  </a:lnTo>
                  <a:lnTo>
                    <a:pt x="5915" y="11396"/>
                  </a:lnTo>
                  <a:lnTo>
                    <a:pt x="5900" y="11396"/>
                  </a:lnTo>
                  <a:lnTo>
                    <a:pt x="5885" y="11396"/>
                  </a:lnTo>
                  <a:lnTo>
                    <a:pt x="5885" y="11396"/>
                  </a:lnTo>
                  <a:lnTo>
                    <a:pt x="5885" y="11411"/>
                  </a:lnTo>
                  <a:lnTo>
                    <a:pt x="5885" y="11426"/>
                  </a:lnTo>
                  <a:lnTo>
                    <a:pt x="5900" y="11441"/>
                  </a:lnTo>
                  <a:lnTo>
                    <a:pt x="5900" y="11455"/>
                  </a:lnTo>
                  <a:lnTo>
                    <a:pt x="5915" y="11470"/>
                  </a:lnTo>
                  <a:lnTo>
                    <a:pt x="5944" y="11485"/>
                  </a:lnTo>
                  <a:lnTo>
                    <a:pt x="5944" y="11485"/>
                  </a:lnTo>
                  <a:lnTo>
                    <a:pt x="5959" y="11500"/>
                  </a:lnTo>
                  <a:lnTo>
                    <a:pt x="6019" y="11515"/>
                  </a:lnTo>
                  <a:lnTo>
                    <a:pt x="6049" y="11530"/>
                  </a:lnTo>
                  <a:lnTo>
                    <a:pt x="6064" y="11530"/>
                  </a:lnTo>
                  <a:lnTo>
                    <a:pt x="6094" y="11545"/>
                  </a:lnTo>
                  <a:lnTo>
                    <a:pt x="6109" y="11560"/>
                  </a:lnTo>
                  <a:lnTo>
                    <a:pt x="6124" y="11575"/>
                  </a:lnTo>
                  <a:lnTo>
                    <a:pt x="6139" y="11605"/>
                  </a:lnTo>
                  <a:lnTo>
                    <a:pt x="6183" y="11635"/>
                  </a:lnTo>
                  <a:lnTo>
                    <a:pt x="6213" y="11650"/>
                  </a:lnTo>
                  <a:lnTo>
                    <a:pt x="6258" y="11650"/>
                  </a:lnTo>
                  <a:lnTo>
                    <a:pt x="6258" y="11650"/>
                  </a:lnTo>
                  <a:lnTo>
                    <a:pt x="6258" y="11650"/>
                  </a:lnTo>
                  <a:lnTo>
                    <a:pt x="6303" y="11650"/>
                  </a:lnTo>
                  <a:lnTo>
                    <a:pt x="6333" y="11665"/>
                  </a:lnTo>
                  <a:lnTo>
                    <a:pt x="6378" y="11694"/>
                  </a:lnTo>
                  <a:lnTo>
                    <a:pt x="6378" y="11724"/>
                  </a:lnTo>
                  <a:lnTo>
                    <a:pt x="6378" y="11724"/>
                  </a:lnTo>
                  <a:lnTo>
                    <a:pt x="6378" y="11739"/>
                  </a:lnTo>
                  <a:lnTo>
                    <a:pt x="6392" y="11739"/>
                  </a:lnTo>
                  <a:lnTo>
                    <a:pt x="6407" y="11754"/>
                  </a:lnTo>
                  <a:lnTo>
                    <a:pt x="6422" y="11754"/>
                  </a:lnTo>
                  <a:lnTo>
                    <a:pt x="6452" y="11769"/>
                  </a:lnTo>
                  <a:lnTo>
                    <a:pt x="6482" y="11769"/>
                  </a:lnTo>
                  <a:lnTo>
                    <a:pt x="6512" y="11754"/>
                  </a:lnTo>
                  <a:lnTo>
                    <a:pt x="6527" y="11739"/>
                  </a:lnTo>
                  <a:lnTo>
                    <a:pt x="6542" y="11724"/>
                  </a:lnTo>
                  <a:lnTo>
                    <a:pt x="6542" y="11709"/>
                  </a:lnTo>
                  <a:lnTo>
                    <a:pt x="6572" y="11665"/>
                  </a:lnTo>
                  <a:lnTo>
                    <a:pt x="6602" y="11620"/>
                  </a:lnTo>
                  <a:lnTo>
                    <a:pt x="6631" y="11590"/>
                  </a:lnTo>
                  <a:lnTo>
                    <a:pt x="6691" y="11560"/>
                  </a:lnTo>
                  <a:lnTo>
                    <a:pt x="6736" y="11530"/>
                  </a:lnTo>
                  <a:lnTo>
                    <a:pt x="6781" y="11530"/>
                  </a:lnTo>
                  <a:lnTo>
                    <a:pt x="6826" y="11530"/>
                  </a:lnTo>
                  <a:lnTo>
                    <a:pt x="6870" y="11560"/>
                  </a:lnTo>
                  <a:lnTo>
                    <a:pt x="6870" y="11575"/>
                  </a:lnTo>
                  <a:lnTo>
                    <a:pt x="6885" y="11590"/>
                  </a:lnTo>
                  <a:lnTo>
                    <a:pt x="6915" y="11665"/>
                  </a:lnTo>
                  <a:lnTo>
                    <a:pt x="6930" y="11739"/>
                  </a:lnTo>
                  <a:lnTo>
                    <a:pt x="6960" y="11844"/>
                  </a:lnTo>
                  <a:lnTo>
                    <a:pt x="7035" y="11948"/>
                  </a:lnTo>
                  <a:lnTo>
                    <a:pt x="7124" y="12053"/>
                  </a:lnTo>
                  <a:lnTo>
                    <a:pt x="7259" y="12187"/>
                  </a:lnTo>
                  <a:lnTo>
                    <a:pt x="7423" y="12352"/>
                  </a:lnTo>
                  <a:lnTo>
                    <a:pt x="7513" y="12471"/>
                  </a:lnTo>
                  <a:lnTo>
                    <a:pt x="7527" y="12486"/>
                  </a:lnTo>
                  <a:lnTo>
                    <a:pt x="7527" y="12501"/>
                  </a:lnTo>
                  <a:lnTo>
                    <a:pt x="7572" y="12576"/>
                  </a:lnTo>
                  <a:lnTo>
                    <a:pt x="7557" y="12680"/>
                  </a:lnTo>
                  <a:lnTo>
                    <a:pt x="7557" y="12755"/>
                  </a:lnTo>
                  <a:lnTo>
                    <a:pt x="7557" y="12815"/>
                  </a:lnTo>
                  <a:lnTo>
                    <a:pt x="7557" y="12859"/>
                  </a:lnTo>
                  <a:lnTo>
                    <a:pt x="7602" y="12874"/>
                  </a:lnTo>
                  <a:lnTo>
                    <a:pt x="7632" y="12889"/>
                  </a:lnTo>
                  <a:lnTo>
                    <a:pt x="7677" y="12889"/>
                  </a:lnTo>
                  <a:lnTo>
                    <a:pt x="7766" y="12904"/>
                  </a:lnTo>
                  <a:lnTo>
                    <a:pt x="7826" y="12934"/>
                  </a:lnTo>
                  <a:lnTo>
                    <a:pt x="7856" y="12964"/>
                  </a:lnTo>
                  <a:lnTo>
                    <a:pt x="7856" y="13009"/>
                  </a:lnTo>
                  <a:lnTo>
                    <a:pt x="7826" y="13053"/>
                  </a:lnTo>
                  <a:lnTo>
                    <a:pt x="7796" y="13083"/>
                  </a:lnTo>
                  <a:lnTo>
                    <a:pt x="7766" y="13128"/>
                  </a:lnTo>
                  <a:lnTo>
                    <a:pt x="7781" y="13188"/>
                  </a:lnTo>
                  <a:lnTo>
                    <a:pt x="7811" y="13218"/>
                  </a:lnTo>
                  <a:lnTo>
                    <a:pt x="7871" y="13248"/>
                  </a:lnTo>
                  <a:lnTo>
                    <a:pt x="7946" y="13292"/>
                  </a:lnTo>
                  <a:lnTo>
                    <a:pt x="8005" y="13382"/>
                  </a:lnTo>
                  <a:lnTo>
                    <a:pt x="8035" y="13472"/>
                  </a:lnTo>
                  <a:lnTo>
                    <a:pt x="8050" y="13531"/>
                  </a:lnTo>
                  <a:lnTo>
                    <a:pt x="8065" y="13591"/>
                  </a:lnTo>
                  <a:lnTo>
                    <a:pt x="8050" y="13636"/>
                  </a:lnTo>
                  <a:lnTo>
                    <a:pt x="8065" y="13711"/>
                  </a:lnTo>
                  <a:lnTo>
                    <a:pt x="8140" y="13815"/>
                  </a:lnTo>
                  <a:lnTo>
                    <a:pt x="8170" y="13860"/>
                  </a:lnTo>
                  <a:lnTo>
                    <a:pt x="8200" y="13905"/>
                  </a:lnTo>
                  <a:lnTo>
                    <a:pt x="8259" y="14009"/>
                  </a:lnTo>
                  <a:lnTo>
                    <a:pt x="8304" y="14069"/>
                  </a:lnTo>
                  <a:lnTo>
                    <a:pt x="8334" y="14129"/>
                  </a:lnTo>
                  <a:lnTo>
                    <a:pt x="8349" y="14203"/>
                  </a:lnTo>
                  <a:lnTo>
                    <a:pt x="8364" y="14278"/>
                  </a:lnTo>
                  <a:lnTo>
                    <a:pt x="8409" y="14338"/>
                  </a:lnTo>
                  <a:lnTo>
                    <a:pt x="8468" y="14383"/>
                  </a:lnTo>
                  <a:lnTo>
                    <a:pt x="8573" y="14427"/>
                  </a:lnTo>
                  <a:lnTo>
                    <a:pt x="8707" y="14457"/>
                  </a:lnTo>
                  <a:lnTo>
                    <a:pt x="8812" y="14442"/>
                  </a:lnTo>
                  <a:lnTo>
                    <a:pt x="8872" y="14442"/>
                  </a:lnTo>
                  <a:lnTo>
                    <a:pt x="8916" y="14442"/>
                  </a:lnTo>
                  <a:lnTo>
                    <a:pt x="8991" y="14472"/>
                  </a:lnTo>
                  <a:lnTo>
                    <a:pt x="9051" y="14502"/>
                  </a:lnTo>
                  <a:lnTo>
                    <a:pt x="9111" y="14532"/>
                  </a:lnTo>
                  <a:lnTo>
                    <a:pt x="9155" y="14577"/>
                  </a:lnTo>
                  <a:lnTo>
                    <a:pt x="9215" y="14622"/>
                  </a:lnTo>
                  <a:lnTo>
                    <a:pt x="9335" y="14666"/>
                  </a:lnTo>
                  <a:lnTo>
                    <a:pt x="9379" y="14681"/>
                  </a:lnTo>
                  <a:lnTo>
                    <a:pt x="9409" y="14696"/>
                  </a:lnTo>
                  <a:lnTo>
                    <a:pt x="9469" y="14726"/>
                  </a:lnTo>
                  <a:lnTo>
                    <a:pt x="9544" y="14786"/>
                  </a:lnTo>
                  <a:lnTo>
                    <a:pt x="9603" y="14831"/>
                  </a:lnTo>
                  <a:lnTo>
                    <a:pt x="9633" y="14876"/>
                  </a:lnTo>
                  <a:lnTo>
                    <a:pt x="9633" y="14890"/>
                  </a:lnTo>
                  <a:lnTo>
                    <a:pt x="9663" y="14935"/>
                  </a:lnTo>
                  <a:lnTo>
                    <a:pt x="9708" y="15040"/>
                  </a:lnTo>
                  <a:lnTo>
                    <a:pt x="9768" y="15129"/>
                  </a:lnTo>
                  <a:lnTo>
                    <a:pt x="9842" y="15159"/>
                  </a:lnTo>
                  <a:lnTo>
                    <a:pt x="9872" y="15189"/>
                  </a:lnTo>
                  <a:lnTo>
                    <a:pt x="9917" y="15204"/>
                  </a:lnTo>
                  <a:lnTo>
                    <a:pt x="9992" y="15279"/>
                  </a:lnTo>
                  <a:lnTo>
                    <a:pt x="10126" y="15353"/>
                  </a:lnTo>
                  <a:lnTo>
                    <a:pt x="10231" y="15413"/>
                  </a:lnTo>
                  <a:lnTo>
                    <a:pt x="10320" y="15443"/>
                  </a:lnTo>
                  <a:lnTo>
                    <a:pt x="10350" y="15458"/>
                  </a:lnTo>
                  <a:lnTo>
                    <a:pt x="10455" y="15503"/>
                  </a:lnTo>
                  <a:lnTo>
                    <a:pt x="10604" y="15577"/>
                  </a:lnTo>
                  <a:lnTo>
                    <a:pt x="10649" y="15652"/>
                  </a:lnTo>
                  <a:lnTo>
                    <a:pt x="10694" y="15712"/>
                  </a:lnTo>
                  <a:lnTo>
                    <a:pt x="10753" y="15757"/>
                  </a:lnTo>
                  <a:lnTo>
                    <a:pt x="10828" y="15787"/>
                  </a:lnTo>
                  <a:lnTo>
                    <a:pt x="10903" y="15787"/>
                  </a:lnTo>
                  <a:lnTo>
                    <a:pt x="10933" y="15787"/>
                  </a:lnTo>
                  <a:lnTo>
                    <a:pt x="10962" y="15787"/>
                  </a:lnTo>
                  <a:lnTo>
                    <a:pt x="11067" y="15787"/>
                  </a:lnTo>
                  <a:lnTo>
                    <a:pt x="11321" y="15801"/>
                  </a:lnTo>
                  <a:lnTo>
                    <a:pt x="11381" y="15861"/>
                  </a:lnTo>
                  <a:lnTo>
                    <a:pt x="11440" y="15936"/>
                  </a:lnTo>
                  <a:lnTo>
                    <a:pt x="11500" y="15936"/>
                  </a:lnTo>
                  <a:lnTo>
                    <a:pt x="11530" y="15951"/>
                  </a:lnTo>
                  <a:lnTo>
                    <a:pt x="11560" y="15951"/>
                  </a:lnTo>
                  <a:lnTo>
                    <a:pt x="11635" y="15981"/>
                  </a:lnTo>
                  <a:lnTo>
                    <a:pt x="11679" y="16011"/>
                  </a:lnTo>
                  <a:lnTo>
                    <a:pt x="11739" y="16055"/>
                  </a:lnTo>
                  <a:lnTo>
                    <a:pt x="11814" y="16040"/>
                  </a:lnTo>
                  <a:lnTo>
                    <a:pt x="11888" y="15996"/>
                  </a:lnTo>
                  <a:lnTo>
                    <a:pt x="11933" y="15951"/>
                  </a:lnTo>
                  <a:lnTo>
                    <a:pt x="11978" y="15921"/>
                  </a:lnTo>
                  <a:lnTo>
                    <a:pt x="12023" y="15846"/>
                  </a:lnTo>
                  <a:lnTo>
                    <a:pt x="12098" y="15772"/>
                  </a:lnTo>
                  <a:lnTo>
                    <a:pt x="12157" y="15757"/>
                  </a:lnTo>
                  <a:lnTo>
                    <a:pt x="12172" y="15757"/>
                  </a:lnTo>
                  <a:lnTo>
                    <a:pt x="12202" y="15742"/>
                  </a:lnTo>
                  <a:lnTo>
                    <a:pt x="12277" y="15727"/>
                  </a:lnTo>
                  <a:lnTo>
                    <a:pt x="12351" y="15727"/>
                  </a:lnTo>
                  <a:lnTo>
                    <a:pt x="12351" y="15727"/>
                  </a:lnTo>
                  <a:lnTo>
                    <a:pt x="12366" y="15727"/>
                  </a:lnTo>
                  <a:lnTo>
                    <a:pt x="12411" y="15742"/>
                  </a:lnTo>
                  <a:lnTo>
                    <a:pt x="12441" y="15727"/>
                  </a:lnTo>
                  <a:lnTo>
                    <a:pt x="12456" y="15727"/>
                  </a:lnTo>
                  <a:lnTo>
                    <a:pt x="12456" y="15697"/>
                  </a:lnTo>
                  <a:lnTo>
                    <a:pt x="12456" y="15682"/>
                  </a:lnTo>
                  <a:lnTo>
                    <a:pt x="12441" y="15667"/>
                  </a:lnTo>
                  <a:lnTo>
                    <a:pt x="12426" y="15652"/>
                  </a:lnTo>
                  <a:lnTo>
                    <a:pt x="12441" y="15607"/>
                  </a:lnTo>
                  <a:lnTo>
                    <a:pt x="12486" y="15548"/>
                  </a:lnTo>
                  <a:lnTo>
                    <a:pt x="12561" y="15503"/>
                  </a:lnTo>
                  <a:lnTo>
                    <a:pt x="12620" y="15458"/>
                  </a:lnTo>
                  <a:lnTo>
                    <a:pt x="12680" y="15458"/>
                  </a:lnTo>
                  <a:lnTo>
                    <a:pt x="12755" y="15443"/>
                  </a:lnTo>
                  <a:lnTo>
                    <a:pt x="12814" y="15428"/>
                  </a:lnTo>
                  <a:lnTo>
                    <a:pt x="12874" y="15398"/>
                  </a:lnTo>
                  <a:lnTo>
                    <a:pt x="12904" y="15368"/>
                  </a:lnTo>
                  <a:lnTo>
                    <a:pt x="12979" y="15309"/>
                  </a:lnTo>
                  <a:lnTo>
                    <a:pt x="13143" y="15249"/>
                  </a:lnTo>
                  <a:lnTo>
                    <a:pt x="13262" y="15219"/>
                  </a:lnTo>
                  <a:lnTo>
                    <a:pt x="13337" y="15249"/>
                  </a:lnTo>
                  <a:lnTo>
                    <a:pt x="13397" y="15294"/>
                  </a:lnTo>
                  <a:lnTo>
                    <a:pt x="13457" y="15279"/>
                  </a:lnTo>
                  <a:lnTo>
                    <a:pt x="13486" y="15279"/>
                  </a:lnTo>
                  <a:lnTo>
                    <a:pt x="13546" y="15294"/>
                  </a:lnTo>
                  <a:lnTo>
                    <a:pt x="13621" y="15309"/>
                  </a:lnTo>
                  <a:lnTo>
                    <a:pt x="13696" y="15353"/>
                  </a:lnTo>
                  <a:lnTo>
                    <a:pt x="13755" y="15383"/>
                  </a:lnTo>
                  <a:lnTo>
                    <a:pt x="13800" y="15443"/>
                  </a:lnTo>
                  <a:lnTo>
                    <a:pt x="13860" y="15533"/>
                  </a:lnTo>
                  <a:lnTo>
                    <a:pt x="13935" y="15652"/>
                  </a:lnTo>
                  <a:lnTo>
                    <a:pt x="13979" y="15757"/>
                  </a:lnTo>
                  <a:lnTo>
                    <a:pt x="14024" y="15876"/>
                  </a:lnTo>
                  <a:lnTo>
                    <a:pt x="14084" y="16100"/>
                  </a:lnTo>
                  <a:lnTo>
                    <a:pt x="14114" y="16264"/>
                  </a:lnTo>
                  <a:lnTo>
                    <a:pt x="14114" y="16309"/>
                  </a:lnTo>
                  <a:lnTo>
                    <a:pt x="14129" y="16354"/>
                  </a:lnTo>
                  <a:lnTo>
                    <a:pt x="14144" y="16429"/>
                  </a:lnTo>
                  <a:lnTo>
                    <a:pt x="14173" y="16444"/>
                  </a:lnTo>
                  <a:lnTo>
                    <a:pt x="14203" y="16474"/>
                  </a:lnTo>
                  <a:lnTo>
                    <a:pt x="14233" y="16578"/>
                  </a:lnTo>
                  <a:lnTo>
                    <a:pt x="14248" y="16638"/>
                  </a:lnTo>
                  <a:lnTo>
                    <a:pt x="14248" y="16698"/>
                  </a:lnTo>
                  <a:lnTo>
                    <a:pt x="14263" y="16802"/>
                  </a:lnTo>
                  <a:lnTo>
                    <a:pt x="14308" y="16907"/>
                  </a:lnTo>
                  <a:lnTo>
                    <a:pt x="14353" y="16951"/>
                  </a:lnTo>
                  <a:lnTo>
                    <a:pt x="14397" y="16981"/>
                  </a:lnTo>
                  <a:lnTo>
                    <a:pt x="14502" y="16996"/>
                  </a:lnTo>
                  <a:lnTo>
                    <a:pt x="14562" y="16996"/>
                  </a:lnTo>
                  <a:lnTo>
                    <a:pt x="14622" y="16996"/>
                  </a:lnTo>
                  <a:lnTo>
                    <a:pt x="14696" y="17026"/>
                  </a:lnTo>
                  <a:lnTo>
                    <a:pt x="14756" y="17056"/>
                  </a:lnTo>
                  <a:lnTo>
                    <a:pt x="14771" y="17086"/>
                  </a:lnTo>
                  <a:lnTo>
                    <a:pt x="14786" y="17101"/>
                  </a:lnTo>
                  <a:lnTo>
                    <a:pt x="14786" y="17101"/>
                  </a:lnTo>
                  <a:lnTo>
                    <a:pt x="14786" y="17101"/>
                  </a:lnTo>
                  <a:lnTo>
                    <a:pt x="14801" y="17116"/>
                  </a:lnTo>
                  <a:lnTo>
                    <a:pt x="14816" y="17101"/>
                  </a:lnTo>
                  <a:lnTo>
                    <a:pt x="14831" y="17101"/>
                  </a:lnTo>
                  <a:lnTo>
                    <a:pt x="14846" y="17086"/>
                  </a:lnTo>
                  <a:lnTo>
                    <a:pt x="14860" y="17071"/>
                  </a:lnTo>
                  <a:lnTo>
                    <a:pt x="14875" y="17071"/>
                  </a:lnTo>
                  <a:lnTo>
                    <a:pt x="14890" y="17056"/>
                  </a:lnTo>
                  <a:lnTo>
                    <a:pt x="14890" y="17056"/>
                  </a:lnTo>
                  <a:lnTo>
                    <a:pt x="14905" y="17041"/>
                  </a:lnTo>
                  <a:lnTo>
                    <a:pt x="14935" y="17041"/>
                  </a:lnTo>
                  <a:lnTo>
                    <a:pt x="14950" y="17041"/>
                  </a:lnTo>
                  <a:lnTo>
                    <a:pt x="14980" y="17056"/>
                  </a:lnTo>
                  <a:lnTo>
                    <a:pt x="14980" y="17071"/>
                  </a:lnTo>
                  <a:lnTo>
                    <a:pt x="14980" y="17071"/>
                  </a:lnTo>
                  <a:lnTo>
                    <a:pt x="15010" y="17116"/>
                  </a:lnTo>
                  <a:lnTo>
                    <a:pt x="15055" y="17175"/>
                  </a:lnTo>
                  <a:lnTo>
                    <a:pt x="15099" y="17190"/>
                  </a:lnTo>
                  <a:lnTo>
                    <a:pt x="15129" y="17205"/>
                  </a:lnTo>
                  <a:lnTo>
                    <a:pt x="15189" y="17205"/>
                  </a:lnTo>
                  <a:lnTo>
                    <a:pt x="15234" y="17175"/>
                  </a:lnTo>
                  <a:lnTo>
                    <a:pt x="15234" y="17175"/>
                  </a:lnTo>
                  <a:lnTo>
                    <a:pt x="15249" y="17161"/>
                  </a:lnTo>
                  <a:lnTo>
                    <a:pt x="15323" y="17146"/>
                  </a:lnTo>
                  <a:lnTo>
                    <a:pt x="15383" y="17146"/>
                  </a:lnTo>
                  <a:lnTo>
                    <a:pt x="15398" y="17146"/>
                  </a:lnTo>
                  <a:lnTo>
                    <a:pt x="15443" y="17146"/>
                  </a:lnTo>
                  <a:lnTo>
                    <a:pt x="15533" y="17175"/>
                  </a:lnTo>
                  <a:lnTo>
                    <a:pt x="15592" y="17190"/>
                  </a:lnTo>
                  <a:lnTo>
                    <a:pt x="15637" y="17205"/>
                  </a:lnTo>
                  <a:lnTo>
                    <a:pt x="15682" y="17220"/>
                  </a:lnTo>
                  <a:lnTo>
                    <a:pt x="15727" y="17220"/>
                  </a:lnTo>
                  <a:lnTo>
                    <a:pt x="15757" y="17220"/>
                  </a:lnTo>
                  <a:lnTo>
                    <a:pt x="15801" y="17220"/>
                  </a:lnTo>
                  <a:lnTo>
                    <a:pt x="15846" y="17235"/>
                  </a:lnTo>
                  <a:lnTo>
                    <a:pt x="15906" y="17265"/>
                  </a:lnTo>
                  <a:lnTo>
                    <a:pt x="15936" y="17295"/>
                  </a:lnTo>
                  <a:lnTo>
                    <a:pt x="15966" y="17310"/>
                  </a:lnTo>
                  <a:lnTo>
                    <a:pt x="15966" y="17325"/>
                  </a:lnTo>
                  <a:lnTo>
                    <a:pt x="15966" y="17325"/>
                  </a:lnTo>
                  <a:lnTo>
                    <a:pt x="16010" y="17355"/>
                  </a:lnTo>
                  <a:lnTo>
                    <a:pt x="16055" y="17385"/>
                  </a:lnTo>
                  <a:lnTo>
                    <a:pt x="16100" y="17414"/>
                  </a:lnTo>
                  <a:lnTo>
                    <a:pt x="16130" y="17399"/>
                  </a:lnTo>
                  <a:lnTo>
                    <a:pt x="16130" y="17399"/>
                  </a:lnTo>
                  <a:lnTo>
                    <a:pt x="16145" y="17399"/>
                  </a:lnTo>
                  <a:lnTo>
                    <a:pt x="16160" y="17385"/>
                  </a:lnTo>
                  <a:lnTo>
                    <a:pt x="16160" y="17370"/>
                  </a:lnTo>
                  <a:lnTo>
                    <a:pt x="16190" y="17340"/>
                  </a:lnTo>
                  <a:lnTo>
                    <a:pt x="16234" y="17325"/>
                  </a:lnTo>
                  <a:lnTo>
                    <a:pt x="16309" y="17295"/>
                  </a:lnTo>
                  <a:lnTo>
                    <a:pt x="16369" y="17280"/>
                  </a:lnTo>
                  <a:lnTo>
                    <a:pt x="16429" y="17280"/>
                  </a:lnTo>
                  <a:lnTo>
                    <a:pt x="16473" y="17310"/>
                  </a:lnTo>
                  <a:lnTo>
                    <a:pt x="16518" y="17355"/>
                  </a:lnTo>
                  <a:lnTo>
                    <a:pt x="16563" y="17385"/>
                  </a:lnTo>
                  <a:lnTo>
                    <a:pt x="16593" y="17399"/>
                  </a:lnTo>
                  <a:lnTo>
                    <a:pt x="16638" y="17414"/>
                  </a:lnTo>
                  <a:lnTo>
                    <a:pt x="16653" y="17399"/>
                  </a:lnTo>
                  <a:lnTo>
                    <a:pt x="16683" y="17385"/>
                  </a:lnTo>
                  <a:lnTo>
                    <a:pt x="16742" y="17355"/>
                  </a:lnTo>
                  <a:lnTo>
                    <a:pt x="16802" y="17399"/>
                  </a:lnTo>
                  <a:lnTo>
                    <a:pt x="16847" y="17444"/>
                  </a:lnTo>
                  <a:lnTo>
                    <a:pt x="16877" y="17474"/>
                  </a:lnTo>
                  <a:lnTo>
                    <a:pt x="16907" y="17489"/>
                  </a:lnTo>
                  <a:lnTo>
                    <a:pt x="16936" y="17489"/>
                  </a:lnTo>
                  <a:lnTo>
                    <a:pt x="16996" y="17489"/>
                  </a:lnTo>
                  <a:lnTo>
                    <a:pt x="17056" y="17474"/>
                  </a:lnTo>
                  <a:lnTo>
                    <a:pt x="17101" y="17459"/>
                  </a:lnTo>
                  <a:lnTo>
                    <a:pt x="17145" y="17459"/>
                  </a:lnTo>
                  <a:lnTo>
                    <a:pt x="17175" y="17459"/>
                  </a:lnTo>
                  <a:lnTo>
                    <a:pt x="17220" y="17459"/>
                  </a:lnTo>
                  <a:lnTo>
                    <a:pt x="17280" y="17474"/>
                  </a:lnTo>
                  <a:lnTo>
                    <a:pt x="17325" y="17444"/>
                  </a:lnTo>
                  <a:lnTo>
                    <a:pt x="17340" y="17429"/>
                  </a:lnTo>
                  <a:lnTo>
                    <a:pt x="17355" y="17414"/>
                  </a:lnTo>
                  <a:lnTo>
                    <a:pt x="17370" y="17370"/>
                  </a:lnTo>
                  <a:lnTo>
                    <a:pt x="17399" y="17355"/>
                  </a:lnTo>
                  <a:lnTo>
                    <a:pt x="17399" y="17355"/>
                  </a:lnTo>
                  <a:lnTo>
                    <a:pt x="17429" y="17340"/>
                  </a:lnTo>
                  <a:lnTo>
                    <a:pt x="17474" y="17355"/>
                  </a:lnTo>
                  <a:lnTo>
                    <a:pt x="17504" y="17370"/>
                  </a:lnTo>
                  <a:lnTo>
                    <a:pt x="17534" y="17385"/>
                  </a:lnTo>
                  <a:lnTo>
                    <a:pt x="17534" y="17385"/>
                  </a:lnTo>
                  <a:lnTo>
                    <a:pt x="17534" y="17385"/>
                  </a:lnTo>
                  <a:lnTo>
                    <a:pt x="17534" y="17399"/>
                  </a:lnTo>
                  <a:lnTo>
                    <a:pt x="17534" y="17429"/>
                  </a:lnTo>
                  <a:lnTo>
                    <a:pt x="17564" y="17504"/>
                  </a:lnTo>
                  <a:lnTo>
                    <a:pt x="17623" y="17564"/>
                  </a:lnTo>
                  <a:lnTo>
                    <a:pt x="17683" y="17609"/>
                  </a:lnTo>
                  <a:lnTo>
                    <a:pt x="17758" y="17624"/>
                  </a:lnTo>
                  <a:lnTo>
                    <a:pt x="17818" y="17638"/>
                  </a:lnTo>
                  <a:lnTo>
                    <a:pt x="17877" y="17638"/>
                  </a:lnTo>
                  <a:lnTo>
                    <a:pt x="17907" y="17638"/>
                  </a:lnTo>
                  <a:lnTo>
                    <a:pt x="17922" y="17638"/>
                  </a:lnTo>
                  <a:lnTo>
                    <a:pt x="18027" y="17638"/>
                  </a:lnTo>
                  <a:lnTo>
                    <a:pt x="18101" y="17668"/>
                  </a:lnTo>
                  <a:lnTo>
                    <a:pt x="18131" y="17683"/>
                  </a:lnTo>
                  <a:lnTo>
                    <a:pt x="18146" y="17713"/>
                  </a:lnTo>
                  <a:lnTo>
                    <a:pt x="18191" y="17758"/>
                  </a:lnTo>
                  <a:lnTo>
                    <a:pt x="18266" y="17788"/>
                  </a:lnTo>
                  <a:lnTo>
                    <a:pt x="18325" y="17803"/>
                  </a:lnTo>
                  <a:lnTo>
                    <a:pt x="18340" y="17773"/>
                  </a:lnTo>
                  <a:lnTo>
                    <a:pt x="18340" y="17758"/>
                  </a:lnTo>
                  <a:lnTo>
                    <a:pt x="18355" y="17743"/>
                  </a:lnTo>
                  <a:lnTo>
                    <a:pt x="18385" y="17713"/>
                  </a:lnTo>
                  <a:lnTo>
                    <a:pt x="18415" y="17713"/>
                  </a:lnTo>
                  <a:lnTo>
                    <a:pt x="18415" y="17698"/>
                  </a:lnTo>
                  <a:lnTo>
                    <a:pt x="18430" y="17698"/>
                  </a:lnTo>
                  <a:lnTo>
                    <a:pt x="18430" y="17519"/>
                  </a:lnTo>
                  <a:lnTo>
                    <a:pt x="18445" y="17265"/>
                  </a:lnTo>
                  <a:lnTo>
                    <a:pt x="18445" y="17086"/>
                  </a:lnTo>
                  <a:lnTo>
                    <a:pt x="18445" y="17056"/>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62"/>
            <p:cNvSpPr/>
            <p:nvPr/>
          </p:nvSpPr>
          <p:spPr>
            <a:xfrm>
              <a:off x="3408225" y="2694875"/>
              <a:ext cx="22800" cy="13850"/>
            </a:xfrm>
            <a:custGeom>
              <a:rect b="b" l="l" r="r" t="t"/>
              <a:pathLst>
                <a:path extrusionOk="0" h="554" w="912">
                  <a:moveTo>
                    <a:pt x="60" y="553"/>
                  </a:moveTo>
                  <a:lnTo>
                    <a:pt x="16" y="539"/>
                  </a:lnTo>
                  <a:lnTo>
                    <a:pt x="1" y="449"/>
                  </a:lnTo>
                  <a:lnTo>
                    <a:pt x="31" y="419"/>
                  </a:lnTo>
                  <a:lnTo>
                    <a:pt x="75" y="389"/>
                  </a:lnTo>
                  <a:lnTo>
                    <a:pt x="195" y="374"/>
                  </a:lnTo>
                  <a:lnTo>
                    <a:pt x="314" y="344"/>
                  </a:lnTo>
                  <a:lnTo>
                    <a:pt x="374" y="300"/>
                  </a:lnTo>
                  <a:lnTo>
                    <a:pt x="419" y="270"/>
                  </a:lnTo>
                  <a:lnTo>
                    <a:pt x="449" y="210"/>
                  </a:lnTo>
                  <a:lnTo>
                    <a:pt x="523" y="150"/>
                  </a:lnTo>
                  <a:lnTo>
                    <a:pt x="628" y="105"/>
                  </a:lnTo>
                  <a:lnTo>
                    <a:pt x="688" y="76"/>
                  </a:lnTo>
                  <a:lnTo>
                    <a:pt x="747" y="31"/>
                  </a:lnTo>
                  <a:lnTo>
                    <a:pt x="852" y="1"/>
                  </a:lnTo>
                  <a:lnTo>
                    <a:pt x="912" y="46"/>
                  </a:lnTo>
                  <a:lnTo>
                    <a:pt x="897" y="76"/>
                  </a:lnTo>
                  <a:lnTo>
                    <a:pt x="837" y="120"/>
                  </a:lnTo>
                  <a:lnTo>
                    <a:pt x="762" y="150"/>
                  </a:lnTo>
                  <a:lnTo>
                    <a:pt x="718" y="210"/>
                  </a:lnTo>
                  <a:lnTo>
                    <a:pt x="688" y="300"/>
                  </a:lnTo>
                  <a:lnTo>
                    <a:pt x="643" y="344"/>
                  </a:lnTo>
                  <a:lnTo>
                    <a:pt x="583" y="359"/>
                  </a:lnTo>
                  <a:lnTo>
                    <a:pt x="508" y="359"/>
                  </a:lnTo>
                  <a:lnTo>
                    <a:pt x="434" y="359"/>
                  </a:lnTo>
                  <a:lnTo>
                    <a:pt x="374" y="389"/>
                  </a:lnTo>
                  <a:lnTo>
                    <a:pt x="314" y="434"/>
                  </a:lnTo>
                  <a:lnTo>
                    <a:pt x="255" y="479"/>
                  </a:lnTo>
                  <a:lnTo>
                    <a:pt x="150" y="494"/>
                  </a:lnTo>
                  <a:lnTo>
                    <a:pt x="60" y="553"/>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62"/>
            <p:cNvSpPr/>
            <p:nvPr/>
          </p:nvSpPr>
          <p:spPr>
            <a:xfrm>
              <a:off x="3408225" y="2694875"/>
              <a:ext cx="22800" cy="13850"/>
            </a:xfrm>
            <a:custGeom>
              <a:rect b="b" l="l" r="r" t="t"/>
              <a:pathLst>
                <a:path extrusionOk="0" fill="none" h="554" w="912">
                  <a:moveTo>
                    <a:pt x="60" y="553"/>
                  </a:moveTo>
                  <a:lnTo>
                    <a:pt x="16" y="539"/>
                  </a:lnTo>
                  <a:lnTo>
                    <a:pt x="1" y="449"/>
                  </a:lnTo>
                  <a:lnTo>
                    <a:pt x="31" y="419"/>
                  </a:lnTo>
                  <a:lnTo>
                    <a:pt x="75" y="389"/>
                  </a:lnTo>
                  <a:lnTo>
                    <a:pt x="195" y="374"/>
                  </a:lnTo>
                  <a:lnTo>
                    <a:pt x="314" y="344"/>
                  </a:lnTo>
                  <a:lnTo>
                    <a:pt x="374" y="300"/>
                  </a:lnTo>
                  <a:lnTo>
                    <a:pt x="419" y="270"/>
                  </a:lnTo>
                  <a:lnTo>
                    <a:pt x="449" y="210"/>
                  </a:lnTo>
                  <a:lnTo>
                    <a:pt x="523" y="150"/>
                  </a:lnTo>
                  <a:lnTo>
                    <a:pt x="628" y="105"/>
                  </a:lnTo>
                  <a:lnTo>
                    <a:pt x="688" y="76"/>
                  </a:lnTo>
                  <a:lnTo>
                    <a:pt x="747" y="31"/>
                  </a:lnTo>
                  <a:lnTo>
                    <a:pt x="852" y="1"/>
                  </a:lnTo>
                  <a:lnTo>
                    <a:pt x="912" y="46"/>
                  </a:lnTo>
                  <a:lnTo>
                    <a:pt x="897" y="76"/>
                  </a:lnTo>
                  <a:lnTo>
                    <a:pt x="837" y="120"/>
                  </a:lnTo>
                  <a:lnTo>
                    <a:pt x="762" y="150"/>
                  </a:lnTo>
                  <a:lnTo>
                    <a:pt x="718" y="210"/>
                  </a:lnTo>
                  <a:lnTo>
                    <a:pt x="688" y="300"/>
                  </a:lnTo>
                  <a:lnTo>
                    <a:pt x="643" y="344"/>
                  </a:lnTo>
                  <a:lnTo>
                    <a:pt x="583" y="359"/>
                  </a:lnTo>
                  <a:lnTo>
                    <a:pt x="508" y="359"/>
                  </a:lnTo>
                  <a:lnTo>
                    <a:pt x="434" y="359"/>
                  </a:lnTo>
                  <a:lnTo>
                    <a:pt x="374" y="389"/>
                  </a:lnTo>
                  <a:lnTo>
                    <a:pt x="314" y="434"/>
                  </a:lnTo>
                  <a:lnTo>
                    <a:pt x="255" y="479"/>
                  </a:lnTo>
                  <a:lnTo>
                    <a:pt x="150" y="494"/>
                  </a:lnTo>
                  <a:lnTo>
                    <a:pt x="60" y="553"/>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62"/>
            <p:cNvSpPr/>
            <p:nvPr/>
          </p:nvSpPr>
          <p:spPr>
            <a:xfrm>
              <a:off x="3345125" y="2757600"/>
              <a:ext cx="182975" cy="253175"/>
            </a:xfrm>
            <a:custGeom>
              <a:rect b="b" l="l" r="r" t="t"/>
              <a:pathLst>
                <a:path extrusionOk="0" h="10127" w="7319">
                  <a:moveTo>
                    <a:pt x="3286" y="1"/>
                  </a:moveTo>
                  <a:lnTo>
                    <a:pt x="3286" y="16"/>
                  </a:lnTo>
                  <a:lnTo>
                    <a:pt x="3256" y="61"/>
                  </a:lnTo>
                  <a:lnTo>
                    <a:pt x="3227" y="225"/>
                  </a:lnTo>
                  <a:lnTo>
                    <a:pt x="3212" y="464"/>
                  </a:lnTo>
                  <a:lnTo>
                    <a:pt x="3227" y="643"/>
                  </a:lnTo>
                  <a:lnTo>
                    <a:pt x="3242" y="748"/>
                  </a:lnTo>
                  <a:lnTo>
                    <a:pt x="3242" y="822"/>
                  </a:lnTo>
                  <a:lnTo>
                    <a:pt x="3242" y="837"/>
                  </a:lnTo>
                  <a:lnTo>
                    <a:pt x="3256" y="837"/>
                  </a:lnTo>
                  <a:lnTo>
                    <a:pt x="3331" y="822"/>
                  </a:lnTo>
                  <a:lnTo>
                    <a:pt x="3436" y="942"/>
                  </a:lnTo>
                  <a:lnTo>
                    <a:pt x="3481" y="1017"/>
                  </a:lnTo>
                  <a:lnTo>
                    <a:pt x="3481" y="1076"/>
                  </a:lnTo>
                  <a:lnTo>
                    <a:pt x="3466" y="1121"/>
                  </a:lnTo>
                  <a:lnTo>
                    <a:pt x="3421" y="1166"/>
                  </a:lnTo>
                  <a:lnTo>
                    <a:pt x="3331" y="1196"/>
                  </a:lnTo>
                  <a:lnTo>
                    <a:pt x="3242" y="1196"/>
                  </a:lnTo>
                  <a:lnTo>
                    <a:pt x="3227" y="1211"/>
                  </a:lnTo>
                  <a:lnTo>
                    <a:pt x="3182" y="1211"/>
                  </a:lnTo>
                  <a:lnTo>
                    <a:pt x="3152" y="1196"/>
                  </a:lnTo>
                  <a:lnTo>
                    <a:pt x="3092" y="1196"/>
                  </a:lnTo>
                  <a:lnTo>
                    <a:pt x="3077" y="1270"/>
                  </a:lnTo>
                  <a:lnTo>
                    <a:pt x="3077" y="1330"/>
                  </a:lnTo>
                  <a:lnTo>
                    <a:pt x="3092" y="1360"/>
                  </a:lnTo>
                  <a:lnTo>
                    <a:pt x="3107" y="1450"/>
                  </a:lnTo>
                  <a:lnTo>
                    <a:pt x="3018" y="1733"/>
                  </a:lnTo>
                  <a:lnTo>
                    <a:pt x="2883" y="2152"/>
                  </a:lnTo>
                  <a:lnTo>
                    <a:pt x="2838" y="2525"/>
                  </a:lnTo>
                  <a:lnTo>
                    <a:pt x="2838" y="2600"/>
                  </a:lnTo>
                  <a:lnTo>
                    <a:pt x="2823" y="2674"/>
                  </a:lnTo>
                  <a:lnTo>
                    <a:pt x="2823" y="2704"/>
                  </a:lnTo>
                  <a:lnTo>
                    <a:pt x="2823" y="2734"/>
                  </a:lnTo>
                  <a:lnTo>
                    <a:pt x="2823" y="2749"/>
                  </a:lnTo>
                  <a:lnTo>
                    <a:pt x="2913" y="3018"/>
                  </a:lnTo>
                  <a:lnTo>
                    <a:pt x="3077" y="3242"/>
                  </a:lnTo>
                  <a:lnTo>
                    <a:pt x="3182" y="3406"/>
                  </a:lnTo>
                  <a:lnTo>
                    <a:pt x="3227" y="3511"/>
                  </a:lnTo>
                  <a:lnTo>
                    <a:pt x="3197" y="4048"/>
                  </a:lnTo>
                  <a:lnTo>
                    <a:pt x="3062" y="5004"/>
                  </a:lnTo>
                  <a:lnTo>
                    <a:pt x="2943" y="5721"/>
                  </a:lnTo>
                  <a:lnTo>
                    <a:pt x="2838" y="6079"/>
                  </a:lnTo>
                  <a:lnTo>
                    <a:pt x="2704" y="6184"/>
                  </a:lnTo>
                  <a:lnTo>
                    <a:pt x="1763" y="6572"/>
                  </a:lnTo>
                  <a:lnTo>
                    <a:pt x="1031" y="6871"/>
                  </a:lnTo>
                  <a:lnTo>
                    <a:pt x="404" y="7110"/>
                  </a:lnTo>
                  <a:lnTo>
                    <a:pt x="90" y="7244"/>
                  </a:lnTo>
                  <a:lnTo>
                    <a:pt x="60" y="7274"/>
                  </a:lnTo>
                  <a:lnTo>
                    <a:pt x="1" y="7289"/>
                  </a:lnTo>
                  <a:lnTo>
                    <a:pt x="1195" y="10127"/>
                  </a:lnTo>
                  <a:lnTo>
                    <a:pt x="1240" y="10097"/>
                  </a:lnTo>
                  <a:lnTo>
                    <a:pt x="1300" y="10067"/>
                  </a:lnTo>
                  <a:lnTo>
                    <a:pt x="1375" y="10022"/>
                  </a:lnTo>
                  <a:lnTo>
                    <a:pt x="1420" y="9992"/>
                  </a:lnTo>
                  <a:lnTo>
                    <a:pt x="1479" y="9977"/>
                  </a:lnTo>
                  <a:lnTo>
                    <a:pt x="1539" y="9962"/>
                  </a:lnTo>
                  <a:lnTo>
                    <a:pt x="1599" y="9962"/>
                  </a:lnTo>
                  <a:lnTo>
                    <a:pt x="1644" y="9948"/>
                  </a:lnTo>
                  <a:lnTo>
                    <a:pt x="1703" y="9918"/>
                  </a:lnTo>
                  <a:lnTo>
                    <a:pt x="1748" y="9888"/>
                  </a:lnTo>
                  <a:lnTo>
                    <a:pt x="1763" y="9873"/>
                  </a:lnTo>
                  <a:lnTo>
                    <a:pt x="1778" y="9858"/>
                  </a:lnTo>
                  <a:lnTo>
                    <a:pt x="1823" y="9828"/>
                  </a:lnTo>
                  <a:lnTo>
                    <a:pt x="1882" y="9813"/>
                  </a:lnTo>
                  <a:lnTo>
                    <a:pt x="1957" y="9798"/>
                  </a:lnTo>
                  <a:lnTo>
                    <a:pt x="2017" y="9768"/>
                  </a:lnTo>
                  <a:lnTo>
                    <a:pt x="2077" y="9723"/>
                  </a:lnTo>
                  <a:lnTo>
                    <a:pt x="2196" y="9679"/>
                  </a:lnTo>
                  <a:lnTo>
                    <a:pt x="2360" y="9634"/>
                  </a:lnTo>
                  <a:lnTo>
                    <a:pt x="2465" y="9604"/>
                  </a:lnTo>
                  <a:lnTo>
                    <a:pt x="2525" y="9604"/>
                  </a:lnTo>
                  <a:lnTo>
                    <a:pt x="2599" y="9634"/>
                  </a:lnTo>
                  <a:lnTo>
                    <a:pt x="2704" y="9664"/>
                  </a:lnTo>
                  <a:lnTo>
                    <a:pt x="2764" y="9709"/>
                  </a:lnTo>
                  <a:lnTo>
                    <a:pt x="2808" y="9723"/>
                  </a:lnTo>
                  <a:lnTo>
                    <a:pt x="2883" y="9709"/>
                  </a:lnTo>
                  <a:lnTo>
                    <a:pt x="2958" y="9694"/>
                  </a:lnTo>
                  <a:lnTo>
                    <a:pt x="3018" y="9664"/>
                  </a:lnTo>
                  <a:lnTo>
                    <a:pt x="3077" y="9619"/>
                  </a:lnTo>
                  <a:lnTo>
                    <a:pt x="3137" y="9529"/>
                  </a:lnTo>
                  <a:lnTo>
                    <a:pt x="3197" y="9425"/>
                  </a:lnTo>
                  <a:lnTo>
                    <a:pt x="3242" y="9320"/>
                  </a:lnTo>
                  <a:lnTo>
                    <a:pt x="3256" y="9261"/>
                  </a:lnTo>
                  <a:lnTo>
                    <a:pt x="3227" y="9231"/>
                  </a:lnTo>
                  <a:lnTo>
                    <a:pt x="3212" y="9201"/>
                  </a:lnTo>
                  <a:lnTo>
                    <a:pt x="3182" y="9141"/>
                  </a:lnTo>
                  <a:lnTo>
                    <a:pt x="3152" y="9051"/>
                  </a:lnTo>
                  <a:lnTo>
                    <a:pt x="3167" y="8947"/>
                  </a:lnTo>
                  <a:lnTo>
                    <a:pt x="3212" y="8827"/>
                  </a:lnTo>
                  <a:lnTo>
                    <a:pt x="3346" y="8708"/>
                  </a:lnTo>
                  <a:lnTo>
                    <a:pt x="3510" y="8618"/>
                  </a:lnTo>
                  <a:lnTo>
                    <a:pt x="3869" y="8559"/>
                  </a:lnTo>
                  <a:lnTo>
                    <a:pt x="4153" y="8559"/>
                  </a:lnTo>
                  <a:lnTo>
                    <a:pt x="4242" y="8529"/>
                  </a:lnTo>
                  <a:lnTo>
                    <a:pt x="4332" y="8484"/>
                  </a:lnTo>
                  <a:lnTo>
                    <a:pt x="4392" y="8424"/>
                  </a:lnTo>
                  <a:lnTo>
                    <a:pt x="4451" y="8290"/>
                  </a:lnTo>
                  <a:lnTo>
                    <a:pt x="4466" y="8066"/>
                  </a:lnTo>
                  <a:lnTo>
                    <a:pt x="4481" y="7916"/>
                  </a:lnTo>
                  <a:lnTo>
                    <a:pt x="4511" y="7797"/>
                  </a:lnTo>
                  <a:lnTo>
                    <a:pt x="4541" y="7692"/>
                  </a:lnTo>
                  <a:lnTo>
                    <a:pt x="4690" y="7543"/>
                  </a:lnTo>
                  <a:lnTo>
                    <a:pt x="4780" y="7498"/>
                  </a:lnTo>
                  <a:lnTo>
                    <a:pt x="4795" y="7483"/>
                  </a:lnTo>
                  <a:lnTo>
                    <a:pt x="4825" y="7453"/>
                  </a:lnTo>
                  <a:lnTo>
                    <a:pt x="4929" y="7409"/>
                  </a:lnTo>
                  <a:lnTo>
                    <a:pt x="5093" y="7364"/>
                  </a:lnTo>
                  <a:lnTo>
                    <a:pt x="5347" y="7334"/>
                  </a:lnTo>
                  <a:lnTo>
                    <a:pt x="5586" y="7334"/>
                  </a:lnTo>
                  <a:lnTo>
                    <a:pt x="5631" y="7319"/>
                  </a:lnTo>
                  <a:lnTo>
                    <a:pt x="5646" y="7274"/>
                  </a:lnTo>
                  <a:lnTo>
                    <a:pt x="5631" y="7170"/>
                  </a:lnTo>
                  <a:lnTo>
                    <a:pt x="5586" y="6946"/>
                  </a:lnTo>
                  <a:lnTo>
                    <a:pt x="5512" y="6692"/>
                  </a:lnTo>
                  <a:lnTo>
                    <a:pt x="5482" y="6617"/>
                  </a:lnTo>
                  <a:lnTo>
                    <a:pt x="5482" y="6587"/>
                  </a:lnTo>
                  <a:lnTo>
                    <a:pt x="5482" y="6572"/>
                  </a:lnTo>
                  <a:lnTo>
                    <a:pt x="5482" y="6557"/>
                  </a:lnTo>
                  <a:lnTo>
                    <a:pt x="5452" y="6453"/>
                  </a:lnTo>
                  <a:lnTo>
                    <a:pt x="5452" y="6318"/>
                  </a:lnTo>
                  <a:lnTo>
                    <a:pt x="5467" y="6244"/>
                  </a:lnTo>
                  <a:lnTo>
                    <a:pt x="5497" y="6154"/>
                  </a:lnTo>
                  <a:lnTo>
                    <a:pt x="5497" y="6079"/>
                  </a:lnTo>
                  <a:lnTo>
                    <a:pt x="5512" y="5990"/>
                  </a:lnTo>
                  <a:lnTo>
                    <a:pt x="5512" y="5960"/>
                  </a:lnTo>
                  <a:lnTo>
                    <a:pt x="5512" y="5945"/>
                  </a:lnTo>
                  <a:lnTo>
                    <a:pt x="5512" y="5826"/>
                  </a:lnTo>
                  <a:lnTo>
                    <a:pt x="5571" y="5721"/>
                  </a:lnTo>
                  <a:lnTo>
                    <a:pt x="5616" y="5676"/>
                  </a:lnTo>
                  <a:lnTo>
                    <a:pt x="5631" y="5631"/>
                  </a:lnTo>
                  <a:lnTo>
                    <a:pt x="5661" y="5587"/>
                  </a:lnTo>
                  <a:lnTo>
                    <a:pt x="5676" y="5497"/>
                  </a:lnTo>
                  <a:lnTo>
                    <a:pt x="5691" y="5422"/>
                  </a:lnTo>
                  <a:lnTo>
                    <a:pt x="5751" y="5363"/>
                  </a:lnTo>
                  <a:lnTo>
                    <a:pt x="5810" y="5318"/>
                  </a:lnTo>
                  <a:lnTo>
                    <a:pt x="5885" y="5318"/>
                  </a:lnTo>
                  <a:lnTo>
                    <a:pt x="5945" y="5348"/>
                  </a:lnTo>
                  <a:lnTo>
                    <a:pt x="5945" y="5437"/>
                  </a:lnTo>
                  <a:lnTo>
                    <a:pt x="5945" y="5467"/>
                  </a:lnTo>
                  <a:lnTo>
                    <a:pt x="5960" y="5527"/>
                  </a:lnTo>
                  <a:lnTo>
                    <a:pt x="5975" y="5557"/>
                  </a:lnTo>
                  <a:lnTo>
                    <a:pt x="5990" y="5572"/>
                  </a:lnTo>
                  <a:lnTo>
                    <a:pt x="6019" y="5587"/>
                  </a:lnTo>
                  <a:lnTo>
                    <a:pt x="6064" y="5587"/>
                  </a:lnTo>
                  <a:lnTo>
                    <a:pt x="6094" y="5572"/>
                  </a:lnTo>
                  <a:lnTo>
                    <a:pt x="6154" y="5557"/>
                  </a:lnTo>
                  <a:lnTo>
                    <a:pt x="6184" y="5527"/>
                  </a:lnTo>
                  <a:lnTo>
                    <a:pt x="6199" y="5497"/>
                  </a:lnTo>
                  <a:lnTo>
                    <a:pt x="6199" y="5452"/>
                  </a:lnTo>
                  <a:lnTo>
                    <a:pt x="6214" y="5303"/>
                  </a:lnTo>
                  <a:lnTo>
                    <a:pt x="6303" y="5168"/>
                  </a:lnTo>
                  <a:lnTo>
                    <a:pt x="6363" y="5109"/>
                  </a:lnTo>
                  <a:lnTo>
                    <a:pt x="6363" y="5079"/>
                  </a:lnTo>
                  <a:lnTo>
                    <a:pt x="6348" y="5034"/>
                  </a:lnTo>
                  <a:lnTo>
                    <a:pt x="6378" y="4914"/>
                  </a:lnTo>
                  <a:lnTo>
                    <a:pt x="6438" y="4765"/>
                  </a:lnTo>
                  <a:lnTo>
                    <a:pt x="6557" y="4601"/>
                  </a:lnTo>
                  <a:lnTo>
                    <a:pt x="6677" y="4452"/>
                  </a:lnTo>
                  <a:lnTo>
                    <a:pt x="6796" y="4362"/>
                  </a:lnTo>
                  <a:lnTo>
                    <a:pt x="6916" y="4272"/>
                  </a:lnTo>
                  <a:lnTo>
                    <a:pt x="6930" y="4198"/>
                  </a:lnTo>
                  <a:lnTo>
                    <a:pt x="6945" y="4123"/>
                  </a:lnTo>
                  <a:lnTo>
                    <a:pt x="6990" y="4033"/>
                  </a:lnTo>
                  <a:lnTo>
                    <a:pt x="7110" y="3824"/>
                  </a:lnTo>
                  <a:lnTo>
                    <a:pt x="7259" y="3481"/>
                  </a:lnTo>
                  <a:lnTo>
                    <a:pt x="7319" y="3257"/>
                  </a:lnTo>
                  <a:lnTo>
                    <a:pt x="7319" y="3092"/>
                  </a:lnTo>
                  <a:lnTo>
                    <a:pt x="7289" y="3003"/>
                  </a:lnTo>
                  <a:lnTo>
                    <a:pt x="7184" y="2943"/>
                  </a:lnTo>
                  <a:lnTo>
                    <a:pt x="7020" y="2943"/>
                  </a:lnTo>
                  <a:lnTo>
                    <a:pt x="6945" y="2898"/>
                  </a:lnTo>
                  <a:lnTo>
                    <a:pt x="6811" y="2779"/>
                  </a:lnTo>
                  <a:lnTo>
                    <a:pt x="6617" y="2480"/>
                  </a:lnTo>
                  <a:lnTo>
                    <a:pt x="6348" y="2077"/>
                  </a:lnTo>
                  <a:lnTo>
                    <a:pt x="6184" y="1793"/>
                  </a:lnTo>
                  <a:lnTo>
                    <a:pt x="6094" y="1659"/>
                  </a:lnTo>
                  <a:lnTo>
                    <a:pt x="5855" y="1584"/>
                  </a:lnTo>
                  <a:lnTo>
                    <a:pt x="5571" y="1584"/>
                  </a:lnTo>
                  <a:lnTo>
                    <a:pt x="5332" y="1539"/>
                  </a:lnTo>
                  <a:lnTo>
                    <a:pt x="4989" y="1405"/>
                  </a:lnTo>
                  <a:lnTo>
                    <a:pt x="4660" y="1255"/>
                  </a:lnTo>
                  <a:lnTo>
                    <a:pt x="4451" y="1121"/>
                  </a:lnTo>
                  <a:lnTo>
                    <a:pt x="4317" y="987"/>
                  </a:lnTo>
                  <a:lnTo>
                    <a:pt x="4153" y="778"/>
                  </a:lnTo>
                  <a:lnTo>
                    <a:pt x="3943" y="509"/>
                  </a:lnTo>
                  <a:lnTo>
                    <a:pt x="3824" y="300"/>
                  </a:lnTo>
                  <a:lnTo>
                    <a:pt x="3764" y="195"/>
                  </a:lnTo>
                  <a:lnTo>
                    <a:pt x="3734" y="105"/>
                  </a:lnTo>
                  <a:lnTo>
                    <a:pt x="3719" y="76"/>
                  </a:lnTo>
                  <a:lnTo>
                    <a:pt x="3719" y="46"/>
                  </a:lnTo>
                  <a:lnTo>
                    <a:pt x="3675" y="61"/>
                  </a:lnTo>
                  <a:lnTo>
                    <a:pt x="3645" y="91"/>
                  </a:lnTo>
                  <a:lnTo>
                    <a:pt x="3615" y="135"/>
                  </a:lnTo>
                  <a:lnTo>
                    <a:pt x="3600" y="195"/>
                  </a:lnTo>
                  <a:lnTo>
                    <a:pt x="3555" y="255"/>
                  </a:lnTo>
                  <a:lnTo>
                    <a:pt x="3525" y="285"/>
                  </a:lnTo>
                  <a:lnTo>
                    <a:pt x="3481" y="300"/>
                  </a:lnTo>
                  <a:lnTo>
                    <a:pt x="3451" y="300"/>
                  </a:lnTo>
                  <a:lnTo>
                    <a:pt x="3421" y="285"/>
                  </a:lnTo>
                  <a:lnTo>
                    <a:pt x="3391" y="255"/>
                  </a:lnTo>
                  <a:lnTo>
                    <a:pt x="3361" y="195"/>
                  </a:lnTo>
                  <a:lnTo>
                    <a:pt x="3331" y="91"/>
                  </a:lnTo>
                  <a:lnTo>
                    <a:pt x="3316" y="31"/>
                  </a:lnTo>
                  <a:lnTo>
                    <a:pt x="3301" y="16"/>
                  </a:lnTo>
                  <a:lnTo>
                    <a:pt x="3301"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62"/>
            <p:cNvSpPr/>
            <p:nvPr/>
          </p:nvSpPr>
          <p:spPr>
            <a:xfrm>
              <a:off x="3345125" y="2757600"/>
              <a:ext cx="182975" cy="253175"/>
            </a:xfrm>
            <a:custGeom>
              <a:rect b="b" l="l" r="r" t="t"/>
              <a:pathLst>
                <a:path extrusionOk="0" fill="none" h="10127" w="7319">
                  <a:moveTo>
                    <a:pt x="3600" y="195"/>
                  </a:moveTo>
                  <a:lnTo>
                    <a:pt x="3555" y="255"/>
                  </a:lnTo>
                  <a:lnTo>
                    <a:pt x="3525" y="285"/>
                  </a:lnTo>
                  <a:lnTo>
                    <a:pt x="3481" y="300"/>
                  </a:lnTo>
                  <a:lnTo>
                    <a:pt x="3451" y="300"/>
                  </a:lnTo>
                  <a:lnTo>
                    <a:pt x="3421" y="285"/>
                  </a:lnTo>
                  <a:lnTo>
                    <a:pt x="3391" y="255"/>
                  </a:lnTo>
                  <a:lnTo>
                    <a:pt x="3361" y="195"/>
                  </a:lnTo>
                  <a:lnTo>
                    <a:pt x="3331" y="91"/>
                  </a:lnTo>
                  <a:lnTo>
                    <a:pt x="3316" y="31"/>
                  </a:lnTo>
                  <a:lnTo>
                    <a:pt x="3301" y="16"/>
                  </a:lnTo>
                  <a:lnTo>
                    <a:pt x="3301" y="1"/>
                  </a:lnTo>
                  <a:lnTo>
                    <a:pt x="3301" y="1"/>
                  </a:lnTo>
                  <a:lnTo>
                    <a:pt x="3286" y="1"/>
                  </a:lnTo>
                  <a:lnTo>
                    <a:pt x="3286" y="16"/>
                  </a:lnTo>
                  <a:lnTo>
                    <a:pt x="3256" y="61"/>
                  </a:lnTo>
                  <a:lnTo>
                    <a:pt x="3227" y="225"/>
                  </a:lnTo>
                  <a:lnTo>
                    <a:pt x="3212" y="464"/>
                  </a:lnTo>
                  <a:lnTo>
                    <a:pt x="3227" y="643"/>
                  </a:lnTo>
                  <a:lnTo>
                    <a:pt x="3242" y="748"/>
                  </a:lnTo>
                  <a:lnTo>
                    <a:pt x="3242" y="822"/>
                  </a:lnTo>
                  <a:lnTo>
                    <a:pt x="3242" y="822"/>
                  </a:lnTo>
                  <a:lnTo>
                    <a:pt x="3242" y="837"/>
                  </a:lnTo>
                  <a:lnTo>
                    <a:pt x="3242" y="837"/>
                  </a:lnTo>
                  <a:lnTo>
                    <a:pt x="3256" y="837"/>
                  </a:lnTo>
                  <a:lnTo>
                    <a:pt x="3331" y="822"/>
                  </a:lnTo>
                  <a:lnTo>
                    <a:pt x="3436" y="942"/>
                  </a:lnTo>
                  <a:lnTo>
                    <a:pt x="3481" y="1017"/>
                  </a:lnTo>
                  <a:lnTo>
                    <a:pt x="3481" y="1076"/>
                  </a:lnTo>
                  <a:lnTo>
                    <a:pt x="3466" y="1121"/>
                  </a:lnTo>
                  <a:lnTo>
                    <a:pt x="3421" y="1166"/>
                  </a:lnTo>
                  <a:lnTo>
                    <a:pt x="3331" y="1196"/>
                  </a:lnTo>
                  <a:lnTo>
                    <a:pt x="3242" y="1196"/>
                  </a:lnTo>
                  <a:lnTo>
                    <a:pt x="3227" y="1211"/>
                  </a:lnTo>
                  <a:lnTo>
                    <a:pt x="3182" y="1211"/>
                  </a:lnTo>
                  <a:lnTo>
                    <a:pt x="3152" y="1196"/>
                  </a:lnTo>
                  <a:lnTo>
                    <a:pt x="3122" y="1196"/>
                  </a:lnTo>
                  <a:lnTo>
                    <a:pt x="3107" y="1196"/>
                  </a:lnTo>
                  <a:lnTo>
                    <a:pt x="3092" y="1196"/>
                  </a:lnTo>
                  <a:lnTo>
                    <a:pt x="3077" y="1270"/>
                  </a:lnTo>
                  <a:lnTo>
                    <a:pt x="3077" y="1330"/>
                  </a:lnTo>
                  <a:lnTo>
                    <a:pt x="3092" y="1360"/>
                  </a:lnTo>
                  <a:lnTo>
                    <a:pt x="3107" y="1450"/>
                  </a:lnTo>
                  <a:lnTo>
                    <a:pt x="3018" y="1733"/>
                  </a:lnTo>
                  <a:lnTo>
                    <a:pt x="2883" y="2152"/>
                  </a:lnTo>
                  <a:lnTo>
                    <a:pt x="2838" y="2525"/>
                  </a:lnTo>
                  <a:lnTo>
                    <a:pt x="2838" y="2600"/>
                  </a:lnTo>
                  <a:lnTo>
                    <a:pt x="2823" y="2674"/>
                  </a:lnTo>
                  <a:lnTo>
                    <a:pt x="2823" y="2704"/>
                  </a:lnTo>
                  <a:lnTo>
                    <a:pt x="2823" y="2734"/>
                  </a:lnTo>
                  <a:lnTo>
                    <a:pt x="2823" y="2749"/>
                  </a:lnTo>
                  <a:lnTo>
                    <a:pt x="2913" y="3018"/>
                  </a:lnTo>
                  <a:lnTo>
                    <a:pt x="3077" y="3242"/>
                  </a:lnTo>
                  <a:lnTo>
                    <a:pt x="3182" y="3406"/>
                  </a:lnTo>
                  <a:lnTo>
                    <a:pt x="3227" y="3511"/>
                  </a:lnTo>
                  <a:lnTo>
                    <a:pt x="3197" y="4048"/>
                  </a:lnTo>
                  <a:lnTo>
                    <a:pt x="3062" y="5004"/>
                  </a:lnTo>
                  <a:lnTo>
                    <a:pt x="2943" y="5721"/>
                  </a:lnTo>
                  <a:lnTo>
                    <a:pt x="2838" y="6079"/>
                  </a:lnTo>
                  <a:lnTo>
                    <a:pt x="2704" y="6184"/>
                  </a:lnTo>
                  <a:lnTo>
                    <a:pt x="1763" y="6572"/>
                  </a:lnTo>
                  <a:lnTo>
                    <a:pt x="1031" y="6871"/>
                  </a:lnTo>
                  <a:lnTo>
                    <a:pt x="404" y="7110"/>
                  </a:lnTo>
                  <a:lnTo>
                    <a:pt x="90" y="7244"/>
                  </a:lnTo>
                  <a:lnTo>
                    <a:pt x="60" y="7274"/>
                  </a:lnTo>
                  <a:lnTo>
                    <a:pt x="1" y="7289"/>
                  </a:lnTo>
                  <a:lnTo>
                    <a:pt x="1195" y="10127"/>
                  </a:lnTo>
                  <a:lnTo>
                    <a:pt x="1240" y="10097"/>
                  </a:lnTo>
                  <a:lnTo>
                    <a:pt x="1300" y="10067"/>
                  </a:lnTo>
                  <a:lnTo>
                    <a:pt x="1375" y="10022"/>
                  </a:lnTo>
                  <a:lnTo>
                    <a:pt x="1420" y="9992"/>
                  </a:lnTo>
                  <a:lnTo>
                    <a:pt x="1479" y="9977"/>
                  </a:lnTo>
                  <a:lnTo>
                    <a:pt x="1539" y="9962"/>
                  </a:lnTo>
                  <a:lnTo>
                    <a:pt x="1599" y="9962"/>
                  </a:lnTo>
                  <a:lnTo>
                    <a:pt x="1644" y="9948"/>
                  </a:lnTo>
                  <a:lnTo>
                    <a:pt x="1703" y="9918"/>
                  </a:lnTo>
                  <a:lnTo>
                    <a:pt x="1748" y="9888"/>
                  </a:lnTo>
                  <a:lnTo>
                    <a:pt x="1763" y="9873"/>
                  </a:lnTo>
                  <a:lnTo>
                    <a:pt x="1778" y="9858"/>
                  </a:lnTo>
                  <a:lnTo>
                    <a:pt x="1823" y="9828"/>
                  </a:lnTo>
                  <a:lnTo>
                    <a:pt x="1882" y="9813"/>
                  </a:lnTo>
                  <a:lnTo>
                    <a:pt x="1957" y="9798"/>
                  </a:lnTo>
                  <a:lnTo>
                    <a:pt x="2017" y="9768"/>
                  </a:lnTo>
                  <a:lnTo>
                    <a:pt x="2077" y="9723"/>
                  </a:lnTo>
                  <a:lnTo>
                    <a:pt x="2196" y="9679"/>
                  </a:lnTo>
                  <a:lnTo>
                    <a:pt x="2360" y="9634"/>
                  </a:lnTo>
                  <a:lnTo>
                    <a:pt x="2465" y="9604"/>
                  </a:lnTo>
                  <a:lnTo>
                    <a:pt x="2525" y="9604"/>
                  </a:lnTo>
                  <a:lnTo>
                    <a:pt x="2599" y="9634"/>
                  </a:lnTo>
                  <a:lnTo>
                    <a:pt x="2704" y="9664"/>
                  </a:lnTo>
                  <a:lnTo>
                    <a:pt x="2764" y="9709"/>
                  </a:lnTo>
                  <a:lnTo>
                    <a:pt x="2808" y="9723"/>
                  </a:lnTo>
                  <a:lnTo>
                    <a:pt x="2883" y="9709"/>
                  </a:lnTo>
                  <a:lnTo>
                    <a:pt x="2958" y="9694"/>
                  </a:lnTo>
                  <a:lnTo>
                    <a:pt x="3018" y="9664"/>
                  </a:lnTo>
                  <a:lnTo>
                    <a:pt x="3077" y="9619"/>
                  </a:lnTo>
                  <a:lnTo>
                    <a:pt x="3137" y="9529"/>
                  </a:lnTo>
                  <a:lnTo>
                    <a:pt x="3197" y="9425"/>
                  </a:lnTo>
                  <a:lnTo>
                    <a:pt x="3242" y="9320"/>
                  </a:lnTo>
                  <a:lnTo>
                    <a:pt x="3256" y="9261"/>
                  </a:lnTo>
                  <a:lnTo>
                    <a:pt x="3227" y="9231"/>
                  </a:lnTo>
                  <a:lnTo>
                    <a:pt x="3212" y="9201"/>
                  </a:lnTo>
                  <a:lnTo>
                    <a:pt x="3182" y="9141"/>
                  </a:lnTo>
                  <a:lnTo>
                    <a:pt x="3152" y="9051"/>
                  </a:lnTo>
                  <a:lnTo>
                    <a:pt x="3167" y="8947"/>
                  </a:lnTo>
                  <a:lnTo>
                    <a:pt x="3212" y="8827"/>
                  </a:lnTo>
                  <a:lnTo>
                    <a:pt x="3346" y="8708"/>
                  </a:lnTo>
                  <a:lnTo>
                    <a:pt x="3510" y="8618"/>
                  </a:lnTo>
                  <a:lnTo>
                    <a:pt x="3869" y="8559"/>
                  </a:lnTo>
                  <a:lnTo>
                    <a:pt x="4003" y="8559"/>
                  </a:lnTo>
                  <a:lnTo>
                    <a:pt x="4033" y="8559"/>
                  </a:lnTo>
                  <a:lnTo>
                    <a:pt x="4063" y="8559"/>
                  </a:lnTo>
                  <a:lnTo>
                    <a:pt x="4153" y="8559"/>
                  </a:lnTo>
                  <a:lnTo>
                    <a:pt x="4242" y="8529"/>
                  </a:lnTo>
                  <a:lnTo>
                    <a:pt x="4332" y="8484"/>
                  </a:lnTo>
                  <a:lnTo>
                    <a:pt x="4392" y="8424"/>
                  </a:lnTo>
                  <a:lnTo>
                    <a:pt x="4451" y="8290"/>
                  </a:lnTo>
                  <a:lnTo>
                    <a:pt x="4466" y="8066"/>
                  </a:lnTo>
                  <a:lnTo>
                    <a:pt x="4481" y="7916"/>
                  </a:lnTo>
                  <a:lnTo>
                    <a:pt x="4511" y="7797"/>
                  </a:lnTo>
                  <a:lnTo>
                    <a:pt x="4541" y="7692"/>
                  </a:lnTo>
                  <a:lnTo>
                    <a:pt x="4690" y="7543"/>
                  </a:lnTo>
                  <a:lnTo>
                    <a:pt x="4780" y="7498"/>
                  </a:lnTo>
                  <a:lnTo>
                    <a:pt x="4795" y="7483"/>
                  </a:lnTo>
                  <a:lnTo>
                    <a:pt x="4825" y="7453"/>
                  </a:lnTo>
                  <a:lnTo>
                    <a:pt x="4929" y="7409"/>
                  </a:lnTo>
                  <a:lnTo>
                    <a:pt x="5093" y="7364"/>
                  </a:lnTo>
                  <a:lnTo>
                    <a:pt x="5347" y="7334"/>
                  </a:lnTo>
                  <a:lnTo>
                    <a:pt x="5512" y="7334"/>
                  </a:lnTo>
                  <a:lnTo>
                    <a:pt x="5586" y="7334"/>
                  </a:lnTo>
                  <a:lnTo>
                    <a:pt x="5631" y="7319"/>
                  </a:lnTo>
                  <a:lnTo>
                    <a:pt x="5646" y="7274"/>
                  </a:lnTo>
                  <a:lnTo>
                    <a:pt x="5631" y="7170"/>
                  </a:lnTo>
                  <a:lnTo>
                    <a:pt x="5586" y="6946"/>
                  </a:lnTo>
                  <a:lnTo>
                    <a:pt x="5512" y="6692"/>
                  </a:lnTo>
                  <a:lnTo>
                    <a:pt x="5482" y="6617"/>
                  </a:lnTo>
                  <a:lnTo>
                    <a:pt x="5482" y="6587"/>
                  </a:lnTo>
                  <a:lnTo>
                    <a:pt x="5482" y="6572"/>
                  </a:lnTo>
                  <a:lnTo>
                    <a:pt x="5482" y="6557"/>
                  </a:lnTo>
                  <a:lnTo>
                    <a:pt x="5452" y="6453"/>
                  </a:lnTo>
                  <a:lnTo>
                    <a:pt x="5452" y="6318"/>
                  </a:lnTo>
                  <a:lnTo>
                    <a:pt x="5467" y="6244"/>
                  </a:lnTo>
                  <a:lnTo>
                    <a:pt x="5497" y="6154"/>
                  </a:lnTo>
                  <a:lnTo>
                    <a:pt x="5497" y="6079"/>
                  </a:lnTo>
                  <a:lnTo>
                    <a:pt x="5512" y="5990"/>
                  </a:lnTo>
                  <a:lnTo>
                    <a:pt x="5512" y="5960"/>
                  </a:lnTo>
                  <a:lnTo>
                    <a:pt x="5512" y="5945"/>
                  </a:lnTo>
                  <a:lnTo>
                    <a:pt x="5512" y="5826"/>
                  </a:lnTo>
                  <a:lnTo>
                    <a:pt x="5571" y="5721"/>
                  </a:lnTo>
                  <a:lnTo>
                    <a:pt x="5616" y="5676"/>
                  </a:lnTo>
                  <a:lnTo>
                    <a:pt x="5631" y="5631"/>
                  </a:lnTo>
                  <a:lnTo>
                    <a:pt x="5661" y="5587"/>
                  </a:lnTo>
                  <a:lnTo>
                    <a:pt x="5676" y="5497"/>
                  </a:lnTo>
                  <a:lnTo>
                    <a:pt x="5691" y="5422"/>
                  </a:lnTo>
                  <a:lnTo>
                    <a:pt x="5751" y="5363"/>
                  </a:lnTo>
                  <a:lnTo>
                    <a:pt x="5810" y="5318"/>
                  </a:lnTo>
                  <a:lnTo>
                    <a:pt x="5885" y="5318"/>
                  </a:lnTo>
                  <a:lnTo>
                    <a:pt x="5945" y="5348"/>
                  </a:lnTo>
                  <a:lnTo>
                    <a:pt x="5945" y="5437"/>
                  </a:lnTo>
                  <a:lnTo>
                    <a:pt x="5945" y="5467"/>
                  </a:lnTo>
                  <a:lnTo>
                    <a:pt x="5960" y="5527"/>
                  </a:lnTo>
                  <a:lnTo>
                    <a:pt x="5975" y="5557"/>
                  </a:lnTo>
                  <a:lnTo>
                    <a:pt x="5990" y="5572"/>
                  </a:lnTo>
                  <a:lnTo>
                    <a:pt x="6019" y="5587"/>
                  </a:lnTo>
                  <a:lnTo>
                    <a:pt x="6034" y="5587"/>
                  </a:lnTo>
                  <a:lnTo>
                    <a:pt x="6064" y="5587"/>
                  </a:lnTo>
                  <a:lnTo>
                    <a:pt x="6094" y="5572"/>
                  </a:lnTo>
                  <a:lnTo>
                    <a:pt x="6154" y="5557"/>
                  </a:lnTo>
                  <a:lnTo>
                    <a:pt x="6184" y="5527"/>
                  </a:lnTo>
                  <a:lnTo>
                    <a:pt x="6199" y="5497"/>
                  </a:lnTo>
                  <a:lnTo>
                    <a:pt x="6199" y="5452"/>
                  </a:lnTo>
                  <a:lnTo>
                    <a:pt x="6214" y="5303"/>
                  </a:lnTo>
                  <a:lnTo>
                    <a:pt x="6303" y="5168"/>
                  </a:lnTo>
                  <a:lnTo>
                    <a:pt x="6363" y="5109"/>
                  </a:lnTo>
                  <a:lnTo>
                    <a:pt x="6363" y="5079"/>
                  </a:lnTo>
                  <a:lnTo>
                    <a:pt x="6348" y="5034"/>
                  </a:lnTo>
                  <a:lnTo>
                    <a:pt x="6378" y="4914"/>
                  </a:lnTo>
                  <a:lnTo>
                    <a:pt x="6438" y="4765"/>
                  </a:lnTo>
                  <a:lnTo>
                    <a:pt x="6557" y="4601"/>
                  </a:lnTo>
                  <a:lnTo>
                    <a:pt x="6677" y="4452"/>
                  </a:lnTo>
                  <a:lnTo>
                    <a:pt x="6796" y="4362"/>
                  </a:lnTo>
                  <a:lnTo>
                    <a:pt x="6916" y="4272"/>
                  </a:lnTo>
                  <a:lnTo>
                    <a:pt x="6930" y="4198"/>
                  </a:lnTo>
                  <a:lnTo>
                    <a:pt x="6945" y="4123"/>
                  </a:lnTo>
                  <a:lnTo>
                    <a:pt x="6990" y="4033"/>
                  </a:lnTo>
                  <a:lnTo>
                    <a:pt x="7110" y="3824"/>
                  </a:lnTo>
                  <a:lnTo>
                    <a:pt x="7259" y="3481"/>
                  </a:lnTo>
                  <a:lnTo>
                    <a:pt x="7319" y="3257"/>
                  </a:lnTo>
                  <a:lnTo>
                    <a:pt x="7319" y="3092"/>
                  </a:lnTo>
                  <a:lnTo>
                    <a:pt x="7289" y="3003"/>
                  </a:lnTo>
                  <a:lnTo>
                    <a:pt x="7184" y="2943"/>
                  </a:lnTo>
                  <a:lnTo>
                    <a:pt x="7125" y="2943"/>
                  </a:lnTo>
                  <a:lnTo>
                    <a:pt x="7020" y="2943"/>
                  </a:lnTo>
                  <a:lnTo>
                    <a:pt x="6945" y="2898"/>
                  </a:lnTo>
                  <a:lnTo>
                    <a:pt x="6811" y="2779"/>
                  </a:lnTo>
                  <a:lnTo>
                    <a:pt x="6617" y="2480"/>
                  </a:lnTo>
                  <a:lnTo>
                    <a:pt x="6348" y="2077"/>
                  </a:lnTo>
                  <a:lnTo>
                    <a:pt x="6184" y="1793"/>
                  </a:lnTo>
                  <a:lnTo>
                    <a:pt x="6094" y="1659"/>
                  </a:lnTo>
                  <a:lnTo>
                    <a:pt x="5855" y="1584"/>
                  </a:lnTo>
                  <a:lnTo>
                    <a:pt x="5721" y="1584"/>
                  </a:lnTo>
                  <a:lnTo>
                    <a:pt x="5646" y="1584"/>
                  </a:lnTo>
                  <a:lnTo>
                    <a:pt x="5571" y="1584"/>
                  </a:lnTo>
                  <a:lnTo>
                    <a:pt x="5332" y="1539"/>
                  </a:lnTo>
                  <a:lnTo>
                    <a:pt x="4989" y="1405"/>
                  </a:lnTo>
                  <a:lnTo>
                    <a:pt x="4660" y="1255"/>
                  </a:lnTo>
                  <a:lnTo>
                    <a:pt x="4451" y="1121"/>
                  </a:lnTo>
                  <a:lnTo>
                    <a:pt x="4317" y="987"/>
                  </a:lnTo>
                  <a:lnTo>
                    <a:pt x="4153" y="778"/>
                  </a:lnTo>
                  <a:lnTo>
                    <a:pt x="3943" y="509"/>
                  </a:lnTo>
                  <a:lnTo>
                    <a:pt x="3824" y="300"/>
                  </a:lnTo>
                  <a:lnTo>
                    <a:pt x="3764" y="195"/>
                  </a:lnTo>
                  <a:lnTo>
                    <a:pt x="3734" y="105"/>
                  </a:lnTo>
                  <a:lnTo>
                    <a:pt x="3719" y="76"/>
                  </a:lnTo>
                  <a:lnTo>
                    <a:pt x="3719" y="46"/>
                  </a:lnTo>
                  <a:lnTo>
                    <a:pt x="3675" y="61"/>
                  </a:lnTo>
                  <a:lnTo>
                    <a:pt x="3645" y="91"/>
                  </a:lnTo>
                  <a:lnTo>
                    <a:pt x="3615" y="135"/>
                  </a:lnTo>
                  <a:lnTo>
                    <a:pt x="3600" y="19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62"/>
            <p:cNvSpPr/>
            <p:nvPr/>
          </p:nvSpPr>
          <p:spPr>
            <a:xfrm>
              <a:off x="3502325" y="2886050"/>
              <a:ext cx="9725" cy="19825"/>
            </a:xfrm>
            <a:custGeom>
              <a:rect b="b" l="l" r="r" t="t"/>
              <a:pathLst>
                <a:path extrusionOk="0" h="793" w="389">
                  <a:moveTo>
                    <a:pt x="30" y="449"/>
                  </a:moveTo>
                  <a:lnTo>
                    <a:pt x="60" y="404"/>
                  </a:lnTo>
                  <a:lnTo>
                    <a:pt x="120" y="284"/>
                  </a:lnTo>
                  <a:lnTo>
                    <a:pt x="165" y="135"/>
                  </a:lnTo>
                  <a:lnTo>
                    <a:pt x="209" y="45"/>
                  </a:lnTo>
                  <a:lnTo>
                    <a:pt x="254" y="1"/>
                  </a:lnTo>
                  <a:lnTo>
                    <a:pt x="314" y="45"/>
                  </a:lnTo>
                  <a:lnTo>
                    <a:pt x="329" y="120"/>
                  </a:lnTo>
                  <a:lnTo>
                    <a:pt x="344" y="180"/>
                  </a:lnTo>
                  <a:lnTo>
                    <a:pt x="389" y="254"/>
                  </a:lnTo>
                  <a:lnTo>
                    <a:pt x="344" y="344"/>
                  </a:lnTo>
                  <a:lnTo>
                    <a:pt x="239" y="508"/>
                  </a:lnTo>
                  <a:lnTo>
                    <a:pt x="194" y="613"/>
                  </a:lnTo>
                  <a:lnTo>
                    <a:pt x="165" y="702"/>
                  </a:lnTo>
                  <a:lnTo>
                    <a:pt x="120" y="762"/>
                  </a:lnTo>
                  <a:lnTo>
                    <a:pt x="75" y="792"/>
                  </a:lnTo>
                  <a:lnTo>
                    <a:pt x="30" y="762"/>
                  </a:lnTo>
                  <a:lnTo>
                    <a:pt x="0" y="568"/>
                  </a:lnTo>
                  <a:lnTo>
                    <a:pt x="30" y="449"/>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62"/>
            <p:cNvSpPr/>
            <p:nvPr/>
          </p:nvSpPr>
          <p:spPr>
            <a:xfrm>
              <a:off x="3502325" y="2886050"/>
              <a:ext cx="9725" cy="19825"/>
            </a:xfrm>
            <a:custGeom>
              <a:rect b="b" l="l" r="r" t="t"/>
              <a:pathLst>
                <a:path extrusionOk="0" fill="none" h="793" w="389">
                  <a:moveTo>
                    <a:pt x="30" y="449"/>
                  </a:moveTo>
                  <a:lnTo>
                    <a:pt x="60" y="404"/>
                  </a:lnTo>
                  <a:lnTo>
                    <a:pt x="120" y="284"/>
                  </a:lnTo>
                  <a:lnTo>
                    <a:pt x="165" y="135"/>
                  </a:lnTo>
                  <a:lnTo>
                    <a:pt x="209" y="45"/>
                  </a:lnTo>
                  <a:lnTo>
                    <a:pt x="254" y="1"/>
                  </a:lnTo>
                  <a:lnTo>
                    <a:pt x="314" y="45"/>
                  </a:lnTo>
                  <a:lnTo>
                    <a:pt x="329" y="120"/>
                  </a:lnTo>
                  <a:lnTo>
                    <a:pt x="344" y="180"/>
                  </a:lnTo>
                  <a:lnTo>
                    <a:pt x="389" y="254"/>
                  </a:lnTo>
                  <a:lnTo>
                    <a:pt x="344" y="344"/>
                  </a:lnTo>
                  <a:lnTo>
                    <a:pt x="239" y="508"/>
                  </a:lnTo>
                  <a:lnTo>
                    <a:pt x="194" y="613"/>
                  </a:lnTo>
                  <a:lnTo>
                    <a:pt x="165" y="702"/>
                  </a:lnTo>
                  <a:lnTo>
                    <a:pt x="120" y="762"/>
                  </a:lnTo>
                  <a:lnTo>
                    <a:pt x="75" y="792"/>
                  </a:lnTo>
                  <a:lnTo>
                    <a:pt x="30" y="762"/>
                  </a:lnTo>
                  <a:lnTo>
                    <a:pt x="0" y="568"/>
                  </a:lnTo>
                  <a:lnTo>
                    <a:pt x="30" y="449"/>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62"/>
            <p:cNvSpPr/>
            <p:nvPr/>
          </p:nvSpPr>
          <p:spPr>
            <a:xfrm>
              <a:off x="3441450" y="2981625"/>
              <a:ext cx="6000" cy="6000"/>
            </a:xfrm>
            <a:custGeom>
              <a:rect b="b" l="l" r="r" t="t"/>
              <a:pathLst>
                <a:path extrusionOk="0" h="240" w="240">
                  <a:moveTo>
                    <a:pt x="210" y="180"/>
                  </a:moveTo>
                  <a:lnTo>
                    <a:pt x="195" y="225"/>
                  </a:lnTo>
                  <a:lnTo>
                    <a:pt x="165" y="225"/>
                  </a:lnTo>
                  <a:lnTo>
                    <a:pt x="135" y="240"/>
                  </a:lnTo>
                  <a:lnTo>
                    <a:pt x="90" y="210"/>
                  </a:lnTo>
                  <a:lnTo>
                    <a:pt x="61" y="195"/>
                  </a:lnTo>
                  <a:lnTo>
                    <a:pt x="46" y="165"/>
                  </a:lnTo>
                  <a:lnTo>
                    <a:pt x="1" y="135"/>
                  </a:lnTo>
                  <a:lnTo>
                    <a:pt x="1" y="105"/>
                  </a:lnTo>
                  <a:lnTo>
                    <a:pt x="16" y="61"/>
                  </a:lnTo>
                  <a:lnTo>
                    <a:pt x="46" y="46"/>
                  </a:lnTo>
                  <a:lnTo>
                    <a:pt x="90" y="16"/>
                  </a:lnTo>
                  <a:lnTo>
                    <a:pt x="135" y="1"/>
                  </a:lnTo>
                  <a:lnTo>
                    <a:pt x="195" y="16"/>
                  </a:lnTo>
                  <a:lnTo>
                    <a:pt x="240" y="46"/>
                  </a:lnTo>
                  <a:lnTo>
                    <a:pt x="240" y="75"/>
                  </a:lnTo>
                  <a:lnTo>
                    <a:pt x="240" y="120"/>
                  </a:lnTo>
                  <a:lnTo>
                    <a:pt x="225" y="165"/>
                  </a:lnTo>
                  <a:lnTo>
                    <a:pt x="210" y="18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62"/>
            <p:cNvSpPr/>
            <p:nvPr/>
          </p:nvSpPr>
          <p:spPr>
            <a:xfrm>
              <a:off x="3441450" y="2981625"/>
              <a:ext cx="6000" cy="6000"/>
            </a:xfrm>
            <a:custGeom>
              <a:rect b="b" l="l" r="r" t="t"/>
              <a:pathLst>
                <a:path extrusionOk="0" fill="none" h="240" w="240">
                  <a:moveTo>
                    <a:pt x="210" y="180"/>
                  </a:moveTo>
                  <a:lnTo>
                    <a:pt x="195" y="225"/>
                  </a:lnTo>
                  <a:lnTo>
                    <a:pt x="165" y="225"/>
                  </a:lnTo>
                  <a:lnTo>
                    <a:pt x="135" y="240"/>
                  </a:lnTo>
                  <a:lnTo>
                    <a:pt x="90" y="210"/>
                  </a:lnTo>
                  <a:lnTo>
                    <a:pt x="61" y="195"/>
                  </a:lnTo>
                  <a:lnTo>
                    <a:pt x="46" y="165"/>
                  </a:lnTo>
                  <a:lnTo>
                    <a:pt x="1" y="135"/>
                  </a:lnTo>
                  <a:lnTo>
                    <a:pt x="1" y="105"/>
                  </a:lnTo>
                  <a:lnTo>
                    <a:pt x="16" y="61"/>
                  </a:lnTo>
                  <a:lnTo>
                    <a:pt x="46" y="46"/>
                  </a:lnTo>
                  <a:lnTo>
                    <a:pt x="90" y="16"/>
                  </a:lnTo>
                  <a:lnTo>
                    <a:pt x="135" y="1"/>
                  </a:lnTo>
                  <a:lnTo>
                    <a:pt x="195" y="16"/>
                  </a:lnTo>
                  <a:lnTo>
                    <a:pt x="240" y="46"/>
                  </a:lnTo>
                  <a:lnTo>
                    <a:pt x="240" y="75"/>
                  </a:lnTo>
                  <a:lnTo>
                    <a:pt x="240" y="120"/>
                  </a:lnTo>
                  <a:lnTo>
                    <a:pt x="225" y="165"/>
                  </a:lnTo>
                  <a:lnTo>
                    <a:pt x="210" y="180"/>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62"/>
            <p:cNvSpPr/>
            <p:nvPr/>
          </p:nvSpPr>
          <p:spPr>
            <a:xfrm>
              <a:off x="3192050" y="2600425"/>
              <a:ext cx="45575" cy="47825"/>
            </a:xfrm>
            <a:custGeom>
              <a:rect b="b" l="l" r="r" t="t"/>
              <a:pathLst>
                <a:path extrusionOk="0" h="1913" w="1823">
                  <a:moveTo>
                    <a:pt x="777" y="0"/>
                  </a:moveTo>
                  <a:lnTo>
                    <a:pt x="643" y="45"/>
                  </a:lnTo>
                  <a:lnTo>
                    <a:pt x="538" y="135"/>
                  </a:lnTo>
                  <a:lnTo>
                    <a:pt x="463" y="284"/>
                  </a:lnTo>
                  <a:lnTo>
                    <a:pt x="419" y="463"/>
                  </a:lnTo>
                  <a:lnTo>
                    <a:pt x="374" y="613"/>
                  </a:lnTo>
                  <a:lnTo>
                    <a:pt x="314" y="732"/>
                  </a:lnTo>
                  <a:lnTo>
                    <a:pt x="135" y="1031"/>
                  </a:lnTo>
                  <a:lnTo>
                    <a:pt x="0" y="1270"/>
                  </a:lnTo>
                  <a:lnTo>
                    <a:pt x="658" y="1330"/>
                  </a:lnTo>
                  <a:lnTo>
                    <a:pt x="852" y="1330"/>
                  </a:lnTo>
                  <a:lnTo>
                    <a:pt x="852" y="1345"/>
                  </a:lnTo>
                  <a:lnTo>
                    <a:pt x="1165" y="1912"/>
                  </a:lnTo>
                  <a:lnTo>
                    <a:pt x="1822" y="1912"/>
                  </a:lnTo>
                  <a:lnTo>
                    <a:pt x="1793" y="1852"/>
                  </a:lnTo>
                  <a:lnTo>
                    <a:pt x="1793" y="1808"/>
                  </a:lnTo>
                  <a:lnTo>
                    <a:pt x="1778" y="1748"/>
                  </a:lnTo>
                  <a:lnTo>
                    <a:pt x="1763" y="1703"/>
                  </a:lnTo>
                  <a:lnTo>
                    <a:pt x="1748" y="1658"/>
                  </a:lnTo>
                  <a:lnTo>
                    <a:pt x="1718" y="1598"/>
                  </a:lnTo>
                  <a:lnTo>
                    <a:pt x="1673" y="1524"/>
                  </a:lnTo>
                  <a:lnTo>
                    <a:pt x="1613" y="1404"/>
                  </a:lnTo>
                  <a:lnTo>
                    <a:pt x="1494" y="1240"/>
                  </a:lnTo>
                  <a:lnTo>
                    <a:pt x="1419" y="1121"/>
                  </a:lnTo>
                  <a:lnTo>
                    <a:pt x="1360" y="1076"/>
                  </a:lnTo>
                  <a:lnTo>
                    <a:pt x="1240" y="1046"/>
                  </a:lnTo>
                  <a:lnTo>
                    <a:pt x="1135" y="1031"/>
                  </a:lnTo>
                  <a:lnTo>
                    <a:pt x="1046" y="986"/>
                  </a:lnTo>
                  <a:lnTo>
                    <a:pt x="986" y="926"/>
                  </a:lnTo>
                  <a:lnTo>
                    <a:pt x="986" y="882"/>
                  </a:lnTo>
                  <a:lnTo>
                    <a:pt x="1001" y="837"/>
                  </a:lnTo>
                  <a:lnTo>
                    <a:pt x="1031" y="792"/>
                  </a:lnTo>
                  <a:lnTo>
                    <a:pt x="1091" y="747"/>
                  </a:lnTo>
                  <a:lnTo>
                    <a:pt x="1180" y="687"/>
                  </a:lnTo>
                  <a:lnTo>
                    <a:pt x="1255" y="628"/>
                  </a:lnTo>
                  <a:lnTo>
                    <a:pt x="1300" y="583"/>
                  </a:lnTo>
                  <a:lnTo>
                    <a:pt x="1330" y="568"/>
                  </a:lnTo>
                  <a:lnTo>
                    <a:pt x="1330" y="523"/>
                  </a:lnTo>
                  <a:lnTo>
                    <a:pt x="1315" y="478"/>
                  </a:lnTo>
                  <a:lnTo>
                    <a:pt x="1285" y="404"/>
                  </a:lnTo>
                  <a:lnTo>
                    <a:pt x="1180" y="195"/>
                  </a:lnTo>
                  <a:lnTo>
                    <a:pt x="1106" y="90"/>
                  </a:lnTo>
                  <a:lnTo>
                    <a:pt x="1046" y="60"/>
                  </a:lnTo>
                  <a:lnTo>
                    <a:pt x="1001" y="30"/>
                  </a:lnTo>
                  <a:lnTo>
                    <a:pt x="926"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62"/>
            <p:cNvSpPr/>
            <p:nvPr/>
          </p:nvSpPr>
          <p:spPr>
            <a:xfrm>
              <a:off x="3192050" y="2600425"/>
              <a:ext cx="45575" cy="47825"/>
            </a:xfrm>
            <a:custGeom>
              <a:rect b="b" l="l" r="r" t="t"/>
              <a:pathLst>
                <a:path extrusionOk="0" fill="none" h="1913" w="1823">
                  <a:moveTo>
                    <a:pt x="1822" y="1912"/>
                  </a:moveTo>
                  <a:lnTo>
                    <a:pt x="1793" y="1852"/>
                  </a:lnTo>
                  <a:lnTo>
                    <a:pt x="1793" y="1808"/>
                  </a:lnTo>
                  <a:lnTo>
                    <a:pt x="1778" y="1748"/>
                  </a:lnTo>
                  <a:lnTo>
                    <a:pt x="1763" y="1703"/>
                  </a:lnTo>
                  <a:lnTo>
                    <a:pt x="1748" y="1658"/>
                  </a:lnTo>
                  <a:lnTo>
                    <a:pt x="1718" y="1598"/>
                  </a:lnTo>
                  <a:lnTo>
                    <a:pt x="1673" y="1524"/>
                  </a:lnTo>
                  <a:lnTo>
                    <a:pt x="1613" y="1404"/>
                  </a:lnTo>
                  <a:lnTo>
                    <a:pt x="1494" y="1240"/>
                  </a:lnTo>
                  <a:lnTo>
                    <a:pt x="1419" y="1121"/>
                  </a:lnTo>
                  <a:lnTo>
                    <a:pt x="1360" y="1076"/>
                  </a:lnTo>
                  <a:lnTo>
                    <a:pt x="1240" y="1046"/>
                  </a:lnTo>
                  <a:lnTo>
                    <a:pt x="1135" y="1031"/>
                  </a:lnTo>
                  <a:lnTo>
                    <a:pt x="1046" y="986"/>
                  </a:lnTo>
                  <a:lnTo>
                    <a:pt x="986" y="926"/>
                  </a:lnTo>
                  <a:lnTo>
                    <a:pt x="986" y="882"/>
                  </a:lnTo>
                  <a:lnTo>
                    <a:pt x="1001" y="837"/>
                  </a:lnTo>
                  <a:lnTo>
                    <a:pt x="1031" y="792"/>
                  </a:lnTo>
                  <a:lnTo>
                    <a:pt x="1091" y="747"/>
                  </a:lnTo>
                  <a:lnTo>
                    <a:pt x="1180" y="687"/>
                  </a:lnTo>
                  <a:lnTo>
                    <a:pt x="1255" y="628"/>
                  </a:lnTo>
                  <a:lnTo>
                    <a:pt x="1300" y="583"/>
                  </a:lnTo>
                  <a:lnTo>
                    <a:pt x="1330" y="568"/>
                  </a:lnTo>
                  <a:lnTo>
                    <a:pt x="1330" y="523"/>
                  </a:lnTo>
                  <a:lnTo>
                    <a:pt x="1315" y="478"/>
                  </a:lnTo>
                  <a:lnTo>
                    <a:pt x="1285" y="404"/>
                  </a:lnTo>
                  <a:lnTo>
                    <a:pt x="1180" y="195"/>
                  </a:lnTo>
                  <a:lnTo>
                    <a:pt x="1106" y="90"/>
                  </a:lnTo>
                  <a:lnTo>
                    <a:pt x="1046" y="60"/>
                  </a:lnTo>
                  <a:lnTo>
                    <a:pt x="1001" y="30"/>
                  </a:lnTo>
                  <a:lnTo>
                    <a:pt x="1001" y="30"/>
                  </a:lnTo>
                  <a:lnTo>
                    <a:pt x="926" y="0"/>
                  </a:lnTo>
                  <a:lnTo>
                    <a:pt x="777" y="0"/>
                  </a:lnTo>
                  <a:lnTo>
                    <a:pt x="643" y="45"/>
                  </a:lnTo>
                  <a:lnTo>
                    <a:pt x="538" y="135"/>
                  </a:lnTo>
                  <a:lnTo>
                    <a:pt x="538" y="135"/>
                  </a:lnTo>
                  <a:lnTo>
                    <a:pt x="463" y="284"/>
                  </a:lnTo>
                  <a:lnTo>
                    <a:pt x="419" y="463"/>
                  </a:lnTo>
                  <a:lnTo>
                    <a:pt x="374" y="613"/>
                  </a:lnTo>
                  <a:lnTo>
                    <a:pt x="314" y="732"/>
                  </a:lnTo>
                  <a:lnTo>
                    <a:pt x="135" y="1031"/>
                  </a:lnTo>
                  <a:lnTo>
                    <a:pt x="0" y="1270"/>
                  </a:lnTo>
                  <a:lnTo>
                    <a:pt x="658" y="1330"/>
                  </a:lnTo>
                  <a:lnTo>
                    <a:pt x="852" y="1330"/>
                  </a:lnTo>
                  <a:lnTo>
                    <a:pt x="852" y="1345"/>
                  </a:lnTo>
                  <a:lnTo>
                    <a:pt x="852" y="1345"/>
                  </a:lnTo>
                  <a:lnTo>
                    <a:pt x="1165" y="1912"/>
                  </a:lnTo>
                  <a:lnTo>
                    <a:pt x="1822" y="1912"/>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62"/>
            <p:cNvSpPr/>
            <p:nvPr/>
          </p:nvSpPr>
          <p:spPr>
            <a:xfrm>
              <a:off x="3429500" y="2715425"/>
              <a:ext cx="9000" cy="22050"/>
            </a:xfrm>
            <a:custGeom>
              <a:rect b="b" l="l" r="r" t="t"/>
              <a:pathLst>
                <a:path extrusionOk="0" h="882" w="360">
                  <a:moveTo>
                    <a:pt x="330" y="0"/>
                  </a:moveTo>
                  <a:lnTo>
                    <a:pt x="255" y="15"/>
                  </a:lnTo>
                  <a:lnTo>
                    <a:pt x="150" y="75"/>
                  </a:lnTo>
                  <a:lnTo>
                    <a:pt x="61" y="165"/>
                  </a:lnTo>
                  <a:lnTo>
                    <a:pt x="16" y="209"/>
                  </a:lnTo>
                  <a:lnTo>
                    <a:pt x="1" y="254"/>
                  </a:lnTo>
                  <a:lnTo>
                    <a:pt x="16" y="359"/>
                  </a:lnTo>
                  <a:lnTo>
                    <a:pt x="46" y="508"/>
                  </a:lnTo>
                  <a:lnTo>
                    <a:pt x="46" y="553"/>
                  </a:lnTo>
                  <a:lnTo>
                    <a:pt x="46" y="613"/>
                  </a:lnTo>
                  <a:lnTo>
                    <a:pt x="46" y="747"/>
                  </a:lnTo>
                  <a:lnTo>
                    <a:pt x="76" y="837"/>
                  </a:lnTo>
                  <a:lnTo>
                    <a:pt x="150" y="881"/>
                  </a:lnTo>
                  <a:lnTo>
                    <a:pt x="225" y="881"/>
                  </a:lnTo>
                  <a:lnTo>
                    <a:pt x="210" y="867"/>
                  </a:lnTo>
                  <a:lnTo>
                    <a:pt x="210" y="852"/>
                  </a:lnTo>
                  <a:lnTo>
                    <a:pt x="195" y="747"/>
                  </a:lnTo>
                  <a:lnTo>
                    <a:pt x="210" y="643"/>
                  </a:lnTo>
                  <a:lnTo>
                    <a:pt x="240" y="568"/>
                  </a:lnTo>
                  <a:lnTo>
                    <a:pt x="270" y="523"/>
                  </a:lnTo>
                  <a:lnTo>
                    <a:pt x="315" y="448"/>
                  </a:lnTo>
                  <a:lnTo>
                    <a:pt x="344" y="284"/>
                  </a:lnTo>
                  <a:lnTo>
                    <a:pt x="359" y="135"/>
                  </a:lnTo>
                  <a:lnTo>
                    <a:pt x="359" y="45"/>
                  </a:lnTo>
                  <a:lnTo>
                    <a:pt x="330"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62"/>
            <p:cNvSpPr/>
            <p:nvPr/>
          </p:nvSpPr>
          <p:spPr>
            <a:xfrm>
              <a:off x="3429500" y="2715425"/>
              <a:ext cx="9000" cy="22050"/>
            </a:xfrm>
            <a:custGeom>
              <a:rect b="b" l="l" r="r" t="t"/>
              <a:pathLst>
                <a:path extrusionOk="0" fill="none" h="882" w="360">
                  <a:moveTo>
                    <a:pt x="1" y="254"/>
                  </a:moveTo>
                  <a:lnTo>
                    <a:pt x="16" y="359"/>
                  </a:lnTo>
                  <a:lnTo>
                    <a:pt x="46" y="508"/>
                  </a:lnTo>
                  <a:lnTo>
                    <a:pt x="46" y="553"/>
                  </a:lnTo>
                  <a:lnTo>
                    <a:pt x="46" y="613"/>
                  </a:lnTo>
                  <a:lnTo>
                    <a:pt x="46" y="747"/>
                  </a:lnTo>
                  <a:lnTo>
                    <a:pt x="76" y="837"/>
                  </a:lnTo>
                  <a:lnTo>
                    <a:pt x="150" y="881"/>
                  </a:lnTo>
                  <a:lnTo>
                    <a:pt x="225" y="881"/>
                  </a:lnTo>
                  <a:lnTo>
                    <a:pt x="210" y="867"/>
                  </a:lnTo>
                  <a:lnTo>
                    <a:pt x="210" y="852"/>
                  </a:lnTo>
                  <a:lnTo>
                    <a:pt x="195" y="747"/>
                  </a:lnTo>
                  <a:lnTo>
                    <a:pt x="210" y="643"/>
                  </a:lnTo>
                  <a:lnTo>
                    <a:pt x="240" y="568"/>
                  </a:lnTo>
                  <a:lnTo>
                    <a:pt x="270" y="523"/>
                  </a:lnTo>
                  <a:lnTo>
                    <a:pt x="315" y="448"/>
                  </a:lnTo>
                  <a:lnTo>
                    <a:pt x="344" y="284"/>
                  </a:lnTo>
                  <a:lnTo>
                    <a:pt x="359" y="135"/>
                  </a:lnTo>
                  <a:lnTo>
                    <a:pt x="359" y="45"/>
                  </a:lnTo>
                  <a:lnTo>
                    <a:pt x="330" y="0"/>
                  </a:lnTo>
                  <a:lnTo>
                    <a:pt x="255" y="15"/>
                  </a:lnTo>
                  <a:lnTo>
                    <a:pt x="150" y="75"/>
                  </a:lnTo>
                  <a:lnTo>
                    <a:pt x="61" y="165"/>
                  </a:lnTo>
                  <a:lnTo>
                    <a:pt x="16" y="209"/>
                  </a:lnTo>
                  <a:lnTo>
                    <a:pt x="1" y="254"/>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62"/>
            <p:cNvSpPr/>
            <p:nvPr/>
          </p:nvSpPr>
          <p:spPr>
            <a:xfrm>
              <a:off x="3302200" y="2721400"/>
              <a:ext cx="20550" cy="50800"/>
            </a:xfrm>
            <a:custGeom>
              <a:rect b="b" l="l" r="r" t="t"/>
              <a:pathLst>
                <a:path extrusionOk="0" h="2032" w="822">
                  <a:moveTo>
                    <a:pt x="344" y="0"/>
                  </a:moveTo>
                  <a:lnTo>
                    <a:pt x="314" y="15"/>
                  </a:lnTo>
                  <a:lnTo>
                    <a:pt x="299" y="30"/>
                  </a:lnTo>
                  <a:lnTo>
                    <a:pt x="284" y="60"/>
                  </a:lnTo>
                  <a:lnTo>
                    <a:pt x="254" y="135"/>
                  </a:lnTo>
                  <a:lnTo>
                    <a:pt x="239" y="209"/>
                  </a:lnTo>
                  <a:lnTo>
                    <a:pt x="209" y="299"/>
                  </a:lnTo>
                  <a:lnTo>
                    <a:pt x="209" y="374"/>
                  </a:lnTo>
                  <a:lnTo>
                    <a:pt x="209" y="404"/>
                  </a:lnTo>
                  <a:lnTo>
                    <a:pt x="209" y="433"/>
                  </a:lnTo>
                  <a:lnTo>
                    <a:pt x="194" y="493"/>
                  </a:lnTo>
                  <a:lnTo>
                    <a:pt x="150" y="523"/>
                  </a:lnTo>
                  <a:lnTo>
                    <a:pt x="135" y="538"/>
                  </a:lnTo>
                  <a:lnTo>
                    <a:pt x="135" y="553"/>
                  </a:lnTo>
                  <a:lnTo>
                    <a:pt x="135" y="583"/>
                  </a:lnTo>
                  <a:lnTo>
                    <a:pt x="150" y="613"/>
                  </a:lnTo>
                  <a:lnTo>
                    <a:pt x="179" y="642"/>
                  </a:lnTo>
                  <a:lnTo>
                    <a:pt x="179" y="702"/>
                  </a:lnTo>
                  <a:lnTo>
                    <a:pt x="164" y="777"/>
                  </a:lnTo>
                  <a:lnTo>
                    <a:pt x="105" y="822"/>
                  </a:lnTo>
                  <a:lnTo>
                    <a:pt x="60" y="852"/>
                  </a:lnTo>
                  <a:lnTo>
                    <a:pt x="30" y="911"/>
                  </a:lnTo>
                  <a:lnTo>
                    <a:pt x="0" y="986"/>
                  </a:lnTo>
                  <a:lnTo>
                    <a:pt x="0" y="1076"/>
                  </a:lnTo>
                  <a:lnTo>
                    <a:pt x="15" y="1165"/>
                  </a:lnTo>
                  <a:lnTo>
                    <a:pt x="45" y="1270"/>
                  </a:lnTo>
                  <a:lnTo>
                    <a:pt x="90" y="1344"/>
                  </a:lnTo>
                  <a:lnTo>
                    <a:pt x="120" y="1404"/>
                  </a:lnTo>
                  <a:lnTo>
                    <a:pt x="164" y="1464"/>
                  </a:lnTo>
                  <a:lnTo>
                    <a:pt x="164" y="1553"/>
                  </a:lnTo>
                  <a:lnTo>
                    <a:pt x="105" y="1628"/>
                  </a:lnTo>
                  <a:lnTo>
                    <a:pt x="30" y="1628"/>
                  </a:lnTo>
                  <a:lnTo>
                    <a:pt x="60" y="1673"/>
                  </a:lnTo>
                  <a:lnTo>
                    <a:pt x="90" y="1718"/>
                  </a:lnTo>
                  <a:lnTo>
                    <a:pt x="209" y="1927"/>
                  </a:lnTo>
                  <a:lnTo>
                    <a:pt x="329" y="2031"/>
                  </a:lnTo>
                  <a:lnTo>
                    <a:pt x="374" y="2002"/>
                  </a:lnTo>
                  <a:lnTo>
                    <a:pt x="448" y="1927"/>
                  </a:lnTo>
                  <a:lnTo>
                    <a:pt x="463" y="1912"/>
                  </a:lnTo>
                  <a:lnTo>
                    <a:pt x="523" y="1867"/>
                  </a:lnTo>
                  <a:lnTo>
                    <a:pt x="613" y="1807"/>
                  </a:lnTo>
                  <a:lnTo>
                    <a:pt x="672" y="1733"/>
                  </a:lnTo>
                  <a:lnTo>
                    <a:pt x="687" y="1688"/>
                  </a:lnTo>
                  <a:lnTo>
                    <a:pt x="717" y="1643"/>
                  </a:lnTo>
                  <a:lnTo>
                    <a:pt x="792" y="1539"/>
                  </a:lnTo>
                  <a:lnTo>
                    <a:pt x="822" y="1374"/>
                  </a:lnTo>
                  <a:lnTo>
                    <a:pt x="777" y="1210"/>
                  </a:lnTo>
                  <a:lnTo>
                    <a:pt x="702" y="1105"/>
                  </a:lnTo>
                  <a:lnTo>
                    <a:pt x="687" y="1061"/>
                  </a:lnTo>
                  <a:lnTo>
                    <a:pt x="657" y="1031"/>
                  </a:lnTo>
                  <a:lnTo>
                    <a:pt x="642" y="971"/>
                  </a:lnTo>
                  <a:lnTo>
                    <a:pt x="642" y="896"/>
                  </a:lnTo>
                  <a:lnTo>
                    <a:pt x="642" y="822"/>
                  </a:lnTo>
                  <a:lnTo>
                    <a:pt x="672" y="777"/>
                  </a:lnTo>
                  <a:lnTo>
                    <a:pt x="672" y="732"/>
                  </a:lnTo>
                  <a:lnTo>
                    <a:pt x="657" y="687"/>
                  </a:lnTo>
                  <a:lnTo>
                    <a:pt x="642" y="657"/>
                  </a:lnTo>
                  <a:lnTo>
                    <a:pt x="627" y="598"/>
                  </a:lnTo>
                  <a:lnTo>
                    <a:pt x="627" y="523"/>
                  </a:lnTo>
                  <a:lnTo>
                    <a:pt x="672" y="493"/>
                  </a:lnTo>
                  <a:lnTo>
                    <a:pt x="687" y="463"/>
                  </a:lnTo>
                  <a:lnTo>
                    <a:pt x="717" y="404"/>
                  </a:lnTo>
                  <a:lnTo>
                    <a:pt x="717" y="329"/>
                  </a:lnTo>
                  <a:lnTo>
                    <a:pt x="627" y="284"/>
                  </a:lnTo>
                  <a:lnTo>
                    <a:pt x="583" y="269"/>
                  </a:lnTo>
                  <a:lnTo>
                    <a:pt x="553" y="239"/>
                  </a:lnTo>
                  <a:lnTo>
                    <a:pt x="508" y="194"/>
                  </a:lnTo>
                  <a:lnTo>
                    <a:pt x="478" y="150"/>
                  </a:lnTo>
                  <a:lnTo>
                    <a:pt x="463" y="90"/>
                  </a:lnTo>
                  <a:lnTo>
                    <a:pt x="403" y="30"/>
                  </a:lnTo>
                  <a:lnTo>
                    <a:pt x="389" y="15"/>
                  </a:lnTo>
                  <a:lnTo>
                    <a:pt x="374"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62"/>
            <p:cNvSpPr/>
            <p:nvPr/>
          </p:nvSpPr>
          <p:spPr>
            <a:xfrm>
              <a:off x="3302200" y="2721400"/>
              <a:ext cx="20550" cy="50800"/>
            </a:xfrm>
            <a:custGeom>
              <a:rect b="b" l="l" r="r" t="t"/>
              <a:pathLst>
                <a:path extrusionOk="0" fill="none" h="2032" w="822">
                  <a:moveTo>
                    <a:pt x="329" y="2031"/>
                  </a:moveTo>
                  <a:lnTo>
                    <a:pt x="374" y="2002"/>
                  </a:lnTo>
                  <a:lnTo>
                    <a:pt x="448" y="1927"/>
                  </a:lnTo>
                  <a:lnTo>
                    <a:pt x="463" y="1912"/>
                  </a:lnTo>
                  <a:lnTo>
                    <a:pt x="523" y="1867"/>
                  </a:lnTo>
                  <a:lnTo>
                    <a:pt x="613" y="1807"/>
                  </a:lnTo>
                  <a:lnTo>
                    <a:pt x="672" y="1733"/>
                  </a:lnTo>
                  <a:lnTo>
                    <a:pt x="687" y="1688"/>
                  </a:lnTo>
                  <a:lnTo>
                    <a:pt x="717" y="1643"/>
                  </a:lnTo>
                  <a:lnTo>
                    <a:pt x="792" y="1539"/>
                  </a:lnTo>
                  <a:lnTo>
                    <a:pt x="822" y="1374"/>
                  </a:lnTo>
                  <a:lnTo>
                    <a:pt x="777" y="1210"/>
                  </a:lnTo>
                  <a:lnTo>
                    <a:pt x="702" y="1105"/>
                  </a:lnTo>
                  <a:lnTo>
                    <a:pt x="687" y="1061"/>
                  </a:lnTo>
                  <a:lnTo>
                    <a:pt x="657" y="1031"/>
                  </a:lnTo>
                  <a:lnTo>
                    <a:pt x="642" y="971"/>
                  </a:lnTo>
                  <a:lnTo>
                    <a:pt x="642" y="896"/>
                  </a:lnTo>
                  <a:lnTo>
                    <a:pt x="642" y="822"/>
                  </a:lnTo>
                  <a:lnTo>
                    <a:pt x="672" y="777"/>
                  </a:lnTo>
                  <a:lnTo>
                    <a:pt x="672" y="732"/>
                  </a:lnTo>
                  <a:lnTo>
                    <a:pt x="657" y="687"/>
                  </a:lnTo>
                  <a:lnTo>
                    <a:pt x="657" y="687"/>
                  </a:lnTo>
                  <a:lnTo>
                    <a:pt x="642" y="657"/>
                  </a:lnTo>
                  <a:lnTo>
                    <a:pt x="627" y="598"/>
                  </a:lnTo>
                  <a:lnTo>
                    <a:pt x="627" y="523"/>
                  </a:lnTo>
                  <a:lnTo>
                    <a:pt x="672" y="493"/>
                  </a:lnTo>
                  <a:lnTo>
                    <a:pt x="687" y="463"/>
                  </a:lnTo>
                  <a:lnTo>
                    <a:pt x="717" y="404"/>
                  </a:lnTo>
                  <a:lnTo>
                    <a:pt x="717" y="329"/>
                  </a:lnTo>
                  <a:lnTo>
                    <a:pt x="627" y="284"/>
                  </a:lnTo>
                  <a:lnTo>
                    <a:pt x="583" y="269"/>
                  </a:lnTo>
                  <a:lnTo>
                    <a:pt x="553" y="239"/>
                  </a:lnTo>
                  <a:lnTo>
                    <a:pt x="508" y="194"/>
                  </a:lnTo>
                  <a:lnTo>
                    <a:pt x="478" y="150"/>
                  </a:lnTo>
                  <a:lnTo>
                    <a:pt x="463" y="90"/>
                  </a:lnTo>
                  <a:lnTo>
                    <a:pt x="403" y="30"/>
                  </a:lnTo>
                  <a:lnTo>
                    <a:pt x="389" y="15"/>
                  </a:lnTo>
                  <a:lnTo>
                    <a:pt x="374" y="0"/>
                  </a:lnTo>
                  <a:lnTo>
                    <a:pt x="344" y="0"/>
                  </a:lnTo>
                  <a:lnTo>
                    <a:pt x="314" y="15"/>
                  </a:lnTo>
                  <a:lnTo>
                    <a:pt x="299" y="30"/>
                  </a:lnTo>
                  <a:lnTo>
                    <a:pt x="284" y="60"/>
                  </a:lnTo>
                  <a:lnTo>
                    <a:pt x="254" y="135"/>
                  </a:lnTo>
                  <a:lnTo>
                    <a:pt x="239" y="209"/>
                  </a:lnTo>
                  <a:lnTo>
                    <a:pt x="209" y="299"/>
                  </a:lnTo>
                  <a:lnTo>
                    <a:pt x="209" y="374"/>
                  </a:lnTo>
                  <a:lnTo>
                    <a:pt x="209" y="404"/>
                  </a:lnTo>
                  <a:lnTo>
                    <a:pt x="209" y="433"/>
                  </a:lnTo>
                  <a:lnTo>
                    <a:pt x="194" y="493"/>
                  </a:lnTo>
                  <a:lnTo>
                    <a:pt x="150" y="523"/>
                  </a:lnTo>
                  <a:lnTo>
                    <a:pt x="135" y="538"/>
                  </a:lnTo>
                  <a:lnTo>
                    <a:pt x="135" y="553"/>
                  </a:lnTo>
                  <a:lnTo>
                    <a:pt x="135" y="583"/>
                  </a:lnTo>
                  <a:lnTo>
                    <a:pt x="150" y="613"/>
                  </a:lnTo>
                  <a:lnTo>
                    <a:pt x="179" y="642"/>
                  </a:lnTo>
                  <a:lnTo>
                    <a:pt x="179" y="702"/>
                  </a:lnTo>
                  <a:lnTo>
                    <a:pt x="164" y="777"/>
                  </a:lnTo>
                  <a:lnTo>
                    <a:pt x="105" y="822"/>
                  </a:lnTo>
                  <a:lnTo>
                    <a:pt x="60" y="852"/>
                  </a:lnTo>
                  <a:lnTo>
                    <a:pt x="30" y="911"/>
                  </a:lnTo>
                  <a:lnTo>
                    <a:pt x="0" y="986"/>
                  </a:lnTo>
                  <a:lnTo>
                    <a:pt x="0" y="1076"/>
                  </a:lnTo>
                  <a:lnTo>
                    <a:pt x="15" y="1165"/>
                  </a:lnTo>
                  <a:lnTo>
                    <a:pt x="45" y="1270"/>
                  </a:lnTo>
                  <a:lnTo>
                    <a:pt x="90" y="1344"/>
                  </a:lnTo>
                  <a:lnTo>
                    <a:pt x="120" y="1404"/>
                  </a:lnTo>
                  <a:lnTo>
                    <a:pt x="164" y="1464"/>
                  </a:lnTo>
                  <a:lnTo>
                    <a:pt x="164" y="1553"/>
                  </a:lnTo>
                  <a:lnTo>
                    <a:pt x="105" y="1628"/>
                  </a:lnTo>
                  <a:lnTo>
                    <a:pt x="30" y="1628"/>
                  </a:lnTo>
                  <a:lnTo>
                    <a:pt x="60" y="1673"/>
                  </a:lnTo>
                  <a:lnTo>
                    <a:pt x="90" y="1718"/>
                  </a:lnTo>
                  <a:lnTo>
                    <a:pt x="209" y="1927"/>
                  </a:lnTo>
                  <a:lnTo>
                    <a:pt x="329" y="2031"/>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62"/>
            <p:cNvSpPr/>
            <p:nvPr/>
          </p:nvSpPr>
          <p:spPr>
            <a:xfrm>
              <a:off x="3291000" y="2718025"/>
              <a:ext cx="7100" cy="14975"/>
            </a:xfrm>
            <a:custGeom>
              <a:rect b="b" l="l" r="r" t="t"/>
              <a:pathLst>
                <a:path extrusionOk="0" h="599" w="284">
                  <a:moveTo>
                    <a:pt x="194" y="598"/>
                  </a:moveTo>
                  <a:lnTo>
                    <a:pt x="135" y="509"/>
                  </a:lnTo>
                  <a:lnTo>
                    <a:pt x="75" y="404"/>
                  </a:lnTo>
                  <a:lnTo>
                    <a:pt x="0" y="240"/>
                  </a:lnTo>
                  <a:lnTo>
                    <a:pt x="15" y="120"/>
                  </a:lnTo>
                  <a:lnTo>
                    <a:pt x="45" y="61"/>
                  </a:lnTo>
                  <a:lnTo>
                    <a:pt x="164" y="1"/>
                  </a:lnTo>
                  <a:lnTo>
                    <a:pt x="209" y="61"/>
                  </a:lnTo>
                  <a:lnTo>
                    <a:pt x="239" y="255"/>
                  </a:lnTo>
                  <a:lnTo>
                    <a:pt x="254" y="359"/>
                  </a:lnTo>
                  <a:lnTo>
                    <a:pt x="284" y="434"/>
                  </a:lnTo>
                  <a:lnTo>
                    <a:pt x="284" y="539"/>
                  </a:lnTo>
                  <a:lnTo>
                    <a:pt x="224" y="598"/>
                  </a:lnTo>
                  <a:lnTo>
                    <a:pt x="194" y="598"/>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62"/>
            <p:cNvSpPr/>
            <p:nvPr/>
          </p:nvSpPr>
          <p:spPr>
            <a:xfrm>
              <a:off x="3291000" y="2718025"/>
              <a:ext cx="7100" cy="14975"/>
            </a:xfrm>
            <a:custGeom>
              <a:rect b="b" l="l" r="r" t="t"/>
              <a:pathLst>
                <a:path extrusionOk="0" fill="none" h="599" w="284">
                  <a:moveTo>
                    <a:pt x="194" y="598"/>
                  </a:moveTo>
                  <a:lnTo>
                    <a:pt x="135" y="509"/>
                  </a:lnTo>
                  <a:lnTo>
                    <a:pt x="75" y="404"/>
                  </a:lnTo>
                  <a:lnTo>
                    <a:pt x="0" y="240"/>
                  </a:lnTo>
                  <a:lnTo>
                    <a:pt x="15" y="120"/>
                  </a:lnTo>
                  <a:lnTo>
                    <a:pt x="45" y="61"/>
                  </a:lnTo>
                  <a:lnTo>
                    <a:pt x="164" y="1"/>
                  </a:lnTo>
                  <a:lnTo>
                    <a:pt x="209" y="61"/>
                  </a:lnTo>
                  <a:lnTo>
                    <a:pt x="239" y="255"/>
                  </a:lnTo>
                  <a:lnTo>
                    <a:pt x="254" y="359"/>
                  </a:lnTo>
                  <a:lnTo>
                    <a:pt x="284" y="434"/>
                  </a:lnTo>
                  <a:lnTo>
                    <a:pt x="284" y="539"/>
                  </a:lnTo>
                  <a:lnTo>
                    <a:pt x="224" y="598"/>
                  </a:lnTo>
                  <a:lnTo>
                    <a:pt x="194" y="598"/>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62"/>
            <p:cNvSpPr/>
            <p:nvPr/>
          </p:nvSpPr>
          <p:spPr>
            <a:xfrm>
              <a:off x="3227150" y="2607900"/>
              <a:ext cx="6000" cy="6725"/>
            </a:xfrm>
            <a:custGeom>
              <a:rect b="b" l="l" r="r" t="t"/>
              <a:pathLst>
                <a:path extrusionOk="0" h="269" w="240">
                  <a:moveTo>
                    <a:pt x="180" y="75"/>
                  </a:moveTo>
                  <a:lnTo>
                    <a:pt x="135" y="30"/>
                  </a:lnTo>
                  <a:lnTo>
                    <a:pt x="105" y="30"/>
                  </a:lnTo>
                  <a:lnTo>
                    <a:pt x="60" y="0"/>
                  </a:lnTo>
                  <a:lnTo>
                    <a:pt x="15" y="0"/>
                  </a:lnTo>
                  <a:lnTo>
                    <a:pt x="0" y="60"/>
                  </a:lnTo>
                  <a:lnTo>
                    <a:pt x="30" y="105"/>
                  </a:lnTo>
                  <a:lnTo>
                    <a:pt x="45" y="164"/>
                  </a:lnTo>
                  <a:lnTo>
                    <a:pt x="45" y="194"/>
                  </a:lnTo>
                  <a:lnTo>
                    <a:pt x="60" y="224"/>
                  </a:lnTo>
                  <a:lnTo>
                    <a:pt x="90" y="254"/>
                  </a:lnTo>
                  <a:lnTo>
                    <a:pt x="150" y="269"/>
                  </a:lnTo>
                  <a:lnTo>
                    <a:pt x="194" y="254"/>
                  </a:lnTo>
                  <a:lnTo>
                    <a:pt x="239" y="224"/>
                  </a:lnTo>
                  <a:lnTo>
                    <a:pt x="239" y="194"/>
                  </a:lnTo>
                  <a:lnTo>
                    <a:pt x="224" y="164"/>
                  </a:lnTo>
                  <a:lnTo>
                    <a:pt x="224" y="135"/>
                  </a:lnTo>
                  <a:lnTo>
                    <a:pt x="239" y="120"/>
                  </a:lnTo>
                  <a:lnTo>
                    <a:pt x="224" y="105"/>
                  </a:lnTo>
                  <a:lnTo>
                    <a:pt x="194" y="90"/>
                  </a:lnTo>
                  <a:lnTo>
                    <a:pt x="180" y="75"/>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62"/>
            <p:cNvSpPr/>
            <p:nvPr/>
          </p:nvSpPr>
          <p:spPr>
            <a:xfrm>
              <a:off x="3227150" y="2607900"/>
              <a:ext cx="6000" cy="6725"/>
            </a:xfrm>
            <a:custGeom>
              <a:rect b="b" l="l" r="r" t="t"/>
              <a:pathLst>
                <a:path extrusionOk="0" fill="none" h="269" w="240">
                  <a:moveTo>
                    <a:pt x="180" y="75"/>
                  </a:moveTo>
                  <a:lnTo>
                    <a:pt x="135" y="30"/>
                  </a:lnTo>
                  <a:lnTo>
                    <a:pt x="105" y="30"/>
                  </a:lnTo>
                  <a:lnTo>
                    <a:pt x="60" y="0"/>
                  </a:lnTo>
                  <a:lnTo>
                    <a:pt x="15" y="0"/>
                  </a:lnTo>
                  <a:lnTo>
                    <a:pt x="0" y="60"/>
                  </a:lnTo>
                  <a:lnTo>
                    <a:pt x="30" y="105"/>
                  </a:lnTo>
                  <a:lnTo>
                    <a:pt x="45" y="164"/>
                  </a:lnTo>
                  <a:lnTo>
                    <a:pt x="45" y="194"/>
                  </a:lnTo>
                  <a:lnTo>
                    <a:pt x="60" y="224"/>
                  </a:lnTo>
                  <a:lnTo>
                    <a:pt x="90" y="254"/>
                  </a:lnTo>
                  <a:lnTo>
                    <a:pt x="150" y="269"/>
                  </a:lnTo>
                  <a:lnTo>
                    <a:pt x="194" y="254"/>
                  </a:lnTo>
                  <a:lnTo>
                    <a:pt x="239" y="224"/>
                  </a:lnTo>
                  <a:lnTo>
                    <a:pt x="239" y="194"/>
                  </a:lnTo>
                  <a:lnTo>
                    <a:pt x="224" y="164"/>
                  </a:lnTo>
                  <a:lnTo>
                    <a:pt x="224" y="135"/>
                  </a:lnTo>
                  <a:lnTo>
                    <a:pt x="239" y="120"/>
                  </a:lnTo>
                  <a:lnTo>
                    <a:pt x="224" y="105"/>
                  </a:lnTo>
                  <a:lnTo>
                    <a:pt x="194" y="90"/>
                  </a:lnTo>
                  <a:lnTo>
                    <a:pt x="180" y="7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62"/>
            <p:cNvSpPr/>
            <p:nvPr/>
          </p:nvSpPr>
          <p:spPr>
            <a:xfrm>
              <a:off x="3534050" y="2389475"/>
              <a:ext cx="361075" cy="402500"/>
            </a:xfrm>
            <a:custGeom>
              <a:rect b="b" l="l" r="r" t="t"/>
              <a:pathLst>
                <a:path extrusionOk="0" h="16100" w="14443">
                  <a:moveTo>
                    <a:pt x="11142" y="0"/>
                  </a:moveTo>
                  <a:lnTo>
                    <a:pt x="11142" y="30"/>
                  </a:lnTo>
                  <a:lnTo>
                    <a:pt x="11127" y="45"/>
                  </a:lnTo>
                  <a:lnTo>
                    <a:pt x="11097" y="105"/>
                  </a:lnTo>
                  <a:lnTo>
                    <a:pt x="11067" y="135"/>
                  </a:lnTo>
                  <a:lnTo>
                    <a:pt x="11038" y="150"/>
                  </a:lnTo>
                  <a:lnTo>
                    <a:pt x="11023" y="150"/>
                  </a:lnTo>
                  <a:lnTo>
                    <a:pt x="10918" y="209"/>
                  </a:lnTo>
                  <a:lnTo>
                    <a:pt x="10843" y="314"/>
                  </a:lnTo>
                  <a:lnTo>
                    <a:pt x="10828" y="314"/>
                  </a:lnTo>
                  <a:lnTo>
                    <a:pt x="10813" y="344"/>
                  </a:lnTo>
                  <a:lnTo>
                    <a:pt x="10784" y="344"/>
                  </a:lnTo>
                  <a:lnTo>
                    <a:pt x="10739" y="329"/>
                  </a:lnTo>
                  <a:lnTo>
                    <a:pt x="10694" y="299"/>
                  </a:lnTo>
                  <a:lnTo>
                    <a:pt x="10679" y="284"/>
                  </a:lnTo>
                  <a:lnTo>
                    <a:pt x="10649" y="254"/>
                  </a:lnTo>
                  <a:lnTo>
                    <a:pt x="10634" y="239"/>
                  </a:lnTo>
                  <a:lnTo>
                    <a:pt x="10604" y="209"/>
                  </a:lnTo>
                  <a:lnTo>
                    <a:pt x="10589" y="209"/>
                  </a:lnTo>
                  <a:lnTo>
                    <a:pt x="10500" y="194"/>
                  </a:lnTo>
                  <a:lnTo>
                    <a:pt x="10455" y="194"/>
                  </a:lnTo>
                  <a:lnTo>
                    <a:pt x="10306" y="209"/>
                  </a:lnTo>
                  <a:lnTo>
                    <a:pt x="10141" y="254"/>
                  </a:lnTo>
                  <a:lnTo>
                    <a:pt x="9992" y="269"/>
                  </a:lnTo>
                  <a:lnTo>
                    <a:pt x="9813" y="269"/>
                  </a:lnTo>
                  <a:lnTo>
                    <a:pt x="9649" y="284"/>
                  </a:lnTo>
                  <a:lnTo>
                    <a:pt x="9499" y="299"/>
                  </a:lnTo>
                  <a:lnTo>
                    <a:pt x="9380" y="344"/>
                  </a:lnTo>
                  <a:lnTo>
                    <a:pt x="9201" y="433"/>
                  </a:lnTo>
                  <a:lnTo>
                    <a:pt x="9006" y="568"/>
                  </a:lnTo>
                  <a:lnTo>
                    <a:pt x="8947" y="628"/>
                  </a:lnTo>
                  <a:lnTo>
                    <a:pt x="8932" y="657"/>
                  </a:lnTo>
                  <a:lnTo>
                    <a:pt x="8902" y="717"/>
                  </a:lnTo>
                  <a:lnTo>
                    <a:pt x="8857" y="777"/>
                  </a:lnTo>
                  <a:lnTo>
                    <a:pt x="8812" y="807"/>
                  </a:lnTo>
                  <a:lnTo>
                    <a:pt x="8767" y="792"/>
                  </a:lnTo>
                  <a:lnTo>
                    <a:pt x="8752" y="777"/>
                  </a:lnTo>
                  <a:lnTo>
                    <a:pt x="8708" y="777"/>
                  </a:lnTo>
                  <a:lnTo>
                    <a:pt x="8693" y="792"/>
                  </a:lnTo>
                  <a:lnTo>
                    <a:pt x="8693" y="807"/>
                  </a:lnTo>
                  <a:lnTo>
                    <a:pt x="8678" y="822"/>
                  </a:lnTo>
                  <a:lnTo>
                    <a:pt x="8648" y="881"/>
                  </a:lnTo>
                  <a:lnTo>
                    <a:pt x="8558" y="971"/>
                  </a:lnTo>
                  <a:lnTo>
                    <a:pt x="8484" y="1031"/>
                  </a:lnTo>
                  <a:lnTo>
                    <a:pt x="8424" y="1105"/>
                  </a:lnTo>
                  <a:lnTo>
                    <a:pt x="8394" y="1180"/>
                  </a:lnTo>
                  <a:lnTo>
                    <a:pt x="8424" y="1240"/>
                  </a:lnTo>
                  <a:lnTo>
                    <a:pt x="8484" y="1315"/>
                  </a:lnTo>
                  <a:lnTo>
                    <a:pt x="8558" y="1374"/>
                  </a:lnTo>
                  <a:lnTo>
                    <a:pt x="8648" y="1434"/>
                  </a:lnTo>
                  <a:lnTo>
                    <a:pt x="8693" y="1539"/>
                  </a:lnTo>
                  <a:lnTo>
                    <a:pt x="8723" y="1613"/>
                  </a:lnTo>
                  <a:lnTo>
                    <a:pt x="8782" y="1688"/>
                  </a:lnTo>
                  <a:lnTo>
                    <a:pt x="8827" y="1748"/>
                  </a:lnTo>
                  <a:lnTo>
                    <a:pt x="8872" y="1822"/>
                  </a:lnTo>
                  <a:lnTo>
                    <a:pt x="8932" y="1957"/>
                  </a:lnTo>
                  <a:lnTo>
                    <a:pt x="8902" y="2046"/>
                  </a:lnTo>
                  <a:lnTo>
                    <a:pt x="8902" y="2076"/>
                  </a:lnTo>
                  <a:lnTo>
                    <a:pt x="8887" y="2106"/>
                  </a:lnTo>
                  <a:lnTo>
                    <a:pt x="8917" y="2136"/>
                  </a:lnTo>
                  <a:lnTo>
                    <a:pt x="8932" y="2166"/>
                  </a:lnTo>
                  <a:lnTo>
                    <a:pt x="8977" y="2211"/>
                  </a:lnTo>
                  <a:lnTo>
                    <a:pt x="8991" y="2270"/>
                  </a:lnTo>
                  <a:lnTo>
                    <a:pt x="8842" y="2554"/>
                  </a:lnTo>
                  <a:lnTo>
                    <a:pt x="8678" y="2808"/>
                  </a:lnTo>
                  <a:lnTo>
                    <a:pt x="8603" y="2913"/>
                  </a:lnTo>
                  <a:lnTo>
                    <a:pt x="8573" y="2987"/>
                  </a:lnTo>
                  <a:lnTo>
                    <a:pt x="8543" y="3032"/>
                  </a:lnTo>
                  <a:lnTo>
                    <a:pt x="8558" y="3092"/>
                  </a:lnTo>
                  <a:lnTo>
                    <a:pt x="8588" y="3137"/>
                  </a:lnTo>
                  <a:lnTo>
                    <a:pt x="8603" y="3151"/>
                  </a:lnTo>
                  <a:lnTo>
                    <a:pt x="8618" y="3166"/>
                  </a:lnTo>
                  <a:lnTo>
                    <a:pt x="8663" y="3226"/>
                  </a:lnTo>
                  <a:lnTo>
                    <a:pt x="8708" y="3301"/>
                  </a:lnTo>
                  <a:lnTo>
                    <a:pt x="8752" y="3405"/>
                  </a:lnTo>
                  <a:lnTo>
                    <a:pt x="8752" y="3495"/>
                  </a:lnTo>
                  <a:lnTo>
                    <a:pt x="8738" y="3570"/>
                  </a:lnTo>
                  <a:lnTo>
                    <a:pt x="8678" y="3659"/>
                  </a:lnTo>
                  <a:lnTo>
                    <a:pt x="8603" y="3764"/>
                  </a:lnTo>
                  <a:lnTo>
                    <a:pt x="8528" y="3809"/>
                  </a:lnTo>
                  <a:lnTo>
                    <a:pt x="8484" y="3838"/>
                  </a:lnTo>
                  <a:lnTo>
                    <a:pt x="8409" y="3853"/>
                  </a:lnTo>
                  <a:lnTo>
                    <a:pt x="8349" y="3868"/>
                  </a:lnTo>
                  <a:lnTo>
                    <a:pt x="8275" y="3868"/>
                  </a:lnTo>
                  <a:lnTo>
                    <a:pt x="8215" y="3853"/>
                  </a:lnTo>
                  <a:lnTo>
                    <a:pt x="8170" y="3838"/>
                  </a:lnTo>
                  <a:lnTo>
                    <a:pt x="8125" y="3824"/>
                  </a:lnTo>
                  <a:lnTo>
                    <a:pt x="8051" y="3824"/>
                  </a:lnTo>
                  <a:lnTo>
                    <a:pt x="7961" y="3809"/>
                  </a:lnTo>
                  <a:lnTo>
                    <a:pt x="7901" y="3794"/>
                  </a:lnTo>
                  <a:lnTo>
                    <a:pt x="7827" y="3764"/>
                  </a:lnTo>
                  <a:lnTo>
                    <a:pt x="7782" y="3704"/>
                  </a:lnTo>
                  <a:lnTo>
                    <a:pt x="7752" y="3689"/>
                  </a:lnTo>
                  <a:lnTo>
                    <a:pt x="7662" y="3689"/>
                  </a:lnTo>
                  <a:lnTo>
                    <a:pt x="7647" y="3704"/>
                  </a:lnTo>
                  <a:lnTo>
                    <a:pt x="7632" y="3704"/>
                  </a:lnTo>
                  <a:lnTo>
                    <a:pt x="7617" y="3734"/>
                  </a:lnTo>
                  <a:lnTo>
                    <a:pt x="7617" y="3749"/>
                  </a:lnTo>
                  <a:lnTo>
                    <a:pt x="7662" y="3838"/>
                  </a:lnTo>
                  <a:lnTo>
                    <a:pt x="7827" y="3973"/>
                  </a:lnTo>
                  <a:lnTo>
                    <a:pt x="7841" y="3988"/>
                  </a:lnTo>
                  <a:lnTo>
                    <a:pt x="7856" y="3988"/>
                  </a:lnTo>
                  <a:lnTo>
                    <a:pt x="7871" y="4003"/>
                  </a:lnTo>
                  <a:lnTo>
                    <a:pt x="7931" y="4048"/>
                  </a:lnTo>
                  <a:lnTo>
                    <a:pt x="7976" y="4167"/>
                  </a:lnTo>
                  <a:lnTo>
                    <a:pt x="7976" y="4242"/>
                  </a:lnTo>
                  <a:lnTo>
                    <a:pt x="8006" y="4272"/>
                  </a:lnTo>
                  <a:lnTo>
                    <a:pt x="8021" y="4287"/>
                  </a:lnTo>
                  <a:lnTo>
                    <a:pt x="8036" y="4301"/>
                  </a:lnTo>
                  <a:lnTo>
                    <a:pt x="8065" y="4331"/>
                  </a:lnTo>
                  <a:lnTo>
                    <a:pt x="8080" y="4346"/>
                  </a:lnTo>
                  <a:lnTo>
                    <a:pt x="8125" y="4406"/>
                  </a:lnTo>
                  <a:lnTo>
                    <a:pt x="8155" y="4511"/>
                  </a:lnTo>
                  <a:lnTo>
                    <a:pt x="8155" y="4540"/>
                  </a:lnTo>
                  <a:lnTo>
                    <a:pt x="8140" y="4570"/>
                  </a:lnTo>
                  <a:lnTo>
                    <a:pt x="8051" y="4675"/>
                  </a:lnTo>
                  <a:lnTo>
                    <a:pt x="7976" y="4750"/>
                  </a:lnTo>
                  <a:lnTo>
                    <a:pt x="7901" y="4809"/>
                  </a:lnTo>
                  <a:lnTo>
                    <a:pt x="7812" y="4839"/>
                  </a:lnTo>
                  <a:lnTo>
                    <a:pt x="7692" y="4839"/>
                  </a:lnTo>
                  <a:lnTo>
                    <a:pt x="7617" y="4854"/>
                  </a:lnTo>
                  <a:lnTo>
                    <a:pt x="7588" y="4869"/>
                  </a:lnTo>
                  <a:lnTo>
                    <a:pt x="7558" y="4869"/>
                  </a:lnTo>
                  <a:lnTo>
                    <a:pt x="7498" y="4884"/>
                  </a:lnTo>
                  <a:lnTo>
                    <a:pt x="7483" y="4899"/>
                  </a:lnTo>
                  <a:lnTo>
                    <a:pt x="7483" y="4914"/>
                  </a:lnTo>
                  <a:lnTo>
                    <a:pt x="7483" y="4929"/>
                  </a:lnTo>
                  <a:lnTo>
                    <a:pt x="7528" y="5003"/>
                  </a:lnTo>
                  <a:lnTo>
                    <a:pt x="7513" y="5078"/>
                  </a:lnTo>
                  <a:lnTo>
                    <a:pt x="7513" y="5093"/>
                  </a:lnTo>
                  <a:lnTo>
                    <a:pt x="7498" y="5138"/>
                  </a:lnTo>
                  <a:lnTo>
                    <a:pt x="7453" y="5168"/>
                  </a:lnTo>
                  <a:lnTo>
                    <a:pt x="7423" y="5198"/>
                  </a:lnTo>
                  <a:lnTo>
                    <a:pt x="7423" y="5212"/>
                  </a:lnTo>
                  <a:lnTo>
                    <a:pt x="7453" y="5242"/>
                  </a:lnTo>
                  <a:lnTo>
                    <a:pt x="7498" y="5302"/>
                  </a:lnTo>
                  <a:lnTo>
                    <a:pt x="7513" y="5392"/>
                  </a:lnTo>
                  <a:lnTo>
                    <a:pt x="7453" y="5451"/>
                  </a:lnTo>
                  <a:lnTo>
                    <a:pt x="7393" y="5496"/>
                  </a:lnTo>
                  <a:lnTo>
                    <a:pt x="7364" y="5586"/>
                  </a:lnTo>
                  <a:lnTo>
                    <a:pt x="7393" y="5810"/>
                  </a:lnTo>
                  <a:lnTo>
                    <a:pt x="7483" y="5974"/>
                  </a:lnTo>
                  <a:lnTo>
                    <a:pt x="7483" y="5989"/>
                  </a:lnTo>
                  <a:lnTo>
                    <a:pt x="7498" y="6004"/>
                  </a:lnTo>
                  <a:lnTo>
                    <a:pt x="7513" y="6049"/>
                  </a:lnTo>
                  <a:lnTo>
                    <a:pt x="7543" y="6109"/>
                  </a:lnTo>
                  <a:lnTo>
                    <a:pt x="7543" y="6168"/>
                  </a:lnTo>
                  <a:lnTo>
                    <a:pt x="7528" y="6213"/>
                  </a:lnTo>
                  <a:lnTo>
                    <a:pt x="7498" y="6273"/>
                  </a:lnTo>
                  <a:lnTo>
                    <a:pt x="7408" y="6392"/>
                  </a:lnTo>
                  <a:lnTo>
                    <a:pt x="7319" y="6512"/>
                  </a:lnTo>
                  <a:lnTo>
                    <a:pt x="7259" y="6601"/>
                  </a:lnTo>
                  <a:lnTo>
                    <a:pt x="7244" y="6631"/>
                  </a:lnTo>
                  <a:lnTo>
                    <a:pt x="7214" y="6646"/>
                  </a:lnTo>
                  <a:lnTo>
                    <a:pt x="7140" y="6646"/>
                  </a:lnTo>
                  <a:lnTo>
                    <a:pt x="7095" y="6631"/>
                  </a:lnTo>
                  <a:lnTo>
                    <a:pt x="7065" y="6616"/>
                  </a:lnTo>
                  <a:lnTo>
                    <a:pt x="6960" y="6542"/>
                  </a:lnTo>
                  <a:lnTo>
                    <a:pt x="6916" y="6452"/>
                  </a:lnTo>
                  <a:lnTo>
                    <a:pt x="6886" y="6422"/>
                  </a:lnTo>
                  <a:lnTo>
                    <a:pt x="6871" y="6407"/>
                  </a:lnTo>
                  <a:lnTo>
                    <a:pt x="6841" y="6392"/>
                  </a:lnTo>
                  <a:lnTo>
                    <a:pt x="6781" y="6392"/>
                  </a:lnTo>
                  <a:lnTo>
                    <a:pt x="6781" y="6407"/>
                  </a:lnTo>
                  <a:lnTo>
                    <a:pt x="6766" y="6407"/>
                  </a:lnTo>
                  <a:lnTo>
                    <a:pt x="6751" y="6437"/>
                  </a:lnTo>
                  <a:lnTo>
                    <a:pt x="6736" y="6452"/>
                  </a:lnTo>
                  <a:lnTo>
                    <a:pt x="6706" y="6482"/>
                  </a:lnTo>
                  <a:lnTo>
                    <a:pt x="6647" y="6482"/>
                  </a:lnTo>
                  <a:lnTo>
                    <a:pt x="6617" y="6467"/>
                  </a:lnTo>
                  <a:lnTo>
                    <a:pt x="6602" y="6452"/>
                  </a:lnTo>
                  <a:lnTo>
                    <a:pt x="6572" y="6422"/>
                  </a:lnTo>
                  <a:lnTo>
                    <a:pt x="6557" y="6407"/>
                  </a:lnTo>
                  <a:lnTo>
                    <a:pt x="6527" y="6392"/>
                  </a:lnTo>
                  <a:lnTo>
                    <a:pt x="6512" y="6377"/>
                  </a:lnTo>
                  <a:lnTo>
                    <a:pt x="6482" y="6377"/>
                  </a:lnTo>
                  <a:lnTo>
                    <a:pt x="6482" y="6392"/>
                  </a:lnTo>
                  <a:lnTo>
                    <a:pt x="6467" y="6407"/>
                  </a:lnTo>
                  <a:lnTo>
                    <a:pt x="6453" y="6422"/>
                  </a:lnTo>
                  <a:lnTo>
                    <a:pt x="6378" y="6542"/>
                  </a:lnTo>
                  <a:lnTo>
                    <a:pt x="6243" y="6601"/>
                  </a:lnTo>
                  <a:lnTo>
                    <a:pt x="6199" y="6631"/>
                  </a:lnTo>
                  <a:lnTo>
                    <a:pt x="6169" y="6646"/>
                  </a:lnTo>
                  <a:lnTo>
                    <a:pt x="6139" y="6661"/>
                  </a:lnTo>
                  <a:lnTo>
                    <a:pt x="6094" y="6676"/>
                  </a:lnTo>
                  <a:lnTo>
                    <a:pt x="6004" y="6706"/>
                  </a:lnTo>
                  <a:lnTo>
                    <a:pt x="6004" y="6736"/>
                  </a:lnTo>
                  <a:lnTo>
                    <a:pt x="6019" y="6781"/>
                  </a:lnTo>
                  <a:lnTo>
                    <a:pt x="6049" y="6796"/>
                  </a:lnTo>
                  <a:lnTo>
                    <a:pt x="6094" y="6825"/>
                  </a:lnTo>
                  <a:lnTo>
                    <a:pt x="6124" y="6855"/>
                  </a:lnTo>
                  <a:lnTo>
                    <a:pt x="6154" y="6945"/>
                  </a:lnTo>
                  <a:lnTo>
                    <a:pt x="6139" y="6975"/>
                  </a:lnTo>
                  <a:lnTo>
                    <a:pt x="6094" y="7005"/>
                  </a:lnTo>
                  <a:lnTo>
                    <a:pt x="6034" y="7035"/>
                  </a:lnTo>
                  <a:lnTo>
                    <a:pt x="5990" y="7049"/>
                  </a:lnTo>
                  <a:lnTo>
                    <a:pt x="5960" y="7064"/>
                  </a:lnTo>
                  <a:lnTo>
                    <a:pt x="5930" y="7094"/>
                  </a:lnTo>
                  <a:lnTo>
                    <a:pt x="5810" y="7154"/>
                  </a:lnTo>
                  <a:lnTo>
                    <a:pt x="5706" y="7184"/>
                  </a:lnTo>
                  <a:lnTo>
                    <a:pt x="5601" y="7154"/>
                  </a:lnTo>
                  <a:lnTo>
                    <a:pt x="5482" y="7094"/>
                  </a:lnTo>
                  <a:lnTo>
                    <a:pt x="5422" y="7020"/>
                  </a:lnTo>
                  <a:lnTo>
                    <a:pt x="5392" y="7005"/>
                  </a:lnTo>
                  <a:lnTo>
                    <a:pt x="5377" y="7020"/>
                  </a:lnTo>
                  <a:lnTo>
                    <a:pt x="5332" y="7035"/>
                  </a:lnTo>
                  <a:lnTo>
                    <a:pt x="5288" y="7049"/>
                  </a:lnTo>
                  <a:lnTo>
                    <a:pt x="5258" y="7079"/>
                  </a:lnTo>
                  <a:lnTo>
                    <a:pt x="5243" y="7094"/>
                  </a:lnTo>
                  <a:lnTo>
                    <a:pt x="5228" y="7124"/>
                  </a:lnTo>
                  <a:lnTo>
                    <a:pt x="5213" y="7154"/>
                  </a:lnTo>
                  <a:lnTo>
                    <a:pt x="5198" y="7214"/>
                  </a:lnTo>
                  <a:lnTo>
                    <a:pt x="5183" y="7288"/>
                  </a:lnTo>
                  <a:lnTo>
                    <a:pt x="5138" y="7393"/>
                  </a:lnTo>
                  <a:lnTo>
                    <a:pt x="5034" y="7453"/>
                  </a:lnTo>
                  <a:lnTo>
                    <a:pt x="4989" y="7483"/>
                  </a:lnTo>
                  <a:lnTo>
                    <a:pt x="4959" y="7512"/>
                  </a:lnTo>
                  <a:lnTo>
                    <a:pt x="4914" y="7587"/>
                  </a:lnTo>
                  <a:lnTo>
                    <a:pt x="4899" y="7751"/>
                  </a:lnTo>
                  <a:lnTo>
                    <a:pt x="4899" y="7886"/>
                  </a:lnTo>
                  <a:lnTo>
                    <a:pt x="4929" y="7990"/>
                  </a:lnTo>
                  <a:lnTo>
                    <a:pt x="4974" y="8095"/>
                  </a:lnTo>
                  <a:lnTo>
                    <a:pt x="4989" y="8170"/>
                  </a:lnTo>
                  <a:lnTo>
                    <a:pt x="5004" y="8259"/>
                  </a:lnTo>
                  <a:lnTo>
                    <a:pt x="4989" y="8334"/>
                  </a:lnTo>
                  <a:lnTo>
                    <a:pt x="4974" y="8409"/>
                  </a:lnTo>
                  <a:lnTo>
                    <a:pt x="4929" y="8453"/>
                  </a:lnTo>
                  <a:lnTo>
                    <a:pt x="4989" y="8498"/>
                  </a:lnTo>
                  <a:lnTo>
                    <a:pt x="5064" y="8573"/>
                  </a:lnTo>
                  <a:lnTo>
                    <a:pt x="5079" y="8618"/>
                  </a:lnTo>
                  <a:lnTo>
                    <a:pt x="5079" y="8707"/>
                  </a:lnTo>
                  <a:lnTo>
                    <a:pt x="5034" y="8752"/>
                  </a:lnTo>
                  <a:lnTo>
                    <a:pt x="4855" y="8842"/>
                  </a:lnTo>
                  <a:lnTo>
                    <a:pt x="4406" y="8991"/>
                  </a:lnTo>
                  <a:lnTo>
                    <a:pt x="4182" y="9081"/>
                  </a:lnTo>
                  <a:lnTo>
                    <a:pt x="4033" y="9125"/>
                  </a:lnTo>
                  <a:lnTo>
                    <a:pt x="3914" y="9170"/>
                  </a:lnTo>
                  <a:lnTo>
                    <a:pt x="3466" y="9170"/>
                  </a:lnTo>
                  <a:lnTo>
                    <a:pt x="3376" y="9155"/>
                  </a:lnTo>
                  <a:lnTo>
                    <a:pt x="3331" y="9155"/>
                  </a:lnTo>
                  <a:lnTo>
                    <a:pt x="3212" y="9185"/>
                  </a:lnTo>
                  <a:lnTo>
                    <a:pt x="3122" y="9290"/>
                  </a:lnTo>
                  <a:lnTo>
                    <a:pt x="3107" y="9290"/>
                  </a:lnTo>
                  <a:lnTo>
                    <a:pt x="3107" y="9305"/>
                  </a:lnTo>
                  <a:lnTo>
                    <a:pt x="3047" y="9364"/>
                  </a:lnTo>
                  <a:lnTo>
                    <a:pt x="2973" y="9379"/>
                  </a:lnTo>
                  <a:lnTo>
                    <a:pt x="2883" y="9379"/>
                  </a:lnTo>
                  <a:lnTo>
                    <a:pt x="2808" y="9334"/>
                  </a:lnTo>
                  <a:lnTo>
                    <a:pt x="2779" y="9320"/>
                  </a:lnTo>
                  <a:lnTo>
                    <a:pt x="2749" y="9305"/>
                  </a:lnTo>
                  <a:lnTo>
                    <a:pt x="2689" y="9275"/>
                  </a:lnTo>
                  <a:lnTo>
                    <a:pt x="2584" y="9245"/>
                  </a:lnTo>
                  <a:lnTo>
                    <a:pt x="2495" y="9230"/>
                  </a:lnTo>
                  <a:lnTo>
                    <a:pt x="2405" y="9245"/>
                  </a:lnTo>
                  <a:lnTo>
                    <a:pt x="2360" y="9260"/>
                  </a:lnTo>
                  <a:lnTo>
                    <a:pt x="2316" y="9275"/>
                  </a:lnTo>
                  <a:lnTo>
                    <a:pt x="2256" y="9290"/>
                  </a:lnTo>
                  <a:lnTo>
                    <a:pt x="2107" y="9290"/>
                  </a:lnTo>
                  <a:lnTo>
                    <a:pt x="2047" y="9275"/>
                  </a:lnTo>
                  <a:lnTo>
                    <a:pt x="1957" y="9245"/>
                  </a:lnTo>
                  <a:lnTo>
                    <a:pt x="1853" y="9275"/>
                  </a:lnTo>
                  <a:lnTo>
                    <a:pt x="1778" y="9290"/>
                  </a:lnTo>
                  <a:lnTo>
                    <a:pt x="1748" y="9320"/>
                  </a:lnTo>
                  <a:lnTo>
                    <a:pt x="1673" y="9364"/>
                  </a:lnTo>
                  <a:lnTo>
                    <a:pt x="1509" y="9364"/>
                  </a:lnTo>
                  <a:lnTo>
                    <a:pt x="1016" y="9245"/>
                  </a:lnTo>
                  <a:lnTo>
                    <a:pt x="419" y="9006"/>
                  </a:lnTo>
                  <a:lnTo>
                    <a:pt x="299" y="8946"/>
                  </a:lnTo>
                  <a:lnTo>
                    <a:pt x="255" y="8931"/>
                  </a:lnTo>
                  <a:lnTo>
                    <a:pt x="150" y="8886"/>
                  </a:lnTo>
                  <a:lnTo>
                    <a:pt x="1" y="8842"/>
                  </a:lnTo>
                  <a:lnTo>
                    <a:pt x="240" y="9096"/>
                  </a:lnTo>
                  <a:lnTo>
                    <a:pt x="389" y="9320"/>
                  </a:lnTo>
                  <a:lnTo>
                    <a:pt x="464" y="9499"/>
                  </a:lnTo>
                  <a:lnTo>
                    <a:pt x="568" y="9708"/>
                  </a:lnTo>
                  <a:lnTo>
                    <a:pt x="658" y="9857"/>
                  </a:lnTo>
                  <a:lnTo>
                    <a:pt x="733" y="9962"/>
                  </a:lnTo>
                  <a:lnTo>
                    <a:pt x="762" y="10021"/>
                  </a:lnTo>
                  <a:lnTo>
                    <a:pt x="807" y="10081"/>
                  </a:lnTo>
                  <a:lnTo>
                    <a:pt x="867" y="10171"/>
                  </a:lnTo>
                  <a:lnTo>
                    <a:pt x="1031" y="10335"/>
                  </a:lnTo>
                  <a:lnTo>
                    <a:pt x="1151" y="10365"/>
                  </a:lnTo>
                  <a:lnTo>
                    <a:pt x="1240" y="10380"/>
                  </a:lnTo>
                  <a:lnTo>
                    <a:pt x="1300" y="10380"/>
                  </a:lnTo>
                  <a:lnTo>
                    <a:pt x="1375" y="10395"/>
                  </a:lnTo>
                  <a:lnTo>
                    <a:pt x="1479" y="10455"/>
                  </a:lnTo>
                  <a:lnTo>
                    <a:pt x="1554" y="10529"/>
                  </a:lnTo>
                  <a:lnTo>
                    <a:pt x="1718" y="10679"/>
                  </a:lnTo>
                  <a:lnTo>
                    <a:pt x="1823" y="10708"/>
                  </a:lnTo>
                  <a:lnTo>
                    <a:pt x="1838" y="10708"/>
                  </a:lnTo>
                  <a:lnTo>
                    <a:pt x="1912" y="10738"/>
                  </a:lnTo>
                  <a:lnTo>
                    <a:pt x="1927" y="10843"/>
                  </a:lnTo>
                  <a:lnTo>
                    <a:pt x="1927" y="10888"/>
                  </a:lnTo>
                  <a:lnTo>
                    <a:pt x="1942" y="10933"/>
                  </a:lnTo>
                  <a:lnTo>
                    <a:pt x="1957" y="11082"/>
                  </a:lnTo>
                  <a:lnTo>
                    <a:pt x="2002" y="11216"/>
                  </a:lnTo>
                  <a:lnTo>
                    <a:pt x="2017" y="11261"/>
                  </a:lnTo>
                  <a:lnTo>
                    <a:pt x="2032" y="11291"/>
                  </a:lnTo>
                  <a:lnTo>
                    <a:pt x="2077" y="11366"/>
                  </a:lnTo>
                  <a:lnTo>
                    <a:pt x="2092" y="11470"/>
                  </a:lnTo>
                  <a:lnTo>
                    <a:pt x="2092" y="11515"/>
                  </a:lnTo>
                  <a:lnTo>
                    <a:pt x="2077" y="11590"/>
                  </a:lnTo>
                  <a:lnTo>
                    <a:pt x="2077" y="11709"/>
                  </a:lnTo>
                  <a:lnTo>
                    <a:pt x="2077" y="11814"/>
                  </a:lnTo>
                  <a:lnTo>
                    <a:pt x="2077" y="11844"/>
                  </a:lnTo>
                  <a:lnTo>
                    <a:pt x="2092" y="11873"/>
                  </a:lnTo>
                  <a:lnTo>
                    <a:pt x="2107" y="11918"/>
                  </a:lnTo>
                  <a:lnTo>
                    <a:pt x="2136" y="11933"/>
                  </a:lnTo>
                  <a:lnTo>
                    <a:pt x="2151" y="11948"/>
                  </a:lnTo>
                  <a:lnTo>
                    <a:pt x="2226" y="11948"/>
                  </a:lnTo>
                  <a:lnTo>
                    <a:pt x="2271" y="11918"/>
                  </a:lnTo>
                  <a:lnTo>
                    <a:pt x="2286" y="11903"/>
                  </a:lnTo>
                  <a:lnTo>
                    <a:pt x="2331" y="11873"/>
                  </a:lnTo>
                  <a:lnTo>
                    <a:pt x="2405" y="11844"/>
                  </a:lnTo>
                  <a:lnTo>
                    <a:pt x="2450" y="11844"/>
                  </a:lnTo>
                  <a:lnTo>
                    <a:pt x="2510" y="11858"/>
                  </a:lnTo>
                  <a:lnTo>
                    <a:pt x="2555" y="11888"/>
                  </a:lnTo>
                  <a:lnTo>
                    <a:pt x="2584" y="11933"/>
                  </a:lnTo>
                  <a:lnTo>
                    <a:pt x="2584" y="12008"/>
                  </a:lnTo>
                  <a:lnTo>
                    <a:pt x="2599" y="12038"/>
                  </a:lnTo>
                  <a:lnTo>
                    <a:pt x="2599" y="12082"/>
                  </a:lnTo>
                  <a:lnTo>
                    <a:pt x="2599" y="12232"/>
                  </a:lnTo>
                  <a:lnTo>
                    <a:pt x="2614" y="12321"/>
                  </a:lnTo>
                  <a:lnTo>
                    <a:pt x="2629" y="12336"/>
                  </a:lnTo>
                  <a:lnTo>
                    <a:pt x="2629" y="12411"/>
                  </a:lnTo>
                  <a:lnTo>
                    <a:pt x="2599" y="12441"/>
                  </a:lnTo>
                  <a:lnTo>
                    <a:pt x="2569" y="12456"/>
                  </a:lnTo>
                  <a:lnTo>
                    <a:pt x="2555" y="12501"/>
                  </a:lnTo>
                  <a:lnTo>
                    <a:pt x="2555" y="12590"/>
                  </a:lnTo>
                  <a:lnTo>
                    <a:pt x="2525" y="12650"/>
                  </a:lnTo>
                  <a:lnTo>
                    <a:pt x="2465" y="12695"/>
                  </a:lnTo>
                  <a:lnTo>
                    <a:pt x="2420" y="12725"/>
                  </a:lnTo>
                  <a:lnTo>
                    <a:pt x="2360" y="12725"/>
                  </a:lnTo>
                  <a:lnTo>
                    <a:pt x="2286" y="12710"/>
                  </a:lnTo>
                  <a:lnTo>
                    <a:pt x="2256" y="12695"/>
                  </a:lnTo>
                  <a:lnTo>
                    <a:pt x="2092" y="12695"/>
                  </a:lnTo>
                  <a:lnTo>
                    <a:pt x="2032" y="12710"/>
                  </a:lnTo>
                  <a:lnTo>
                    <a:pt x="2002" y="12725"/>
                  </a:lnTo>
                  <a:lnTo>
                    <a:pt x="1987" y="12755"/>
                  </a:lnTo>
                  <a:lnTo>
                    <a:pt x="1927" y="12769"/>
                  </a:lnTo>
                  <a:lnTo>
                    <a:pt x="1793" y="12829"/>
                  </a:lnTo>
                  <a:lnTo>
                    <a:pt x="1718" y="12934"/>
                  </a:lnTo>
                  <a:lnTo>
                    <a:pt x="1703" y="13023"/>
                  </a:lnTo>
                  <a:lnTo>
                    <a:pt x="1554" y="13098"/>
                  </a:lnTo>
                  <a:lnTo>
                    <a:pt x="1464" y="13113"/>
                  </a:lnTo>
                  <a:lnTo>
                    <a:pt x="1405" y="13128"/>
                  </a:lnTo>
                  <a:lnTo>
                    <a:pt x="1375" y="13143"/>
                  </a:lnTo>
                  <a:lnTo>
                    <a:pt x="1345" y="13173"/>
                  </a:lnTo>
                  <a:lnTo>
                    <a:pt x="1330" y="13203"/>
                  </a:lnTo>
                  <a:lnTo>
                    <a:pt x="1315" y="13262"/>
                  </a:lnTo>
                  <a:lnTo>
                    <a:pt x="1330" y="13322"/>
                  </a:lnTo>
                  <a:lnTo>
                    <a:pt x="1330" y="13412"/>
                  </a:lnTo>
                  <a:lnTo>
                    <a:pt x="1315" y="13486"/>
                  </a:lnTo>
                  <a:lnTo>
                    <a:pt x="1300" y="13606"/>
                  </a:lnTo>
                  <a:lnTo>
                    <a:pt x="1285" y="13666"/>
                  </a:lnTo>
                  <a:lnTo>
                    <a:pt x="1255" y="13710"/>
                  </a:lnTo>
                  <a:lnTo>
                    <a:pt x="1240" y="13740"/>
                  </a:lnTo>
                  <a:lnTo>
                    <a:pt x="1210" y="13770"/>
                  </a:lnTo>
                  <a:lnTo>
                    <a:pt x="1210" y="13815"/>
                  </a:lnTo>
                  <a:lnTo>
                    <a:pt x="1195" y="13845"/>
                  </a:lnTo>
                  <a:lnTo>
                    <a:pt x="1195" y="14009"/>
                  </a:lnTo>
                  <a:lnTo>
                    <a:pt x="1195" y="14263"/>
                  </a:lnTo>
                  <a:lnTo>
                    <a:pt x="1195" y="14442"/>
                  </a:lnTo>
                  <a:lnTo>
                    <a:pt x="1210" y="14457"/>
                  </a:lnTo>
                  <a:lnTo>
                    <a:pt x="1300" y="14457"/>
                  </a:lnTo>
                  <a:lnTo>
                    <a:pt x="1315" y="14442"/>
                  </a:lnTo>
                  <a:lnTo>
                    <a:pt x="1345" y="14457"/>
                  </a:lnTo>
                  <a:lnTo>
                    <a:pt x="1360" y="14457"/>
                  </a:lnTo>
                  <a:lnTo>
                    <a:pt x="1375" y="14487"/>
                  </a:lnTo>
                  <a:lnTo>
                    <a:pt x="1375" y="14502"/>
                  </a:lnTo>
                  <a:lnTo>
                    <a:pt x="1375" y="14532"/>
                  </a:lnTo>
                  <a:lnTo>
                    <a:pt x="1375" y="14562"/>
                  </a:lnTo>
                  <a:lnTo>
                    <a:pt x="1375" y="14592"/>
                  </a:lnTo>
                  <a:lnTo>
                    <a:pt x="1405" y="14606"/>
                  </a:lnTo>
                  <a:lnTo>
                    <a:pt x="1420" y="14606"/>
                  </a:lnTo>
                  <a:lnTo>
                    <a:pt x="1449" y="14577"/>
                  </a:lnTo>
                  <a:lnTo>
                    <a:pt x="1479" y="14532"/>
                  </a:lnTo>
                  <a:lnTo>
                    <a:pt x="1509" y="14502"/>
                  </a:lnTo>
                  <a:lnTo>
                    <a:pt x="1539" y="14472"/>
                  </a:lnTo>
                  <a:lnTo>
                    <a:pt x="1584" y="14457"/>
                  </a:lnTo>
                  <a:lnTo>
                    <a:pt x="1629" y="14442"/>
                  </a:lnTo>
                  <a:lnTo>
                    <a:pt x="1658" y="14427"/>
                  </a:lnTo>
                  <a:lnTo>
                    <a:pt x="1673" y="14427"/>
                  </a:lnTo>
                  <a:lnTo>
                    <a:pt x="1733" y="14412"/>
                  </a:lnTo>
                  <a:lnTo>
                    <a:pt x="1793" y="14427"/>
                  </a:lnTo>
                  <a:lnTo>
                    <a:pt x="1808" y="14427"/>
                  </a:lnTo>
                  <a:lnTo>
                    <a:pt x="1868" y="14472"/>
                  </a:lnTo>
                  <a:lnTo>
                    <a:pt x="1927" y="14442"/>
                  </a:lnTo>
                  <a:lnTo>
                    <a:pt x="1942" y="14427"/>
                  </a:lnTo>
                  <a:lnTo>
                    <a:pt x="1957" y="14412"/>
                  </a:lnTo>
                  <a:lnTo>
                    <a:pt x="1972" y="14382"/>
                  </a:lnTo>
                  <a:lnTo>
                    <a:pt x="2047" y="14368"/>
                  </a:lnTo>
                  <a:lnTo>
                    <a:pt x="2136" y="14353"/>
                  </a:lnTo>
                  <a:lnTo>
                    <a:pt x="2226" y="14353"/>
                  </a:lnTo>
                  <a:lnTo>
                    <a:pt x="2301" y="14368"/>
                  </a:lnTo>
                  <a:lnTo>
                    <a:pt x="2345" y="14382"/>
                  </a:lnTo>
                  <a:lnTo>
                    <a:pt x="2569" y="14382"/>
                  </a:lnTo>
                  <a:lnTo>
                    <a:pt x="2614" y="14368"/>
                  </a:lnTo>
                  <a:lnTo>
                    <a:pt x="2659" y="14353"/>
                  </a:lnTo>
                  <a:lnTo>
                    <a:pt x="2719" y="14353"/>
                  </a:lnTo>
                  <a:lnTo>
                    <a:pt x="2779" y="14368"/>
                  </a:lnTo>
                  <a:lnTo>
                    <a:pt x="2823" y="14382"/>
                  </a:lnTo>
                  <a:lnTo>
                    <a:pt x="2853" y="14397"/>
                  </a:lnTo>
                  <a:lnTo>
                    <a:pt x="2913" y="14382"/>
                  </a:lnTo>
                  <a:lnTo>
                    <a:pt x="2943" y="14353"/>
                  </a:lnTo>
                  <a:lnTo>
                    <a:pt x="2988" y="14293"/>
                  </a:lnTo>
                  <a:lnTo>
                    <a:pt x="3003" y="14278"/>
                  </a:lnTo>
                  <a:lnTo>
                    <a:pt x="3018" y="14248"/>
                  </a:lnTo>
                  <a:lnTo>
                    <a:pt x="3062" y="14173"/>
                  </a:lnTo>
                  <a:lnTo>
                    <a:pt x="3346" y="14173"/>
                  </a:lnTo>
                  <a:lnTo>
                    <a:pt x="3391" y="14188"/>
                  </a:lnTo>
                  <a:lnTo>
                    <a:pt x="3421" y="14173"/>
                  </a:lnTo>
                  <a:lnTo>
                    <a:pt x="3421" y="14158"/>
                  </a:lnTo>
                  <a:lnTo>
                    <a:pt x="3451" y="14114"/>
                  </a:lnTo>
                  <a:lnTo>
                    <a:pt x="3540" y="14084"/>
                  </a:lnTo>
                  <a:lnTo>
                    <a:pt x="3615" y="14099"/>
                  </a:lnTo>
                  <a:lnTo>
                    <a:pt x="3630" y="14173"/>
                  </a:lnTo>
                  <a:lnTo>
                    <a:pt x="3630" y="14188"/>
                  </a:lnTo>
                  <a:lnTo>
                    <a:pt x="3630" y="14218"/>
                  </a:lnTo>
                  <a:lnTo>
                    <a:pt x="3645" y="14248"/>
                  </a:lnTo>
                  <a:lnTo>
                    <a:pt x="3675" y="14278"/>
                  </a:lnTo>
                  <a:lnTo>
                    <a:pt x="3734" y="14323"/>
                  </a:lnTo>
                  <a:lnTo>
                    <a:pt x="3809" y="14338"/>
                  </a:lnTo>
                  <a:lnTo>
                    <a:pt x="3884" y="14338"/>
                  </a:lnTo>
                  <a:lnTo>
                    <a:pt x="3958" y="14353"/>
                  </a:lnTo>
                  <a:lnTo>
                    <a:pt x="4018" y="14382"/>
                  </a:lnTo>
                  <a:lnTo>
                    <a:pt x="4048" y="14412"/>
                  </a:lnTo>
                  <a:lnTo>
                    <a:pt x="4078" y="14457"/>
                  </a:lnTo>
                  <a:lnTo>
                    <a:pt x="4093" y="14472"/>
                  </a:lnTo>
                  <a:lnTo>
                    <a:pt x="4093" y="14487"/>
                  </a:lnTo>
                  <a:lnTo>
                    <a:pt x="4108" y="14472"/>
                  </a:lnTo>
                  <a:lnTo>
                    <a:pt x="4108" y="14457"/>
                  </a:lnTo>
                  <a:lnTo>
                    <a:pt x="4108" y="14427"/>
                  </a:lnTo>
                  <a:lnTo>
                    <a:pt x="4108" y="14382"/>
                  </a:lnTo>
                  <a:lnTo>
                    <a:pt x="4108" y="14338"/>
                  </a:lnTo>
                  <a:lnTo>
                    <a:pt x="4197" y="14278"/>
                  </a:lnTo>
                  <a:lnTo>
                    <a:pt x="4466" y="14278"/>
                  </a:lnTo>
                  <a:lnTo>
                    <a:pt x="4466" y="14308"/>
                  </a:lnTo>
                  <a:lnTo>
                    <a:pt x="4481" y="14338"/>
                  </a:lnTo>
                  <a:lnTo>
                    <a:pt x="4496" y="14353"/>
                  </a:lnTo>
                  <a:lnTo>
                    <a:pt x="4541" y="14353"/>
                  </a:lnTo>
                  <a:lnTo>
                    <a:pt x="4556" y="14338"/>
                  </a:lnTo>
                  <a:lnTo>
                    <a:pt x="4571" y="14323"/>
                  </a:lnTo>
                  <a:lnTo>
                    <a:pt x="4586" y="14293"/>
                  </a:lnTo>
                  <a:lnTo>
                    <a:pt x="4586" y="14278"/>
                  </a:lnTo>
                  <a:lnTo>
                    <a:pt x="4601" y="14278"/>
                  </a:lnTo>
                  <a:lnTo>
                    <a:pt x="4601" y="14263"/>
                  </a:lnTo>
                  <a:lnTo>
                    <a:pt x="4601" y="14248"/>
                  </a:lnTo>
                  <a:lnTo>
                    <a:pt x="4630" y="14218"/>
                  </a:lnTo>
                  <a:lnTo>
                    <a:pt x="4660" y="14203"/>
                  </a:lnTo>
                  <a:lnTo>
                    <a:pt x="4690" y="14188"/>
                  </a:lnTo>
                  <a:lnTo>
                    <a:pt x="4735" y="14188"/>
                  </a:lnTo>
                  <a:lnTo>
                    <a:pt x="4750" y="14203"/>
                  </a:lnTo>
                  <a:lnTo>
                    <a:pt x="4780" y="14218"/>
                  </a:lnTo>
                  <a:lnTo>
                    <a:pt x="4795" y="14233"/>
                  </a:lnTo>
                  <a:lnTo>
                    <a:pt x="4810" y="14263"/>
                  </a:lnTo>
                  <a:lnTo>
                    <a:pt x="5049" y="14263"/>
                  </a:lnTo>
                  <a:lnTo>
                    <a:pt x="5093" y="14248"/>
                  </a:lnTo>
                  <a:lnTo>
                    <a:pt x="5108" y="14233"/>
                  </a:lnTo>
                  <a:lnTo>
                    <a:pt x="5138" y="14218"/>
                  </a:lnTo>
                  <a:lnTo>
                    <a:pt x="5153" y="14203"/>
                  </a:lnTo>
                  <a:lnTo>
                    <a:pt x="5168" y="14188"/>
                  </a:lnTo>
                  <a:lnTo>
                    <a:pt x="5198" y="14158"/>
                  </a:lnTo>
                  <a:lnTo>
                    <a:pt x="5258" y="14143"/>
                  </a:lnTo>
                  <a:lnTo>
                    <a:pt x="5303" y="14114"/>
                  </a:lnTo>
                  <a:lnTo>
                    <a:pt x="5362" y="14099"/>
                  </a:lnTo>
                  <a:lnTo>
                    <a:pt x="5422" y="14084"/>
                  </a:lnTo>
                  <a:lnTo>
                    <a:pt x="5437" y="14039"/>
                  </a:lnTo>
                  <a:lnTo>
                    <a:pt x="5452" y="14024"/>
                  </a:lnTo>
                  <a:lnTo>
                    <a:pt x="5467" y="13994"/>
                  </a:lnTo>
                  <a:lnTo>
                    <a:pt x="5512" y="13964"/>
                  </a:lnTo>
                  <a:lnTo>
                    <a:pt x="5586" y="13919"/>
                  </a:lnTo>
                  <a:lnTo>
                    <a:pt x="5631" y="13890"/>
                  </a:lnTo>
                  <a:lnTo>
                    <a:pt x="5766" y="13890"/>
                  </a:lnTo>
                  <a:lnTo>
                    <a:pt x="5810" y="13905"/>
                  </a:lnTo>
                  <a:lnTo>
                    <a:pt x="5840" y="13934"/>
                  </a:lnTo>
                  <a:lnTo>
                    <a:pt x="5870" y="13994"/>
                  </a:lnTo>
                  <a:lnTo>
                    <a:pt x="5885" y="14024"/>
                  </a:lnTo>
                  <a:lnTo>
                    <a:pt x="5915" y="14054"/>
                  </a:lnTo>
                  <a:lnTo>
                    <a:pt x="5945" y="14084"/>
                  </a:lnTo>
                  <a:lnTo>
                    <a:pt x="5960" y="14143"/>
                  </a:lnTo>
                  <a:lnTo>
                    <a:pt x="5960" y="14203"/>
                  </a:lnTo>
                  <a:lnTo>
                    <a:pt x="5990" y="14248"/>
                  </a:lnTo>
                  <a:lnTo>
                    <a:pt x="6004" y="14293"/>
                  </a:lnTo>
                  <a:lnTo>
                    <a:pt x="6034" y="14308"/>
                  </a:lnTo>
                  <a:lnTo>
                    <a:pt x="6079" y="14338"/>
                  </a:lnTo>
                  <a:lnTo>
                    <a:pt x="6109" y="14368"/>
                  </a:lnTo>
                  <a:lnTo>
                    <a:pt x="6124" y="14412"/>
                  </a:lnTo>
                  <a:lnTo>
                    <a:pt x="6124" y="14442"/>
                  </a:lnTo>
                  <a:lnTo>
                    <a:pt x="6139" y="14547"/>
                  </a:lnTo>
                  <a:lnTo>
                    <a:pt x="6154" y="14726"/>
                  </a:lnTo>
                  <a:lnTo>
                    <a:pt x="6154" y="14801"/>
                  </a:lnTo>
                  <a:lnTo>
                    <a:pt x="6169" y="14830"/>
                  </a:lnTo>
                  <a:lnTo>
                    <a:pt x="6199" y="14830"/>
                  </a:lnTo>
                  <a:lnTo>
                    <a:pt x="6258" y="14801"/>
                  </a:lnTo>
                  <a:lnTo>
                    <a:pt x="6393" y="14771"/>
                  </a:lnTo>
                  <a:lnTo>
                    <a:pt x="6512" y="14771"/>
                  </a:lnTo>
                  <a:lnTo>
                    <a:pt x="6527" y="14786"/>
                  </a:lnTo>
                  <a:lnTo>
                    <a:pt x="6587" y="14816"/>
                  </a:lnTo>
                  <a:lnTo>
                    <a:pt x="6647" y="14860"/>
                  </a:lnTo>
                  <a:lnTo>
                    <a:pt x="6691" y="14905"/>
                  </a:lnTo>
                  <a:lnTo>
                    <a:pt x="6691" y="14950"/>
                  </a:lnTo>
                  <a:lnTo>
                    <a:pt x="6691" y="14965"/>
                  </a:lnTo>
                  <a:lnTo>
                    <a:pt x="6647" y="15069"/>
                  </a:lnTo>
                  <a:lnTo>
                    <a:pt x="6662" y="15129"/>
                  </a:lnTo>
                  <a:lnTo>
                    <a:pt x="6677" y="15144"/>
                  </a:lnTo>
                  <a:lnTo>
                    <a:pt x="6706" y="15159"/>
                  </a:lnTo>
                  <a:lnTo>
                    <a:pt x="6721" y="15174"/>
                  </a:lnTo>
                  <a:lnTo>
                    <a:pt x="6736" y="15189"/>
                  </a:lnTo>
                  <a:lnTo>
                    <a:pt x="6721" y="15219"/>
                  </a:lnTo>
                  <a:lnTo>
                    <a:pt x="6691" y="15249"/>
                  </a:lnTo>
                  <a:lnTo>
                    <a:pt x="6691" y="15323"/>
                  </a:lnTo>
                  <a:lnTo>
                    <a:pt x="6721" y="15368"/>
                  </a:lnTo>
                  <a:lnTo>
                    <a:pt x="6736" y="15383"/>
                  </a:lnTo>
                  <a:lnTo>
                    <a:pt x="6751" y="15383"/>
                  </a:lnTo>
                  <a:lnTo>
                    <a:pt x="6766" y="15398"/>
                  </a:lnTo>
                  <a:lnTo>
                    <a:pt x="6826" y="15443"/>
                  </a:lnTo>
                  <a:lnTo>
                    <a:pt x="6826" y="15517"/>
                  </a:lnTo>
                  <a:lnTo>
                    <a:pt x="6811" y="15562"/>
                  </a:lnTo>
                  <a:lnTo>
                    <a:pt x="6811" y="15607"/>
                  </a:lnTo>
                  <a:lnTo>
                    <a:pt x="6811" y="15622"/>
                  </a:lnTo>
                  <a:lnTo>
                    <a:pt x="6811" y="15652"/>
                  </a:lnTo>
                  <a:lnTo>
                    <a:pt x="6826" y="15697"/>
                  </a:lnTo>
                  <a:lnTo>
                    <a:pt x="6841" y="15727"/>
                  </a:lnTo>
                  <a:lnTo>
                    <a:pt x="6871" y="15771"/>
                  </a:lnTo>
                  <a:lnTo>
                    <a:pt x="6901" y="15801"/>
                  </a:lnTo>
                  <a:lnTo>
                    <a:pt x="7020" y="15801"/>
                  </a:lnTo>
                  <a:lnTo>
                    <a:pt x="7065" y="15786"/>
                  </a:lnTo>
                  <a:lnTo>
                    <a:pt x="7095" y="15771"/>
                  </a:lnTo>
                  <a:lnTo>
                    <a:pt x="7125" y="15742"/>
                  </a:lnTo>
                  <a:lnTo>
                    <a:pt x="7154" y="15727"/>
                  </a:lnTo>
                  <a:lnTo>
                    <a:pt x="7199" y="15712"/>
                  </a:lnTo>
                  <a:lnTo>
                    <a:pt x="7259" y="15727"/>
                  </a:lnTo>
                  <a:lnTo>
                    <a:pt x="7319" y="15727"/>
                  </a:lnTo>
                  <a:lnTo>
                    <a:pt x="7378" y="15756"/>
                  </a:lnTo>
                  <a:lnTo>
                    <a:pt x="7423" y="15786"/>
                  </a:lnTo>
                  <a:lnTo>
                    <a:pt x="7453" y="15816"/>
                  </a:lnTo>
                  <a:lnTo>
                    <a:pt x="7468" y="15846"/>
                  </a:lnTo>
                  <a:lnTo>
                    <a:pt x="7483" y="15861"/>
                  </a:lnTo>
                  <a:lnTo>
                    <a:pt x="7513" y="15906"/>
                  </a:lnTo>
                  <a:lnTo>
                    <a:pt x="7543" y="15966"/>
                  </a:lnTo>
                  <a:lnTo>
                    <a:pt x="7573" y="15980"/>
                  </a:lnTo>
                  <a:lnTo>
                    <a:pt x="7588" y="15995"/>
                  </a:lnTo>
                  <a:lnTo>
                    <a:pt x="7603" y="16010"/>
                  </a:lnTo>
                  <a:lnTo>
                    <a:pt x="7617" y="16070"/>
                  </a:lnTo>
                  <a:lnTo>
                    <a:pt x="7632" y="16085"/>
                  </a:lnTo>
                  <a:lnTo>
                    <a:pt x="7632" y="16100"/>
                  </a:lnTo>
                  <a:lnTo>
                    <a:pt x="7647" y="16025"/>
                  </a:lnTo>
                  <a:lnTo>
                    <a:pt x="7752" y="15966"/>
                  </a:lnTo>
                  <a:lnTo>
                    <a:pt x="7856" y="15936"/>
                  </a:lnTo>
                  <a:lnTo>
                    <a:pt x="7946" y="15936"/>
                  </a:lnTo>
                  <a:lnTo>
                    <a:pt x="8021" y="15951"/>
                  </a:lnTo>
                  <a:lnTo>
                    <a:pt x="8080" y="15891"/>
                  </a:lnTo>
                  <a:lnTo>
                    <a:pt x="8110" y="15816"/>
                  </a:lnTo>
                  <a:lnTo>
                    <a:pt x="8110" y="15727"/>
                  </a:lnTo>
                  <a:lnTo>
                    <a:pt x="8110" y="15607"/>
                  </a:lnTo>
                  <a:lnTo>
                    <a:pt x="8200" y="15473"/>
                  </a:lnTo>
                  <a:lnTo>
                    <a:pt x="8290" y="15428"/>
                  </a:lnTo>
                  <a:lnTo>
                    <a:pt x="8409" y="15473"/>
                  </a:lnTo>
                  <a:lnTo>
                    <a:pt x="8454" y="15517"/>
                  </a:lnTo>
                  <a:lnTo>
                    <a:pt x="8484" y="15532"/>
                  </a:lnTo>
                  <a:lnTo>
                    <a:pt x="8514" y="15562"/>
                  </a:lnTo>
                  <a:lnTo>
                    <a:pt x="8543" y="15562"/>
                  </a:lnTo>
                  <a:lnTo>
                    <a:pt x="8588" y="15547"/>
                  </a:lnTo>
                  <a:lnTo>
                    <a:pt x="8633" y="15517"/>
                  </a:lnTo>
                  <a:lnTo>
                    <a:pt x="8708" y="15503"/>
                  </a:lnTo>
                  <a:lnTo>
                    <a:pt x="8797" y="15503"/>
                  </a:lnTo>
                  <a:lnTo>
                    <a:pt x="8902" y="15532"/>
                  </a:lnTo>
                  <a:lnTo>
                    <a:pt x="8977" y="15547"/>
                  </a:lnTo>
                  <a:lnTo>
                    <a:pt x="9051" y="15607"/>
                  </a:lnTo>
                  <a:lnTo>
                    <a:pt x="9096" y="15622"/>
                  </a:lnTo>
                  <a:lnTo>
                    <a:pt x="9201" y="15652"/>
                  </a:lnTo>
                  <a:lnTo>
                    <a:pt x="9335" y="15652"/>
                  </a:lnTo>
                  <a:lnTo>
                    <a:pt x="9410" y="15622"/>
                  </a:lnTo>
                  <a:lnTo>
                    <a:pt x="9439" y="15577"/>
                  </a:lnTo>
                  <a:lnTo>
                    <a:pt x="9454" y="15547"/>
                  </a:lnTo>
                  <a:lnTo>
                    <a:pt x="9469" y="15503"/>
                  </a:lnTo>
                  <a:lnTo>
                    <a:pt x="9544" y="15458"/>
                  </a:lnTo>
                  <a:lnTo>
                    <a:pt x="9649" y="15383"/>
                  </a:lnTo>
                  <a:lnTo>
                    <a:pt x="9753" y="15338"/>
                  </a:lnTo>
                  <a:lnTo>
                    <a:pt x="9843" y="15308"/>
                  </a:lnTo>
                  <a:lnTo>
                    <a:pt x="9902" y="15323"/>
                  </a:lnTo>
                  <a:lnTo>
                    <a:pt x="9962" y="15398"/>
                  </a:lnTo>
                  <a:lnTo>
                    <a:pt x="9977" y="15503"/>
                  </a:lnTo>
                  <a:lnTo>
                    <a:pt x="9977" y="15517"/>
                  </a:lnTo>
                  <a:lnTo>
                    <a:pt x="9992" y="15532"/>
                  </a:lnTo>
                  <a:lnTo>
                    <a:pt x="10007" y="15547"/>
                  </a:lnTo>
                  <a:lnTo>
                    <a:pt x="10022" y="15562"/>
                  </a:lnTo>
                  <a:lnTo>
                    <a:pt x="10052" y="15577"/>
                  </a:lnTo>
                  <a:lnTo>
                    <a:pt x="10082" y="15562"/>
                  </a:lnTo>
                  <a:lnTo>
                    <a:pt x="10126" y="15562"/>
                  </a:lnTo>
                  <a:lnTo>
                    <a:pt x="10156" y="15532"/>
                  </a:lnTo>
                  <a:lnTo>
                    <a:pt x="10216" y="15488"/>
                  </a:lnTo>
                  <a:lnTo>
                    <a:pt x="10276" y="15458"/>
                  </a:lnTo>
                  <a:lnTo>
                    <a:pt x="10321" y="15428"/>
                  </a:lnTo>
                  <a:lnTo>
                    <a:pt x="10351" y="15398"/>
                  </a:lnTo>
                  <a:lnTo>
                    <a:pt x="10351" y="15383"/>
                  </a:lnTo>
                  <a:lnTo>
                    <a:pt x="10336" y="15368"/>
                  </a:lnTo>
                  <a:lnTo>
                    <a:pt x="10291" y="15293"/>
                  </a:lnTo>
                  <a:lnTo>
                    <a:pt x="10276" y="15234"/>
                  </a:lnTo>
                  <a:lnTo>
                    <a:pt x="10261" y="15189"/>
                  </a:lnTo>
                  <a:lnTo>
                    <a:pt x="10276" y="15129"/>
                  </a:lnTo>
                  <a:lnTo>
                    <a:pt x="10291" y="15114"/>
                  </a:lnTo>
                  <a:lnTo>
                    <a:pt x="10306" y="15099"/>
                  </a:lnTo>
                  <a:lnTo>
                    <a:pt x="10321" y="15069"/>
                  </a:lnTo>
                  <a:lnTo>
                    <a:pt x="10306" y="15025"/>
                  </a:lnTo>
                  <a:lnTo>
                    <a:pt x="10276" y="14950"/>
                  </a:lnTo>
                  <a:lnTo>
                    <a:pt x="10186" y="14786"/>
                  </a:lnTo>
                  <a:lnTo>
                    <a:pt x="10097" y="14606"/>
                  </a:lnTo>
                  <a:lnTo>
                    <a:pt x="10052" y="14547"/>
                  </a:lnTo>
                  <a:lnTo>
                    <a:pt x="10052" y="14532"/>
                  </a:lnTo>
                  <a:lnTo>
                    <a:pt x="10037" y="14517"/>
                  </a:lnTo>
                  <a:lnTo>
                    <a:pt x="9977" y="14457"/>
                  </a:lnTo>
                  <a:lnTo>
                    <a:pt x="9858" y="14263"/>
                  </a:lnTo>
                  <a:lnTo>
                    <a:pt x="9828" y="14129"/>
                  </a:lnTo>
                  <a:lnTo>
                    <a:pt x="9828" y="14009"/>
                  </a:lnTo>
                  <a:lnTo>
                    <a:pt x="9813" y="13934"/>
                  </a:lnTo>
                  <a:lnTo>
                    <a:pt x="9798" y="13890"/>
                  </a:lnTo>
                  <a:lnTo>
                    <a:pt x="9768" y="13860"/>
                  </a:lnTo>
                  <a:lnTo>
                    <a:pt x="9723" y="13845"/>
                  </a:lnTo>
                  <a:lnTo>
                    <a:pt x="9693" y="13830"/>
                  </a:lnTo>
                  <a:lnTo>
                    <a:pt x="9664" y="13845"/>
                  </a:lnTo>
                  <a:lnTo>
                    <a:pt x="9634" y="13875"/>
                  </a:lnTo>
                  <a:lnTo>
                    <a:pt x="9619" y="13875"/>
                  </a:lnTo>
                  <a:lnTo>
                    <a:pt x="9619" y="13890"/>
                  </a:lnTo>
                  <a:lnTo>
                    <a:pt x="9559" y="13905"/>
                  </a:lnTo>
                  <a:lnTo>
                    <a:pt x="9484" y="13905"/>
                  </a:lnTo>
                  <a:lnTo>
                    <a:pt x="9425" y="13875"/>
                  </a:lnTo>
                  <a:lnTo>
                    <a:pt x="9365" y="13830"/>
                  </a:lnTo>
                  <a:lnTo>
                    <a:pt x="9350" y="13815"/>
                  </a:lnTo>
                  <a:lnTo>
                    <a:pt x="9335" y="13800"/>
                  </a:lnTo>
                  <a:lnTo>
                    <a:pt x="9320" y="13770"/>
                  </a:lnTo>
                  <a:lnTo>
                    <a:pt x="9305" y="13740"/>
                  </a:lnTo>
                  <a:lnTo>
                    <a:pt x="9215" y="13606"/>
                  </a:lnTo>
                  <a:lnTo>
                    <a:pt x="9215" y="13456"/>
                  </a:lnTo>
                  <a:lnTo>
                    <a:pt x="9215" y="13442"/>
                  </a:lnTo>
                  <a:lnTo>
                    <a:pt x="9245" y="13322"/>
                  </a:lnTo>
                  <a:lnTo>
                    <a:pt x="9230" y="13203"/>
                  </a:lnTo>
                  <a:lnTo>
                    <a:pt x="9215" y="13113"/>
                  </a:lnTo>
                  <a:lnTo>
                    <a:pt x="9215" y="12979"/>
                  </a:lnTo>
                  <a:lnTo>
                    <a:pt x="9215" y="12889"/>
                  </a:lnTo>
                  <a:lnTo>
                    <a:pt x="9201" y="12814"/>
                  </a:lnTo>
                  <a:lnTo>
                    <a:pt x="9186" y="12784"/>
                  </a:lnTo>
                  <a:lnTo>
                    <a:pt x="9186" y="12769"/>
                  </a:lnTo>
                  <a:lnTo>
                    <a:pt x="9156" y="12755"/>
                  </a:lnTo>
                  <a:lnTo>
                    <a:pt x="9081" y="12755"/>
                  </a:lnTo>
                  <a:lnTo>
                    <a:pt x="8917" y="12740"/>
                  </a:lnTo>
                  <a:lnTo>
                    <a:pt x="8693" y="12635"/>
                  </a:lnTo>
                  <a:lnTo>
                    <a:pt x="8558" y="12545"/>
                  </a:lnTo>
                  <a:lnTo>
                    <a:pt x="8499" y="12411"/>
                  </a:lnTo>
                  <a:lnTo>
                    <a:pt x="8484" y="12232"/>
                  </a:lnTo>
                  <a:lnTo>
                    <a:pt x="8514" y="12082"/>
                  </a:lnTo>
                  <a:lnTo>
                    <a:pt x="8573" y="11933"/>
                  </a:lnTo>
                  <a:lnTo>
                    <a:pt x="8663" y="11844"/>
                  </a:lnTo>
                  <a:lnTo>
                    <a:pt x="8708" y="11799"/>
                  </a:lnTo>
                  <a:lnTo>
                    <a:pt x="8797" y="11724"/>
                  </a:lnTo>
                  <a:lnTo>
                    <a:pt x="8902" y="11560"/>
                  </a:lnTo>
                  <a:lnTo>
                    <a:pt x="8917" y="11440"/>
                  </a:lnTo>
                  <a:lnTo>
                    <a:pt x="8947" y="11276"/>
                  </a:lnTo>
                  <a:lnTo>
                    <a:pt x="8991" y="11157"/>
                  </a:lnTo>
                  <a:lnTo>
                    <a:pt x="9051" y="11067"/>
                  </a:lnTo>
                  <a:lnTo>
                    <a:pt x="9141" y="10992"/>
                  </a:lnTo>
                  <a:lnTo>
                    <a:pt x="9171" y="10962"/>
                  </a:lnTo>
                  <a:lnTo>
                    <a:pt x="9215" y="10947"/>
                  </a:lnTo>
                  <a:lnTo>
                    <a:pt x="9275" y="10933"/>
                  </a:lnTo>
                  <a:lnTo>
                    <a:pt x="9335" y="10933"/>
                  </a:lnTo>
                  <a:lnTo>
                    <a:pt x="9395" y="10962"/>
                  </a:lnTo>
                  <a:lnTo>
                    <a:pt x="9439" y="11022"/>
                  </a:lnTo>
                  <a:lnTo>
                    <a:pt x="9454" y="11052"/>
                  </a:lnTo>
                  <a:lnTo>
                    <a:pt x="9469" y="11082"/>
                  </a:lnTo>
                  <a:lnTo>
                    <a:pt x="9499" y="11157"/>
                  </a:lnTo>
                  <a:lnTo>
                    <a:pt x="9544" y="11261"/>
                  </a:lnTo>
                  <a:lnTo>
                    <a:pt x="9589" y="11321"/>
                  </a:lnTo>
                  <a:lnTo>
                    <a:pt x="9634" y="11351"/>
                  </a:lnTo>
                  <a:lnTo>
                    <a:pt x="9678" y="11381"/>
                  </a:lnTo>
                  <a:lnTo>
                    <a:pt x="9693" y="11366"/>
                  </a:lnTo>
                  <a:lnTo>
                    <a:pt x="9708" y="11366"/>
                  </a:lnTo>
                  <a:lnTo>
                    <a:pt x="9753" y="11321"/>
                  </a:lnTo>
                  <a:lnTo>
                    <a:pt x="9783" y="11276"/>
                  </a:lnTo>
                  <a:lnTo>
                    <a:pt x="9843" y="11201"/>
                  </a:lnTo>
                  <a:lnTo>
                    <a:pt x="10007" y="11157"/>
                  </a:lnTo>
                  <a:lnTo>
                    <a:pt x="10082" y="11142"/>
                  </a:lnTo>
                  <a:lnTo>
                    <a:pt x="10321" y="11142"/>
                  </a:lnTo>
                  <a:lnTo>
                    <a:pt x="10589" y="11082"/>
                  </a:lnTo>
                  <a:lnTo>
                    <a:pt x="10634" y="11037"/>
                  </a:lnTo>
                  <a:lnTo>
                    <a:pt x="10664" y="10918"/>
                  </a:lnTo>
                  <a:lnTo>
                    <a:pt x="10694" y="10783"/>
                  </a:lnTo>
                  <a:lnTo>
                    <a:pt x="10739" y="10649"/>
                  </a:lnTo>
                  <a:lnTo>
                    <a:pt x="10813" y="10559"/>
                  </a:lnTo>
                  <a:lnTo>
                    <a:pt x="10888" y="10455"/>
                  </a:lnTo>
                  <a:lnTo>
                    <a:pt x="10888" y="10320"/>
                  </a:lnTo>
                  <a:lnTo>
                    <a:pt x="10888" y="10275"/>
                  </a:lnTo>
                  <a:lnTo>
                    <a:pt x="10918" y="10141"/>
                  </a:lnTo>
                  <a:lnTo>
                    <a:pt x="10993" y="10021"/>
                  </a:lnTo>
                  <a:lnTo>
                    <a:pt x="11082" y="9947"/>
                  </a:lnTo>
                  <a:lnTo>
                    <a:pt x="11217" y="9887"/>
                  </a:lnTo>
                  <a:lnTo>
                    <a:pt x="11336" y="9812"/>
                  </a:lnTo>
                  <a:lnTo>
                    <a:pt x="11456" y="9663"/>
                  </a:lnTo>
                  <a:lnTo>
                    <a:pt x="11560" y="9499"/>
                  </a:lnTo>
                  <a:lnTo>
                    <a:pt x="11605" y="9334"/>
                  </a:lnTo>
                  <a:lnTo>
                    <a:pt x="11620" y="9185"/>
                  </a:lnTo>
                  <a:lnTo>
                    <a:pt x="11620" y="9036"/>
                  </a:lnTo>
                  <a:lnTo>
                    <a:pt x="11620" y="8916"/>
                  </a:lnTo>
                  <a:lnTo>
                    <a:pt x="11665" y="8707"/>
                  </a:lnTo>
                  <a:lnTo>
                    <a:pt x="11754" y="8633"/>
                  </a:lnTo>
                  <a:lnTo>
                    <a:pt x="11844" y="8588"/>
                  </a:lnTo>
                  <a:lnTo>
                    <a:pt x="11934" y="8528"/>
                  </a:lnTo>
                  <a:lnTo>
                    <a:pt x="12128" y="8438"/>
                  </a:lnTo>
                  <a:lnTo>
                    <a:pt x="12187" y="8319"/>
                  </a:lnTo>
                  <a:lnTo>
                    <a:pt x="12187" y="8289"/>
                  </a:lnTo>
                  <a:lnTo>
                    <a:pt x="12128" y="8259"/>
                  </a:lnTo>
                  <a:lnTo>
                    <a:pt x="12098" y="8229"/>
                  </a:lnTo>
                  <a:lnTo>
                    <a:pt x="12053" y="8155"/>
                  </a:lnTo>
                  <a:lnTo>
                    <a:pt x="12068" y="8080"/>
                  </a:lnTo>
                  <a:lnTo>
                    <a:pt x="12158" y="7901"/>
                  </a:lnTo>
                  <a:lnTo>
                    <a:pt x="12307" y="7647"/>
                  </a:lnTo>
                  <a:lnTo>
                    <a:pt x="12426" y="7483"/>
                  </a:lnTo>
                  <a:lnTo>
                    <a:pt x="12531" y="7393"/>
                  </a:lnTo>
                  <a:lnTo>
                    <a:pt x="12636" y="7333"/>
                  </a:lnTo>
                  <a:lnTo>
                    <a:pt x="12680" y="7273"/>
                  </a:lnTo>
                  <a:lnTo>
                    <a:pt x="12695" y="7259"/>
                  </a:lnTo>
                  <a:lnTo>
                    <a:pt x="12665" y="7214"/>
                  </a:lnTo>
                  <a:lnTo>
                    <a:pt x="12636" y="7184"/>
                  </a:lnTo>
                  <a:lnTo>
                    <a:pt x="12621" y="7169"/>
                  </a:lnTo>
                  <a:lnTo>
                    <a:pt x="12576" y="7109"/>
                  </a:lnTo>
                  <a:lnTo>
                    <a:pt x="12591" y="6990"/>
                  </a:lnTo>
                  <a:lnTo>
                    <a:pt x="12591" y="6960"/>
                  </a:lnTo>
                  <a:lnTo>
                    <a:pt x="12606" y="6796"/>
                  </a:lnTo>
                  <a:lnTo>
                    <a:pt x="12576" y="6721"/>
                  </a:lnTo>
                  <a:lnTo>
                    <a:pt x="12546" y="6691"/>
                  </a:lnTo>
                  <a:lnTo>
                    <a:pt x="12516" y="6676"/>
                  </a:lnTo>
                  <a:lnTo>
                    <a:pt x="12486" y="6646"/>
                  </a:lnTo>
                  <a:lnTo>
                    <a:pt x="12441" y="6557"/>
                  </a:lnTo>
                  <a:lnTo>
                    <a:pt x="12441" y="6467"/>
                  </a:lnTo>
                  <a:lnTo>
                    <a:pt x="12456" y="6333"/>
                  </a:lnTo>
                  <a:lnTo>
                    <a:pt x="12501" y="6258"/>
                  </a:lnTo>
                  <a:lnTo>
                    <a:pt x="12576" y="6183"/>
                  </a:lnTo>
                  <a:lnTo>
                    <a:pt x="12680" y="6124"/>
                  </a:lnTo>
                  <a:lnTo>
                    <a:pt x="12740" y="6079"/>
                  </a:lnTo>
                  <a:lnTo>
                    <a:pt x="12815" y="6049"/>
                  </a:lnTo>
                  <a:lnTo>
                    <a:pt x="12919" y="6004"/>
                  </a:lnTo>
                  <a:lnTo>
                    <a:pt x="13009" y="5959"/>
                  </a:lnTo>
                  <a:lnTo>
                    <a:pt x="13054" y="5929"/>
                  </a:lnTo>
                  <a:lnTo>
                    <a:pt x="13084" y="5899"/>
                  </a:lnTo>
                  <a:lnTo>
                    <a:pt x="13099" y="5870"/>
                  </a:lnTo>
                  <a:lnTo>
                    <a:pt x="13084" y="5855"/>
                  </a:lnTo>
                  <a:lnTo>
                    <a:pt x="12994" y="5705"/>
                  </a:lnTo>
                  <a:lnTo>
                    <a:pt x="12889" y="5661"/>
                  </a:lnTo>
                  <a:lnTo>
                    <a:pt x="12874" y="5646"/>
                  </a:lnTo>
                  <a:lnTo>
                    <a:pt x="12845" y="5631"/>
                  </a:lnTo>
                  <a:lnTo>
                    <a:pt x="12755" y="5601"/>
                  </a:lnTo>
                  <a:lnTo>
                    <a:pt x="12636" y="5601"/>
                  </a:lnTo>
                  <a:lnTo>
                    <a:pt x="12606" y="5586"/>
                  </a:lnTo>
                  <a:lnTo>
                    <a:pt x="12561" y="5586"/>
                  </a:lnTo>
                  <a:lnTo>
                    <a:pt x="12486" y="5571"/>
                  </a:lnTo>
                  <a:lnTo>
                    <a:pt x="12367" y="5541"/>
                  </a:lnTo>
                  <a:lnTo>
                    <a:pt x="12337" y="5481"/>
                  </a:lnTo>
                  <a:lnTo>
                    <a:pt x="12337" y="5437"/>
                  </a:lnTo>
                  <a:lnTo>
                    <a:pt x="12352" y="5362"/>
                  </a:lnTo>
                  <a:lnTo>
                    <a:pt x="12382" y="5257"/>
                  </a:lnTo>
                  <a:lnTo>
                    <a:pt x="12367" y="5198"/>
                  </a:lnTo>
                  <a:lnTo>
                    <a:pt x="12292" y="5198"/>
                  </a:lnTo>
                  <a:lnTo>
                    <a:pt x="12217" y="5242"/>
                  </a:lnTo>
                  <a:lnTo>
                    <a:pt x="12202" y="5257"/>
                  </a:lnTo>
                  <a:lnTo>
                    <a:pt x="12187" y="5272"/>
                  </a:lnTo>
                  <a:lnTo>
                    <a:pt x="12143" y="5287"/>
                  </a:lnTo>
                  <a:lnTo>
                    <a:pt x="12068" y="5242"/>
                  </a:lnTo>
                  <a:lnTo>
                    <a:pt x="12023" y="5183"/>
                  </a:lnTo>
                  <a:lnTo>
                    <a:pt x="11993" y="5108"/>
                  </a:lnTo>
                  <a:lnTo>
                    <a:pt x="11978" y="5093"/>
                  </a:lnTo>
                  <a:lnTo>
                    <a:pt x="11963" y="5063"/>
                  </a:lnTo>
                  <a:lnTo>
                    <a:pt x="11919" y="4959"/>
                  </a:lnTo>
                  <a:lnTo>
                    <a:pt x="11844" y="4914"/>
                  </a:lnTo>
                  <a:lnTo>
                    <a:pt x="11829" y="4899"/>
                  </a:lnTo>
                  <a:lnTo>
                    <a:pt x="11799" y="4884"/>
                  </a:lnTo>
                  <a:lnTo>
                    <a:pt x="11710" y="4824"/>
                  </a:lnTo>
                  <a:lnTo>
                    <a:pt x="11665" y="4750"/>
                  </a:lnTo>
                  <a:lnTo>
                    <a:pt x="11650" y="4660"/>
                  </a:lnTo>
                  <a:lnTo>
                    <a:pt x="11680" y="4540"/>
                  </a:lnTo>
                  <a:lnTo>
                    <a:pt x="11710" y="4451"/>
                  </a:lnTo>
                  <a:lnTo>
                    <a:pt x="11665" y="4316"/>
                  </a:lnTo>
                  <a:lnTo>
                    <a:pt x="11605" y="4257"/>
                  </a:lnTo>
                  <a:lnTo>
                    <a:pt x="11590" y="4242"/>
                  </a:lnTo>
                  <a:lnTo>
                    <a:pt x="11530" y="4167"/>
                  </a:lnTo>
                  <a:lnTo>
                    <a:pt x="11530" y="4063"/>
                  </a:lnTo>
                  <a:lnTo>
                    <a:pt x="11530" y="3988"/>
                  </a:lnTo>
                  <a:lnTo>
                    <a:pt x="11575" y="3898"/>
                  </a:lnTo>
                  <a:lnTo>
                    <a:pt x="11590" y="3898"/>
                  </a:lnTo>
                  <a:lnTo>
                    <a:pt x="11650" y="3794"/>
                  </a:lnTo>
                  <a:lnTo>
                    <a:pt x="11635" y="3719"/>
                  </a:lnTo>
                  <a:lnTo>
                    <a:pt x="11530" y="3719"/>
                  </a:lnTo>
                  <a:lnTo>
                    <a:pt x="11411" y="3734"/>
                  </a:lnTo>
                  <a:lnTo>
                    <a:pt x="11351" y="3674"/>
                  </a:lnTo>
                  <a:lnTo>
                    <a:pt x="11321" y="3585"/>
                  </a:lnTo>
                  <a:lnTo>
                    <a:pt x="11321" y="3450"/>
                  </a:lnTo>
                  <a:lnTo>
                    <a:pt x="11321" y="3376"/>
                  </a:lnTo>
                  <a:lnTo>
                    <a:pt x="11306" y="3331"/>
                  </a:lnTo>
                  <a:lnTo>
                    <a:pt x="11306" y="3316"/>
                  </a:lnTo>
                  <a:lnTo>
                    <a:pt x="11276" y="3301"/>
                  </a:lnTo>
                  <a:lnTo>
                    <a:pt x="11217" y="3286"/>
                  </a:lnTo>
                  <a:lnTo>
                    <a:pt x="11172" y="3211"/>
                  </a:lnTo>
                  <a:lnTo>
                    <a:pt x="11142" y="3137"/>
                  </a:lnTo>
                  <a:lnTo>
                    <a:pt x="11142" y="3062"/>
                  </a:lnTo>
                  <a:lnTo>
                    <a:pt x="11187" y="2987"/>
                  </a:lnTo>
                  <a:lnTo>
                    <a:pt x="11262" y="2942"/>
                  </a:lnTo>
                  <a:lnTo>
                    <a:pt x="11306" y="2898"/>
                  </a:lnTo>
                  <a:lnTo>
                    <a:pt x="11336" y="2853"/>
                  </a:lnTo>
                  <a:lnTo>
                    <a:pt x="11366" y="2808"/>
                  </a:lnTo>
                  <a:lnTo>
                    <a:pt x="11441" y="2748"/>
                  </a:lnTo>
                  <a:lnTo>
                    <a:pt x="11530" y="2703"/>
                  </a:lnTo>
                  <a:lnTo>
                    <a:pt x="11739" y="2703"/>
                  </a:lnTo>
                  <a:lnTo>
                    <a:pt x="11814" y="2733"/>
                  </a:lnTo>
                  <a:lnTo>
                    <a:pt x="11919" y="2793"/>
                  </a:lnTo>
                  <a:lnTo>
                    <a:pt x="12128" y="2868"/>
                  </a:lnTo>
                  <a:lnTo>
                    <a:pt x="12262" y="2898"/>
                  </a:lnTo>
                  <a:lnTo>
                    <a:pt x="12307" y="2898"/>
                  </a:lnTo>
                  <a:lnTo>
                    <a:pt x="12382" y="2883"/>
                  </a:lnTo>
                  <a:lnTo>
                    <a:pt x="12486" y="2913"/>
                  </a:lnTo>
                  <a:lnTo>
                    <a:pt x="12650" y="2957"/>
                  </a:lnTo>
                  <a:lnTo>
                    <a:pt x="12755" y="2987"/>
                  </a:lnTo>
                  <a:lnTo>
                    <a:pt x="12830" y="3017"/>
                  </a:lnTo>
                  <a:lnTo>
                    <a:pt x="12934" y="3017"/>
                  </a:lnTo>
                  <a:lnTo>
                    <a:pt x="13009" y="3002"/>
                  </a:lnTo>
                  <a:lnTo>
                    <a:pt x="13039" y="2987"/>
                  </a:lnTo>
                  <a:lnTo>
                    <a:pt x="13084" y="2927"/>
                  </a:lnTo>
                  <a:lnTo>
                    <a:pt x="13158" y="2883"/>
                  </a:lnTo>
                  <a:lnTo>
                    <a:pt x="13233" y="2853"/>
                  </a:lnTo>
                  <a:lnTo>
                    <a:pt x="13293" y="2838"/>
                  </a:lnTo>
                  <a:lnTo>
                    <a:pt x="13323" y="2838"/>
                  </a:lnTo>
                  <a:lnTo>
                    <a:pt x="13352" y="2853"/>
                  </a:lnTo>
                  <a:lnTo>
                    <a:pt x="13427" y="2853"/>
                  </a:lnTo>
                  <a:lnTo>
                    <a:pt x="13442" y="2823"/>
                  </a:lnTo>
                  <a:lnTo>
                    <a:pt x="13472" y="2778"/>
                  </a:lnTo>
                  <a:lnTo>
                    <a:pt x="13547" y="2733"/>
                  </a:lnTo>
                  <a:lnTo>
                    <a:pt x="13636" y="2718"/>
                  </a:lnTo>
                  <a:lnTo>
                    <a:pt x="13696" y="2703"/>
                  </a:lnTo>
                  <a:lnTo>
                    <a:pt x="13756" y="2703"/>
                  </a:lnTo>
                  <a:lnTo>
                    <a:pt x="13786" y="2689"/>
                  </a:lnTo>
                  <a:lnTo>
                    <a:pt x="13800" y="2674"/>
                  </a:lnTo>
                  <a:lnTo>
                    <a:pt x="13815" y="2629"/>
                  </a:lnTo>
                  <a:lnTo>
                    <a:pt x="13860" y="2539"/>
                  </a:lnTo>
                  <a:lnTo>
                    <a:pt x="13965" y="2539"/>
                  </a:lnTo>
                  <a:lnTo>
                    <a:pt x="13995" y="2494"/>
                  </a:lnTo>
                  <a:lnTo>
                    <a:pt x="14024" y="2450"/>
                  </a:lnTo>
                  <a:lnTo>
                    <a:pt x="14024" y="2405"/>
                  </a:lnTo>
                  <a:lnTo>
                    <a:pt x="14039" y="2360"/>
                  </a:lnTo>
                  <a:lnTo>
                    <a:pt x="14054" y="2315"/>
                  </a:lnTo>
                  <a:lnTo>
                    <a:pt x="14114" y="2240"/>
                  </a:lnTo>
                  <a:lnTo>
                    <a:pt x="14174" y="2181"/>
                  </a:lnTo>
                  <a:lnTo>
                    <a:pt x="14248" y="2121"/>
                  </a:lnTo>
                  <a:lnTo>
                    <a:pt x="14338" y="2061"/>
                  </a:lnTo>
                  <a:lnTo>
                    <a:pt x="14413" y="2002"/>
                  </a:lnTo>
                  <a:lnTo>
                    <a:pt x="14443" y="1942"/>
                  </a:lnTo>
                  <a:lnTo>
                    <a:pt x="14428" y="1957"/>
                  </a:lnTo>
                  <a:lnTo>
                    <a:pt x="14413" y="1957"/>
                  </a:lnTo>
                  <a:lnTo>
                    <a:pt x="14204" y="1942"/>
                  </a:lnTo>
                  <a:lnTo>
                    <a:pt x="14010" y="1882"/>
                  </a:lnTo>
                  <a:lnTo>
                    <a:pt x="13860" y="1837"/>
                  </a:lnTo>
                  <a:lnTo>
                    <a:pt x="13666" y="1733"/>
                  </a:lnTo>
                  <a:lnTo>
                    <a:pt x="13412" y="1598"/>
                  </a:lnTo>
                  <a:lnTo>
                    <a:pt x="13412" y="1568"/>
                  </a:lnTo>
                  <a:lnTo>
                    <a:pt x="13412" y="1553"/>
                  </a:lnTo>
                  <a:lnTo>
                    <a:pt x="13412" y="1539"/>
                  </a:lnTo>
                  <a:lnTo>
                    <a:pt x="13397" y="1449"/>
                  </a:lnTo>
                  <a:lnTo>
                    <a:pt x="13382" y="1419"/>
                  </a:lnTo>
                  <a:lnTo>
                    <a:pt x="13367" y="1419"/>
                  </a:lnTo>
                  <a:lnTo>
                    <a:pt x="13308" y="1449"/>
                  </a:lnTo>
                  <a:lnTo>
                    <a:pt x="13248" y="1494"/>
                  </a:lnTo>
                  <a:lnTo>
                    <a:pt x="13203" y="1539"/>
                  </a:lnTo>
                  <a:lnTo>
                    <a:pt x="13188" y="1553"/>
                  </a:lnTo>
                  <a:lnTo>
                    <a:pt x="13158" y="1568"/>
                  </a:lnTo>
                  <a:lnTo>
                    <a:pt x="13099" y="1568"/>
                  </a:lnTo>
                  <a:lnTo>
                    <a:pt x="13069" y="1553"/>
                  </a:lnTo>
                  <a:lnTo>
                    <a:pt x="13039" y="1539"/>
                  </a:lnTo>
                  <a:lnTo>
                    <a:pt x="12994" y="1494"/>
                  </a:lnTo>
                  <a:lnTo>
                    <a:pt x="12979" y="1434"/>
                  </a:lnTo>
                  <a:lnTo>
                    <a:pt x="12964" y="1389"/>
                  </a:lnTo>
                  <a:lnTo>
                    <a:pt x="12949" y="1359"/>
                  </a:lnTo>
                  <a:lnTo>
                    <a:pt x="12934" y="1329"/>
                  </a:lnTo>
                  <a:lnTo>
                    <a:pt x="12874" y="1329"/>
                  </a:lnTo>
                  <a:lnTo>
                    <a:pt x="12770" y="1270"/>
                  </a:lnTo>
                  <a:lnTo>
                    <a:pt x="12740" y="1165"/>
                  </a:lnTo>
                  <a:lnTo>
                    <a:pt x="12740" y="1061"/>
                  </a:lnTo>
                  <a:lnTo>
                    <a:pt x="12755" y="1016"/>
                  </a:lnTo>
                  <a:lnTo>
                    <a:pt x="12770" y="986"/>
                  </a:lnTo>
                  <a:lnTo>
                    <a:pt x="12770" y="926"/>
                  </a:lnTo>
                  <a:lnTo>
                    <a:pt x="12770" y="881"/>
                  </a:lnTo>
                  <a:lnTo>
                    <a:pt x="12680" y="732"/>
                  </a:lnTo>
                  <a:lnTo>
                    <a:pt x="12531" y="538"/>
                  </a:lnTo>
                  <a:lnTo>
                    <a:pt x="12441" y="433"/>
                  </a:lnTo>
                  <a:lnTo>
                    <a:pt x="12352" y="403"/>
                  </a:lnTo>
                  <a:lnTo>
                    <a:pt x="12143" y="403"/>
                  </a:lnTo>
                  <a:lnTo>
                    <a:pt x="12068" y="389"/>
                  </a:lnTo>
                  <a:lnTo>
                    <a:pt x="12023" y="269"/>
                  </a:lnTo>
                  <a:lnTo>
                    <a:pt x="12023" y="224"/>
                  </a:lnTo>
                  <a:lnTo>
                    <a:pt x="12023" y="209"/>
                  </a:lnTo>
                  <a:lnTo>
                    <a:pt x="12008" y="179"/>
                  </a:lnTo>
                  <a:lnTo>
                    <a:pt x="11949" y="165"/>
                  </a:lnTo>
                  <a:lnTo>
                    <a:pt x="11859" y="165"/>
                  </a:lnTo>
                  <a:lnTo>
                    <a:pt x="11829" y="135"/>
                  </a:lnTo>
                  <a:lnTo>
                    <a:pt x="11784" y="105"/>
                  </a:lnTo>
                  <a:lnTo>
                    <a:pt x="11754" y="60"/>
                  </a:lnTo>
                  <a:lnTo>
                    <a:pt x="11754" y="45"/>
                  </a:lnTo>
                  <a:lnTo>
                    <a:pt x="11739" y="45"/>
                  </a:lnTo>
                  <a:lnTo>
                    <a:pt x="11710" y="60"/>
                  </a:lnTo>
                  <a:lnTo>
                    <a:pt x="11695" y="75"/>
                  </a:lnTo>
                  <a:lnTo>
                    <a:pt x="11665" y="105"/>
                  </a:lnTo>
                  <a:lnTo>
                    <a:pt x="11620" y="135"/>
                  </a:lnTo>
                  <a:lnTo>
                    <a:pt x="11575" y="150"/>
                  </a:lnTo>
                  <a:lnTo>
                    <a:pt x="11515" y="150"/>
                  </a:lnTo>
                  <a:lnTo>
                    <a:pt x="11486" y="105"/>
                  </a:lnTo>
                  <a:lnTo>
                    <a:pt x="11396" y="15"/>
                  </a:lnTo>
                  <a:lnTo>
                    <a:pt x="11366" y="30"/>
                  </a:lnTo>
                  <a:lnTo>
                    <a:pt x="11336" y="45"/>
                  </a:lnTo>
                  <a:lnTo>
                    <a:pt x="11321" y="60"/>
                  </a:lnTo>
                  <a:lnTo>
                    <a:pt x="11321" y="75"/>
                  </a:lnTo>
                  <a:lnTo>
                    <a:pt x="11306" y="75"/>
                  </a:lnTo>
                  <a:lnTo>
                    <a:pt x="11276" y="105"/>
                  </a:lnTo>
                  <a:lnTo>
                    <a:pt x="11217" y="75"/>
                  </a:lnTo>
                  <a:lnTo>
                    <a:pt x="11187" y="45"/>
                  </a:lnTo>
                  <a:lnTo>
                    <a:pt x="11142"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62"/>
            <p:cNvSpPr/>
            <p:nvPr/>
          </p:nvSpPr>
          <p:spPr>
            <a:xfrm>
              <a:off x="3534050" y="2389475"/>
              <a:ext cx="361075" cy="402500"/>
            </a:xfrm>
            <a:custGeom>
              <a:rect b="b" l="l" r="r" t="t"/>
              <a:pathLst>
                <a:path extrusionOk="0" fill="none" h="16100" w="14443">
                  <a:moveTo>
                    <a:pt x="7752" y="15966"/>
                  </a:moveTo>
                  <a:lnTo>
                    <a:pt x="7856" y="15936"/>
                  </a:lnTo>
                  <a:lnTo>
                    <a:pt x="7946" y="15936"/>
                  </a:lnTo>
                  <a:lnTo>
                    <a:pt x="8021" y="15951"/>
                  </a:lnTo>
                  <a:lnTo>
                    <a:pt x="8080" y="15891"/>
                  </a:lnTo>
                  <a:lnTo>
                    <a:pt x="8110" y="15816"/>
                  </a:lnTo>
                  <a:lnTo>
                    <a:pt x="8110" y="15727"/>
                  </a:lnTo>
                  <a:lnTo>
                    <a:pt x="8110" y="15607"/>
                  </a:lnTo>
                  <a:lnTo>
                    <a:pt x="8200" y="15473"/>
                  </a:lnTo>
                  <a:lnTo>
                    <a:pt x="8290" y="15428"/>
                  </a:lnTo>
                  <a:lnTo>
                    <a:pt x="8409" y="15473"/>
                  </a:lnTo>
                  <a:lnTo>
                    <a:pt x="8454" y="15517"/>
                  </a:lnTo>
                  <a:lnTo>
                    <a:pt x="8484" y="15532"/>
                  </a:lnTo>
                  <a:lnTo>
                    <a:pt x="8514" y="15562"/>
                  </a:lnTo>
                  <a:lnTo>
                    <a:pt x="8543" y="15562"/>
                  </a:lnTo>
                  <a:lnTo>
                    <a:pt x="8588" y="15547"/>
                  </a:lnTo>
                  <a:lnTo>
                    <a:pt x="8633" y="15517"/>
                  </a:lnTo>
                  <a:lnTo>
                    <a:pt x="8708" y="15503"/>
                  </a:lnTo>
                  <a:lnTo>
                    <a:pt x="8797" y="15503"/>
                  </a:lnTo>
                  <a:lnTo>
                    <a:pt x="8902" y="15532"/>
                  </a:lnTo>
                  <a:lnTo>
                    <a:pt x="8977" y="15547"/>
                  </a:lnTo>
                  <a:lnTo>
                    <a:pt x="9051" y="15607"/>
                  </a:lnTo>
                  <a:lnTo>
                    <a:pt x="9096" y="15622"/>
                  </a:lnTo>
                  <a:lnTo>
                    <a:pt x="9201" y="15652"/>
                  </a:lnTo>
                  <a:lnTo>
                    <a:pt x="9335" y="15652"/>
                  </a:lnTo>
                  <a:lnTo>
                    <a:pt x="9410" y="15622"/>
                  </a:lnTo>
                  <a:lnTo>
                    <a:pt x="9439" y="15577"/>
                  </a:lnTo>
                  <a:lnTo>
                    <a:pt x="9454" y="15547"/>
                  </a:lnTo>
                  <a:lnTo>
                    <a:pt x="9469" y="15503"/>
                  </a:lnTo>
                  <a:lnTo>
                    <a:pt x="9544" y="15458"/>
                  </a:lnTo>
                  <a:lnTo>
                    <a:pt x="9649" y="15383"/>
                  </a:lnTo>
                  <a:lnTo>
                    <a:pt x="9753" y="15338"/>
                  </a:lnTo>
                  <a:lnTo>
                    <a:pt x="9843" y="15308"/>
                  </a:lnTo>
                  <a:lnTo>
                    <a:pt x="9902" y="15323"/>
                  </a:lnTo>
                  <a:lnTo>
                    <a:pt x="9962" y="15398"/>
                  </a:lnTo>
                  <a:lnTo>
                    <a:pt x="9977" y="15503"/>
                  </a:lnTo>
                  <a:lnTo>
                    <a:pt x="9977" y="15517"/>
                  </a:lnTo>
                  <a:lnTo>
                    <a:pt x="9992" y="15532"/>
                  </a:lnTo>
                  <a:lnTo>
                    <a:pt x="9992" y="15532"/>
                  </a:lnTo>
                  <a:lnTo>
                    <a:pt x="10007" y="15547"/>
                  </a:lnTo>
                  <a:lnTo>
                    <a:pt x="10022" y="15562"/>
                  </a:lnTo>
                  <a:lnTo>
                    <a:pt x="10052" y="15577"/>
                  </a:lnTo>
                  <a:lnTo>
                    <a:pt x="10082" y="15562"/>
                  </a:lnTo>
                  <a:lnTo>
                    <a:pt x="10126" y="15562"/>
                  </a:lnTo>
                  <a:lnTo>
                    <a:pt x="10156" y="15532"/>
                  </a:lnTo>
                  <a:lnTo>
                    <a:pt x="10216" y="15488"/>
                  </a:lnTo>
                  <a:lnTo>
                    <a:pt x="10276" y="15458"/>
                  </a:lnTo>
                  <a:lnTo>
                    <a:pt x="10321" y="15428"/>
                  </a:lnTo>
                  <a:lnTo>
                    <a:pt x="10351" y="15398"/>
                  </a:lnTo>
                  <a:lnTo>
                    <a:pt x="10351" y="15383"/>
                  </a:lnTo>
                  <a:lnTo>
                    <a:pt x="10336" y="15368"/>
                  </a:lnTo>
                  <a:lnTo>
                    <a:pt x="10291" y="15293"/>
                  </a:lnTo>
                  <a:lnTo>
                    <a:pt x="10276" y="15234"/>
                  </a:lnTo>
                  <a:lnTo>
                    <a:pt x="10261" y="15189"/>
                  </a:lnTo>
                  <a:lnTo>
                    <a:pt x="10276" y="15129"/>
                  </a:lnTo>
                  <a:lnTo>
                    <a:pt x="10291" y="15114"/>
                  </a:lnTo>
                  <a:lnTo>
                    <a:pt x="10306" y="15099"/>
                  </a:lnTo>
                  <a:lnTo>
                    <a:pt x="10321" y="15069"/>
                  </a:lnTo>
                  <a:lnTo>
                    <a:pt x="10306" y="15025"/>
                  </a:lnTo>
                  <a:lnTo>
                    <a:pt x="10276" y="14950"/>
                  </a:lnTo>
                  <a:lnTo>
                    <a:pt x="10186" y="14786"/>
                  </a:lnTo>
                  <a:lnTo>
                    <a:pt x="10097" y="14606"/>
                  </a:lnTo>
                  <a:lnTo>
                    <a:pt x="10052" y="14547"/>
                  </a:lnTo>
                  <a:lnTo>
                    <a:pt x="10052" y="14532"/>
                  </a:lnTo>
                  <a:lnTo>
                    <a:pt x="10037" y="14517"/>
                  </a:lnTo>
                  <a:lnTo>
                    <a:pt x="9977" y="14457"/>
                  </a:lnTo>
                  <a:lnTo>
                    <a:pt x="9858" y="14263"/>
                  </a:lnTo>
                  <a:lnTo>
                    <a:pt x="9828" y="14129"/>
                  </a:lnTo>
                  <a:lnTo>
                    <a:pt x="9828" y="14009"/>
                  </a:lnTo>
                  <a:lnTo>
                    <a:pt x="9813" y="13934"/>
                  </a:lnTo>
                  <a:lnTo>
                    <a:pt x="9798" y="13890"/>
                  </a:lnTo>
                  <a:lnTo>
                    <a:pt x="9768" y="13860"/>
                  </a:lnTo>
                  <a:lnTo>
                    <a:pt x="9723" y="13845"/>
                  </a:lnTo>
                  <a:lnTo>
                    <a:pt x="9693" y="13830"/>
                  </a:lnTo>
                  <a:lnTo>
                    <a:pt x="9664" y="13845"/>
                  </a:lnTo>
                  <a:lnTo>
                    <a:pt x="9634" y="13875"/>
                  </a:lnTo>
                  <a:lnTo>
                    <a:pt x="9619" y="13875"/>
                  </a:lnTo>
                  <a:lnTo>
                    <a:pt x="9619" y="13890"/>
                  </a:lnTo>
                  <a:lnTo>
                    <a:pt x="9559" y="13905"/>
                  </a:lnTo>
                  <a:lnTo>
                    <a:pt x="9484" y="13905"/>
                  </a:lnTo>
                  <a:lnTo>
                    <a:pt x="9425" y="13875"/>
                  </a:lnTo>
                  <a:lnTo>
                    <a:pt x="9365" y="13830"/>
                  </a:lnTo>
                  <a:lnTo>
                    <a:pt x="9350" y="13815"/>
                  </a:lnTo>
                  <a:lnTo>
                    <a:pt x="9335" y="13800"/>
                  </a:lnTo>
                  <a:lnTo>
                    <a:pt x="9320" y="13770"/>
                  </a:lnTo>
                  <a:lnTo>
                    <a:pt x="9305" y="13740"/>
                  </a:lnTo>
                  <a:lnTo>
                    <a:pt x="9215" y="13606"/>
                  </a:lnTo>
                  <a:lnTo>
                    <a:pt x="9215" y="13456"/>
                  </a:lnTo>
                  <a:lnTo>
                    <a:pt x="9215" y="13442"/>
                  </a:lnTo>
                  <a:lnTo>
                    <a:pt x="9245" y="13322"/>
                  </a:lnTo>
                  <a:lnTo>
                    <a:pt x="9230" y="13203"/>
                  </a:lnTo>
                  <a:lnTo>
                    <a:pt x="9215" y="13113"/>
                  </a:lnTo>
                  <a:lnTo>
                    <a:pt x="9215" y="12979"/>
                  </a:lnTo>
                  <a:lnTo>
                    <a:pt x="9215" y="12889"/>
                  </a:lnTo>
                  <a:lnTo>
                    <a:pt x="9201" y="12814"/>
                  </a:lnTo>
                  <a:lnTo>
                    <a:pt x="9186" y="12784"/>
                  </a:lnTo>
                  <a:lnTo>
                    <a:pt x="9186" y="12769"/>
                  </a:lnTo>
                  <a:lnTo>
                    <a:pt x="9156" y="12755"/>
                  </a:lnTo>
                  <a:lnTo>
                    <a:pt x="9081" y="12755"/>
                  </a:lnTo>
                  <a:lnTo>
                    <a:pt x="8917" y="12740"/>
                  </a:lnTo>
                  <a:lnTo>
                    <a:pt x="8693" y="12635"/>
                  </a:lnTo>
                  <a:lnTo>
                    <a:pt x="8558" y="12545"/>
                  </a:lnTo>
                  <a:lnTo>
                    <a:pt x="8499" y="12411"/>
                  </a:lnTo>
                  <a:lnTo>
                    <a:pt x="8484" y="12232"/>
                  </a:lnTo>
                  <a:lnTo>
                    <a:pt x="8514" y="12082"/>
                  </a:lnTo>
                  <a:lnTo>
                    <a:pt x="8573" y="11933"/>
                  </a:lnTo>
                  <a:lnTo>
                    <a:pt x="8663" y="11844"/>
                  </a:lnTo>
                  <a:lnTo>
                    <a:pt x="8708" y="11799"/>
                  </a:lnTo>
                  <a:lnTo>
                    <a:pt x="8797" y="11724"/>
                  </a:lnTo>
                  <a:lnTo>
                    <a:pt x="8902" y="11560"/>
                  </a:lnTo>
                  <a:lnTo>
                    <a:pt x="8917" y="11440"/>
                  </a:lnTo>
                  <a:lnTo>
                    <a:pt x="8947" y="11276"/>
                  </a:lnTo>
                  <a:lnTo>
                    <a:pt x="8991" y="11157"/>
                  </a:lnTo>
                  <a:lnTo>
                    <a:pt x="9051" y="11067"/>
                  </a:lnTo>
                  <a:lnTo>
                    <a:pt x="9141" y="10992"/>
                  </a:lnTo>
                  <a:lnTo>
                    <a:pt x="9171" y="10962"/>
                  </a:lnTo>
                  <a:lnTo>
                    <a:pt x="9215" y="10947"/>
                  </a:lnTo>
                  <a:lnTo>
                    <a:pt x="9275" y="10933"/>
                  </a:lnTo>
                  <a:lnTo>
                    <a:pt x="9335" y="10933"/>
                  </a:lnTo>
                  <a:lnTo>
                    <a:pt x="9395" y="10962"/>
                  </a:lnTo>
                  <a:lnTo>
                    <a:pt x="9439" y="11022"/>
                  </a:lnTo>
                  <a:lnTo>
                    <a:pt x="9454" y="11052"/>
                  </a:lnTo>
                  <a:lnTo>
                    <a:pt x="9469" y="11082"/>
                  </a:lnTo>
                  <a:lnTo>
                    <a:pt x="9499" y="11157"/>
                  </a:lnTo>
                  <a:lnTo>
                    <a:pt x="9544" y="11261"/>
                  </a:lnTo>
                  <a:lnTo>
                    <a:pt x="9589" y="11321"/>
                  </a:lnTo>
                  <a:lnTo>
                    <a:pt x="9634" y="11351"/>
                  </a:lnTo>
                  <a:lnTo>
                    <a:pt x="9678" y="11381"/>
                  </a:lnTo>
                  <a:lnTo>
                    <a:pt x="9693" y="11366"/>
                  </a:lnTo>
                  <a:lnTo>
                    <a:pt x="9693" y="11366"/>
                  </a:lnTo>
                  <a:lnTo>
                    <a:pt x="9708" y="11366"/>
                  </a:lnTo>
                  <a:lnTo>
                    <a:pt x="9753" y="11321"/>
                  </a:lnTo>
                  <a:lnTo>
                    <a:pt x="9783" y="11276"/>
                  </a:lnTo>
                  <a:lnTo>
                    <a:pt x="9843" y="11201"/>
                  </a:lnTo>
                  <a:lnTo>
                    <a:pt x="10007" y="11157"/>
                  </a:lnTo>
                  <a:lnTo>
                    <a:pt x="10082" y="11142"/>
                  </a:lnTo>
                  <a:lnTo>
                    <a:pt x="10186" y="11142"/>
                  </a:lnTo>
                  <a:lnTo>
                    <a:pt x="10321" y="11142"/>
                  </a:lnTo>
                  <a:lnTo>
                    <a:pt x="10589" y="11082"/>
                  </a:lnTo>
                  <a:lnTo>
                    <a:pt x="10634" y="11037"/>
                  </a:lnTo>
                  <a:lnTo>
                    <a:pt x="10664" y="10918"/>
                  </a:lnTo>
                  <a:lnTo>
                    <a:pt x="10694" y="10783"/>
                  </a:lnTo>
                  <a:lnTo>
                    <a:pt x="10739" y="10649"/>
                  </a:lnTo>
                  <a:lnTo>
                    <a:pt x="10813" y="10559"/>
                  </a:lnTo>
                  <a:lnTo>
                    <a:pt x="10888" y="10455"/>
                  </a:lnTo>
                  <a:lnTo>
                    <a:pt x="10888" y="10320"/>
                  </a:lnTo>
                  <a:lnTo>
                    <a:pt x="10888" y="10275"/>
                  </a:lnTo>
                  <a:lnTo>
                    <a:pt x="10918" y="10141"/>
                  </a:lnTo>
                  <a:lnTo>
                    <a:pt x="10993" y="10021"/>
                  </a:lnTo>
                  <a:lnTo>
                    <a:pt x="11082" y="9947"/>
                  </a:lnTo>
                  <a:lnTo>
                    <a:pt x="11217" y="9887"/>
                  </a:lnTo>
                  <a:lnTo>
                    <a:pt x="11336" y="9812"/>
                  </a:lnTo>
                  <a:lnTo>
                    <a:pt x="11456" y="9663"/>
                  </a:lnTo>
                  <a:lnTo>
                    <a:pt x="11560" y="9499"/>
                  </a:lnTo>
                  <a:lnTo>
                    <a:pt x="11605" y="9334"/>
                  </a:lnTo>
                  <a:lnTo>
                    <a:pt x="11620" y="9185"/>
                  </a:lnTo>
                  <a:lnTo>
                    <a:pt x="11620" y="9036"/>
                  </a:lnTo>
                  <a:lnTo>
                    <a:pt x="11620" y="8916"/>
                  </a:lnTo>
                  <a:lnTo>
                    <a:pt x="11665" y="8707"/>
                  </a:lnTo>
                  <a:lnTo>
                    <a:pt x="11754" y="8633"/>
                  </a:lnTo>
                  <a:lnTo>
                    <a:pt x="11844" y="8588"/>
                  </a:lnTo>
                  <a:lnTo>
                    <a:pt x="11934" y="8528"/>
                  </a:lnTo>
                  <a:lnTo>
                    <a:pt x="12128" y="8438"/>
                  </a:lnTo>
                  <a:lnTo>
                    <a:pt x="12187" y="8319"/>
                  </a:lnTo>
                  <a:lnTo>
                    <a:pt x="12187" y="8289"/>
                  </a:lnTo>
                  <a:lnTo>
                    <a:pt x="12128" y="8259"/>
                  </a:lnTo>
                  <a:lnTo>
                    <a:pt x="12098" y="8229"/>
                  </a:lnTo>
                  <a:lnTo>
                    <a:pt x="12053" y="8155"/>
                  </a:lnTo>
                  <a:lnTo>
                    <a:pt x="12068" y="8080"/>
                  </a:lnTo>
                  <a:lnTo>
                    <a:pt x="12158" y="7901"/>
                  </a:lnTo>
                  <a:lnTo>
                    <a:pt x="12307" y="7647"/>
                  </a:lnTo>
                  <a:lnTo>
                    <a:pt x="12426" y="7483"/>
                  </a:lnTo>
                  <a:lnTo>
                    <a:pt x="12531" y="7393"/>
                  </a:lnTo>
                  <a:lnTo>
                    <a:pt x="12636" y="7333"/>
                  </a:lnTo>
                  <a:lnTo>
                    <a:pt x="12680" y="7273"/>
                  </a:lnTo>
                  <a:lnTo>
                    <a:pt x="12695" y="7259"/>
                  </a:lnTo>
                  <a:lnTo>
                    <a:pt x="12665" y="7214"/>
                  </a:lnTo>
                  <a:lnTo>
                    <a:pt x="12636" y="7184"/>
                  </a:lnTo>
                  <a:lnTo>
                    <a:pt x="12621" y="7169"/>
                  </a:lnTo>
                  <a:lnTo>
                    <a:pt x="12576" y="7109"/>
                  </a:lnTo>
                  <a:lnTo>
                    <a:pt x="12591" y="6990"/>
                  </a:lnTo>
                  <a:lnTo>
                    <a:pt x="12591" y="6960"/>
                  </a:lnTo>
                  <a:lnTo>
                    <a:pt x="12606" y="6796"/>
                  </a:lnTo>
                  <a:lnTo>
                    <a:pt x="12576" y="6721"/>
                  </a:lnTo>
                  <a:lnTo>
                    <a:pt x="12546" y="6691"/>
                  </a:lnTo>
                  <a:lnTo>
                    <a:pt x="12516" y="6676"/>
                  </a:lnTo>
                  <a:lnTo>
                    <a:pt x="12486" y="6646"/>
                  </a:lnTo>
                  <a:lnTo>
                    <a:pt x="12441" y="6557"/>
                  </a:lnTo>
                  <a:lnTo>
                    <a:pt x="12441" y="6467"/>
                  </a:lnTo>
                  <a:lnTo>
                    <a:pt x="12456" y="6333"/>
                  </a:lnTo>
                  <a:lnTo>
                    <a:pt x="12501" y="6258"/>
                  </a:lnTo>
                  <a:lnTo>
                    <a:pt x="12576" y="6183"/>
                  </a:lnTo>
                  <a:lnTo>
                    <a:pt x="12680" y="6124"/>
                  </a:lnTo>
                  <a:lnTo>
                    <a:pt x="12740" y="6079"/>
                  </a:lnTo>
                  <a:lnTo>
                    <a:pt x="12815" y="6049"/>
                  </a:lnTo>
                  <a:lnTo>
                    <a:pt x="12919" y="6004"/>
                  </a:lnTo>
                  <a:lnTo>
                    <a:pt x="13009" y="5959"/>
                  </a:lnTo>
                  <a:lnTo>
                    <a:pt x="13054" y="5929"/>
                  </a:lnTo>
                  <a:lnTo>
                    <a:pt x="13084" y="5899"/>
                  </a:lnTo>
                  <a:lnTo>
                    <a:pt x="13099" y="5870"/>
                  </a:lnTo>
                  <a:lnTo>
                    <a:pt x="13084" y="5855"/>
                  </a:lnTo>
                  <a:lnTo>
                    <a:pt x="12994" y="5705"/>
                  </a:lnTo>
                  <a:lnTo>
                    <a:pt x="12889" y="5661"/>
                  </a:lnTo>
                  <a:lnTo>
                    <a:pt x="12874" y="5646"/>
                  </a:lnTo>
                  <a:lnTo>
                    <a:pt x="12845" y="5631"/>
                  </a:lnTo>
                  <a:lnTo>
                    <a:pt x="12755" y="5601"/>
                  </a:lnTo>
                  <a:lnTo>
                    <a:pt x="12665" y="5601"/>
                  </a:lnTo>
                  <a:lnTo>
                    <a:pt x="12636" y="5601"/>
                  </a:lnTo>
                  <a:lnTo>
                    <a:pt x="12606" y="5586"/>
                  </a:lnTo>
                  <a:lnTo>
                    <a:pt x="12591" y="5586"/>
                  </a:lnTo>
                  <a:lnTo>
                    <a:pt x="12561" y="5586"/>
                  </a:lnTo>
                  <a:lnTo>
                    <a:pt x="12486" y="5571"/>
                  </a:lnTo>
                  <a:lnTo>
                    <a:pt x="12367" y="5541"/>
                  </a:lnTo>
                  <a:lnTo>
                    <a:pt x="12337" y="5481"/>
                  </a:lnTo>
                  <a:lnTo>
                    <a:pt x="12337" y="5437"/>
                  </a:lnTo>
                  <a:lnTo>
                    <a:pt x="12352" y="5362"/>
                  </a:lnTo>
                  <a:lnTo>
                    <a:pt x="12382" y="5257"/>
                  </a:lnTo>
                  <a:lnTo>
                    <a:pt x="12367" y="5198"/>
                  </a:lnTo>
                  <a:lnTo>
                    <a:pt x="12292" y="5198"/>
                  </a:lnTo>
                  <a:lnTo>
                    <a:pt x="12217" y="5242"/>
                  </a:lnTo>
                  <a:lnTo>
                    <a:pt x="12202" y="5257"/>
                  </a:lnTo>
                  <a:lnTo>
                    <a:pt x="12187" y="5272"/>
                  </a:lnTo>
                  <a:lnTo>
                    <a:pt x="12187" y="5272"/>
                  </a:lnTo>
                  <a:lnTo>
                    <a:pt x="12143" y="5287"/>
                  </a:lnTo>
                  <a:lnTo>
                    <a:pt x="12068" y="5242"/>
                  </a:lnTo>
                  <a:lnTo>
                    <a:pt x="12023" y="5183"/>
                  </a:lnTo>
                  <a:lnTo>
                    <a:pt x="11993" y="5108"/>
                  </a:lnTo>
                  <a:lnTo>
                    <a:pt x="11978" y="5093"/>
                  </a:lnTo>
                  <a:lnTo>
                    <a:pt x="11963" y="5063"/>
                  </a:lnTo>
                  <a:lnTo>
                    <a:pt x="11919" y="4959"/>
                  </a:lnTo>
                  <a:lnTo>
                    <a:pt x="11844" y="4914"/>
                  </a:lnTo>
                  <a:lnTo>
                    <a:pt x="11829" y="4899"/>
                  </a:lnTo>
                  <a:lnTo>
                    <a:pt x="11799" y="4884"/>
                  </a:lnTo>
                  <a:lnTo>
                    <a:pt x="11710" y="4824"/>
                  </a:lnTo>
                  <a:lnTo>
                    <a:pt x="11665" y="4750"/>
                  </a:lnTo>
                  <a:lnTo>
                    <a:pt x="11650" y="4660"/>
                  </a:lnTo>
                  <a:lnTo>
                    <a:pt x="11680" y="4540"/>
                  </a:lnTo>
                  <a:lnTo>
                    <a:pt x="11710" y="4451"/>
                  </a:lnTo>
                  <a:lnTo>
                    <a:pt x="11665" y="4316"/>
                  </a:lnTo>
                  <a:lnTo>
                    <a:pt x="11605" y="4257"/>
                  </a:lnTo>
                  <a:lnTo>
                    <a:pt x="11590" y="4242"/>
                  </a:lnTo>
                  <a:lnTo>
                    <a:pt x="11530" y="4167"/>
                  </a:lnTo>
                  <a:lnTo>
                    <a:pt x="11530" y="4063"/>
                  </a:lnTo>
                  <a:lnTo>
                    <a:pt x="11530" y="3988"/>
                  </a:lnTo>
                  <a:lnTo>
                    <a:pt x="11575" y="3898"/>
                  </a:lnTo>
                  <a:lnTo>
                    <a:pt x="11590" y="3898"/>
                  </a:lnTo>
                  <a:lnTo>
                    <a:pt x="11650" y="3794"/>
                  </a:lnTo>
                  <a:lnTo>
                    <a:pt x="11635" y="3719"/>
                  </a:lnTo>
                  <a:lnTo>
                    <a:pt x="11590" y="3719"/>
                  </a:lnTo>
                  <a:lnTo>
                    <a:pt x="11530" y="3719"/>
                  </a:lnTo>
                  <a:lnTo>
                    <a:pt x="11411" y="3734"/>
                  </a:lnTo>
                  <a:lnTo>
                    <a:pt x="11351" y="3674"/>
                  </a:lnTo>
                  <a:lnTo>
                    <a:pt x="11321" y="3585"/>
                  </a:lnTo>
                  <a:lnTo>
                    <a:pt x="11321" y="3450"/>
                  </a:lnTo>
                  <a:lnTo>
                    <a:pt x="11321" y="3376"/>
                  </a:lnTo>
                  <a:lnTo>
                    <a:pt x="11306" y="3331"/>
                  </a:lnTo>
                  <a:lnTo>
                    <a:pt x="11306" y="3316"/>
                  </a:lnTo>
                  <a:lnTo>
                    <a:pt x="11276" y="3301"/>
                  </a:lnTo>
                  <a:lnTo>
                    <a:pt x="11217" y="3286"/>
                  </a:lnTo>
                  <a:lnTo>
                    <a:pt x="11172" y="3211"/>
                  </a:lnTo>
                  <a:lnTo>
                    <a:pt x="11142" y="3137"/>
                  </a:lnTo>
                  <a:lnTo>
                    <a:pt x="11142" y="3062"/>
                  </a:lnTo>
                  <a:lnTo>
                    <a:pt x="11187" y="2987"/>
                  </a:lnTo>
                  <a:lnTo>
                    <a:pt x="11262" y="2942"/>
                  </a:lnTo>
                  <a:lnTo>
                    <a:pt x="11306" y="2898"/>
                  </a:lnTo>
                  <a:lnTo>
                    <a:pt x="11336" y="2853"/>
                  </a:lnTo>
                  <a:lnTo>
                    <a:pt x="11366" y="2808"/>
                  </a:lnTo>
                  <a:lnTo>
                    <a:pt x="11441" y="2748"/>
                  </a:lnTo>
                  <a:lnTo>
                    <a:pt x="11530" y="2703"/>
                  </a:lnTo>
                  <a:lnTo>
                    <a:pt x="11620" y="2703"/>
                  </a:lnTo>
                  <a:lnTo>
                    <a:pt x="11739" y="2703"/>
                  </a:lnTo>
                  <a:lnTo>
                    <a:pt x="11814" y="2733"/>
                  </a:lnTo>
                  <a:lnTo>
                    <a:pt x="11919" y="2793"/>
                  </a:lnTo>
                  <a:lnTo>
                    <a:pt x="12128" y="2868"/>
                  </a:lnTo>
                  <a:lnTo>
                    <a:pt x="12262" y="2898"/>
                  </a:lnTo>
                  <a:lnTo>
                    <a:pt x="12307" y="2898"/>
                  </a:lnTo>
                  <a:lnTo>
                    <a:pt x="12382" y="2883"/>
                  </a:lnTo>
                  <a:lnTo>
                    <a:pt x="12486" y="2913"/>
                  </a:lnTo>
                  <a:lnTo>
                    <a:pt x="12650" y="2957"/>
                  </a:lnTo>
                  <a:lnTo>
                    <a:pt x="12755" y="2987"/>
                  </a:lnTo>
                  <a:lnTo>
                    <a:pt x="12830" y="3017"/>
                  </a:lnTo>
                  <a:lnTo>
                    <a:pt x="12934" y="3017"/>
                  </a:lnTo>
                  <a:lnTo>
                    <a:pt x="13009" y="3002"/>
                  </a:lnTo>
                  <a:lnTo>
                    <a:pt x="13039" y="2987"/>
                  </a:lnTo>
                  <a:lnTo>
                    <a:pt x="13084" y="2927"/>
                  </a:lnTo>
                  <a:lnTo>
                    <a:pt x="13158" y="2883"/>
                  </a:lnTo>
                  <a:lnTo>
                    <a:pt x="13233" y="2853"/>
                  </a:lnTo>
                  <a:lnTo>
                    <a:pt x="13293" y="2838"/>
                  </a:lnTo>
                  <a:lnTo>
                    <a:pt x="13323" y="2838"/>
                  </a:lnTo>
                  <a:lnTo>
                    <a:pt x="13352" y="2853"/>
                  </a:lnTo>
                  <a:lnTo>
                    <a:pt x="13427" y="2853"/>
                  </a:lnTo>
                  <a:lnTo>
                    <a:pt x="13442" y="2823"/>
                  </a:lnTo>
                  <a:lnTo>
                    <a:pt x="13472" y="2778"/>
                  </a:lnTo>
                  <a:lnTo>
                    <a:pt x="13547" y="2733"/>
                  </a:lnTo>
                  <a:lnTo>
                    <a:pt x="13636" y="2718"/>
                  </a:lnTo>
                  <a:lnTo>
                    <a:pt x="13696" y="2703"/>
                  </a:lnTo>
                  <a:lnTo>
                    <a:pt x="13756" y="2703"/>
                  </a:lnTo>
                  <a:lnTo>
                    <a:pt x="13786" y="2689"/>
                  </a:lnTo>
                  <a:lnTo>
                    <a:pt x="13800" y="2674"/>
                  </a:lnTo>
                  <a:lnTo>
                    <a:pt x="13815" y="2629"/>
                  </a:lnTo>
                  <a:lnTo>
                    <a:pt x="13860" y="2539"/>
                  </a:lnTo>
                  <a:lnTo>
                    <a:pt x="13920" y="2539"/>
                  </a:lnTo>
                  <a:lnTo>
                    <a:pt x="13965" y="2539"/>
                  </a:lnTo>
                  <a:lnTo>
                    <a:pt x="13995" y="2494"/>
                  </a:lnTo>
                  <a:lnTo>
                    <a:pt x="14024" y="2450"/>
                  </a:lnTo>
                  <a:lnTo>
                    <a:pt x="14024" y="2405"/>
                  </a:lnTo>
                  <a:lnTo>
                    <a:pt x="14039" y="2360"/>
                  </a:lnTo>
                  <a:lnTo>
                    <a:pt x="14054" y="2315"/>
                  </a:lnTo>
                  <a:lnTo>
                    <a:pt x="14114" y="2240"/>
                  </a:lnTo>
                  <a:lnTo>
                    <a:pt x="14174" y="2181"/>
                  </a:lnTo>
                  <a:lnTo>
                    <a:pt x="14248" y="2121"/>
                  </a:lnTo>
                  <a:lnTo>
                    <a:pt x="14338" y="2061"/>
                  </a:lnTo>
                  <a:lnTo>
                    <a:pt x="14413" y="2002"/>
                  </a:lnTo>
                  <a:lnTo>
                    <a:pt x="14443" y="1942"/>
                  </a:lnTo>
                  <a:lnTo>
                    <a:pt x="14428" y="1957"/>
                  </a:lnTo>
                  <a:lnTo>
                    <a:pt x="14413" y="1957"/>
                  </a:lnTo>
                  <a:lnTo>
                    <a:pt x="14204" y="1942"/>
                  </a:lnTo>
                  <a:lnTo>
                    <a:pt x="14010" y="1882"/>
                  </a:lnTo>
                  <a:lnTo>
                    <a:pt x="13860" y="1837"/>
                  </a:lnTo>
                  <a:lnTo>
                    <a:pt x="13666" y="1733"/>
                  </a:lnTo>
                  <a:lnTo>
                    <a:pt x="13412" y="1598"/>
                  </a:lnTo>
                  <a:lnTo>
                    <a:pt x="13412" y="1568"/>
                  </a:lnTo>
                  <a:lnTo>
                    <a:pt x="13412" y="1553"/>
                  </a:lnTo>
                  <a:lnTo>
                    <a:pt x="13412" y="1539"/>
                  </a:lnTo>
                  <a:lnTo>
                    <a:pt x="13397" y="1449"/>
                  </a:lnTo>
                  <a:lnTo>
                    <a:pt x="13382" y="1419"/>
                  </a:lnTo>
                  <a:lnTo>
                    <a:pt x="13367" y="1419"/>
                  </a:lnTo>
                  <a:lnTo>
                    <a:pt x="13308" y="1449"/>
                  </a:lnTo>
                  <a:lnTo>
                    <a:pt x="13248" y="1494"/>
                  </a:lnTo>
                  <a:lnTo>
                    <a:pt x="13203" y="1539"/>
                  </a:lnTo>
                  <a:lnTo>
                    <a:pt x="13188" y="1553"/>
                  </a:lnTo>
                  <a:lnTo>
                    <a:pt x="13158" y="1568"/>
                  </a:lnTo>
                  <a:lnTo>
                    <a:pt x="13128" y="1568"/>
                  </a:lnTo>
                  <a:lnTo>
                    <a:pt x="13099" y="1568"/>
                  </a:lnTo>
                  <a:lnTo>
                    <a:pt x="13069" y="1553"/>
                  </a:lnTo>
                  <a:lnTo>
                    <a:pt x="13039" y="1539"/>
                  </a:lnTo>
                  <a:lnTo>
                    <a:pt x="12994" y="1494"/>
                  </a:lnTo>
                  <a:lnTo>
                    <a:pt x="12979" y="1434"/>
                  </a:lnTo>
                  <a:lnTo>
                    <a:pt x="12964" y="1389"/>
                  </a:lnTo>
                  <a:lnTo>
                    <a:pt x="12949" y="1359"/>
                  </a:lnTo>
                  <a:lnTo>
                    <a:pt x="12934" y="1329"/>
                  </a:lnTo>
                  <a:lnTo>
                    <a:pt x="12934" y="1329"/>
                  </a:lnTo>
                  <a:lnTo>
                    <a:pt x="12919" y="1329"/>
                  </a:lnTo>
                  <a:lnTo>
                    <a:pt x="12919" y="1329"/>
                  </a:lnTo>
                  <a:lnTo>
                    <a:pt x="12874" y="1329"/>
                  </a:lnTo>
                  <a:lnTo>
                    <a:pt x="12770" y="1270"/>
                  </a:lnTo>
                  <a:lnTo>
                    <a:pt x="12740" y="1165"/>
                  </a:lnTo>
                  <a:lnTo>
                    <a:pt x="12740" y="1061"/>
                  </a:lnTo>
                  <a:lnTo>
                    <a:pt x="12755" y="1016"/>
                  </a:lnTo>
                  <a:lnTo>
                    <a:pt x="12770" y="986"/>
                  </a:lnTo>
                  <a:lnTo>
                    <a:pt x="12770" y="926"/>
                  </a:lnTo>
                  <a:lnTo>
                    <a:pt x="12770" y="881"/>
                  </a:lnTo>
                  <a:lnTo>
                    <a:pt x="12680" y="732"/>
                  </a:lnTo>
                  <a:lnTo>
                    <a:pt x="12531" y="538"/>
                  </a:lnTo>
                  <a:lnTo>
                    <a:pt x="12441" y="433"/>
                  </a:lnTo>
                  <a:lnTo>
                    <a:pt x="12352" y="403"/>
                  </a:lnTo>
                  <a:lnTo>
                    <a:pt x="12217" y="403"/>
                  </a:lnTo>
                  <a:lnTo>
                    <a:pt x="12187" y="403"/>
                  </a:lnTo>
                  <a:lnTo>
                    <a:pt x="12143" y="403"/>
                  </a:lnTo>
                  <a:lnTo>
                    <a:pt x="12068" y="389"/>
                  </a:lnTo>
                  <a:lnTo>
                    <a:pt x="12023" y="269"/>
                  </a:lnTo>
                  <a:lnTo>
                    <a:pt x="12023" y="224"/>
                  </a:lnTo>
                  <a:lnTo>
                    <a:pt x="12023" y="209"/>
                  </a:lnTo>
                  <a:lnTo>
                    <a:pt x="12008" y="179"/>
                  </a:lnTo>
                  <a:lnTo>
                    <a:pt x="12008" y="179"/>
                  </a:lnTo>
                  <a:lnTo>
                    <a:pt x="11949" y="165"/>
                  </a:lnTo>
                  <a:lnTo>
                    <a:pt x="11934" y="165"/>
                  </a:lnTo>
                  <a:lnTo>
                    <a:pt x="11919" y="165"/>
                  </a:lnTo>
                  <a:lnTo>
                    <a:pt x="11859" y="165"/>
                  </a:lnTo>
                  <a:lnTo>
                    <a:pt x="11829" y="135"/>
                  </a:lnTo>
                  <a:lnTo>
                    <a:pt x="11784" y="105"/>
                  </a:lnTo>
                  <a:lnTo>
                    <a:pt x="11754" y="60"/>
                  </a:lnTo>
                  <a:lnTo>
                    <a:pt x="11754" y="60"/>
                  </a:lnTo>
                  <a:lnTo>
                    <a:pt x="11754" y="60"/>
                  </a:lnTo>
                  <a:lnTo>
                    <a:pt x="11754" y="45"/>
                  </a:lnTo>
                  <a:lnTo>
                    <a:pt x="11739" y="45"/>
                  </a:lnTo>
                  <a:lnTo>
                    <a:pt x="11739" y="45"/>
                  </a:lnTo>
                  <a:lnTo>
                    <a:pt x="11710" y="60"/>
                  </a:lnTo>
                  <a:lnTo>
                    <a:pt x="11695" y="75"/>
                  </a:lnTo>
                  <a:lnTo>
                    <a:pt x="11665" y="105"/>
                  </a:lnTo>
                  <a:lnTo>
                    <a:pt x="11620" y="135"/>
                  </a:lnTo>
                  <a:lnTo>
                    <a:pt x="11575" y="150"/>
                  </a:lnTo>
                  <a:lnTo>
                    <a:pt x="11515" y="150"/>
                  </a:lnTo>
                  <a:lnTo>
                    <a:pt x="11486" y="105"/>
                  </a:lnTo>
                  <a:lnTo>
                    <a:pt x="11396" y="15"/>
                  </a:lnTo>
                  <a:lnTo>
                    <a:pt x="11366" y="30"/>
                  </a:lnTo>
                  <a:lnTo>
                    <a:pt x="11336" y="45"/>
                  </a:lnTo>
                  <a:lnTo>
                    <a:pt x="11321" y="60"/>
                  </a:lnTo>
                  <a:lnTo>
                    <a:pt x="11321" y="75"/>
                  </a:lnTo>
                  <a:lnTo>
                    <a:pt x="11306" y="75"/>
                  </a:lnTo>
                  <a:lnTo>
                    <a:pt x="11276" y="105"/>
                  </a:lnTo>
                  <a:lnTo>
                    <a:pt x="11217" y="75"/>
                  </a:lnTo>
                  <a:lnTo>
                    <a:pt x="11187" y="45"/>
                  </a:lnTo>
                  <a:lnTo>
                    <a:pt x="11142" y="0"/>
                  </a:lnTo>
                  <a:lnTo>
                    <a:pt x="11142" y="30"/>
                  </a:lnTo>
                  <a:lnTo>
                    <a:pt x="11127" y="45"/>
                  </a:lnTo>
                  <a:lnTo>
                    <a:pt x="11097" y="105"/>
                  </a:lnTo>
                  <a:lnTo>
                    <a:pt x="11067" y="135"/>
                  </a:lnTo>
                  <a:lnTo>
                    <a:pt x="11038" y="150"/>
                  </a:lnTo>
                  <a:lnTo>
                    <a:pt x="11023" y="150"/>
                  </a:lnTo>
                  <a:lnTo>
                    <a:pt x="10918" y="209"/>
                  </a:lnTo>
                  <a:lnTo>
                    <a:pt x="10843" y="314"/>
                  </a:lnTo>
                  <a:lnTo>
                    <a:pt x="10828" y="314"/>
                  </a:lnTo>
                  <a:lnTo>
                    <a:pt x="10813" y="344"/>
                  </a:lnTo>
                  <a:lnTo>
                    <a:pt x="10784" y="344"/>
                  </a:lnTo>
                  <a:lnTo>
                    <a:pt x="10739" y="329"/>
                  </a:lnTo>
                  <a:lnTo>
                    <a:pt x="10694" y="299"/>
                  </a:lnTo>
                  <a:lnTo>
                    <a:pt x="10679" y="284"/>
                  </a:lnTo>
                  <a:lnTo>
                    <a:pt x="10649" y="254"/>
                  </a:lnTo>
                  <a:lnTo>
                    <a:pt x="10634" y="239"/>
                  </a:lnTo>
                  <a:lnTo>
                    <a:pt x="10604" y="209"/>
                  </a:lnTo>
                  <a:lnTo>
                    <a:pt x="10589" y="209"/>
                  </a:lnTo>
                  <a:lnTo>
                    <a:pt x="10500" y="194"/>
                  </a:lnTo>
                  <a:lnTo>
                    <a:pt x="10470" y="194"/>
                  </a:lnTo>
                  <a:lnTo>
                    <a:pt x="10455" y="194"/>
                  </a:lnTo>
                  <a:lnTo>
                    <a:pt x="10306" y="209"/>
                  </a:lnTo>
                  <a:lnTo>
                    <a:pt x="10141" y="254"/>
                  </a:lnTo>
                  <a:lnTo>
                    <a:pt x="9992" y="269"/>
                  </a:lnTo>
                  <a:lnTo>
                    <a:pt x="9813" y="269"/>
                  </a:lnTo>
                  <a:lnTo>
                    <a:pt x="9649" y="284"/>
                  </a:lnTo>
                  <a:lnTo>
                    <a:pt x="9499" y="299"/>
                  </a:lnTo>
                  <a:lnTo>
                    <a:pt x="9380" y="344"/>
                  </a:lnTo>
                  <a:lnTo>
                    <a:pt x="9201" y="433"/>
                  </a:lnTo>
                  <a:lnTo>
                    <a:pt x="9006" y="568"/>
                  </a:lnTo>
                  <a:lnTo>
                    <a:pt x="8947" y="628"/>
                  </a:lnTo>
                  <a:lnTo>
                    <a:pt x="8932" y="657"/>
                  </a:lnTo>
                  <a:lnTo>
                    <a:pt x="8902" y="717"/>
                  </a:lnTo>
                  <a:lnTo>
                    <a:pt x="8857" y="777"/>
                  </a:lnTo>
                  <a:lnTo>
                    <a:pt x="8812" y="807"/>
                  </a:lnTo>
                  <a:lnTo>
                    <a:pt x="8767" y="792"/>
                  </a:lnTo>
                  <a:lnTo>
                    <a:pt x="8767" y="792"/>
                  </a:lnTo>
                  <a:lnTo>
                    <a:pt x="8752" y="777"/>
                  </a:lnTo>
                  <a:lnTo>
                    <a:pt x="8738" y="777"/>
                  </a:lnTo>
                  <a:lnTo>
                    <a:pt x="8708" y="777"/>
                  </a:lnTo>
                  <a:lnTo>
                    <a:pt x="8693" y="792"/>
                  </a:lnTo>
                  <a:lnTo>
                    <a:pt x="8693" y="807"/>
                  </a:lnTo>
                  <a:lnTo>
                    <a:pt x="8678" y="822"/>
                  </a:lnTo>
                  <a:lnTo>
                    <a:pt x="8648" y="881"/>
                  </a:lnTo>
                  <a:lnTo>
                    <a:pt x="8558" y="971"/>
                  </a:lnTo>
                  <a:lnTo>
                    <a:pt x="8484" y="1031"/>
                  </a:lnTo>
                  <a:lnTo>
                    <a:pt x="8424" y="1105"/>
                  </a:lnTo>
                  <a:lnTo>
                    <a:pt x="8394" y="1180"/>
                  </a:lnTo>
                  <a:lnTo>
                    <a:pt x="8424" y="1240"/>
                  </a:lnTo>
                  <a:lnTo>
                    <a:pt x="8484" y="1315"/>
                  </a:lnTo>
                  <a:lnTo>
                    <a:pt x="8558" y="1374"/>
                  </a:lnTo>
                  <a:lnTo>
                    <a:pt x="8648" y="1434"/>
                  </a:lnTo>
                  <a:lnTo>
                    <a:pt x="8693" y="1539"/>
                  </a:lnTo>
                  <a:lnTo>
                    <a:pt x="8723" y="1613"/>
                  </a:lnTo>
                  <a:lnTo>
                    <a:pt x="8782" y="1688"/>
                  </a:lnTo>
                  <a:lnTo>
                    <a:pt x="8827" y="1748"/>
                  </a:lnTo>
                  <a:lnTo>
                    <a:pt x="8872" y="1822"/>
                  </a:lnTo>
                  <a:lnTo>
                    <a:pt x="8932" y="1957"/>
                  </a:lnTo>
                  <a:lnTo>
                    <a:pt x="8902" y="2046"/>
                  </a:lnTo>
                  <a:lnTo>
                    <a:pt x="8902" y="2076"/>
                  </a:lnTo>
                  <a:lnTo>
                    <a:pt x="8887" y="2106"/>
                  </a:lnTo>
                  <a:lnTo>
                    <a:pt x="8917" y="2136"/>
                  </a:lnTo>
                  <a:lnTo>
                    <a:pt x="8932" y="2166"/>
                  </a:lnTo>
                  <a:lnTo>
                    <a:pt x="8977" y="2211"/>
                  </a:lnTo>
                  <a:lnTo>
                    <a:pt x="8991" y="2270"/>
                  </a:lnTo>
                  <a:lnTo>
                    <a:pt x="8842" y="2554"/>
                  </a:lnTo>
                  <a:lnTo>
                    <a:pt x="8678" y="2808"/>
                  </a:lnTo>
                  <a:lnTo>
                    <a:pt x="8603" y="2913"/>
                  </a:lnTo>
                  <a:lnTo>
                    <a:pt x="8573" y="2987"/>
                  </a:lnTo>
                  <a:lnTo>
                    <a:pt x="8543" y="3032"/>
                  </a:lnTo>
                  <a:lnTo>
                    <a:pt x="8558" y="3092"/>
                  </a:lnTo>
                  <a:lnTo>
                    <a:pt x="8588" y="3137"/>
                  </a:lnTo>
                  <a:lnTo>
                    <a:pt x="8603" y="3151"/>
                  </a:lnTo>
                  <a:lnTo>
                    <a:pt x="8618" y="3166"/>
                  </a:lnTo>
                  <a:lnTo>
                    <a:pt x="8663" y="3226"/>
                  </a:lnTo>
                  <a:lnTo>
                    <a:pt x="8708" y="3301"/>
                  </a:lnTo>
                  <a:lnTo>
                    <a:pt x="8752" y="3405"/>
                  </a:lnTo>
                  <a:lnTo>
                    <a:pt x="8752" y="3495"/>
                  </a:lnTo>
                  <a:lnTo>
                    <a:pt x="8738" y="3570"/>
                  </a:lnTo>
                  <a:lnTo>
                    <a:pt x="8678" y="3659"/>
                  </a:lnTo>
                  <a:lnTo>
                    <a:pt x="8603" y="3764"/>
                  </a:lnTo>
                  <a:lnTo>
                    <a:pt x="8528" y="3809"/>
                  </a:lnTo>
                  <a:lnTo>
                    <a:pt x="8484" y="3838"/>
                  </a:lnTo>
                  <a:lnTo>
                    <a:pt x="8409" y="3853"/>
                  </a:lnTo>
                  <a:lnTo>
                    <a:pt x="8349" y="3868"/>
                  </a:lnTo>
                  <a:lnTo>
                    <a:pt x="8275" y="3868"/>
                  </a:lnTo>
                  <a:lnTo>
                    <a:pt x="8215" y="3853"/>
                  </a:lnTo>
                  <a:lnTo>
                    <a:pt x="8170" y="3838"/>
                  </a:lnTo>
                  <a:lnTo>
                    <a:pt x="8125" y="3824"/>
                  </a:lnTo>
                  <a:lnTo>
                    <a:pt x="8051" y="3824"/>
                  </a:lnTo>
                  <a:lnTo>
                    <a:pt x="7961" y="3809"/>
                  </a:lnTo>
                  <a:lnTo>
                    <a:pt x="7901" y="3794"/>
                  </a:lnTo>
                  <a:lnTo>
                    <a:pt x="7827" y="3764"/>
                  </a:lnTo>
                  <a:lnTo>
                    <a:pt x="7782" y="3704"/>
                  </a:lnTo>
                  <a:lnTo>
                    <a:pt x="7752" y="3689"/>
                  </a:lnTo>
                  <a:lnTo>
                    <a:pt x="7707" y="3689"/>
                  </a:lnTo>
                  <a:lnTo>
                    <a:pt x="7677" y="3689"/>
                  </a:lnTo>
                  <a:lnTo>
                    <a:pt x="7662" y="3689"/>
                  </a:lnTo>
                  <a:lnTo>
                    <a:pt x="7647" y="3704"/>
                  </a:lnTo>
                  <a:lnTo>
                    <a:pt x="7632" y="3704"/>
                  </a:lnTo>
                  <a:lnTo>
                    <a:pt x="7617" y="3734"/>
                  </a:lnTo>
                  <a:lnTo>
                    <a:pt x="7617" y="3749"/>
                  </a:lnTo>
                  <a:lnTo>
                    <a:pt x="7662" y="3838"/>
                  </a:lnTo>
                  <a:lnTo>
                    <a:pt x="7827" y="3973"/>
                  </a:lnTo>
                  <a:lnTo>
                    <a:pt x="7841" y="3988"/>
                  </a:lnTo>
                  <a:lnTo>
                    <a:pt x="7856" y="3988"/>
                  </a:lnTo>
                  <a:lnTo>
                    <a:pt x="7871" y="4003"/>
                  </a:lnTo>
                  <a:lnTo>
                    <a:pt x="7931" y="4048"/>
                  </a:lnTo>
                  <a:lnTo>
                    <a:pt x="7976" y="4167"/>
                  </a:lnTo>
                  <a:lnTo>
                    <a:pt x="7976" y="4242"/>
                  </a:lnTo>
                  <a:lnTo>
                    <a:pt x="8006" y="4272"/>
                  </a:lnTo>
                  <a:lnTo>
                    <a:pt x="8021" y="4287"/>
                  </a:lnTo>
                  <a:lnTo>
                    <a:pt x="8036" y="4301"/>
                  </a:lnTo>
                  <a:lnTo>
                    <a:pt x="8065" y="4331"/>
                  </a:lnTo>
                  <a:lnTo>
                    <a:pt x="8080" y="4346"/>
                  </a:lnTo>
                  <a:lnTo>
                    <a:pt x="8125" y="4406"/>
                  </a:lnTo>
                  <a:lnTo>
                    <a:pt x="8155" y="4511"/>
                  </a:lnTo>
                  <a:lnTo>
                    <a:pt x="8155" y="4540"/>
                  </a:lnTo>
                  <a:lnTo>
                    <a:pt x="8140" y="4570"/>
                  </a:lnTo>
                  <a:lnTo>
                    <a:pt x="8051" y="4675"/>
                  </a:lnTo>
                  <a:lnTo>
                    <a:pt x="7976" y="4750"/>
                  </a:lnTo>
                  <a:lnTo>
                    <a:pt x="7901" y="4809"/>
                  </a:lnTo>
                  <a:lnTo>
                    <a:pt x="7812" y="4839"/>
                  </a:lnTo>
                  <a:lnTo>
                    <a:pt x="7797" y="4839"/>
                  </a:lnTo>
                  <a:lnTo>
                    <a:pt x="7782" y="4839"/>
                  </a:lnTo>
                  <a:lnTo>
                    <a:pt x="7782" y="4839"/>
                  </a:lnTo>
                  <a:lnTo>
                    <a:pt x="7752" y="4839"/>
                  </a:lnTo>
                  <a:lnTo>
                    <a:pt x="7692" y="4839"/>
                  </a:lnTo>
                  <a:lnTo>
                    <a:pt x="7617" y="4854"/>
                  </a:lnTo>
                  <a:lnTo>
                    <a:pt x="7588" y="4869"/>
                  </a:lnTo>
                  <a:lnTo>
                    <a:pt x="7558" y="4869"/>
                  </a:lnTo>
                  <a:lnTo>
                    <a:pt x="7498" y="4884"/>
                  </a:lnTo>
                  <a:lnTo>
                    <a:pt x="7483" y="4899"/>
                  </a:lnTo>
                  <a:lnTo>
                    <a:pt x="7483" y="4899"/>
                  </a:lnTo>
                  <a:lnTo>
                    <a:pt x="7483" y="4914"/>
                  </a:lnTo>
                  <a:lnTo>
                    <a:pt x="7483" y="4914"/>
                  </a:lnTo>
                  <a:lnTo>
                    <a:pt x="7483" y="4929"/>
                  </a:lnTo>
                  <a:lnTo>
                    <a:pt x="7528" y="5003"/>
                  </a:lnTo>
                  <a:lnTo>
                    <a:pt x="7513" y="5078"/>
                  </a:lnTo>
                  <a:lnTo>
                    <a:pt x="7513" y="5093"/>
                  </a:lnTo>
                  <a:lnTo>
                    <a:pt x="7498" y="5138"/>
                  </a:lnTo>
                  <a:lnTo>
                    <a:pt x="7453" y="5168"/>
                  </a:lnTo>
                  <a:lnTo>
                    <a:pt x="7423" y="5198"/>
                  </a:lnTo>
                  <a:lnTo>
                    <a:pt x="7423" y="5212"/>
                  </a:lnTo>
                  <a:lnTo>
                    <a:pt x="7423" y="5212"/>
                  </a:lnTo>
                  <a:lnTo>
                    <a:pt x="7423" y="5212"/>
                  </a:lnTo>
                  <a:lnTo>
                    <a:pt x="7423" y="5212"/>
                  </a:lnTo>
                  <a:lnTo>
                    <a:pt x="7453" y="5242"/>
                  </a:lnTo>
                  <a:lnTo>
                    <a:pt x="7498" y="5302"/>
                  </a:lnTo>
                  <a:lnTo>
                    <a:pt x="7513" y="5392"/>
                  </a:lnTo>
                  <a:lnTo>
                    <a:pt x="7453" y="5451"/>
                  </a:lnTo>
                  <a:lnTo>
                    <a:pt x="7393" y="5496"/>
                  </a:lnTo>
                  <a:lnTo>
                    <a:pt x="7364" y="5586"/>
                  </a:lnTo>
                  <a:lnTo>
                    <a:pt x="7393" y="5810"/>
                  </a:lnTo>
                  <a:lnTo>
                    <a:pt x="7483" y="5974"/>
                  </a:lnTo>
                  <a:lnTo>
                    <a:pt x="7483" y="5989"/>
                  </a:lnTo>
                  <a:lnTo>
                    <a:pt x="7498" y="6004"/>
                  </a:lnTo>
                  <a:lnTo>
                    <a:pt x="7513" y="6049"/>
                  </a:lnTo>
                  <a:lnTo>
                    <a:pt x="7543" y="6109"/>
                  </a:lnTo>
                  <a:lnTo>
                    <a:pt x="7543" y="6168"/>
                  </a:lnTo>
                  <a:lnTo>
                    <a:pt x="7528" y="6213"/>
                  </a:lnTo>
                  <a:lnTo>
                    <a:pt x="7498" y="6273"/>
                  </a:lnTo>
                  <a:lnTo>
                    <a:pt x="7408" y="6392"/>
                  </a:lnTo>
                  <a:lnTo>
                    <a:pt x="7319" y="6512"/>
                  </a:lnTo>
                  <a:lnTo>
                    <a:pt x="7259" y="6601"/>
                  </a:lnTo>
                  <a:lnTo>
                    <a:pt x="7244" y="6631"/>
                  </a:lnTo>
                  <a:lnTo>
                    <a:pt x="7214" y="6646"/>
                  </a:lnTo>
                  <a:lnTo>
                    <a:pt x="7184" y="6646"/>
                  </a:lnTo>
                  <a:lnTo>
                    <a:pt x="7140" y="6646"/>
                  </a:lnTo>
                  <a:lnTo>
                    <a:pt x="7095" y="6631"/>
                  </a:lnTo>
                  <a:lnTo>
                    <a:pt x="7065" y="6616"/>
                  </a:lnTo>
                  <a:lnTo>
                    <a:pt x="6960" y="6542"/>
                  </a:lnTo>
                  <a:lnTo>
                    <a:pt x="6916" y="6452"/>
                  </a:lnTo>
                  <a:lnTo>
                    <a:pt x="6886" y="6422"/>
                  </a:lnTo>
                  <a:lnTo>
                    <a:pt x="6871" y="6407"/>
                  </a:lnTo>
                  <a:lnTo>
                    <a:pt x="6841" y="6392"/>
                  </a:lnTo>
                  <a:lnTo>
                    <a:pt x="6826" y="6392"/>
                  </a:lnTo>
                  <a:lnTo>
                    <a:pt x="6796" y="6392"/>
                  </a:lnTo>
                  <a:lnTo>
                    <a:pt x="6781" y="6392"/>
                  </a:lnTo>
                  <a:lnTo>
                    <a:pt x="6781" y="6407"/>
                  </a:lnTo>
                  <a:lnTo>
                    <a:pt x="6766" y="6407"/>
                  </a:lnTo>
                  <a:lnTo>
                    <a:pt x="6751" y="6437"/>
                  </a:lnTo>
                  <a:lnTo>
                    <a:pt x="6736" y="6452"/>
                  </a:lnTo>
                  <a:lnTo>
                    <a:pt x="6706" y="6482"/>
                  </a:lnTo>
                  <a:lnTo>
                    <a:pt x="6677" y="6482"/>
                  </a:lnTo>
                  <a:lnTo>
                    <a:pt x="6677" y="6482"/>
                  </a:lnTo>
                  <a:lnTo>
                    <a:pt x="6647" y="6482"/>
                  </a:lnTo>
                  <a:lnTo>
                    <a:pt x="6617" y="6467"/>
                  </a:lnTo>
                  <a:lnTo>
                    <a:pt x="6602" y="6452"/>
                  </a:lnTo>
                  <a:lnTo>
                    <a:pt x="6572" y="6422"/>
                  </a:lnTo>
                  <a:lnTo>
                    <a:pt x="6557" y="6407"/>
                  </a:lnTo>
                  <a:lnTo>
                    <a:pt x="6527" y="6392"/>
                  </a:lnTo>
                  <a:lnTo>
                    <a:pt x="6512" y="6377"/>
                  </a:lnTo>
                  <a:lnTo>
                    <a:pt x="6497" y="6377"/>
                  </a:lnTo>
                  <a:lnTo>
                    <a:pt x="6482" y="6377"/>
                  </a:lnTo>
                  <a:lnTo>
                    <a:pt x="6482" y="6392"/>
                  </a:lnTo>
                  <a:lnTo>
                    <a:pt x="6467" y="6407"/>
                  </a:lnTo>
                  <a:lnTo>
                    <a:pt x="6453" y="6422"/>
                  </a:lnTo>
                  <a:lnTo>
                    <a:pt x="6378" y="6542"/>
                  </a:lnTo>
                  <a:lnTo>
                    <a:pt x="6243" y="6601"/>
                  </a:lnTo>
                  <a:lnTo>
                    <a:pt x="6199" y="6631"/>
                  </a:lnTo>
                  <a:lnTo>
                    <a:pt x="6169" y="6646"/>
                  </a:lnTo>
                  <a:lnTo>
                    <a:pt x="6139" y="6661"/>
                  </a:lnTo>
                  <a:lnTo>
                    <a:pt x="6094" y="6676"/>
                  </a:lnTo>
                  <a:lnTo>
                    <a:pt x="6004" y="6706"/>
                  </a:lnTo>
                  <a:lnTo>
                    <a:pt x="6004" y="6736"/>
                  </a:lnTo>
                  <a:lnTo>
                    <a:pt x="6019" y="6781"/>
                  </a:lnTo>
                  <a:lnTo>
                    <a:pt x="6049" y="6796"/>
                  </a:lnTo>
                  <a:lnTo>
                    <a:pt x="6094" y="6825"/>
                  </a:lnTo>
                  <a:lnTo>
                    <a:pt x="6124" y="6855"/>
                  </a:lnTo>
                  <a:lnTo>
                    <a:pt x="6154" y="6945"/>
                  </a:lnTo>
                  <a:lnTo>
                    <a:pt x="6139" y="6975"/>
                  </a:lnTo>
                  <a:lnTo>
                    <a:pt x="6094" y="7005"/>
                  </a:lnTo>
                  <a:lnTo>
                    <a:pt x="6034" y="7035"/>
                  </a:lnTo>
                  <a:lnTo>
                    <a:pt x="5990" y="7049"/>
                  </a:lnTo>
                  <a:lnTo>
                    <a:pt x="5960" y="7064"/>
                  </a:lnTo>
                  <a:lnTo>
                    <a:pt x="5930" y="7094"/>
                  </a:lnTo>
                  <a:lnTo>
                    <a:pt x="5810" y="7154"/>
                  </a:lnTo>
                  <a:lnTo>
                    <a:pt x="5706" y="7184"/>
                  </a:lnTo>
                  <a:lnTo>
                    <a:pt x="5601" y="7154"/>
                  </a:lnTo>
                  <a:lnTo>
                    <a:pt x="5482" y="7094"/>
                  </a:lnTo>
                  <a:lnTo>
                    <a:pt x="5422" y="7020"/>
                  </a:lnTo>
                  <a:lnTo>
                    <a:pt x="5392" y="7005"/>
                  </a:lnTo>
                  <a:lnTo>
                    <a:pt x="5377" y="7020"/>
                  </a:lnTo>
                  <a:lnTo>
                    <a:pt x="5332" y="7035"/>
                  </a:lnTo>
                  <a:lnTo>
                    <a:pt x="5288" y="7049"/>
                  </a:lnTo>
                  <a:lnTo>
                    <a:pt x="5258" y="7079"/>
                  </a:lnTo>
                  <a:lnTo>
                    <a:pt x="5243" y="7094"/>
                  </a:lnTo>
                  <a:lnTo>
                    <a:pt x="5228" y="7124"/>
                  </a:lnTo>
                  <a:lnTo>
                    <a:pt x="5213" y="7154"/>
                  </a:lnTo>
                  <a:lnTo>
                    <a:pt x="5198" y="7214"/>
                  </a:lnTo>
                  <a:lnTo>
                    <a:pt x="5183" y="7288"/>
                  </a:lnTo>
                  <a:lnTo>
                    <a:pt x="5138" y="7393"/>
                  </a:lnTo>
                  <a:lnTo>
                    <a:pt x="5034" y="7453"/>
                  </a:lnTo>
                  <a:lnTo>
                    <a:pt x="4989" y="7483"/>
                  </a:lnTo>
                  <a:lnTo>
                    <a:pt x="4959" y="7512"/>
                  </a:lnTo>
                  <a:lnTo>
                    <a:pt x="4914" y="7587"/>
                  </a:lnTo>
                  <a:lnTo>
                    <a:pt x="4899" y="7751"/>
                  </a:lnTo>
                  <a:lnTo>
                    <a:pt x="4899" y="7886"/>
                  </a:lnTo>
                  <a:lnTo>
                    <a:pt x="4929" y="7990"/>
                  </a:lnTo>
                  <a:lnTo>
                    <a:pt x="4974" y="8095"/>
                  </a:lnTo>
                  <a:lnTo>
                    <a:pt x="4989" y="8170"/>
                  </a:lnTo>
                  <a:lnTo>
                    <a:pt x="5004" y="8259"/>
                  </a:lnTo>
                  <a:lnTo>
                    <a:pt x="4989" y="8334"/>
                  </a:lnTo>
                  <a:lnTo>
                    <a:pt x="4974" y="8409"/>
                  </a:lnTo>
                  <a:lnTo>
                    <a:pt x="4929" y="8453"/>
                  </a:lnTo>
                  <a:lnTo>
                    <a:pt x="4929" y="8453"/>
                  </a:lnTo>
                  <a:lnTo>
                    <a:pt x="4929" y="8453"/>
                  </a:lnTo>
                  <a:lnTo>
                    <a:pt x="4929" y="8453"/>
                  </a:lnTo>
                  <a:lnTo>
                    <a:pt x="4989" y="8498"/>
                  </a:lnTo>
                  <a:lnTo>
                    <a:pt x="5064" y="8573"/>
                  </a:lnTo>
                  <a:lnTo>
                    <a:pt x="5079" y="8618"/>
                  </a:lnTo>
                  <a:lnTo>
                    <a:pt x="5079" y="8707"/>
                  </a:lnTo>
                  <a:lnTo>
                    <a:pt x="5034" y="8752"/>
                  </a:lnTo>
                  <a:lnTo>
                    <a:pt x="4855" y="8842"/>
                  </a:lnTo>
                  <a:lnTo>
                    <a:pt x="4406" y="8991"/>
                  </a:lnTo>
                  <a:lnTo>
                    <a:pt x="4182" y="9081"/>
                  </a:lnTo>
                  <a:lnTo>
                    <a:pt x="4033" y="9125"/>
                  </a:lnTo>
                  <a:lnTo>
                    <a:pt x="3914" y="9170"/>
                  </a:lnTo>
                  <a:lnTo>
                    <a:pt x="3719" y="9170"/>
                  </a:lnTo>
                  <a:lnTo>
                    <a:pt x="3585" y="9170"/>
                  </a:lnTo>
                  <a:lnTo>
                    <a:pt x="3466" y="9170"/>
                  </a:lnTo>
                  <a:lnTo>
                    <a:pt x="3376" y="9155"/>
                  </a:lnTo>
                  <a:lnTo>
                    <a:pt x="3346" y="9155"/>
                  </a:lnTo>
                  <a:lnTo>
                    <a:pt x="3331" y="9155"/>
                  </a:lnTo>
                  <a:lnTo>
                    <a:pt x="3212" y="9185"/>
                  </a:lnTo>
                  <a:lnTo>
                    <a:pt x="3122" y="9290"/>
                  </a:lnTo>
                  <a:lnTo>
                    <a:pt x="3107" y="9290"/>
                  </a:lnTo>
                  <a:lnTo>
                    <a:pt x="3107" y="9305"/>
                  </a:lnTo>
                  <a:lnTo>
                    <a:pt x="3047" y="9364"/>
                  </a:lnTo>
                  <a:lnTo>
                    <a:pt x="2973" y="9379"/>
                  </a:lnTo>
                  <a:lnTo>
                    <a:pt x="2958" y="9379"/>
                  </a:lnTo>
                  <a:lnTo>
                    <a:pt x="2883" y="9379"/>
                  </a:lnTo>
                  <a:lnTo>
                    <a:pt x="2808" y="9334"/>
                  </a:lnTo>
                  <a:lnTo>
                    <a:pt x="2779" y="9320"/>
                  </a:lnTo>
                  <a:lnTo>
                    <a:pt x="2749" y="9305"/>
                  </a:lnTo>
                  <a:lnTo>
                    <a:pt x="2689" y="9275"/>
                  </a:lnTo>
                  <a:lnTo>
                    <a:pt x="2584" y="9245"/>
                  </a:lnTo>
                  <a:lnTo>
                    <a:pt x="2495" y="9230"/>
                  </a:lnTo>
                  <a:lnTo>
                    <a:pt x="2405" y="9245"/>
                  </a:lnTo>
                  <a:lnTo>
                    <a:pt x="2360" y="9260"/>
                  </a:lnTo>
                  <a:lnTo>
                    <a:pt x="2316" y="9275"/>
                  </a:lnTo>
                  <a:lnTo>
                    <a:pt x="2256" y="9290"/>
                  </a:lnTo>
                  <a:lnTo>
                    <a:pt x="2166" y="9290"/>
                  </a:lnTo>
                  <a:lnTo>
                    <a:pt x="2166" y="9290"/>
                  </a:lnTo>
                  <a:lnTo>
                    <a:pt x="2107" y="9290"/>
                  </a:lnTo>
                  <a:lnTo>
                    <a:pt x="2047" y="9275"/>
                  </a:lnTo>
                  <a:lnTo>
                    <a:pt x="1957" y="9245"/>
                  </a:lnTo>
                  <a:lnTo>
                    <a:pt x="1853" y="9275"/>
                  </a:lnTo>
                  <a:lnTo>
                    <a:pt x="1778" y="9290"/>
                  </a:lnTo>
                  <a:lnTo>
                    <a:pt x="1748" y="9320"/>
                  </a:lnTo>
                  <a:lnTo>
                    <a:pt x="1673" y="9364"/>
                  </a:lnTo>
                  <a:lnTo>
                    <a:pt x="1509" y="9364"/>
                  </a:lnTo>
                  <a:lnTo>
                    <a:pt x="1509" y="9364"/>
                  </a:lnTo>
                  <a:lnTo>
                    <a:pt x="1016" y="9245"/>
                  </a:lnTo>
                  <a:lnTo>
                    <a:pt x="419" y="9006"/>
                  </a:lnTo>
                  <a:lnTo>
                    <a:pt x="299" y="8946"/>
                  </a:lnTo>
                  <a:lnTo>
                    <a:pt x="255" y="8931"/>
                  </a:lnTo>
                  <a:lnTo>
                    <a:pt x="150" y="8886"/>
                  </a:lnTo>
                  <a:lnTo>
                    <a:pt x="1" y="8842"/>
                  </a:lnTo>
                  <a:lnTo>
                    <a:pt x="240" y="9096"/>
                  </a:lnTo>
                  <a:lnTo>
                    <a:pt x="389" y="9320"/>
                  </a:lnTo>
                  <a:lnTo>
                    <a:pt x="464" y="9499"/>
                  </a:lnTo>
                  <a:lnTo>
                    <a:pt x="568" y="9708"/>
                  </a:lnTo>
                  <a:lnTo>
                    <a:pt x="658" y="9857"/>
                  </a:lnTo>
                  <a:lnTo>
                    <a:pt x="733" y="9962"/>
                  </a:lnTo>
                  <a:lnTo>
                    <a:pt x="762" y="10021"/>
                  </a:lnTo>
                  <a:lnTo>
                    <a:pt x="807" y="10081"/>
                  </a:lnTo>
                  <a:lnTo>
                    <a:pt x="867" y="10171"/>
                  </a:lnTo>
                  <a:lnTo>
                    <a:pt x="1031" y="10335"/>
                  </a:lnTo>
                  <a:lnTo>
                    <a:pt x="1151" y="10365"/>
                  </a:lnTo>
                  <a:lnTo>
                    <a:pt x="1240" y="10380"/>
                  </a:lnTo>
                  <a:lnTo>
                    <a:pt x="1300" y="10380"/>
                  </a:lnTo>
                  <a:lnTo>
                    <a:pt x="1375" y="10395"/>
                  </a:lnTo>
                  <a:lnTo>
                    <a:pt x="1479" y="10455"/>
                  </a:lnTo>
                  <a:lnTo>
                    <a:pt x="1554" y="10529"/>
                  </a:lnTo>
                  <a:lnTo>
                    <a:pt x="1718" y="10679"/>
                  </a:lnTo>
                  <a:lnTo>
                    <a:pt x="1823" y="10708"/>
                  </a:lnTo>
                  <a:lnTo>
                    <a:pt x="1838" y="10708"/>
                  </a:lnTo>
                  <a:lnTo>
                    <a:pt x="1912" y="10738"/>
                  </a:lnTo>
                  <a:lnTo>
                    <a:pt x="1927" y="10843"/>
                  </a:lnTo>
                  <a:lnTo>
                    <a:pt x="1927" y="10888"/>
                  </a:lnTo>
                  <a:lnTo>
                    <a:pt x="1942" y="10933"/>
                  </a:lnTo>
                  <a:lnTo>
                    <a:pt x="1957" y="11082"/>
                  </a:lnTo>
                  <a:lnTo>
                    <a:pt x="2002" y="11216"/>
                  </a:lnTo>
                  <a:lnTo>
                    <a:pt x="2017" y="11261"/>
                  </a:lnTo>
                  <a:lnTo>
                    <a:pt x="2032" y="11291"/>
                  </a:lnTo>
                  <a:lnTo>
                    <a:pt x="2077" y="11366"/>
                  </a:lnTo>
                  <a:lnTo>
                    <a:pt x="2092" y="11470"/>
                  </a:lnTo>
                  <a:lnTo>
                    <a:pt x="2092" y="11515"/>
                  </a:lnTo>
                  <a:lnTo>
                    <a:pt x="2077" y="11590"/>
                  </a:lnTo>
                  <a:lnTo>
                    <a:pt x="2077" y="11709"/>
                  </a:lnTo>
                  <a:lnTo>
                    <a:pt x="2077" y="11814"/>
                  </a:lnTo>
                  <a:lnTo>
                    <a:pt x="2077" y="11844"/>
                  </a:lnTo>
                  <a:lnTo>
                    <a:pt x="2092" y="11873"/>
                  </a:lnTo>
                  <a:lnTo>
                    <a:pt x="2107" y="11918"/>
                  </a:lnTo>
                  <a:lnTo>
                    <a:pt x="2136" y="11933"/>
                  </a:lnTo>
                  <a:lnTo>
                    <a:pt x="2151" y="11948"/>
                  </a:lnTo>
                  <a:lnTo>
                    <a:pt x="2196" y="11948"/>
                  </a:lnTo>
                  <a:lnTo>
                    <a:pt x="2211" y="11948"/>
                  </a:lnTo>
                  <a:lnTo>
                    <a:pt x="2226" y="11948"/>
                  </a:lnTo>
                  <a:lnTo>
                    <a:pt x="2271" y="11918"/>
                  </a:lnTo>
                  <a:lnTo>
                    <a:pt x="2286" y="11903"/>
                  </a:lnTo>
                  <a:lnTo>
                    <a:pt x="2331" y="11873"/>
                  </a:lnTo>
                  <a:lnTo>
                    <a:pt x="2405" y="11844"/>
                  </a:lnTo>
                  <a:lnTo>
                    <a:pt x="2435" y="11844"/>
                  </a:lnTo>
                  <a:lnTo>
                    <a:pt x="2450" y="11844"/>
                  </a:lnTo>
                  <a:lnTo>
                    <a:pt x="2510" y="11858"/>
                  </a:lnTo>
                  <a:lnTo>
                    <a:pt x="2555" y="11888"/>
                  </a:lnTo>
                  <a:lnTo>
                    <a:pt x="2584" y="11933"/>
                  </a:lnTo>
                  <a:lnTo>
                    <a:pt x="2584" y="12008"/>
                  </a:lnTo>
                  <a:lnTo>
                    <a:pt x="2599" y="12038"/>
                  </a:lnTo>
                  <a:lnTo>
                    <a:pt x="2599" y="12082"/>
                  </a:lnTo>
                  <a:lnTo>
                    <a:pt x="2599" y="12232"/>
                  </a:lnTo>
                  <a:lnTo>
                    <a:pt x="2614" y="12321"/>
                  </a:lnTo>
                  <a:lnTo>
                    <a:pt x="2629" y="12336"/>
                  </a:lnTo>
                  <a:lnTo>
                    <a:pt x="2629" y="12411"/>
                  </a:lnTo>
                  <a:lnTo>
                    <a:pt x="2599" y="12441"/>
                  </a:lnTo>
                  <a:lnTo>
                    <a:pt x="2569" y="12456"/>
                  </a:lnTo>
                  <a:lnTo>
                    <a:pt x="2555" y="12501"/>
                  </a:lnTo>
                  <a:lnTo>
                    <a:pt x="2555" y="12590"/>
                  </a:lnTo>
                  <a:lnTo>
                    <a:pt x="2525" y="12650"/>
                  </a:lnTo>
                  <a:lnTo>
                    <a:pt x="2465" y="12695"/>
                  </a:lnTo>
                  <a:lnTo>
                    <a:pt x="2420" y="12725"/>
                  </a:lnTo>
                  <a:lnTo>
                    <a:pt x="2360" y="12725"/>
                  </a:lnTo>
                  <a:lnTo>
                    <a:pt x="2286" y="12710"/>
                  </a:lnTo>
                  <a:lnTo>
                    <a:pt x="2256" y="12695"/>
                  </a:lnTo>
                  <a:lnTo>
                    <a:pt x="2226" y="12695"/>
                  </a:lnTo>
                  <a:lnTo>
                    <a:pt x="2166" y="12695"/>
                  </a:lnTo>
                  <a:lnTo>
                    <a:pt x="2092" y="12695"/>
                  </a:lnTo>
                  <a:lnTo>
                    <a:pt x="2032" y="12710"/>
                  </a:lnTo>
                  <a:lnTo>
                    <a:pt x="2002" y="12725"/>
                  </a:lnTo>
                  <a:lnTo>
                    <a:pt x="1987" y="12755"/>
                  </a:lnTo>
                  <a:lnTo>
                    <a:pt x="1927" y="12769"/>
                  </a:lnTo>
                  <a:lnTo>
                    <a:pt x="1793" y="12829"/>
                  </a:lnTo>
                  <a:lnTo>
                    <a:pt x="1718" y="12934"/>
                  </a:lnTo>
                  <a:lnTo>
                    <a:pt x="1703" y="13023"/>
                  </a:lnTo>
                  <a:lnTo>
                    <a:pt x="1554" y="13098"/>
                  </a:lnTo>
                  <a:lnTo>
                    <a:pt x="1464" y="13113"/>
                  </a:lnTo>
                  <a:lnTo>
                    <a:pt x="1405" y="13128"/>
                  </a:lnTo>
                  <a:lnTo>
                    <a:pt x="1375" y="13143"/>
                  </a:lnTo>
                  <a:lnTo>
                    <a:pt x="1345" y="13173"/>
                  </a:lnTo>
                  <a:lnTo>
                    <a:pt x="1330" y="13203"/>
                  </a:lnTo>
                  <a:lnTo>
                    <a:pt x="1315" y="13262"/>
                  </a:lnTo>
                  <a:lnTo>
                    <a:pt x="1330" y="13322"/>
                  </a:lnTo>
                  <a:lnTo>
                    <a:pt x="1330" y="13412"/>
                  </a:lnTo>
                  <a:lnTo>
                    <a:pt x="1315" y="13486"/>
                  </a:lnTo>
                  <a:lnTo>
                    <a:pt x="1300" y="13606"/>
                  </a:lnTo>
                  <a:lnTo>
                    <a:pt x="1285" y="13666"/>
                  </a:lnTo>
                  <a:lnTo>
                    <a:pt x="1255" y="13710"/>
                  </a:lnTo>
                  <a:lnTo>
                    <a:pt x="1240" y="13740"/>
                  </a:lnTo>
                  <a:lnTo>
                    <a:pt x="1210" y="13770"/>
                  </a:lnTo>
                  <a:lnTo>
                    <a:pt x="1210" y="13815"/>
                  </a:lnTo>
                  <a:lnTo>
                    <a:pt x="1195" y="13845"/>
                  </a:lnTo>
                  <a:lnTo>
                    <a:pt x="1195" y="14009"/>
                  </a:lnTo>
                  <a:lnTo>
                    <a:pt x="1195" y="14263"/>
                  </a:lnTo>
                  <a:lnTo>
                    <a:pt x="1195" y="14442"/>
                  </a:lnTo>
                  <a:lnTo>
                    <a:pt x="1195" y="14442"/>
                  </a:lnTo>
                  <a:lnTo>
                    <a:pt x="1210" y="14457"/>
                  </a:lnTo>
                  <a:lnTo>
                    <a:pt x="1225" y="14457"/>
                  </a:lnTo>
                  <a:lnTo>
                    <a:pt x="1255" y="14457"/>
                  </a:lnTo>
                  <a:lnTo>
                    <a:pt x="1285" y="14457"/>
                  </a:lnTo>
                  <a:lnTo>
                    <a:pt x="1300" y="14457"/>
                  </a:lnTo>
                  <a:lnTo>
                    <a:pt x="1315" y="14442"/>
                  </a:lnTo>
                  <a:lnTo>
                    <a:pt x="1345" y="14457"/>
                  </a:lnTo>
                  <a:lnTo>
                    <a:pt x="1360" y="14457"/>
                  </a:lnTo>
                  <a:lnTo>
                    <a:pt x="1375" y="14487"/>
                  </a:lnTo>
                  <a:lnTo>
                    <a:pt x="1375" y="14502"/>
                  </a:lnTo>
                  <a:lnTo>
                    <a:pt x="1375" y="14532"/>
                  </a:lnTo>
                  <a:lnTo>
                    <a:pt x="1375" y="14562"/>
                  </a:lnTo>
                  <a:lnTo>
                    <a:pt x="1375" y="14592"/>
                  </a:lnTo>
                  <a:lnTo>
                    <a:pt x="1405" y="14606"/>
                  </a:lnTo>
                  <a:lnTo>
                    <a:pt x="1420" y="14606"/>
                  </a:lnTo>
                  <a:lnTo>
                    <a:pt x="1449" y="14577"/>
                  </a:lnTo>
                  <a:lnTo>
                    <a:pt x="1479" y="14532"/>
                  </a:lnTo>
                  <a:lnTo>
                    <a:pt x="1509" y="14502"/>
                  </a:lnTo>
                  <a:lnTo>
                    <a:pt x="1539" y="14472"/>
                  </a:lnTo>
                  <a:lnTo>
                    <a:pt x="1584" y="14457"/>
                  </a:lnTo>
                  <a:lnTo>
                    <a:pt x="1629" y="14442"/>
                  </a:lnTo>
                  <a:lnTo>
                    <a:pt x="1658" y="14427"/>
                  </a:lnTo>
                  <a:lnTo>
                    <a:pt x="1673" y="14427"/>
                  </a:lnTo>
                  <a:lnTo>
                    <a:pt x="1733" y="14412"/>
                  </a:lnTo>
                  <a:lnTo>
                    <a:pt x="1793" y="14427"/>
                  </a:lnTo>
                  <a:lnTo>
                    <a:pt x="1808" y="14427"/>
                  </a:lnTo>
                  <a:lnTo>
                    <a:pt x="1868" y="14472"/>
                  </a:lnTo>
                  <a:lnTo>
                    <a:pt x="1927" y="14442"/>
                  </a:lnTo>
                  <a:lnTo>
                    <a:pt x="1942" y="14427"/>
                  </a:lnTo>
                  <a:lnTo>
                    <a:pt x="1957" y="14412"/>
                  </a:lnTo>
                  <a:lnTo>
                    <a:pt x="1972" y="14382"/>
                  </a:lnTo>
                  <a:lnTo>
                    <a:pt x="2047" y="14368"/>
                  </a:lnTo>
                  <a:lnTo>
                    <a:pt x="2136" y="14353"/>
                  </a:lnTo>
                  <a:lnTo>
                    <a:pt x="2226" y="14353"/>
                  </a:lnTo>
                  <a:lnTo>
                    <a:pt x="2301" y="14368"/>
                  </a:lnTo>
                  <a:lnTo>
                    <a:pt x="2345" y="14382"/>
                  </a:lnTo>
                  <a:lnTo>
                    <a:pt x="2390" y="14382"/>
                  </a:lnTo>
                  <a:lnTo>
                    <a:pt x="2465" y="14382"/>
                  </a:lnTo>
                  <a:lnTo>
                    <a:pt x="2569" y="14382"/>
                  </a:lnTo>
                  <a:lnTo>
                    <a:pt x="2614" y="14368"/>
                  </a:lnTo>
                  <a:lnTo>
                    <a:pt x="2659" y="14353"/>
                  </a:lnTo>
                  <a:lnTo>
                    <a:pt x="2719" y="14353"/>
                  </a:lnTo>
                  <a:lnTo>
                    <a:pt x="2779" y="14368"/>
                  </a:lnTo>
                  <a:lnTo>
                    <a:pt x="2823" y="14382"/>
                  </a:lnTo>
                  <a:lnTo>
                    <a:pt x="2853" y="14397"/>
                  </a:lnTo>
                  <a:lnTo>
                    <a:pt x="2913" y="14382"/>
                  </a:lnTo>
                  <a:lnTo>
                    <a:pt x="2943" y="14353"/>
                  </a:lnTo>
                  <a:lnTo>
                    <a:pt x="2988" y="14293"/>
                  </a:lnTo>
                  <a:lnTo>
                    <a:pt x="3003" y="14278"/>
                  </a:lnTo>
                  <a:lnTo>
                    <a:pt x="3018" y="14248"/>
                  </a:lnTo>
                  <a:lnTo>
                    <a:pt x="3062" y="14173"/>
                  </a:lnTo>
                  <a:lnTo>
                    <a:pt x="3197" y="14173"/>
                  </a:lnTo>
                  <a:lnTo>
                    <a:pt x="3286" y="14173"/>
                  </a:lnTo>
                  <a:lnTo>
                    <a:pt x="3346" y="14173"/>
                  </a:lnTo>
                  <a:lnTo>
                    <a:pt x="3391" y="14188"/>
                  </a:lnTo>
                  <a:lnTo>
                    <a:pt x="3421" y="14173"/>
                  </a:lnTo>
                  <a:lnTo>
                    <a:pt x="3421" y="14173"/>
                  </a:lnTo>
                  <a:lnTo>
                    <a:pt x="3421" y="14158"/>
                  </a:lnTo>
                  <a:lnTo>
                    <a:pt x="3451" y="14114"/>
                  </a:lnTo>
                  <a:lnTo>
                    <a:pt x="3540" y="14084"/>
                  </a:lnTo>
                  <a:lnTo>
                    <a:pt x="3615" y="14099"/>
                  </a:lnTo>
                  <a:lnTo>
                    <a:pt x="3630" y="14173"/>
                  </a:lnTo>
                  <a:lnTo>
                    <a:pt x="3630" y="14173"/>
                  </a:lnTo>
                  <a:lnTo>
                    <a:pt x="3630" y="14188"/>
                  </a:lnTo>
                  <a:lnTo>
                    <a:pt x="3630" y="14218"/>
                  </a:lnTo>
                  <a:lnTo>
                    <a:pt x="3645" y="14248"/>
                  </a:lnTo>
                  <a:lnTo>
                    <a:pt x="3675" y="14278"/>
                  </a:lnTo>
                  <a:lnTo>
                    <a:pt x="3734" y="14323"/>
                  </a:lnTo>
                  <a:lnTo>
                    <a:pt x="3809" y="14338"/>
                  </a:lnTo>
                  <a:lnTo>
                    <a:pt x="3884" y="14338"/>
                  </a:lnTo>
                  <a:lnTo>
                    <a:pt x="3958" y="14353"/>
                  </a:lnTo>
                  <a:lnTo>
                    <a:pt x="4018" y="14382"/>
                  </a:lnTo>
                  <a:lnTo>
                    <a:pt x="4048" y="14412"/>
                  </a:lnTo>
                  <a:lnTo>
                    <a:pt x="4078" y="14457"/>
                  </a:lnTo>
                  <a:lnTo>
                    <a:pt x="4093" y="14472"/>
                  </a:lnTo>
                  <a:lnTo>
                    <a:pt x="4093" y="14487"/>
                  </a:lnTo>
                  <a:lnTo>
                    <a:pt x="4093" y="14487"/>
                  </a:lnTo>
                  <a:lnTo>
                    <a:pt x="4108" y="14472"/>
                  </a:lnTo>
                  <a:lnTo>
                    <a:pt x="4108" y="14457"/>
                  </a:lnTo>
                  <a:lnTo>
                    <a:pt x="4108" y="14427"/>
                  </a:lnTo>
                  <a:lnTo>
                    <a:pt x="4108" y="14382"/>
                  </a:lnTo>
                  <a:lnTo>
                    <a:pt x="4108" y="14338"/>
                  </a:lnTo>
                  <a:lnTo>
                    <a:pt x="4197" y="14278"/>
                  </a:lnTo>
                  <a:lnTo>
                    <a:pt x="4377" y="14278"/>
                  </a:lnTo>
                  <a:lnTo>
                    <a:pt x="4406" y="14278"/>
                  </a:lnTo>
                  <a:lnTo>
                    <a:pt x="4466" y="14278"/>
                  </a:lnTo>
                  <a:lnTo>
                    <a:pt x="4466" y="14308"/>
                  </a:lnTo>
                  <a:lnTo>
                    <a:pt x="4481" y="14338"/>
                  </a:lnTo>
                  <a:lnTo>
                    <a:pt x="4496" y="14353"/>
                  </a:lnTo>
                  <a:lnTo>
                    <a:pt x="4511" y="14353"/>
                  </a:lnTo>
                  <a:lnTo>
                    <a:pt x="4511" y="14353"/>
                  </a:lnTo>
                  <a:lnTo>
                    <a:pt x="4541" y="14353"/>
                  </a:lnTo>
                  <a:lnTo>
                    <a:pt x="4556" y="14338"/>
                  </a:lnTo>
                  <a:lnTo>
                    <a:pt x="4571" y="14323"/>
                  </a:lnTo>
                  <a:lnTo>
                    <a:pt x="4586" y="14293"/>
                  </a:lnTo>
                  <a:lnTo>
                    <a:pt x="4586" y="14278"/>
                  </a:lnTo>
                  <a:lnTo>
                    <a:pt x="4601" y="14278"/>
                  </a:lnTo>
                  <a:lnTo>
                    <a:pt x="4601" y="14263"/>
                  </a:lnTo>
                  <a:lnTo>
                    <a:pt x="4601" y="14248"/>
                  </a:lnTo>
                  <a:lnTo>
                    <a:pt x="4630" y="14218"/>
                  </a:lnTo>
                  <a:lnTo>
                    <a:pt x="4660" y="14203"/>
                  </a:lnTo>
                  <a:lnTo>
                    <a:pt x="4690" y="14188"/>
                  </a:lnTo>
                  <a:lnTo>
                    <a:pt x="4735" y="14188"/>
                  </a:lnTo>
                  <a:lnTo>
                    <a:pt x="4735" y="14188"/>
                  </a:lnTo>
                  <a:lnTo>
                    <a:pt x="4750" y="14203"/>
                  </a:lnTo>
                  <a:lnTo>
                    <a:pt x="4780" y="14218"/>
                  </a:lnTo>
                  <a:lnTo>
                    <a:pt x="4795" y="14233"/>
                  </a:lnTo>
                  <a:lnTo>
                    <a:pt x="4810" y="14263"/>
                  </a:lnTo>
                  <a:lnTo>
                    <a:pt x="4825" y="14263"/>
                  </a:lnTo>
                  <a:lnTo>
                    <a:pt x="4884" y="14263"/>
                  </a:lnTo>
                  <a:lnTo>
                    <a:pt x="4974" y="14263"/>
                  </a:lnTo>
                  <a:lnTo>
                    <a:pt x="5049" y="14263"/>
                  </a:lnTo>
                  <a:lnTo>
                    <a:pt x="5093" y="14248"/>
                  </a:lnTo>
                  <a:lnTo>
                    <a:pt x="5108" y="14233"/>
                  </a:lnTo>
                  <a:lnTo>
                    <a:pt x="5138" y="14218"/>
                  </a:lnTo>
                  <a:lnTo>
                    <a:pt x="5153" y="14203"/>
                  </a:lnTo>
                  <a:lnTo>
                    <a:pt x="5168" y="14188"/>
                  </a:lnTo>
                  <a:lnTo>
                    <a:pt x="5198" y="14158"/>
                  </a:lnTo>
                  <a:lnTo>
                    <a:pt x="5258" y="14143"/>
                  </a:lnTo>
                  <a:lnTo>
                    <a:pt x="5303" y="14114"/>
                  </a:lnTo>
                  <a:lnTo>
                    <a:pt x="5362" y="14099"/>
                  </a:lnTo>
                  <a:lnTo>
                    <a:pt x="5422" y="14084"/>
                  </a:lnTo>
                  <a:lnTo>
                    <a:pt x="5437" y="14039"/>
                  </a:lnTo>
                  <a:lnTo>
                    <a:pt x="5452" y="14024"/>
                  </a:lnTo>
                  <a:lnTo>
                    <a:pt x="5467" y="13994"/>
                  </a:lnTo>
                  <a:lnTo>
                    <a:pt x="5512" y="13964"/>
                  </a:lnTo>
                  <a:lnTo>
                    <a:pt x="5586" y="13919"/>
                  </a:lnTo>
                  <a:lnTo>
                    <a:pt x="5631" y="13890"/>
                  </a:lnTo>
                  <a:lnTo>
                    <a:pt x="5691" y="13890"/>
                  </a:lnTo>
                  <a:lnTo>
                    <a:pt x="5766" y="13890"/>
                  </a:lnTo>
                  <a:lnTo>
                    <a:pt x="5810" y="13905"/>
                  </a:lnTo>
                  <a:lnTo>
                    <a:pt x="5840" y="13934"/>
                  </a:lnTo>
                  <a:lnTo>
                    <a:pt x="5870" y="13994"/>
                  </a:lnTo>
                  <a:lnTo>
                    <a:pt x="5885" y="14024"/>
                  </a:lnTo>
                  <a:lnTo>
                    <a:pt x="5915" y="14054"/>
                  </a:lnTo>
                  <a:lnTo>
                    <a:pt x="5945" y="14084"/>
                  </a:lnTo>
                  <a:lnTo>
                    <a:pt x="5960" y="14143"/>
                  </a:lnTo>
                  <a:lnTo>
                    <a:pt x="5960" y="14203"/>
                  </a:lnTo>
                  <a:lnTo>
                    <a:pt x="5990" y="14248"/>
                  </a:lnTo>
                  <a:lnTo>
                    <a:pt x="6004" y="14293"/>
                  </a:lnTo>
                  <a:lnTo>
                    <a:pt x="6034" y="14308"/>
                  </a:lnTo>
                  <a:lnTo>
                    <a:pt x="6079" y="14338"/>
                  </a:lnTo>
                  <a:lnTo>
                    <a:pt x="6109" y="14368"/>
                  </a:lnTo>
                  <a:lnTo>
                    <a:pt x="6124" y="14412"/>
                  </a:lnTo>
                  <a:lnTo>
                    <a:pt x="6124" y="14442"/>
                  </a:lnTo>
                  <a:lnTo>
                    <a:pt x="6139" y="14547"/>
                  </a:lnTo>
                  <a:lnTo>
                    <a:pt x="6154" y="14726"/>
                  </a:lnTo>
                  <a:lnTo>
                    <a:pt x="6154" y="14801"/>
                  </a:lnTo>
                  <a:lnTo>
                    <a:pt x="6169" y="14830"/>
                  </a:lnTo>
                  <a:lnTo>
                    <a:pt x="6199" y="14830"/>
                  </a:lnTo>
                  <a:lnTo>
                    <a:pt x="6258" y="14801"/>
                  </a:lnTo>
                  <a:lnTo>
                    <a:pt x="6393" y="14771"/>
                  </a:lnTo>
                  <a:lnTo>
                    <a:pt x="6497" y="14771"/>
                  </a:lnTo>
                  <a:lnTo>
                    <a:pt x="6512" y="14771"/>
                  </a:lnTo>
                  <a:lnTo>
                    <a:pt x="6527" y="14786"/>
                  </a:lnTo>
                  <a:lnTo>
                    <a:pt x="6587" y="14816"/>
                  </a:lnTo>
                  <a:lnTo>
                    <a:pt x="6647" y="14860"/>
                  </a:lnTo>
                  <a:lnTo>
                    <a:pt x="6691" y="14905"/>
                  </a:lnTo>
                  <a:lnTo>
                    <a:pt x="6691" y="14950"/>
                  </a:lnTo>
                  <a:lnTo>
                    <a:pt x="6691" y="14965"/>
                  </a:lnTo>
                  <a:lnTo>
                    <a:pt x="6691" y="14965"/>
                  </a:lnTo>
                  <a:lnTo>
                    <a:pt x="6691" y="14965"/>
                  </a:lnTo>
                  <a:lnTo>
                    <a:pt x="6647" y="15069"/>
                  </a:lnTo>
                  <a:lnTo>
                    <a:pt x="6662" y="15129"/>
                  </a:lnTo>
                  <a:lnTo>
                    <a:pt x="6677" y="15144"/>
                  </a:lnTo>
                  <a:lnTo>
                    <a:pt x="6706" y="15159"/>
                  </a:lnTo>
                  <a:lnTo>
                    <a:pt x="6721" y="15174"/>
                  </a:lnTo>
                  <a:lnTo>
                    <a:pt x="6721" y="15174"/>
                  </a:lnTo>
                  <a:lnTo>
                    <a:pt x="6736" y="15189"/>
                  </a:lnTo>
                  <a:lnTo>
                    <a:pt x="6721" y="15219"/>
                  </a:lnTo>
                  <a:lnTo>
                    <a:pt x="6721" y="15219"/>
                  </a:lnTo>
                  <a:lnTo>
                    <a:pt x="6721" y="15219"/>
                  </a:lnTo>
                  <a:lnTo>
                    <a:pt x="6691" y="15249"/>
                  </a:lnTo>
                  <a:lnTo>
                    <a:pt x="6691" y="15323"/>
                  </a:lnTo>
                  <a:lnTo>
                    <a:pt x="6721" y="15368"/>
                  </a:lnTo>
                  <a:lnTo>
                    <a:pt x="6736" y="15383"/>
                  </a:lnTo>
                  <a:lnTo>
                    <a:pt x="6751" y="15383"/>
                  </a:lnTo>
                  <a:lnTo>
                    <a:pt x="6766" y="15398"/>
                  </a:lnTo>
                  <a:lnTo>
                    <a:pt x="6766" y="15398"/>
                  </a:lnTo>
                  <a:lnTo>
                    <a:pt x="6826" y="15443"/>
                  </a:lnTo>
                  <a:lnTo>
                    <a:pt x="6826" y="15517"/>
                  </a:lnTo>
                  <a:lnTo>
                    <a:pt x="6811" y="15562"/>
                  </a:lnTo>
                  <a:lnTo>
                    <a:pt x="6811" y="15607"/>
                  </a:lnTo>
                  <a:lnTo>
                    <a:pt x="6811" y="15622"/>
                  </a:lnTo>
                  <a:lnTo>
                    <a:pt x="6811" y="15652"/>
                  </a:lnTo>
                  <a:lnTo>
                    <a:pt x="6826" y="15697"/>
                  </a:lnTo>
                  <a:lnTo>
                    <a:pt x="6841" y="15727"/>
                  </a:lnTo>
                  <a:lnTo>
                    <a:pt x="6871" y="15771"/>
                  </a:lnTo>
                  <a:lnTo>
                    <a:pt x="6901" y="15801"/>
                  </a:lnTo>
                  <a:lnTo>
                    <a:pt x="6945" y="15801"/>
                  </a:lnTo>
                  <a:lnTo>
                    <a:pt x="7020" y="15801"/>
                  </a:lnTo>
                  <a:lnTo>
                    <a:pt x="7065" y="15786"/>
                  </a:lnTo>
                  <a:lnTo>
                    <a:pt x="7095" y="15771"/>
                  </a:lnTo>
                  <a:lnTo>
                    <a:pt x="7125" y="15742"/>
                  </a:lnTo>
                  <a:lnTo>
                    <a:pt x="7154" y="15727"/>
                  </a:lnTo>
                  <a:lnTo>
                    <a:pt x="7199" y="15712"/>
                  </a:lnTo>
                  <a:lnTo>
                    <a:pt x="7259" y="15727"/>
                  </a:lnTo>
                  <a:lnTo>
                    <a:pt x="7319" y="15727"/>
                  </a:lnTo>
                  <a:lnTo>
                    <a:pt x="7378" y="15756"/>
                  </a:lnTo>
                  <a:lnTo>
                    <a:pt x="7423" y="15786"/>
                  </a:lnTo>
                  <a:lnTo>
                    <a:pt x="7453" y="15816"/>
                  </a:lnTo>
                  <a:lnTo>
                    <a:pt x="7468" y="15846"/>
                  </a:lnTo>
                  <a:lnTo>
                    <a:pt x="7483" y="15861"/>
                  </a:lnTo>
                  <a:lnTo>
                    <a:pt x="7513" y="15906"/>
                  </a:lnTo>
                  <a:lnTo>
                    <a:pt x="7543" y="15966"/>
                  </a:lnTo>
                  <a:lnTo>
                    <a:pt x="7573" y="15980"/>
                  </a:lnTo>
                  <a:lnTo>
                    <a:pt x="7588" y="15995"/>
                  </a:lnTo>
                  <a:lnTo>
                    <a:pt x="7603" y="16010"/>
                  </a:lnTo>
                  <a:lnTo>
                    <a:pt x="7617" y="16070"/>
                  </a:lnTo>
                  <a:lnTo>
                    <a:pt x="7632" y="16085"/>
                  </a:lnTo>
                  <a:lnTo>
                    <a:pt x="7632" y="16100"/>
                  </a:lnTo>
                  <a:lnTo>
                    <a:pt x="7647" y="16025"/>
                  </a:lnTo>
                  <a:lnTo>
                    <a:pt x="7752" y="15966"/>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62"/>
            <p:cNvSpPr/>
            <p:nvPr/>
          </p:nvSpPr>
          <p:spPr>
            <a:xfrm>
              <a:off x="3709900" y="2785625"/>
              <a:ext cx="3025" cy="5250"/>
            </a:xfrm>
            <a:custGeom>
              <a:rect b="b" l="l" r="r" t="t"/>
              <a:pathLst>
                <a:path extrusionOk="0" h="210" w="121">
                  <a:moveTo>
                    <a:pt x="106" y="90"/>
                  </a:moveTo>
                  <a:lnTo>
                    <a:pt x="120" y="60"/>
                  </a:lnTo>
                  <a:lnTo>
                    <a:pt x="120" y="30"/>
                  </a:lnTo>
                  <a:lnTo>
                    <a:pt x="91" y="0"/>
                  </a:lnTo>
                  <a:lnTo>
                    <a:pt x="46" y="15"/>
                  </a:lnTo>
                  <a:lnTo>
                    <a:pt x="16" y="30"/>
                  </a:lnTo>
                  <a:lnTo>
                    <a:pt x="1" y="60"/>
                  </a:lnTo>
                  <a:lnTo>
                    <a:pt x="1" y="120"/>
                  </a:lnTo>
                  <a:lnTo>
                    <a:pt x="16" y="164"/>
                  </a:lnTo>
                  <a:lnTo>
                    <a:pt x="31" y="209"/>
                  </a:lnTo>
                  <a:lnTo>
                    <a:pt x="61" y="209"/>
                  </a:lnTo>
                  <a:lnTo>
                    <a:pt x="61" y="179"/>
                  </a:lnTo>
                  <a:lnTo>
                    <a:pt x="76" y="149"/>
                  </a:lnTo>
                  <a:lnTo>
                    <a:pt x="91" y="105"/>
                  </a:lnTo>
                  <a:lnTo>
                    <a:pt x="106" y="9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62"/>
            <p:cNvSpPr/>
            <p:nvPr/>
          </p:nvSpPr>
          <p:spPr>
            <a:xfrm>
              <a:off x="3709900" y="2785625"/>
              <a:ext cx="3025" cy="5250"/>
            </a:xfrm>
            <a:custGeom>
              <a:rect b="b" l="l" r="r" t="t"/>
              <a:pathLst>
                <a:path extrusionOk="0" fill="none" h="210" w="121">
                  <a:moveTo>
                    <a:pt x="106" y="90"/>
                  </a:moveTo>
                  <a:lnTo>
                    <a:pt x="120" y="60"/>
                  </a:lnTo>
                  <a:lnTo>
                    <a:pt x="120" y="30"/>
                  </a:lnTo>
                  <a:lnTo>
                    <a:pt x="91" y="0"/>
                  </a:lnTo>
                  <a:lnTo>
                    <a:pt x="46" y="15"/>
                  </a:lnTo>
                  <a:lnTo>
                    <a:pt x="16" y="30"/>
                  </a:lnTo>
                  <a:lnTo>
                    <a:pt x="1" y="60"/>
                  </a:lnTo>
                  <a:lnTo>
                    <a:pt x="1" y="120"/>
                  </a:lnTo>
                  <a:lnTo>
                    <a:pt x="16" y="164"/>
                  </a:lnTo>
                  <a:lnTo>
                    <a:pt x="31" y="209"/>
                  </a:lnTo>
                  <a:lnTo>
                    <a:pt x="61" y="209"/>
                  </a:lnTo>
                  <a:lnTo>
                    <a:pt x="61" y="179"/>
                  </a:lnTo>
                  <a:lnTo>
                    <a:pt x="76" y="149"/>
                  </a:lnTo>
                  <a:lnTo>
                    <a:pt x="91" y="105"/>
                  </a:lnTo>
                  <a:lnTo>
                    <a:pt x="106" y="90"/>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62"/>
            <p:cNvSpPr/>
            <p:nvPr/>
          </p:nvSpPr>
          <p:spPr>
            <a:xfrm>
              <a:off x="3713650" y="2788225"/>
              <a:ext cx="4125" cy="3750"/>
            </a:xfrm>
            <a:custGeom>
              <a:rect b="b" l="l" r="r" t="t"/>
              <a:pathLst>
                <a:path extrusionOk="0" h="150" w="165">
                  <a:moveTo>
                    <a:pt x="135" y="16"/>
                  </a:moveTo>
                  <a:lnTo>
                    <a:pt x="105" y="1"/>
                  </a:lnTo>
                  <a:lnTo>
                    <a:pt x="75" y="1"/>
                  </a:lnTo>
                  <a:lnTo>
                    <a:pt x="45" y="16"/>
                  </a:lnTo>
                  <a:lnTo>
                    <a:pt x="30" y="30"/>
                  </a:lnTo>
                  <a:lnTo>
                    <a:pt x="0" y="60"/>
                  </a:lnTo>
                  <a:lnTo>
                    <a:pt x="0" y="90"/>
                  </a:lnTo>
                  <a:lnTo>
                    <a:pt x="0" y="135"/>
                  </a:lnTo>
                  <a:lnTo>
                    <a:pt x="15" y="135"/>
                  </a:lnTo>
                  <a:lnTo>
                    <a:pt x="45" y="135"/>
                  </a:lnTo>
                  <a:lnTo>
                    <a:pt x="60" y="135"/>
                  </a:lnTo>
                  <a:lnTo>
                    <a:pt x="90" y="150"/>
                  </a:lnTo>
                  <a:lnTo>
                    <a:pt x="120" y="135"/>
                  </a:lnTo>
                  <a:lnTo>
                    <a:pt x="150" y="120"/>
                  </a:lnTo>
                  <a:lnTo>
                    <a:pt x="165" y="105"/>
                  </a:lnTo>
                  <a:lnTo>
                    <a:pt x="165" y="60"/>
                  </a:lnTo>
                  <a:lnTo>
                    <a:pt x="165" y="45"/>
                  </a:lnTo>
                  <a:lnTo>
                    <a:pt x="150" y="16"/>
                  </a:lnTo>
                  <a:lnTo>
                    <a:pt x="135" y="16"/>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62"/>
            <p:cNvSpPr/>
            <p:nvPr/>
          </p:nvSpPr>
          <p:spPr>
            <a:xfrm>
              <a:off x="3713650" y="2788225"/>
              <a:ext cx="4125" cy="3750"/>
            </a:xfrm>
            <a:custGeom>
              <a:rect b="b" l="l" r="r" t="t"/>
              <a:pathLst>
                <a:path extrusionOk="0" fill="none" h="150" w="165">
                  <a:moveTo>
                    <a:pt x="135" y="16"/>
                  </a:moveTo>
                  <a:lnTo>
                    <a:pt x="105" y="1"/>
                  </a:lnTo>
                  <a:lnTo>
                    <a:pt x="75" y="1"/>
                  </a:lnTo>
                  <a:lnTo>
                    <a:pt x="45" y="16"/>
                  </a:lnTo>
                  <a:lnTo>
                    <a:pt x="30" y="30"/>
                  </a:lnTo>
                  <a:lnTo>
                    <a:pt x="0" y="60"/>
                  </a:lnTo>
                  <a:lnTo>
                    <a:pt x="0" y="90"/>
                  </a:lnTo>
                  <a:lnTo>
                    <a:pt x="0" y="135"/>
                  </a:lnTo>
                  <a:lnTo>
                    <a:pt x="15" y="135"/>
                  </a:lnTo>
                  <a:lnTo>
                    <a:pt x="45" y="135"/>
                  </a:lnTo>
                  <a:lnTo>
                    <a:pt x="60" y="135"/>
                  </a:lnTo>
                  <a:lnTo>
                    <a:pt x="90" y="150"/>
                  </a:lnTo>
                  <a:lnTo>
                    <a:pt x="120" y="135"/>
                  </a:lnTo>
                  <a:lnTo>
                    <a:pt x="150" y="120"/>
                  </a:lnTo>
                  <a:lnTo>
                    <a:pt x="165" y="105"/>
                  </a:lnTo>
                  <a:lnTo>
                    <a:pt x="165" y="60"/>
                  </a:lnTo>
                  <a:lnTo>
                    <a:pt x="165" y="45"/>
                  </a:lnTo>
                  <a:lnTo>
                    <a:pt x="150" y="16"/>
                  </a:lnTo>
                  <a:lnTo>
                    <a:pt x="135" y="16"/>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62"/>
            <p:cNvSpPr/>
            <p:nvPr/>
          </p:nvSpPr>
          <p:spPr>
            <a:xfrm>
              <a:off x="3718875" y="2788975"/>
              <a:ext cx="3750" cy="3750"/>
            </a:xfrm>
            <a:custGeom>
              <a:rect b="b" l="l" r="r" t="t"/>
              <a:pathLst>
                <a:path extrusionOk="0" h="150" w="150">
                  <a:moveTo>
                    <a:pt x="90" y="60"/>
                  </a:moveTo>
                  <a:lnTo>
                    <a:pt x="60" y="30"/>
                  </a:lnTo>
                  <a:lnTo>
                    <a:pt x="60" y="15"/>
                  </a:lnTo>
                  <a:lnTo>
                    <a:pt x="45" y="0"/>
                  </a:lnTo>
                  <a:lnTo>
                    <a:pt x="15" y="15"/>
                  </a:lnTo>
                  <a:lnTo>
                    <a:pt x="0" y="45"/>
                  </a:lnTo>
                  <a:lnTo>
                    <a:pt x="15" y="75"/>
                  </a:lnTo>
                  <a:lnTo>
                    <a:pt x="60" y="135"/>
                  </a:lnTo>
                  <a:lnTo>
                    <a:pt x="105" y="150"/>
                  </a:lnTo>
                  <a:lnTo>
                    <a:pt x="135" y="135"/>
                  </a:lnTo>
                  <a:lnTo>
                    <a:pt x="150" y="90"/>
                  </a:lnTo>
                  <a:lnTo>
                    <a:pt x="135" y="75"/>
                  </a:lnTo>
                  <a:lnTo>
                    <a:pt x="120" y="60"/>
                  </a:lnTo>
                  <a:lnTo>
                    <a:pt x="105" y="60"/>
                  </a:lnTo>
                  <a:lnTo>
                    <a:pt x="90" y="6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62"/>
            <p:cNvSpPr/>
            <p:nvPr/>
          </p:nvSpPr>
          <p:spPr>
            <a:xfrm>
              <a:off x="3718875" y="2788975"/>
              <a:ext cx="3750" cy="3750"/>
            </a:xfrm>
            <a:custGeom>
              <a:rect b="b" l="l" r="r" t="t"/>
              <a:pathLst>
                <a:path extrusionOk="0" fill="none" h="150" w="150">
                  <a:moveTo>
                    <a:pt x="90" y="60"/>
                  </a:moveTo>
                  <a:lnTo>
                    <a:pt x="60" y="30"/>
                  </a:lnTo>
                  <a:lnTo>
                    <a:pt x="60" y="15"/>
                  </a:lnTo>
                  <a:lnTo>
                    <a:pt x="45" y="0"/>
                  </a:lnTo>
                  <a:lnTo>
                    <a:pt x="15" y="15"/>
                  </a:lnTo>
                  <a:lnTo>
                    <a:pt x="0" y="45"/>
                  </a:lnTo>
                  <a:lnTo>
                    <a:pt x="15" y="75"/>
                  </a:lnTo>
                  <a:lnTo>
                    <a:pt x="60" y="135"/>
                  </a:lnTo>
                  <a:lnTo>
                    <a:pt x="105" y="150"/>
                  </a:lnTo>
                  <a:lnTo>
                    <a:pt x="135" y="135"/>
                  </a:lnTo>
                  <a:lnTo>
                    <a:pt x="150" y="90"/>
                  </a:lnTo>
                  <a:lnTo>
                    <a:pt x="135" y="75"/>
                  </a:lnTo>
                  <a:lnTo>
                    <a:pt x="120" y="60"/>
                  </a:lnTo>
                  <a:lnTo>
                    <a:pt x="105" y="60"/>
                  </a:lnTo>
                  <a:lnTo>
                    <a:pt x="90" y="60"/>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62"/>
            <p:cNvSpPr/>
            <p:nvPr/>
          </p:nvSpPr>
          <p:spPr>
            <a:xfrm>
              <a:off x="3728950" y="2297625"/>
              <a:ext cx="1525" cy="3375"/>
            </a:xfrm>
            <a:custGeom>
              <a:rect b="b" l="l" r="r" t="t"/>
              <a:pathLst>
                <a:path extrusionOk="0" h="135" w="61">
                  <a:moveTo>
                    <a:pt x="1" y="0"/>
                  </a:moveTo>
                  <a:lnTo>
                    <a:pt x="1" y="15"/>
                  </a:lnTo>
                  <a:lnTo>
                    <a:pt x="16" y="45"/>
                  </a:lnTo>
                  <a:lnTo>
                    <a:pt x="16" y="75"/>
                  </a:lnTo>
                  <a:lnTo>
                    <a:pt x="16" y="90"/>
                  </a:lnTo>
                  <a:lnTo>
                    <a:pt x="16" y="120"/>
                  </a:lnTo>
                  <a:lnTo>
                    <a:pt x="31" y="135"/>
                  </a:lnTo>
                  <a:lnTo>
                    <a:pt x="45" y="135"/>
                  </a:lnTo>
                  <a:lnTo>
                    <a:pt x="45" y="120"/>
                  </a:lnTo>
                  <a:lnTo>
                    <a:pt x="60" y="105"/>
                  </a:lnTo>
                  <a:lnTo>
                    <a:pt x="60" y="75"/>
                  </a:lnTo>
                  <a:lnTo>
                    <a:pt x="60" y="60"/>
                  </a:lnTo>
                  <a:lnTo>
                    <a:pt x="45" y="60"/>
                  </a:lnTo>
                  <a:lnTo>
                    <a:pt x="45" y="45"/>
                  </a:lnTo>
                  <a:lnTo>
                    <a:pt x="31" y="30"/>
                  </a:lnTo>
                  <a:lnTo>
                    <a:pt x="16" y="15"/>
                  </a:lnTo>
                  <a:lnTo>
                    <a:pt x="1"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62"/>
            <p:cNvSpPr/>
            <p:nvPr/>
          </p:nvSpPr>
          <p:spPr>
            <a:xfrm>
              <a:off x="3728950" y="2297625"/>
              <a:ext cx="1525" cy="3750"/>
            </a:xfrm>
            <a:custGeom>
              <a:rect b="b" l="l" r="r" t="t"/>
              <a:pathLst>
                <a:path extrusionOk="0" fill="none" h="150" w="61">
                  <a:moveTo>
                    <a:pt x="1" y="15"/>
                  </a:moveTo>
                  <a:lnTo>
                    <a:pt x="16" y="45"/>
                  </a:lnTo>
                  <a:lnTo>
                    <a:pt x="16" y="75"/>
                  </a:lnTo>
                  <a:lnTo>
                    <a:pt x="16" y="90"/>
                  </a:lnTo>
                  <a:lnTo>
                    <a:pt x="16" y="120"/>
                  </a:lnTo>
                  <a:lnTo>
                    <a:pt x="16" y="120"/>
                  </a:lnTo>
                  <a:lnTo>
                    <a:pt x="16" y="120"/>
                  </a:lnTo>
                  <a:lnTo>
                    <a:pt x="31" y="135"/>
                  </a:lnTo>
                  <a:lnTo>
                    <a:pt x="31" y="150"/>
                  </a:lnTo>
                  <a:lnTo>
                    <a:pt x="31" y="150"/>
                  </a:lnTo>
                  <a:lnTo>
                    <a:pt x="31" y="150"/>
                  </a:lnTo>
                  <a:lnTo>
                    <a:pt x="31" y="150"/>
                  </a:lnTo>
                  <a:lnTo>
                    <a:pt x="31" y="150"/>
                  </a:lnTo>
                  <a:lnTo>
                    <a:pt x="31" y="135"/>
                  </a:lnTo>
                  <a:lnTo>
                    <a:pt x="31" y="135"/>
                  </a:lnTo>
                  <a:lnTo>
                    <a:pt x="45" y="135"/>
                  </a:lnTo>
                  <a:lnTo>
                    <a:pt x="45" y="120"/>
                  </a:lnTo>
                  <a:lnTo>
                    <a:pt x="45" y="120"/>
                  </a:lnTo>
                  <a:lnTo>
                    <a:pt x="60" y="105"/>
                  </a:lnTo>
                  <a:lnTo>
                    <a:pt x="60" y="75"/>
                  </a:lnTo>
                  <a:lnTo>
                    <a:pt x="60" y="60"/>
                  </a:lnTo>
                  <a:lnTo>
                    <a:pt x="45" y="60"/>
                  </a:lnTo>
                  <a:lnTo>
                    <a:pt x="45" y="45"/>
                  </a:lnTo>
                  <a:lnTo>
                    <a:pt x="31" y="30"/>
                  </a:lnTo>
                  <a:lnTo>
                    <a:pt x="16" y="15"/>
                  </a:lnTo>
                  <a:lnTo>
                    <a:pt x="1" y="0"/>
                  </a:lnTo>
                  <a:lnTo>
                    <a:pt x="1" y="1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62"/>
            <p:cNvSpPr/>
            <p:nvPr/>
          </p:nvSpPr>
          <p:spPr>
            <a:xfrm>
              <a:off x="3360800" y="2775525"/>
              <a:ext cx="6000" cy="4875"/>
            </a:xfrm>
            <a:custGeom>
              <a:rect b="b" l="l" r="r" t="t"/>
              <a:pathLst>
                <a:path extrusionOk="0" h="195" w="240">
                  <a:moveTo>
                    <a:pt x="150" y="195"/>
                  </a:moveTo>
                  <a:lnTo>
                    <a:pt x="225" y="135"/>
                  </a:lnTo>
                  <a:lnTo>
                    <a:pt x="240" y="75"/>
                  </a:lnTo>
                  <a:lnTo>
                    <a:pt x="240" y="46"/>
                  </a:lnTo>
                  <a:lnTo>
                    <a:pt x="195" y="1"/>
                  </a:lnTo>
                  <a:lnTo>
                    <a:pt x="150" y="16"/>
                  </a:lnTo>
                  <a:lnTo>
                    <a:pt x="61" y="31"/>
                  </a:lnTo>
                  <a:lnTo>
                    <a:pt x="16" y="46"/>
                  </a:lnTo>
                  <a:lnTo>
                    <a:pt x="1" y="105"/>
                  </a:lnTo>
                  <a:lnTo>
                    <a:pt x="16" y="135"/>
                  </a:lnTo>
                  <a:lnTo>
                    <a:pt x="61" y="150"/>
                  </a:lnTo>
                  <a:lnTo>
                    <a:pt x="76" y="180"/>
                  </a:lnTo>
                  <a:lnTo>
                    <a:pt x="120" y="195"/>
                  </a:lnTo>
                  <a:lnTo>
                    <a:pt x="150" y="195"/>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62"/>
            <p:cNvSpPr/>
            <p:nvPr/>
          </p:nvSpPr>
          <p:spPr>
            <a:xfrm>
              <a:off x="3360800" y="2775525"/>
              <a:ext cx="6000" cy="4875"/>
            </a:xfrm>
            <a:custGeom>
              <a:rect b="b" l="l" r="r" t="t"/>
              <a:pathLst>
                <a:path extrusionOk="0" fill="none" h="195" w="240">
                  <a:moveTo>
                    <a:pt x="150" y="195"/>
                  </a:moveTo>
                  <a:lnTo>
                    <a:pt x="225" y="135"/>
                  </a:lnTo>
                  <a:lnTo>
                    <a:pt x="240" y="75"/>
                  </a:lnTo>
                  <a:lnTo>
                    <a:pt x="240" y="46"/>
                  </a:lnTo>
                  <a:lnTo>
                    <a:pt x="195" y="1"/>
                  </a:lnTo>
                  <a:lnTo>
                    <a:pt x="150" y="16"/>
                  </a:lnTo>
                  <a:lnTo>
                    <a:pt x="61" y="31"/>
                  </a:lnTo>
                  <a:lnTo>
                    <a:pt x="16" y="46"/>
                  </a:lnTo>
                  <a:lnTo>
                    <a:pt x="1" y="105"/>
                  </a:lnTo>
                  <a:lnTo>
                    <a:pt x="16" y="135"/>
                  </a:lnTo>
                  <a:lnTo>
                    <a:pt x="61" y="150"/>
                  </a:lnTo>
                  <a:lnTo>
                    <a:pt x="76" y="180"/>
                  </a:lnTo>
                  <a:lnTo>
                    <a:pt x="120" y="195"/>
                  </a:lnTo>
                  <a:lnTo>
                    <a:pt x="150" y="19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62"/>
            <p:cNvSpPr/>
            <p:nvPr/>
          </p:nvSpPr>
          <p:spPr>
            <a:xfrm>
              <a:off x="3323475" y="2722525"/>
              <a:ext cx="114650" cy="104550"/>
            </a:xfrm>
            <a:custGeom>
              <a:rect b="b" l="l" r="r" t="t"/>
              <a:pathLst>
                <a:path extrusionOk="0" h="4182" w="4586">
                  <a:moveTo>
                    <a:pt x="4227" y="0"/>
                  </a:moveTo>
                  <a:lnTo>
                    <a:pt x="4212" y="15"/>
                  </a:lnTo>
                  <a:lnTo>
                    <a:pt x="4212" y="45"/>
                  </a:lnTo>
                  <a:lnTo>
                    <a:pt x="4197" y="179"/>
                  </a:lnTo>
                  <a:lnTo>
                    <a:pt x="4152" y="314"/>
                  </a:lnTo>
                  <a:lnTo>
                    <a:pt x="4122" y="359"/>
                  </a:lnTo>
                  <a:lnTo>
                    <a:pt x="4063" y="478"/>
                  </a:lnTo>
                  <a:lnTo>
                    <a:pt x="3973" y="583"/>
                  </a:lnTo>
                  <a:lnTo>
                    <a:pt x="3854" y="672"/>
                  </a:lnTo>
                  <a:lnTo>
                    <a:pt x="3749" y="747"/>
                  </a:lnTo>
                  <a:lnTo>
                    <a:pt x="3630" y="866"/>
                  </a:lnTo>
                  <a:lnTo>
                    <a:pt x="3585" y="986"/>
                  </a:lnTo>
                  <a:lnTo>
                    <a:pt x="3555" y="1046"/>
                  </a:lnTo>
                  <a:lnTo>
                    <a:pt x="3525" y="1090"/>
                  </a:lnTo>
                  <a:lnTo>
                    <a:pt x="3465" y="1195"/>
                  </a:lnTo>
                  <a:lnTo>
                    <a:pt x="3376" y="1284"/>
                  </a:lnTo>
                  <a:lnTo>
                    <a:pt x="3286" y="1374"/>
                  </a:lnTo>
                  <a:lnTo>
                    <a:pt x="3182" y="1464"/>
                  </a:lnTo>
                  <a:lnTo>
                    <a:pt x="3092" y="1553"/>
                  </a:lnTo>
                  <a:lnTo>
                    <a:pt x="3017" y="1628"/>
                  </a:lnTo>
                  <a:lnTo>
                    <a:pt x="2973" y="1703"/>
                  </a:lnTo>
                  <a:lnTo>
                    <a:pt x="2928" y="1807"/>
                  </a:lnTo>
                  <a:lnTo>
                    <a:pt x="2898" y="1897"/>
                  </a:lnTo>
                  <a:lnTo>
                    <a:pt x="2898" y="1986"/>
                  </a:lnTo>
                  <a:lnTo>
                    <a:pt x="2868" y="2136"/>
                  </a:lnTo>
                  <a:lnTo>
                    <a:pt x="2808" y="2255"/>
                  </a:lnTo>
                  <a:lnTo>
                    <a:pt x="2704" y="2345"/>
                  </a:lnTo>
                  <a:lnTo>
                    <a:pt x="2569" y="2405"/>
                  </a:lnTo>
                  <a:lnTo>
                    <a:pt x="2510" y="2434"/>
                  </a:lnTo>
                  <a:lnTo>
                    <a:pt x="2465" y="2449"/>
                  </a:lnTo>
                  <a:lnTo>
                    <a:pt x="2405" y="2479"/>
                  </a:lnTo>
                  <a:lnTo>
                    <a:pt x="2286" y="2494"/>
                  </a:lnTo>
                  <a:lnTo>
                    <a:pt x="1972" y="2494"/>
                  </a:lnTo>
                  <a:lnTo>
                    <a:pt x="1852" y="2479"/>
                  </a:lnTo>
                  <a:lnTo>
                    <a:pt x="1778" y="2449"/>
                  </a:lnTo>
                  <a:lnTo>
                    <a:pt x="1718" y="2434"/>
                  </a:lnTo>
                  <a:lnTo>
                    <a:pt x="1658" y="2420"/>
                  </a:lnTo>
                  <a:lnTo>
                    <a:pt x="1479" y="2420"/>
                  </a:lnTo>
                  <a:lnTo>
                    <a:pt x="1225" y="2405"/>
                  </a:lnTo>
                  <a:lnTo>
                    <a:pt x="1046" y="2345"/>
                  </a:lnTo>
                  <a:lnTo>
                    <a:pt x="1001" y="2315"/>
                  </a:lnTo>
                  <a:lnTo>
                    <a:pt x="941" y="2330"/>
                  </a:lnTo>
                  <a:lnTo>
                    <a:pt x="912" y="2360"/>
                  </a:lnTo>
                  <a:lnTo>
                    <a:pt x="897" y="2375"/>
                  </a:lnTo>
                  <a:lnTo>
                    <a:pt x="882" y="2390"/>
                  </a:lnTo>
                  <a:lnTo>
                    <a:pt x="882" y="2405"/>
                  </a:lnTo>
                  <a:lnTo>
                    <a:pt x="837" y="2449"/>
                  </a:lnTo>
                  <a:lnTo>
                    <a:pt x="747" y="2509"/>
                  </a:lnTo>
                  <a:lnTo>
                    <a:pt x="658" y="2569"/>
                  </a:lnTo>
                  <a:lnTo>
                    <a:pt x="583" y="2614"/>
                  </a:lnTo>
                  <a:lnTo>
                    <a:pt x="568" y="2614"/>
                  </a:lnTo>
                  <a:lnTo>
                    <a:pt x="538" y="2629"/>
                  </a:lnTo>
                  <a:lnTo>
                    <a:pt x="478" y="2629"/>
                  </a:lnTo>
                  <a:lnTo>
                    <a:pt x="404" y="2599"/>
                  </a:lnTo>
                  <a:lnTo>
                    <a:pt x="329" y="2569"/>
                  </a:lnTo>
                  <a:lnTo>
                    <a:pt x="284" y="2509"/>
                  </a:lnTo>
                  <a:lnTo>
                    <a:pt x="284" y="2494"/>
                  </a:lnTo>
                  <a:lnTo>
                    <a:pt x="284" y="2479"/>
                  </a:lnTo>
                  <a:lnTo>
                    <a:pt x="254" y="2390"/>
                  </a:lnTo>
                  <a:lnTo>
                    <a:pt x="195" y="2300"/>
                  </a:lnTo>
                  <a:lnTo>
                    <a:pt x="165" y="2255"/>
                  </a:lnTo>
                  <a:lnTo>
                    <a:pt x="135" y="2195"/>
                  </a:lnTo>
                  <a:lnTo>
                    <a:pt x="105" y="2121"/>
                  </a:lnTo>
                  <a:lnTo>
                    <a:pt x="60" y="2106"/>
                  </a:lnTo>
                  <a:lnTo>
                    <a:pt x="30" y="2106"/>
                  </a:lnTo>
                  <a:lnTo>
                    <a:pt x="0" y="2151"/>
                  </a:lnTo>
                  <a:lnTo>
                    <a:pt x="105" y="2390"/>
                  </a:lnTo>
                  <a:lnTo>
                    <a:pt x="225" y="2673"/>
                  </a:lnTo>
                  <a:lnTo>
                    <a:pt x="269" y="2748"/>
                  </a:lnTo>
                  <a:lnTo>
                    <a:pt x="449" y="2987"/>
                  </a:lnTo>
                  <a:lnTo>
                    <a:pt x="732" y="3331"/>
                  </a:lnTo>
                  <a:lnTo>
                    <a:pt x="852" y="3480"/>
                  </a:lnTo>
                  <a:lnTo>
                    <a:pt x="882" y="3495"/>
                  </a:lnTo>
                  <a:lnTo>
                    <a:pt x="912" y="3540"/>
                  </a:lnTo>
                  <a:lnTo>
                    <a:pt x="1046" y="3719"/>
                  </a:lnTo>
                  <a:lnTo>
                    <a:pt x="1255" y="3853"/>
                  </a:lnTo>
                  <a:lnTo>
                    <a:pt x="1658" y="3943"/>
                  </a:lnTo>
                  <a:lnTo>
                    <a:pt x="2704" y="4092"/>
                  </a:lnTo>
                  <a:lnTo>
                    <a:pt x="2763" y="4107"/>
                  </a:lnTo>
                  <a:lnTo>
                    <a:pt x="3421" y="4182"/>
                  </a:lnTo>
                  <a:lnTo>
                    <a:pt x="3540" y="4167"/>
                  </a:lnTo>
                  <a:lnTo>
                    <a:pt x="3585" y="4152"/>
                  </a:lnTo>
                  <a:lnTo>
                    <a:pt x="3615" y="4137"/>
                  </a:lnTo>
                  <a:lnTo>
                    <a:pt x="3615" y="4092"/>
                  </a:lnTo>
                  <a:lnTo>
                    <a:pt x="3615" y="4062"/>
                  </a:lnTo>
                  <a:lnTo>
                    <a:pt x="3615" y="3988"/>
                  </a:lnTo>
                  <a:lnTo>
                    <a:pt x="3630" y="3913"/>
                  </a:lnTo>
                  <a:lnTo>
                    <a:pt x="3660" y="3540"/>
                  </a:lnTo>
                  <a:lnTo>
                    <a:pt x="3794" y="3092"/>
                  </a:lnTo>
                  <a:lnTo>
                    <a:pt x="3898" y="2838"/>
                  </a:lnTo>
                  <a:lnTo>
                    <a:pt x="3884" y="2793"/>
                  </a:lnTo>
                  <a:lnTo>
                    <a:pt x="3869" y="2748"/>
                  </a:lnTo>
                  <a:lnTo>
                    <a:pt x="3869" y="2673"/>
                  </a:lnTo>
                  <a:lnTo>
                    <a:pt x="3869" y="2614"/>
                  </a:lnTo>
                  <a:lnTo>
                    <a:pt x="3913" y="2524"/>
                  </a:lnTo>
                  <a:lnTo>
                    <a:pt x="3973" y="2509"/>
                  </a:lnTo>
                  <a:lnTo>
                    <a:pt x="4182" y="2509"/>
                  </a:lnTo>
                  <a:lnTo>
                    <a:pt x="4242" y="2479"/>
                  </a:lnTo>
                  <a:lnTo>
                    <a:pt x="4257" y="2479"/>
                  </a:lnTo>
                  <a:lnTo>
                    <a:pt x="4257" y="2464"/>
                  </a:lnTo>
                  <a:lnTo>
                    <a:pt x="4257" y="2449"/>
                  </a:lnTo>
                  <a:lnTo>
                    <a:pt x="4242" y="2405"/>
                  </a:lnTo>
                  <a:lnTo>
                    <a:pt x="4167" y="2330"/>
                  </a:lnTo>
                  <a:lnTo>
                    <a:pt x="4078" y="2330"/>
                  </a:lnTo>
                  <a:lnTo>
                    <a:pt x="4048" y="2300"/>
                  </a:lnTo>
                  <a:lnTo>
                    <a:pt x="4018" y="2255"/>
                  </a:lnTo>
                  <a:lnTo>
                    <a:pt x="4018" y="2210"/>
                  </a:lnTo>
                  <a:lnTo>
                    <a:pt x="4018" y="2151"/>
                  </a:lnTo>
                  <a:lnTo>
                    <a:pt x="4018" y="2046"/>
                  </a:lnTo>
                  <a:lnTo>
                    <a:pt x="4003" y="1867"/>
                  </a:lnTo>
                  <a:lnTo>
                    <a:pt x="4003" y="1613"/>
                  </a:lnTo>
                  <a:lnTo>
                    <a:pt x="4033" y="1464"/>
                  </a:lnTo>
                  <a:lnTo>
                    <a:pt x="4078" y="1359"/>
                  </a:lnTo>
                  <a:lnTo>
                    <a:pt x="4108" y="1329"/>
                  </a:lnTo>
                  <a:lnTo>
                    <a:pt x="4152" y="1314"/>
                  </a:lnTo>
                  <a:lnTo>
                    <a:pt x="4182" y="1314"/>
                  </a:lnTo>
                  <a:lnTo>
                    <a:pt x="4227" y="1344"/>
                  </a:lnTo>
                  <a:lnTo>
                    <a:pt x="4272" y="1389"/>
                  </a:lnTo>
                  <a:lnTo>
                    <a:pt x="4287" y="1479"/>
                  </a:lnTo>
                  <a:lnTo>
                    <a:pt x="4317" y="1568"/>
                  </a:lnTo>
                  <a:lnTo>
                    <a:pt x="4332" y="1598"/>
                  </a:lnTo>
                  <a:lnTo>
                    <a:pt x="4332" y="1613"/>
                  </a:lnTo>
                  <a:lnTo>
                    <a:pt x="4347" y="1613"/>
                  </a:lnTo>
                  <a:lnTo>
                    <a:pt x="4361" y="1598"/>
                  </a:lnTo>
                  <a:lnTo>
                    <a:pt x="4376" y="1553"/>
                  </a:lnTo>
                  <a:lnTo>
                    <a:pt x="4406" y="1494"/>
                  </a:lnTo>
                  <a:lnTo>
                    <a:pt x="4451" y="1434"/>
                  </a:lnTo>
                  <a:lnTo>
                    <a:pt x="4496" y="1389"/>
                  </a:lnTo>
                  <a:lnTo>
                    <a:pt x="4571" y="1344"/>
                  </a:lnTo>
                  <a:lnTo>
                    <a:pt x="4585" y="1344"/>
                  </a:lnTo>
                  <a:lnTo>
                    <a:pt x="4585" y="1314"/>
                  </a:lnTo>
                  <a:lnTo>
                    <a:pt x="4585" y="1299"/>
                  </a:lnTo>
                  <a:lnTo>
                    <a:pt x="4585" y="1150"/>
                  </a:lnTo>
                  <a:lnTo>
                    <a:pt x="4571" y="1001"/>
                  </a:lnTo>
                  <a:lnTo>
                    <a:pt x="4541" y="851"/>
                  </a:lnTo>
                  <a:lnTo>
                    <a:pt x="4511" y="747"/>
                  </a:lnTo>
                  <a:lnTo>
                    <a:pt x="4481" y="687"/>
                  </a:lnTo>
                  <a:lnTo>
                    <a:pt x="4466" y="627"/>
                  </a:lnTo>
                  <a:lnTo>
                    <a:pt x="4391" y="612"/>
                  </a:lnTo>
                  <a:lnTo>
                    <a:pt x="4317" y="568"/>
                  </a:lnTo>
                  <a:lnTo>
                    <a:pt x="4272" y="463"/>
                  </a:lnTo>
                  <a:lnTo>
                    <a:pt x="4272" y="329"/>
                  </a:lnTo>
                  <a:lnTo>
                    <a:pt x="4272" y="269"/>
                  </a:lnTo>
                  <a:lnTo>
                    <a:pt x="4272" y="224"/>
                  </a:lnTo>
                  <a:lnTo>
                    <a:pt x="4242" y="105"/>
                  </a:lnTo>
                  <a:lnTo>
                    <a:pt x="4227"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62"/>
            <p:cNvSpPr/>
            <p:nvPr/>
          </p:nvSpPr>
          <p:spPr>
            <a:xfrm>
              <a:off x="3323475" y="2722525"/>
              <a:ext cx="114650" cy="104550"/>
            </a:xfrm>
            <a:custGeom>
              <a:rect b="b" l="l" r="r" t="t"/>
              <a:pathLst>
                <a:path extrusionOk="0" fill="none" h="4182" w="4586">
                  <a:moveTo>
                    <a:pt x="449" y="2987"/>
                  </a:moveTo>
                  <a:lnTo>
                    <a:pt x="732" y="3331"/>
                  </a:lnTo>
                  <a:lnTo>
                    <a:pt x="852" y="3480"/>
                  </a:lnTo>
                  <a:lnTo>
                    <a:pt x="882" y="3495"/>
                  </a:lnTo>
                  <a:lnTo>
                    <a:pt x="912" y="3540"/>
                  </a:lnTo>
                  <a:lnTo>
                    <a:pt x="1046" y="3719"/>
                  </a:lnTo>
                  <a:lnTo>
                    <a:pt x="1255" y="3853"/>
                  </a:lnTo>
                  <a:lnTo>
                    <a:pt x="1658" y="3943"/>
                  </a:lnTo>
                  <a:lnTo>
                    <a:pt x="2704" y="4092"/>
                  </a:lnTo>
                  <a:lnTo>
                    <a:pt x="2763" y="4107"/>
                  </a:lnTo>
                  <a:lnTo>
                    <a:pt x="3421" y="4182"/>
                  </a:lnTo>
                  <a:lnTo>
                    <a:pt x="3540" y="4167"/>
                  </a:lnTo>
                  <a:lnTo>
                    <a:pt x="3585" y="4152"/>
                  </a:lnTo>
                  <a:lnTo>
                    <a:pt x="3615" y="4137"/>
                  </a:lnTo>
                  <a:lnTo>
                    <a:pt x="3615" y="4092"/>
                  </a:lnTo>
                  <a:lnTo>
                    <a:pt x="3615" y="4062"/>
                  </a:lnTo>
                  <a:lnTo>
                    <a:pt x="3615" y="3988"/>
                  </a:lnTo>
                  <a:lnTo>
                    <a:pt x="3630" y="3913"/>
                  </a:lnTo>
                  <a:lnTo>
                    <a:pt x="3660" y="3540"/>
                  </a:lnTo>
                  <a:lnTo>
                    <a:pt x="3794" y="3092"/>
                  </a:lnTo>
                  <a:lnTo>
                    <a:pt x="3898" y="2838"/>
                  </a:lnTo>
                  <a:lnTo>
                    <a:pt x="3884" y="2793"/>
                  </a:lnTo>
                  <a:lnTo>
                    <a:pt x="3869" y="2748"/>
                  </a:lnTo>
                  <a:lnTo>
                    <a:pt x="3869" y="2673"/>
                  </a:lnTo>
                  <a:lnTo>
                    <a:pt x="3869" y="2614"/>
                  </a:lnTo>
                  <a:lnTo>
                    <a:pt x="3913" y="2524"/>
                  </a:lnTo>
                  <a:lnTo>
                    <a:pt x="3973" y="2509"/>
                  </a:lnTo>
                  <a:lnTo>
                    <a:pt x="4003" y="2509"/>
                  </a:lnTo>
                  <a:lnTo>
                    <a:pt x="4018" y="2509"/>
                  </a:lnTo>
                  <a:lnTo>
                    <a:pt x="4048" y="2509"/>
                  </a:lnTo>
                  <a:lnTo>
                    <a:pt x="4078" y="2509"/>
                  </a:lnTo>
                  <a:lnTo>
                    <a:pt x="4108" y="2509"/>
                  </a:lnTo>
                  <a:lnTo>
                    <a:pt x="4182" y="2509"/>
                  </a:lnTo>
                  <a:lnTo>
                    <a:pt x="4242" y="2479"/>
                  </a:lnTo>
                  <a:lnTo>
                    <a:pt x="4257" y="2479"/>
                  </a:lnTo>
                  <a:lnTo>
                    <a:pt x="4257" y="2464"/>
                  </a:lnTo>
                  <a:lnTo>
                    <a:pt x="4257" y="2449"/>
                  </a:lnTo>
                  <a:lnTo>
                    <a:pt x="4242" y="2405"/>
                  </a:lnTo>
                  <a:lnTo>
                    <a:pt x="4167" y="2330"/>
                  </a:lnTo>
                  <a:lnTo>
                    <a:pt x="4122" y="2330"/>
                  </a:lnTo>
                  <a:lnTo>
                    <a:pt x="4108" y="2330"/>
                  </a:lnTo>
                  <a:lnTo>
                    <a:pt x="4093" y="2330"/>
                  </a:lnTo>
                  <a:lnTo>
                    <a:pt x="4078" y="2330"/>
                  </a:lnTo>
                  <a:lnTo>
                    <a:pt x="4048" y="2300"/>
                  </a:lnTo>
                  <a:lnTo>
                    <a:pt x="4018" y="2255"/>
                  </a:lnTo>
                  <a:lnTo>
                    <a:pt x="4018" y="2210"/>
                  </a:lnTo>
                  <a:lnTo>
                    <a:pt x="4018" y="2151"/>
                  </a:lnTo>
                  <a:lnTo>
                    <a:pt x="4018" y="2046"/>
                  </a:lnTo>
                  <a:lnTo>
                    <a:pt x="4003" y="1867"/>
                  </a:lnTo>
                  <a:lnTo>
                    <a:pt x="4003" y="1613"/>
                  </a:lnTo>
                  <a:lnTo>
                    <a:pt x="4033" y="1464"/>
                  </a:lnTo>
                  <a:lnTo>
                    <a:pt x="4078" y="1359"/>
                  </a:lnTo>
                  <a:lnTo>
                    <a:pt x="4108" y="1329"/>
                  </a:lnTo>
                  <a:lnTo>
                    <a:pt x="4152" y="1314"/>
                  </a:lnTo>
                  <a:lnTo>
                    <a:pt x="4182" y="1314"/>
                  </a:lnTo>
                  <a:lnTo>
                    <a:pt x="4227" y="1344"/>
                  </a:lnTo>
                  <a:lnTo>
                    <a:pt x="4272" y="1389"/>
                  </a:lnTo>
                  <a:lnTo>
                    <a:pt x="4287" y="1479"/>
                  </a:lnTo>
                  <a:lnTo>
                    <a:pt x="4317" y="1568"/>
                  </a:lnTo>
                  <a:lnTo>
                    <a:pt x="4332" y="1598"/>
                  </a:lnTo>
                  <a:lnTo>
                    <a:pt x="4332" y="1613"/>
                  </a:lnTo>
                  <a:lnTo>
                    <a:pt x="4347" y="1613"/>
                  </a:lnTo>
                  <a:lnTo>
                    <a:pt x="4361" y="1598"/>
                  </a:lnTo>
                  <a:lnTo>
                    <a:pt x="4376" y="1553"/>
                  </a:lnTo>
                  <a:lnTo>
                    <a:pt x="4406" y="1494"/>
                  </a:lnTo>
                  <a:lnTo>
                    <a:pt x="4451" y="1434"/>
                  </a:lnTo>
                  <a:lnTo>
                    <a:pt x="4496" y="1389"/>
                  </a:lnTo>
                  <a:lnTo>
                    <a:pt x="4571" y="1344"/>
                  </a:lnTo>
                  <a:lnTo>
                    <a:pt x="4585" y="1344"/>
                  </a:lnTo>
                  <a:lnTo>
                    <a:pt x="4585" y="1344"/>
                  </a:lnTo>
                  <a:lnTo>
                    <a:pt x="4585" y="1314"/>
                  </a:lnTo>
                  <a:lnTo>
                    <a:pt x="4585" y="1299"/>
                  </a:lnTo>
                  <a:lnTo>
                    <a:pt x="4585" y="1150"/>
                  </a:lnTo>
                  <a:lnTo>
                    <a:pt x="4571" y="1001"/>
                  </a:lnTo>
                  <a:lnTo>
                    <a:pt x="4541" y="851"/>
                  </a:lnTo>
                  <a:lnTo>
                    <a:pt x="4511" y="747"/>
                  </a:lnTo>
                  <a:lnTo>
                    <a:pt x="4481" y="687"/>
                  </a:lnTo>
                  <a:lnTo>
                    <a:pt x="4466" y="627"/>
                  </a:lnTo>
                  <a:lnTo>
                    <a:pt x="4391" y="612"/>
                  </a:lnTo>
                  <a:lnTo>
                    <a:pt x="4317" y="568"/>
                  </a:lnTo>
                  <a:lnTo>
                    <a:pt x="4272" y="463"/>
                  </a:lnTo>
                  <a:lnTo>
                    <a:pt x="4272" y="329"/>
                  </a:lnTo>
                  <a:lnTo>
                    <a:pt x="4272" y="269"/>
                  </a:lnTo>
                  <a:lnTo>
                    <a:pt x="4272" y="224"/>
                  </a:lnTo>
                  <a:lnTo>
                    <a:pt x="4242" y="105"/>
                  </a:lnTo>
                  <a:lnTo>
                    <a:pt x="4227" y="0"/>
                  </a:lnTo>
                  <a:lnTo>
                    <a:pt x="4212" y="15"/>
                  </a:lnTo>
                  <a:lnTo>
                    <a:pt x="4212" y="45"/>
                  </a:lnTo>
                  <a:lnTo>
                    <a:pt x="4197" y="179"/>
                  </a:lnTo>
                  <a:lnTo>
                    <a:pt x="4152" y="314"/>
                  </a:lnTo>
                  <a:lnTo>
                    <a:pt x="4122" y="359"/>
                  </a:lnTo>
                  <a:lnTo>
                    <a:pt x="4063" y="478"/>
                  </a:lnTo>
                  <a:lnTo>
                    <a:pt x="3973" y="583"/>
                  </a:lnTo>
                  <a:lnTo>
                    <a:pt x="3854" y="672"/>
                  </a:lnTo>
                  <a:lnTo>
                    <a:pt x="3749" y="747"/>
                  </a:lnTo>
                  <a:lnTo>
                    <a:pt x="3630" y="866"/>
                  </a:lnTo>
                  <a:lnTo>
                    <a:pt x="3585" y="986"/>
                  </a:lnTo>
                  <a:lnTo>
                    <a:pt x="3555" y="1046"/>
                  </a:lnTo>
                  <a:lnTo>
                    <a:pt x="3525" y="1090"/>
                  </a:lnTo>
                  <a:lnTo>
                    <a:pt x="3465" y="1195"/>
                  </a:lnTo>
                  <a:lnTo>
                    <a:pt x="3376" y="1284"/>
                  </a:lnTo>
                  <a:lnTo>
                    <a:pt x="3286" y="1374"/>
                  </a:lnTo>
                  <a:lnTo>
                    <a:pt x="3182" y="1464"/>
                  </a:lnTo>
                  <a:lnTo>
                    <a:pt x="3092" y="1553"/>
                  </a:lnTo>
                  <a:lnTo>
                    <a:pt x="3017" y="1628"/>
                  </a:lnTo>
                  <a:lnTo>
                    <a:pt x="2973" y="1703"/>
                  </a:lnTo>
                  <a:lnTo>
                    <a:pt x="2928" y="1807"/>
                  </a:lnTo>
                  <a:lnTo>
                    <a:pt x="2898" y="1897"/>
                  </a:lnTo>
                  <a:lnTo>
                    <a:pt x="2898" y="1986"/>
                  </a:lnTo>
                  <a:lnTo>
                    <a:pt x="2868" y="2136"/>
                  </a:lnTo>
                  <a:lnTo>
                    <a:pt x="2808" y="2255"/>
                  </a:lnTo>
                  <a:lnTo>
                    <a:pt x="2704" y="2345"/>
                  </a:lnTo>
                  <a:lnTo>
                    <a:pt x="2569" y="2405"/>
                  </a:lnTo>
                  <a:lnTo>
                    <a:pt x="2510" y="2434"/>
                  </a:lnTo>
                  <a:lnTo>
                    <a:pt x="2465" y="2449"/>
                  </a:lnTo>
                  <a:lnTo>
                    <a:pt x="2405" y="2479"/>
                  </a:lnTo>
                  <a:lnTo>
                    <a:pt x="2286" y="2494"/>
                  </a:lnTo>
                  <a:lnTo>
                    <a:pt x="2121" y="2494"/>
                  </a:lnTo>
                  <a:lnTo>
                    <a:pt x="1972" y="2494"/>
                  </a:lnTo>
                  <a:lnTo>
                    <a:pt x="1852" y="2479"/>
                  </a:lnTo>
                  <a:lnTo>
                    <a:pt x="1778" y="2449"/>
                  </a:lnTo>
                  <a:lnTo>
                    <a:pt x="1718" y="2434"/>
                  </a:lnTo>
                  <a:lnTo>
                    <a:pt x="1658" y="2420"/>
                  </a:lnTo>
                  <a:lnTo>
                    <a:pt x="1584" y="2420"/>
                  </a:lnTo>
                  <a:lnTo>
                    <a:pt x="1479" y="2420"/>
                  </a:lnTo>
                  <a:lnTo>
                    <a:pt x="1225" y="2405"/>
                  </a:lnTo>
                  <a:lnTo>
                    <a:pt x="1046" y="2345"/>
                  </a:lnTo>
                  <a:lnTo>
                    <a:pt x="1001" y="2315"/>
                  </a:lnTo>
                  <a:lnTo>
                    <a:pt x="941" y="2330"/>
                  </a:lnTo>
                  <a:lnTo>
                    <a:pt x="912" y="2360"/>
                  </a:lnTo>
                  <a:lnTo>
                    <a:pt x="912" y="2360"/>
                  </a:lnTo>
                  <a:lnTo>
                    <a:pt x="897" y="2375"/>
                  </a:lnTo>
                  <a:lnTo>
                    <a:pt x="882" y="2390"/>
                  </a:lnTo>
                  <a:lnTo>
                    <a:pt x="882" y="2405"/>
                  </a:lnTo>
                  <a:lnTo>
                    <a:pt x="837" y="2449"/>
                  </a:lnTo>
                  <a:lnTo>
                    <a:pt x="747" y="2509"/>
                  </a:lnTo>
                  <a:lnTo>
                    <a:pt x="658" y="2569"/>
                  </a:lnTo>
                  <a:lnTo>
                    <a:pt x="583" y="2614"/>
                  </a:lnTo>
                  <a:lnTo>
                    <a:pt x="568" y="2614"/>
                  </a:lnTo>
                  <a:lnTo>
                    <a:pt x="538" y="2629"/>
                  </a:lnTo>
                  <a:lnTo>
                    <a:pt x="478" y="2629"/>
                  </a:lnTo>
                  <a:lnTo>
                    <a:pt x="404" y="2599"/>
                  </a:lnTo>
                  <a:lnTo>
                    <a:pt x="329" y="2569"/>
                  </a:lnTo>
                  <a:lnTo>
                    <a:pt x="284" y="2509"/>
                  </a:lnTo>
                  <a:lnTo>
                    <a:pt x="284" y="2494"/>
                  </a:lnTo>
                  <a:lnTo>
                    <a:pt x="284" y="2479"/>
                  </a:lnTo>
                  <a:lnTo>
                    <a:pt x="254" y="2390"/>
                  </a:lnTo>
                  <a:lnTo>
                    <a:pt x="195" y="2300"/>
                  </a:lnTo>
                  <a:lnTo>
                    <a:pt x="165" y="2255"/>
                  </a:lnTo>
                  <a:lnTo>
                    <a:pt x="135" y="2195"/>
                  </a:lnTo>
                  <a:lnTo>
                    <a:pt x="105" y="2121"/>
                  </a:lnTo>
                  <a:lnTo>
                    <a:pt x="60" y="2106"/>
                  </a:lnTo>
                  <a:lnTo>
                    <a:pt x="30" y="2106"/>
                  </a:lnTo>
                  <a:lnTo>
                    <a:pt x="0" y="2151"/>
                  </a:lnTo>
                  <a:lnTo>
                    <a:pt x="0" y="2151"/>
                  </a:lnTo>
                  <a:lnTo>
                    <a:pt x="0" y="2151"/>
                  </a:lnTo>
                  <a:lnTo>
                    <a:pt x="105" y="2390"/>
                  </a:lnTo>
                  <a:lnTo>
                    <a:pt x="225" y="2673"/>
                  </a:lnTo>
                  <a:lnTo>
                    <a:pt x="269" y="2748"/>
                  </a:lnTo>
                  <a:lnTo>
                    <a:pt x="449" y="2987"/>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62"/>
            <p:cNvSpPr/>
            <p:nvPr/>
          </p:nvSpPr>
          <p:spPr>
            <a:xfrm>
              <a:off x="3373875" y="2778900"/>
              <a:ext cx="9375" cy="3375"/>
            </a:xfrm>
            <a:custGeom>
              <a:rect b="b" l="l" r="r" t="t"/>
              <a:pathLst>
                <a:path extrusionOk="0" h="135" w="375">
                  <a:moveTo>
                    <a:pt x="180" y="0"/>
                  </a:moveTo>
                  <a:lnTo>
                    <a:pt x="135" y="15"/>
                  </a:lnTo>
                  <a:lnTo>
                    <a:pt x="75" y="45"/>
                  </a:lnTo>
                  <a:lnTo>
                    <a:pt x="1" y="105"/>
                  </a:lnTo>
                  <a:lnTo>
                    <a:pt x="1" y="135"/>
                  </a:lnTo>
                  <a:lnTo>
                    <a:pt x="105" y="135"/>
                  </a:lnTo>
                  <a:lnTo>
                    <a:pt x="135" y="120"/>
                  </a:lnTo>
                  <a:lnTo>
                    <a:pt x="180" y="105"/>
                  </a:lnTo>
                  <a:lnTo>
                    <a:pt x="195" y="120"/>
                  </a:lnTo>
                  <a:lnTo>
                    <a:pt x="255" y="135"/>
                  </a:lnTo>
                  <a:lnTo>
                    <a:pt x="374" y="135"/>
                  </a:lnTo>
                  <a:lnTo>
                    <a:pt x="314" y="105"/>
                  </a:lnTo>
                  <a:lnTo>
                    <a:pt x="255" y="90"/>
                  </a:lnTo>
                  <a:lnTo>
                    <a:pt x="210" y="30"/>
                  </a:lnTo>
                  <a:lnTo>
                    <a:pt x="180"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62"/>
            <p:cNvSpPr/>
            <p:nvPr/>
          </p:nvSpPr>
          <p:spPr>
            <a:xfrm>
              <a:off x="3373875" y="2778900"/>
              <a:ext cx="9375" cy="3375"/>
            </a:xfrm>
            <a:custGeom>
              <a:rect b="b" l="l" r="r" t="t"/>
              <a:pathLst>
                <a:path extrusionOk="0" fill="none" h="135" w="375">
                  <a:moveTo>
                    <a:pt x="210" y="30"/>
                  </a:moveTo>
                  <a:lnTo>
                    <a:pt x="180" y="0"/>
                  </a:lnTo>
                  <a:lnTo>
                    <a:pt x="135" y="15"/>
                  </a:lnTo>
                  <a:lnTo>
                    <a:pt x="75" y="45"/>
                  </a:lnTo>
                  <a:lnTo>
                    <a:pt x="1" y="105"/>
                  </a:lnTo>
                  <a:lnTo>
                    <a:pt x="1" y="105"/>
                  </a:lnTo>
                  <a:lnTo>
                    <a:pt x="1" y="135"/>
                  </a:lnTo>
                  <a:lnTo>
                    <a:pt x="31" y="135"/>
                  </a:lnTo>
                  <a:lnTo>
                    <a:pt x="75" y="135"/>
                  </a:lnTo>
                  <a:lnTo>
                    <a:pt x="105" y="135"/>
                  </a:lnTo>
                  <a:lnTo>
                    <a:pt x="135" y="120"/>
                  </a:lnTo>
                  <a:lnTo>
                    <a:pt x="180" y="105"/>
                  </a:lnTo>
                  <a:lnTo>
                    <a:pt x="195" y="120"/>
                  </a:lnTo>
                  <a:lnTo>
                    <a:pt x="255" y="135"/>
                  </a:lnTo>
                  <a:lnTo>
                    <a:pt x="374" y="135"/>
                  </a:lnTo>
                  <a:lnTo>
                    <a:pt x="314" y="105"/>
                  </a:lnTo>
                  <a:lnTo>
                    <a:pt x="255" y="90"/>
                  </a:lnTo>
                  <a:lnTo>
                    <a:pt x="210" y="30"/>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62"/>
            <p:cNvSpPr/>
            <p:nvPr/>
          </p:nvSpPr>
          <p:spPr>
            <a:xfrm>
              <a:off x="3306675" y="2325625"/>
              <a:ext cx="5625" cy="13100"/>
            </a:xfrm>
            <a:custGeom>
              <a:rect b="b" l="l" r="r" t="t"/>
              <a:pathLst>
                <a:path extrusionOk="0" h="524" w="225">
                  <a:moveTo>
                    <a:pt x="195" y="448"/>
                  </a:moveTo>
                  <a:lnTo>
                    <a:pt x="180" y="374"/>
                  </a:lnTo>
                  <a:lnTo>
                    <a:pt x="150" y="299"/>
                  </a:lnTo>
                  <a:lnTo>
                    <a:pt x="135" y="239"/>
                  </a:lnTo>
                  <a:lnTo>
                    <a:pt x="135" y="135"/>
                  </a:lnTo>
                  <a:lnTo>
                    <a:pt x="120" y="75"/>
                  </a:lnTo>
                  <a:lnTo>
                    <a:pt x="90" y="0"/>
                  </a:lnTo>
                  <a:lnTo>
                    <a:pt x="60" y="30"/>
                  </a:lnTo>
                  <a:lnTo>
                    <a:pt x="0" y="120"/>
                  </a:lnTo>
                  <a:lnTo>
                    <a:pt x="15" y="195"/>
                  </a:lnTo>
                  <a:lnTo>
                    <a:pt x="60" y="254"/>
                  </a:lnTo>
                  <a:lnTo>
                    <a:pt x="75" y="329"/>
                  </a:lnTo>
                  <a:lnTo>
                    <a:pt x="90" y="404"/>
                  </a:lnTo>
                  <a:lnTo>
                    <a:pt x="105" y="448"/>
                  </a:lnTo>
                  <a:lnTo>
                    <a:pt x="135" y="493"/>
                  </a:lnTo>
                  <a:lnTo>
                    <a:pt x="165" y="508"/>
                  </a:lnTo>
                  <a:lnTo>
                    <a:pt x="210" y="523"/>
                  </a:lnTo>
                  <a:lnTo>
                    <a:pt x="224" y="508"/>
                  </a:lnTo>
                  <a:lnTo>
                    <a:pt x="210" y="463"/>
                  </a:lnTo>
                  <a:lnTo>
                    <a:pt x="195" y="448"/>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62"/>
            <p:cNvSpPr/>
            <p:nvPr/>
          </p:nvSpPr>
          <p:spPr>
            <a:xfrm>
              <a:off x="3306675" y="2325625"/>
              <a:ext cx="5625" cy="13100"/>
            </a:xfrm>
            <a:custGeom>
              <a:rect b="b" l="l" r="r" t="t"/>
              <a:pathLst>
                <a:path extrusionOk="0" fill="none" h="524" w="225">
                  <a:moveTo>
                    <a:pt x="195" y="448"/>
                  </a:moveTo>
                  <a:lnTo>
                    <a:pt x="180" y="374"/>
                  </a:lnTo>
                  <a:lnTo>
                    <a:pt x="150" y="299"/>
                  </a:lnTo>
                  <a:lnTo>
                    <a:pt x="135" y="239"/>
                  </a:lnTo>
                  <a:lnTo>
                    <a:pt x="135" y="135"/>
                  </a:lnTo>
                  <a:lnTo>
                    <a:pt x="120" y="75"/>
                  </a:lnTo>
                  <a:lnTo>
                    <a:pt x="90" y="0"/>
                  </a:lnTo>
                  <a:lnTo>
                    <a:pt x="60" y="30"/>
                  </a:lnTo>
                  <a:lnTo>
                    <a:pt x="0" y="120"/>
                  </a:lnTo>
                  <a:lnTo>
                    <a:pt x="15" y="195"/>
                  </a:lnTo>
                  <a:lnTo>
                    <a:pt x="60" y="254"/>
                  </a:lnTo>
                  <a:lnTo>
                    <a:pt x="75" y="329"/>
                  </a:lnTo>
                  <a:lnTo>
                    <a:pt x="90" y="404"/>
                  </a:lnTo>
                  <a:lnTo>
                    <a:pt x="105" y="448"/>
                  </a:lnTo>
                  <a:lnTo>
                    <a:pt x="135" y="493"/>
                  </a:lnTo>
                  <a:lnTo>
                    <a:pt x="165" y="508"/>
                  </a:lnTo>
                  <a:lnTo>
                    <a:pt x="210" y="523"/>
                  </a:lnTo>
                  <a:lnTo>
                    <a:pt x="224" y="508"/>
                  </a:lnTo>
                  <a:lnTo>
                    <a:pt x="210" y="463"/>
                  </a:lnTo>
                  <a:lnTo>
                    <a:pt x="195" y="448"/>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62"/>
            <p:cNvSpPr/>
            <p:nvPr/>
          </p:nvSpPr>
          <p:spPr>
            <a:xfrm>
              <a:off x="3120725" y="2940550"/>
              <a:ext cx="252425" cy="193450"/>
            </a:xfrm>
            <a:custGeom>
              <a:rect b="b" l="l" r="r" t="t"/>
              <a:pathLst>
                <a:path extrusionOk="0" h="7738" w="10097">
                  <a:moveTo>
                    <a:pt x="8887" y="1"/>
                  </a:moveTo>
                  <a:lnTo>
                    <a:pt x="8603" y="76"/>
                  </a:lnTo>
                  <a:lnTo>
                    <a:pt x="8155" y="165"/>
                  </a:lnTo>
                  <a:lnTo>
                    <a:pt x="7125" y="344"/>
                  </a:lnTo>
                  <a:lnTo>
                    <a:pt x="6617" y="419"/>
                  </a:lnTo>
                  <a:lnTo>
                    <a:pt x="6408" y="434"/>
                  </a:lnTo>
                  <a:lnTo>
                    <a:pt x="6154" y="494"/>
                  </a:lnTo>
                  <a:lnTo>
                    <a:pt x="6094" y="509"/>
                  </a:lnTo>
                  <a:lnTo>
                    <a:pt x="5915" y="583"/>
                  </a:lnTo>
                  <a:lnTo>
                    <a:pt x="5706" y="733"/>
                  </a:lnTo>
                  <a:lnTo>
                    <a:pt x="5497" y="897"/>
                  </a:lnTo>
                  <a:lnTo>
                    <a:pt x="5213" y="1181"/>
                  </a:lnTo>
                  <a:lnTo>
                    <a:pt x="5034" y="1390"/>
                  </a:lnTo>
                  <a:lnTo>
                    <a:pt x="4810" y="1793"/>
                  </a:lnTo>
                  <a:lnTo>
                    <a:pt x="4735" y="1987"/>
                  </a:lnTo>
                  <a:lnTo>
                    <a:pt x="4675" y="2122"/>
                  </a:lnTo>
                  <a:lnTo>
                    <a:pt x="4631" y="2241"/>
                  </a:lnTo>
                  <a:lnTo>
                    <a:pt x="4586" y="2316"/>
                  </a:lnTo>
                  <a:lnTo>
                    <a:pt x="4556" y="2361"/>
                  </a:lnTo>
                  <a:lnTo>
                    <a:pt x="4451" y="2450"/>
                  </a:lnTo>
                  <a:lnTo>
                    <a:pt x="4332" y="2495"/>
                  </a:lnTo>
                  <a:lnTo>
                    <a:pt x="4213" y="2495"/>
                  </a:lnTo>
                  <a:lnTo>
                    <a:pt x="4108" y="2450"/>
                  </a:lnTo>
                  <a:lnTo>
                    <a:pt x="4078" y="2420"/>
                  </a:lnTo>
                  <a:lnTo>
                    <a:pt x="4033" y="2391"/>
                  </a:lnTo>
                  <a:lnTo>
                    <a:pt x="3944" y="2301"/>
                  </a:lnTo>
                  <a:lnTo>
                    <a:pt x="3824" y="2211"/>
                  </a:lnTo>
                  <a:lnTo>
                    <a:pt x="3705" y="2137"/>
                  </a:lnTo>
                  <a:lnTo>
                    <a:pt x="3630" y="2122"/>
                  </a:lnTo>
                  <a:lnTo>
                    <a:pt x="3481" y="2092"/>
                  </a:lnTo>
                  <a:lnTo>
                    <a:pt x="3122" y="2047"/>
                  </a:lnTo>
                  <a:lnTo>
                    <a:pt x="2809" y="2017"/>
                  </a:lnTo>
                  <a:lnTo>
                    <a:pt x="2644" y="1987"/>
                  </a:lnTo>
                  <a:lnTo>
                    <a:pt x="2525" y="1972"/>
                  </a:lnTo>
                  <a:lnTo>
                    <a:pt x="2405" y="1943"/>
                  </a:lnTo>
                  <a:lnTo>
                    <a:pt x="2286" y="1913"/>
                  </a:lnTo>
                  <a:lnTo>
                    <a:pt x="1793" y="1913"/>
                  </a:lnTo>
                  <a:lnTo>
                    <a:pt x="1718" y="1898"/>
                  </a:lnTo>
                  <a:lnTo>
                    <a:pt x="1554" y="1883"/>
                  </a:lnTo>
                  <a:lnTo>
                    <a:pt x="1435" y="1913"/>
                  </a:lnTo>
                  <a:lnTo>
                    <a:pt x="1420" y="1928"/>
                  </a:lnTo>
                  <a:lnTo>
                    <a:pt x="1360" y="1972"/>
                  </a:lnTo>
                  <a:lnTo>
                    <a:pt x="1211" y="2062"/>
                  </a:lnTo>
                  <a:lnTo>
                    <a:pt x="1121" y="2062"/>
                  </a:lnTo>
                  <a:lnTo>
                    <a:pt x="972" y="2002"/>
                  </a:lnTo>
                  <a:lnTo>
                    <a:pt x="852" y="1883"/>
                  </a:lnTo>
                  <a:lnTo>
                    <a:pt x="822" y="1853"/>
                  </a:lnTo>
                  <a:lnTo>
                    <a:pt x="792" y="1808"/>
                  </a:lnTo>
                  <a:lnTo>
                    <a:pt x="763" y="1778"/>
                  </a:lnTo>
                  <a:lnTo>
                    <a:pt x="718" y="1778"/>
                  </a:lnTo>
                  <a:lnTo>
                    <a:pt x="673" y="1763"/>
                  </a:lnTo>
                  <a:lnTo>
                    <a:pt x="628" y="1778"/>
                  </a:lnTo>
                  <a:lnTo>
                    <a:pt x="583" y="1808"/>
                  </a:lnTo>
                  <a:lnTo>
                    <a:pt x="553" y="1838"/>
                  </a:lnTo>
                  <a:lnTo>
                    <a:pt x="524" y="1883"/>
                  </a:lnTo>
                  <a:lnTo>
                    <a:pt x="524" y="1913"/>
                  </a:lnTo>
                  <a:lnTo>
                    <a:pt x="509" y="1957"/>
                  </a:lnTo>
                  <a:lnTo>
                    <a:pt x="509" y="2002"/>
                  </a:lnTo>
                  <a:lnTo>
                    <a:pt x="509" y="2062"/>
                  </a:lnTo>
                  <a:lnTo>
                    <a:pt x="449" y="2196"/>
                  </a:lnTo>
                  <a:lnTo>
                    <a:pt x="404" y="2331"/>
                  </a:lnTo>
                  <a:lnTo>
                    <a:pt x="449" y="2420"/>
                  </a:lnTo>
                  <a:lnTo>
                    <a:pt x="449" y="2435"/>
                  </a:lnTo>
                  <a:lnTo>
                    <a:pt x="464" y="2465"/>
                  </a:lnTo>
                  <a:lnTo>
                    <a:pt x="464" y="2495"/>
                  </a:lnTo>
                  <a:lnTo>
                    <a:pt x="524" y="2630"/>
                  </a:lnTo>
                  <a:lnTo>
                    <a:pt x="524" y="2749"/>
                  </a:lnTo>
                  <a:lnTo>
                    <a:pt x="479" y="2868"/>
                  </a:lnTo>
                  <a:lnTo>
                    <a:pt x="315" y="3048"/>
                  </a:lnTo>
                  <a:lnTo>
                    <a:pt x="240" y="3107"/>
                  </a:lnTo>
                  <a:lnTo>
                    <a:pt x="120" y="3212"/>
                  </a:lnTo>
                  <a:lnTo>
                    <a:pt x="150" y="3346"/>
                  </a:lnTo>
                  <a:lnTo>
                    <a:pt x="180" y="3466"/>
                  </a:lnTo>
                  <a:lnTo>
                    <a:pt x="195" y="3496"/>
                  </a:lnTo>
                  <a:lnTo>
                    <a:pt x="195" y="3511"/>
                  </a:lnTo>
                  <a:lnTo>
                    <a:pt x="225" y="3600"/>
                  </a:lnTo>
                  <a:lnTo>
                    <a:pt x="180" y="3750"/>
                  </a:lnTo>
                  <a:lnTo>
                    <a:pt x="150" y="3839"/>
                  </a:lnTo>
                  <a:lnTo>
                    <a:pt x="105" y="3869"/>
                  </a:lnTo>
                  <a:lnTo>
                    <a:pt x="76" y="3899"/>
                  </a:lnTo>
                  <a:lnTo>
                    <a:pt x="46" y="3989"/>
                  </a:lnTo>
                  <a:lnTo>
                    <a:pt x="46" y="4138"/>
                  </a:lnTo>
                  <a:lnTo>
                    <a:pt x="120" y="4242"/>
                  </a:lnTo>
                  <a:lnTo>
                    <a:pt x="150" y="4272"/>
                  </a:lnTo>
                  <a:lnTo>
                    <a:pt x="165" y="4317"/>
                  </a:lnTo>
                  <a:lnTo>
                    <a:pt x="195" y="4407"/>
                  </a:lnTo>
                  <a:lnTo>
                    <a:pt x="150" y="4466"/>
                  </a:lnTo>
                  <a:lnTo>
                    <a:pt x="150" y="4481"/>
                  </a:lnTo>
                  <a:lnTo>
                    <a:pt x="135" y="4511"/>
                  </a:lnTo>
                  <a:lnTo>
                    <a:pt x="91" y="4556"/>
                  </a:lnTo>
                  <a:lnTo>
                    <a:pt x="31" y="4586"/>
                  </a:lnTo>
                  <a:lnTo>
                    <a:pt x="16" y="4616"/>
                  </a:lnTo>
                  <a:lnTo>
                    <a:pt x="1" y="4616"/>
                  </a:lnTo>
                  <a:lnTo>
                    <a:pt x="1" y="4631"/>
                  </a:lnTo>
                  <a:lnTo>
                    <a:pt x="61" y="4631"/>
                  </a:lnTo>
                  <a:lnTo>
                    <a:pt x="105" y="4616"/>
                  </a:lnTo>
                  <a:lnTo>
                    <a:pt x="210" y="4631"/>
                  </a:lnTo>
                  <a:lnTo>
                    <a:pt x="270" y="4676"/>
                  </a:lnTo>
                  <a:lnTo>
                    <a:pt x="300" y="4765"/>
                  </a:lnTo>
                  <a:lnTo>
                    <a:pt x="300" y="4810"/>
                  </a:lnTo>
                  <a:lnTo>
                    <a:pt x="300" y="4840"/>
                  </a:lnTo>
                  <a:lnTo>
                    <a:pt x="300" y="4870"/>
                  </a:lnTo>
                  <a:lnTo>
                    <a:pt x="285" y="4944"/>
                  </a:lnTo>
                  <a:lnTo>
                    <a:pt x="300" y="5004"/>
                  </a:lnTo>
                  <a:lnTo>
                    <a:pt x="300" y="5064"/>
                  </a:lnTo>
                  <a:lnTo>
                    <a:pt x="329" y="5139"/>
                  </a:lnTo>
                  <a:lnTo>
                    <a:pt x="359" y="5198"/>
                  </a:lnTo>
                  <a:lnTo>
                    <a:pt x="389" y="5243"/>
                  </a:lnTo>
                  <a:lnTo>
                    <a:pt x="434" y="5303"/>
                  </a:lnTo>
                  <a:lnTo>
                    <a:pt x="434" y="5378"/>
                  </a:lnTo>
                  <a:lnTo>
                    <a:pt x="434" y="5452"/>
                  </a:lnTo>
                  <a:lnTo>
                    <a:pt x="434" y="5527"/>
                  </a:lnTo>
                  <a:lnTo>
                    <a:pt x="434" y="5602"/>
                  </a:lnTo>
                  <a:lnTo>
                    <a:pt x="464" y="5676"/>
                  </a:lnTo>
                  <a:lnTo>
                    <a:pt x="494" y="5721"/>
                  </a:lnTo>
                  <a:lnTo>
                    <a:pt x="509" y="5751"/>
                  </a:lnTo>
                  <a:lnTo>
                    <a:pt x="539" y="5766"/>
                  </a:lnTo>
                  <a:lnTo>
                    <a:pt x="553" y="5826"/>
                  </a:lnTo>
                  <a:lnTo>
                    <a:pt x="553" y="5855"/>
                  </a:lnTo>
                  <a:lnTo>
                    <a:pt x="553" y="5990"/>
                  </a:lnTo>
                  <a:lnTo>
                    <a:pt x="613" y="6139"/>
                  </a:lnTo>
                  <a:lnTo>
                    <a:pt x="673" y="6199"/>
                  </a:lnTo>
                  <a:lnTo>
                    <a:pt x="703" y="6274"/>
                  </a:lnTo>
                  <a:lnTo>
                    <a:pt x="718" y="6333"/>
                  </a:lnTo>
                  <a:lnTo>
                    <a:pt x="718" y="6453"/>
                  </a:lnTo>
                  <a:lnTo>
                    <a:pt x="733" y="6572"/>
                  </a:lnTo>
                  <a:lnTo>
                    <a:pt x="718" y="6662"/>
                  </a:lnTo>
                  <a:lnTo>
                    <a:pt x="718" y="6737"/>
                  </a:lnTo>
                  <a:lnTo>
                    <a:pt x="703" y="6781"/>
                  </a:lnTo>
                  <a:lnTo>
                    <a:pt x="688" y="6826"/>
                  </a:lnTo>
                  <a:lnTo>
                    <a:pt x="688" y="6901"/>
                  </a:lnTo>
                  <a:lnTo>
                    <a:pt x="688" y="6990"/>
                  </a:lnTo>
                  <a:lnTo>
                    <a:pt x="703" y="7050"/>
                  </a:lnTo>
                  <a:lnTo>
                    <a:pt x="733" y="7140"/>
                  </a:lnTo>
                  <a:lnTo>
                    <a:pt x="807" y="7229"/>
                  </a:lnTo>
                  <a:lnTo>
                    <a:pt x="822" y="7229"/>
                  </a:lnTo>
                  <a:lnTo>
                    <a:pt x="822" y="7244"/>
                  </a:lnTo>
                  <a:lnTo>
                    <a:pt x="867" y="7289"/>
                  </a:lnTo>
                  <a:lnTo>
                    <a:pt x="897" y="7364"/>
                  </a:lnTo>
                  <a:lnTo>
                    <a:pt x="912" y="7424"/>
                  </a:lnTo>
                  <a:lnTo>
                    <a:pt x="912" y="7468"/>
                  </a:lnTo>
                  <a:lnTo>
                    <a:pt x="897" y="7483"/>
                  </a:lnTo>
                  <a:lnTo>
                    <a:pt x="912" y="7498"/>
                  </a:lnTo>
                  <a:lnTo>
                    <a:pt x="912" y="7528"/>
                  </a:lnTo>
                  <a:lnTo>
                    <a:pt x="927" y="7558"/>
                  </a:lnTo>
                  <a:lnTo>
                    <a:pt x="942" y="7588"/>
                  </a:lnTo>
                  <a:lnTo>
                    <a:pt x="942" y="7603"/>
                  </a:lnTo>
                  <a:lnTo>
                    <a:pt x="972" y="7588"/>
                  </a:lnTo>
                  <a:lnTo>
                    <a:pt x="1016" y="7573"/>
                  </a:lnTo>
                  <a:lnTo>
                    <a:pt x="1046" y="7558"/>
                  </a:lnTo>
                  <a:lnTo>
                    <a:pt x="1106" y="7543"/>
                  </a:lnTo>
                  <a:lnTo>
                    <a:pt x="1151" y="7543"/>
                  </a:lnTo>
                  <a:lnTo>
                    <a:pt x="1211" y="7573"/>
                  </a:lnTo>
                  <a:lnTo>
                    <a:pt x="1300" y="7633"/>
                  </a:lnTo>
                  <a:lnTo>
                    <a:pt x="1330" y="7677"/>
                  </a:lnTo>
                  <a:lnTo>
                    <a:pt x="1360" y="7707"/>
                  </a:lnTo>
                  <a:lnTo>
                    <a:pt x="1420" y="7737"/>
                  </a:lnTo>
                  <a:lnTo>
                    <a:pt x="1479" y="7737"/>
                  </a:lnTo>
                  <a:lnTo>
                    <a:pt x="1554" y="7707"/>
                  </a:lnTo>
                  <a:lnTo>
                    <a:pt x="1629" y="7677"/>
                  </a:lnTo>
                  <a:lnTo>
                    <a:pt x="1674" y="7677"/>
                  </a:lnTo>
                  <a:lnTo>
                    <a:pt x="1703" y="7692"/>
                  </a:lnTo>
                  <a:lnTo>
                    <a:pt x="1763" y="7663"/>
                  </a:lnTo>
                  <a:lnTo>
                    <a:pt x="1898" y="7588"/>
                  </a:lnTo>
                  <a:lnTo>
                    <a:pt x="1957" y="7528"/>
                  </a:lnTo>
                  <a:lnTo>
                    <a:pt x="1972" y="7513"/>
                  </a:lnTo>
                  <a:lnTo>
                    <a:pt x="2062" y="7483"/>
                  </a:lnTo>
                  <a:lnTo>
                    <a:pt x="2166" y="7513"/>
                  </a:lnTo>
                  <a:lnTo>
                    <a:pt x="2196" y="7513"/>
                  </a:lnTo>
                  <a:lnTo>
                    <a:pt x="2256" y="7498"/>
                  </a:lnTo>
                  <a:lnTo>
                    <a:pt x="2361" y="7468"/>
                  </a:lnTo>
                  <a:lnTo>
                    <a:pt x="2420" y="7439"/>
                  </a:lnTo>
                  <a:lnTo>
                    <a:pt x="2450" y="7424"/>
                  </a:lnTo>
                  <a:lnTo>
                    <a:pt x="2450" y="7394"/>
                  </a:lnTo>
                  <a:lnTo>
                    <a:pt x="2465" y="7379"/>
                  </a:lnTo>
                  <a:lnTo>
                    <a:pt x="2495" y="7304"/>
                  </a:lnTo>
                  <a:lnTo>
                    <a:pt x="2585" y="7229"/>
                  </a:lnTo>
                  <a:lnTo>
                    <a:pt x="2614" y="7214"/>
                  </a:lnTo>
                  <a:lnTo>
                    <a:pt x="2644" y="7185"/>
                  </a:lnTo>
                  <a:lnTo>
                    <a:pt x="2749" y="7125"/>
                  </a:lnTo>
                  <a:lnTo>
                    <a:pt x="2868" y="7035"/>
                  </a:lnTo>
                  <a:lnTo>
                    <a:pt x="2943" y="6976"/>
                  </a:lnTo>
                  <a:lnTo>
                    <a:pt x="3003" y="6916"/>
                  </a:lnTo>
                  <a:lnTo>
                    <a:pt x="3077" y="6856"/>
                  </a:lnTo>
                  <a:lnTo>
                    <a:pt x="3137" y="6796"/>
                  </a:lnTo>
                  <a:lnTo>
                    <a:pt x="3197" y="6766"/>
                  </a:lnTo>
                  <a:lnTo>
                    <a:pt x="3257" y="6752"/>
                  </a:lnTo>
                  <a:lnTo>
                    <a:pt x="3585" y="6752"/>
                  </a:lnTo>
                  <a:lnTo>
                    <a:pt x="3809" y="6737"/>
                  </a:lnTo>
                  <a:lnTo>
                    <a:pt x="3959" y="6722"/>
                  </a:lnTo>
                  <a:lnTo>
                    <a:pt x="4063" y="6707"/>
                  </a:lnTo>
                  <a:lnTo>
                    <a:pt x="4138" y="6662"/>
                  </a:lnTo>
                  <a:lnTo>
                    <a:pt x="4272" y="6617"/>
                  </a:lnTo>
                  <a:lnTo>
                    <a:pt x="4526" y="6513"/>
                  </a:lnTo>
                  <a:lnTo>
                    <a:pt x="4675" y="6438"/>
                  </a:lnTo>
                  <a:lnTo>
                    <a:pt x="4765" y="6393"/>
                  </a:lnTo>
                  <a:lnTo>
                    <a:pt x="4885" y="6289"/>
                  </a:lnTo>
                  <a:lnTo>
                    <a:pt x="5064" y="6139"/>
                  </a:lnTo>
                  <a:lnTo>
                    <a:pt x="5168" y="6050"/>
                  </a:lnTo>
                  <a:lnTo>
                    <a:pt x="5213" y="6005"/>
                  </a:lnTo>
                  <a:lnTo>
                    <a:pt x="5288" y="5990"/>
                  </a:lnTo>
                  <a:lnTo>
                    <a:pt x="5348" y="5990"/>
                  </a:lnTo>
                  <a:lnTo>
                    <a:pt x="5422" y="6035"/>
                  </a:lnTo>
                  <a:lnTo>
                    <a:pt x="5497" y="6050"/>
                  </a:lnTo>
                  <a:lnTo>
                    <a:pt x="5601" y="6050"/>
                  </a:lnTo>
                  <a:lnTo>
                    <a:pt x="5751" y="6035"/>
                  </a:lnTo>
                  <a:lnTo>
                    <a:pt x="5870" y="6005"/>
                  </a:lnTo>
                  <a:lnTo>
                    <a:pt x="5990" y="5915"/>
                  </a:lnTo>
                  <a:lnTo>
                    <a:pt x="6124" y="5781"/>
                  </a:lnTo>
                  <a:lnTo>
                    <a:pt x="6184" y="5691"/>
                  </a:lnTo>
                  <a:lnTo>
                    <a:pt x="6244" y="5661"/>
                  </a:lnTo>
                  <a:lnTo>
                    <a:pt x="6288" y="5602"/>
                  </a:lnTo>
                  <a:lnTo>
                    <a:pt x="6318" y="5527"/>
                  </a:lnTo>
                  <a:lnTo>
                    <a:pt x="6333" y="5497"/>
                  </a:lnTo>
                  <a:lnTo>
                    <a:pt x="6348" y="5467"/>
                  </a:lnTo>
                  <a:lnTo>
                    <a:pt x="6498" y="5303"/>
                  </a:lnTo>
                  <a:lnTo>
                    <a:pt x="6766" y="5139"/>
                  </a:lnTo>
                  <a:lnTo>
                    <a:pt x="6841" y="5094"/>
                  </a:lnTo>
                  <a:lnTo>
                    <a:pt x="6886" y="5079"/>
                  </a:lnTo>
                  <a:lnTo>
                    <a:pt x="6990" y="5034"/>
                  </a:lnTo>
                  <a:lnTo>
                    <a:pt x="7125" y="5019"/>
                  </a:lnTo>
                  <a:lnTo>
                    <a:pt x="7229" y="5019"/>
                  </a:lnTo>
                  <a:lnTo>
                    <a:pt x="7244" y="5004"/>
                  </a:lnTo>
                  <a:lnTo>
                    <a:pt x="7289" y="5004"/>
                  </a:lnTo>
                  <a:lnTo>
                    <a:pt x="7423" y="4974"/>
                  </a:lnTo>
                  <a:lnTo>
                    <a:pt x="7513" y="4915"/>
                  </a:lnTo>
                  <a:lnTo>
                    <a:pt x="7558" y="4855"/>
                  </a:lnTo>
                  <a:lnTo>
                    <a:pt x="7633" y="4810"/>
                  </a:lnTo>
                  <a:lnTo>
                    <a:pt x="7692" y="4780"/>
                  </a:lnTo>
                  <a:lnTo>
                    <a:pt x="7752" y="4735"/>
                  </a:lnTo>
                  <a:lnTo>
                    <a:pt x="7857" y="4676"/>
                  </a:lnTo>
                  <a:lnTo>
                    <a:pt x="7991" y="4661"/>
                  </a:lnTo>
                  <a:lnTo>
                    <a:pt x="8066" y="4661"/>
                  </a:lnTo>
                  <a:lnTo>
                    <a:pt x="8110" y="4646"/>
                  </a:lnTo>
                  <a:lnTo>
                    <a:pt x="8155" y="4646"/>
                  </a:lnTo>
                  <a:lnTo>
                    <a:pt x="8215" y="4631"/>
                  </a:lnTo>
                  <a:lnTo>
                    <a:pt x="8364" y="4601"/>
                  </a:lnTo>
                  <a:lnTo>
                    <a:pt x="8529" y="4526"/>
                  </a:lnTo>
                  <a:lnTo>
                    <a:pt x="8573" y="4511"/>
                  </a:lnTo>
                  <a:lnTo>
                    <a:pt x="8887" y="4317"/>
                  </a:lnTo>
                  <a:lnTo>
                    <a:pt x="9126" y="4198"/>
                  </a:lnTo>
                  <a:lnTo>
                    <a:pt x="9201" y="4153"/>
                  </a:lnTo>
                  <a:lnTo>
                    <a:pt x="9246" y="4093"/>
                  </a:lnTo>
                  <a:lnTo>
                    <a:pt x="9305" y="4018"/>
                  </a:lnTo>
                  <a:lnTo>
                    <a:pt x="9320" y="3974"/>
                  </a:lnTo>
                  <a:lnTo>
                    <a:pt x="9320" y="3929"/>
                  </a:lnTo>
                  <a:lnTo>
                    <a:pt x="9305" y="3884"/>
                  </a:lnTo>
                  <a:lnTo>
                    <a:pt x="9305" y="3824"/>
                  </a:lnTo>
                  <a:lnTo>
                    <a:pt x="9305" y="3779"/>
                  </a:lnTo>
                  <a:lnTo>
                    <a:pt x="9290" y="3765"/>
                  </a:lnTo>
                  <a:lnTo>
                    <a:pt x="9290" y="3750"/>
                  </a:lnTo>
                  <a:lnTo>
                    <a:pt x="9246" y="3735"/>
                  </a:lnTo>
                  <a:lnTo>
                    <a:pt x="9275" y="3511"/>
                  </a:lnTo>
                  <a:lnTo>
                    <a:pt x="9335" y="3346"/>
                  </a:lnTo>
                  <a:lnTo>
                    <a:pt x="9425" y="3212"/>
                  </a:lnTo>
                  <a:lnTo>
                    <a:pt x="9574" y="3063"/>
                  </a:lnTo>
                  <a:lnTo>
                    <a:pt x="9709" y="2988"/>
                  </a:lnTo>
                  <a:lnTo>
                    <a:pt x="9828" y="2928"/>
                  </a:lnTo>
                  <a:lnTo>
                    <a:pt x="9977" y="2898"/>
                  </a:lnTo>
                  <a:lnTo>
                    <a:pt x="10037" y="2868"/>
                  </a:lnTo>
                  <a:lnTo>
                    <a:pt x="10097" y="2854"/>
                  </a:lnTo>
                  <a:lnTo>
                    <a:pt x="8887"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62"/>
            <p:cNvSpPr/>
            <p:nvPr/>
          </p:nvSpPr>
          <p:spPr>
            <a:xfrm>
              <a:off x="3120725" y="2940550"/>
              <a:ext cx="252425" cy="193450"/>
            </a:xfrm>
            <a:custGeom>
              <a:rect b="b" l="l" r="r" t="t"/>
              <a:pathLst>
                <a:path extrusionOk="0" fill="none" h="7738" w="10097">
                  <a:moveTo>
                    <a:pt x="8155" y="165"/>
                  </a:moveTo>
                  <a:lnTo>
                    <a:pt x="7125" y="344"/>
                  </a:lnTo>
                  <a:lnTo>
                    <a:pt x="6617" y="419"/>
                  </a:lnTo>
                  <a:lnTo>
                    <a:pt x="6408" y="434"/>
                  </a:lnTo>
                  <a:lnTo>
                    <a:pt x="6154" y="494"/>
                  </a:lnTo>
                  <a:lnTo>
                    <a:pt x="6094" y="509"/>
                  </a:lnTo>
                  <a:lnTo>
                    <a:pt x="5915" y="583"/>
                  </a:lnTo>
                  <a:lnTo>
                    <a:pt x="5706" y="733"/>
                  </a:lnTo>
                  <a:lnTo>
                    <a:pt x="5497" y="897"/>
                  </a:lnTo>
                  <a:lnTo>
                    <a:pt x="5213" y="1181"/>
                  </a:lnTo>
                  <a:lnTo>
                    <a:pt x="5034" y="1390"/>
                  </a:lnTo>
                  <a:lnTo>
                    <a:pt x="4810" y="1793"/>
                  </a:lnTo>
                  <a:lnTo>
                    <a:pt x="4735" y="1987"/>
                  </a:lnTo>
                  <a:lnTo>
                    <a:pt x="4675" y="2122"/>
                  </a:lnTo>
                  <a:lnTo>
                    <a:pt x="4631" y="2241"/>
                  </a:lnTo>
                  <a:lnTo>
                    <a:pt x="4586" y="2316"/>
                  </a:lnTo>
                  <a:lnTo>
                    <a:pt x="4556" y="2361"/>
                  </a:lnTo>
                  <a:lnTo>
                    <a:pt x="4451" y="2450"/>
                  </a:lnTo>
                  <a:lnTo>
                    <a:pt x="4332" y="2495"/>
                  </a:lnTo>
                  <a:lnTo>
                    <a:pt x="4213" y="2495"/>
                  </a:lnTo>
                  <a:lnTo>
                    <a:pt x="4108" y="2450"/>
                  </a:lnTo>
                  <a:lnTo>
                    <a:pt x="4078" y="2420"/>
                  </a:lnTo>
                  <a:lnTo>
                    <a:pt x="4033" y="2391"/>
                  </a:lnTo>
                  <a:lnTo>
                    <a:pt x="3944" y="2301"/>
                  </a:lnTo>
                  <a:lnTo>
                    <a:pt x="3824" y="2211"/>
                  </a:lnTo>
                  <a:lnTo>
                    <a:pt x="3705" y="2137"/>
                  </a:lnTo>
                  <a:lnTo>
                    <a:pt x="3630" y="2122"/>
                  </a:lnTo>
                  <a:lnTo>
                    <a:pt x="3481" y="2092"/>
                  </a:lnTo>
                  <a:lnTo>
                    <a:pt x="3122" y="2047"/>
                  </a:lnTo>
                  <a:lnTo>
                    <a:pt x="2809" y="2017"/>
                  </a:lnTo>
                  <a:lnTo>
                    <a:pt x="2644" y="1987"/>
                  </a:lnTo>
                  <a:lnTo>
                    <a:pt x="2525" y="1972"/>
                  </a:lnTo>
                  <a:lnTo>
                    <a:pt x="2405" y="1943"/>
                  </a:lnTo>
                  <a:lnTo>
                    <a:pt x="2286" y="1913"/>
                  </a:lnTo>
                  <a:lnTo>
                    <a:pt x="2196" y="1913"/>
                  </a:lnTo>
                  <a:lnTo>
                    <a:pt x="2107" y="1913"/>
                  </a:lnTo>
                  <a:lnTo>
                    <a:pt x="2017" y="1913"/>
                  </a:lnTo>
                  <a:lnTo>
                    <a:pt x="1927" y="1913"/>
                  </a:lnTo>
                  <a:lnTo>
                    <a:pt x="1838" y="1913"/>
                  </a:lnTo>
                  <a:lnTo>
                    <a:pt x="1793" y="1913"/>
                  </a:lnTo>
                  <a:lnTo>
                    <a:pt x="1718" y="1898"/>
                  </a:lnTo>
                  <a:lnTo>
                    <a:pt x="1554" y="1883"/>
                  </a:lnTo>
                  <a:lnTo>
                    <a:pt x="1435" y="1913"/>
                  </a:lnTo>
                  <a:lnTo>
                    <a:pt x="1420" y="1928"/>
                  </a:lnTo>
                  <a:lnTo>
                    <a:pt x="1360" y="1972"/>
                  </a:lnTo>
                  <a:lnTo>
                    <a:pt x="1211" y="2062"/>
                  </a:lnTo>
                  <a:lnTo>
                    <a:pt x="1121" y="2062"/>
                  </a:lnTo>
                  <a:lnTo>
                    <a:pt x="972" y="2002"/>
                  </a:lnTo>
                  <a:lnTo>
                    <a:pt x="852" y="1883"/>
                  </a:lnTo>
                  <a:lnTo>
                    <a:pt x="822" y="1853"/>
                  </a:lnTo>
                  <a:lnTo>
                    <a:pt x="792" y="1808"/>
                  </a:lnTo>
                  <a:lnTo>
                    <a:pt x="763" y="1778"/>
                  </a:lnTo>
                  <a:lnTo>
                    <a:pt x="718" y="1778"/>
                  </a:lnTo>
                  <a:lnTo>
                    <a:pt x="673" y="1763"/>
                  </a:lnTo>
                  <a:lnTo>
                    <a:pt x="628" y="1778"/>
                  </a:lnTo>
                  <a:lnTo>
                    <a:pt x="583" y="1808"/>
                  </a:lnTo>
                  <a:lnTo>
                    <a:pt x="553" y="1838"/>
                  </a:lnTo>
                  <a:lnTo>
                    <a:pt x="524" y="1883"/>
                  </a:lnTo>
                  <a:lnTo>
                    <a:pt x="524" y="1913"/>
                  </a:lnTo>
                  <a:lnTo>
                    <a:pt x="509" y="1957"/>
                  </a:lnTo>
                  <a:lnTo>
                    <a:pt x="509" y="2002"/>
                  </a:lnTo>
                  <a:lnTo>
                    <a:pt x="509" y="2062"/>
                  </a:lnTo>
                  <a:lnTo>
                    <a:pt x="449" y="2196"/>
                  </a:lnTo>
                  <a:lnTo>
                    <a:pt x="404" y="2331"/>
                  </a:lnTo>
                  <a:lnTo>
                    <a:pt x="449" y="2420"/>
                  </a:lnTo>
                  <a:lnTo>
                    <a:pt x="449" y="2435"/>
                  </a:lnTo>
                  <a:lnTo>
                    <a:pt x="464" y="2465"/>
                  </a:lnTo>
                  <a:lnTo>
                    <a:pt x="464" y="2495"/>
                  </a:lnTo>
                  <a:lnTo>
                    <a:pt x="524" y="2630"/>
                  </a:lnTo>
                  <a:lnTo>
                    <a:pt x="524" y="2749"/>
                  </a:lnTo>
                  <a:lnTo>
                    <a:pt x="479" y="2868"/>
                  </a:lnTo>
                  <a:lnTo>
                    <a:pt x="315" y="3048"/>
                  </a:lnTo>
                  <a:lnTo>
                    <a:pt x="240" y="3107"/>
                  </a:lnTo>
                  <a:lnTo>
                    <a:pt x="120" y="3212"/>
                  </a:lnTo>
                  <a:lnTo>
                    <a:pt x="150" y="3346"/>
                  </a:lnTo>
                  <a:lnTo>
                    <a:pt x="180" y="3466"/>
                  </a:lnTo>
                  <a:lnTo>
                    <a:pt x="195" y="3496"/>
                  </a:lnTo>
                  <a:lnTo>
                    <a:pt x="195" y="3511"/>
                  </a:lnTo>
                  <a:lnTo>
                    <a:pt x="225" y="3600"/>
                  </a:lnTo>
                  <a:lnTo>
                    <a:pt x="180" y="3750"/>
                  </a:lnTo>
                  <a:lnTo>
                    <a:pt x="150" y="3839"/>
                  </a:lnTo>
                  <a:lnTo>
                    <a:pt x="105" y="3869"/>
                  </a:lnTo>
                  <a:lnTo>
                    <a:pt x="76" y="3899"/>
                  </a:lnTo>
                  <a:lnTo>
                    <a:pt x="46" y="3989"/>
                  </a:lnTo>
                  <a:lnTo>
                    <a:pt x="46" y="4138"/>
                  </a:lnTo>
                  <a:lnTo>
                    <a:pt x="120" y="4242"/>
                  </a:lnTo>
                  <a:lnTo>
                    <a:pt x="150" y="4272"/>
                  </a:lnTo>
                  <a:lnTo>
                    <a:pt x="165" y="4317"/>
                  </a:lnTo>
                  <a:lnTo>
                    <a:pt x="195" y="4407"/>
                  </a:lnTo>
                  <a:lnTo>
                    <a:pt x="150" y="4466"/>
                  </a:lnTo>
                  <a:lnTo>
                    <a:pt x="150" y="4481"/>
                  </a:lnTo>
                  <a:lnTo>
                    <a:pt x="135" y="4511"/>
                  </a:lnTo>
                  <a:lnTo>
                    <a:pt x="91" y="4556"/>
                  </a:lnTo>
                  <a:lnTo>
                    <a:pt x="31" y="4586"/>
                  </a:lnTo>
                  <a:lnTo>
                    <a:pt x="16" y="4616"/>
                  </a:lnTo>
                  <a:lnTo>
                    <a:pt x="1" y="4616"/>
                  </a:lnTo>
                  <a:lnTo>
                    <a:pt x="1" y="4616"/>
                  </a:lnTo>
                  <a:lnTo>
                    <a:pt x="1" y="4631"/>
                  </a:lnTo>
                  <a:lnTo>
                    <a:pt x="1" y="4631"/>
                  </a:lnTo>
                  <a:lnTo>
                    <a:pt x="31" y="4631"/>
                  </a:lnTo>
                  <a:lnTo>
                    <a:pt x="61" y="4631"/>
                  </a:lnTo>
                  <a:lnTo>
                    <a:pt x="105" y="4616"/>
                  </a:lnTo>
                  <a:lnTo>
                    <a:pt x="210" y="4631"/>
                  </a:lnTo>
                  <a:lnTo>
                    <a:pt x="270" y="4676"/>
                  </a:lnTo>
                  <a:lnTo>
                    <a:pt x="300" y="4765"/>
                  </a:lnTo>
                  <a:lnTo>
                    <a:pt x="300" y="4810"/>
                  </a:lnTo>
                  <a:lnTo>
                    <a:pt x="300" y="4840"/>
                  </a:lnTo>
                  <a:lnTo>
                    <a:pt x="300" y="4870"/>
                  </a:lnTo>
                  <a:lnTo>
                    <a:pt x="285" y="4944"/>
                  </a:lnTo>
                  <a:lnTo>
                    <a:pt x="300" y="5004"/>
                  </a:lnTo>
                  <a:lnTo>
                    <a:pt x="300" y="5064"/>
                  </a:lnTo>
                  <a:lnTo>
                    <a:pt x="329" y="5139"/>
                  </a:lnTo>
                  <a:lnTo>
                    <a:pt x="359" y="5198"/>
                  </a:lnTo>
                  <a:lnTo>
                    <a:pt x="389" y="5243"/>
                  </a:lnTo>
                  <a:lnTo>
                    <a:pt x="434" y="5303"/>
                  </a:lnTo>
                  <a:lnTo>
                    <a:pt x="434" y="5378"/>
                  </a:lnTo>
                  <a:lnTo>
                    <a:pt x="434" y="5452"/>
                  </a:lnTo>
                  <a:lnTo>
                    <a:pt x="434" y="5527"/>
                  </a:lnTo>
                  <a:lnTo>
                    <a:pt x="434" y="5602"/>
                  </a:lnTo>
                  <a:lnTo>
                    <a:pt x="464" y="5676"/>
                  </a:lnTo>
                  <a:lnTo>
                    <a:pt x="494" y="5721"/>
                  </a:lnTo>
                  <a:lnTo>
                    <a:pt x="509" y="5751"/>
                  </a:lnTo>
                  <a:lnTo>
                    <a:pt x="539" y="5766"/>
                  </a:lnTo>
                  <a:lnTo>
                    <a:pt x="553" y="5826"/>
                  </a:lnTo>
                  <a:lnTo>
                    <a:pt x="553" y="5826"/>
                  </a:lnTo>
                  <a:lnTo>
                    <a:pt x="553" y="5855"/>
                  </a:lnTo>
                  <a:lnTo>
                    <a:pt x="553" y="5990"/>
                  </a:lnTo>
                  <a:lnTo>
                    <a:pt x="613" y="6139"/>
                  </a:lnTo>
                  <a:lnTo>
                    <a:pt x="673" y="6199"/>
                  </a:lnTo>
                  <a:lnTo>
                    <a:pt x="703" y="6274"/>
                  </a:lnTo>
                  <a:lnTo>
                    <a:pt x="718" y="6333"/>
                  </a:lnTo>
                  <a:lnTo>
                    <a:pt x="718" y="6453"/>
                  </a:lnTo>
                  <a:lnTo>
                    <a:pt x="733" y="6572"/>
                  </a:lnTo>
                  <a:lnTo>
                    <a:pt x="718" y="6662"/>
                  </a:lnTo>
                  <a:lnTo>
                    <a:pt x="718" y="6737"/>
                  </a:lnTo>
                  <a:lnTo>
                    <a:pt x="703" y="6781"/>
                  </a:lnTo>
                  <a:lnTo>
                    <a:pt x="688" y="6826"/>
                  </a:lnTo>
                  <a:lnTo>
                    <a:pt x="688" y="6901"/>
                  </a:lnTo>
                  <a:lnTo>
                    <a:pt x="688" y="6990"/>
                  </a:lnTo>
                  <a:lnTo>
                    <a:pt x="703" y="7050"/>
                  </a:lnTo>
                  <a:lnTo>
                    <a:pt x="733" y="7140"/>
                  </a:lnTo>
                  <a:lnTo>
                    <a:pt x="807" y="7229"/>
                  </a:lnTo>
                  <a:lnTo>
                    <a:pt x="822" y="7229"/>
                  </a:lnTo>
                  <a:lnTo>
                    <a:pt x="822" y="7244"/>
                  </a:lnTo>
                  <a:lnTo>
                    <a:pt x="867" y="7289"/>
                  </a:lnTo>
                  <a:lnTo>
                    <a:pt x="897" y="7364"/>
                  </a:lnTo>
                  <a:lnTo>
                    <a:pt x="912" y="7424"/>
                  </a:lnTo>
                  <a:lnTo>
                    <a:pt x="912" y="7468"/>
                  </a:lnTo>
                  <a:lnTo>
                    <a:pt x="912" y="7468"/>
                  </a:lnTo>
                  <a:lnTo>
                    <a:pt x="897" y="7483"/>
                  </a:lnTo>
                  <a:lnTo>
                    <a:pt x="912" y="7498"/>
                  </a:lnTo>
                  <a:lnTo>
                    <a:pt x="912" y="7528"/>
                  </a:lnTo>
                  <a:lnTo>
                    <a:pt x="927" y="7558"/>
                  </a:lnTo>
                  <a:lnTo>
                    <a:pt x="942" y="7588"/>
                  </a:lnTo>
                  <a:lnTo>
                    <a:pt x="942" y="7603"/>
                  </a:lnTo>
                  <a:lnTo>
                    <a:pt x="972" y="7588"/>
                  </a:lnTo>
                  <a:lnTo>
                    <a:pt x="1016" y="7573"/>
                  </a:lnTo>
                  <a:lnTo>
                    <a:pt x="1046" y="7558"/>
                  </a:lnTo>
                  <a:lnTo>
                    <a:pt x="1106" y="7543"/>
                  </a:lnTo>
                  <a:lnTo>
                    <a:pt x="1151" y="7543"/>
                  </a:lnTo>
                  <a:lnTo>
                    <a:pt x="1211" y="7573"/>
                  </a:lnTo>
                  <a:lnTo>
                    <a:pt x="1300" y="7633"/>
                  </a:lnTo>
                  <a:lnTo>
                    <a:pt x="1330" y="7677"/>
                  </a:lnTo>
                  <a:lnTo>
                    <a:pt x="1360" y="7707"/>
                  </a:lnTo>
                  <a:lnTo>
                    <a:pt x="1420" y="7737"/>
                  </a:lnTo>
                  <a:lnTo>
                    <a:pt x="1479" y="7737"/>
                  </a:lnTo>
                  <a:lnTo>
                    <a:pt x="1554" y="7707"/>
                  </a:lnTo>
                  <a:lnTo>
                    <a:pt x="1629" y="7677"/>
                  </a:lnTo>
                  <a:lnTo>
                    <a:pt x="1674" y="7677"/>
                  </a:lnTo>
                  <a:lnTo>
                    <a:pt x="1703" y="7692"/>
                  </a:lnTo>
                  <a:lnTo>
                    <a:pt x="1763" y="7663"/>
                  </a:lnTo>
                  <a:lnTo>
                    <a:pt x="1898" y="7588"/>
                  </a:lnTo>
                  <a:lnTo>
                    <a:pt x="1957" y="7528"/>
                  </a:lnTo>
                  <a:lnTo>
                    <a:pt x="1957" y="7528"/>
                  </a:lnTo>
                  <a:lnTo>
                    <a:pt x="1972" y="7513"/>
                  </a:lnTo>
                  <a:lnTo>
                    <a:pt x="2062" y="7483"/>
                  </a:lnTo>
                  <a:lnTo>
                    <a:pt x="2166" y="7513"/>
                  </a:lnTo>
                  <a:lnTo>
                    <a:pt x="2181" y="7513"/>
                  </a:lnTo>
                  <a:lnTo>
                    <a:pt x="2196" y="7513"/>
                  </a:lnTo>
                  <a:lnTo>
                    <a:pt x="2256" y="7498"/>
                  </a:lnTo>
                  <a:lnTo>
                    <a:pt x="2361" y="7468"/>
                  </a:lnTo>
                  <a:lnTo>
                    <a:pt x="2420" y="7439"/>
                  </a:lnTo>
                  <a:lnTo>
                    <a:pt x="2450" y="7424"/>
                  </a:lnTo>
                  <a:lnTo>
                    <a:pt x="2450" y="7394"/>
                  </a:lnTo>
                  <a:lnTo>
                    <a:pt x="2465" y="7379"/>
                  </a:lnTo>
                  <a:lnTo>
                    <a:pt x="2495" y="7304"/>
                  </a:lnTo>
                  <a:lnTo>
                    <a:pt x="2585" y="7229"/>
                  </a:lnTo>
                  <a:lnTo>
                    <a:pt x="2614" y="7214"/>
                  </a:lnTo>
                  <a:lnTo>
                    <a:pt x="2644" y="7185"/>
                  </a:lnTo>
                  <a:lnTo>
                    <a:pt x="2749" y="7125"/>
                  </a:lnTo>
                  <a:lnTo>
                    <a:pt x="2868" y="7035"/>
                  </a:lnTo>
                  <a:lnTo>
                    <a:pt x="2943" y="6976"/>
                  </a:lnTo>
                  <a:lnTo>
                    <a:pt x="3003" y="6916"/>
                  </a:lnTo>
                  <a:lnTo>
                    <a:pt x="3077" y="6856"/>
                  </a:lnTo>
                  <a:lnTo>
                    <a:pt x="3137" y="6796"/>
                  </a:lnTo>
                  <a:lnTo>
                    <a:pt x="3197" y="6766"/>
                  </a:lnTo>
                  <a:lnTo>
                    <a:pt x="3257" y="6752"/>
                  </a:lnTo>
                  <a:lnTo>
                    <a:pt x="3346" y="6752"/>
                  </a:lnTo>
                  <a:lnTo>
                    <a:pt x="3451" y="6752"/>
                  </a:lnTo>
                  <a:lnTo>
                    <a:pt x="3585" y="6752"/>
                  </a:lnTo>
                  <a:lnTo>
                    <a:pt x="3809" y="6737"/>
                  </a:lnTo>
                  <a:lnTo>
                    <a:pt x="3959" y="6722"/>
                  </a:lnTo>
                  <a:lnTo>
                    <a:pt x="4063" y="6707"/>
                  </a:lnTo>
                  <a:lnTo>
                    <a:pt x="4138" y="6662"/>
                  </a:lnTo>
                  <a:lnTo>
                    <a:pt x="4272" y="6617"/>
                  </a:lnTo>
                  <a:lnTo>
                    <a:pt x="4526" y="6513"/>
                  </a:lnTo>
                  <a:lnTo>
                    <a:pt x="4675" y="6438"/>
                  </a:lnTo>
                  <a:lnTo>
                    <a:pt x="4765" y="6393"/>
                  </a:lnTo>
                  <a:lnTo>
                    <a:pt x="4885" y="6289"/>
                  </a:lnTo>
                  <a:lnTo>
                    <a:pt x="5064" y="6139"/>
                  </a:lnTo>
                  <a:lnTo>
                    <a:pt x="5168" y="6050"/>
                  </a:lnTo>
                  <a:lnTo>
                    <a:pt x="5213" y="6005"/>
                  </a:lnTo>
                  <a:lnTo>
                    <a:pt x="5288" y="5990"/>
                  </a:lnTo>
                  <a:lnTo>
                    <a:pt x="5348" y="5990"/>
                  </a:lnTo>
                  <a:lnTo>
                    <a:pt x="5422" y="6035"/>
                  </a:lnTo>
                  <a:lnTo>
                    <a:pt x="5497" y="6050"/>
                  </a:lnTo>
                  <a:lnTo>
                    <a:pt x="5601" y="6050"/>
                  </a:lnTo>
                  <a:lnTo>
                    <a:pt x="5751" y="6035"/>
                  </a:lnTo>
                  <a:lnTo>
                    <a:pt x="5870" y="6005"/>
                  </a:lnTo>
                  <a:lnTo>
                    <a:pt x="5990" y="5915"/>
                  </a:lnTo>
                  <a:lnTo>
                    <a:pt x="6124" y="5781"/>
                  </a:lnTo>
                  <a:lnTo>
                    <a:pt x="6184" y="5691"/>
                  </a:lnTo>
                  <a:lnTo>
                    <a:pt x="6244" y="5661"/>
                  </a:lnTo>
                  <a:lnTo>
                    <a:pt x="6288" y="5602"/>
                  </a:lnTo>
                  <a:lnTo>
                    <a:pt x="6318" y="5527"/>
                  </a:lnTo>
                  <a:lnTo>
                    <a:pt x="6318" y="5527"/>
                  </a:lnTo>
                  <a:lnTo>
                    <a:pt x="6333" y="5497"/>
                  </a:lnTo>
                  <a:lnTo>
                    <a:pt x="6348" y="5467"/>
                  </a:lnTo>
                  <a:lnTo>
                    <a:pt x="6498" y="5303"/>
                  </a:lnTo>
                  <a:lnTo>
                    <a:pt x="6766" y="5139"/>
                  </a:lnTo>
                  <a:lnTo>
                    <a:pt x="6841" y="5094"/>
                  </a:lnTo>
                  <a:lnTo>
                    <a:pt x="6886" y="5079"/>
                  </a:lnTo>
                  <a:lnTo>
                    <a:pt x="6990" y="5034"/>
                  </a:lnTo>
                  <a:lnTo>
                    <a:pt x="7125" y="5019"/>
                  </a:lnTo>
                  <a:lnTo>
                    <a:pt x="7185" y="5019"/>
                  </a:lnTo>
                  <a:lnTo>
                    <a:pt x="7229" y="5019"/>
                  </a:lnTo>
                  <a:lnTo>
                    <a:pt x="7244" y="5004"/>
                  </a:lnTo>
                  <a:lnTo>
                    <a:pt x="7289" y="5004"/>
                  </a:lnTo>
                  <a:lnTo>
                    <a:pt x="7423" y="4974"/>
                  </a:lnTo>
                  <a:lnTo>
                    <a:pt x="7513" y="4915"/>
                  </a:lnTo>
                  <a:lnTo>
                    <a:pt x="7558" y="4855"/>
                  </a:lnTo>
                  <a:lnTo>
                    <a:pt x="7633" y="4810"/>
                  </a:lnTo>
                  <a:lnTo>
                    <a:pt x="7692" y="4780"/>
                  </a:lnTo>
                  <a:lnTo>
                    <a:pt x="7752" y="4735"/>
                  </a:lnTo>
                  <a:lnTo>
                    <a:pt x="7857" y="4676"/>
                  </a:lnTo>
                  <a:lnTo>
                    <a:pt x="7991" y="4661"/>
                  </a:lnTo>
                  <a:lnTo>
                    <a:pt x="8066" y="4661"/>
                  </a:lnTo>
                  <a:lnTo>
                    <a:pt x="8110" y="4646"/>
                  </a:lnTo>
                  <a:lnTo>
                    <a:pt x="8155" y="4646"/>
                  </a:lnTo>
                  <a:lnTo>
                    <a:pt x="8215" y="4631"/>
                  </a:lnTo>
                  <a:lnTo>
                    <a:pt x="8364" y="4601"/>
                  </a:lnTo>
                  <a:lnTo>
                    <a:pt x="8529" y="4526"/>
                  </a:lnTo>
                  <a:lnTo>
                    <a:pt x="8573" y="4511"/>
                  </a:lnTo>
                  <a:lnTo>
                    <a:pt x="8887" y="4317"/>
                  </a:lnTo>
                  <a:lnTo>
                    <a:pt x="9126" y="4198"/>
                  </a:lnTo>
                  <a:lnTo>
                    <a:pt x="9201" y="4153"/>
                  </a:lnTo>
                  <a:lnTo>
                    <a:pt x="9246" y="4093"/>
                  </a:lnTo>
                  <a:lnTo>
                    <a:pt x="9305" y="4018"/>
                  </a:lnTo>
                  <a:lnTo>
                    <a:pt x="9320" y="3974"/>
                  </a:lnTo>
                  <a:lnTo>
                    <a:pt x="9320" y="3929"/>
                  </a:lnTo>
                  <a:lnTo>
                    <a:pt x="9305" y="3884"/>
                  </a:lnTo>
                  <a:lnTo>
                    <a:pt x="9305" y="3824"/>
                  </a:lnTo>
                  <a:lnTo>
                    <a:pt x="9305" y="3779"/>
                  </a:lnTo>
                  <a:lnTo>
                    <a:pt x="9290" y="3765"/>
                  </a:lnTo>
                  <a:lnTo>
                    <a:pt x="9290" y="3750"/>
                  </a:lnTo>
                  <a:lnTo>
                    <a:pt x="9246" y="3735"/>
                  </a:lnTo>
                  <a:lnTo>
                    <a:pt x="9275" y="3511"/>
                  </a:lnTo>
                  <a:lnTo>
                    <a:pt x="9335" y="3346"/>
                  </a:lnTo>
                  <a:lnTo>
                    <a:pt x="9425" y="3212"/>
                  </a:lnTo>
                  <a:lnTo>
                    <a:pt x="9574" y="3063"/>
                  </a:lnTo>
                  <a:lnTo>
                    <a:pt x="9709" y="2988"/>
                  </a:lnTo>
                  <a:lnTo>
                    <a:pt x="9828" y="2928"/>
                  </a:lnTo>
                  <a:lnTo>
                    <a:pt x="9977" y="2898"/>
                  </a:lnTo>
                  <a:lnTo>
                    <a:pt x="10037" y="2868"/>
                  </a:lnTo>
                  <a:lnTo>
                    <a:pt x="10097" y="2854"/>
                  </a:lnTo>
                  <a:lnTo>
                    <a:pt x="8887" y="1"/>
                  </a:lnTo>
                  <a:lnTo>
                    <a:pt x="8603" y="76"/>
                  </a:lnTo>
                  <a:lnTo>
                    <a:pt x="8155" y="16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62"/>
            <p:cNvSpPr/>
            <p:nvPr/>
          </p:nvSpPr>
          <p:spPr>
            <a:xfrm>
              <a:off x="3385450" y="3130600"/>
              <a:ext cx="28025" cy="13100"/>
            </a:xfrm>
            <a:custGeom>
              <a:rect b="b" l="l" r="r" t="t"/>
              <a:pathLst>
                <a:path extrusionOk="0" h="524" w="1121">
                  <a:moveTo>
                    <a:pt x="284" y="1"/>
                  </a:moveTo>
                  <a:lnTo>
                    <a:pt x="150" y="1"/>
                  </a:lnTo>
                  <a:lnTo>
                    <a:pt x="1" y="120"/>
                  </a:lnTo>
                  <a:lnTo>
                    <a:pt x="45" y="225"/>
                  </a:lnTo>
                  <a:lnTo>
                    <a:pt x="165" y="374"/>
                  </a:lnTo>
                  <a:lnTo>
                    <a:pt x="523" y="524"/>
                  </a:lnTo>
                  <a:lnTo>
                    <a:pt x="703" y="494"/>
                  </a:lnTo>
                  <a:lnTo>
                    <a:pt x="792" y="464"/>
                  </a:lnTo>
                  <a:lnTo>
                    <a:pt x="897" y="404"/>
                  </a:lnTo>
                  <a:lnTo>
                    <a:pt x="1046" y="299"/>
                  </a:lnTo>
                  <a:lnTo>
                    <a:pt x="1121" y="240"/>
                  </a:lnTo>
                  <a:lnTo>
                    <a:pt x="1076" y="165"/>
                  </a:lnTo>
                  <a:lnTo>
                    <a:pt x="956" y="150"/>
                  </a:lnTo>
                  <a:lnTo>
                    <a:pt x="897" y="135"/>
                  </a:lnTo>
                  <a:lnTo>
                    <a:pt x="747" y="61"/>
                  </a:lnTo>
                  <a:lnTo>
                    <a:pt x="688" y="90"/>
                  </a:lnTo>
                  <a:lnTo>
                    <a:pt x="598" y="165"/>
                  </a:lnTo>
                  <a:lnTo>
                    <a:pt x="538" y="165"/>
                  </a:lnTo>
                  <a:lnTo>
                    <a:pt x="464" y="120"/>
                  </a:lnTo>
                  <a:lnTo>
                    <a:pt x="419" y="31"/>
                  </a:lnTo>
                  <a:lnTo>
                    <a:pt x="284" y="1"/>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62"/>
            <p:cNvSpPr/>
            <p:nvPr/>
          </p:nvSpPr>
          <p:spPr>
            <a:xfrm>
              <a:off x="3385450" y="3130600"/>
              <a:ext cx="28025" cy="13100"/>
            </a:xfrm>
            <a:custGeom>
              <a:rect b="b" l="l" r="r" t="t"/>
              <a:pathLst>
                <a:path extrusionOk="0" fill="none" h="524" w="1121">
                  <a:moveTo>
                    <a:pt x="284" y="1"/>
                  </a:moveTo>
                  <a:lnTo>
                    <a:pt x="150" y="1"/>
                  </a:lnTo>
                  <a:lnTo>
                    <a:pt x="1" y="120"/>
                  </a:lnTo>
                  <a:lnTo>
                    <a:pt x="45" y="225"/>
                  </a:lnTo>
                  <a:lnTo>
                    <a:pt x="165" y="374"/>
                  </a:lnTo>
                  <a:lnTo>
                    <a:pt x="523" y="524"/>
                  </a:lnTo>
                  <a:lnTo>
                    <a:pt x="703" y="494"/>
                  </a:lnTo>
                  <a:lnTo>
                    <a:pt x="792" y="464"/>
                  </a:lnTo>
                  <a:lnTo>
                    <a:pt x="897" y="404"/>
                  </a:lnTo>
                  <a:lnTo>
                    <a:pt x="1046" y="299"/>
                  </a:lnTo>
                  <a:lnTo>
                    <a:pt x="1121" y="240"/>
                  </a:lnTo>
                  <a:lnTo>
                    <a:pt x="1076" y="165"/>
                  </a:lnTo>
                  <a:lnTo>
                    <a:pt x="956" y="150"/>
                  </a:lnTo>
                  <a:lnTo>
                    <a:pt x="897" y="135"/>
                  </a:lnTo>
                  <a:lnTo>
                    <a:pt x="747" y="61"/>
                  </a:lnTo>
                  <a:lnTo>
                    <a:pt x="688" y="90"/>
                  </a:lnTo>
                  <a:lnTo>
                    <a:pt x="598" y="165"/>
                  </a:lnTo>
                  <a:lnTo>
                    <a:pt x="538" y="165"/>
                  </a:lnTo>
                  <a:lnTo>
                    <a:pt x="464" y="120"/>
                  </a:lnTo>
                  <a:lnTo>
                    <a:pt x="419" y="31"/>
                  </a:lnTo>
                  <a:lnTo>
                    <a:pt x="284" y="1"/>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62"/>
            <p:cNvSpPr/>
            <p:nvPr/>
          </p:nvSpPr>
          <p:spPr>
            <a:xfrm>
              <a:off x="2909400" y="2539200"/>
              <a:ext cx="514150" cy="479425"/>
            </a:xfrm>
            <a:custGeom>
              <a:rect b="b" l="l" r="r" t="t"/>
              <a:pathLst>
                <a:path extrusionOk="0" h="19177" w="20566">
                  <a:moveTo>
                    <a:pt x="4048" y="0"/>
                  </a:moveTo>
                  <a:lnTo>
                    <a:pt x="4033" y="15"/>
                  </a:lnTo>
                  <a:lnTo>
                    <a:pt x="4003" y="45"/>
                  </a:lnTo>
                  <a:lnTo>
                    <a:pt x="3899" y="120"/>
                  </a:lnTo>
                  <a:lnTo>
                    <a:pt x="3735" y="209"/>
                  </a:lnTo>
                  <a:lnTo>
                    <a:pt x="3585" y="284"/>
                  </a:lnTo>
                  <a:lnTo>
                    <a:pt x="3018" y="493"/>
                  </a:lnTo>
                  <a:lnTo>
                    <a:pt x="2704" y="568"/>
                  </a:lnTo>
                  <a:lnTo>
                    <a:pt x="2689" y="583"/>
                  </a:lnTo>
                  <a:lnTo>
                    <a:pt x="2540" y="583"/>
                  </a:lnTo>
                  <a:lnTo>
                    <a:pt x="2390" y="612"/>
                  </a:lnTo>
                  <a:lnTo>
                    <a:pt x="2241" y="672"/>
                  </a:lnTo>
                  <a:lnTo>
                    <a:pt x="2166" y="792"/>
                  </a:lnTo>
                  <a:lnTo>
                    <a:pt x="2181" y="836"/>
                  </a:lnTo>
                  <a:lnTo>
                    <a:pt x="2256" y="1016"/>
                  </a:lnTo>
                  <a:lnTo>
                    <a:pt x="2585" y="1359"/>
                  </a:lnTo>
                  <a:lnTo>
                    <a:pt x="2719" y="1494"/>
                  </a:lnTo>
                  <a:lnTo>
                    <a:pt x="2764" y="1523"/>
                  </a:lnTo>
                  <a:lnTo>
                    <a:pt x="2794" y="1553"/>
                  </a:lnTo>
                  <a:lnTo>
                    <a:pt x="2883" y="1643"/>
                  </a:lnTo>
                  <a:lnTo>
                    <a:pt x="2958" y="1747"/>
                  </a:lnTo>
                  <a:lnTo>
                    <a:pt x="3003" y="1882"/>
                  </a:lnTo>
                  <a:lnTo>
                    <a:pt x="2973" y="2016"/>
                  </a:lnTo>
                  <a:lnTo>
                    <a:pt x="2898" y="2151"/>
                  </a:lnTo>
                  <a:lnTo>
                    <a:pt x="2823" y="2240"/>
                  </a:lnTo>
                  <a:lnTo>
                    <a:pt x="2794" y="2285"/>
                  </a:lnTo>
                  <a:lnTo>
                    <a:pt x="2764" y="2315"/>
                  </a:lnTo>
                  <a:lnTo>
                    <a:pt x="2749" y="2405"/>
                  </a:lnTo>
                  <a:lnTo>
                    <a:pt x="2689" y="2524"/>
                  </a:lnTo>
                  <a:lnTo>
                    <a:pt x="2644" y="2614"/>
                  </a:lnTo>
                  <a:lnTo>
                    <a:pt x="2570" y="2688"/>
                  </a:lnTo>
                  <a:lnTo>
                    <a:pt x="2465" y="2718"/>
                  </a:lnTo>
                  <a:lnTo>
                    <a:pt x="2286" y="2733"/>
                  </a:lnTo>
                  <a:lnTo>
                    <a:pt x="2092" y="2748"/>
                  </a:lnTo>
                  <a:lnTo>
                    <a:pt x="1987" y="2778"/>
                  </a:lnTo>
                  <a:lnTo>
                    <a:pt x="1853" y="3002"/>
                  </a:lnTo>
                  <a:lnTo>
                    <a:pt x="1479" y="3450"/>
                  </a:lnTo>
                  <a:lnTo>
                    <a:pt x="1390" y="3570"/>
                  </a:lnTo>
                  <a:lnTo>
                    <a:pt x="1345" y="3614"/>
                  </a:lnTo>
                  <a:lnTo>
                    <a:pt x="1345" y="3644"/>
                  </a:lnTo>
                  <a:lnTo>
                    <a:pt x="927" y="3584"/>
                  </a:lnTo>
                  <a:lnTo>
                    <a:pt x="255" y="3435"/>
                  </a:lnTo>
                  <a:lnTo>
                    <a:pt x="240" y="3435"/>
                  </a:lnTo>
                  <a:lnTo>
                    <a:pt x="225" y="3510"/>
                  </a:lnTo>
                  <a:lnTo>
                    <a:pt x="225" y="3570"/>
                  </a:lnTo>
                  <a:lnTo>
                    <a:pt x="225" y="3659"/>
                  </a:lnTo>
                  <a:lnTo>
                    <a:pt x="195" y="3779"/>
                  </a:lnTo>
                  <a:lnTo>
                    <a:pt x="180" y="3823"/>
                  </a:lnTo>
                  <a:lnTo>
                    <a:pt x="165" y="3868"/>
                  </a:lnTo>
                  <a:lnTo>
                    <a:pt x="135" y="3943"/>
                  </a:lnTo>
                  <a:lnTo>
                    <a:pt x="150" y="4077"/>
                  </a:lnTo>
                  <a:lnTo>
                    <a:pt x="165" y="4137"/>
                  </a:lnTo>
                  <a:lnTo>
                    <a:pt x="180" y="4197"/>
                  </a:lnTo>
                  <a:lnTo>
                    <a:pt x="195" y="4301"/>
                  </a:lnTo>
                  <a:lnTo>
                    <a:pt x="180" y="4406"/>
                  </a:lnTo>
                  <a:lnTo>
                    <a:pt x="165" y="4481"/>
                  </a:lnTo>
                  <a:lnTo>
                    <a:pt x="120" y="4570"/>
                  </a:lnTo>
                  <a:lnTo>
                    <a:pt x="90" y="4690"/>
                  </a:lnTo>
                  <a:lnTo>
                    <a:pt x="46" y="4794"/>
                  </a:lnTo>
                  <a:lnTo>
                    <a:pt x="31" y="4869"/>
                  </a:lnTo>
                  <a:lnTo>
                    <a:pt x="16" y="4914"/>
                  </a:lnTo>
                  <a:lnTo>
                    <a:pt x="1" y="4944"/>
                  </a:lnTo>
                  <a:lnTo>
                    <a:pt x="1" y="4958"/>
                  </a:lnTo>
                  <a:lnTo>
                    <a:pt x="16" y="4929"/>
                  </a:lnTo>
                  <a:lnTo>
                    <a:pt x="90" y="4899"/>
                  </a:lnTo>
                  <a:lnTo>
                    <a:pt x="150" y="4884"/>
                  </a:lnTo>
                  <a:lnTo>
                    <a:pt x="180" y="4914"/>
                  </a:lnTo>
                  <a:lnTo>
                    <a:pt x="210" y="4929"/>
                  </a:lnTo>
                  <a:lnTo>
                    <a:pt x="225" y="4944"/>
                  </a:lnTo>
                  <a:lnTo>
                    <a:pt x="270" y="4929"/>
                  </a:lnTo>
                  <a:lnTo>
                    <a:pt x="314" y="4914"/>
                  </a:lnTo>
                  <a:lnTo>
                    <a:pt x="314" y="4899"/>
                  </a:lnTo>
                  <a:lnTo>
                    <a:pt x="329" y="4884"/>
                  </a:lnTo>
                  <a:lnTo>
                    <a:pt x="389" y="4869"/>
                  </a:lnTo>
                  <a:lnTo>
                    <a:pt x="464" y="4884"/>
                  </a:lnTo>
                  <a:lnTo>
                    <a:pt x="509" y="4914"/>
                  </a:lnTo>
                  <a:lnTo>
                    <a:pt x="568" y="4988"/>
                  </a:lnTo>
                  <a:lnTo>
                    <a:pt x="792" y="5377"/>
                  </a:lnTo>
                  <a:lnTo>
                    <a:pt x="942" y="5645"/>
                  </a:lnTo>
                  <a:lnTo>
                    <a:pt x="1181" y="6019"/>
                  </a:lnTo>
                  <a:lnTo>
                    <a:pt x="1494" y="6497"/>
                  </a:lnTo>
                  <a:lnTo>
                    <a:pt x="1509" y="6527"/>
                  </a:lnTo>
                  <a:lnTo>
                    <a:pt x="1524" y="6542"/>
                  </a:lnTo>
                  <a:lnTo>
                    <a:pt x="1629" y="6676"/>
                  </a:lnTo>
                  <a:lnTo>
                    <a:pt x="1688" y="6810"/>
                  </a:lnTo>
                  <a:lnTo>
                    <a:pt x="1718" y="6915"/>
                  </a:lnTo>
                  <a:lnTo>
                    <a:pt x="1778" y="7049"/>
                  </a:lnTo>
                  <a:lnTo>
                    <a:pt x="1853" y="7184"/>
                  </a:lnTo>
                  <a:lnTo>
                    <a:pt x="1898" y="7258"/>
                  </a:lnTo>
                  <a:lnTo>
                    <a:pt x="1942" y="7318"/>
                  </a:lnTo>
                  <a:lnTo>
                    <a:pt x="2002" y="7378"/>
                  </a:lnTo>
                  <a:lnTo>
                    <a:pt x="2062" y="7423"/>
                  </a:lnTo>
                  <a:lnTo>
                    <a:pt x="2107" y="7453"/>
                  </a:lnTo>
                  <a:lnTo>
                    <a:pt x="2136" y="7467"/>
                  </a:lnTo>
                  <a:lnTo>
                    <a:pt x="2151" y="7482"/>
                  </a:lnTo>
                  <a:lnTo>
                    <a:pt x="2166" y="7497"/>
                  </a:lnTo>
                  <a:lnTo>
                    <a:pt x="2166" y="7542"/>
                  </a:lnTo>
                  <a:lnTo>
                    <a:pt x="2151" y="7587"/>
                  </a:lnTo>
                  <a:lnTo>
                    <a:pt x="2122" y="7602"/>
                  </a:lnTo>
                  <a:lnTo>
                    <a:pt x="2107" y="7617"/>
                  </a:lnTo>
                  <a:lnTo>
                    <a:pt x="2092" y="7617"/>
                  </a:lnTo>
                  <a:lnTo>
                    <a:pt x="2077" y="7647"/>
                  </a:lnTo>
                  <a:lnTo>
                    <a:pt x="2107" y="7677"/>
                  </a:lnTo>
                  <a:lnTo>
                    <a:pt x="2181" y="7766"/>
                  </a:lnTo>
                  <a:lnTo>
                    <a:pt x="2271" y="7826"/>
                  </a:lnTo>
                  <a:lnTo>
                    <a:pt x="2286" y="7826"/>
                  </a:lnTo>
                  <a:lnTo>
                    <a:pt x="2316" y="7841"/>
                  </a:lnTo>
                  <a:lnTo>
                    <a:pt x="2375" y="7886"/>
                  </a:lnTo>
                  <a:lnTo>
                    <a:pt x="2420" y="7930"/>
                  </a:lnTo>
                  <a:lnTo>
                    <a:pt x="2450" y="7975"/>
                  </a:lnTo>
                  <a:lnTo>
                    <a:pt x="2465" y="8035"/>
                  </a:lnTo>
                  <a:lnTo>
                    <a:pt x="2480" y="8080"/>
                  </a:lnTo>
                  <a:lnTo>
                    <a:pt x="2525" y="8140"/>
                  </a:lnTo>
                  <a:lnTo>
                    <a:pt x="2599" y="8229"/>
                  </a:lnTo>
                  <a:lnTo>
                    <a:pt x="2644" y="8364"/>
                  </a:lnTo>
                  <a:lnTo>
                    <a:pt x="2659" y="8379"/>
                  </a:lnTo>
                  <a:lnTo>
                    <a:pt x="2734" y="8603"/>
                  </a:lnTo>
                  <a:lnTo>
                    <a:pt x="2734" y="8827"/>
                  </a:lnTo>
                  <a:lnTo>
                    <a:pt x="2719" y="8886"/>
                  </a:lnTo>
                  <a:lnTo>
                    <a:pt x="2674" y="8916"/>
                  </a:lnTo>
                  <a:lnTo>
                    <a:pt x="2659" y="8931"/>
                  </a:lnTo>
                  <a:lnTo>
                    <a:pt x="2719" y="9036"/>
                  </a:lnTo>
                  <a:lnTo>
                    <a:pt x="2764" y="9110"/>
                  </a:lnTo>
                  <a:lnTo>
                    <a:pt x="2809" y="9185"/>
                  </a:lnTo>
                  <a:lnTo>
                    <a:pt x="2913" y="9349"/>
                  </a:lnTo>
                  <a:lnTo>
                    <a:pt x="3003" y="9499"/>
                  </a:lnTo>
                  <a:lnTo>
                    <a:pt x="3062" y="9573"/>
                  </a:lnTo>
                  <a:lnTo>
                    <a:pt x="3137" y="9558"/>
                  </a:lnTo>
                  <a:lnTo>
                    <a:pt x="3197" y="9558"/>
                  </a:lnTo>
                  <a:lnTo>
                    <a:pt x="3257" y="9573"/>
                  </a:lnTo>
                  <a:lnTo>
                    <a:pt x="3331" y="9618"/>
                  </a:lnTo>
                  <a:lnTo>
                    <a:pt x="3376" y="9648"/>
                  </a:lnTo>
                  <a:lnTo>
                    <a:pt x="3451" y="9723"/>
                  </a:lnTo>
                  <a:lnTo>
                    <a:pt x="3436" y="9827"/>
                  </a:lnTo>
                  <a:lnTo>
                    <a:pt x="3451" y="9932"/>
                  </a:lnTo>
                  <a:lnTo>
                    <a:pt x="3496" y="10036"/>
                  </a:lnTo>
                  <a:lnTo>
                    <a:pt x="3600" y="10111"/>
                  </a:lnTo>
                  <a:lnTo>
                    <a:pt x="3690" y="10156"/>
                  </a:lnTo>
                  <a:lnTo>
                    <a:pt x="3749" y="10215"/>
                  </a:lnTo>
                  <a:lnTo>
                    <a:pt x="3794" y="10275"/>
                  </a:lnTo>
                  <a:lnTo>
                    <a:pt x="3824" y="10350"/>
                  </a:lnTo>
                  <a:lnTo>
                    <a:pt x="3839" y="10440"/>
                  </a:lnTo>
                  <a:lnTo>
                    <a:pt x="3869" y="10484"/>
                  </a:lnTo>
                  <a:lnTo>
                    <a:pt x="3869" y="10440"/>
                  </a:lnTo>
                  <a:lnTo>
                    <a:pt x="3854" y="10365"/>
                  </a:lnTo>
                  <a:lnTo>
                    <a:pt x="3839" y="10290"/>
                  </a:lnTo>
                  <a:lnTo>
                    <a:pt x="3809" y="10230"/>
                  </a:lnTo>
                  <a:lnTo>
                    <a:pt x="3779" y="10171"/>
                  </a:lnTo>
                  <a:lnTo>
                    <a:pt x="3735" y="10126"/>
                  </a:lnTo>
                  <a:lnTo>
                    <a:pt x="3660" y="10066"/>
                  </a:lnTo>
                  <a:lnTo>
                    <a:pt x="3570" y="10006"/>
                  </a:lnTo>
                  <a:lnTo>
                    <a:pt x="3525" y="9977"/>
                  </a:lnTo>
                  <a:lnTo>
                    <a:pt x="3496" y="9902"/>
                  </a:lnTo>
                  <a:lnTo>
                    <a:pt x="3466" y="9842"/>
                  </a:lnTo>
                  <a:lnTo>
                    <a:pt x="3481" y="9797"/>
                  </a:lnTo>
                  <a:lnTo>
                    <a:pt x="3510" y="9753"/>
                  </a:lnTo>
                  <a:lnTo>
                    <a:pt x="3555" y="9812"/>
                  </a:lnTo>
                  <a:lnTo>
                    <a:pt x="3675" y="9932"/>
                  </a:lnTo>
                  <a:lnTo>
                    <a:pt x="3959" y="10245"/>
                  </a:lnTo>
                  <a:lnTo>
                    <a:pt x="4018" y="10395"/>
                  </a:lnTo>
                  <a:lnTo>
                    <a:pt x="4078" y="10589"/>
                  </a:lnTo>
                  <a:lnTo>
                    <a:pt x="4153" y="10738"/>
                  </a:lnTo>
                  <a:lnTo>
                    <a:pt x="4197" y="10813"/>
                  </a:lnTo>
                  <a:lnTo>
                    <a:pt x="4242" y="10902"/>
                  </a:lnTo>
                  <a:lnTo>
                    <a:pt x="4347" y="11112"/>
                  </a:lnTo>
                  <a:lnTo>
                    <a:pt x="4436" y="11231"/>
                  </a:lnTo>
                  <a:lnTo>
                    <a:pt x="4466" y="11291"/>
                  </a:lnTo>
                  <a:lnTo>
                    <a:pt x="4496" y="11336"/>
                  </a:lnTo>
                  <a:lnTo>
                    <a:pt x="4526" y="11380"/>
                  </a:lnTo>
                  <a:lnTo>
                    <a:pt x="4556" y="11425"/>
                  </a:lnTo>
                  <a:lnTo>
                    <a:pt x="4616" y="11500"/>
                  </a:lnTo>
                  <a:lnTo>
                    <a:pt x="4660" y="11679"/>
                  </a:lnTo>
                  <a:lnTo>
                    <a:pt x="4660" y="11694"/>
                  </a:lnTo>
                  <a:lnTo>
                    <a:pt x="4690" y="11799"/>
                  </a:lnTo>
                  <a:lnTo>
                    <a:pt x="4690" y="11873"/>
                  </a:lnTo>
                  <a:lnTo>
                    <a:pt x="4675" y="11933"/>
                  </a:lnTo>
                  <a:lnTo>
                    <a:pt x="4646" y="12038"/>
                  </a:lnTo>
                  <a:lnTo>
                    <a:pt x="4631" y="12082"/>
                  </a:lnTo>
                  <a:lnTo>
                    <a:pt x="4616" y="12142"/>
                  </a:lnTo>
                  <a:lnTo>
                    <a:pt x="4601" y="12187"/>
                  </a:lnTo>
                  <a:lnTo>
                    <a:pt x="4586" y="12217"/>
                  </a:lnTo>
                  <a:lnTo>
                    <a:pt x="4556" y="12336"/>
                  </a:lnTo>
                  <a:lnTo>
                    <a:pt x="4556" y="12396"/>
                  </a:lnTo>
                  <a:lnTo>
                    <a:pt x="4571" y="12456"/>
                  </a:lnTo>
                  <a:lnTo>
                    <a:pt x="4631" y="12560"/>
                  </a:lnTo>
                  <a:lnTo>
                    <a:pt x="4631" y="12575"/>
                  </a:lnTo>
                  <a:lnTo>
                    <a:pt x="4646" y="12605"/>
                  </a:lnTo>
                  <a:lnTo>
                    <a:pt x="4690" y="12680"/>
                  </a:lnTo>
                  <a:lnTo>
                    <a:pt x="4735" y="12739"/>
                  </a:lnTo>
                  <a:lnTo>
                    <a:pt x="4795" y="12829"/>
                  </a:lnTo>
                  <a:lnTo>
                    <a:pt x="4825" y="12963"/>
                  </a:lnTo>
                  <a:lnTo>
                    <a:pt x="4795" y="13038"/>
                  </a:lnTo>
                  <a:lnTo>
                    <a:pt x="4735" y="13098"/>
                  </a:lnTo>
                  <a:lnTo>
                    <a:pt x="4690" y="13128"/>
                  </a:lnTo>
                  <a:lnTo>
                    <a:pt x="4646" y="13173"/>
                  </a:lnTo>
                  <a:lnTo>
                    <a:pt x="4675" y="13277"/>
                  </a:lnTo>
                  <a:lnTo>
                    <a:pt x="4750" y="13426"/>
                  </a:lnTo>
                  <a:lnTo>
                    <a:pt x="4840" y="13531"/>
                  </a:lnTo>
                  <a:lnTo>
                    <a:pt x="4884" y="13591"/>
                  </a:lnTo>
                  <a:lnTo>
                    <a:pt x="4929" y="13650"/>
                  </a:lnTo>
                  <a:lnTo>
                    <a:pt x="4974" y="13710"/>
                  </a:lnTo>
                  <a:lnTo>
                    <a:pt x="5034" y="13770"/>
                  </a:lnTo>
                  <a:lnTo>
                    <a:pt x="5138" y="13889"/>
                  </a:lnTo>
                  <a:lnTo>
                    <a:pt x="5213" y="14069"/>
                  </a:lnTo>
                  <a:lnTo>
                    <a:pt x="5258" y="14188"/>
                  </a:lnTo>
                  <a:lnTo>
                    <a:pt x="5333" y="14293"/>
                  </a:lnTo>
                  <a:lnTo>
                    <a:pt x="5482" y="14412"/>
                  </a:lnTo>
                  <a:lnTo>
                    <a:pt x="5586" y="14457"/>
                  </a:lnTo>
                  <a:lnTo>
                    <a:pt x="5631" y="14457"/>
                  </a:lnTo>
                  <a:lnTo>
                    <a:pt x="5676" y="14442"/>
                  </a:lnTo>
                  <a:lnTo>
                    <a:pt x="5706" y="14427"/>
                  </a:lnTo>
                  <a:lnTo>
                    <a:pt x="5781" y="14457"/>
                  </a:lnTo>
                  <a:lnTo>
                    <a:pt x="5825" y="14502"/>
                  </a:lnTo>
                  <a:lnTo>
                    <a:pt x="5945" y="14636"/>
                  </a:lnTo>
                  <a:lnTo>
                    <a:pt x="6109" y="14800"/>
                  </a:lnTo>
                  <a:lnTo>
                    <a:pt x="6244" y="14950"/>
                  </a:lnTo>
                  <a:lnTo>
                    <a:pt x="6303" y="15024"/>
                  </a:lnTo>
                  <a:lnTo>
                    <a:pt x="6318" y="15054"/>
                  </a:lnTo>
                  <a:lnTo>
                    <a:pt x="6348" y="15039"/>
                  </a:lnTo>
                  <a:lnTo>
                    <a:pt x="6393" y="15039"/>
                  </a:lnTo>
                  <a:lnTo>
                    <a:pt x="6453" y="15144"/>
                  </a:lnTo>
                  <a:lnTo>
                    <a:pt x="6483" y="15219"/>
                  </a:lnTo>
                  <a:lnTo>
                    <a:pt x="6497" y="15263"/>
                  </a:lnTo>
                  <a:lnTo>
                    <a:pt x="6527" y="15353"/>
                  </a:lnTo>
                  <a:lnTo>
                    <a:pt x="6572" y="15413"/>
                  </a:lnTo>
                  <a:lnTo>
                    <a:pt x="6602" y="15517"/>
                  </a:lnTo>
                  <a:lnTo>
                    <a:pt x="6617" y="15607"/>
                  </a:lnTo>
                  <a:lnTo>
                    <a:pt x="6617" y="15637"/>
                  </a:lnTo>
                  <a:lnTo>
                    <a:pt x="6632" y="15682"/>
                  </a:lnTo>
                  <a:lnTo>
                    <a:pt x="6647" y="15726"/>
                  </a:lnTo>
                  <a:lnTo>
                    <a:pt x="6707" y="15771"/>
                  </a:lnTo>
                  <a:lnTo>
                    <a:pt x="6796" y="15846"/>
                  </a:lnTo>
                  <a:lnTo>
                    <a:pt x="6856" y="15965"/>
                  </a:lnTo>
                  <a:lnTo>
                    <a:pt x="6931" y="16174"/>
                  </a:lnTo>
                  <a:lnTo>
                    <a:pt x="6931" y="16324"/>
                  </a:lnTo>
                  <a:lnTo>
                    <a:pt x="6931" y="16339"/>
                  </a:lnTo>
                  <a:lnTo>
                    <a:pt x="6945" y="16428"/>
                  </a:lnTo>
                  <a:lnTo>
                    <a:pt x="6990" y="16488"/>
                  </a:lnTo>
                  <a:lnTo>
                    <a:pt x="7005" y="16503"/>
                  </a:lnTo>
                  <a:lnTo>
                    <a:pt x="7020" y="16518"/>
                  </a:lnTo>
                  <a:lnTo>
                    <a:pt x="7035" y="16533"/>
                  </a:lnTo>
                  <a:lnTo>
                    <a:pt x="7050" y="16563"/>
                  </a:lnTo>
                  <a:lnTo>
                    <a:pt x="7110" y="16623"/>
                  </a:lnTo>
                  <a:lnTo>
                    <a:pt x="7140" y="16757"/>
                  </a:lnTo>
                  <a:lnTo>
                    <a:pt x="7065" y="16832"/>
                  </a:lnTo>
                  <a:lnTo>
                    <a:pt x="6990" y="16891"/>
                  </a:lnTo>
                  <a:lnTo>
                    <a:pt x="6975" y="16951"/>
                  </a:lnTo>
                  <a:lnTo>
                    <a:pt x="7005" y="16996"/>
                  </a:lnTo>
                  <a:lnTo>
                    <a:pt x="7050" y="17011"/>
                  </a:lnTo>
                  <a:lnTo>
                    <a:pt x="7110" y="17056"/>
                  </a:lnTo>
                  <a:lnTo>
                    <a:pt x="7140" y="17145"/>
                  </a:lnTo>
                  <a:lnTo>
                    <a:pt x="7140" y="17190"/>
                  </a:lnTo>
                  <a:lnTo>
                    <a:pt x="7199" y="17250"/>
                  </a:lnTo>
                  <a:lnTo>
                    <a:pt x="7214" y="17205"/>
                  </a:lnTo>
                  <a:lnTo>
                    <a:pt x="7244" y="17130"/>
                  </a:lnTo>
                  <a:lnTo>
                    <a:pt x="7274" y="17056"/>
                  </a:lnTo>
                  <a:lnTo>
                    <a:pt x="7289" y="17085"/>
                  </a:lnTo>
                  <a:lnTo>
                    <a:pt x="7468" y="17339"/>
                  </a:lnTo>
                  <a:lnTo>
                    <a:pt x="7767" y="17608"/>
                  </a:lnTo>
                  <a:lnTo>
                    <a:pt x="7812" y="17653"/>
                  </a:lnTo>
                  <a:lnTo>
                    <a:pt x="7857" y="17698"/>
                  </a:lnTo>
                  <a:lnTo>
                    <a:pt x="7901" y="17743"/>
                  </a:lnTo>
                  <a:lnTo>
                    <a:pt x="7976" y="17802"/>
                  </a:lnTo>
                  <a:lnTo>
                    <a:pt x="8066" y="17952"/>
                  </a:lnTo>
                  <a:lnTo>
                    <a:pt x="8066" y="18056"/>
                  </a:lnTo>
                  <a:lnTo>
                    <a:pt x="8066" y="18176"/>
                  </a:lnTo>
                  <a:lnTo>
                    <a:pt x="8110" y="18295"/>
                  </a:lnTo>
                  <a:lnTo>
                    <a:pt x="8155" y="18340"/>
                  </a:lnTo>
                  <a:lnTo>
                    <a:pt x="8170" y="18355"/>
                  </a:lnTo>
                  <a:lnTo>
                    <a:pt x="8200" y="18385"/>
                  </a:lnTo>
                  <a:lnTo>
                    <a:pt x="8230" y="18400"/>
                  </a:lnTo>
                  <a:lnTo>
                    <a:pt x="8275" y="18415"/>
                  </a:lnTo>
                  <a:lnTo>
                    <a:pt x="8305" y="18534"/>
                  </a:lnTo>
                  <a:lnTo>
                    <a:pt x="8334" y="18639"/>
                  </a:lnTo>
                  <a:lnTo>
                    <a:pt x="8379" y="18684"/>
                  </a:lnTo>
                  <a:lnTo>
                    <a:pt x="8424" y="18728"/>
                  </a:lnTo>
                  <a:lnTo>
                    <a:pt x="8469" y="18803"/>
                  </a:lnTo>
                  <a:lnTo>
                    <a:pt x="8514" y="18908"/>
                  </a:lnTo>
                  <a:lnTo>
                    <a:pt x="8514" y="18982"/>
                  </a:lnTo>
                  <a:lnTo>
                    <a:pt x="8514" y="19027"/>
                  </a:lnTo>
                  <a:lnTo>
                    <a:pt x="8529" y="19072"/>
                  </a:lnTo>
                  <a:lnTo>
                    <a:pt x="8529" y="19132"/>
                  </a:lnTo>
                  <a:lnTo>
                    <a:pt x="8544" y="19176"/>
                  </a:lnTo>
                  <a:lnTo>
                    <a:pt x="8618" y="19117"/>
                  </a:lnTo>
                  <a:lnTo>
                    <a:pt x="8708" y="19042"/>
                  </a:lnTo>
                  <a:lnTo>
                    <a:pt x="8827" y="18893"/>
                  </a:lnTo>
                  <a:lnTo>
                    <a:pt x="8902" y="18788"/>
                  </a:lnTo>
                  <a:lnTo>
                    <a:pt x="8887" y="18698"/>
                  </a:lnTo>
                  <a:lnTo>
                    <a:pt x="8842" y="18579"/>
                  </a:lnTo>
                  <a:lnTo>
                    <a:pt x="8827" y="18549"/>
                  </a:lnTo>
                  <a:lnTo>
                    <a:pt x="8827" y="18534"/>
                  </a:lnTo>
                  <a:lnTo>
                    <a:pt x="8812" y="18519"/>
                  </a:lnTo>
                  <a:lnTo>
                    <a:pt x="8797" y="18459"/>
                  </a:lnTo>
                  <a:lnTo>
                    <a:pt x="8782" y="18310"/>
                  </a:lnTo>
                  <a:lnTo>
                    <a:pt x="8827" y="18206"/>
                  </a:lnTo>
                  <a:lnTo>
                    <a:pt x="8872" y="18101"/>
                  </a:lnTo>
                  <a:lnTo>
                    <a:pt x="8887" y="18041"/>
                  </a:lnTo>
                  <a:lnTo>
                    <a:pt x="8887" y="18011"/>
                  </a:lnTo>
                  <a:lnTo>
                    <a:pt x="8887" y="17952"/>
                  </a:lnTo>
                  <a:lnTo>
                    <a:pt x="8902" y="17892"/>
                  </a:lnTo>
                  <a:lnTo>
                    <a:pt x="8947" y="17832"/>
                  </a:lnTo>
                  <a:lnTo>
                    <a:pt x="8992" y="17787"/>
                  </a:lnTo>
                  <a:lnTo>
                    <a:pt x="9051" y="17758"/>
                  </a:lnTo>
                  <a:lnTo>
                    <a:pt x="9126" y="17728"/>
                  </a:lnTo>
                  <a:lnTo>
                    <a:pt x="9186" y="17743"/>
                  </a:lnTo>
                  <a:lnTo>
                    <a:pt x="9245" y="17758"/>
                  </a:lnTo>
                  <a:lnTo>
                    <a:pt x="9305" y="17802"/>
                  </a:lnTo>
                  <a:lnTo>
                    <a:pt x="9335" y="17832"/>
                  </a:lnTo>
                  <a:lnTo>
                    <a:pt x="9365" y="17862"/>
                  </a:lnTo>
                  <a:lnTo>
                    <a:pt x="9469" y="17982"/>
                  </a:lnTo>
                  <a:lnTo>
                    <a:pt x="9589" y="18026"/>
                  </a:lnTo>
                  <a:lnTo>
                    <a:pt x="9723" y="18011"/>
                  </a:lnTo>
                  <a:lnTo>
                    <a:pt x="9813" y="17907"/>
                  </a:lnTo>
                  <a:lnTo>
                    <a:pt x="9828" y="17892"/>
                  </a:lnTo>
                  <a:lnTo>
                    <a:pt x="9977" y="17832"/>
                  </a:lnTo>
                  <a:lnTo>
                    <a:pt x="10186" y="17862"/>
                  </a:lnTo>
                  <a:lnTo>
                    <a:pt x="10246" y="17877"/>
                  </a:lnTo>
                  <a:lnTo>
                    <a:pt x="10739" y="17877"/>
                  </a:lnTo>
                  <a:lnTo>
                    <a:pt x="10873" y="17907"/>
                  </a:lnTo>
                  <a:lnTo>
                    <a:pt x="10993" y="17937"/>
                  </a:lnTo>
                  <a:lnTo>
                    <a:pt x="11112" y="17952"/>
                  </a:lnTo>
                  <a:lnTo>
                    <a:pt x="11262" y="17967"/>
                  </a:lnTo>
                  <a:lnTo>
                    <a:pt x="11590" y="18011"/>
                  </a:lnTo>
                  <a:lnTo>
                    <a:pt x="11919" y="18056"/>
                  </a:lnTo>
                  <a:lnTo>
                    <a:pt x="12098" y="18086"/>
                  </a:lnTo>
                  <a:lnTo>
                    <a:pt x="12217" y="18131"/>
                  </a:lnTo>
                  <a:lnTo>
                    <a:pt x="12307" y="18191"/>
                  </a:lnTo>
                  <a:lnTo>
                    <a:pt x="12441" y="18280"/>
                  </a:lnTo>
                  <a:lnTo>
                    <a:pt x="12546" y="18370"/>
                  </a:lnTo>
                  <a:lnTo>
                    <a:pt x="12576" y="18400"/>
                  </a:lnTo>
                  <a:lnTo>
                    <a:pt x="12606" y="18415"/>
                  </a:lnTo>
                  <a:lnTo>
                    <a:pt x="12680" y="18459"/>
                  </a:lnTo>
                  <a:lnTo>
                    <a:pt x="12770" y="18459"/>
                  </a:lnTo>
                  <a:lnTo>
                    <a:pt x="12860" y="18430"/>
                  </a:lnTo>
                  <a:lnTo>
                    <a:pt x="12934" y="18355"/>
                  </a:lnTo>
                  <a:lnTo>
                    <a:pt x="12979" y="18310"/>
                  </a:lnTo>
                  <a:lnTo>
                    <a:pt x="13009" y="18250"/>
                  </a:lnTo>
                  <a:lnTo>
                    <a:pt x="13054" y="18131"/>
                  </a:lnTo>
                  <a:lnTo>
                    <a:pt x="13114" y="18011"/>
                  </a:lnTo>
                  <a:lnTo>
                    <a:pt x="13188" y="17802"/>
                  </a:lnTo>
                  <a:lnTo>
                    <a:pt x="13412" y="17384"/>
                  </a:lnTo>
                  <a:lnTo>
                    <a:pt x="13606" y="17160"/>
                  </a:lnTo>
                  <a:lnTo>
                    <a:pt x="13890" y="16876"/>
                  </a:lnTo>
                  <a:lnTo>
                    <a:pt x="14114" y="16712"/>
                  </a:lnTo>
                  <a:lnTo>
                    <a:pt x="14338" y="16548"/>
                  </a:lnTo>
                  <a:lnTo>
                    <a:pt x="14532" y="16473"/>
                  </a:lnTo>
                  <a:lnTo>
                    <a:pt x="14577" y="16458"/>
                  </a:lnTo>
                  <a:lnTo>
                    <a:pt x="14846" y="16398"/>
                  </a:lnTo>
                  <a:lnTo>
                    <a:pt x="15070" y="16369"/>
                  </a:lnTo>
                  <a:lnTo>
                    <a:pt x="15548" y="16309"/>
                  </a:lnTo>
                  <a:lnTo>
                    <a:pt x="16593" y="16130"/>
                  </a:lnTo>
                  <a:lnTo>
                    <a:pt x="17236" y="15995"/>
                  </a:lnTo>
                  <a:lnTo>
                    <a:pt x="17489" y="15906"/>
                  </a:lnTo>
                  <a:lnTo>
                    <a:pt x="17803" y="15771"/>
                  </a:lnTo>
                  <a:lnTo>
                    <a:pt x="18430" y="15517"/>
                  </a:lnTo>
                  <a:lnTo>
                    <a:pt x="19625" y="15039"/>
                  </a:lnTo>
                  <a:lnTo>
                    <a:pt x="20193" y="14756"/>
                  </a:lnTo>
                  <a:lnTo>
                    <a:pt x="20267" y="14576"/>
                  </a:lnTo>
                  <a:lnTo>
                    <a:pt x="20402" y="13725"/>
                  </a:lnTo>
                  <a:lnTo>
                    <a:pt x="20551" y="12665"/>
                  </a:lnTo>
                  <a:lnTo>
                    <a:pt x="20566" y="12276"/>
                  </a:lnTo>
                  <a:lnTo>
                    <a:pt x="20536" y="12172"/>
                  </a:lnTo>
                  <a:lnTo>
                    <a:pt x="20432" y="12038"/>
                  </a:lnTo>
                  <a:lnTo>
                    <a:pt x="20282" y="11814"/>
                  </a:lnTo>
                  <a:lnTo>
                    <a:pt x="20193" y="11560"/>
                  </a:lnTo>
                  <a:lnTo>
                    <a:pt x="20163" y="11575"/>
                  </a:lnTo>
                  <a:lnTo>
                    <a:pt x="20133" y="11589"/>
                  </a:lnTo>
                  <a:lnTo>
                    <a:pt x="19939" y="11604"/>
                  </a:lnTo>
                  <a:lnTo>
                    <a:pt x="19311" y="11530"/>
                  </a:lnTo>
                  <a:lnTo>
                    <a:pt x="19252" y="11515"/>
                  </a:lnTo>
                  <a:lnTo>
                    <a:pt x="18386" y="11395"/>
                  </a:lnTo>
                  <a:lnTo>
                    <a:pt x="17803" y="11276"/>
                  </a:lnTo>
                  <a:lnTo>
                    <a:pt x="17669" y="11216"/>
                  </a:lnTo>
                  <a:lnTo>
                    <a:pt x="17475" y="11022"/>
                  </a:lnTo>
                  <a:lnTo>
                    <a:pt x="17415" y="10932"/>
                  </a:lnTo>
                  <a:lnTo>
                    <a:pt x="17385" y="10902"/>
                  </a:lnTo>
                  <a:lnTo>
                    <a:pt x="17370" y="10873"/>
                  </a:lnTo>
                  <a:lnTo>
                    <a:pt x="17221" y="10723"/>
                  </a:lnTo>
                  <a:lnTo>
                    <a:pt x="16952" y="10380"/>
                  </a:lnTo>
                  <a:lnTo>
                    <a:pt x="16788" y="10156"/>
                  </a:lnTo>
                  <a:lnTo>
                    <a:pt x="16713" y="10051"/>
                  </a:lnTo>
                  <a:lnTo>
                    <a:pt x="16593" y="9797"/>
                  </a:lnTo>
                  <a:lnTo>
                    <a:pt x="16489" y="9543"/>
                  </a:lnTo>
                  <a:lnTo>
                    <a:pt x="16474" y="9558"/>
                  </a:lnTo>
                  <a:lnTo>
                    <a:pt x="16444" y="9573"/>
                  </a:lnTo>
                  <a:lnTo>
                    <a:pt x="16369" y="9588"/>
                  </a:lnTo>
                  <a:lnTo>
                    <a:pt x="16310" y="9558"/>
                  </a:lnTo>
                  <a:lnTo>
                    <a:pt x="16250" y="9514"/>
                  </a:lnTo>
                  <a:lnTo>
                    <a:pt x="16280" y="9469"/>
                  </a:lnTo>
                  <a:lnTo>
                    <a:pt x="16295" y="9424"/>
                  </a:lnTo>
                  <a:lnTo>
                    <a:pt x="16339" y="9379"/>
                  </a:lnTo>
                  <a:lnTo>
                    <a:pt x="16354" y="9379"/>
                  </a:lnTo>
                  <a:lnTo>
                    <a:pt x="16369" y="9364"/>
                  </a:lnTo>
                  <a:lnTo>
                    <a:pt x="16384" y="9349"/>
                  </a:lnTo>
                  <a:lnTo>
                    <a:pt x="16384" y="9319"/>
                  </a:lnTo>
                  <a:lnTo>
                    <a:pt x="16384" y="9304"/>
                  </a:lnTo>
                  <a:lnTo>
                    <a:pt x="16369" y="9290"/>
                  </a:lnTo>
                  <a:lnTo>
                    <a:pt x="16354" y="9275"/>
                  </a:lnTo>
                  <a:lnTo>
                    <a:pt x="16339" y="9260"/>
                  </a:lnTo>
                  <a:lnTo>
                    <a:pt x="16295" y="9245"/>
                  </a:lnTo>
                  <a:lnTo>
                    <a:pt x="16250" y="9260"/>
                  </a:lnTo>
                  <a:lnTo>
                    <a:pt x="16190" y="9275"/>
                  </a:lnTo>
                  <a:lnTo>
                    <a:pt x="16160" y="9304"/>
                  </a:lnTo>
                  <a:lnTo>
                    <a:pt x="16130" y="9349"/>
                  </a:lnTo>
                  <a:lnTo>
                    <a:pt x="16041" y="9349"/>
                  </a:lnTo>
                  <a:lnTo>
                    <a:pt x="15906" y="9245"/>
                  </a:lnTo>
                  <a:lnTo>
                    <a:pt x="15787" y="9021"/>
                  </a:lnTo>
                  <a:lnTo>
                    <a:pt x="15742" y="8946"/>
                  </a:lnTo>
                  <a:lnTo>
                    <a:pt x="15712" y="8886"/>
                  </a:lnTo>
                  <a:lnTo>
                    <a:pt x="15623" y="8767"/>
                  </a:lnTo>
                  <a:lnTo>
                    <a:pt x="15548" y="8632"/>
                  </a:lnTo>
                  <a:lnTo>
                    <a:pt x="15473" y="8498"/>
                  </a:lnTo>
                  <a:lnTo>
                    <a:pt x="15443" y="8408"/>
                  </a:lnTo>
                  <a:lnTo>
                    <a:pt x="15443" y="8364"/>
                  </a:lnTo>
                  <a:lnTo>
                    <a:pt x="15443" y="8319"/>
                  </a:lnTo>
                  <a:lnTo>
                    <a:pt x="15458" y="8259"/>
                  </a:lnTo>
                  <a:lnTo>
                    <a:pt x="15414" y="8184"/>
                  </a:lnTo>
                  <a:lnTo>
                    <a:pt x="15384" y="8154"/>
                  </a:lnTo>
                  <a:lnTo>
                    <a:pt x="15324" y="8110"/>
                  </a:lnTo>
                  <a:lnTo>
                    <a:pt x="15204" y="8020"/>
                  </a:lnTo>
                  <a:lnTo>
                    <a:pt x="15130" y="7886"/>
                  </a:lnTo>
                  <a:lnTo>
                    <a:pt x="15130" y="7826"/>
                  </a:lnTo>
                  <a:lnTo>
                    <a:pt x="15115" y="7781"/>
                  </a:lnTo>
                  <a:lnTo>
                    <a:pt x="15115" y="7721"/>
                  </a:lnTo>
                  <a:lnTo>
                    <a:pt x="15055" y="7647"/>
                  </a:lnTo>
                  <a:lnTo>
                    <a:pt x="14965" y="7527"/>
                  </a:lnTo>
                  <a:lnTo>
                    <a:pt x="14891" y="7408"/>
                  </a:lnTo>
                  <a:lnTo>
                    <a:pt x="14861" y="7318"/>
                  </a:lnTo>
                  <a:lnTo>
                    <a:pt x="14861" y="7258"/>
                  </a:lnTo>
                  <a:lnTo>
                    <a:pt x="14921" y="7214"/>
                  </a:lnTo>
                  <a:lnTo>
                    <a:pt x="14980" y="7243"/>
                  </a:lnTo>
                  <a:lnTo>
                    <a:pt x="15010" y="7243"/>
                  </a:lnTo>
                  <a:lnTo>
                    <a:pt x="15040" y="7229"/>
                  </a:lnTo>
                  <a:lnTo>
                    <a:pt x="15070" y="7154"/>
                  </a:lnTo>
                  <a:lnTo>
                    <a:pt x="15085" y="7094"/>
                  </a:lnTo>
                  <a:lnTo>
                    <a:pt x="15085" y="7005"/>
                  </a:lnTo>
                  <a:lnTo>
                    <a:pt x="15055" y="6930"/>
                  </a:lnTo>
                  <a:lnTo>
                    <a:pt x="14965" y="6885"/>
                  </a:lnTo>
                  <a:lnTo>
                    <a:pt x="14891" y="6855"/>
                  </a:lnTo>
                  <a:lnTo>
                    <a:pt x="14846" y="6795"/>
                  </a:lnTo>
                  <a:lnTo>
                    <a:pt x="14831" y="6721"/>
                  </a:lnTo>
                  <a:lnTo>
                    <a:pt x="14831" y="6661"/>
                  </a:lnTo>
                  <a:lnTo>
                    <a:pt x="14846" y="6601"/>
                  </a:lnTo>
                  <a:lnTo>
                    <a:pt x="14816" y="6542"/>
                  </a:lnTo>
                  <a:lnTo>
                    <a:pt x="14756" y="6467"/>
                  </a:lnTo>
                  <a:lnTo>
                    <a:pt x="14622" y="6362"/>
                  </a:lnTo>
                  <a:lnTo>
                    <a:pt x="14502" y="6273"/>
                  </a:lnTo>
                  <a:lnTo>
                    <a:pt x="14398" y="6183"/>
                  </a:lnTo>
                  <a:lnTo>
                    <a:pt x="14293" y="6079"/>
                  </a:lnTo>
                  <a:lnTo>
                    <a:pt x="14144" y="5974"/>
                  </a:lnTo>
                  <a:lnTo>
                    <a:pt x="14010" y="5855"/>
                  </a:lnTo>
                  <a:lnTo>
                    <a:pt x="13935" y="5780"/>
                  </a:lnTo>
                  <a:lnTo>
                    <a:pt x="13920" y="5735"/>
                  </a:lnTo>
                  <a:lnTo>
                    <a:pt x="13935" y="5720"/>
                  </a:lnTo>
                  <a:lnTo>
                    <a:pt x="13965" y="5720"/>
                  </a:lnTo>
                  <a:lnTo>
                    <a:pt x="13995" y="5705"/>
                  </a:lnTo>
                  <a:lnTo>
                    <a:pt x="14054" y="5705"/>
                  </a:lnTo>
                  <a:lnTo>
                    <a:pt x="14054" y="5690"/>
                  </a:lnTo>
                  <a:lnTo>
                    <a:pt x="14054" y="5675"/>
                  </a:lnTo>
                  <a:lnTo>
                    <a:pt x="14040" y="5660"/>
                  </a:lnTo>
                  <a:lnTo>
                    <a:pt x="14010" y="5645"/>
                  </a:lnTo>
                  <a:lnTo>
                    <a:pt x="13980" y="5631"/>
                  </a:lnTo>
                  <a:lnTo>
                    <a:pt x="13950" y="5616"/>
                  </a:lnTo>
                  <a:lnTo>
                    <a:pt x="13920" y="5616"/>
                  </a:lnTo>
                  <a:lnTo>
                    <a:pt x="13815" y="5571"/>
                  </a:lnTo>
                  <a:lnTo>
                    <a:pt x="13741" y="5526"/>
                  </a:lnTo>
                  <a:lnTo>
                    <a:pt x="13696" y="5511"/>
                  </a:lnTo>
                  <a:lnTo>
                    <a:pt x="13666" y="5481"/>
                  </a:lnTo>
                  <a:lnTo>
                    <a:pt x="13591" y="5436"/>
                  </a:lnTo>
                  <a:lnTo>
                    <a:pt x="13547" y="5377"/>
                  </a:lnTo>
                  <a:lnTo>
                    <a:pt x="13532" y="5332"/>
                  </a:lnTo>
                  <a:lnTo>
                    <a:pt x="13547" y="5302"/>
                  </a:lnTo>
                  <a:lnTo>
                    <a:pt x="13577" y="5272"/>
                  </a:lnTo>
                  <a:lnTo>
                    <a:pt x="13577" y="5227"/>
                  </a:lnTo>
                  <a:lnTo>
                    <a:pt x="13547" y="5182"/>
                  </a:lnTo>
                  <a:lnTo>
                    <a:pt x="13502" y="5138"/>
                  </a:lnTo>
                  <a:lnTo>
                    <a:pt x="13427" y="5048"/>
                  </a:lnTo>
                  <a:lnTo>
                    <a:pt x="13382" y="4929"/>
                  </a:lnTo>
                  <a:lnTo>
                    <a:pt x="13367" y="4839"/>
                  </a:lnTo>
                  <a:lnTo>
                    <a:pt x="13323" y="4734"/>
                  </a:lnTo>
                  <a:lnTo>
                    <a:pt x="13278" y="4600"/>
                  </a:lnTo>
                  <a:lnTo>
                    <a:pt x="13233" y="4525"/>
                  </a:lnTo>
                  <a:lnTo>
                    <a:pt x="13218" y="4495"/>
                  </a:lnTo>
                  <a:lnTo>
                    <a:pt x="13203" y="4481"/>
                  </a:lnTo>
                  <a:lnTo>
                    <a:pt x="13173" y="4451"/>
                  </a:lnTo>
                  <a:lnTo>
                    <a:pt x="13158" y="4421"/>
                  </a:lnTo>
                  <a:lnTo>
                    <a:pt x="12441" y="4436"/>
                  </a:lnTo>
                  <a:lnTo>
                    <a:pt x="12427" y="4406"/>
                  </a:lnTo>
                  <a:lnTo>
                    <a:pt x="12128" y="3853"/>
                  </a:lnTo>
                  <a:lnTo>
                    <a:pt x="10754" y="3749"/>
                  </a:lnTo>
                  <a:lnTo>
                    <a:pt x="9604" y="3629"/>
                  </a:lnTo>
                  <a:lnTo>
                    <a:pt x="9066" y="3226"/>
                  </a:lnTo>
                  <a:lnTo>
                    <a:pt x="8334" y="2629"/>
                  </a:lnTo>
                  <a:lnTo>
                    <a:pt x="7364" y="1792"/>
                  </a:lnTo>
                  <a:lnTo>
                    <a:pt x="6931" y="1404"/>
                  </a:lnTo>
                  <a:lnTo>
                    <a:pt x="6811" y="1299"/>
                  </a:lnTo>
                  <a:lnTo>
                    <a:pt x="6662" y="1240"/>
                  </a:lnTo>
                  <a:lnTo>
                    <a:pt x="6497" y="1165"/>
                  </a:lnTo>
                  <a:lnTo>
                    <a:pt x="6288" y="1046"/>
                  </a:lnTo>
                  <a:lnTo>
                    <a:pt x="6005" y="851"/>
                  </a:lnTo>
                  <a:lnTo>
                    <a:pt x="5646" y="597"/>
                  </a:lnTo>
                  <a:lnTo>
                    <a:pt x="5392" y="403"/>
                  </a:lnTo>
                  <a:lnTo>
                    <a:pt x="5258" y="284"/>
                  </a:lnTo>
                  <a:lnTo>
                    <a:pt x="5243" y="269"/>
                  </a:lnTo>
                  <a:lnTo>
                    <a:pt x="4989" y="209"/>
                  </a:lnTo>
                  <a:lnTo>
                    <a:pt x="4601" y="135"/>
                  </a:lnTo>
                  <a:lnTo>
                    <a:pt x="4347" y="105"/>
                  </a:lnTo>
                  <a:lnTo>
                    <a:pt x="4212" y="90"/>
                  </a:lnTo>
                  <a:lnTo>
                    <a:pt x="4108" y="45"/>
                  </a:lnTo>
                  <a:lnTo>
                    <a:pt x="4078" y="30"/>
                  </a:lnTo>
                  <a:lnTo>
                    <a:pt x="4063" y="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62"/>
            <p:cNvSpPr/>
            <p:nvPr/>
          </p:nvSpPr>
          <p:spPr>
            <a:xfrm>
              <a:off x="2909400" y="2539200"/>
              <a:ext cx="514150" cy="479425"/>
            </a:xfrm>
            <a:custGeom>
              <a:rect b="b" l="l" r="r" t="t"/>
              <a:pathLst>
                <a:path extrusionOk="0" fill="none" h="19177" w="20566">
                  <a:moveTo>
                    <a:pt x="12427" y="4406"/>
                  </a:moveTo>
                  <a:lnTo>
                    <a:pt x="12128" y="3853"/>
                  </a:lnTo>
                  <a:lnTo>
                    <a:pt x="10754" y="3749"/>
                  </a:lnTo>
                  <a:lnTo>
                    <a:pt x="9604" y="3629"/>
                  </a:lnTo>
                  <a:lnTo>
                    <a:pt x="9066" y="3226"/>
                  </a:lnTo>
                  <a:lnTo>
                    <a:pt x="8334" y="2629"/>
                  </a:lnTo>
                  <a:lnTo>
                    <a:pt x="7364" y="1792"/>
                  </a:lnTo>
                  <a:lnTo>
                    <a:pt x="6931" y="1404"/>
                  </a:lnTo>
                  <a:lnTo>
                    <a:pt x="6811" y="1299"/>
                  </a:lnTo>
                  <a:lnTo>
                    <a:pt x="6662" y="1240"/>
                  </a:lnTo>
                  <a:lnTo>
                    <a:pt x="6497" y="1165"/>
                  </a:lnTo>
                  <a:lnTo>
                    <a:pt x="6288" y="1046"/>
                  </a:lnTo>
                  <a:lnTo>
                    <a:pt x="6005" y="851"/>
                  </a:lnTo>
                  <a:lnTo>
                    <a:pt x="5646" y="597"/>
                  </a:lnTo>
                  <a:lnTo>
                    <a:pt x="5392" y="403"/>
                  </a:lnTo>
                  <a:lnTo>
                    <a:pt x="5258" y="284"/>
                  </a:lnTo>
                  <a:lnTo>
                    <a:pt x="5243" y="269"/>
                  </a:lnTo>
                  <a:lnTo>
                    <a:pt x="4989" y="209"/>
                  </a:lnTo>
                  <a:lnTo>
                    <a:pt x="4601" y="135"/>
                  </a:lnTo>
                  <a:lnTo>
                    <a:pt x="4347" y="105"/>
                  </a:lnTo>
                  <a:lnTo>
                    <a:pt x="4212" y="90"/>
                  </a:lnTo>
                  <a:lnTo>
                    <a:pt x="4108" y="45"/>
                  </a:lnTo>
                  <a:lnTo>
                    <a:pt x="4078" y="30"/>
                  </a:lnTo>
                  <a:lnTo>
                    <a:pt x="4063" y="0"/>
                  </a:lnTo>
                  <a:lnTo>
                    <a:pt x="4048" y="0"/>
                  </a:lnTo>
                  <a:lnTo>
                    <a:pt x="4033" y="15"/>
                  </a:lnTo>
                  <a:lnTo>
                    <a:pt x="4003" y="45"/>
                  </a:lnTo>
                  <a:lnTo>
                    <a:pt x="3899" y="120"/>
                  </a:lnTo>
                  <a:lnTo>
                    <a:pt x="3735" y="209"/>
                  </a:lnTo>
                  <a:lnTo>
                    <a:pt x="3585" y="284"/>
                  </a:lnTo>
                  <a:lnTo>
                    <a:pt x="3018" y="493"/>
                  </a:lnTo>
                  <a:lnTo>
                    <a:pt x="2704" y="568"/>
                  </a:lnTo>
                  <a:lnTo>
                    <a:pt x="2689" y="583"/>
                  </a:lnTo>
                  <a:lnTo>
                    <a:pt x="2659" y="583"/>
                  </a:lnTo>
                  <a:lnTo>
                    <a:pt x="2540" y="583"/>
                  </a:lnTo>
                  <a:lnTo>
                    <a:pt x="2390" y="612"/>
                  </a:lnTo>
                  <a:lnTo>
                    <a:pt x="2241" y="672"/>
                  </a:lnTo>
                  <a:lnTo>
                    <a:pt x="2166" y="792"/>
                  </a:lnTo>
                  <a:lnTo>
                    <a:pt x="2181" y="836"/>
                  </a:lnTo>
                  <a:lnTo>
                    <a:pt x="2256" y="1016"/>
                  </a:lnTo>
                  <a:lnTo>
                    <a:pt x="2585" y="1359"/>
                  </a:lnTo>
                  <a:lnTo>
                    <a:pt x="2719" y="1494"/>
                  </a:lnTo>
                  <a:lnTo>
                    <a:pt x="2764" y="1523"/>
                  </a:lnTo>
                  <a:lnTo>
                    <a:pt x="2794" y="1553"/>
                  </a:lnTo>
                  <a:lnTo>
                    <a:pt x="2883" y="1643"/>
                  </a:lnTo>
                  <a:lnTo>
                    <a:pt x="2958" y="1747"/>
                  </a:lnTo>
                  <a:lnTo>
                    <a:pt x="3003" y="1882"/>
                  </a:lnTo>
                  <a:lnTo>
                    <a:pt x="2973" y="2016"/>
                  </a:lnTo>
                  <a:lnTo>
                    <a:pt x="2898" y="2151"/>
                  </a:lnTo>
                  <a:lnTo>
                    <a:pt x="2823" y="2240"/>
                  </a:lnTo>
                  <a:lnTo>
                    <a:pt x="2794" y="2285"/>
                  </a:lnTo>
                  <a:lnTo>
                    <a:pt x="2764" y="2315"/>
                  </a:lnTo>
                  <a:lnTo>
                    <a:pt x="2749" y="2405"/>
                  </a:lnTo>
                  <a:lnTo>
                    <a:pt x="2689" y="2524"/>
                  </a:lnTo>
                  <a:lnTo>
                    <a:pt x="2644" y="2614"/>
                  </a:lnTo>
                  <a:lnTo>
                    <a:pt x="2570" y="2688"/>
                  </a:lnTo>
                  <a:lnTo>
                    <a:pt x="2465" y="2718"/>
                  </a:lnTo>
                  <a:lnTo>
                    <a:pt x="2286" y="2733"/>
                  </a:lnTo>
                  <a:lnTo>
                    <a:pt x="2092" y="2748"/>
                  </a:lnTo>
                  <a:lnTo>
                    <a:pt x="1987" y="2778"/>
                  </a:lnTo>
                  <a:lnTo>
                    <a:pt x="1853" y="3002"/>
                  </a:lnTo>
                  <a:lnTo>
                    <a:pt x="1479" y="3450"/>
                  </a:lnTo>
                  <a:lnTo>
                    <a:pt x="1479" y="3450"/>
                  </a:lnTo>
                  <a:lnTo>
                    <a:pt x="1390" y="3570"/>
                  </a:lnTo>
                  <a:lnTo>
                    <a:pt x="1345" y="3614"/>
                  </a:lnTo>
                  <a:lnTo>
                    <a:pt x="1345" y="3644"/>
                  </a:lnTo>
                  <a:lnTo>
                    <a:pt x="927" y="3584"/>
                  </a:lnTo>
                  <a:lnTo>
                    <a:pt x="255" y="3435"/>
                  </a:lnTo>
                  <a:lnTo>
                    <a:pt x="240" y="3435"/>
                  </a:lnTo>
                  <a:lnTo>
                    <a:pt x="225" y="3510"/>
                  </a:lnTo>
                  <a:lnTo>
                    <a:pt x="225" y="3570"/>
                  </a:lnTo>
                  <a:lnTo>
                    <a:pt x="225" y="3659"/>
                  </a:lnTo>
                  <a:lnTo>
                    <a:pt x="195" y="3779"/>
                  </a:lnTo>
                  <a:lnTo>
                    <a:pt x="180" y="3823"/>
                  </a:lnTo>
                  <a:lnTo>
                    <a:pt x="165" y="3868"/>
                  </a:lnTo>
                  <a:lnTo>
                    <a:pt x="135" y="3943"/>
                  </a:lnTo>
                  <a:lnTo>
                    <a:pt x="150" y="4077"/>
                  </a:lnTo>
                  <a:lnTo>
                    <a:pt x="165" y="4137"/>
                  </a:lnTo>
                  <a:lnTo>
                    <a:pt x="180" y="4197"/>
                  </a:lnTo>
                  <a:lnTo>
                    <a:pt x="195" y="4301"/>
                  </a:lnTo>
                  <a:lnTo>
                    <a:pt x="180" y="4406"/>
                  </a:lnTo>
                  <a:lnTo>
                    <a:pt x="165" y="4481"/>
                  </a:lnTo>
                  <a:lnTo>
                    <a:pt x="120" y="4570"/>
                  </a:lnTo>
                  <a:lnTo>
                    <a:pt x="90" y="4690"/>
                  </a:lnTo>
                  <a:lnTo>
                    <a:pt x="46" y="4794"/>
                  </a:lnTo>
                  <a:lnTo>
                    <a:pt x="31" y="4869"/>
                  </a:lnTo>
                  <a:lnTo>
                    <a:pt x="16" y="4914"/>
                  </a:lnTo>
                  <a:lnTo>
                    <a:pt x="1" y="4944"/>
                  </a:lnTo>
                  <a:lnTo>
                    <a:pt x="1" y="4973"/>
                  </a:lnTo>
                  <a:lnTo>
                    <a:pt x="1" y="4958"/>
                  </a:lnTo>
                  <a:lnTo>
                    <a:pt x="1" y="4958"/>
                  </a:lnTo>
                  <a:lnTo>
                    <a:pt x="16" y="4929"/>
                  </a:lnTo>
                  <a:lnTo>
                    <a:pt x="90" y="4899"/>
                  </a:lnTo>
                  <a:lnTo>
                    <a:pt x="150" y="4884"/>
                  </a:lnTo>
                  <a:lnTo>
                    <a:pt x="180" y="4914"/>
                  </a:lnTo>
                  <a:lnTo>
                    <a:pt x="210" y="4929"/>
                  </a:lnTo>
                  <a:lnTo>
                    <a:pt x="225" y="4944"/>
                  </a:lnTo>
                  <a:lnTo>
                    <a:pt x="270" y="4929"/>
                  </a:lnTo>
                  <a:lnTo>
                    <a:pt x="314" y="4914"/>
                  </a:lnTo>
                  <a:lnTo>
                    <a:pt x="314" y="4899"/>
                  </a:lnTo>
                  <a:lnTo>
                    <a:pt x="329" y="4884"/>
                  </a:lnTo>
                  <a:lnTo>
                    <a:pt x="389" y="4869"/>
                  </a:lnTo>
                  <a:lnTo>
                    <a:pt x="464" y="4884"/>
                  </a:lnTo>
                  <a:lnTo>
                    <a:pt x="509" y="4914"/>
                  </a:lnTo>
                  <a:lnTo>
                    <a:pt x="568" y="4988"/>
                  </a:lnTo>
                  <a:lnTo>
                    <a:pt x="792" y="5377"/>
                  </a:lnTo>
                  <a:lnTo>
                    <a:pt x="942" y="5645"/>
                  </a:lnTo>
                  <a:lnTo>
                    <a:pt x="942" y="5645"/>
                  </a:lnTo>
                  <a:lnTo>
                    <a:pt x="1181" y="6019"/>
                  </a:lnTo>
                  <a:lnTo>
                    <a:pt x="1494" y="6497"/>
                  </a:lnTo>
                  <a:lnTo>
                    <a:pt x="1509" y="6527"/>
                  </a:lnTo>
                  <a:lnTo>
                    <a:pt x="1524" y="6542"/>
                  </a:lnTo>
                  <a:lnTo>
                    <a:pt x="1629" y="6676"/>
                  </a:lnTo>
                  <a:lnTo>
                    <a:pt x="1688" y="6810"/>
                  </a:lnTo>
                  <a:lnTo>
                    <a:pt x="1718" y="6915"/>
                  </a:lnTo>
                  <a:lnTo>
                    <a:pt x="1778" y="7049"/>
                  </a:lnTo>
                  <a:lnTo>
                    <a:pt x="1853" y="7184"/>
                  </a:lnTo>
                  <a:lnTo>
                    <a:pt x="1898" y="7258"/>
                  </a:lnTo>
                  <a:lnTo>
                    <a:pt x="1942" y="7318"/>
                  </a:lnTo>
                  <a:lnTo>
                    <a:pt x="2002" y="7378"/>
                  </a:lnTo>
                  <a:lnTo>
                    <a:pt x="2062" y="7423"/>
                  </a:lnTo>
                  <a:lnTo>
                    <a:pt x="2107" y="7453"/>
                  </a:lnTo>
                  <a:lnTo>
                    <a:pt x="2136" y="7467"/>
                  </a:lnTo>
                  <a:lnTo>
                    <a:pt x="2151" y="7482"/>
                  </a:lnTo>
                  <a:lnTo>
                    <a:pt x="2166" y="7497"/>
                  </a:lnTo>
                  <a:lnTo>
                    <a:pt x="2166" y="7542"/>
                  </a:lnTo>
                  <a:lnTo>
                    <a:pt x="2151" y="7587"/>
                  </a:lnTo>
                  <a:lnTo>
                    <a:pt x="2122" y="7602"/>
                  </a:lnTo>
                  <a:lnTo>
                    <a:pt x="2107" y="7617"/>
                  </a:lnTo>
                  <a:lnTo>
                    <a:pt x="2092" y="7617"/>
                  </a:lnTo>
                  <a:lnTo>
                    <a:pt x="2077" y="7647"/>
                  </a:lnTo>
                  <a:lnTo>
                    <a:pt x="2107" y="7677"/>
                  </a:lnTo>
                  <a:lnTo>
                    <a:pt x="2181" y="7766"/>
                  </a:lnTo>
                  <a:lnTo>
                    <a:pt x="2271" y="7826"/>
                  </a:lnTo>
                  <a:lnTo>
                    <a:pt x="2286" y="7826"/>
                  </a:lnTo>
                  <a:lnTo>
                    <a:pt x="2316" y="7841"/>
                  </a:lnTo>
                  <a:lnTo>
                    <a:pt x="2375" y="7886"/>
                  </a:lnTo>
                  <a:lnTo>
                    <a:pt x="2420" y="7930"/>
                  </a:lnTo>
                  <a:lnTo>
                    <a:pt x="2450" y="7975"/>
                  </a:lnTo>
                  <a:lnTo>
                    <a:pt x="2465" y="8035"/>
                  </a:lnTo>
                  <a:lnTo>
                    <a:pt x="2480" y="8080"/>
                  </a:lnTo>
                  <a:lnTo>
                    <a:pt x="2525" y="8140"/>
                  </a:lnTo>
                  <a:lnTo>
                    <a:pt x="2599" y="8229"/>
                  </a:lnTo>
                  <a:lnTo>
                    <a:pt x="2644" y="8364"/>
                  </a:lnTo>
                  <a:lnTo>
                    <a:pt x="2659" y="8379"/>
                  </a:lnTo>
                  <a:lnTo>
                    <a:pt x="2659" y="8379"/>
                  </a:lnTo>
                  <a:lnTo>
                    <a:pt x="2734" y="8603"/>
                  </a:lnTo>
                  <a:lnTo>
                    <a:pt x="2734" y="8827"/>
                  </a:lnTo>
                  <a:lnTo>
                    <a:pt x="2719" y="8886"/>
                  </a:lnTo>
                  <a:lnTo>
                    <a:pt x="2674" y="8916"/>
                  </a:lnTo>
                  <a:lnTo>
                    <a:pt x="2659" y="8931"/>
                  </a:lnTo>
                  <a:lnTo>
                    <a:pt x="2719" y="9036"/>
                  </a:lnTo>
                  <a:lnTo>
                    <a:pt x="2764" y="9110"/>
                  </a:lnTo>
                  <a:lnTo>
                    <a:pt x="2809" y="9185"/>
                  </a:lnTo>
                  <a:lnTo>
                    <a:pt x="2913" y="9349"/>
                  </a:lnTo>
                  <a:lnTo>
                    <a:pt x="3003" y="9499"/>
                  </a:lnTo>
                  <a:lnTo>
                    <a:pt x="3062" y="9573"/>
                  </a:lnTo>
                  <a:lnTo>
                    <a:pt x="3137" y="9558"/>
                  </a:lnTo>
                  <a:lnTo>
                    <a:pt x="3197" y="9558"/>
                  </a:lnTo>
                  <a:lnTo>
                    <a:pt x="3257" y="9573"/>
                  </a:lnTo>
                  <a:lnTo>
                    <a:pt x="3331" y="9618"/>
                  </a:lnTo>
                  <a:lnTo>
                    <a:pt x="3376" y="9648"/>
                  </a:lnTo>
                  <a:lnTo>
                    <a:pt x="3451" y="9723"/>
                  </a:lnTo>
                  <a:lnTo>
                    <a:pt x="3436" y="9827"/>
                  </a:lnTo>
                  <a:lnTo>
                    <a:pt x="3451" y="9932"/>
                  </a:lnTo>
                  <a:lnTo>
                    <a:pt x="3496" y="10036"/>
                  </a:lnTo>
                  <a:lnTo>
                    <a:pt x="3600" y="10111"/>
                  </a:lnTo>
                  <a:lnTo>
                    <a:pt x="3690" y="10156"/>
                  </a:lnTo>
                  <a:lnTo>
                    <a:pt x="3749" y="10215"/>
                  </a:lnTo>
                  <a:lnTo>
                    <a:pt x="3794" y="10275"/>
                  </a:lnTo>
                  <a:lnTo>
                    <a:pt x="3824" y="10350"/>
                  </a:lnTo>
                  <a:lnTo>
                    <a:pt x="3839" y="10440"/>
                  </a:lnTo>
                  <a:lnTo>
                    <a:pt x="3869" y="10484"/>
                  </a:lnTo>
                  <a:lnTo>
                    <a:pt x="3869" y="10440"/>
                  </a:lnTo>
                  <a:lnTo>
                    <a:pt x="3854" y="10365"/>
                  </a:lnTo>
                  <a:lnTo>
                    <a:pt x="3839" y="10290"/>
                  </a:lnTo>
                  <a:lnTo>
                    <a:pt x="3809" y="10230"/>
                  </a:lnTo>
                  <a:lnTo>
                    <a:pt x="3779" y="10171"/>
                  </a:lnTo>
                  <a:lnTo>
                    <a:pt x="3735" y="10126"/>
                  </a:lnTo>
                  <a:lnTo>
                    <a:pt x="3660" y="10066"/>
                  </a:lnTo>
                  <a:lnTo>
                    <a:pt x="3570" y="10006"/>
                  </a:lnTo>
                  <a:lnTo>
                    <a:pt x="3525" y="9977"/>
                  </a:lnTo>
                  <a:lnTo>
                    <a:pt x="3496" y="9902"/>
                  </a:lnTo>
                  <a:lnTo>
                    <a:pt x="3466" y="9842"/>
                  </a:lnTo>
                  <a:lnTo>
                    <a:pt x="3481" y="9797"/>
                  </a:lnTo>
                  <a:lnTo>
                    <a:pt x="3510" y="9753"/>
                  </a:lnTo>
                  <a:lnTo>
                    <a:pt x="3555" y="9812"/>
                  </a:lnTo>
                  <a:lnTo>
                    <a:pt x="3675" y="9932"/>
                  </a:lnTo>
                  <a:lnTo>
                    <a:pt x="3959" y="10245"/>
                  </a:lnTo>
                  <a:lnTo>
                    <a:pt x="4018" y="10395"/>
                  </a:lnTo>
                  <a:lnTo>
                    <a:pt x="4078" y="10589"/>
                  </a:lnTo>
                  <a:lnTo>
                    <a:pt x="4153" y="10738"/>
                  </a:lnTo>
                  <a:lnTo>
                    <a:pt x="4197" y="10813"/>
                  </a:lnTo>
                  <a:lnTo>
                    <a:pt x="4242" y="10902"/>
                  </a:lnTo>
                  <a:lnTo>
                    <a:pt x="4347" y="11112"/>
                  </a:lnTo>
                  <a:lnTo>
                    <a:pt x="4436" y="11231"/>
                  </a:lnTo>
                  <a:lnTo>
                    <a:pt x="4466" y="11291"/>
                  </a:lnTo>
                  <a:lnTo>
                    <a:pt x="4496" y="11336"/>
                  </a:lnTo>
                  <a:lnTo>
                    <a:pt x="4526" y="11380"/>
                  </a:lnTo>
                  <a:lnTo>
                    <a:pt x="4556" y="11425"/>
                  </a:lnTo>
                  <a:lnTo>
                    <a:pt x="4616" y="11500"/>
                  </a:lnTo>
                  <a:lnTo>
                    <a:pt x="4660" y="11679"/>
                  </a:lnTo>
                  <a:lnTo>
                    <a:pt x="4660" y="11694"/>
                  </a:lnTo>
                  <a:lnTo>
                    <a:pt x="4690" y="11799"/>
                  </a:lnTo>
                  <a:lnTo>
                    <a:pt x="4690" y="11873"/>
                  </a:lnTo>
                  <a:lnTo>
                    <a:pt x="4675" y="11933"/>
                  </a:lnTo>
                  <a:lnTo>
                    <a:pt x="4646" y="12038"/>
                  </a:lnTo>
                  <a:lnTo>
                    <a:pt x="4631" y="12082"/>
                  </a:lnTo>
                  <a:lnTo>
                    <a:pt x="4616" y="12142"/>
                  </a:lnTo>
                  <a:lnTo>
                    <a:pt x="4601" y="12187"/>
                  </a:lnTo>
                  <a:lnTo>
                    <a:pt x="4586" y="12217"/>
                  </a:lnTo>
                  <a:lnTo>
                    <a:pt x="4556" y="12336"/>
                  </a:lnTo>
                  <a:lnTo>
                    <a:pt x="4556" y="12396"/>
                  </a:lnTo>
                  <a:lnTo>
                    <a:pt x="4571" y="12456"/>
                  </a:lnTo>
                  <a:lnTo>
                    <a:pt x="4631" y="12560"/>
                  </a:lnTo>
                  <a:lnTo>
                    <a:pt x="4631" y="12575"/>
                  </a:lnTo>
                  <a:lnTo>
                    <a:pt x="4646" y="12605"/>
                  </a:lnTo>
                  <a:lnTo>
                    <a:pt x="4690" y="12680"/>
                  </a:lnTo>
                  <a:lnTo>
                    <a:pt x="4735" y="12739"/>
                  </a:lnTo>
                  <a:lnTo>
                    <a:pt x="4795" y="12829"/>
                  </a:lnTo>
                  <a:lnTo>
                    <a:pt x="4825" y="12963"/>
                  </a:lnTo>
                  <a:lnTo>
                    <a:pt x="4795" y="13038"/>
                  </a:lnTo>
                  <a:lnTo>
                    <a:pt x="4735" y="13098"/>
                  </a:lnTo>
                  <a:lnTo>
                    <a:pt x="4690" y="13128"/>
                  </a:lnTo>
                  <a:lnTo>
                    <a:pt x="4646" y="13173"/>
                  </a:lnTo>
                  <a:lnTo>
                    <a:pt x="4675" y="13277"/>
                  </a:lnTo>
                  <a:lnTo>
                    <a:pt x="4750" y="13426"/>
                  </a:lnTo>
                  <a:lnTo>
                    <a:pt x="4840" y="13531"/>
                  </a:lnTo>
                  <a:lnTo>
                    <a:pt x="4884" y="13591"/>
                  </a:lnTo>
                  <a:lnTo>
                    <a:pt x="4929" y="13650"/>
                  </a:lnTo>
                  <a:lnTo>
                    <a:pt x="4974" y="13710"/>
                  </a:lnTo>
                  <a:lnTo>
                    <a:pt x="5034" y="13770"/>
                  </a:lnTo>
                  <a:lnTo>
                    <a:pt x="5138" y="13889"/>
                  </a:lnTo>
                  <a:lnTo>
                    <a:pt x="5213" y="14069"/>
                  </a:lnTo>
                  <a:lnTo>
                    <a:pt x="5258" y="14188"/>
                  </a:lnTo>
                  <a:lnTo>
                    <a:pt x="5333" y="14293"/>
                  </a:lnTo>
                  <a:lnTo>
                    <a:pt x="5482" y="14412"/>
                  </a:lnTo>
                  <a:lnTo>
                    <a:pt x="5586" y="14457"/>
                  </a:lnTo>
                  <a:lnTo>
                    <a:pt x="5631" y="14457"/>
                  </a:lnTo>
                  <a:lnTo>
                    <a:pt x="5676" y="14442"/>
                  </a:lnTo>
                  <a:lnTo>
                    <a:pt x="5706" y="14427"/>
                  </a:lnTo>
                  <a:lnTo>
                    <a:pt x="5781" y="14457"/>
                  </a:lnTo>
                  <a:lnTo>
                    <a:pt x="5825" y="14502"/>
                  </a:lnTo>
                  <a:lnTo>
                    <a:pt x="5945" y="14636"/>
                  </a:lnTo>
                  <a:lnTo>
                    <a:pt x="6109" y="14800"/>
                  </a:lnTo>
                  <a:lnTo>
                    <a:pt x="6244" y="14950"/>
                  </a:lnTo>
                  <a:lnTo>
                    <a:pt x="6303" y="15024"/>
                  </a:lnTo>
                  <a:lnTo>
                    <a:pt x="6318" y="15054"/>
                  </a:lnTo>
                  <a:lnTo>
                    <a:pt x="6348" y="15039"/>
                  </a:lnTo>
                  <a:lnTo>
                    <a:pt x="6348" y="15039"/>
                  </a:lnTo>
                  <a:lnTo>
                    <a:pt x="6393" y="15039"/>
                  </a:lnTo>
                  <a:lnTo>
                    <a:pt x="6453" y="15144"/>
                  </a:lnTo>
                  <a:lnTo>
                    <a:pt x="6483" y="15219"/>
                  </a:lnTo>
                  <a:lnTo>
                    <a:pt x="6497" y="15263"/>
                  </a:lnTo>
                  <a:lnTo>
                    <a:pt x="6527" y="15353"/>
                  </a:lnTo>
                  <a:lnTo>
                    <a:pt x="6572" y="15413"/>
                  </a:lnTo>
                  <a:lnTo>
                    <a:pt x="6602" y="15517"/>
                  </a:lnTo>
                  <a:lnTo>
                    <a:pt x="6617" y="15607"/>
                  </a:lnTo>
                  <a:lnTo>
                    <a:pt x="6617" y="15637"/>
                  </a:lnTo>
                  <a:lnTo>
                    <a:pt x="6632" y="15682"/>
                  </a:lnTo>
                  <a:lnTo>
                    <a:pt x="6647" y="15726"/>
                  </a:lnTo>
                  <a:lnTo>
                    <a:pt x="6707" y="15771"/>
                  </a:lnTo>
                  <a:lnTo>
                    <a:pt x="6796" y="15846"/>
                  </a:lnTo>
                  <a:lnTo>
                    <a:pt x="6856" y="15965"/>
                  </a:lnTo>
                  <a:lnTo>
                    <a:pt x="6931" y="16174"/>
                  </a:lnTo>
                  <a:lnTo>
                    <a:pt x="6931" y="16324"/>
                  </a:lnTo>
                  <a:lnTo>
                    <a:pt x="6931" y="16339"/>
                  </a:lnTo>
                  <a:lnTo>
                    <a:pt x="6945" y="16428"/>
                  </a:lnTo>
                  <a:lnTo>
                    <a:pt x="6990" y="16488"/>
                  </a:lnTo>
                  <a:lnTo>
                    <a:pt x="7005" y="16503"/>
                  </a:lnTo>
                  <a:lnTo>
                    <a:pt x="7020" y="16518"/>
                  </a:lnTo>
                  <a:lnTo>
                    <a:pt x="7035" y="16533"/>
                  </a:lnTo>
                  <a:lnTo>
                    <a:pt x="7050" y="16563"/>
                  </a:lnTo>
                  <a:lnTo>
                    <a:pt x="7110" y="16623"/>
                  </a:lnTo>
                  <a:lnTo>
                    <a:pt x="7140" y="16757"/>
                  </a:lnTo>
                  <a:lnTo>
                    <a:pt x="7065" y="16832"/>
                  </a:lnTo>
                  <a:lnTo>
                    <a:pt x="6990" y="16891"/>
                  </a:lnTo>
                  <a:lnTo>
                    <a:pt x="6975" y="16951"/>
                  </a:lnTo>
                  <a:lnTo>
                    <a:pt x="7005" y="16996"/>
                  </a:lnTo>
                  <a:lnTo>
                    <a:pt x="7050" y="17011"/>
                  </a:lnTo>
                  <a:lnTo>
                    <a:pt x="7110" y="17056"/>
                  </a:lnTo>
                  <a:lnTo>
                    <a:pt x="7140" y="17145"/>
                  </a:lnTo>
                  <a:lnTo>
                    <a:pt x="7140" y="17190"/>
                  </a:lnTo>
                  <a:lnTo>
                    <a:pt x="7199" y="17250"/>
                  </a:lnTo>
                  <a:lnTo>
                    <a:pt x="7214" y="17205"/>
                  </a:lnTo>
                  <a:lnTo>
                    <a:pt x="7244" y="17130"/>
                  </a:lnTo>
                  <a:lnTo>
                    <a:pt x="7274" y="17056"/>
                  </a:lnTo>
                  <a:lnTo>
                    <a:pt x="7289" y="17085"/>
                  </a:lnTo>
                  <a:lnTo>
                    <a:pt x="7468" y="17339"/>
                  </a:lnTo>
                  <a:lnTo>
                    <a:pt x="7767" y="17608"/>
                  </a:lnTo>
                  <a:lnTo>
                    <a:pt x="7812" y="17653"/>
                  </a:lnTo>
                  <a:lnTo>
                    <a:pt x="7857" y="17698"/>
                  </a:lnTo>
                  <a:lnTo>
                    <a:pt x="7901" y="17743"/>
                  </a:lnTo>
                  <a:lnTo>
                    <a:pt x="7976" y="17802"/>
                  </a:lnTo>
                  <a:lnTo>
                    <a:pt x="8066" y="17952"/>
                  </a:lnTo>
                  <a:lnTo>
                    <a:pt x="8066" y="18056"/>
                  </a:lnTo>
                  <a:lnTo>
                    <a:pt x="8066" y="18176"/>
                  </a:lnTo>
                  <a:lnTo>
                    <a:pt x="8110" y="18295"/>
                  </a:lnTo>
                  <a:lnTo>
                    <a:pt x="8155" y="18340"/>
                  </a:lnTo>
                  <a:lnTo>
                    <a:pt x="8170" y="18355"/>
                  </a:lnTo>
                  <a:lnTo>
                    <a:pt x="8200" y="18385"/>
                  </a:lnTo>
                  <a:lnTo>
                    <a:pt x="8230" y="18400"/>
                  </a:lnTo>
                  <a:lnTo>
                    <a:pt x="8275" y="18415"/>
                  </a:lnTo>
                  <a:lnTo>
                    <a:pt x="8305" y="18534"/>
                  </a:lnTo>
                  <a:lnTo>
                    <a:pt x="8334" y="18639"/>
                  </a:lnTo>
                  <a:lnTo>
                    <a:pt x="8379" y="18684"/>
                  </a:lnTo>
                  <a:lnTo>
                    <a:pt x="8424" y="18728"/>
                  </a:lnTo>
                  <a:lnTo>
                    <a:pt x="8469" y="18803"/>
                  </a:lnTo>
                  <a:lnTo>
                    <a:pt x="8514" y="18908"/>
                  </a:lnTo>
                  <a:lnTo>
                    <a:pt x="8514" y="18982"/>
                  </a:lnTo>
                  <a:lnTo>
                    <a:pt x="8514" y="19027"/>
                  </a:lnTo>
                  <a:lnTo>
                    <a:pt x="8529" y="19072"/>
                  </a:lnTo>
                  <a:lnTo>
                    <a:pt x="8529" y="19132"/>
                  </a:lnTo>
                  <a:lnTo>
                    <a:pt x="8544" y="19176"/>
                  </a:lnTo>
                  <a:lnTo>
                    <a:pt x="8544" y="19176"/>
                  </a:lnTo>
                  <a:lnTo>
                    <a:pt x="8544" y="19176"/>
                  </a:lnTo>
                  <a:lnTo>
                    <a:pt x="8618" y="19117"/>
                  </a:lnTo>
                  <a:lnTo>
                    <a:pt x="8708" y="19042"/>
                  </a:lnTo>
                  <a:lnTo>
                    <a:pt x="8827" y="18893"/>
                  </a:lnTo>
                  <a:lnTo>
                    <a:pt x="8902" y="18788"/>
                  </a:lnTo>
                  <a:lnTo>
                    <a:pt x="8887" y="18698"/>
                  </a:lnTo>
                  <a:lnTo>
                    <a:pt x="8842" y="18579"/>
                  </a:lnTo>
                  <a:lnTo>
                    <a:pt x="8827" y="18549"/>
                  </a:lnTo>
                  <a:lnTo>
                    <a:pt x="8827" y="18534"/>
                  </a:lnTo>
                  <a:lnTo>
                    <a:pt x="8812" y="18519"/>
                  </a:lnTo>
                  <a:lnTo>
                    <a:pt x="8797" y="18459"/>
                  </a:lnTo>
                  <a:lnTo>
                    <a:pt x="8782" y="18310"/>
                  </a:lnTo>
                  <a:lnTo>
                    <a:pt x="8827" y="18206"/>
                  </a:lnTo>
                  <a:lnTo>
                    <a:pt x="8872" y="18101"/>
                  </a:lnTo>
                  <a:lnTo>
                    <a:pt x="8887" y="18041"/>
                  </a:lnTo>
                  <a:lnTo>
                    <a:pt x="8887" y="18011"/>
                  </a:lnTo>
                  <a:lnTo>
                    <a:pt x="8887" y="17952"/>
                  </a:lnTo>
                  <a:lnTo>
                    <a:pt x="8902" y="17892"/>
                  </a:lnTo>
                  <a:lnTo>
                    <a:pt x="8947" y="17832"/>
                  </a:lnTo>
                  <a:lnTo>
                    <a:pt x="8992" y="17787"/>
                  </a:lnTo>
                  <a:lnTo>
                    <a:pt x="9051" y="17758"/>
                  </a:lnTo>
                  <a:lnTo>
                    <a:pt x="9126" y="17728"/>
                  </a:lnTo>
                  <a:lnTo>
                    <a:pt x="9186" y="17743"/>
                  </a:lnTo>
                  <a:lnTo>
                    <a:pt x="9245" y="17758"/>
                  </a:lnTo>
                  <a:lnTo>
                    <a:pt x="9305" y="17802"/>
                  </a:lnTo>
                  <a:lnTo>
                    <a:pt x="9335" y="17832"/>
                  </a:lnTo>
                  <a:lnTo>
                    <a:pt x="9365" y="17862"/>
                  </a:lnTo>
                  <a:lnTo>
                    <a:pt x="9469" y="17982"/>
                  </a:lnTo>
                  <a:lnTo>
                    <a:pt x="9589" y="18026"/>
                  </a:lnTo>
                  <a:lnTo>
                    <a:pt x="9723" y="18011"/>
                  </a:lnTo>
                  <a:lnTo>
                    <a:pt x="9813" y="17907"/>
                  </a:lnTo>
                  <a:lnTo>
                    <a:pt x="9828" y="17892"/>
                  </a:lnTo>
                  <a:lnTo>
                    <a:pt x="9977" y="17832"/>
                  </a:lnTo>
                  <a:lnTo>
                    <a:pt x="10186" y="17862"/>
                  </a:lnTo>
                  <a:lnTo>
                    <a:pt x="10246" y="17877"/>
                  </a:lnTo>
                  <a:lnTo>
                    <a:pt x="10291" y="17877"/>
                  </a:lnTo>
                  <a:lnTo>
                    <a:pt x="10380" y="17877"/>
                  </a:lnTo>
                  <a:lnTo>
                    <a:pt x="10470" y="17877"/>
                  </a:lnTo>
                  <a:lnTo>
                    <a:pt x="10560" y="17877"/>
                  </a:lnTo>
                  <a:lnTo>
                    <a:pt x="10634" y="17877"/>
                  </a:lnTo>
                  <a:lnTo>
                    <a:pt x="10739" y="17877"/>
                  </a:lnTo>
                  <a:lnTo>
                    <a:pt x="10873" y="17907"/>
                  </a:lnTo>
                  <a:lnTo>
                    <a:pt x="10993" y="17937"/>
                  </a:lnTo>
                  <a:lnTo>
                    <a:pt x="11112" y="17952"/>
                  </a:lnTo>
                  <a:lnTo>
                    <a:pt x="11262" y="17967"/>
                  </a:lnTo>
                  <a:lnTo>
                    <a:pt x="11590" y="18011"/>
                  </a:lnTo>
                  <a:lnTo>
                    <a:pt x="11919" y="18056"/>
                  </a:lnTo>
                  <a:lnTo>
                    <a:pt x="12098" y="18086"/>
                  </a:lnTo>
                  <a:lnTo>
                    <a:pt x="12217" y="18131"/>
                  </a:lnTo>
                  <a:lnTo>
                    <a:pt x="12307" y="18191"/>
                  </a:lnTo>
                  <a:lnTo>
                    <a:pt x="12441" y="18280"/>
                  </a:lnTo>
                  <a:lnTo>
                    <a:pt x="12546" y="18370"/>
                  </a:lnTo>
                  <a:lnTo>
                    <a:pt x="12576" y="18400"/>
                  </a:lnTo>
                  <a:lnTo>
                    <a:pt x="12606" y="18415"/>
                  </a:lnTo>
                  <a:lnTo>
                    <a:pt x="12680" y="18459"/>
                  </a:lnTo>
                  <a:lnTo>
                    <a:pt x="12770" y="18459"/>
                  </a:lnTo>
                  <a:lnTo>
                    <a:pt x="12860" y="18430"/>
                  </a:lnTo>
                  <a:lnTo>
                    <a:pt x="12934" y="18355"/>
                  </a:lnTo>
                  <a:lnTo>
                    <a:pt x="12979" y="18310"/>
                  </a:lnTo>
                  <a:lnTo>
                    <a:pt x="13009" y="18250"/>
                  </a:lnTo>
                  <a:lnTo>
                    <a:pt x="13054" y="18131"/>
                  </a:lnTo>
                  <a:lnTo>
                    <a:pt x="13114" y="18011"/>
                  </a:lnTo>
                  <a:lnTo>
                    <a:pt x="13188" y="17802"/>
                  </a:lnTo>
                  <a:lnTo>
                    <a:pt x="13412" y="17384"/>
                  </a:lnTo>
                  <a:lnTo>
                    <a:pt x="13606" y="17160"/>
                  </a:lnTo>
                  <a:lnTo>
                    <a:pt x="13890" y="16876"/>
                  </a:lnTo>
                  <a:lnTo>
                    <a:pt x="14114" y="16712"/>
                  </a:lnTo>
                  <a:lnTo>
                    <a:pt x="14338" y="16548"/>
                  </a:lnTo>
                  <a:lnTo>
                    <a:pt x="14532" y="16473"/>
                  </a:lnTo>
                  <a:lnTo>
                    <a:pt x="14577" y="16458"/>
                  </a:lnTo>
                  <a:lnTo>
                    <a:pt x="14846" y="16398"/>
                  </a:lnTo>
                  <a:lnTo>
                    <a:pt x="15070" y="16369"/>
                  </a:lnTo>
                  <a:lnTo>
                    <a:pt x="15548" y="16309"/>
                  </a:lnTo>
                  <a:lnTo>
                    <a:pt x="16593" y="16130"/>
                  </a:lnTo>
                  <a:lnTo>
                    <a:pt x="17236" y="15995"/>
                  </a:lnTo>
                  <a:lnTo>
                    <a:pt x="17489" y="15906"/>
                  </a:lnTo>
                  <a:lnTo>
                    <a:pt x="17803" y="15771"/>
                  </a:lnTo>
                  <a:lnTo>
                    <a:pt x="18430" y="15517"/>
                  </a:lnTo>
                  <a:lnTo>
                    <a:pt x="19625" y="15039"/>
                  </a:lnTo>
                  <a:lnTo>
                    <a:pt x="20193" y="14756"/>
                  </a:lnTo>
                  <a:lnTo>
                    <a:pt x="20267" y="14576"/>
                  </a:lnTo>
                  <a:lnTo>
                    <a:pt x="20402" y="13725"/>
                  </a:lnTo>
                  <a:lnTo>
                    <a:pt x="20551" y="12665"/>
                  </a:lnTo>
                  <a:lnTo>
                    <a:pt x="20566" y="12276"/>
                  </a:lnTo>
                  <a:lnTo>
                    <a:pt x="20536" y="12172"/>
                  </a:lnTo>
                  <a:lnTo>
                    <a:pt x="20432" y="12038"/>
                  </a:lnTo>
                  <a:lnTo>
                    <a:pt x="20282" y="11814"/>
                  </a:lnTo>
                  <a:lnTo>
                    <a:pt x="20193" y="11560"/>
                  </a:lnTo>
                  <a:lnTo>
                    <a:pt x="20163" y="11575"/>
                  </a:lnTo>
                  <a:lnTo>
                    <a:pt x="20133" y="11589"/>
                  </a:lnTo>
                  <a:lnTo>
                    <a:pt x="19939" y="11604"/>
                  </a:lnTo>
                  <a:lnTo>
                    <a:pt x="19311" y="11530"/>
                  </a:lnTo>
                  <a:lnTo>
                    <a:pt x="19252" y="11515"/>
                  </a:lnTo>
                  <a:lnTo>
                    <a:pt x="18386" y="11395"/>
                  </a:lnTo>
                  <a:lnTo>
                    <a:pt x="17803" y="11276"/>
                  </a:lnTo>
                  <a:lnTo>
                    <a:pt x="17669" y="11216"/>
                  </a:lnTo>
                  <a:lnTo>
                    <a:pt x="17475" y="11022"/>
                  </a:lnTo>
                  <a:lnTo>
                    <a:pt x="17415" y="10932"/>
                  </a:lnTo>
                  <a:lnTo>
                    <a:pt x="17385" y="10902"/>
                  </a:lnTo>
                  <a:lnTo>
                    <a:pt x="17370" y="10873"/>
                  </a:lnTo>
                  <a:lnTo>
                    <a:pt x="17221" y="10723"/>
                  </a:lnTo>
                  <a:lnTo>
                    <a:pt x="16952" y="10380"/>
                  </a:lnTo>
                  <a:lnTo>
                    <a:pt x="16788" y="10156"/>
                  </a:lnTo>
                  <a:lnTo>
                    <a:pt x="16713" y="10051"/>
                  </a:lnTo>
                  <a:lnTo>
                    <a:pt x="16593" y="9797"/>
                  </a:lnTo>
                  <a:lnTo>
                    <a:pt x="16489" y="9543"/>
                  </a:lnTo>
                  <a:lnTo>
                    <a:pt x="16474" y="9558"/>
                  </a:lnTo>
                  <a:lnTo>
                    <a:pt x="16444" y="9573"/>
                  </a:lnTo>
                  <a:lnTo>
                    <a:pt x="16369" y="9588"/>
                  </a:lnTo>
                  <a:lnTo>
                    <a:pt x="16310" y="9558"/>
                  </a:lnTo>
                  <a:lnTo>
                    <a:pt x="16250" y="9514"/>
                  </a:lnTo>
                  <a:lnTo>
                    <a:pt x="16280" y="9469"/>
                  </a:lnTo>
                  <a:lnTo>
                    <a:pt x="16295" y="9424"/>
                  </a:lnTo>
                  <a:lnTo>
                    <a:pt x="16339" y="9379"/>
                  </a:lnTo>
                  <a:lnTo>
                    <a:pt x="16354" y="9379"/>
                  </a:lnTo>
                  <a:lnTo>
                    <a:pt x="16369" y="9364"/>
                  </a:lnTo>
                  <a:lnTo>
                    <a:pt x="16384" y="9349"/>
                  </a:lnTo>
                  <a:lnTo>
                    <a:pt x="16384" y="9319"/>
                  </a:lnTo>
                  <a:lnTo>
                    <a:pt x="16384" y="9304"/>
                  </a:lnTo>
                  <a:lnTo>
                    <a:pt x="16369" y="9290"/>
                  </a:lnTo>
                  <a:lnTo>
                    <a:pt x="16354" y="9275"/>
                  </a:lnTo>
                  <a:lnTo>
                    <a:pt x="16339" y="9260"/>
                  </a:lnTo>
                  <a:lnTo>
                    <a:pt x="16295" y="9245"/>
                  </a:lnTo>
                  <a:lnTo>
                    <a:pt x="16250" y="9260"/>
                  </a:lnTo>
                  <a:lnTo>
                    <a:pt x="16190" y="9275"/>
                  </a:lnTo>
                  <a:lnTo>
                    <a:pt x="16160" y="9304"/>
                  </a:lnTo>
                  <a:lnTo>
                    <a:pt x="16130" y="9349"/>
                  </a:lnTo>
                  <a:lnTo>
                    <a:pt x="16041" y="9349"/>
                  </a:lnTo>
                  <a:lnTo>
                    <a:pt x="15906" y="9245"/>
                  </a:lnTo>
                  <a:lnTo>
                    <a:pt x="15787" y="9021"/>
                  </a:lnTo>
                  <a:lnTo>
                    <a:pt x="15742" y="8946"/>
                  </a:lnTo>
                  <a:lnTo>
                    <a:pt x="15712" y="8886"/>
                  </a:lnTo>
                  <a:lnTo>
                    <a:pt x="15623" y="8767"/>
                  </a:lnTo>
                  <a:lnTo>
                    <a:pt x="15548" y="8632"/>
                  </a:lnTo>
                  <a:lnTo>
                    <a:pt x="15473" y="8498"/>
                  </a:lnTo>
                  <a:lnTo>
                    <a:pt x="15443" y="8408"/>
                  </a:lnTo>
                  <a:lnTo>
                    <a:pt x="15443" y="8364"/>
                  </a:lnTo>
                  <a:lnTo>
                    <a:pt x="15443" y="8319"/>
                  </a:lnTo>
                  <a:lnTo>
                    <a:pt x="15458" y="8259"/>
                  </a:lnTo>
                  <a:lnTo>
                    <a:pt x="15414" y="8184"/>
                  </a:lnTo>
                  <a:lnTo>
                    <a:pt x="15384" y="8154"/>
                  </a:lnTo>
                  <a:lnTo>
                    <a:pt x="15324" y="8110"/>
                  </a:lnTo>
                  <a:lnTo>
                    <a:pt x="15204" y="8020"/>
                  </a:lnTo>
                  <a:lnTo>
                    <a:pt x="15130" y="7886"/>
                  </a:lnTo>
                  <a:lnTo>
                    <a:pt x="15130" y="7826"/>
                  </a:lnTo>
                  <a:lnTo>
                    <a:pt x="15115" y="7781"/>
                  </a:lnTo>
                  <a:lnTo>
                    <a:pt x="15115" y="7721"/>
                  </a:lnTo>
                  <a:lnTo>
                    <a:pt x="15055" y="7647"/>
                  </a:lnTo>
                  <a:lnTo>
                    <a:pt x="14965" y="7527"/>
                  </a:lnTo>
                  <a:lnTo>
                    <a:pt x="14891" y="7408"/>
                  </a:lnTo>
                  <a:lnTo>
                    <a:pt x="14861" y="7318"/>
                  </a:lnTo>
                  <a:lnTo>
                    <a:pt x="14861" y="7258"/>
                  </a:lnTo>
                  <a:lnTo>
                    <a:pt x="14921" y="7214"/>
                  </a:lnTo>
                  <a:lnTo>
                    <a:pt x="14980" y="7243"/>
                  </a:lnTo>
                  <a:lnTo>
                    <a:pt x="14995" y="7243"/>
                  </a:lnTo>
                  <a:lnTo>
                    <a:pt x="15010" y="7243"/>
                  </a:lnTo>
                  <a:lnTo>
                    <a:pt x="15040" y="7229"/>
                  </a:lnTo>
                  <a:lnTo>
                    <a:pt x="15070" y="7154"/>
                  </a:lnTo>
                  <a:lnTo>
                    <a:pt x="15085" y="7094"/>
                  </a:lnTo>
                  <a:lnTo>
                    <a:pt x="15085" y="7005"/>
                  </a:lnTo>
                  <a:lnTo>
                    <a:pt x="15055" y="6930"/>
                  </a:lnTo>
                  <a:lnTo>
                    <a:pt x="14965" y="6885"/>
                  </a:lnTo>
                  <a:lnTo>
                    <a:pt x="14891" y="6855"/>
                  </a:lnTo>
                  <a:lnTo>
                    <a:pt x="14846" y="6795"/>
                  </a:lnTo>
                  <a:lnTo>
                    <a:pt x="14831" y="6721"/>
                  </a:lnTo>
                  <a:lnTo>
                    <a:pt x="14831" y="6661"/>
                  </a:lnTo>
                  <a:lnTo>
                    <a:pt x="14846" y="6601"/>
                  </a:lnTo>
                  <a:lnTo>
                    <a:pt x="14816" y="6542"/>
                  </a:lnTo>
                  <a:lnTo>
                    <a:pt x="14756" y="6467"/>
                  </a:lnTo>
                  <a:lnTo>
                    <a:pt x="14622" y="6362"/>
                  </a:lnTo>
                  <a:lnTo>
                    <a:pt x="14502" y="6273"/>
                  </a:lnTo>
                  <a:lnTo>
                    <a:pt x="14398" y="6183"/>
                  </a:lnTo>
                  <a:lnTo>
                    <a:pt x="14293" y="6079"/>
                  </a:lnTo>
                  <a:lnTo>
                    <a:pt x="14144" y="5974"/>
                  </a:lnTo>
                  <a:lnTo>
                    <a:pt x="14010" y="5855"/>
                  </a:lnTo>
                  <a:lnTo>
                    <a:pt x="13935" y="5780"/>
                  </a:lnTo>
                  <a:lnTo>
                    <a:pt x="13935" y="5780"/>
                  </a:lnTo>
                  <a:lnTo>
                    <a:pt x="13920" y="5735"/>
                  </a:lnTo>
                  <a:lnTo>
                    <a:pt x="13935" y="5720"/>
                  </a:lnTo>
                  <a:lnTo>
                    <a:pt x="13965" y="5720"/>
                  </a:lnTo>
                  <a:lnTo>
                    <a:pt x="13995" y="5705"/>
                  </a:lnTo>
                  <a:lnTo>
                    <a:pt x="14025" y="5705"/>
                  </a:lnTo>
                  <a:lnTo>
                    <a:pt x="14054" y="5705"/>
                  </a:lnTo>
                  <a:lnTo>
                    <a:pt x="14054" y="5690"/>
                  </a:lnTo>
                  <a:lnTo>
                    <a:pt x="14054" y="5690"/>
                  </a:lnTo>
                  <a:lnTo>
                    <a:pt x="14054" y="5690"/>
                  </a:lnTo>
                  <a:lnTo>
                    <a:pt x="14054" y="5690"/>
                  </a:lnTo>
                  <a:lnTo>
                    <a:pt x="14054" y="5675"/>
                  </a:lnTo>
                  <a:lnTo>
                    <a:pt x="14054" y="5675"/>
                  </a:lnTo>
                  <a:lnTo>
                    <a:pt x="14054" y="5675"/>
                  </a:lnTo>
                  <a:lnTo>
                    <a:pt x="14040" y="5660"/>
                  </a:lnTo>
                  <a:lnTo>
                    <a:pt x="14010" y="5645"/>
                  </a:lnTo>
                  <a:lnTo>
                    <a:pt x="13980" y="5631"/>
                  </a:lnTo>
                  <a:lnTo>
                    <a:pt x="13950" y="5616"/>
                  </a:lnTo>
                  <a:lnTo>
                    <a:pt x="13920" y="5616"/>
                  </a:lnTo>
                  <a:lnTo>
                    <a:pt x="13815" y="5571"/>
                  </a:lnTo>
                  <a:lnTo>
                    <a:pt x="13741" y="5526"/>
                  </a:lnTo>
                  <a:lnTo>
                    <a:pt x="13696" y="5511"/>
                  </a:lnTo>
                  <a:lnTo>
                    <a:pt x="13666" y="5481"/>
                  </a:lnTo>
                  <a:lnTo>
                    <a:pt x="13591" y="5436"/>
                  </a:lnTo>
                  <a:lnTo>
                    <a:pt x="13547" y="5377"/>
                  </a:lnTo>
                  <a:lnTo>
                    <a:pt x="13532" y="5332"/>
                  </a:lnTo>
                  <a:lnTo>
                    <a:pt x="13547" y="5302"/>
                  </a:lnTo>
                  <a:lnTo>
                    <a:pt x="13577" y="5272"/>
                  </a:lnTo>
                  <a:lnTo>
                    <a:pt x="13577" y="5227"/>
                  </a:lnTo>
                  <a:lnTo>
                    <a:pt x="13547" y="5182"/>
                  </a:lnTo>
                  <a:lnTo>
                    <a:pt x="13502" y="5138"/>
                  </a:lnTo>
                  <a:lnTo>
                    <a:pt x="13427" y="5048"/>
                  </a:lnTo>
                  <a:lnTo>
                    <a:pt x="13382" y="4929"/>
                  </a:lnTo>
                  <a:lnTo>
                    <a:pt x="13367" y="4839"/>
                  </a:lnTo>
                  <a:lnTo>
                    <a:pt x="13323" y="4734"/>
                  </a:lnTo>
                  <a:lnTo>
                    <a:pt x="13278" y="4600"/>
                  </a:lnTo>
                  <a:lnTo>
                    <a:pt x="13233" y="4525"/>
                  </a:lnTo>
                  <a:lnTo>
                    <a:pt x="13218" y="4495"/>
                  </a:lnTo>
                  <a:lnTo>
                    <a:pt x="13203" y="4481"/>
                  </a:lnTo>
                  <a:lnTo>
                    <a:pt x="13173" y="4451"/>
                  </a:lnTo>
                  <a:lnTo>
                    <a:pt x="13158" y="4421"/>
                  </a:lnTo>
                  <a:lnTo>
                    <a:pt x="12441" y="4436"/>
                  </a:lnTo>
                  <a:lnTo>
                    <a:pt x="12427" y="4406"/>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62"/>
            <p:cNvSpPr/>
            <p:nvPr/>
          </p:nvSpPr>
          <p:spPr>
            <a:xfrm>
              <a:off x="2959825" y="2738200"/>
              <a:ext cx="10100" cy="6000"/>
            </a:xfrm>
            <a:custGeom>
              <a:rect b="b" l="l" r="r" t="t"/>
              <a:pathLst>
                <a:path extrusionOk="0" h="240" w="404">
                  <a:moveTo>
                    <a:pt x="373" y="150"/>
                  </a:moveTo>
                  <a:lnTo>
                    <a:pt x="314" y="120"/>
                  </a:lnTo>
                  <a:lnTo>
                    <a:pt x="254" y="60"/>
                  </a:lnTo>
                  <a:lnTo>
                    <a:pt x="164" y="0"/>
                  </a:lnTo>
                  <a:lnTo>
                    <a:pt x="75" y="0"/>
                  </a:lnTo>
                  <a:lnTo>
                    <a:pt x="0" y="30"/>
                  </a:lnTo>
                  <a:lnTo>
                    <a:pt x="15" y="75"/>
                  </a:lnTo>
                  <a:lnTo>
                    <a:pt x="90" y="90"/>
                  </a:lnTo>
                  <a:lnTo>
                    <a:pt x="134" y="120"/>
                  </a:lnTo>
                  <a:lnTo>
                    <a:pt x="179" y="180"/>
                  </a:lnTo>
                  <a:lnTo>
                    <a:pt x="239" y="180"/>
                  </a:lnTo>
                  <a:lnTo>
                    <a:pt x="299" y="180"/>
                  </a:lnTo>
                  <a:lnTo>
                    <a:pt x="329" y="209"/>
                  </a:lnTo>
                  <a:lnTo>
                    <a:pt x="373" y="239"/>
                  </a:lnTo>
                  <a:lnTo>
                    <a:pt x="403" y="224"/>
                  </a:lnTo>
                  <a:lnTo>
                    <a:pt x="388" y="165"/>
                  </a:lnTo>
                  <a:lnTo>
                    <a:pt x="373" y="150"/>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62"/>
            <p:cNvSpPr/>
            <p:nvPr/>
          </p:nvSpPr>
          <p:spPr>
            <a:xfrm>
              <a:off x="2959825" y="2738200"/>
              <a:ext cx="10100" cy="6000"/>
            </a:xfrm>
            <a:custGeom>
              <a:rect b="b" l="l" r="r" t="t"/>
              <a:pathLst>
                <a:path extrusionOk="0" fill="none" h="240" w="404">
                  <a:moveTo>
                    <a:pt x="373" y="150"/>
                  </a:moveTo>
                  <a:lnTo>
                    <a:pt x="314" y="120"/>
                  </a:lnTo>
                  <a:lnTo>
                    <a:pt x="254" y="60"/>
                  </a:lnTo>
                  <a:lnTo>
                    <a:pt x="164" y="0"/>
                  </a:lnTo>
                  <a:lnTo>
                    <a:pt x="75" y="0"/>
                  </a:lnTo>
                  <a:lnTo>
                    <a:pt x="0" y="30"/>
                  </a:lnTo>
                  <a:lnTo>
                    <a:pt x="15" y="75"/>
                  </a:lnTo>
                  <a:lnTo>
                    <a:pt x="90" y="90"/>
                  </a:lnTo>
                  <a:lnTo>
                    <a:pt x="134" y="120"/>
                  </a:lnTo>
                  <a:lnTo>
                    <a:pt x="179" y="180"/>
                  </a:lnTo>
                  <a:lnTo>
                    <a:pt x="239" y="180"/>
                  </a:lnTo>
                  <a:lnTo>
                    <a:pt x="299" y="180"/>
                  </a:lnTo>
                  <a:lnTo>
                    <a:pt x="329" y="209"/>
                  </a:lnTo>
                  <a:lnTo>
                    <a:pt x="373" y="239"/>
                  </a:lnTo>
                  <a:lnTo>
                    <a:pt x="403" y="224"/>
                  </a:lnTo>
                  <a:lnTo>
                    <a:pt x="388" y="165"/>
                  </a:lnTo>
                  <a:lnTo>
                    <a:pt x="373" y="150"/>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62"/>
            <p:cNvSpPr/>
            <p:nvPr/>
          </p:nvSpPr>
          <p:spPr>
            <a:xfrm>
              <a:off x="3074800" y="2939075"/>
              <a:ext cx="4900" cy="10850"/>
            </a:xfrm>
            <a:custGeom>
              <a:rect b="b" l="l" r="r" t="t"/>
              <a:pathLst>
                <a:path extrusionOk="0" h="434" w="196">
                  <a:moveTo>
                    <a:pt x="76" y="75"/>
                  </a:moveTo>
                  <a:lnTo>
                    <a:pt x="135" y="179"/>
                  </a:lnTo>
                  <a:lnTo>
                    <a:pt x="165" y="224"/>
                  </a:lnTo>
                  <a:lnTo>
                    <a:pt x="180" y="284"/>
                  </a:lnTo>
                  <a:lnTo>
                    <a:pt x="195" y="329"/>
                  </a:lnTo>
                  <a:lnTo>
                    <a:pt x="165" y="359"/>
                  </a:lnTo>
                  <a:lnTo>
                    <a:pt x="135" y="374"/>
                  </a:lnTo>
                  <a:lnTo>
                    <a:pt x="150" y="418"/>
                  </a:lnTo>
                  <a:lnTo>
                    <a:pt x="120" y="433"/>
                  </a:lnTo>
                  <a:lnTo>
                    <a:pt x="76" y="433"/>
                  </a:lnTo>
                  <a:lnTo>
                    <a:pt x="46" y="389"/>
                  </a:lnTo>
                  <a:lnTo>
                    <a:pt x="46" y="359"/>
                  </a:lnTo>
                  <a:lnTo>
                    <a:pt x="46" y="314"/>
                  </a:lnTo>
                  <a:lnTo>
                    <a:pt x="31" y="269"/>
                  </a:lnTo>
                  <a:lnTo>
                    <a:pt x="16" y="239"/>
                  </a:lnTo>
                  <a:lnTo>
                    <a:pt x="1" y="194"/>
                  </a:lnTo>
                  <a:lnTo>
                    <a:pt x="16" y="150"/>
                  </a:lnTo>
                  <a:lnTo>
                    <a:pt x="46" y="120"/>
                  </a:lnTo>
                  <a:lnTo>
                    <a:pt x="46" y="90"/>
                  </a:lnTo>
                  <a:lnTo>
                    <a:pt x="46" y="30"/>
                  </a:lnTo>
                  <a:lnTo>
                    <a:pt x="61" y="0"/>
                  </a:lnTo>
                  <a:lnTo>
                    <a:pt x="76" y="45"/>
                  </a:lnTo>
                  <a:lnTo>
                    <a:pt x="76" y="75"/>
                  </a:lnTo>
                  <a:close/>
                </a:path>
              </a:pathLst>
            </a:cu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62"/>
            <p:cNvSpPr/>
            <p:nvPr/>
          </p:nvSpPr>
          <p:spPr>
            <a:xfrm>
              <a:off x="3074800" y="2939075"/>
              <a:ext cx="4900" cy="10850"/>
            </a:xfrm>
            <a:custGeom>
              <a:rect b="b" l="l" r="r" t="t"/>
              <a:pathLst>
                <a:path extrusionOk="0" fill="none" h="434" w="196">
                  <a:moveTo>
                    <a:pt x="76" y="75"/>
                  </a:moveTo>
                  <a:lnTo>
                    <a:pt x="135" y="179"/>
                  </a:lnTo>
                  <a:lnTo>
                    <a:pt x="165" y="224"/>
                  </a:lnTo>
                  <a:lnTo>
                    <a:pt x="180" y="284"/>
                  </a:lnTo>
                  <a:lnTo>
                    <a:pt x="195" y="329"/>
                  </a:lnTo>
                  <a:lnTo>
                    <a:pt x="165" y="359"/>
                  </a:lnTo>
                  <a:lnTo>
                    <a:pt x="135" y="374"/>
                  </a:lnTo>
                  <a:lnTo>
                    <a:pt x="150" y="418"/>
                  </a:lnTo>
                  <a:lnTo>
                    <a:pt x="120" y="433"/>
                  </a:lnTo>
                  <a:lnTo>
                    <a:pt x="76" y="433"/>
                  </a:lnTo>
                  <a:lnTo>
                    <a:pt x="46" y="389"/>
                  </a:lnTo>
                  <a:lnTo>
                    <a:pt x="46" y="359"/>
                  </a:lnTo>
                  <a:lnTo>
                    <a:pt x="46" y="314"/>
                  </a:lnTo>
                  <a:lnTo>
                    <a:pt x="31" y="269"/>
                  </a:lnTo>
                  <a:lnTo>
                    <a:pt x="16" y="239"/>
                  </a:lnTo>
                  <a:lnTo>
                    <a:pt x="1" y="194"/>
                  </a:lnTo>
                  <a:lnTo>
                    <a:pt x="16" y="150"/>
                  </a:lnTo>
                  <a:lnTo>
                    <a:pt x="46" y="120"/>
                  </a:lnTo>
                  <a:lnTo>
                    <a:pt x="46" y="90"/>
                  </a:lnTo>
                  <a:lnTo>
                    <a:pt x="46" y="30"/>
                  </a:lnTo>
                  <a:lnTo>
                    <a:pt x="61" y="0"/>
                  </a:lnTo>
                  <a:lnTo>
                    <a:pt x="76" y="45"/>
                  </a:lnTo>
                  <a:lnTo>
                    <a:pt x="76" y="75"/>
                  </a:lnTo>
                  <a:close/>
                </a:path>
              </a:pathLst>
            </a:custGeom>
            <a:solidFill>
              <a:srgbClr val="EFEADC"/>
            </a:solidFill>
            <a:ln cap="flat" cmpd="sng" w="11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7" name="Google Shape;2147;p62"/>
          <p:cNvSpPr txBox="1"/>
          <p:nvPr>
            <p:ph idx="4294967295" type="subTitle"/>
          </p:nvPr>
        </p:nvSpPr>
        <p:spPr>
          <a:xfrm>
            <a:off x="540000" y="126000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2148" name="Google Shape;2148;p62"/>
          <p:cNvSpPr txBox="1"/>
          <p:nvPr>
            <p:ph idx="4294967295" type="subTitle"/>
          </p:nvPr>
        </p:nvSpPr>
        <p:spPr>
          <a:xfrm>
            <a:off x="540000" y="1884175"/>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2149" name="Google Shape;2149;p62"/>
          <p:cNvSpPr txBox="1"/>
          <p:nvPr>
            <p:ph idx="4294967295" type="subTitle"/>
          </p:nvPr>
        </p:nvSpPr>
        <p:spPr>
          <a:xfrm>
            <a:off x="540000" y="2508350"/>
            <a:ext cx="2170500" cy="50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100"/>
              <a:t>Xxx</a:t>
            </a:r>
            <a:endParaRPr sz="1100"/>
          </a:p>
        </p:txBody>
      </p:sp>
      <p:sp>
        <p:nvSpPr>
          <p:cNvPr id="2150" name="Google Shape;2150;p62"/>
          <p:cNvSpPr txBox="1"/>
          <p:nvPr/>
        </p:nvSpPr>
        <p:spPr>
          <a:xfrm>
            <a:off x="810800" y="4046200"/>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1</a:t>
            </a:r>
            <a:endParaRPr sz="800">
              <a:solidFill>
                <a:schemeClr val="dk1"/>
              </a:solidFill>
              <a:latin typeface="Montserrat"/>
              <a:ea typeface="Montserrat"/>
              <a:cs typeface="Montserrat"/>
              <a:sym typeface="Montserrat"/>
            </a:endParaRPr>
          </a:p>
        </p:txBody>
      </p:sp>
      <p:sp>
        <p:nvSpPr>
          <p:cNvPr id="2151" name="Google Shape;2151;p62"/>
          <p:cNvSpPr/>
          <p:nvPr/>
        </p:nvSpPr>
        <p:spPr>
          <a:xfrm>
            <a:off x="540084" y="4046197"/>
            <a:ext cx="170100" cy="170400"/>
          </a:xfrm>
          <a:prstGeom prst="ellipse">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62"/>
          <p:cNvSpPr txBox="1"/>
          <p:nvPr/>
        </p:nvSpPr>
        <p:spPr>
          <a:xfrm>
            <a:off x="810725" y="4376875"/>
            <a:ext cx="1663800" cy="17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Legend 2</a:t>
            </a:r>
            <a:endParaRPr sz="800">
              <a:solidFill>
                <a:schemeClr val="dk1"/>
              </a:solidFill>
              <a:latin typeface="Montserrat"/>
              <a:ea typeface="Montserrat"/>
              <a:cs typeface="Montserrat"/>
              <a:sym typeface="Montserrat"/>
            </a:endParaRPr>
          </a:p>
        </p:txBody>
      </p:sp>
      <p:sp>
        <p:nvSpPr>
          <p:cNvPr id="2153" name="Google Shape;2153;p62"/>
          <p:cNvSpPr/>
          <p:nvPr/>
        </p:nvSpPr>
        <p:spPr>
          <a:xfrm>
            <a:off x="540009" y="4376872"/>
            <a:ext cx="170100" cy="170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7" name="Shape 2157"/>
        <p:cNvGrpSpPr/>
        <p:nvPr/>
      </p:nvGrpSpPr>
      <p:grpSpPr>
        <a:xfrm>
          <a:off x="0" y="0"/>
          <a:ext cx="0" cy="0"/>
          <a:chOff x="0" y="0"/>
          <a:chExt cx="0" cy="0"/>
        </a:xfrm>
      </p:grpSpPr>
      <p:sp>
        <p:nvSpPr>
          <p:cNvPr id="2158" name="Google Shape;2158;p63"/>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Timelines</a:t>
            </a:r>
            <a:endParaRPr/>
          </a:p>
        </p:txBody>
      </p:sp>
      <p:sp>
        <p:nvSpPr>
          <p:cNvPr id="2159" name="Google Shape;2159;p63"/>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Within the slides options built into the theme, you will find timelines with 4, 5, and 6 columns. Check the different slide options shown when adding a new slide.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p64"/>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Timeline</a:t>
            </a:r>
            <a:endParaRPr/>
          </a:p>
        </p:txBody>
      </p:sp>
      <p:graphicFrame>
        <p:nvGraphicFramePr>
          <p:cNvPr id="2165" name="Google Shape;2165;p64"/>
          <p:cNvGraphicFramePr/>
          <p:nvPr/>
        </p:nvGraphicFramePr>
        <p:xfrm>
          <a:off x="540079" y="1256496"/>
          <a:ext cx="3000000" cy="3000000"/>
        </p:xfrm>
        <a:graphic>
          <a:graphicData uri="http://schemas.openxmlformats.org/drawingml/2006/table">
            <a:tbl>
              <a:tblPr bandRow="1" firstRow="1">
                <a:noFill/>
                <a:tableStyleId>{62AA66CA-2F14-4792-A2AB-05E94E8730DD}</a:tableStyleId>
              </a:tblPr>
              <a:tblGrid>
                <a:gridCol w="936375"/>
                <a:gridCol w="567175"/>
                <a:gridCol w="504650"/>
                <a:gridCol w="504650"/>
                <a:gridCol w="504650"/>
                <a:gridCol w="504650"/>
                <a:gridCol w="504650"/>
                <a:gridCol w="504650"/>
                <a:gridCol w="504650"/>
                <a:gridCol w="504650"/>
                <a:gridCol w="504650"/>
                <a:gridCol w="504650"/>
                <a:gridCol w="504650"/>
                <a:gridCol w="504650"/>
                <a:gridCol w="504650"/>
              </a:tblGrid>
              <a:tr h="189125">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700">
                          <a:solidFill>
                            <a:schemeClr val="dk1"/>
                          </a:solidFill>
                          <a:latin typeface="Montserrat"/>
                          <a:ea typeface="Montserrat"/>
                          <a:cs typeface="Montserrat"/>
                          <a:sym typeface="Montserrat"/>
                        </a:rPr>
                        <a:t>Uge</a:t>
                      </a:r>
                      <a:r>
                        <a:rPr b="1" lang="en-GB" sz="700" u="none" cap="none" strike="noStrike">
                          <a:solidFill>
                            <a:schemeClr val="dk1"/>
                          </a:solidFill>
                          <a:latin typeface="Montserrat"/>
                          <a:ea typeface="Montserrat"/>
                          <a:cs typeface="Montserrat"/>
                          <a:sym typeface="Montserrat"/>
                        </a:rPr>
                        <a:t> </a:t>
                      </a:r>
                      <a:r>
                        <a:rPr b="1" lang="en-GB" sz="700">
                          <a:solidFill>
                            <a:schemeClr val="dk1"/>
                          </a:solidFill>
                          <a:latin typeface="Montserrat"/>
                          <a:ea typeface="Montserrat"/>
                          <a:cs typeface="Montserrat"/>
                          <a:sym typeface="Montserrat"/>
                        </a:rPr>
                        <a:t>50</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9525">
                      <a:solidFill>
                        <a:schemeClr val="dk1"/>
                      </a:solidFill>
                      <a:prstDash val="dash"/>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700">
                          <a:solidFill>
                            <a:schemeClr val="dk1"/>
                          </a:solidFill>
                          <a:latin typeface="Montserrat"/>
                          <a:ea typeface="Montserrat"/>
                          <a:cs typeface="Montserrat"/>
                          <a:sym typeface="Montserrat"/>
                        </a:rPr>
                        <a:t>Uge</a:t>
                      </a:r>
                      <a:r>
                        <a:rPr b="1" lang="en-GB" sz="700" u="none" cap="none" strike="noStrike">
                          <a:solidFill>
                            <a:schemeClr val="dk1"/>
                          </a:solidFill>
                          <a:latin typeface="Montserrat"/>
                          <a:ea typeface="Montserrat"/>
                          <a:cs typeface="Montserrat"/>
                          <a:sym typeface="Montserrat"/>
                        </a:rPr>
                        <a:t> </a:t>
                      </a:r>
                      <a:r>
                        <a:rPr b="1" lang="en-GB" sz="700">
                          <a:solidFill>
                            <a:schemeClr val="dk1"/>
                          </a:solidFill>
                          <a:latin typeface="Montserrat"/>
                          <a:ea typeface="Montserrat"/>
                          <a:cs typeface="Montserrat"/>
                          <a:sym typeface="Montserrat"/>
                        </a:rPr>
                        <a:t>51</a:t>
                      </a:r>
                      <a:endParaRPr b="1" i="0"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700">
                          <a:solidFill>
                            <a:schemeClr val="dk1"/>
                          </a:solidFill>
                          <a:latin typeface="Montserrat"/>
                          <a:ea typeface="Montserrat"/>
                          <a:cs typeface="Montserrat"/>
                          <a:sym typeface="Montserrat"/>
                        </a:rPr>
                        <a:t>Uge</a:t>
                      </a:r>
                      <a:r>
                        <a:rPr b="1" lang="en-GB" sz="700" u="none" cap="none" strike="noStrike">
                          <a:solidFill>
                            <a:schemeClr val="dk1"/>
                          </a:solidFill>
                          <a:latin typeface="Montserrat"/>
                          <a:ea typeface="Montserrat"/>
                          <a:cs typeface="Montserrat"/>
                          <a:sym typeface="Montserrat"/>
                        </a:rPr>
                        <a:t> </a:t>
                      </a:r>
                      <a:r>
                        <a:rPr b="1" lang="en-GB" sz="700">
                          <a:solidFill>
                            <a:schemeClr val="dk1"/>
                          </a:solidFill>
                          <a:latin typeface="Montserrat"/>
                          <a:ea typeface="Montserrat"/>
                          <a:cs typeface="Montserrat"/>
                          <a:sym typeface="Montserrat"/>
                        </a:rPr>
                        <a:t>52</a:t>
                      </a:r>
                      <a:endParaRPr b="1" i="0"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GB" sz="700">
                          <a:solidFill>
                            <a:schemeClr val="dk1"/>
                          </a:solidFill>
                          <a:latin typeface="Montserrat"/>
                          <a:ea typeface="Montserrat"/>
                          <a:cs typeface="Montserrat"/>
                          <a:sym typeface="Montserrat"/>
                        </a:rPr>
                        <a:t>Uge 1</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2</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3</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4</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5</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6</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7</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8</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9</a:t>
                      </a:r>
                      <a:endParaRPr b="1" sz="700" u="none" cap="none" strike="noStrike">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GB" sz="700">
                          <a:solidFill>
                            <a:schemeClr val="dk1"/>
                          </a:solidFill>
                          <a:latin typeface="Montserrat"/>
                          <a:ea typeface="Montserrat"/>
                          <a:cs typeface="Montserrat"/>
                          <a:sym typeface="Montserrat"/>
                        </a:rPr>
                        <a:t>Uge 10</a:t>
                      </a:r>
                      <a:endParaRPr b="1" sz="700">
                        <a:solidFill>
                          <a:schemeClr val="dk1"/>
                        </a:solidFill>
                        <a:latin typeface="Montserrat"/>
                        <a:ea typeface="Montserrat"/>
                        <a:cs typeface="Montserrat"/>
                        <a:sym typeface="Montserrat"/>
                      </a:endParaRPr>
                    </a:p>
                  </a:txBody>
                  <a:tcPr marT="45725" marB="45725" marR="41575" marL="41575">
                    <a:lnL cap="flat" cmpd="sng" w="12700">
                      <a:solidFill>
                        <a:schemeClr val="dk1"/>
                      </a:solidFill>
                      <a:prstDash val="dot"/>
                      <a:round/>
                      <a:headEnd len="sm" w="sm" type="none"/>
                      <a:tailEnd len="sm" w="sm" type="none"/>
                    </a:lnL>
                    <a:lnR cap="flat" cmpd="sng" w="12700">
                      <a:solidFill>
                        <a:srgbClr val="FC636F">
                          <a:alpha val="0"/>
                        </a:srgbClr>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2100">
                <a:tc gridSpan="2">
                  <a:txBody>
                    <a:bodyPr/>
                    <a:lstStyle/>
                    <a:p>
                      <a:pPr indent="0" lvl="0" marL="0" marR="0" rtl="0" algn="l">
                        <a:lnSpc>
                          <a:spcPct val="100000"/>
                        </a:lnSpc>
                        <a:spcBef>
                          <a:spcPts val="0"/>
                        </a:spcBef>
                        <a:spcAft>
                          <a:spcPts val="0"/>
                        </a:spcAft>
                        <a:buClr>
                          <a:srgbClr val="000000"/>
                        </a:buClr>
                        <a:buSzPts val="800"/>
                        <a:buFont typeface="Arial"/>
                        <a:buNone/>
                      </a:pPr>
                      <a:r>
                        <a:rPr b="1" lang="en-GB" sz="700">
                          <a:solidFill>
                            <a:schemeClr val="dk1"/>
                          </a:solidFill>
                          <a:latin typeface="Montserrat"/>
                          <a:ea typeface="Montserrat"/>
                          <a:cs typeface="Montserrat"/>
                          <a:sym typeface="Montserrat"/>
                        </a:rPr>
                        <a:t>Tools &amp; Infrastructure</a:t>
                      </a:r>
                      <a:endParaRPr b="1" sz="700" u="none" cap="none" strike="noStrike">
                        <a:solidFill>
                          <a:schemeClr val="dk1"/>
                        </a:solidFill>
                        <a:latin typeface="Montserrat"/>
                        <a:ea typeface="Montserrat"/>
                        <a:cs typeface="Montserrat"/>
                        <a:sym typeface="Montserrat"/>
                      </a:endParaRPr>
                    </a:p>
                  </a:txBody>
                  <a:tcPr marT="0" marB="0" marR="0" marL="36000" anchor="ctr">
                    <a:lnL cap="flat" cmpd="sng" w="12700">
                      <a:solidFill>
                        <a:srgbClr val="FC636F">
                          <a:alpha val="0"/>
                        </a:srgbClr>
                      </a:solidFill>
                      <a:prstDash val="dash"/>
                      <a:round/>
                      <a:headEnd len="sm" w="sm" type="none"/>
                      <a:tailEnd len="sm" w="sm" type="none"/>
                    </a:lnL>
                    <a:lnR cap="flat" cmpd="sng" w="9525">
                      <a:solidFill>
                        <a:srgbClr val="FC636F">
                          <a:alpha val="0"/>
                        </a:srgbClr>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C636F">
                          <a:alpha val="0"/>
                        </a:srgbClr>
                      </a:solidFill>
                      <a:prstDash val="dash"/>
                      <a:round/>
                      <a:headEnd len="sm" w="sm" type="none"/>
                      <a:tailEnd len="sm" w="sm" type="none"/>
                    </a:lnB>
                    <a:solidFill>
                      <a:schemeClr val="accent2"/>
                    </a:solidFill>
                  </a:tcPr>
                </a:tc>
                <a:tc hMerge="1"/>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C636F">
                          <a:alpha val="0"/>
                        </a:srgbClr>
                      </a:solidFill>
                      <a:prstDash val="dash"/>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3DBD9">
                          <a:alpha val="0"/>
                        </a:srgbClr>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rgbClr val="F3DBD9">
                          <a:alpha val="0"/>
                        </a:srgbClr>
                      </a:solidFill>
                      <a:prstDash val="dot"/>
                      <a:round/>
                      <a:headEnd len="sm" w="sm" type="none"/>
                      <a:tailEnd len="sm" w="sm" type="none"/>
                    </a:lnL>
                    <a:lnR cap="flat" cmpd="sng" w="9525">
                      <a:solidFill>
                        <a:srgbClr val="FC636F">
                          <a:alpha val="0"/>
                        </a:srgbClr>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2"/>
                    </a:solidFill>
                  </a:tcPr>
                </a:tc>
              </a:tr>
              <a:tr h="192100">
                <a:tc gridSpan="2">
                  <a:txBody>
                    <a:bodyPr/>
                    <a:lstStyle/>
                    <a:p>
                      <a:pPr indent="0" lvl="0" marL="0" rtl="0" algn="l">
                        <a:spcBef>
                          <a:spcPts val="0"/>
                        </a:spcBef>
                        <a:spcAft>
                          <a:spcPts val="0"/>
                        </a:spcAft>
                        <a:buClr>
                          <a:srgbClr val="000000"/>
                        </a:buClr>
                        <a:buSzPts val="700"/>
                        <a:buFont typeface="Arial"/>
                        <a:buNone/>
                      </a:pPr>
                      <a:r>
                        <a:rPr lang="en-GB" sz="700">
                          <a:solidFill>
                            <a:schemeClr val="dk1"/>
                          </a:solidFill>
                          <a:latin typeface="Montserrat Light"/>
                          <a:ea typeface="Montserrat Light"/>
                          <a:cs typeface="Montserrat Light"/>
                          <a:sym typeface="Montserrat Light"/>
                        </a:rPr>
                        <a:t>Install tools &amp; servers</a:t>
                      </a:r>
                      <a:endParaRPr i="1" sz="700" u="none" cap="none" strike="noStrike">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FC636F">
                          <a:alpha val="0"/>
                        </a:srgbClr>
                      </a:solidFill>
                      <a:prstDash val="dash"/>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marR="0" rtl="0" algn="l">
                        <a:lnSpc>
                          <a:spcPct val="100000"/>
                        </a:lnSpc>
                        <a:spcBef>
                          <a:spcPts val="0"/>
                        </a:spcBef>
                        <a:spcAft>
                          <a:spcPts val="0"/>
                        </a:spcAft>
                        <a:buClr>
                          <a:srgbClr val="000000"/>
                        </a:buClr>
                        <a:buSzPts val="700"/>
                        <a:buFont typeface="Arial"/>
                        <a:buNone/>
                      </a:pPr>
                      <a:r>
                        <a:rPr lang="en-GB" sz="700">
                          <a:solidFill>
                            <a:schemeClr val="dk1"/>
                          </a:solidFill>
                          <a:latin typeface="Montserrat Light"/>
                          <a:ea typeface="Montserrat Light"/>
                          <a:cs typeface="Montserrat Light"/>
                          <a:sym typeface="Montserrat Light"/>
                        </a:rPr>
                        <a:t>Design infrastructure</a:t>
                      </a:r>
                      <a:endParaRPr i="1" sz="700" u="none" cap="none" strike="noStrike">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Clr>
                          <a:srgbClr val="000000"/>
                        </a:buClr>
                        <a:buSzPts val="1100"/>
                        <a:buFont typeface="Arial"/>
                        <a:buNone/>
                      </a:pPr>
                      <a:r>
                        <a:rPr lang="en-GB" sz="700">
                          <a:solidFill>
                            <a:schemeClr val="dk1"/>
                          </a:solidFill>
                          <a:latin typeface="Montserrat Light"/>
                          <a:ea typeface="Montserrat Light"/>
                          <a:cs typeface="Montserrat Light"/>
                          <a:sym typeface="Montserrat Light"/>
                        </a:rPr>
                        <a:t>Train Alteryx &amp; Tableau</a:t>
                      </a:r>
                      <a:endParaRPr sz="700" u="none" cap="none" strike="noStrike">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marR="0" rtl="0" algn="l">
                        <a:lnSpc>
                          <a:spcPct val="100000"/>
                        </a:lnSpc>
                        <a:spcBef>
                          <a:spcPts val="0"/>
                        </a:spcBef>
                        <a:spcAft>
                          <a:spcPts val="0"/>
                        </a:spcAft>
                        <a:buNone/>
                      </a:pPr>
                      <a:r>
                        <a:rPr lang="en-GB" sz="700">
                          <a:solidFill>
                            <a:schemeClr val="dk1"/>
                          </a:solidFill>
                          <a:latin typeface="Montserrat Light"/>
                          <a:ea typeface="Montserrat Light"/>
                          <a:cs typeface="Montserrat Light"/>
                          <a:sym typeface="Montserrat Light"/>
                        </a:rPr>
                        <a:t>Evaluate portals to customize</a:t>
                      </a:r>
                      <a:endParaRPr sz="700">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nchor="ctr">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7">
                  <a:txBody>
                    <a:bodyPr/>
                    <a:lstStyle/>
                    <a:p>
                      <a:pPr indent="0" lvl="0" marL="0" marR="0" rtl="0" algn="l">
                        <a:lnSpc>
                          <a:spcPct val="100000"/>
                        </a:lnSpc>
                        <a:spcBef>
                          <a:spcPts val="0"/>
                        </a:spcBef>
                        <a:spcAft>
                          <a:spcPts val="0"/>
                        </a:spcAft>
                        <a:buClr>
                          <a:srgbClr val="000000"/>
                        </a:buClr>
                        <a:buSzPts val="800"/>
                        <a:buFont typeface="Arial"/>
                        <a:buNone/>
                      </a:pPr>
                      <a:r>
                        <a:rPr b="1" lang="en-GB" sz="700">
                          <a:solidFill>
                            <a:schemeClr val="dk1"/>
                          </a:solidFill>
                          <a:latin typeface="Montserrat"/>
                          <a:ea typeface="Montserrat"/>
                          <a:cs typeface="Montserrat"/>
                          <a:sym typeface="Montserrat"/>
                        </a:rPr>
                        <a:t>Digital Platform</a:t>
                      </a:r>
                      <a:endParaRPr b="1" sz="700" u="none" cap="none" strike="noStrike">
                        <a:solidFill>
                          <a:schemeClr val="dk1"/>
                        </a:solidFill>
                        <a:latin typeface="Montserrat"/>
                        <a:ea typeface="Montserrat"/>
                        <a:cs typeface="Montserrat"/>
                        <a:sym typeface="Montserrat"/>
                      </a:endParaRPr>
                    </a:p>
                  </a:txBody>
                  <a:tcPr marT="0" marB="0" marR="0" marL="36000" anchor="ctr">
                    <a:lnL cap="flat" cmpd="sng" w="9525">
                      <a:solidFill>
                        <a:schemeClr val="accent3"/>
                      </a:solidFill>
                      <a:prstDash val="dash"/>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accent5"/>
                    </a:solidFill>
                  </a:tcPr>
                </a:tc>
                <a:tc hMerge="1"/>
                <a:tc hMerge="1"/>
                <a:tc hMerge="1"/>
                <a:tc hMerge="1"/>
                <a:tc hMerge="1"/>
                <a:tc hMerge="1"/>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t/>
                      </a:r>
                      <a:endParaRPr sz="700">
                        <a:solidFill>
                          <a:srgbClr val="FFFFFF"/>
                        </a:solidFill>
                        <a:latin typeface="Montserrat Light"/>
                        <a:ea typeface="Montserrat Light"/>
                        <a:cs typeface="Montserrat Light"/>
                        <a:sym typeface="Montserrat Light"/>
                      </a:endParaRPr>
                    </a:p>
                  </a:txBody>
                  <a:tcPr marT="0" marB="0" marR="0" marL="0" anchor="ctr">
                    <a:lnL cap="flat" cmpd="sng" w="12700">
                      <a:solidFill>
                        <a:schemeClr val="accent3"/>
                      </a:solidFill>
                      <a:prstDash val="dot"/>
                      <a:round/>
                      <a:headEnd len="sm" w="sm" type="none"/>
                      <a:tailEnd len="sm" w="sm" type="none"/>
                    </a:lnL>
                    <a:lnR cap="flat" cmpd="sng" w="12700">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accent5"/>
                    </a:solidFill>
                  </a:tcPr>
                </a:tc>
              </a:tr>
              <a:tr h="192100">
                <a:tc gridSpan="2">
                  <a:txBody>
                    <a:bodyPr/>
                    <a:lstStyle/>
                    <a:p>
                      <a:pPr indent="0" lvl="0" marL="0" marR="0" rtl="0" algn="l">
                        <a:lnSpc>
                          <a:spcPct val="100000"/>
                        </a:lnSpc>
                        <a:spcBef>
                          <a:spcPts val="0"/>
                        </a:spcBef>
                        <a:spcAft>
                          <a:spcPts val="0"/>
                        </a:spcAft>
                        <a:buClr>
                          <a:srgbClr val="000000"/>
                        </a:buClr>
                        <a:buSzPts val="800"/>
                        <a:buFont typeface="Arial"/>
                        <a:buNone/>
                      </a:pPr>
                      <a:r>
                        <a:rPr lang="en-GB" sz="700">
                          <a:solidFill>
                            <a:schemeClr val="dk1"/>
                          </a:solidFill>
                          <a:latin typeface="Montserrat Light"/>
                          <a:ea typeface="Montserrat Light"/>
                          <a:cs typeface="Montserrat Light"/>
                          <a:sym typeface="Montserrat Light"/>
                        </a:rPr>
                        <a:t>Define and describe product</a:t>
                      </a:r>
                      <a:endParaRPr i="0" sz="700" u="none" cap="none" strike="noStrike">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Clr>
                          <a:srgbClr val="000000"/>
                        </a:buClr>
                        <a:buSzPts val="800"/>
                        <a:buFont typeface="Arial"/>
                        <a:buNone/>
                      </a:pPr>
                      <a:r>
                        <a:rPr lang="en-GB" sz="700">
                          <a:solidFill>
                            <a:schemeClr val="dk1"/>
                          </a:solidFill>
                          <a:latin typeface="Montserrat Light"/>
                          <a:ea typeface="Montserrat Light"/>
                          <a:cs typeface="Montserrat Light"/>
                          <a:sym typeface="Montserrat Light"/>
                        </a:rPr>
                        <a:t>Develop and test POC</a:t>
                      </a:r>
                      <a:endParaRPr sz="700">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Clr>
                          <a:srgbClr val="000000"/>
                        </a:buClr>
                        <a:buSzPts val="800"/>
                        <a:buFont typeface="Arial"/>
                        <a:buNone/>
                      </a:pPr>
                      <a:r>
                        <a:rPr lang="en-GB" sz="700">
                          <a:solidFill>
                            <a:schemeClr val="dk1"/>
                          </a:solidFill>
                          <a:latin typeface="Montserrat Light"/>
                          <a:ea typeface="Montserrat Light"/>
                          <a:cs typeface="Montserrat Light"/>
                          <a:sym typeface="Montserrat Light"/>
                        </a:rPr>
                        <a:t>Identify sponsor users in Mining</a:t>
                      </a:r>
                      <a:endParaRPr sz="700">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None/>
                      </a:pPr>
                      <a:r>
                        <a:rPr lang="en-GB" sz="700">
                          <a:solidFill>
                            <a:schemeClr val="dk1"/>
                          </a:solidFill>
                          <a:latin typeface="Montserrat Light"/>
                          <a:ea typeface="Montserrat Light"/>
                          <a:cs typeface="Montserrat Light"/>
                          <a:sym typeface="Montserrat Light"/>
                        </a:rPr>
                        <a:t>Select prototype customers</a:t>
                      </a:r>
                      <a:endParaRPr sz="700">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None/>
                      </a:pPr>
                      <a:r>
                        <a:rPr lang="en-GB" sz="700">
                          <a:solidFill>
                            <a:schemeClr val="dk1"/>
                          </a:solidFill>
                          <a:latin typeface="Montserrat Light"/>
                          <a:ea typeface="Montserrat Light"/>
                          <a:cs typeface="Montserrat Light"/>
                          <a:sym typeface="Montserrat Light"/>
                        </a:rPr>
                        <a:t>Develop materials &amp; models</a:t>
                      </a:r>
                      <a:endParaRPr sz="700">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None/>
                      </a:pPr>
                      <a:r>
                        <a:rPr lang="en-GB" sz="700">
                          <a:solidFill>
                            <a:schemeClr val="dk1"/>
                          </a:solidFill>
                          <a:latin typeface="Montserrat Light"/>
                          <a:ea typeface="Montserrat Light"/>
                          <a:cs typeface="Montserrat Light"/>
                          <a:sym typeface="Montserrat Light"/>
                        </a:rPr>
                        <a:t>Identify new app ideas</a:t>
                      </a:r>
                      <a:endParaRPr sz="700">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None/>
                      </a:pPr>
                      <a:r>
                        <a:rPr b="1" lang="en-GB" sz="700">
                          <a:solidFill>
                            <a:schemeClr val="lt1"/>
                          </a:solidFill>
                          <a:latin typeface="Montserrat"/>
                          <a:ea typeface="Montserrat"/>
                          <a:cs typeface="Montserrat"/>
                          <a:sym typeface="Montserrat"/>
                        </a:rPr>
                        <a:t>Governance</a:t>
                      </a:r>
                      <a:endParaRPr b="1" sz="700">
                        <a:solidFill>
                          <a:schemeClr val="lt1"/>
                        </a:solidFill>
                        <a:latin typeface="Montserrat"/>
                        <a:ea typeface="Montserrat"/>
                        <a:cs typeface="Montserrat"/>
                        <a:sym typeface="Montserra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rgbClr val="FC636F">
                          <a:alpha val="0"/>
                        </a:srgbClr>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rgbClr val="FC636F">
                          <a:alpha val="0"/>
                        </a:srgbClr>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None/>
                      </a:pPr>
                      <a:r>
                        <a:t/>
                      </a:r>
                      <a:endParaRPr i="0" sz="700" u="none" cap="none" strike="noStrike">
                        <a:solidFill>
                          <a:srgbClr val="3C3C3A"/>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solidFill>
                      <a:schemeClr val="dk1"/>
                    </a:solidFill>
                  </a:tcPr>
                </a:tc>
              </a:tr>
              <a:tr h="192100">
                <a:tc gridSpan="2">
                  <a:txBody>
                    <a:bodyPr/>
                    <a:lstStyle/>
                    <a:p>
                      <a:pPr indent="0" lvl="0" marL="0" marR="0" rtl="0" algn="l">
                        <a:lnSpc>
                          <a:spcPct val="100000"/>
                        </a:lnSpc>
                        <a:spcBef>
                          <a:spcPts val="0"/>
                        </a:spcBef>
                        <a:spcAft>
                          <a:spcPts val="0"/>
                        </a:spcAft>
                        <a:buNone/>
                      </a:pPr>
                      <a:r>
                        <a:rPr lang="en-GB" sz="700">
                          <a:solidFill>
                            <a:schemeClr val="dk1"/>
                          </a:solidFill>
                          <a:latin typeface="Montserrat Light"/>
                          <a:ea typeface="Montserrat Light"/>
                          <a:cs typeface="Montserrat Light"/>
                          <a:sym typeface="Montserrat Light"/>
                        </a:rPr>
                        <a:t>Define roles and responsibilities</a:t>
                      </a:r>
                      <a:endParaRPr sz="700" u="none" cap="none" strike="noStrike">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marR="0" rtl="0" algn="l">
                        <a:lnSpc>
                          <a:spcPct val="100000"/>
                        </a:lnSpc>
                        <a:spcBef>
                          <a:spcPts val="0"/>
                        </a:spcBef>
                        <a:spcAft>
                          <a:spcPts val="0"/>
                        </a:spcAft>
                        <a:buNone/>
                      </a:pPr>
                      <a:r>
                        <a:rPr lang="en-GB" sz="700">
                          <a:solidFill>
                            <a:schemeClr val="dk1"/>
                          </a:solidFill>
                          <a:latin typeface="Montserrat Light"/>
                          <a:ea typeface="Montserrat Light"/>
                          <a:cs typeface="Montserrat Light"/>
                          <a:sym typeface="Montserrat Light"/>
                        </a:rPr>
                        <a:t>Develop collaboration/execution </a:t>
                      </a:r>
                      <a:endParaRPr sz="700" u="none" cap="none" strike="noStrike">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r h="192100">
                <a:tc gridSpan="2">
                  <a:txBody>
                    <a:bodyPr/>
                    <a:lstStyle/>
                    <a:p>
                      <a:pPr indent="0" lvl="0" marL="0" rtl="0" algn="l">
                        <a:spcBef>
                          <a:spcPts val="0"/>
                        </a:spcBef>
                        <a:spcAft>
                          <a:spcPts val="0"/>
                        </a:spcAft>
                        <a:buClr>
                          <a:srgbClr val="000000"/>
                        </a:buClr>
                        <a:buSzPts val="800"/>
                        <a:buFont typeface="Arial"/>
                        <a:buNone/>
                      </a:pPr>
                      <a:r>
                        <a:rPr lang="en-GB" sz="700">
                          <a:solidFill>
                            <a:schemeClr val="dk1"/>
                          </a:solidFill>
                          <a:latin typeface="Montserrat Light"/>
                          <a:ea typeface="Montserrat Light"/>
                          <a:cs typeface="Montserrat Light"/>
                          <a:sym typeface="Montserrat Light"/>
                        </a:rPr>
                        <a:t>Conduct project meetings</a:t>
                      </a:r>
                      <a:endParaRPr sz="700">
                        <a:solidFill>
                          <a:schemeClr val="dk1"/>
                        </a:solidFill>
                        <a:latin typeface="Montserrat Light"/>
                        <a:ea typeface="Montserrat Light"/>
                        <a:cs typeface="Montserrat Light"/>
                        <a:sym typeface="Montserrat Light"/>
                      </a:endParaRPr>
                    </a:p>
                  </a:txBody>
                  <a:tcPr marT="0" marB="0" marR="0" marL="36000" anchor="ctr">
                    <a:lnL cap="flat" cmpd="sng" w="9525">
                      <a:solidFill>
                        <a:srgbClr val="000000">
                          <a:alpha val="0"/>
                        </a:srgbClr>
                      </a:solidFill>
                      <a:prstDash val="solid"/>
                      <a:round/>
                      <a:headEnd len="sm" w="sm" type="none"/>
                      <a:tailEnd len="sm" w="sm" type="none"/>
                    </a:lnL>
                    <a:lnR cap="flat" cmpd="sng" w="9525">
                      <a:solidFill>
                        <a:schemeClr val="dk1"/>
                      </a:solidFill>
                      <a:prstDash val="dash"/>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dk1"/>
                      </a:solidFill>
                      <a:prstDash val="dash"/>
                      <a:round/>
                      <a:headEnd len="sm" w="sm" type="none"/>
                      <a:tailEnd len="sm" w="sm" type="none"/>
                    </a:lnL>
                    <a:lnR cap="flat" cmpd="sng" w="9525">
                      <a:solidFill>
                        <a:schemeClr val="accent3"/>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ot"/>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i="0" sz="700" u="none" cap="none" strike="noStrike">
                        <a:solidFill>
                          <a:srgbClr val="000000"/>
                        </a:solidFill>
                        <a:latin typeface="Montserrat Light"/>
                        <a:ea typeface="Montserrat Light"/>
                        <a:cs typeface="Montserrat Light"/>
                        <a:sym typeface="Montserrat Light"/>
                      </a:endParaRPr>
                    </a:p>
                  </a:txBody>
                  <a:tcPr marT="0" marB="0" marR="0" marL="0">
                    <a:lnL cap="flat" cmpd="sng" w="9525">
                      <a:solidFill>
                        <a:schemeClr val="accent3"/>
                      </a:solidFill>
                      <a:prstDash val="dot"/>
                      <a:round/>
                      <a:headEnd len="sm" w="sm" type="none"/>
                      <a:tailEnd len="sm" w="sm" type="none"/>
                    </a:lnL>
                    <a:lnR cap="flat" cmpd="sng" w="9525">
                      <a:solidFill>
                        <a:schemeClr val="accent3"/>
                      </a:solidFill>
                      <a:prstDash val="dash"/>
                      <a:round/>
                      <a:headEnd len="sm" w="sm" type="none"/>
                      <a:tailEnd len="sm" w="sm" type="none"/>
                    </a:lnR>
                    <a:lnT cap="flat" cmpd="sng" w="9525">
                      <a:solidFill>
                        <a:schemeClr val="accent3">
                          <a:alpha val="0"/>
                        </a:schemeClr>
                      </a:solidFill>
                      <a:prstDash val="solid"/>
                      <a:round/>
                      <a:headEnd len="sm" w="sm" type="none"/>
                      <a:tailEnd len="sm" w="sm" type="none"/>
                    </a:lnT>
                    <a:lnB cap="flat" cmpd="sng" w="9525">
                      <a:solidFill>
                        <a:schemeClr val="accent3">
                          <a:alpha val="0"/>
                        </a:schemeClr>
                      </a:solidFill>
                      <a:prstDash val="solid"/>
                      <a:round/>
                      <a:headEnd len="sm" w="sm" type="none"/>
                      <a:tailEnd len="sm" w="sm" type="none"/>
                    </a:lnB>
                  </a:tcPr>
                </a:tc>
              </a:tr>
            </a:tbl>
          </a:graphicData>
        </a:graphic>
      </p:graphicFrame>
      <p:sp>
        <p:nvSpPr>
          <p:cNvPr id="2166" name="Google Shape;2166;p64"/>
          <p:cNvSpPr/>
          <p:nvPr/>
        </p:nvSpPr>
        <p:spPr>
          <a:xfrm>
            <a:off x="2728700" y="1670800"/>
            <a:ext cx="3348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Tableau server</a:t>
            </a:r>
            <a:endParaRPr b="0" i="0" sz="400" u="none" cap="none" strike="noStrike">
              <a:solidFill>
                <a:schemeClr val="dk1"/>
              </a:solidFill>
              <a:latin typeface="Montserrat"/>
              <a:ea typeface="Montserrat"/>
              <a:cs typeface="Montserrat"/>
              <a:sym typeface="Montserrat"/>
            </a:endParaRPr>
          </a:p>
        </p:txBody>
      </p:sp>
      <p:sp>
        <p:nvSpPr>
          <p:cNvPr id="2167" name="Google Shape;2167;p64"/>
          <p:cNvSpPr/>
          <p:nvPr/>
        </p:nvSpPr>
        <p:spPr>
          <a:xfrm>
            <a:off x="2798600" y="4356650"/>
            <a:ext cx="128100" cy="128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64"/>
          <p:cNvSpPr/>
          <p:nvPr/>
        </p:nvSpPr>
        <p:spPr>
          <a:xfrm>
            <a:off x="4302525" y="4356650"/>
            <a:ext cx="128100" cy="128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64"/>
          <p:cNvSpPr/>
          <p:nvPr/>
        </p:nvSpPr>
        <p:spPr>
          <a:xfrm>
            <a:off x="5324450" y="4356650"/>
            <a:ext cx="128100" cy="128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64"/>
          <p:cNvSpPr/>
          <p:nvPr/>
        </p:nvSpPr>
        <p:spPr>
          <a:xfrm>
            <a:off x="6346375" y="4356650"/>
            <a:ext cx="128100" cy="128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64"/>
          <p:cNvSpPr/>
          <p:nvPr/>
        </p:nvSpPr>
        <p:spPr>
          <a:xfrm>
            <a:off x="7368300" y="4356650"/>
            <a:ext cx="128100" cy="128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64"/>
          <p:cNvSpPr/>
          <p:nvPr/>
        </p:nvSpPr>
        <p:spPr>
          <a:xfrm>
            <a:off x="8390225" y="4356650"/>
            <a:ext cx="128100" cy="128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64"/>
          <p:cNvSpPr/>
          <p:nvPr/>
        </p:nvSpPr>
        <p:spPr>
          <a:xfrm>
            <a:off x="2096300" y="4356650"/>
            <a:ext cx="128100" cy="128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64"/>
          <p:cNvSpPr txBox="1"/>
          <p:nvPr/>
        </p:nvSpPr>
        <p:spPr>
          <a:xfrm>
            <a:off x="3117200" y="1452725"/>
            <a:ext cx="661200" cy="3082800"/>
          </a:xfrm>
          <a:prstGeom prst="rect">
            <a:avLst/>
          </a:prstGeom>
          <a:solidFill>
            <a:srgbClr val="D7EBE7">
              <a:alpha val="46630"/>
            </a:srgbClr>
          </a:solidFill>
          <a:ln>
            <a:noFill/>
          </a:ln>
        </p:spPr>
        <p:txBody>
          <a:bodyPr anchorCtr="0" anchor="t" bIns="90000" lIns="54000" spcFirstLastPara="1" rIns="54000" wrap="square" tIns="90000">
            <a:noAutofit/>
          </a:bodyPr>
          <a:lstStyle/>
          <a:p>
            <a:pPr indent="0" lvl="0" marL="0" marR="0" rtl="0" algn="ctr">
              <a:lnSpc>
                <a:spcPct val="100000"/>
              </a:lnSpc>
              <a:spcBef>
                <a:spcPts val="0"/>
              </a:spcBef>
              <a:spcAft>
                <a:spcPts val="0"/>
              </a:spcAft>
              <a:buNone/>
            </a:pPr>
            <a:br>
              <a:rPr i="1" lang="en-GB" sz="700">
                <a:solidFill>
                  <a:srgbClr val="FFFFFF"/>
                </a:solidFill>
                <a:latin typeface="Montserrat Light"/>
                <a:ea typeface="Montserrat Light"/>
                <a:cs typeface="Montserrat Light"/>
                <a:sym typeface="Montserrat Light"/>
              </a:rPr>
            </a:br>
            <a:endParaRPr i="1" sz="700">
              <a:solidFill>
                <a:srgbClr val="FFFFFF"/>
              </a:solidFill>
              <a:latin typeface="Montserrat Light"/>
              <a:ea typeface="Montserrat Light"/>
              <a:cs typeface="Montserrat Light"/>
              <a:sym typeface="Montserrat Light"/>
            </a:endParaRPr>
          </a:p>
        </p:txBody>
      </p:sp>
      <p:sp>
        <p:nvSpPr>
          <p:cNvPr id="2175" name="Google Shape;2175;p64"/>
          <p:cNvSpPr/>
          <p:nvPr/>
        </p:nvSpPr>
        <p:spPr>
          <a:xfrm>
            <a:off x="2455400" y="1854425"/>
            <a:ext cx="6081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Design Alteryx architecture</a:t>
            </a:r>
            <a:endParaRPr b="0" i="0" sz="400" u="none" cap="none" strike="noStrike">
              <a:solidFill>
                <a:schemeClr val="dk1"/>
              </a:solidFill>
              <a:latin typeface="Montserrat"/>
              <a:ea typeface="Montserrat"/>
              <a:cs typeface="Montserrat"/>
              <a:sym typeface="Montserrat"/>
            </a:endParaRPr>
          </a:p>
        </p:txBody>
      </p:sp>
      <p:sp>
        <p:nvSpPr>
          <p:cNvPr id="2176" name="Google Shape;2176;p64"/>
          <p:cNvSpPr/>
          <p:nvPr/>
        </p:nvSpPr>
        <p:spPr>
          <a:xfrm>
            <a:off x="2224400" y="1670800"/>
            <a:ext cx="486900" cy="79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Alteryx licenses</a:t>
            </a:r>
            <a:endParaRPr b="0" i="0" sz="400" u="none" cap="none" strike="noStrike">
              <a:solidFill>
                <a:schemeClr val="dk1"/>
              </a:solidFill>
              <a:latin typeface="Montserrat"/>
              <a:ea typeface="Montserrat"/>
              <a:cs typeface="Montserrat"/>
              <a:sym typeface="Montserrat"/>
            </a:endParaRPr>
          </a:p>
        </p:txBody>
      </p:sp>
      <p:sp>
        <p:nvSpPr>
          <p:cNvPr id="2177" name="Google Shape;2177;p64"/>
          <p:cNvSpPr/>
          <p:nvPr/>
        </p:nvSpPr>
        <p:spPr>
          <a:xfrm>
            <a:off x="2455400" y="2038050"/>
            <a:ext cx="5709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Plan training</a:t>
            </a:r>
            <a:endParaRPr b="0" i="0" sz="400" u="none" cap="none" strike="noStrike">
              <a:solidFill>
                <a:schemeClr val="dk1"/>
              </a:solidFill>
              <a:latin typeface="Montserrat"/>
              <a:ea typeface="Montserrat"/>
              <a:cs typeface="Montserrat"/>
              <a:sym typeface="Montserrat"/>
            </a:endParaRPr>
          </a:p>
        </p:txBody>
      </p:sp>
      <p:sp>
        <p:nvSpPr>
          <p:cNvPr id="2178" name="Google Shape;2178;p64"/>
          <p:cNvSpPr/>
          <p:nvPr/>
        </p:nvSpPr>
        <p:spPr>
          <a:xfrm>
            <a:off x="6474475" y="2224525"/>
            <a:ext cx="14697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Evaluate portals</a:t>
            </a:r>
            <a:endParaRPr b="0" i="0" sz="400" u="none" cap="none" strike="noStrike">
              <a:solidFill>
                <a:schemeClr val="dk1"/>
              </a:solidFill>
              <a:latin typeface="Montserrat"/>
              <a:ea typeface="Montserrat"/>
              <a:cs typeface="Montserrat"/>
              <a:sym typeface="Montserrat"/>
            </a:endParaRPr>
          </a:p>
        </p:txBody>
      </p:sp>
      <p:sp>
        <p:nvSpPr>
          <p:cNvPr id="2179" name="Google Shape;2179;p64"/>
          <p:cNvSpPr/>
          <p:nvPr/>
        </p:nvSpPr>
        <p:spPr>
          <a:xfrm>
            <a:off x="2096300" y="2631250"/>
            <a:ext cx="4554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Definition ongoing</a:t>
            </a:r>
            <a:endParaRPr b="0" i="0" sz="400" u="none" cap="none" strike="noStrike">
              <a:solidFill>
                <a:schemeClr val="dk1"/>
              </a:solidFill>
              <a:latin typeface="Montserrat"/>
              <a:ea typeface="Montserrat"/>
              <a:cs typeface="Montserrat"/>
              <a:sym typeface="Montserrat"/>
            </a:endParaRPr>
          </a:p>
        </p:txBody>
      </p:sp>
      <p:sp>
        <p:nvSpPr>
          <p:cNvPr id="2180" name="Google Shape;2180;p64"/>
          <p:cNvSpPr/>
          <p:nvPr/>
        </p:nvSpPr>
        <p:spPr>
          <a:xfrm>
            <a:off x="3795100" y="2817725"/>
            <a:ext cx="23424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Finalize POC  with O&amp;M</a:t>
            </a:r>
            <a:endParaRPr b="0" i="0" sz="400" u="none" cap="none" strike="noStrike">
              <a:solidFill>
                <a:schemeClr val="dk1"/>
              </a:solidFill>
              <a:latin typeface="Montserrat"/>
              <a:ea typeface="Montserrat"/>
              <a:cs typeface="Montserrat"/>
              <a:sym typeface="Montserrat"/>
            </a:endParaRPr>
          </a:p>
        </p:txBody>
      </p:sp>
      <p:sp>
        <p:nvSpPr>
          <p:cNvPr id="2181" name="Google Shape;2181;p64"/>
          <p:cNvSpPr/>
          <p:nvPr/>
        </p:nvSpPr>
        <p:spPr>
          <a:xfrm>
            <a:off x="2096300" y="3004200"/>
            <a:ext cx="9585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Identify sponsors</a:t>
            </a:r>
            <a:endParaRPr b="0" i="0" sz="400" u="none" cap="none" strike="noStrike">
              <a:solidFill>
                <a:schemeClr val="dk1"/>
              </a:solidFill>
              <a:latin typeface="Montserrat"/>
              <a:ea typeface="Montserrat"/>
              <a:cs typeface="Montserrat"/>
              <a:sym typeface="Montserrat"/>
            </a:endParaRPr>
          </a:p>
        </p:txBody>
      </p:sp>
      <p:sp>
        <p:nvSpPr>
          <p:cNvPr id="2182" name="Google Shape;2182;p64"/>
          <p:cNvSpPr/>
          <p:nvPr/>
        </p:nvSpPr>
        <p:spPr>
          <a:xfrm>
            <a:off x="2096300" y="3190675"/>
            <a:ext cx="4554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Identify customers</a:t>
            </a:r>
            <a:endParaRPr b="0" i="0" sz="400" u="none" cap="none" strike="noStrike">
              <a:solidFill>
                <a:schemeClr val="dk1"/>
              </a:solidFill>
              <a:latin typeface="Montserrat"/>
              <a:ea typeface="Montserrat"/>
              <a:cs typeface="Montserrat"/>
              <a:sym typeface="Montserrat"/>
            </a:endParaRPr>
          </a:p>
        </p:txBody>
      </p:sp>
      <p:sp>
        <p:nvSpPr>
          <p:cNvPr id="2183" name="Google Shape;2183;p64"/>
          <p:cNvSpPr/>
          <p:nvPr/>
        </p:nvSpPr>
        <p:spPr>
          <a:xfrm>
            <a:off x="4139025" y="3377150"/>
            <a:ext cx="9747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Develop training material for apps</a:t>
            </a:r>
            <a:endParaRPr b="0" i="0" sz="400" u="none" cap="none" strike="noStrike">
              <a:solidFill>
                <a:schemeClr val="dk1"/>
              </a:solidFill>
              <a:latin typeface="Montserrat"/>
              <a:ea typeface="Montserrat"/>
              <a:cs typeface="Montserrat"/>
              <a:sym typeface="Montserrat"/>
            </a:endParaRPr>
          </a:p>
        </p:txBody>
      </p:sp>
      <p:sp>
        <p:nvSpPr>
          <p:cNvPr id="2184" name="Google Shape;2184;p64"/>
          <p:cNvSpPr/>
          <p:nvPr/>
        </p:nvSpPr>
        <p:spPr>
          <a:xfrm>
            <a:off x="6711625" y="3563625"/>
            <a:ext cx="14697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Identify ideas</a:t>
            </a:r>
            <a:endParaRPr b="0" i="0" sz="400" u="none" cap="none" strike="noStrike">
              <a:solidFill>
                <a:schemeClr val="dk1"/>
              </a:solidFill>
              <a:latin typeface="Montserrat"/>
              <a:ea typeface="Montserrat"/>
              <a:cs typeface="Montserrat"/>
              <a:sym typeface="Montserrat"/>
            </a:endParaRPr>
          </a:p>
        </p:txBody>
      </p:sp>
      <p:sp>
        <p:nvSpPr>
          <p:cNvPr id="2185" name="Google Shape;2185;p64"/>
          <p:cNvSpPr/>
          <p:nvPr/>
        </p:nvSpPr>
        <p:spPr>
          <a:xfrm>
            <a:off x="2096300" y="3964650"/>
            <a:ext cx="4554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Definition ongoing</a:t>
            </a:r>
            <a:endParaRPr b="0" i="0" sz="400" u="none" cap="none" strike="noStrike">
              <a:solidFill>
                <a:schemeClr val="dk1"/>
              </a:solidFill>
              <a:latin typeface="Montserrat"/>
              <a:ea typeface="Montserrat"/>
              <a:cs typeface="Montserrat"/>
              <a:sym typeface="Montserrat"/>
            </a:endParaRPr>
          </a:p>
        </p:txBody>
      </p:sp>
      <p:sp>
        <p:nvSpPr>
          <p:cNvPr id="2186" name="Google Shape;2186;p64"/>
          <p:cNvSpPr/>
          <p:nvPr/>
        </p:nvSpPr>
        <p:spPr>
          <a:xfrm>
            <a:off x="2096300" y="4151125"/>
            <a:ext cx="9669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Testing ongoing</a:t>
            </a:r>
            <a:endParaRPr b="0" i="0" sz="400" u="none" cap="none" strike="noStrike">
              <a:solidFill>
                <a:schemeClr val="dk1"/>
              </a:solidFill>
              <a:latin typeface="Montserrat"/>
              <a:ea typeface="Montserrat"/>
              <a:cs typeface="Montserrat"/>
              <a:sym typeface="Montserrat"/>
            </a:endParaRPr>
          </a:p>
        </p:txBody>
      </p:sp>
      <p:sp>
        <p:nvSpPr>
          <p:cNvPr id="2187" name="Google Shape;2187;p64"/>
          <p:cNvSpPr/>
          <p:nvPr/>
        </p:nvSpPr>
        <p:spPr>
          <a:xfrm>
            <a:off x="2224400" y="1757800"/>
            <a:ext cx="486900" cy="79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Virtual machines</a:t>
            </a:r>
            <a:endParaRPr b="0" i="0" sz="400" u="none" cap="none" strike="noStrike">
              <a:solidFill>
                <a:schemeClr val="dk1"/>
              </a:solidFill>
              <a:latin typeface="Montserrat"/>
              <a:ea typeface="Montserrat"/>
              <a:cs typeface="Montserrat"/>
              <a:sym typeface="Montserrat"/>
            </a:endParaRPr>
          </a:p>
        </p:txBody>
      </p:sp>
      <p:sp>
        <p:nvSpPr>
          <p:cNvPr id="2188" name="Google Shape;2188;p64"/>
          <p:cNvSpPr/>
          <p:nvPr/>
        </p:nvSpPr>
        <p:spPr>
          <a:xfrm>
            <a:off x="2601550" y="2631250"/>
            <a:ext cx="4554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Product description</a:t>
            </a:r>
            <a:endParaRPr b="0" i="0" sz="400" u="none" cap="none" strike="noStrike">
              <a:solidFill>
                <a:schemeClr val="dk1"/>
              </a:solidFill>
              <a:latin typeface="Montserrat"/>
              <a:ea typeface="Montserrat"/>
              <a:cs typeface="Montserrat"/>
              <a:sym typeface="Montserrat"/>
            </a:endParaRPr>
          </a:p>
        </p:txBody>
      </p:sp>
      <p:sp>
        <p:nvSpPr>
          <p:cNvPr id="2189" name="Google Shape;2189;p64"/>
          <p:cNvSpPr/>
          <p:nvPr/>
        </p:nvSpPr>
        <p:spPr>
          <a:xfrm>
            <a:off x="2601550" y="3964650"/>
            <a:ext cx="4554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Finalize team structure</a:t>
            </a:r>
            <a:endParaRPr b="0" i="0" sz="400" u="none" cap="none" strike="noStrike">
              <a:solidFill>
                <a:schemeClr val="dk1"/>
              </a:solidFill>
              <a:latin typeface="Montserrat"/>
              <a:ea typeface="Montserrat"/>
              <a:cs typeface="Montserrat"/>
              <a:sym typeface="Montserrat"/>
            </a:endParaRPr>
          </a:p>
        </p:txBody>
      </p:sp>
      <p:sp>
        <p:nvSpPr>
          <p:cNvPr id="2190" name="Google Shape;2190;p64"/>
          <p:cNvSpPr/>
          <p:nvPr/>
        </p:nvSpPr>
        <p:spPr>
          <a:xfrm>
            <a:off x="3795100" y="2631250"/>
            <a:ext cx="8052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Finalize description</a:t>
            </a:r>
            <a:endParaRPr b="0" i="0" sz="400" u="none" cap="none" strike="noStrike">
              <a:solidFill>
                <a:schemeClr val="dk1"/>
              </a:solidFill>
              <a:latin typeface="Montserrat"/>
              <a:ea typeface="Montserrat"/>
              <a:cs typeface="Montserrat"/>
              <a:sym typeface="Montserrat"/>
            </a:endParaRPr>
          </a:p>
        </p:txBody>
      </p:sp>
      <p:sp>
        <p:nvSpPr>
          <p:cNvPr id="2191" name="Google Shape;2191;p64"/>
          <p:cNvSpPr/>
          <p:nvPr/>
        </p:nvSpPr>
        <p:spPr>
          <a:xfrm>
            <a:off x="4647375" y="2038050"/>
            <a:ext cx="3348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Tableau training</a:t>
            </a:r>
            <a:endParaRPr b="0" i="0" sz="400" u="none" cap="none" strike="noStrike">
              <a:solidFill>
                <a:schemeClr val="dk1"/>
              </a:solidFill>
              <a:latin typeface="Montserrat"/>
              <a:ea typeface="Montserrat"/>
              <a:cs typeface="Montserrat"/>
              <a:sym typeface="Montserrat"/>
            </a:endParaRPr>
          </a:p>
        </p:txBody>
      </p:sp>
      <p:sp>
        <p:nvSpPr>
          <p:cNvPr id="2192" name="Google Shape;2192;p64"/>
          <p:cNvSpPr/>
          <p:nvPr/>
        </p:nvSpPr>
        <p:spPr>
          <a:xfrm>
            <a:off x="4145738" y="2038050"/>
            <a:ext cx="4554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Alteryx training</a:t>
            </a:r>
            <a:endParaRPr b="0" i="0" sz="400" u="none" cap="none" strike="noStrike">
              <a:solidFill>
                <a:schemeClr val="dk1"/>
              </a:solidFill>
              <a:latin typeface="Montserrat"/>
              <a:ea typeface="Montserrat"/>
              <a:cs typeface="Montserrat"/>
              <a:sym typeface="Montserrat"/>
            </a:endParaRPr>
          </a:p>
        </p:txBody>
      </p:sp>
      <p:sp>
        <p:nvSpPr>
          <p:cNvPr id="2193" name="Google Shape;2193;p64"/>
          <p:cNvSpPr/>
          <p:nvPr/>
        </p:nvSpPr>
        <p:spPr>
          <a:xfrm>
            <a:off x="3795100" y="1854425"/>
            <a:ext cx="6081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lang="en-GB" sz="400">
                <a:solidFill>
                  <a:schemeClr val="dk1"/>
                </a:solidFill>
                <a:latin typeface="Montserrat"/>
                <a:ea typeface="Montserrat"/>
                <a:cs typeface="Montserrat"/>
                <a:sym typeface="Montserrat"/>
              </a:rPr>
              <a:t>Design </a:t>
            </a:r>
            <a:r>
              <a:rPr b="0" i="0" lang="en-GB" sz="400" u="none" cap="none" strike="noStrike">
                <a:solidFill>
                  <a:schemeClr val="dk1"/>
                </a:solidFill>
                <a:latin typeface="Montserrat"/>
                <a:ea typeface="Montserrat"/>
                <a:cs typeface="Montserrat"/>
                <a:sym typeface="Montserrat"/>
              </a:rPr>
              <a:t>Tableau server setup</a:t>
            </a:r>
            <a:endParaRPr b="0" i="0" sz="400" u="none" cap="none" strike="noStrike">
              <a:solidFill>
                <a:schemeClr val="dk1"/>
              </a:solidFill>
              <a:latin typeface="Montserrat"/>
              <a:ea typeface="Montserrat"/>
              <a:cs typeface="Montserrat"/>
              <a:sym typeface="Montserrat"/>
            </a:endParaRPr>
          </a:p>
        </p:txBody>
      </p:sp>
      <p:sp>
        <p:nvSpPr>
          <p:cNvPr id="2194" name="Google Shape;2194;p64"/>
          <p:cNvSpPr/>
          <p:nvPr/>
        </p:nvSpPr>
        <p:spPr>
          <a:xfrm>
            <a:off x="5876425" y="1854425"/>
            <a:ext cx="12900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Finalize Alteryx architecture</a:t>
            </a:r>
            <a:endParaRPr b="0" i="0" sz="400" u="none" cap="none" strike="noStrike">
              <a:solidFill>
                <a:schemeClr val="dk1"/>
              </a:solidFill>
              <a:latin typeface="Montserrat"/>
              <a:ea typeface="Montserrat"/>
              <a:cs typeface="Montserrat"/>
              <a:sym typeface="Montserrat"/>
            </a:endParaRPr>
          </a:p>
        </p:txBody>
      </p:sp>
      <p:sp>
        <p:nvSpPr>
          <p:cNvPr id="2195" name="Google Shape;2195;p64"/>
          <p:cNvSpPr/>
          <p:nvPr/>
        </p:nvSpPr>
        <p:spPr>
          <a:xfrm>
            <a:off x="6088500" y="2038050"/>
            <a:ext cx="10779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Train 24/7 </a:t>
            </a:r>
            <a:r>
              <a:rPr lang="en-GB" sz="400">
                <a:solidFill>
                  <a:schemeClr val="dk1"/>
                </a:solidFill>
                <a:latin typeface="Montserrat"/>
                <a:ea typeface="Montserrat"/>
                <a:cs typeface="Montserrat"/>
                <a:sym typeface="Montserrat"/>
              </a:rPr>
              <a:t>(Alteryx and Tableau servers)</a:t>
            </a:r>
            <a:endParaRPr b="0" i="0" sz="400" u="none" cap="none" strike="noStrike">
              <a:solidFill>
                <a:schemeClr val="dk1"/>
              </a:solidFill>
              <a:latin typeface="Montserrat"/>
              <a:ea typeface="Montserrat"/>
              <a:cs typeface="Montserrat"/>
              <a:sym typeface="Montserrat"/>
            </a:endParaRPr>
          </a:p>
        </p:txBody>
      </p:sp>
      <p:sp>
        <p:nvSpPr>
          <p:cNvPr id="2196" name="Google Shape;2196;p64"/>
          <p:cNvSpPr/>
          <p:nvPr/>
        </p:nvSpPr>
        <p:spPr>
          <a:xfrm>
            <a:off x="5165375" y="3464150"/>
            <a:ext cx="3015900" cy="79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Develop Sales &amp; Marketing material</a:t>
            </a:r>
            <a:endParaRPr b="0" i="0" sz="400" u="none" cap="none" strike="noStrike">
              <a:solidFill>
                <a:schemeClr val="dk1"/>
              </a:solidFill>
              <a:latin typeface="Montserrat"/>
              <a:ea typeface="Montserrat"/>
              <a:cs typeface="Montserrat"/>
              <a:sym typeface="Montserrat"/>
            </a:endParaRPr>
          </a:p>
        </p:txBody>
      </p:sp>
      <p:sp>
        <p:nvSpPr>
          <p:cNvPr id="2197" name="Google Shape;2197;p64"/>
          <p:cNvSpPr/>
          <p:nvPr/>
        </p:nvSpPr>
        <p:spPr>
          <a:xfrm>
            <a:off x="5165369" y="4151125"/>
            <a:ext cx="9747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Engage Sales</a:t>
            </a:r>
            <a:endParaRPr b="0" i="0" sz="400" u="none" cap="none" strike="noStrike">
              <a:solidFill>
                <a:schemeClr val="dk1"/>
              </a:solidFill>
              <a:latin typeface="Montserrat"/>
              <a:ea typeface="Montserrat"/>
              <a:cs typeface="Montserrat"/>
              <a:sym typeface="Montserrat"/>
            </a:endParaRPr>
          </a:p>
        </p:txBody>
      </p:sp>
      <p:sp>
        <p:nvSpPr>
          <p:cNvPr id="2198" name="Google Shape;2198;p64"/>
          <p:cNvSpPr/>
          <p:nvPr/>
        </p:nvSpPr>
        <p:spPr>
          <a:xfrm>
            <a:off x="6191725" y="2817725"/>
            <a:ext cx="19896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Engage BUs to prototype new apps</a:t>
            </a:r>
            <a:endParaRPr b="0" i="0" sz="400" u="none" cap="none" strike="noStrike">
              <a:solidFill>
                <a:schemeClr val="dk1"/>
              </a:solidFill>
              <a:latin typeface="Montserrat"/>
              <a:ea typeface="Montserrat"/>
              <a:cs typeface="Montserrat"/>
              <a:sym typeface="Montserrat"/>
            </a:endParaRPr>
          </a:p>
        </p:txBody>
      </p:sp>
      <p:sp>
        <p:nvSpPr>
          <p:cNvPr id="2199" name="Google Shape;2199;p64"/>
          <p:cNvSpPr/>
          <p:nvPr/>
        </p:nvSpPr>
        <p:spPr>
          <a:xfrm>
            <a:off x="2606738" y="3190675"/>
            <a:ext cx="4554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Select customers</a:t>
            </a:r>
            <a:endParaRPr b="0" i="0" sz="400" u="none" cap="none" strike="noStrike">
              <a:solidFill>
                <a:schemeClr val="dk1"/>
              </a:solidFill>
              <a:latin typeface="Montserrat"/>
              <a:ea typeface="Montserrat"/>
              <a:cs typeface="Montserrat"/>
              <a:sym typeface="Montserrat"/>
            </a:endParaRPr>
          </a:p>
        </p:txBody>
      </p:sp>
      <p:sp>
        <p:nvSpPr>
          <p:cNvPr id="2200" name="Google Shape;2200;p64"/>
          <p:cNvSpPr/>
          <p:nvPr/>
        </p:nvSpPr>
        <p:spPr>
          <a:xfrm>
            <a:off x="2096300" y="2817725"/>
            <a:ext cx="966900" cy="166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Develop POC</a:t>
            </a:r>
            <a:endParaRPr b="0" i="0" sz="400" u="none" cap="none" strike="noStrike">
              <a:solidFill>
                <a:schemeClr val="dk1"/>
              </a:solidFill>
              <a:latin typeface="Montserrat"/>
              <a:ea typeface="Montserrat"/>
              <a:cs typeface="Montserrat"/>
              <a:sym typeface="Montserrat"/>
            </a:endParaRPr>
          </a:p>
        </p:txBody>
      </p:sp>
      <p:sp>
        <p:nvSpPr>
          <p:cNvPr id="2201" name="Google Shape;2201;p64"/>
          <p:cNvSpPr/>
          <p:nvPr/>
        </p:nvSpPr>
        <p:spPr>
          <a:xfrm>
            <a:off x="5165376" y="3377150"/>
            <a:ext cx="3015900" cy="79200"/>
          </a:xfrm>
          <a:prstGeom prst="homePlate">
            <a:avLst>
              <a:gd fmla="val 20406" name="adj"/>
            </a:avLst>
          </a:prstGeom>
          <a:solidFill>
            <a:schemeClr val="accent4"/>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Develop business model</a:t>
            </a:r>
            <a:endParaRPr b="0" i="0" sz="400" u="none" cap="none" strike="noStrike">
              <a:solidFill>
                <a:schemeClr val="dk1"/>
              </a:solidFill>
              <a:latin typeface="Montserrat"/>
              <a:ea typeface="Montserrat"/>
              <a:cs typeface="Montserrat"/>
              <a:sym typeface="Montserrat"/>
            </a:endParaRPr>
          </a:p>
        </p:txBody>
      </p:sp>
      <p:sp>
        <p:nvSpPr>
          <p:cNvPr id="2202" name="Google Shape;2202;p64"/>
          <p:cNvSpPr/>
          <p:nvPr/>
        </p:nvSpPr>
        <p:spPr>
          <a:xfrm>
            <a:off x="5683400" y="2038050"/>
            <a:ext cx="3348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Tableau training</a:t>
            </a:r>
            <a:endParaRPr b="0" i="0" sz="400" u="none" cap="none" strike="noStrike">
              <a:solidFill>
                <a:schemeClr val="dk1"/>
              </a:solidFill>
              <a:latin typeface="Montserrat"/>
              <a:ea typeface="Montserrat"/>
              <a:cs typeface="Montserrat"/>
              <a:sym typeface="Montserrat"/>
            </a:endParaRPr>
          </a:p>
        </p:txBody>
      </p:sp>
      <p:sp>
        <p:nvSpPr>
          <p:cNvPr id="2203" name="Google Shape;2203;p64"/>
          <p:cNvSpPr/>
          <p:nvPr/>
        </p:nvSpPr>
        <p:spPr>
          <a:xfrm>
            <a:off x="5042200" y="2038050"/>
            <a:ext cx="570900" cy="166200"/>
          </a:xfrm>
          <a:prstGeom prst="homePlate">
            <a:avLst>
              <a:gd fmla="val 20406" name="adj"/>
            </a:avLst>
          </a:prstGeom>
          <a:solidFill>
            <a:schemeClr val="accent3"/>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400"/>
              <a:buFont typeface="Arial"/>
              <a:buNone/>
            </a:pPr>
            <a:r>
              <a:rPr b="0" i="0" lang="en-GB" sz="400" u="none" cap="none" strike="noStrike">
                <a:solidFill>
                  <a:schemeClr val="dk1"/>
                </a:solidFill>
                <a:latin typeface="Montserrat"/>
                <a:ea typeface="Montserrat"/>
                <a:cs typeface="Montserrat"/>
                <a:sym typeface="Montserrat"/>
              </a:rPr>
              <a:t>Alteryx training</a:t>
            </a:r>
            <a:endParaRPr b="0" i="0" sz="400" u="none" cap="none" strike="noStrike">
              <a:solidFill>
                <a:schemeClr val="dk1"/>
              </a:solidFill>
              <a:latin typeface="Montserrat"/>
              <a:ea typeface="Montserrat"/>
              <a:cs typeface="Montserrat"/>
              <a:sym typeface="Montserrat"/>
            </a:endParaRPr>
          </a:p>
        </p:txBody>
      </p:sp>
      <p:sp>
        <p:nvSpPr>
          <p:cNvPr id="2204" name="Google Shape;2204;p64"/>
          <p:cNvSpPr/>
          <p:nvPr/>
        </p:nvSpPr>
        <p:spPr>
          <a:xfrm>
            <a:off x="6893525" y="919032"/>
            <a:ext cx="128100" cy="1281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700">
              <a:latin typeface="Montserrat"/>
              <a:ea typeface="Montserrat"/>
              <a:cs typeface="Montserrat"/>
              <a:sym typeface="Montserrat"/>
            </a:endParaRPr>
          </a:p>
        </p:txBody>
      </p:sp>
      <p:sp>
        <p:nvSpPr>
          <p:cNvPr id="2205" name="Google Shape;2205;p64"/>
          <p:cNvSpPr/>
          <p:nvPr/>
        </p:nvSpPr>
        <p:spPr>
          <a:xfrm>
            <a:off x="7892275" y="919032"/>
            <a:ext cx="128100" cy="128100"/>
          </a:xfrm>
          <a:prstGeom prst="ellipse">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700">
              <a:latin typeface="Montserrat"/>
              <a:ea typeface="Montserrat"/>
              <a:cs typeface="Montserrat"/>
              <a:sym typeface="Montserrat"/>
            </a:endParaRPr>
          </a:p>
        </p:txBody>
      </p:sp>
      <p:sp>
        <p:nvSpPr>
          <p:cNvPr id="2206" name="Google Shape;2206;p64"/>
          <p:cNvSpPr txBox="1"/>
          <p:nvPr/>
        </p:nvSpPr>
        <p:spPr>
          <a:xfrm>
            <a:off x="7055425" y="900000"/>
            <a:ext cx="805200" cy="16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700">
                <a:solidFill>
                  <a:schemeClr val="dk1"/>
                </a:solidFill>
                <a:latin typeface="Montserrat Light"/>
                <a:ea typeface="Montserrat Light"/>
                <a:cs typeface="Montserrat Light"/>
                <a:sym typeface="Montserrat Light"/>
              </a:rPr>
              <a:t>Devoteam responsible</a:t>
            </a:r>
            <a:endParaRPr i="0" sz="700" u="none" cap="none" strike="noStrike">
              <a:solidFill>
                <a:schemeClr val="dk1"/>
              </a:solidFill>
              <a:latin typeface="Montserrat Light"/>
              <a:ea typeface="Montserrat Light"/>
              <a:cs typeface="Montserrat Light"/>
              <a:sym typeface="Montserrat Light"/>
            </a:endParaRPr>
          </a:p>
        </p:txBody>
      </p:sp>
      <p:sp>
        <p:nvSpPr>
          <p:cNvPr id="2207" name="Google Shape;2207;p64"/>
          <p:cNvSpPr txBox="1"/>
          <p:nvPr/>
        </p:nvSpPr>
        <p:spPr>
          <a:xfrm>
            <a:off x="8058025" y="900000"/>
            <a:ext cx="570900" cy="16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700">
                <a:solidFill>
                  <a:schemeClr val="dk1"/>
                </a:solidFill>
                <a:latin typeface="Montserrat Light"/>
                <a:ea typeface="Montserrat Light"/>
                <a:cs typeface="Montserrat Light"/>
                <a:sym typeface="Montserrat Light"/>
              </a:rPr>
              <a:t>Client </a:t>
            </a:r>
            <a:endParaRPr sz="700">
              <a:solidFill>
                <a:schemeClr val="dk1"/>
              </a:solidFill>
              <a:latin typeface="Montserrat Light"/>
              <a:ea typeface="Montserrat Light"/>
              <a:cs typeface="Montserrat Light"/>
              <a:sym typeface="Montserrat Light"/>
            </a:endParaRPr>
          </a:p>
          <a:p>
            <a:pPr indent="0" lvl="0" marL="0" marR="0" rtl="0" algn="l">
              <a:spcBef>
                <a:spcPts val="0"/>
              </a:spcBef>
              <a:spcAft>
                <a:spcPts val="0"/>
              </a:spcAft>
              <a:buNone/>
            </a:pPr>
            <a:r>
              <a:rPr lang="en-GB" sz="700">
                <a:solidFill>
                  <a:schemeClr val="dk1"/>
                </a:solidFill>
                <a:latin typeface="Montserrat Light"/>
                <a:ea typeface="Montserrat Light"/>
                <a:cs typeface="Montserrat Light"/>
                <a:sym typeface="Montserrat Light"/>
              </a:rPr>
              <a:t>responsible</a:t>
            </a:r>
            <a:endParaRPr i="0" sz="700" u="none" cap="none" strike="noStrike">
              <a:solidFill>
                <a:schemeClr val="dk1"/>
              </a:solidFill>
              <a:latin typeface="Montserrat Light"/>
              <a:ea typeface="Montserrat Light"/>
              <a:cs typeface="Montserrat Light"/>
              <a:sym typeface="Montserrat Light"/>
            </a:endParaRPr>
          </a:p>
        </p:txBody>
      </p:sp>
      <p:sp>
        <p:nvSpPr>
          <p:cNvPr id="2208" name="Google Shape;2208;p64"/>
          <p:cNvSpPr txBox="1"/>
          <p:nvPr/>
        </p:nvSpPr>
        <p:spPr>
          <a:xfrm>
            <a:off x="3117175" y="1465175"/>
            <a:ext cx="661200" cy="16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700">
                <a:solidFill>
                  <a:schemeClr val="dk1"/>
                </a:solidFill>
                <a:latin typeface="Montserrat Medium"/>
                <a:ea typeface="Montserrat Medium"/>
                <a:cs typeface="Montserrat Medium"/>
                <a:sym typeface="Montserrat Medium"/>
              </a:rPr>
              <a:t>Christmas</a:t>
            </a:r>
            <a:endParaRPr sz="700" u="none" cap="none" strike="noStrike">
              <a:solidFill>
                <a:schemeClr val="dk1"/>
              </a:solidFill>
              <a:latin typeface="Montserrat Medium"/>
              <a:ea typeface="Montserrat Medium"/>
              <a:cs typeface="Montserrat Medium"/>
              <a:sym typeface="Montserra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65"/>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Project resources</a:t>
            </a:r>
            <a:endParaRPr/>
          </a:p>
        </p:txBody>
      </p:sp>
      <p:sp>
        <p:nvSpPr>
          <p:cNvPr id="2214" name="Google Shape;2214;p65"/>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 selection of slides for your projects and follow-ups.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8" name="Shape 2218"/>
        <p:cNvGrpSpPr/>
        <p:nvPr/>
      </p:nvGrpSpPr>
      <p:grpSpPr>
        <a:xfrm>
          <a:off x="0" y="0"/>
          <a:ext cx="0" cy="0"/>
          <a:chOff x="0" y="0"/>
          <a:chExt cx="0" cy="0"/>
        </a:xfrm>
      </p:grpSpPr>
      <p:sp>
        <p:nvSpPr>
          <p:cNvPr id="2219" name="Google Shape;2219;p66"/>
          <p:cNvSpPr txBox="1"/>
          <p:nvPr>
            <p:ph type="title"/>
          </p:nvPr>
        </p:nvSpPr>
        <p:spPr>
          <a:xfrm>
            <a:off x="540000" y="360000"/>
            <a:ext cx="8064000" cy="28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Campaign</a:t>
            </a:r>
            <a:endParaRPr/>
          </a:p>
        </p:txBody>
      </p:sp>
      <p:sp>
        <p:nvSpPr>
          <p:cNvPr id="2220" name="Google Shape;2220;p66"/>
          <p:cNvSpPr/>
          <p:nvPr/>
        </p:nvSpPr>
        <p:spPr>
          <a:xfrm>
            <a:off x="555600" y="126000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21" name="Google Shape;2221;p66"/>
          <p:cNvSpPr/>
          <p:nvPr/>
        </p:nvSpPr>
        <p:spPr>
          <a:xfrm>
            <a:off x="555588" y="108382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22" name="Google Shape;2222;p66"/>
          <p:cNvSpPr txBox="1"/>
          <p:nvPr>
            <p:ph idx="2" type="subTitle"/>
          </p:nvPr>
        </p:nvSpPr>
        <p:spPr>
          <a:xfrm>
            <a:off x="540000" y="648125"/>
            <a:ext cx="8064000" cy="25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Season</a:t>
            </a:r>
            <a:endParaRPr/>
          </a:p>
        </p:txBody>
      </p:sp>
      <p:sp>
        <p:nvSpPr>
          <p:cNvPr id="2223" name="Google Shape;2223;p66"/>
          <p:cNvSpPr txBox="1"/>
          <p:nvPr>
            <p:ph idx="3" type="body"/>
          </p:nvPr>
        </p:nvSpPr>
        <p:spPr>
          <a:xfrm>
            <a:off x="6984550" y="1465500"/>
            <a:ext cx="1531200" cy="2975700"/>
          </a:xfrm>
          <a:prstGeom prst="rect">
            <a:avLst/>
          </a:prstGeom>
        </p:spPr>
        <p:txBody>
          <a:bodyPr anchorCtr="0" anchor="t" bIns="0" lIns="0" spcFirstLastPara="1" rIns="0" wrap="square" tIns="0">
            <a:noAutofit/>
          </a:bodyPr>
          <a:lstStyle/>
          <a:p>
            <a:pPr indent="-134450" lvl="0" marL="135000" rtl="0" algn="l">
              <a:spcBef>
                <a:spcPts val="0"/>
              </a:spcBef>
              <a:spcAft>
                <a:spcPts val="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a:p>
            <a:pPr indent="-134450" lvl="0" marL="135000" rtl="0" algn="l">
              <a:spcBef>
                <a:spcPts val="200"/>
              </a:spcBef>
              <a:spcAft>
                <a:spcPts val="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a:p>
            <a:pPr indent="-134450" lvl="0" marL="135000" rtl="0" algn="l">
              <a:spcBef>
                <a:spcPts val="200"/>
              </a:spcBef>
              <a:spcAft>
                <a:spcPts val="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a:p>
            <a:pPr indent="-134450" lvl="0" marL="135000" rtl="0" algn="l">
              <a:spcBef>
                <a:spcPts val="200"/>
              </a:spcBef>
              <a:spcAft>
                <a:spcPts val="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a:p>
            <a:pPr indent="-134450" lvl="0" marL="135000" rtl="0" algn="l">
              <a:spcBef>
                <a:spcPts val="200"/>
              </a:spcBef>
              <a:spcAft>
                <a:spcPts val="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a:p>
            <a:pPr indent="-134450" lvl="0" marL="135000" rtl="0" algn="l">
              <a:spcBef>
                <a:spcPts val="200"/>
              </a:spcBef>
              <a:spcAft>
                <a:spcPts val="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a:p>
            <a:pPr indent="-134450" lvl="0" marL="135000" rtl="0" algn="l">
              <a:spcBef>
                <a:spcPts val="200"/>
              </a:spcBef>
              <a:spcAft>
                <a:spcPts val="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a:p>
            <a:pPr indent="-134450" lvl="0" marL="135000" rtl="0" algn="l">
              <a:spcBef>
                <a:spcPts val="200"/>
              </a:spcBef>
              <a:spcAft>
                <a:spcPts val="200"/>
              </a:spcAft>
              <a:buSzPts val="700"/>
              <a:buChar char="●"/>
            </a:pPr>
            <a:r>
              <a:rPr lang="en-GB">
                <a:latin typeface="Montserrat Medium"/>
                <a:ea typeface="Montserrat Medium"/>
                <a:cs typeface="Montserrat Medium"/>
                <a:sym typeface="Montserrat Medium"/>
              </a:rPr>
              <a:t>Asset name</a:t>
            </a:r>
            <a:br>
              <a:rPr lang="en-GB">
                <a:latin typeface="Montserrat Medium"/>
                <a:ea typeface="Montserrat Medium"/>
                <a:cs typeface="Montserrat Medium"/>
                <a:sym typeface="Montserrat Medium"/>
              </a:rPr>
            </a:br>
            <a:r>
              <a:rPr lang="en-GB"/>
              <a:t>Lorem ipsum dolor sit amet, consectetur adipiscing elit.</a:t>
            </a:r>
            <a:endParaRPr/>
          </a:p>
        </p:txBody>
      </p:sp>
      <p:sp>
        <p:nvSpPr>
          <p:cNvPr id="2224" name="Google Shape;2224;p66"/>
          <p:cNvSpPr txBox="1"/>
          <p:nvPr>
            <p:ph idx="4" type="subTitle"/>
          </p:nvPr>
        </p:nvSpPr>
        <p:spPr>
          <a:xfrm>
            <a:off x="6984550" y="1192950"/>
            <a:ext cx="1531200" cy="13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Assets</a:t>
            </a:r>
            <a:endParaRPr/>
          </a:p>
        </p:txBody>
      </p:sp>
      <p:sp>
        <p:nvSpPr>
          <p:cNvPr id="2225" name="Google Shape;2225;p66"/>
          <p:cNvSpPr/>
          <p:nvPr/>
        </p:nvSpPr>
        <p:spPr>
          <a:xfrm>
            <a:off x="1812825" y="1259775"/>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26" name="Google Shape;2226;p66"/>
          <p:cNvSpPr/>
          <p:nvPr/>
        </p:nvSpPr>
        <p:spPr>
          <a:xfrm>
            <a:off x="1812813" y="1083600"/>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27" name="Google Shape;2227;p66"/>
          <p:cNvSpPr/>
          <p:nvPr/>
        </p:nvSpPr>
        <p:spPr>
          <a:xfrm>
            <a:off x="3059025" y="1259775"/>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28" name="Google Shape;2228;p66"/>
          <p:cNvSpPr/>
          <p:nvPr/>
        </p:nvSpPr>
        <p:spPr>
          <a:xfrm>
            <a:off x="3059013" y="1083600"/>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29" name="Google Shape;2229;p66"/>
          <p:cNvSpPr/>
          <p:nvPr/>
        </p:nvSpPr>
        <p:spPr>
          <a:xfrm>
            <a:off x="4327300" y="125970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30" name="Google Shape;2230;p66"/>
          <p:cNvSpPr/>
          <p:nvPr/>
        </p:nvSpPr>
        <p:spPr>
          <a:xfrm>
            <a:off x="4327288" y="108352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31" name="Google Shape;2231;p66"/>
          <p:cNvSpPr/>
          <p:nvPr/>
        </p:nvSpPr>
        <p:spPr>
          <a:xfrm>
            <a:off x="5573500" y="125970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32" name="Google Shape;2232;p66"/>
          <p:cNvSpPr/>
          <p:nvPr/>
        </p:nvSpPr>
        <p:spPr>
          <a:xfrm>
            <a:off x="5573488" y="108352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33" name="Google Shape;2233;p66"/>
          <p:cNvSpPr/>
          <p:nvPr/>
        </p:nvSpPr>
        <p:spPr>
          <a:xfrm>
            <a:off x="550075" y="2465175"/>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34" name="Google Shape;2234;p66"/>
          <p:cNvSpPr/>
          <p:nvPr/>
        </p:nvSpPr>
        <p:spPr>
          <a:xfrm>
            <a:off x="550063" y="2289000"/>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35" name="Google Shape;2235;p66"/>
          <p:cNvSpPr/>
          <p:nvPr/>
        </p:nvSpPr>
        <p:spPr>
          <a:xfrm>
            <a:off x="1807300" y="246495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36" name="Google Shape;2236;p66"/>
          <p:cNvSpPr/>
          <p:nvPr/>
        </p:nvSpPr>
        <p:spPr>
          <a:xfrm>
            <a:off x="1807288" y="228877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37" name="Google Shape;2237;p66"/>
          <p:cNvSpPr/>
          <p:nvPr/>
        </p:nvSpPr>
        <p:spPr>
          <a:xfrm>
            <a:off x="3053500" y="246495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38" name="Google Shape;2238;p66"/>
          <p:cNvSpPr/>
          <p:nvPr/>
        </p:nvSpPr>
        <p:spPr>
          <a:xfrm>
            <a:off x="3053488" y="228877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39" name="Google Shape;2239;p66"/>
          <p:cNvSpPr/>
          <p:nvPr/>
        </p:nvSpPr>
        <p:spPr>
          <a:xfrm>
            <a:off x="4321775" y="2464875"/>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40" name="Google Shape;2240;p66"/>
          <p:cNvSpPr/>
          <p:nvPr/>
        </p:nvSpPr>
        <p:spPr>
          <a:xfrm>
            <a:off x="4321763" y="2288700"/>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41" name="Google Shape;2241;p66"/>
          <p:cNvSpPr/>
          <p:nvPr/>
        </p:nvSpPr>
        <p:spPr>
          <a:xfrm>
            <a:off x="5567975" y="2464875"/>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42" name="Google Shape;2242;p66"/>
          <p:cNvSpPr/>
          <p:nvPr/>
        </p:nvSpPr>
        <p:spPr>
          <a:xfrm>
            <a:off x="5567963" y="2288700"/>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43" name="Google Shape;2243;p66"/>
          <p:cNvSpPr/>
          <p:nvPr/>
        </p:nvSpPr>
        <p:spPr>
          <a:xfrm>
            <a:off x="544550" y="367065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44" name="Google Shape;2244;p66"/>
          <p:cNvSpPr/>
          <p:nvPr/>
        </p:nvSpPr>
        <p:spPr>
          <a:xfrm>
            <a:off x="544538" y="349447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45" name="Google Shape;2245;p66"/>
          <p:cNvSpPr/>
          <p:nvPr/>
        </p:nvSpPr>
        <p:spPr>
          <a:xfrm>
            <a:off x="1801775" y="3670425"/>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46" name="Google Shape;2246;p66"/>
          <p:cNvSpPr/>
          <p:nvPr/>
        </p:nvSpPr>
        <p:spPr>
          <a:xfrm>
            <a:off x="1801763" y="3494250"/>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47" name="Google Shape;2247;p66"/>
          <p:cNvSpPr/>
          <p:nvPr/>
        </p:nvSpPr>
        <p:spPr>
          <a:xfrm>
            <a:off x="3047975" y="3670425"/>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48" name="Google Shape;2248;p66"/>
          <p:cNvSpPr/>
          <p:nvPr/>
        </p:nvSpPr>
        <p:spPr>
          <a:xfrm>
            <a:off x="3047963" y="3494250"/>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49" name="Google Shape;2249;p66"/>
          <p:cNvSpPr/>
          <p:nvPr/>
        </p:nvSpPr>
        <p:spPr>
          <a:xfrm>
            <a:off x="4316250" y="367035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50" name="Google Shape;2250;p66"/>
          <p:cNvSpPr/>
          <p:nvPr/>
        </p:nvSpPr>
        <p:spPr>
          <a:xfrm>
            <a:off x="4316238" y="349417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
        <p:nvSpPr>
          <p:cNvPr id="2251" name="Google Shape;2251;p66"/>
          <p:cNvSpPr/>
          <p:nvPr/>
        </p:nvSpPr>
        <p:spPr>
          <a:xfrm>
            <a:off x="5562450" y="3670350"/>
            <a:ext cx="1117500" cy="881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2"/>
                </a:solidFill>
                <a:latin typeface="Montserrat"/>
                <a:ea typeface="Montserrat"/>
                <a:cs typeface="Montserrat"/>
                <a:sym typeface="Montserrat"/>
              </a:rPr>
              <a:t>Item</a:t>
            </a:r>
            <a:endParaRPr sz="900">
              <a:solidFill>
                <a:schemeClr val="lt2"/>
              </a:solidFill>
              <a:latin typeface="Montserrat"/>
              <a:ea typeface="Montserrat"/>
              <a:cs typeface="Montserrat"/>
              <a:sym typeface="Montserrat"/>
            </a:endParaRPr>
          </a:p>
          <a:p>
            <a:pPr indent="0" lvl="0" marL="0" rtl="0" algn="ctr">
              <a:spcBef>
                <a:spcPts val="0"/>
              </a:spcBef>
              <a:spcAft>
                <a:spcPts val="0"/>
              </a:spcAft>
              <a:buNone/>
            </a:pPr>
            <a:r>
              <a:rPr lang="en-GB" sz="700">
                <a:solidFill>
                  <a:schemeClr val="dk1"/>
                </a:solidFill>
                <a:latin typeface="Montserrat"/>
                <a:ea typeface="Montserrat"/>
                <a:cs typeface="Montserrat"/>
                <a:sym typeface="Montserrat"/>
              </a:rPr>
              <a:t>Explanation</a:t>
            </a:r>
            <a:endParaRPr sz="7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900">
              <a:solidFill>
                <a:schemeClr val="lt2"/>
              </a:solidFill>
              <a:latin typeface="Montserrat"/>
              <a:ea typeface="Montserrat"/>
              <a:cs typeface="Montserrat"/>
              <a:sym typeface="Montserrat"/>
            </a:endParaRPr>
          </a:p>
          <a:p>
            <a:pPr indent="0" lvl="0" marL="0" rtl="0" algn="ctr">
              <a:spcBef>
                <a:spcPts val="0"/>
              </a:spcBef>
              <a:spcAft>
                <a:spcPts val="0"/>
              </a:spcAft>
              <a:buNone/>
            </a:pPr>
            <a:r>
              <a:t/>
            </a:r>
            <a:endParaRPr b="1" sz="900">
              <a:solidFill>
                <a:srgbClr val="F8485E"/>
              </a:solidFill>
              <a:latin typeface="Montserrat"/>
              <a:ea typeface="Montserrat"/>
              <a:cs typeface="Montserrat"/>
              <a:sym typeface="Montserrat"/>
            </a:endParaRPr>
          </a:p>
        </p:txBody>
      </p:sp>
      <p:sp>
        <p:nvSpPr>
          <p:cNvPr id="2252" name="Google Shape;2252;p66"/>
          <p:cNvSpPr/>
          <p:nvPr/>
        </p:nvSpPr>
        <p:spPr>
          <a:xfrm>
            <a:off x="5562438" y="3494175"/>
            <a:ext cx="1117500" cy="1683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solidFill>
                  <a:srgbClr val="FFFFFF"/>
                </a:solidFill>
                <a:latin typeface="Montserrat SemiBold"/>
                <a:ea typeface="Montserrat SemiBold"/>
                <a:cs typeface="Montserrat SemiBold"/>
                <a:sym typeface="Montserrat SemiBold"/>
              </a:rPr>
              <a:t>Month XX</a:t>
            </a:r>
            <a:endParaRPr sz="900">
              <a:solidFill>
                <a:srgbClr val="FFFFFF"/>
              </a:solidFill>
              <a:latin typeface="Montserrat SemiBold"/>
              <a:ea typeface="Montserrat SemiBold"/>
              <a:cs typeface="Montserrat SemiBold"/>
              <a:sym typeface="Montserrat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67"/>
          <p:cNvSpPr txBox="1"/>
          <p:nvPr>
            <p:ph idx="1" type="body"/>
          </p:nvPr>
        </p:nvSpPr>
        <p:spPr>
          <a:xfrm>
            <a:off x="3544250" y="1435050"/>
            <a:ext cx="5059800" cy="17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solidFill>
                  <a:schemeClr val="dk1"/>
                </a:solidFill>
                <a:latin typeface="Montserrat Medium"/>
                <a:ea typeface="Montserrat Medium"/>
                <a:cs typeface="Montserrat Medium"/>
                <a:sym typeface="Montserrat Medium"/>
              </a:rPr>
              <a:t>Vision</a:t>
            </a:r>
            <a:endParaRPr>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rPr lang="en-GB">
                <a:solidFill>
                  <a:schemeClr val="dk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latin typeface="Montserrat Medium"/>
                <a:ea typeface="Montserrat Medium"/>
                <a:cs typeface="Montserrat Medium"/>
                <a:sym typeface="Montserrat Medium"/>
              </a:rPr>
              <a:t>Targeted top use cases</a:t>
            </a:r>
            <a:endParaRPr>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rPr lang="en-GB">
                <a:solidFill>
                  <a:schemeClr val="dk1"/>
                </a:solidFill>
              </a:rPr>
              <a:t>Excepteur sint occaecat cupidatat non proident, sunt in culpa qui officia deserunt mollit anim id est laborum.</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58" name="Google Shape;2258;p67"/>
          <p:cNvSpPr txBox="1"/>
          <p:nvPr>
            <p:ph idx="2" type="subTitle"/>
          </p:nvPr>
        </p:nvSpPr>
        <p:spPr>
          <a:xfrm>
            <a:off x="3544250" y="1075050"/>
            <a:ext cx="5059800" cy="18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Scope</a:t>
            </a:r>
            <a:endParaRPr/>
          </a:p>
        </p:txBody>
      </p:sp>
      <p:sp>
        <p:nvSpPr>
          <p:cNvPr id="2259" name="Google Shape;2259;p67"/>
          <p:cNvSpPr txBox="1"/>
          <p:nvPr>
            <p:ph idx="3" type="body"/>
          </p:nvPr>
        </p:nvSpPr>
        <p:spPr>
          <a:xfrm>
            <a:off x="540000" y="1435050"/>
            <a:ext cx="2283000" cy="805200"/>
          </a:xfrm>
          <a:prstGeom prst="rect">
            <a:avLst/>
          </a:prstGeom>
        </p:spPr>
        <p:txBody>
          <a:bodyPr anchorCtr="0" anchor="t" bIns="0" lIns="0" spcFirstLastPara="1" rIns="0" wrap="square" tIns="0">
            <a:noAutofit/>
          </a:bodyPr>
          <a:lstStyle/>
          <a:p>
            <a:pPr indent="-159850" lvl="0" marL="269999" rtl="0" algn="l">
              <a:spcBef>
                <a:spcPts val="0"/>
              </a:spcBef>
              <a:spcAft>
                <a:spcPts val="0"/>
              </a:spcAft>
              <a:buClr>
                <a:schemeClr val="dk1"/>
              </a:buClr>
              <a:buSzPts val="1100"/>
              <a:buAutoNum type="arabicPeriod"/>
            </a:pPr>
            <a:r>
              <a:rPr lang="en-GB">
                <a:solidFill>
                  <a:schemeClr val="dk1"/>
                </a:solidFill>
              </a:rPr>
              <a:t>Item 1</a:t>
            </a:r>
            <a:endParaRPr>
              <a:solidFill>
                <a:schemeClr val="dk1"/>
              </a:solidFill>
            </a:endParaRPr>
          </a:p>
          <a:p>
            <a:pPr indent="-159850" lvl="0" marL="269999" rtl="0" algn="l">
              <a:spcBef>
                <a:spcPts val="0"/>
              </a:spcBef>
              <a:spcAft>
                <a:spcPts val="0"/>
              </a:spcAft>
              <a:buClr>
                <a:schemeClr val="dk1"/>
              </a:buClr>
              <a:buSzPts val="1100"/>
              <a:buAutoNum type="arabicPeriod"/>
            </a:pPr>
            <a:r>
              <a:rPr lang="en-GB">
                <a:solidFill>
                  <a:schemeClr val="dk1"/>
                </a:solidFill>
              </a:rPr>
              <a:t>Item 2</a:t>
            </a:r>
            <a:endParaRPr>
              <a:solidFill>
                <a:schemeClr val="dk1"/>
              </a:solidFill>
            </a:endParaRPr>
          </a:p>
          <a:p>
            <a:pPr indent="-159850" lvl="0" marL="269999" rtl="0" algn="l">
              <a:spcBef>
                <a:spcPts val="0"/>
              </a:spcBef>
              <a:spcAft>
                <a:spcPts val="0"/>
              </a:spcAft>
              <a:buClr>
                <a:schemeClr val="dk1"/>
              </a:buClr>
              <a:buSzPts val="1100"/>
              <a:buAutoNum type="arabicPeriod"/>
            </a:pPr>
            <a:r>
              <a:rPr lang="en-GB">
                <a:solidFill>
                  <a:schemeClr val="dk1"/>
                </a:solidFill>
              </a:rPr>
              <a:t>Item 3</a:t>
            </a:r>
            <a:endParaRPr>
              <a:solidFill>
                <a:schemeClr val="dk1"/>
              </a:solidFill>
            </a:endParaRPr>
          </a:p>
          <a:p>
            <a:pPr indent="-159850" lvl="0" marL="269999" rtl="0" algn="l">
              <a:spcBef>
                <a:spcPts val="0"/>
              </a:spcBef>
              <a:spcAft>
                <a:spcPts val="0"/>
              </a:spcAft>
              <a:buClr>
                <a:schemeClr val="dk1"/>
              </a:buClr>
              <a:buSzPts val="1100"/>
              <a:buAutoNum type="arabicPeriod"/>
            </a:pPr>
            <a:r>
              <a:rPr lang="en-GB">
                <a:solidFill>
                  <a:schemeClr val="dk1"/>
                </a:solidFill>
              </a:rPr>
              <a:t>Item 4</a:t>
            </a:r>
            <a:endParaRPr>
              <a:solidFill>
                <a:schemeClr val="dk1"/>
              </a:solidFill>
            </a:endParaRPr>
          </a:p>
        </p:txBody>
      </p:sp>
      <p:sp>
        <p:nvSpPr>
          <p:cNvPr id="2260" name="Google Shape;2260;p67"/>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Project charter</a:t>
            </a:r>
            <a:endParaRPr/>
          </a:p>
        </p:txBody>
      </p:sp>
      <p:sp>
        <p:nvSpPr>
          <p:cNvPr id="2261" name="Google Shape;2261;p67"/>
          <p:cNvSpPr txBox="1"/>
          <p:nvPr>
            <p:ph idx="5" type="subTitle"/>
          </p:nvPr>
        </p:nvSpPr>
        <p:spPr>
          <a:xfrm>
            <a:off x="540050" y="2501850"/>
            <a:ext cx="2253900" cy="18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a:t>
            </a:r>
            <a:endParaRPr/>
          </a:p>
        </p:txBody>
      </p:sp>
      <p:sp>
        <p:nvSpPr>
          <p:cNvPr id="2262" name="Google Shape;2262;p67"/>
          <p:cNvSpPr txBox="1"/>
          <p:nvPr>
            <p:ph idx="6" type="subTitle"/>
          </p:nvPr>
        </p:nvSpPr>
        <p:spPr>
          <a:xfrm>
            <a:off x="540000" y="1077525"/>
            <a:ext cx="2253900" cy="18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Objectives</a:t>
            </a:r>
            <a:endParaRPr/>
          </a:p>
        </p:txBody>
      </p:sp>
      <p:graphicFrame>
        <p:nvGraphicFramePr>
          <p:cNvPr id="2263" name="Google Shape;2263;p67"/>
          <p:cNvGraphicFramePr/>
          <p:nvPr/>
        </p:nvGraphicFramePr>
        <p:xfrm>
          <a:off x="3544250" y="3322613"/>
          <a:ext cx="3000000" cy="3000000"/>
        </p:xfrm>
        <a:graphic>
          <a:graphicData uri="http://schemas.openxmlformats.org/drawingml/2006/table">
            <a:tbl>
              <a:tblPr>
                <a:noFill/>
                <a:tableStyleId>{B91514BC-4530-4DB9-818D-39566C5A235D}</a:tableStyleId>
              </a:tblPr>
              <a:tblGrid>
                <a:gridCol w="555550"/>
                <a:gridCol w="4504250"/>
              </a:tblGrid>
              <a:tr h="3110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Sales</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142875" lvl="0" marL="180000" rtl="0" algn="l">
                        <a:spcBef>
                          <a:spcPts val="0"/>
                        </a:spcBef>
                        <a:spcAft>
                          <a:spcPts val="0"/>
                        </a:spcAft>
                        <a:buClr>
                          <a:schemeClr val="lt2"/>
                        </a:buClr>
                        <a:buSzPts val="900"/>
                        <a:buFont typeface="Montserrat"/>
                        <a:buChar char="●"/>
                      </a:pPr>
                      <a:r>
                        <a:rPr lang="en-GB" sz="900">
                          <a:solidFill>
                            <a:schemeClr val="dk1"/>
                          </a:solidFill>
                          <a:latin typeface="Montserrat"/>
                          <a:ea typeface="Montserrat"/>
                          <a:cs typeface="Montserrat"/>
                          <a:sym typeface="Montserrat"/>
                        </a:rPr>
                        <a:t>Item 1</a:t>
                      </a:r>
                      <a:endParaRPr sz="900">
                        <a:solidFill>
                          <a:schemeClr val="dk1"/>
                        </a:solidFill>
                        <a:latin typeface="Montserrat"/>
                        <a:ea typeface="Montserrat"/>
                        <a:cs typeface="Montserrat"/>
                        <a:sym typeface="Montserrat"/>
                      </a:endParaRPr>
                    </a:p>
                    <a:p>
                      <a:pPr indent="-142875" lvl="0" marL="180000" rtl="0" algn="l">
                        <a:spcBef>
                          <a:spcPts val="0"/>
                        </a:spcBef>
                        <a:spcAft>
                          <a:spcPts val="0"/>
                        </a:spcAft>
                        <a:buClr>
                          <a:schemeClr val="lt2"/>
                        </a:buClr>
                        <a:buSzPts val="900"/>
                        <a:buFont typeface="Montserrat"/>
                        <a:buChar char="●"/>
                      </a:pPr>
                      <a:r>
                        <a:rPr lang="en-GB" sz="900">
                          <a:solidFill>
                            <a:schemeClr val="dk1"/>
                          </a:solidFill>
                          <a:latin typeface="Montserrat"/>
                          <a:ea typeface="Montserrat"/>
                          <a:cs typeface="Montserrat"/>
                          <a:sym typeface="Montserrat"/>
                        </a:rPr>
                        <a:t>Item 2</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r>
              <a:tr h="364475">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Delivery</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142875" lvl="0" marL="180000" rtl="0" algn="l">
                        <a:spcBef>
                          <a:spcPts val="0"/>
                        </a:spcBef>
                        <a:spcAft>
                          <a:spcPts val="0"/>
                        </a:spcAft>
                        <a:buClr>
                          <a:schemeClr val="lt2"/>
                        </a:buClr>
                        <a:buSzPts val="900"/>
                        <a:buFont typeface="Montserrat"/>
                        <a:buChar char="●"/>
                      </a:pPr>
                      <a:r>
                        <a:rPr lang="en-GB" sz="900">
                          <a:solidFill>
                            <a:schemeClr val="dk1"/>
                          </a:solidFill>
                          <a:latin typeface="Montserrat"/>
                          <a:ea typeface="Montserrat"/>
                          <a:cs typeface="Montserrat"/>
                          <a:sym typeface="Montserrat"/>
                        </a:rPr>
                        <a:t>Item 1</a:t>
                      </a:r>
                      <a:endParaRPr sz="900">
                        <a:solidFill>
                          <a:schemeClr val="dk1"/>
                        </a:solidFill>
                        <a:latin typeface="Montserrat"/>
                        <a:ea typeface="Montserrat"/>
                        <a:cs typeface="Montserrat"/>
                        <a:sym typeface="Montserrat"/>
                      </a:endParaRPr>
                    </a:p>
                    <a:p>
                      <a:pPr indent="-142875" lvl="0" marL="180000" rtl="0" algn="l">
                        <a:spcBef>
                          <a:spcPts val="0"/>
                        </a:spcBef>
                        <a:spcAft>
                          <a:spcPts val="0"/>
                        </a:spcAft>
                        <a:buClr>
                          <a:schemeClr val="lt2"/>
                        </a:buClr>
                        <a:buSzPts val="900"/>
                        <a:buFont typeface="Montserrat"/>
                        <a:buChar char="●"/>
                      </a:pPr>
                      <a:r>
                        <a:rPr lang="en-GB" sz="900">
                          <a:solidFill>
                            <a:schemeClr val="dk1"/>
                          </a:solidFill>
                          <a:latin typeface="Montserrat"/>
                          <a:ea typeface="Montserrat"/>
                          <a:cs typeface="Montserrat"/>
                          <a:sym typeface="Montserrat"/>
                        </a:rPr>
                        <a:t>Item 2</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5500">
                <a:tc rowSpan="3">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Cross usage</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rowSpan="3">
                  <a:txBody>
                    <a:bodyPr/>
                    <a:lstStyle/>
                    <a:p>
                      <a:pPr indent="-142875" lvl="0" marL="180000" rtl="0" algn="l">
                        <a:spcBef>
                          <a:spcPts val="0"/>
                        </a:spcBef>
                        <a:spcAft>
                          <a:spcPts val="0"/>
                        </a:spcAft>
                        <a:buClr>
                          <a:schemeClr val="lt2"/>
                        </a:buClr>
                        <a:buSzPts val="900"/>
                        <a:buFont typeface="Montserrat"/>
                        <a:buChar char="●"/>
                      </a:pPr>
                      <a:r>
                        <a:rPr lang="en-GB" sz="900">
                          <a:solidFill>
                            <a:schemeClr val="dk1"/>
                          </a:solidFill>
                          <a:latin typeface="Montserrat"/>
                          <a:ea typeface="Montserrat"/>
                          <a:cs typeface="Montserrat"/>
                          <a:sym typeface="Montserrat"/>
                        </a:rPr>
                        <a:t>Item 1</a:t>
                      </a:r>
                      <a:endParaRPr sz="900">
                        <a:solidFill>
                          <a:schemeClr val="dk1"/>
                        </a:solidFill>
                        <a:latin typeface="Montserrat"/>
                        <a:ea typeface="Montserrat"/>
                        <a:cs typeface="Montserrat"/>
                        <a:sym typeface="Montserrat"/>
                      </a:endParaRPr>
                    </a:p>
                    <a:p>
                      <a:pPr indent="-142875" lvl="0" marL="180000" rtl="0" algn="l">
                        <a:spcBef>
                          <a:spcPts val="0"/>
                        </a:spcBef>
                        <a:spcAft>
                          <a:spcPts val="0"/>
                        </a:spcAft>
                        <a:buClr>
                          <a:schemeClr val="lt2"/>
                        </a:buClr>
                        <a:buSzPts val="900"/>
                        <a:buFont typeface="Montserrat"/>
                        <a:buChar char="●"/>
                      </a:pPr>
                      <a:r>
                        <a:rPr lang="en-GB" sz="900">
                          <a:solidFill>
                            <a:schemeClr val="dk1"/>
                          </a:solidFill>
                          <a:latin typeface="Montserrat"/>
                          <a:ea typeface="Montserrat"/>
                          <a:cs typeface="Montserrat"/>
                          <a:sym typeface="Montserrat"/>
                        </a:rPr>
                        <a:t>Item 2</a:t>
                      </a:r>
                      <a:endParaRPr sz="900">
                        <a:solidFill>
                          <a:schemeClr val="dk1"/>
                        </a:solidFill>
                        <a:latin typeface="Montserrat"/>
                        <a:ea typeface="Montserrat"/>
                        <a:cs typeface="Montserrat"/>
                        <a:sym typeface="Montserrat"/>
                      </a:endParaRPr>
                    </a:p>
                    <a:p>
                      <a:pPr indent="-142875" lvl="0" marL="180000" rtl="0" algn="l">
                        <a:spcBef>
                          <a:spcPts val="0"/>
                        </a:spcBef>
                        <a:spcAft>
                          <a:spcPts val="0"/>
                        </a:spcAft>
                        <a:buClr>
                          <a:schemeClr val="lt2"/>
                        </a:buClr>
                        <a:buSzPts val="900"/>
                        <a:buFont typeface="Montserrat"/>
                        <a:buChar char="●"/>
                      </a:pPr>
                      <a:r>
                        <a:rPr lang="en-GB" sz="900">
                          <a:solidFill>
                            <a:schemeClr val="dk1"/>
                          </a:solidFill>
                          <a:latin typeface="Montserrat"/>
                          <a:ea typeface="Montserrat"/>
                          <a:cs typeface="Montserrat"/>
                          <a:sym typeface="Montserrat"/>
                        </a:rPr>
                        <a:t>Item 3</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r>
              <a:tr h="100000">
                <a:tc vMerge="1"/>
                <a:tc vMerge="1"/>
              </a:tr>
              <a:tr h="155500">
                <a:tc vMerge="1"/>
                <a:tc vMerge="1"/>
              </a:tr>
            </a:tbl>
          </a:graphicData>
        </a:graphic>
      </p:graphicFrame>
      <p:graphicFrame>
        <p:nvGraphicFramePr>
          <p:cNvPr id="2264" name="Google Shape;2264;p67"/>
          <p:cNvGraphicFramePr/>
          <p:nvPr/>
        </p:nvGraphicFramePr>
        <p:xfrm>
          <a:off x="540000" y="2861850"/>
          <a:ext cx="3000000" cy="3000000"/>
        </p:xfrm>
        <a:graphic>
          <a:graphicData uri="http://schemas.openxmlformats.org/drawingml/2006/table">
            <a:tbl>
              <a:tblPr>
                <a:noFill/>
                <a:tableStyleId>{B91514BC-4530-4DB9-818D-39566C5A235D}</a:tableStyleId>
              </a:tblPr>
              <a:tblGrid>
                <a:gridCol w="1241225"/>
                <a:gridCol w="1012675"/>
              </a:tblGrid>
              <a:tr h="1889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Item 1</a:t>
                      </a:r>
                      <a:endParaRPr sz="900">
                        <a:solidFill>
                          <a:schemeClr val="dk1"/>
                        </a:solidFill>
                        <a:highlight>
                          <a:schemeClr val="accent6"/>
                        </a:highlight>
                        <a:latin typeface="Montserrat Medium"/>
                        <a:ea typeface="Montserrat Medium"/>
                        <a:cs typeface="Montserrat Medium"/>
                        <a:sym typeface="Montserrat Medium"/>
                      </a:endParaRPr>
                    </a:p>
                  </a:txBody>
                  <a:tcPr marT="36000" marB="36000" marR="36000" marL="36000" anchor="ctr">
                    <a:lnL cap="flat" cmpd="sng" w="19050">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19050">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Month&gt;Month</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r>
              <a:tr h="1889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Item 2</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Month&gt;Month</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89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Item 3</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Month&gt;Month</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89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Item 4</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Month&gt;Month</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89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Item 5</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Month&gt;Month</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89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Item 6</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Month&gt;Month</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8900">
                <a:tc>
                  <a:txBody>
                    <a:bodyPr/>
                    <a:lstStyle/>
                    <a:p>
                      <a:pPr indent="0" lvl="0" marL="0" rtl="0" algn="l">
                        <a:spcBef>
                          <a:spcPts val="0"/>
                        </a:spcBef>
                        <a:spcAft>
                          <a:spcPts val="0"/>
                        </a:spcAft>
                        <a:buNone/>
                      </a:pPr>
                      <a:r>
                        <a:rPr lang="en-GB" sz="900">
                          <a:solidFill>
                            <a:schemeClr val="dk1"/>
                          </a:solidFill>
                          <a:latin typeface="Montserrat Medium"/>
                          <a:ea typeface="Montserrat Medium"/>
                          <a:cs typeface="Montserrat Medium"/>
                          <a:sym typeface="Montserrat Medium"/>
                        </a:rPr>
                        <a:t>Item 7</a:t>
                      </a:r>
                      <a:endParaRPr sz="900">
                        <a:solidFill>
                          <a:schemeClr val="dk1"/>
                        </a:solidFill>
                        <a:latin typeface="Montserrat Medium"/>
                        <a:ea typeface="Montserrat Medium"/>
                        <a:cs typeface="Montserrat Medium"/>
                        <a:sym typeface="Montserrat Medium"/>
                      </a:endParaRPr>
                    </a:p>
                  </a:txBody>
                  <a:tcPr marT="36000" marB="36000" marR="36000" marL="3600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Month&gt;Month</a:t>
                      </a:r>
                      <a:endParaRPr sz="900">
                        <a:solidFill>
                          <a:schemeClr val="dk1"/>
                        </a:solidFill>
                        <a:latin typeface="Montserrat"/>
                        <a:ea typeface="Montserrat"/>
                        <a:cs typeface="Montserrat"/>
                        <a:sym typeface="Montserrat"/>
                      </a:endParaRPr>
                    </a:p>
                  </a:txBody>
                  <a:tcPr marT="36000" marB="36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r>
              <a:tr h="188900">
                <a:tc>
                  <a:txBody>
                    <a:bodyPr/>
                    <a:lstStyle/>
                    <a:p>
                      <a:pPr indent="0" lvl="0" marL="0" rtl="0" algn="l">
                        <a:spcBef>
                          <a:spcPts val="0"/>
                        </a:spcBef>
                        <a:spcAft>
                          <a:spcPts val="0"/>
                        </a:spcAft>
                        <a:buNone/>
                      </a:pPr>
                      <a:r>
                        <a:rPr lang="en-GB" sz="900">
                          <a:solidFill>
                            <a:schemeClr val="dk1"/>
                          </a:solidFill>
                          <a:latin typeface="Montserrat SemiBold"/>
                          <a:ea typeface="Montserrat SemiBold"/>
                          <a:cs typeface="Montserrat SemiBold"/>
                          <a:sym typeface="Montserrat SemiBold"/>
                        </a:rPr>
                        <a:t>Deadline</a:t>
                      </a:r>
                      <a:endParaRPr sz="900">
                        <a:solidFill>
                          <a:schemeClr val="dk1"/>
                        </a:solidFill>
                        <a:latin typeface="Montserrat SemiBold"/>
                        <a:ea typeface="Montserrat SemiBold"/>
                        <a:cs typeface="Montserrat SemiBold"/>
                        <a:sym typeface="Montserrat SemiBold"/>
                      </a:endParaRPr>
                    </a:p>
                  </a:txBody>
                  <a:tcPr marT="36000" marB="36000" marR="36000" marL="36000" anchor="ctr">
                    <a:lnL cap="flat" cmpd="sng" w="19050">
                      <a:solidFill>
                        <a:schemeClr val="accent6">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19050">
                      <a:solidFill>
                        <a:schemeClr val="accent6">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GB" sz="900">
                          <a:solidFill>
                            <a:schemeClr val="dk1"/>
                          </a:solidFill>
                          <a:latin typeface="Montserrat"/>
                          <a:ea typeface="Montserrat"/>
                          <a:cs typeface="Montserrat"/>
                          <a:sym typeface="Montserrat"/>
                        </a:rPr>
                        <a:t>Month</a:t>
                      </a:r>
                      <a:endParaRPr b="1" sz="900">
                        <a:solidFill>
                          <a:schemeClr val="dk1"/>
                        </a:solidFill>
                        <a:latin typeface="Montserrat"/>
                        <a:ea typeface="Montserrat"/>
                        <a:cs typeface="Montserrat"/>
                        <a:sym typeface="Montserrat"/>
                      </a:endParaRPr>
                    </a:p>
                  </a:txBody>
                  <a:tcPr marT="36000" marB="36000" marR="36000" marL="36000" anchor="ctr">
                    <a:lnL cap="flat" cmpd="sng" w="9525">
                      <a:solidFill>
                        <a:schemeClr val="lt1"/>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accent3"/>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8" name="Shape 2268"/>
        <p:cNvGrpSpPr/>
        <p:nvPr/>
      </p:nvGrpSpPr>
      <p:grpSpPr>
        <a:xfrm>
          <a:off x="0" y="0"/>
          <a:ext cx="0" cy="0"/>
          <a:chOff x="0" y="0"/>
          <a:chExt cx="0" cy="0"/>
        </a:xfrm>
      </p:grpSpPr>
      <p:sp>
        <p:nvSpPr>
          <p:cNvPr id="2269" name="Google Shape;2269;p68"/>
          <p:cNvSpPr txBox="1"/>
          <p:nvPr>
            <p:ph idx="2" type="subTitle"/>
          </p:nvPr>
        </p:nvSpPr>
        <p:spPr>
          <a:xfrm>
            <a:off x="3544250" y="1227450"/>
            <a:ext cx="5059800" cy="18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Past 2 weeks achieved activities and milestones</a:t>
            </a:r>
            <a:endParaRPr/>
          </a:p>
        </p:txBody>
      </p:sp>
      <p:sp>
        <p:nvSpPr>
          <p:cNvPr id="2270" name="Google Shape;2270;p68"/>
          <p:cNvSpPr txBox="1"/>
          <p:nvPr>
            <p:ph idx="3" type="body"/>
          </p:nvPr>
        </p:nvSpPr>
        <p:spPr>
          <a:xfrm>
            <a:off x="525450" y="3961375"/>
            <a:ext cx="2283000" cy="585900"/>
          </a:xfrm>
          <a:prstGeom prst="rect">
            <a:avLst/>
          </a:prstGeom>
        </p:spPr>
        <p:txBody>
          <a:bodyPr anchorCtr="0" anchor="t" bIns="0" lIns="0" spcFirstLastPara="1" rIns="0" wrap="square" tIns="0">
            <a:noAutofit/>
          </a:bodyPr>
          <a:lstStyle/>
          <a:p>
            <a:pPr indent="-153500" lvl="0" marL="180000" rtl="0" algn="l">
              <a:spcBef>
                <a:spcPts val="0"/>
              </a:spcBef>
              <a:spcAft>
                <a:spcPts val="0"/>
              </a:spcAft>
              <a:buSzPts val="1000"/>
              <a:buChar char="●"/>
            </a:pPr>
            <a:r>
              <a:rPr lang="en-GB"/>
              <a:t>Item 1</a:t>
            </a:r>
            <a:endParaRPr/>
          </a:p>
          <a:p>
            <a:pPr indent="-153500" lvl="0" marL="180000" rtl="0" algn="l">
              <a:spcBef>
                <a:spcPts val="0"/>
              </a:spcBef>
              <a:spcAft>
                <a:spcPts val="0"/>
              </a:spcAft>
              <a:buSzPts val="1000"/>
              <a:buChar char="●"/>
            </a:pPr>
            <a:r>
              <a:rPr lang="en-GB"/>
              <a:t>Item 2</a:t>
            </a:r>
            <a:endParaRPr/>
          </a:p>
          <a:p>
            <a:pPr indent="-153500" lvl="0" marL="180000" rtl="0" algn="l">
              <a:spcBef>
                <a:spcPts val="0"/>
              </a:spcBef>
              <a:spcAft>
                <a:spcPts val="0"/>
              </a:spcAft>
              <a:buSzPts val="1000"/>
              <a:buChar char="●"/>
            </a:pPr>
            <a:r>
              <a:rPr lang="en-GB"/>
              <a:t>Item 3</a:t>
            </a:r>
            <a:endParaRPr/>
          </a:p>
          <a:p>
            <a:pPr indent="-153500" lvl="0" marL="180000" rtl="0" algn="l">
              <a:spcBef>
                <a:spcPts val="0"/>
              </a:spcBef>
              <a:spcAft>
                <a:spcPts val="0"/>
              </a:spcAft>
              <a:buSzPts val="1000"/>
              <a:buChar char="●"/>
            </a:pPr>
            <a:r>
              <a:rPr lang="en-GB"/>
              <a:t>Item 4</a:t>
            </a:r>
            <a:endParaRPr/>
          </a:p>
        </p:txBody>
      </p:sp>
      <p:sp>
        <p:nvSpPr>
          <p:cNvPr id="2271" name="Google Shape;2271;p68"/>
          <p:cNvSpPr txBox="1"/>
          <p:nvPr>
            <p:ph idx="4" type="subTitle"/>
          </p:nvPr>
        </p:nvSpPr>
        <p:spPr>
          <a:xfrm>
            <a:off x="525450" y="3603850"/>
            <a:ext cx="2283000" cy="18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Open risks/issues</a:t>
            </a:r>
            <a:endParaRPr/>
          </a:p>
        </p:txBody>
      </p:sp>
      <p:sp>
        <p:nvSpPr>
          <p:cNvPr id="2272" name="Google Shape;2272;p68"/>
          <p:cNvSpPr txBox="1"/>
          <p:nvPr>
            <p:ph type="title"/>
          </p:nvPr>
        </p:nvSpPr>
        <p:spPr>
          <a:xfrm>
            <a:off x="540000" y="360000"/>
            <a:ext cx="2253900" cy="28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Project name</a:t>
            </a:r>
            <a:endParaRPr/>
          </a:p>
        </p:txBody>
      </p:sp>
      <p:sp>
        <p:nvSpPr>
          <p:cNvPr id="2273" name="Google Shape;2273;p68"/>
          <p:cNvSpPr txBox="1"/>
          <p:nvPr>
            <p:ph idx="5" type="subTitle"/>
          </p:nvPr>
        </p:nvSpPr>
        <p:spPr>
          <a:xfrm>
            <a:off x="540000" y="648125"/>
            <a:ext cx="2253900" cy="25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Project follow-up</a:t>
            </a:r>
            <a:endParaRPr/>
          </a:p>
        </p:txBody>
      </p:sp>
      <p:sp>
        <p:nvSpPr>
          <p:cNvPr id="2274" name="Google Shape;2274;p68"/>
          <p:cNvSpPr txBox="1"/>
          <p:nvPr>
            <p:ph idx="7" type="subTitle"/>
          </p:nvPr>
        </p:nvSpPr>
        <p:spPr>
          <a:xfrm>
            <a:off x="3544250" y="3005475"/>
            <a:ext cx="5059800" cy="18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Next</a:t>
            </a:r>
            <a:r>
              <a:rPr lang="en-GB"/>
              <a:t> 2 weeks upcoming activities and milestones</a:t>
            </a:r>
            <a:endParaRPr/>
          </a:p>
        </p:txBody>
      </p:sp>
      <p:sp>
        <p:nvSpPr>
          <p:cNvPr id="2275" name="Google Shape;2275;p68"/>
          <p:cNvSpPr txBox="1"/>
          <p:nvPr>
            <p:ph idx="9" type="subTitle"/>
          </p:nvPr>
        </p:nvSpPr>
        <p:spPr>
          <a:xfrm>
            <a:off x="540000" y="2332925"/>
            <a:ext cx="2283000" cy="18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Open </a:t>
            </a:r>
            <a:r>
              <a:rPr lang="en-GB"/>
              <a:t>decisions</a:t>
            </a:r>
            <a:endParaRPr/>
          </a:p>
        </p:txBody>
      </p:sp>
      <p:graphicFrame>
        <p:nvGraphicFramePr>
          <p:cNvPr id="2276" name="Google Shape;2276;p68"/>
          <p:cNvGraphicFramePr/>
          <p:nvPr/>
        </p:nvGraphicFramePr>
        <p:xfrm>
          <a:off x="3544250" y="1587450"/>
          <a:ext cx="3000000" cy="3000000"/>
        </p:xfrm>
        <a:graphic>
          <a:graphicData uri="http://schemas.openxmlformats.org/drawingml/2006/table">
            <a:tbl>
              <a:tblPr>
                <a:noFill/>
                <a:tableStyleId>{B91514BC-4530-4DB9-818D-39566C5A235D}</a:tableStyleId>
              </a:tblPr>
              <a:tblGrid>
                <a:gridCol w="2234225"/>
                <a:gridCol w="657375"/>
                <a:gridCol w="745250"/>
                <a:gridCol w="758800"/>
                <a:gridCol w="664125"/>
              </a:tblGrid>
              <a:tr h="152150">
                <a:tc>
                  <a:txBody>
                    <a:bodyPr/>
                    <a:lstStyle/>
                    <a:p>
                      <a:pPr indent="0" lvl="0" marL="0" rtl="0" algn="l">
                        <a:spcBef>
                          <a:spcPts val="0"/>
                        </a:spcBef>
                        <a:spcAft>
                          <a:spcPts val="0"/>
                        </a:spcAft>
                        <a:buNone/>
                      </a:pPr>
                      <a:r>
                        <a:rPr lang="en-GB" sz="800">
                          <a:solidFill>
                            <a:schemeClr val="dk1"/>
                          </a:solidFill>
                          <a:latin typeface="Montserrat SemiBold"/>
                          <a:ea typeface="Montserrat SemiBold"/>
                          <a:cs typeface="Montserrat SemiBold"/>
                          <a:sym typeface="Montserrat SemiBold"/>
                        </a:rPr>
                        <a:t>Item</a:t>
                      </a:r>
                      <a:endParaRPr sz="800">
                        <a:solidFill>
                          <a:schemeClr val="dk1"/>
                        </a:solidFill>
                        <a:latin typeface="Montserrat SemiBold"/>
                        <a:ea typeface="Montserrat SemiBold"/>
                        <a:cs typeface="Montserrat SemiBold"/>
                        <a:sym typeface="Montserrat SemiBold"/>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800">
                          <a:solidFill>
                            <a:schemeClr val="dk1"/>
                          </a:solidFill>
                          <a:latin typeface="Montserrat SemiBold"/>
                          <a:ea typeface="Montserrat SemiBold"/>
                          <a:cs typeface="Montserrat SemiBold"/>
                          <a:sym typeface="Montserrat SemiBold"/>
                        </a:rPr>
                        <a:t>Owner</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SemiBold"/>
                          <a:ea typeface="Montserrat SemiBold"/>
                          <a:cs typeface="Montserrat SemiBold"/>
                          <a:sym typeface="Montserrat SemiBold"/>
                        </a:rPr>
                        <a:t>Start Date</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SemiBold"/>
                          <a:ea typeface="Montserrat SemiBold"/>
                          <a:cs typeface="Montserrat SemiBold"/>
                          <a:sym typeface="Montserrat SemiBold"/>
                        </a:rPr>
                        <a:t>End Date</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SemiBold"/>
                          <a:ea typeface="Montserrat SemiBold"/>
                          <a:cs typeface="Montserrat SemiBold"/>
                          <a:sym typeface="Montserrat SemiBold"/>
                        </a:rPr>
                        <a:t>Status</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1</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2</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3</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4</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5</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6</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r>
            </a:tbl>
          </a:graphicData>
        </a:graphic>
      </p:graphicFrame>
      <p:graphicFrame>
        <p:nvGraphicFramePr>
          <p:cNvPr id="2277" name="Google Shape;2277;p68"/>
          <p:cNvGraphicFramePr/>
          <p:nvPr/>
        </p:nvGraphicFramePr>
        <p:xfrm>
          <a:off x="3544250" y="3365475"/>
          <a:ext cx="3000000" cy="3000000"/>
        </p:xfrm>
        <a:graphic>
          <a:graphicData uri="http://schemas.openxmlformats.org/drawingml/2006/table">
            <a:tbl>
              <a:tblPr>
                <a:noFill/>
                <a:tableStyleId>{B91514BC-4530-4DB9-818D-39566C5A235D}</a:tableStyleId>
              </a:tblPr>
              <a:tblGrid>
                <a:gridCol w="2234225"/>
                <a:gridCol w="657375"/>
                <a:gridCol w="745250"/>
                <a:gridCol w="758800"/>
                <a:gridCol w="664125"/>
              </a:tblGrid>
              <a:tr h="152150">
                <a:tc>
                  <a:txBody>
                    <a:bodyPr/>
                    <a:lstStyle/>
                    <a:p>
                      <a:pPr indent="0" lvl="0" marL="0" rtl="0" algn="l">
                        <a:spcBef>
                          <a:spcPts val="0"/>
                        </a:spcBef>
                        <a:spcAft>
                          <a:spcPts val="0"/>
                        </a:spcAft>
                        <a:buNone/>
                      </a:pPr>
                      <a:r>
                        <a:rPr lang="en-GB" sz="800">
                          <a:solidFill>
                            <a:schemeClr val="dk1"/>
                          </a:solidFill>
                          <a:latin typeface="Montserrat SemiBold"/>
                          <a:ea typeface="Montserrat SemiBold"/>
                          <a:cs typeface="Montserrat SemiBold"/>
                          <a:sym typeface="Montserrat SemiBold"/>
                        </a:rPr>
                        <a:t>Item</a:t>
                      </a:r>
                      <a:endParaRPr sz="800">
                        <a:solidFill>
                          <a:schemeClr val="dk1"/>
                        </a:solidFill>
                        <a:latin typeface="Montserrat SemiBold"/>
                        <a:ea typeface="Montserrat SemiBold"/>
                        <a:cs typeface="Montserrat SemiBold"/>
                        <a:sym typeface="Montserrat SemiBold"/>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800">
                          <a:solidFill>
                            <a:schemeClr val="dk1"/>
                          </a:solidFill>
                          <a:latin typeface="Montserrat SemiBold"/>
                          <a:ea typeface="Montserrat SemiBold"/>
                          <a:cs typeface="Montserrat SemiBold"/>
                          <a:sym typeface="Montserrat SemiBold"/>
                        </a:rPr>
                        <a:t>Owner</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SemiBold"/>
                          <a:ea typeface="Montserrat SemiBold"/>
                          <a:cs typeface="Montserrat SemiBold"/>
                          <a:sym typeface="Montserrat SemiBold"/>
                        </a:rPr>
                        <a:t>Start Date</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SemiBold"/>
                          <a:ea typeface="Montserrat SemiBold"/>
                          <a:cs typeface="Montserrat SemiBold"/>
                          <a:sym typeface="Montserrat SemiBold"/>
                        </a:rPr>
                        <a:t>End Date</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SemiBold"/>
                          <a:ea typeface="Montserrat SemiBold"/>
                          <a:cs typeface="Montserrat SemiBold"/>
                          <a:sym typeface="Montserrat SemiBold"/>
                        </a:rPr>
                        <a:t>Status</a:t>
                      </a:r>
                      <a:endParaRPr sz="800">
                        <a:solidFill>
                          <a:schemeClr val="dk1"/>
                        </a:solidFill>
                        <a:latin typeface="Montserrat SemiBold"/>
                        <a:ea typeface="Montserrat SemiBold"/>
                        <a:cs typeface="Montserrat SemiBold"/>
                        <a:sym typeface="Montserrat SemiBold"/>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1</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2</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3</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4</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5</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52150">
                <a:tc>
                  <a:txBody>
                    <a:bodyPr/>
                    <a:lstStyle/>
                    <a:p>
                      <a:pPr indent="0" lvl="0" marL="0" rtl="0" algn="l">
                        <a:spcBef>
                          <a:spcPts val="0"/>
                        </a:spcBef>
                        <a:spcAft>
                          <a:spcPts val="0"/>
                        </a:spcAft>
                        <a:buClr>
                          <a:srgbClr val="000000"/>
                        </a:buClr>
                        <a:buSzPts val="1100"/>
                        <a:buFont typeface="Arial"/>
                        <a:buNone/>
                      </a:pPr>
                      <a:r>
                        <a:rPr lang="en-GB" sz="800">
                          <a:solidFill>
                            <a:schemeClr val="dk1"/>
                          </a:solidFill>
                          <a:latin typeface="Montserrat"/>
                          <a:ea typeface="Montserrat"/>
                          <a:cs typeface="Montserrat"/>
                          <a:sym typeface="Montserrat"/>
                        </a:rPr>
                        <a:t>Item 6</a:t>
                      </a:r>
                      <a:endParaRPr sz="800">
                        <a:solidFill>
                          <a:schemeClr val="dk1"/>
                        </a:solidFill>
                        <a:latin typeface="Montserrat"/>
                        <a:ea typeface="Montserrat"/>
                        <a:cs typeface="Montserrat"/>
                        <a:sym typeface="Montserrat"/>
                      </a:endParaRPr>
                    </a:p>
                  </a:txBody>
                  <a:tcPr marT="18000" marB="18000" marR="36000" marL="0" anchor="ctr">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Name</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800">
                          <a:solidFill>
                            <a:schemeClr val="dk1"/>
                          </a:solidFill>
                          <a:latin typeface="Montserrat"/>
                          <a:ea typeface="Montserrat"/>
                          <a:cs typeface="Montserrat"/>
                          <a:sym typeface="Montserrat"/>
                        </a:rPr>
                        <a:t>XX/XX/XXXX</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800">
                          <a:solidFill>
                            <a:schemeClr val="dk1"/>
                          </a:solidFill>
                          <a:latin typeface="Montserrat"/>
                          <a:ea typeface="Montserrat"/>
                          <a:cs typeface="Montserrat"/>
                          <a:sym typeface="Montserrat"/>
                        </a:rPr>
                        <a:t>Status</a:t>
                      </a:r>
                      <a:endParaRPr sz="800">
                        <a:solidFill>
                          <a:schemeClr val="dk1"/>
                        </a:solidFill>
                        <a:latin typeface="Montserrat"/>
                        <a:ea typeface="Montserrat"/>
                        <a:cs typeface="Montserrat"/>
                        <a:sym typeface="Montserrat"/>
                      </a:endParaRPr>
                    </a:p>
                  </a:txBody>
                  <a:tcPr marT="18000" marB="18000" marR="36000" marL="36000" anchor="ctr">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r>
            </a:tbl>
          </a:graphicData>
        </a:graphic>
      </p:graphicFrame>
      <p:sp>
        <p:nvSpPr>
          <p:cNvPr id="2278" name="Google Shape;2278;p68"/>
          <p:cNvSpPr txBox="1"/>
          <p:nvPr>
            <p:ph idx="8" type="body"/>
          </p:nvPr>
        </p:nvSpPr>
        <p:spPr>
          <a:xfrm>
            <a:off x="540000" y="2690450"/>
            <a:ext cx="2283000" cy="585900"/>
          </a:xfrm>
          <a:prstGeom prst="rect">
            <a:avLst/>
          </a:prstGeom>
        </p:spPr>
        <p:txBody>
          <a:bodyPr anchorCtr="0" anchor="t" bIns="0" lIns="0" spcFirstLastPara="1" rIns="0" wrap="square" tIns="0">
            <a:noAutofit/>
          </a:bodyPr>
          <a:lstStyle/>
          <a:p>
            <a:pPr indent="-153500" lvl="0" marL="180000" rtl="0" algn="l">
              <a:spcBef>
                <a:spcPts val="0"/>
              </a:spcBef>
              <a:spcAft>
                <a:spcPts val="0"/>
              </a:spcAft>
              <a:buSzPts val="1000"/>
              <a:buChar char="●"/>
            </a:pPr>
            <a:r>
              <a:rPr lang="en-GB"/>
              <a:t>Item 1</a:t>
            </a:r>
            <a:endParaRPr/>
          </a:p>
          <a:p>
            <a:pPr indent="-153500" lvl="0" marL="180000" rtl="0" algn="l">
              <a:spcBef>
                <a:spcPts val="0"/>
              </a:spcBef>
              <a:spcAft>
                <a:spcPts val="0"/>
              </a:spcAft>
              <a:buSzPts val="1000"/>
              <a:buChar char="●"/>
            </a:pPr>
            <a:r>
              <a:rPr lang="en-GB"/>
              <a:t>Item 2</a:t>
            </a:r>
            <a:endParaRPr/>
          </a:p>
          <a:p>
            <a:pPr indent="-153500" lvl="0" marL="180000" rtl="0" algn="l">
              <a:spcBef>
                <a:spcPts val="0"/>
              </a:spcBef>
              <a:spcAft>
                <a:spcPts val="0"/>
              </a:spcAft>
              <a:buSzPts val="1000"/>
              <a:buChar char="●"/>
            </a:pPr>
            <a:r>
              <a:rPr lang="en-GB"/>
              <a:t>Item 3</a:t>
            </a:r>
            <a:endParaRPr/>
          </a:p>
          <a:p>
            <a:pPr indent="-153500" lvl="0" marL="180000" rtl="0" algn="l">
              <a:spcBef>
                <a:spcPts val="0"/>
              </a:spcBef>
              <a:spcAft>
                <a:spcPts val="0"/>
              </a:spcAft>
              <a:buSzPts val="1000"/>
              <a:buChar char="●"/>
            </a:pPr>
            <a:r>
              <a:rPr lang="en-GB"/>
              <a:t>Item 4</a:t>
            </a:r>
            <a:endParaRPr/>
          </a:p>
        </p:txBody>
      </p:sp>
      <p:graphicFrame>
        <p:nvGraphicFramePr>
          <p:cNvPr id="2279" name="Google Shape;2279;p68"/>
          <p:cNvGraphicFramePr/>
          <p:nvPr/>
        </p:nvGraphicFramePr>
        <p:xfrm>
          <a:off x="3548775" y="436300"/>
          <a:ext cx="3000000" cy="3000000"/>
        </p:xfrm>
        <a:graphic>
          <a:graphicData uri="http://schemas.openxmlformats.org/drawingml/2006/table">
            <a:tbl>
              <a:tblPr>
                <a:noFill/>
                <a:tableStyleId>{B91514BC-4530-4DB9-818D-39566C5A235D}</a:tableStyleId>
              </a:tblPr>
              <a:tblGrid>
                <a:gridCol w="841775"/>
                <a:gridCol w="841775"/>
                <a:gridCol w="841775"/>
                <a:gridCol w="841775"/>
                <a:gridCol w="841775"/>
                <a:gridCol w="841775"/>
              </a:tblGrid>
              <a:tr h="121800">
                <a:tc>
                  <a:txBody>
                    <a:bodyPr/>
                    <a:lstStyle/>
                    <a:p>
                      <a:pPr indent="0" lvl="0" marL="0" rtl="0" algn="ctr">
                        <a:spcBef>
                          <a:spcPts val="0"/>
                        </a:spcBef>
                        <a:spcAft>
                          <a:spcPts val="0"/>
                        </a:spcAft>
                        <a:buNone/>
                      </a:pPr>
                      <a:r>
                        <a:rPr lang="en-GB" sz="800">
                          <a:solidFill>
                            <a:schemeClr val="dk1"/>
                          </a:solidFill>
                          <a:latin typeface="Montserrat Light"/>
                          <a:ea typeface="Montserrat Light"/>
                          <a:cs typeface="Montserrat Light"/>
                          <a:sym typeface="Montserrat Light"/>
                        </a:rPr>
                        <a:t>July</a:t>
                      </a:r>
                      <a:endParaRPr sz="800">
                        <a:solidFill>
                          <a:schemeClr val="dk1"/>
                        </a:solidFill>
                        <a:latin typeface="Montserrat Light"/>
                        <a:ea typeface="Montserrat Light"/>
                        <a:cs typeface="Montserrat Light"/>
                        <a:sym typeface="Montserrat Light"/>
                      </a:endParaRPr>
                    </a:p>
                  </a:txBody>
                  <a:tcPr marT="0" marB="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GB" sz="800">
                          <a:solidFill>
                            <a:schemeClr val="dk1"/>
                          </a:solidFill>
                          <a:latin typeface="Montserrat Light"/>
                          <a:ea typeface="Montserrat Light"/>
                          <a:cs typeface="Montserrat Light"/>
                          <a:sym typeface="Montserrat Light"/>
                        </a:rPr>
                        <a:t>August</a:t>
                      </a:r>
                      <a:endParaRPr sz="800">
                        <a:solidFill>
                          <a:schemeClr val="dk1"/>
                        </a:solidFill>
                        <a:latin typeface="Montserrat Light"/>
                        <a:ea typeface="Montserrat Light"/>
                        <a:cs typeface="Montserrat Light"/>
                        <a:sym typeface="Montserrat Light"/>
                      </a:endParaRPr>
                    </a:p>
                  </a:txBody>
                  <a:tcPr marT="0" marB="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GB" sz="800">
                          <a:solidFill>
                            <a:schemeClr val="dk1"/>
                          </a:solidFill>
                          <a:latin typeface="Montserrat Light"/>
                          <a:ea typeface="Montserrat Light"/>
                          <a:cs typeface="Montserrat Light"/>
                          <a:sym typeface="Montserrat Light"/>
                        </a:rPr>
                        <a:t>September</a:t>
                      </a:r>
                      <a:endParaRPr sz="800">
                        <a:solidFill>
                          <a:schemeClr val="dk1"/>
                        </a:solidFill>
                        <a:latin typeface="Montserrat Light"/>
                        <a:ea typeface="Montserrat Light"/>
                        <a:cs typeface="Montserrat Light"/>
                        <a:sym typeface="Montserrat Light"/>
                      </a:endParaRPr>
                    </a:p>
                  </a:txBody>
                  <a:tcPr marT="0" marB="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GB" sz="800">
                          <a:solidFill>
                            <a:schemeClr val="dk1"/>
                          </a:solidFill>
                          <a:latin typeface="Montserrat Light"/>
                          <a:ea typeface="Montserrat Light"/>
                          <a:cs typeface="Montserrat Light"/>
                          <a:sym typeface="Montserrat Light"/>
                        </a:rPr>
                        <a:t>October</a:t>
                      </a:r>
                      <a:endParaRPr sz="800">
                        <a:solidFill>
                          <a:schemeClr val="dk1"/>
                        </a:solidFill>
                        <a:latin typeface="Montserrat Light"/>
                        <a:ea typeface="Montserrat Light"/>
                        <a:cs typeface="Montserrat Light"/>
                        <a:sym typeface="Montserrat Light"/>
                      </a:endParaRPr>
                    </a:p>
                  </a:txBody>
                  <a:tcPr marT="0" marB="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GB" sz="800">
                          <a:solidFill>
                            <a:schemeClr val="dk1"/>
                          </a:solidFill>
                          <a:latin typeface="Montserrat Light"/>
                          <a:ea typeface="Montserrat Light"/>
                          <a:cs typeface="Montserrat Light"/>
                          <a:sym typeface="Montserrat Light"/>
                        </a:rPr>
                        <a:t>November</a:t>
                      </a:r>
                      <a:endParaRPr sz="800">
                        <a:solidFill>
                          <a:schemeClr val="dk1"/>
                        </a:solidFill>
                        <a:latin typeface="Montserrat Light"/>
                        <a:ea typeface="Montserrat Light"/>
                        <a:cs typeface="Montserrat Light"/>
                        <a:sym typeface="Montserrat Light"/>
                      </a:endParaRPr>
                    </a:p>
                  </a:txBody>
                  <a:tcPr marT="0" marB="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GB" sz="800">
                          <a:solidFill>
                            <a:schemeClr val="dk1"/>
                          </a:solidFill>
                          <a:latin typeface="Montserrat Light"/>
                          <a:ea typeface="Montserrat Light"/>
                          <a:cs typeface="Montserrat Light"/>
                          <a:sym typeface="Montserrat Light"/>
                        </a:rPr>
                        <a:t>December</a:t>
                      </a:r>
                      <a:endParaRPr sz="800">
                        <a:solidFill>
                          <a:schemeClr val="dk1"/>
                        </a:solidFill>
                        <a:latin typeface="Montserrat Light"/>
                        <a:ea typeface="Montserrat Light"/>
                        <a:cs typeface="Montserrat Light"/>
                        <a:sym typeface="Montserrat Light"/>
                      </a:endParaRPr>
                    </a:p>
                  </a:txBody>
                  <a:tcPr marT="0" marB="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6"/>
                    </a:solidFill>
                  </a:tcPr>
                </a:tc>
              </a:tr>
            </a:tbl>
          </a:graphicData>
        </a:graphic>
      </p:graphicFrame>
      <p:sp>
        <p:nvSpPr>
          <p:cNvPr id="2280" name="Google Shape;2280;p68"/>
          <p:cNvSpPr/>
          <p:nvPr/>
        </p:nvSpPr>
        <p:spPr>
          <a:xfrm>
            <a:off x="3548775" y="639125"/>
            <a:ext cx="2601300" cy="140700"/>
          </a:xfrm>
          <a:prstGeom prst="homePlat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chemeClr val="lt1"/>
                </a:solidFill>
                <a:latin typeface="Montserrat"/>
                <a:ea typeface="Montserrat"/>
                <a:cs typeface="Montserrat"/>
                <a:sym typeface="Montserrat"/>
              </a:rPr>
              <a:t>Design &amp; Build</a:t>
            </a:r>
            <a:endParaRPr b="1" sz="800">
              <a:solidFill>
                <a:schemeClr val="lt1"/>
              </a:solidFill>
              <a:latin typeface="Montserrat"/>
              <a:ea typeface="Montserrat"/>
              <a:cs typeface="Montserrat"/>
              <a:sym typeface="Montserrat"/>
            </a:endParaRPr>
          </a:p>
        </p:txBody>
      </p:sp>
      <p:sp>
        <p:nvSpPr>
          <p:cNvPr id="2281" name="Google Shape;2281;p68"/>
          <p:cNvSpPr/>
          <p:nvPr/>
        </p:nvSpPr>
        <p:spPr>
          <a:xfrm>
            <a:off x="6074080" y="639154"/>
            <a:ext cx="2525400" cy="1407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chemeClr val="lt1"/>
                </a:solidFill>
                <a:latin typeface="Montserrat"/>
                <a:ea typeface="Montserrat"/>
                <a:cs typeface="Montserrat"/>
                <a:sym typeface="Montserrat"/>
              </a:rPr>
              <a:t>Deploy &amp; Analyse</a:t>
            </a:r>
            <a:endParaRPr b="1" sz="800">
              <a:solidFill>
                <a:schemeClr val="lt1"/>
              </a:solidFill>
              <a:latin typeface="Montserrat"/>
              <a:ea typeface="Montserrat"/>
              <a:cs typeface="Montserrat"/>
              <a:sym typeface="Montserrat"/>
            </a:endParaRPr>
          </a:p>
        </p:txBody>
      </p:sp>
      <p:sp>
        <p:nvSpPr>
          <p:cNvPr id="2282" name="Google Shape;2282;p68"/>
          <p:cNvSpPr txBox="1"/>
          <p:nvPr/>
        </p:nvSpPr>
        <p:spPr>
          <a:xfrm>
            <a:off x="4524025" y="860900"/>
            <a:ext cx="629100" cy="14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600">
                <a:solidFill>
                  <a:schemeClr val="dk1"/>
                </a:solidFill>
                <a:latin typeface="Montserrat Medium"/>
                <a:ea typeface="Montserrat Medium"/>
                <a:cs typeface="Montserrat Medium"/>
                <a:sym typeface="Montserrat Medium"/>
              </a:rPr>
              <a:t>Month, XX</a:t>
            </a:r>
            <a:endParaRPr sz="600">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rPr lang="en-GB" sz="600">
                <a:solidFill>
                  <a:schemeClr val="dk1"/>
                </a:solidFill>
                <a:latin typeface="Montserrat Light"/>
                <a:ea typeface="Montserrat Light"/>
                <a:cs typeface="Montserrat Light"/>
                <a:sym typeface="Montserrat Light"/>
              </a:rPr>
              <a:t>Item</a:t>
            </a:r>
            <a:endParaRPr sz="600">
              <a:solidFill>
                <a:schemeClr val="dk1"/>
              </a:solidFill>
              <a:latin typeface="Montserrat Light"/>
              <a:ea typeface="Montserrat Light"/>
              <a:cs typeface="Montserrat Light"/>
              <a:sym typeface="Montserrat Light"/>
            </a:endParaRPr>
          </a:p>
        </p:txBody>
      </p:sp>
      <p:sp>
        <p:nvSpPr>
          <p:cNvPr id="2283" name="Google Shape;2283;p68"/>
          <p:cNvSpPr/>
          <p:nvPr/>
        </p:nvSpPr>
        <p:spPr>
          <a:xfrm>
            <a:off x="4312394" y="869299"/>
            <a:ext cx="121800" cy="1218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84" name="Google Shape;2284;p68"/>
          <p:cNvSpPr txBox="1"/>
          <p:nvPr/>
        </p:nvSpPr>
        <p:spPr>
          <a:xfrm>
            <a:off x="6893325" y="860900"/>
            <a:ext cx="629100" cy="14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600">
                <a:solidFill>
                  <a:schemeClr val="dk1"/>
                </a:solidFill>
                <a:latin typeface="Montserrat Medium"/>
                <a:ea typeface="Montserrat Medium"/>
                <a:cs typeface="Montserrat Medium"/>
                <a:sym typeface="Montserrat Medium"/>
              </a:rPr>
              <a:t>Month, XX</a:t>
            </a:r>
            <a:endParaRPr sz="600">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rPr lang="en-GB" sz="600">
                <a:solidFill>
                  <a:schemeClr val="dk1"/>
                </a:solidFill>
                <a:latin typeface="Montserrat Light"/>
                <a:ea typeface="Montserrat Light"/>
                <a:cs typeface="Montserrat Light"/>
                <a:sym typeface="Montserrat Light"/>
              </a:rPr>
              <a:t>Item</a:t>
            </a:r>
            <a:endParaRPr sz="600">
              <a:solidFill>
                <a:schemeClr val="dk1"/>
              </a:solidFill>
              <a:latin typeface="Montserrat Light"/>
              <a:ea typeface="Montserrat Light"/>
              <a:cs typeface="Montserrat Light"/>
              <a:sym typeface="Montserrat Light"/>
            </a:endParaRPr>
          </a:p>
        </p:txBody>
      </p:sp>
      <p:sp>
        <p:nvSpPr>
          <p:cNvPr id="2285" name="Google Shape;2285;p68"/>
          <p:cNvSpPr/>
          <p:nvPr/>
        </p:nvSpPr>
        <p:spPr>
          <a:xfrm>
            <a:off x="6681694" y="869299"/>
            <a:ext cx="121800" cy="121800"/>
          </a:xfrm>
          <a:prstGeom prst="diamond">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86" name="Google Shape;2286;p68"/>
          <p:cNvSpPr txBox="1"/>
          <p:nvPr/>
        </p:nvSpPr>
        <p:spPr>
          <a:xfrm>
            <a:off x="5629725" y="860900"/>
            <a:ext cx="629100" cy="14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600">
                <a:solidFill>
                  <a:schemeClr val="dk1"/>
                </a:solidFill>
                <a:latin typeface="Montserrat Medium"/>
                <a:ea typeface="Montserrat Medium"/>
                <a:cs typeface="Montserrat Medium"/>
                <a:sym typeface="Montserrat Medium"/>
              </a:rPr>
              <a:t>Month, XX</a:t>
            </a:r>
            <a:endParaRPr sz="600">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rPr lang="en-GB" sz="600">
                <a:solidFill>
                  <a:schemeClr val="dk1"/>
                </a:solidFill>
                <a:latin typeface="Montserrat Light"/>
                <a:ea typeface="Montserrat Light"/>
                <a:cs typeface="Montserrat Light"/>
                <a:sym typeface="Montserrat Light"/>
              </a:rPr>
              <a:t>Item</a:t>
            </a:r>
            <a:endParaRPr sz="600">
              <a:solidFill>
                <a:schemeClr val="dk1"/>
              </a:solidFill>
              <a:latin typeface="Montserrat Light"/>
              <a:ea typeface="Montserrat Light"/>
              <a:cs typeface="Montserrat Light"/>
              <a:sym typeface="Montserrat Light"/>
            </a:endParaRPr>
          </a:p>
        </p:txBody>
      </p:sp>
      <p:sp>
        <p:nvSpPr>
          <p:cNvPr id="2287" name="Google Shape;2287;p68"/>
          <p:cNvSpPr/>
          <p:nvPr/>
        </p:nvSpPr>
        <p:spPr>
          <a:xfrm>
            <a:off x="5418094" y="869299"/>
            <a:ext cx="121800" cy="1218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88" name="Google Shape;2288;p68"/>
          <p:cNvSpPr/>
          <p:nvPr>
            <p:ph idx="13" type="pic"/>
          </p:nvPr>
        </p:nvSpPr>
        <p:spPr>
          <a:xfrm>
            <a:off x="2213975" y="1333075"/>
            <a:ext cx="395700" cy="395700"/>
          </a:xfrm>
          <a:prstGeom prst="ellipse">
            <a:avLst/>
          </a:prstGeom>
        </p:spPr>
      </p:sp>
      <p:pic>
        <p:nvPicPr>
          <p:cNvPr id="2289" name="Google Shape;2289;p68"/>
          <p:cNvPicPr preferRelativeResize="0"/>
          <p:nvPr/>
        </p:nvPicPr>
        <p:blipFill>
          <a:blip r:embed="rId3">
            <a:alphaModFix/>
          </a:blip>
          <a:stretch>
            <a:fillRect/>
          </a:stretch>
        </p:blipFill>
        <p:spPr>
          <a:xfrm>
            <a:off x="1536969" y="1332927"/>
            <a:ext cx="289078" cy="396002"/>
          </a:xfrm>
          <a:prstGeom prst="rect">
            <a:avLst/>
          </a:prstGeom>
          <a:noFill/>
          <a:ln>
            <a:noFill/>
          </a:ln>
        </p:spPr>
      </p:pic>
      <p:grpSp>
        <p:nvGrpSpPr>
          <p:cNvPr id="2290" name="Google Shape;2290;p68"/>
          <p:cNvGrpSpPr/>
          <p:nvPr/>
        </p:nvGrpSpPr>
        <p:grpSpPr>
          <a:xfrm>
            <a:off x="763335" y="1332938"/>
            <a:ext cx="348469" cy="395983"/>
            <a:chOff x="2224500" y="3248125"/>
            <a:chExt cx="787500" cy="900575"/>
          </a:xfrm>
        </p:grpSpPr>
        <p:sp>
          <p:nvSpPr>
            <p:cNvPr id="2291" name="Google Shape;2291;p68"/>
            <p:cNvSpPr/>
            <p:nvPr/>
          </p:nvSpPr>
          <p:spPr>
            <a:xfrm>
              <a:off x="2608100" y="3953825"/>
              <a:ext cx="27050" cy="194875"/>
            </a:xfrm>
            <a:custGeom>
              <a:rect b="b" l="l" r="r" t="t"/>
              <a:pathLst>
                <a:path extrusionOk="0" h="7795" w="1082">
                  <a:moveTo>
                    <a:pt x="505" y="0"/>
                  </a:moveTo>
                  <a:cubicBezTo>
                    <a:pt x="235" y="0"/>
                    <a:pt x="1" y="216"/>
                    <a:pt x="1" y="504"/>
                  </a:cubicBezTo>
                  <a:cubicBezTo>
                    <a:pt x="73" y="7291"/>
                    <a:pt x="73" y="7291"/>
                    <a:pt x="73" y="7291"/>
                  </a:cubicBezTo>
                  <a:cubicBezTo>
                    <a:pt x="73" y="7579"/>
                    <a:pt x="307" y="7795"/>
                    <a:pt x="577" y="7795"/>
                  </a:cubicBezTo>
                  <a:cubicBezTo>
                    <a:pt x="865" y="7795"/>
                    <a:pt x="1081" y="7561"/>
                    <a:pt x="1081" y="7291"/>
                  </a:cubicBezTo>
                  <a:cubicBezTo>
                    <a:pt x="1009" y="486"/>
                    <a:pt x="1009" y="486"/>
                    <a:pt x="1009" y="486"/>
                  </a:cubicBezTo>
                  <a:cubicBezTo>
                    <a:pt x="1009" y="216"/>
                    <a:pt x="793" y="0"/>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68"/>
            <p:cNvSpPr/>
            <p:nvPr/>
          </p:nvSpPr>
          <p:spPr>
            <a:xfrm>
              <a:off x="2228675" y="3821900"/>
              <a:ext cx="171575" cy="111675"/>
            </a:xfrm>
            <a:custGeom>
              <a:rect b="b" l="l" r="r" t="t"/>
              <a:pathLst>
                <a:path extrusionOk="0" h="4467" w="6863">
                  <a:moveTo>
                    <a:pt x="6362" y="1"/>
                  </a:moveTo>
                  <a:cubicBezTo>
                    <a:pt x="6274" y="1"/>
                    <a:pt x="6185" y="25"/>
                    <a:pt x="6105" y="74"/>
                  </a:cubicBezTo>
                  <a:cubicBezTo>
                    <a:pt x="254" y="3531"/>
                    <a:pt x="254" y="3531"/>
                    <a:pt x="254" y="3531"/>
                  </a:cubicBezTo>
                  <a:cubicBezTo>
                    <a:pt x="2" y="3675"/>
                    <a:pt x="-70" y="3981"/>
                    <a:pt x="74" y="4215"/>
                  </a:cubicBezTo>
                  <a:cubicBezTo>
                    <a:pt x="164" y="4377"/>
                    <a:pt x="326" y="4467"/>
                    <a:pt x="506" y="4467"/>
                  </a:cubicBezTo>
                  <a:cubicBezTo>
                    <a:pt x="596" y="4467"/>
                    <a:pt x="686" y="4449"/>
                    <a:pt x="758" y="4395"/>
                  </a:cubicBezTo>
                  <a:cubicBezTo>
                    <a:pt x="6609" y="938"/>
                    <a:pt x="6609" y="938"/>
                    <a:pt x="6609" y="938"/>
                  </a:cubicBezTo>
                  <a:cubicBezTo>
                    <a:pt x="6861" y="794"/>
                    <a:pt x="6933" y="488"/>
                    <a:pt x="6789" y="254"/>
                  </a:cubicBezTo>
                  <a:cubicBezTo>
                    <a:pt x="6694" y="89"/>
                    <a:pt x="6530" y="1"/>
                    <a:pt x="63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68"/>
            <p:cNvSpPr/>
            <p:nvPr/>
          </p:nvSpPr>
          <p:spPr>
            <a:xfrm>
              <a:off x="2224500" y="3470525"/>
              <a:ext cx="173175" cy="108875"/>
            </a:xfrm>
            <a:custGeom>
              <a:rect b="b" l="l" r="r" t="t"/>
              <a:pathLst>
                <a:path extrusionOk="0" h="4355" w="6927">
                  <a:moveTo>
                    <a:pt x="500" y="0"/>
                  </a:moveTo>
                  <a:cubicBezTo>
                    <a:pt x="328" y="0"/>
                    <a:pt x="158" y="92"/>
                    <a:pt x="61" y="250"/>
                  </a:cubicBezTo>
                  <a:cubicBezTo>
                    <a:pt x="-65" y="502"/>
                    <a:pt x="7" y="808"/>
                    <a:pt x="259" y="952"/>
                  </a:cubicBezTo>
                  <a:lnTo>
                    <a:pt x="6182" y="4282"/>
                  </a:lnTo>
                  <a:cubicBezTo>
                    <a:pt x="6254" y="4336"/>
                    <a:pt x="6344" y="4354"/>
                    <a:pt x="6416" y="4354"/>
                  </a:cubicBezTo>
                  <a:cubicBezTo>
                    <a:pt x="6596" y="4354"/>
                    <a:pt x="6776" y="4264"/>
                    <a:pt x="6866" y="4102"/>
                  </a:cubicBezTo>
                  <a:cubicBezTo>
                    <a:pt x="6992" y="3850"/>
                    <a:pt x="6920" y="3544"/>
                    <a:pt x="6668" y="3400"/>
                  </a:cubicBezTo>
                  <a:cubicBezTo>
                    <a:pt x="745" y="70"/>
                    <a:pt x="745" y="70"/>
                    <a:pt x="745" y="70"/>
                  </a:cubicBezTo>
                  <a:cubicBezTo>
                    <a:pt x="668" y="22"/>
                    <a:pt x="584" y="0"/>
                    <a:pt x="5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68"/>
            <p:cNvSpPr/>
            <p:nvPr/>
          </p:nvSpPr>
          <p:spPr>
            <a:xfrm>
              <a:off x="2601350" y="3248125"/>
              <a:ext cx="27050" cy="194900"/>
            </a:xfrm>
            <a:custGeom>
              <a:rect b="b" l="l" r="r" t="t"/>
              <a:pathLst>
                <a:path extrusionOk="0" h="7796" w="1082">
                  <a:moveTo>
                    <a:pt x="505" y="0"/>
                  </a:moveTo>
                  <a:cubicBezTo>
                    <a:pt x="235" y="0"/>
                    <a:pt x="1" y="235"/>
                    <a:pt x="1" y="505"/>
                  </a:cubicBezTo>
                  <a:cubicBezTo>
                    <a:pt x="73" y="7309"/>
                    <a:pt x="73" y="7309"/>
                    <a:pt x="73" y="7309"/>
                  </a:cubicBezTo>
                  <a:cubicBezTo>
                    <a:pt x="73" y="7579"/>
                    <a:pt x="307" y="7795"/>
                    <a:pt x="577" y="7795"/>
                  </a:cubicBezTo>
                  <a:cubicBezTo>
                    <a:pt x="865" y="7795"/>
                    <a:pt x="1081" y="7579"/>
                    <a:pt x="1081" y="7291"/>
                  </a:cubicBezTo>
                  <a:cubicBezTo>
                    <a:pt x="1009" y="505"/>
                    <a:pt x="1009" y="505"/>
                    <a:pt x="1009" y="505"/>
                  </a:cubicBezTo>
                  <a:cubicBezTo>
                    <a:pt x="1009" y="216"/>
                    <a:pt x="793" y="0"/>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68"/>
            <p:cNvSpPr/>
            <p:nvPr/>
          </p:nvSpPr>
          <p:spPr>
            <a:xfrm>
              <a:off x="2836350" y="3463325"/>
              <a:ext cx="171475" cy="111575"/>
            </a:xfrm>
            <a:custGeom>
              <a:rect b="b" l="l" r="r" t="t"/>
              <a:pathLst>
                <a:path extrusionOk="0" h="4463" w="6859">
                  <a:moveTo>
                    <a:pt x="6346" y="0"/>
                  </a:moveTo>
                  <a:cubicBezTo>
                    <a:pt x="6262" y="0"/>
                    <a:pt x="6178" y="22"/>
                    <a:pt x="6101" y="70"/>
                  </a:cubicBezTo>
                  <a:cubicBezTo>
                    <a:pt x="250" y="3526"/>
                    <a:pt x="250" y="3526"/>
                    <a:pt x="250" y="3526"/>
                  </a:cubicBezTo>
                  <a:cubicBezTo>
                    <a:pt x="16" y="3670"/>
                    <a:pt x="-74" y="3976"/>
                    <a:pt x="70" y="4210"/>
                  </a:cubicBezTo>
                  <a:cubicBezTo>
                    <a:pt x="160" y="4372"/>
                    <a:pt x="340" y="4462"/>
                    <a:pt x="502" y="4462"/>
                  </a:cubicBezTo>
                  <a:cubicBezTo>
                    <a:pt x="592" y="4462"/>
                    <a:pt x="682" y="4444"/>
                    <a:pt x="754" y="4390"/>
                  </a:cubicBezTo>
                  <a:cubicBezTo>
                    <a:pt x="6605" y="934"/>
                    <a:pt x="6605" y="934"/>
                    <a:pt x="6605" y="934"/>
                  </a:cubicBezTo>
                  <a:cubicBezTo>
                    <a:pt x="6857" y="790"/>
                    <a:pt x="6929" y="484"/>
                    <a:pt x="6785" y="250"/>
                  </a:cubicBezTo>
                  <a:cubicBezTo>
                    <a:pt x="6688" y="92"/>
                    <a:pt x="6518" y="0"/>
                    <a:pt x="6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68"/>
            <p:cNvSpPr/>
            <p:nvPr/>
          </p:nvSpPr>
          <p:spPr>
            <a:xfrm>
              <a:off x="2838925" y="3817500"/>
              <a:ext cx="173075" cy="108875"/>
            </a:xfrm>
            <a:custGeom>
              <a:rect b="b" l="l" r="r" t="t"/>
              <a:pathLst>
                <a:path extrusionOk="0" h="4355" w="6923">
                  <a:moveTo>
                    <a:pt x="501" y="1"/>
                  </a:moveTo>
                  <a:cubicBezTo>
                    <a:pt x="324" y="1"/>
                    <a:pt x="154" y="93"/>
                    <a:pt x="57" y="250"/>
                  </a:cubicBezTo>
                  <a:cubicBezTo>
                    <a:pt x="-69" y="502"/>
                    <a:pt x="21" y="808"/>
                    <a:pt x="255" y="934"/>
                  </a:cubicBezTo>
                  <a:cubicBezTo>
                    <a:pt x="6178" y="4283"/>
                    <a:pt x="6178" y="4283"/>
                    <a:pt x="6178" y="4283"/>
                  </a:cubicBezTo>
                  <a:cubicBezTo>
                    <a:pt x="6250" y="4319"/>
                    <a:pt x="6340" y="4355"/>
                    <a:pt x="6412" y="4355"/>
                  </a:cubicBezTo>
                  <a:cubicBezTo>
                    <a:pt x="6592" y="4355"/>
                    <a:pt x="6772" y="4265"/>
                    <a:pt x="6862" y="4085"/>
                  </a:cubicBezTo>
                  <a:cubicBezTo>
                    <a:pt x="6988" y="3851"/>
                    <a:pt x="6916" y="3545"/>
                    <a:pt x="6664" y="3401"/>
                  </a:cubicBezTo>
                  <a:cubicBezTo>
                    <a:pt x="759" y="70"/>
                    <a:pt x="759" y="70"/>
                    <a:pt x="759" y="70"/>
                  </a:cubicBezTo>
                  <a:cubicBezTo>
                    <a:pt x="676" y="23"/>
                    <a:pt x="588" y="1"/>
                    <a:pt x="5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68"/>
            <p:cNvSpPr/>
            <p:nvPr/>
          </p:nvSpPr>
          <p:spPr>
            <a:xfrm>
              <a:off x="2229175" y="3687825"/>
              <a:ext cx="140875" cy="26125"/>
            </a:xfrm>
            <a:custGeom>
              <a:rect b="b" l="l" r="r" t="t"/>
              <a:pathLst>
                <a:path extrusionOk="0" h="1045" w="5635">
                  <a:moveTo>
                    <a:pt x="5131" y="1"/>
                  </a:moveTo>
                  <a:cubicBezTo>
                    <a:pt x="504" y="37"/>
                    <a:pt x="504" y="37"/>
                    <a:pt x="504" y="37"/>
                  </a:cubicBezTo>
                  <a:cubicBezTo>
                    <a:pt x="216" y="37"/>
                    <a:pt x="0" y="271"/>
                    <a:pt x="0" y="541"/>
                  </a:cubicBezTo>
                  <a:cubicBezTo>
                    <a:pt x="0" y="829"/>
                    <a:pt x="234" y="1045"/>
                    <a:pt x="504" y="1045"/>
                  </a:cubicBezTo>
                  <a:cubicBezTo>
                    <a:pt x="5149" y="1009"/>
                    <a:pt x="5149" y="1009"/>
                    <a:pt x="5149" y="1009"/>
                  </a:cubicBezTo>
                  <a:cubicBezTo>
                    <a:pt x="5419" y="1009"/>
                    <a:pt x="5635" y="775"/>
                    <a:pt x="5635" y="505"/>
                  </a:cubicBezTo>
                  <a:cubicBezTo>
                    <a:pt x="5635" y="235"/>
                    <a:pt x="5419" y="1"/>
                    <a:pt x="5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68"/>
            <p:cNvSpPr/>
            <p:nvPr/>
          </p:nvSpPr>
          <p:spPr>
            <a:xfrm>
              <a:off x="2414650" y="3361150"/>
              <a:ext cx="84050" cy="125075"/>
            </a:xfrm>
            <a:custGeom>
              <a:rect b="b" l="l" r="r" t="t"/>
              <a:pathLst>
                <a:path extrusionOk="0" h="5003" w="3362">
                  <a:moveTo>
                    <a:pt x="500" y="1"/>
                  </a:moveTo>
                  <a:cubicBezTo>
                    <a:pt x="413" y="1"/>
                    <a:pt x="327" y="23"/>
                    <a:pt x="250" y="70"/>
                  </a:cubicBezTo>
                  <a:cubicBezTo>
                    <a:pt x="16" y="214"/>
                    <a:pt x="-74" y="520"/>
                    <a:pt x="70" y="754"/>
                  </a:cubicBezTo>
                  <a:lnTo>
                    <a:pt x="2428" y="4751"/>
                  </a:lnTo>
                  <a:cubicBezTo>
                    <a:pt x="2518" y="4913"/>
                    <a:pt x="2680" y="5003"/>
                    <a:pt x="2860" y="5003"/>
                  </a:cubicBezTo>
                  <a:cubicBezTo>
                    <a:pt x="2950" y="5003"/>
                    <a:pt x="3040" y="4985"/>
                    <a:pt x="3112" y="4931"/>
                  </a:cubicBezTo>
                  <a:cubicBezTo>
                    <a:pt x="3346" y="4787"/>
                    <a:pt x="3436" y="4481"/>
                    <a:pt x="3292" y="4247"/>
                  </a:cubicBezTo>
                  <a:cubicBezTo>
                    <a:pt x="952" y="250"/>
                    <a:pt x="952" y="250"/>
                    <a:pt x="952" y="250"/>
                  </a:cubicBezTo>
                  <a:cubicBezTo>
                    <a:pt x="855" y="93"/>
                    <a:pt x="677" y="1"/>
                    <a:pt x="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68"/>
            <p:cNvSpPr/>
            <p:nvPr/>
          </p:nvSpPr>
          <p:spPr>
            <a:xfrm>
              <a:off x="2734200" y="3358225"/>
              <a:ext cx="82250" cy="125750"/>
            </a:xfrm>
            <a:custGeom>
              <a:rect b="b" l="l" r="r" t="t"/>
              <a:pathLst>
                <a:path extrusionOk="0" h="5030" w="3290">
                  <a:moveTo>
                    <a:pt x="2787" y="0"/>
                  </a:moveTo>
                  <a:cubicBezTo>
                    <a:pt x="2609" y="0"/>
                    <a:pt x="2441" y="88"/>
                    <a:pt x="2356" y="259"/>
                  </a:cubicBezTo>
                  <a:cubicBezTo>
                    <a:pt x="70" y="4292"/>
                    <a:pt x="70" y="4292"/>
                    <a:pt x="70" y="4292"/>
                  </a:cubicBezTo>
                  <a:cubicBezTo>
                    <a:pt x="-74" y="4526"/>
                    <a:pt x="16" y="4832"/>
                    <a:pt x="250" y="4976"/>
                  </a:cubicBezTo>
                  <a:cubicBezTo>
                    <a:pt x="340" y="5012"/>
                    <a:pt x="412" y="5030"/>
                    <a:pt x="502" y="5030"/>
                  </a:cubicBezTo>
                  <a:cubicBezTo>
                    <a:pt x="682" y="5030"/>
                    <a:pt x="844" y="4940"/>
                    <a:pt x="934" y="4778"/>
                  </a:cubicBezTo>
                  <a:cubicBezTo>
                    <a:pt x="3220" y="745"/>
                    <a:pt x="3220" y="745"/>
                    <a:pt x="3220" y="745"/>
                  </a:cubicBezTo>
                  <a:cubicBezTo>
                    <a:pt x="3364" y="511"/>
                    <a:pt x="3274" y="205"/>
                    <a:pt x="3040" y="61"/>
                  </a:cubicBezTo>
                  <a:cubicBezTo>
                    <a:pt x="2959" y="20"/>
                    <a:pt x="2872" y="0"/>
                    <a:pt x="27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68"/>
            <p:cNvSpPr/>
            <p:nvPr/>
          </p:nvSpPr>
          <p:spPr>
            <a:xfrm>
              <a:off x="2866450" y="3682875"/>
              <a:ext cx="140875" cy="26125"/>
            </a:xfrm>
            <a:custGeom>
              <a:rect b="b" l="l" r="r" t="t"/>
              <a:pathLst>
                <a:path extrusionOk="0" h="1045" w="5635">
                  <a:moveTo>
                    <a:pt x="5131" y="1"/>
                  </a:moveTo>
                  <a:cubicBezTo>
                    <a:pt x="504" y="37"/>
                    <a:pt x="504" y="37"/>
                    <a:pt x="504" y="37"/>
                  </a:cubicBezTo>
                  <a:cubicBezTo>
                    <a:pt x="216" y="37"/>
                    <a:pt x="0" y="271"/>
                    <a:pt x="0" y="541"/>
                  </a:cubicBezTo>
                  <a:cubicBezTo>
                    <a:pt x="0" y="811"/>
                    <a:pt x="216" y="1045"/>
                    <a:pt x="504" y="1045"/>
                  </a:cubicBezTo>
                  <a:cubicBezTo>
                    <a:pt x="5131" y="1009"/>
                    <a:pt x="5131" y="1009"/>
                    <a:pt x="5131" y="1009"/>
                  </a:cubicBezTo>
                  <a:cubicBezTo>
                    <a:pt x="5419" y="1009"/>
                    <a:pt x="5635" y="775"/>
                    <a:pt x="5635" y="487"/>
                  </a:cubicBezTo>
                  <a:cubicBezTo>
                    <a:pt x="5635" y="217"/>
                    <a:pt x="5419" y="1"/>
                    <a:pt x="5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68"/>
            <p:cNvSpPr/>
            <p:nvPr/>
          </p:nvSpPr>
          <p:spPr>
            <a:xfrm>
              <a:off x="2737800" y="3910575"/>
              <a:ext cx="84050" cy="125175"/>
            </a:xfrm>
            <a:custGeom>
              <a:rect b="b" l="l" r="r" t="t"/>
              <a:pathLst>
                <a:path extrusionOk="0" h="5007" w="3362">
                  <a:moveTo>
                    <a:pt x="511" y="0"/>
                  </a:moveTo>
                  <a:cubicBezTo>
                    <a:pt x="421" y="0"/>
                    <a:pt x="330" y="24"/>
                    <a:pt x="250" y="74"/>
                  </a:cubicBezTo>
                  <a:cubicBezTo>
                    <a:pt x="16" y="200"/>
                    <a:pt x="-74" y="524"/>
                    <a:pt x="70" y="758"/>
                  </a:cubicBezTo>
                  <a:cubicBezTo>
                    <a:pt x="2428" y="4754"/>
                    <a:pt x="2428" y="4754"/>
                    <a:pt x="2428" y="4754"/>
                  </a:cubicBezTo>
                  <a:cubicBezTo>
                    <a:pt x="2518" y="4916"/>
                    <a:pt x="2680" y="5006"/>
                    <a:pt x="2860" y="5006"/>
                  </a:cubicBezTo>
                  <a:cubicBezTo>
                    <a:pt x="2950" y="5006"/>
                    <a:pt x="3022" y="4970"/>
                    <a:pt x="3112" y="4934"/>
                  </a:cubicBezTo>
                  <a:cubicBezTo>
                    <a:pt x="3346" y="4790"/>
                    <a:pt x="3436" y="4484"/>
                    <a:pt x="3292" y="4232"/>
                  </a:cubicBezTo>
                  <a:lnTo>
                    <a:pt x="934" y="254"/>
                  </a:lnTo>
                  <a:cubicBezTo>
                    <a:pt x="851" y="88"/>
                    <a:pt x="683" y="0"/>
                    <a:pt x="5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68"/>
            <p:cNvSpPr/>
            <p:nvPr/>
          </p:nvSpPr>
          <p:spPr>
            <a:xfrm>
              <a:off x="2420050" y="3912500"/>
              <a:ext cx="82250" cy="125950"/>
            </a:xfrm>
            <a:custGeom>
              <a:rect b="b" l="l" r="r" t="t"/>
              <a:pathLst>
                <a:path extrusionOk="0" h="5038" w="3290">
                  <a:moveTo>
                    <a:pt x="2786" y="0"/>
                  </a:moveTo>
                  <a:cubicBezTo>
                    <a:pt x="2609" y="0"/>
                    <a:pt x="2442" y="96"/>
                    <a:pt x="2356" y="267"/>
                  </a:cubicBezTo>
                  <a:cubicBezTo>
                    <a:pt x="70" y="4299"/>
                    <a:pt x="70" y="4299"/>
                    <a:pt x="70" y="4299"/>
                  </a:cubicBezTo>
                  <a:cubicBezTo>
                    <a:pt x="-74" y="4533"/>
                    <a:pt x="16" y="4839"/>
                    <a:pt x="250" y="4983"/>
                  </a:cubicBezTo>
                  <a:cubicBezTo>
                    <a:pt x="340" y="5019"/>
                    <a:pt x="412" y="5037"/>
                    <a:pt x="502" y="5037"/>
                  </a:cubicBezTo>
                  <a:cubicBezTo>
                    <a:pt x="682" y="5037"/>
                    <a:pt x="844" y="4947"/>
                    <a:pt x="934" y="4785"/>
                  </a:cubicBezTo>
                  <a:cubicBezTo>
                    <a:pt x="3220" y="753"/>
                    <a:pt x="3220" y="753"/>
                    <a:pt x="3220" y="753"/>
                  </a:cubicBezTo>
                  <a:cubicBezTo>
                    <a:pt x="3364" y="519"/>
                    <a:pt x="3274" y="213"/>
                    <a:pt x="3040" y="69"/>
                  </a:cubicBezTo>
                  <a:cubicBezTo>
                    <a:pt x="2959" y="22"/>
                    <a:pt x="2871" y="0"/>
                    <a:pt x="27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68"/>
            <p:cNvSpPr/>
            <p:nvPr/>
          </p:nvSpPr>
          <p:spPr>
            <a:xfrm>
              <a:off x="2406475" y="3486650"/>
              <a:ext cx="423550" cy="423525"/>
            </a:xfrm>
            <a:custGeom>
              <a:rect b="b" l="l" r="r" t="t"/>
              <a:pathLst>
                <a:path extrusionOk="0" h="16941" w="16942">
                  <a:moveTo>
                    <a:pt x="8462" y="1"/>
                  </a:moveTo>
                  <a:cubicBezTo>
                    <a:pt x="3799" y="1"/>
                    <a:pt x="1" y="3799"/>
                    <a:pt x="1" y="8462"/>
                  </a:cubicBezTo>
                  <a:cubicBezTo>
                    <a:pt x="1" y="13142"/>
                    <a:pt x="3799" y="16941"/>
                    <a:pt x="8462" y="16941"/>
                  </a:cubicBezTo>
                  <a:cubicBezTo>
                    <a:pt x="13143" y="16941"/>
                    <a:pt x="16941" y="13142"/>
                    <a:pt x="16941" y="8462"/>
                  </a:cubicBezTo>
                  <a:cubicBezTo>
                    <a:pt x="16941" y="7022"/>
                    <a:pt x="16581" y="5617"/>
                    <a:pt x="15879" y="4375"/>
                  </a:cubicBezTo>
                  <a:cubicBezTo>
                    <a:pt x="15794" y="4205"/>
                    <a:pt x="15626" y="4108"/>
                    <a:pt x="15449" y="4108"/>
                  </a:cubicBezTo>
                  <a:cubicBezTo>
                    <a:pt x="15364" y="4108"/>
                    <a:pt x="15276" y="4131"/>
                    <a:pt x="15195" y="4177"/>
                  </a:cubicBezTo>
                  <a:cubicBezTo>
                    <a:pt x="14961" y="4303"/>
                    <a:pt x="14871" y="4609"/>
                    <a:pt x="14997" y="4861"/>
                  </a:cubicBezTo>
                  <a:cubicBezTo>
                    <a:pt x="15609" y="5959"/>
                    <a:pt x="15933" y="7202"/>
                    <a:pt x="15933" y="8462"/>
                  </a:cubicBezTo>
                  <a:cubicBezTo>
                    <a:pt x="15933" y="12584"/>
                    <a:pt x="12585" y="15933"/>
                    <a:pt x="8462" y="15933"/>
                  </a:cubicBezTo>
                  <a:cubicBezTo>
                    <a:pt x="4357" y="15933"/>
                    <a:pt x="1009" y="12584"/>
                    <a:pt x="1009" y="8462"/>
                  </a:cubicBezTo>
                  <a:cubicBezTo>
                    <a:pt x="1009" y="4357"/>
                    <a:pt x="4357" y="1009"/>
                    <a:pt x="8462" y="1009"/>
                  </a:cubicBezTo>
                  <a:cubicBezTo>
                    <a:pt x="9704" y="1009"/>
                    <a:pt x="10874" y="1297"/>
                    <a:pt x="11936" y="1855"/>
                  </a:cubicBezTo>
                  <a:cubicBezTo>
                    <a:pt x="12014" y="1900"/>
                    <a:pt x="12098" y="1920"/>
                    <a:pt x="12179" y="1920"/>
                  </a:cubicBezTo>
                  <a:cubicBezTo>
                    <a:pt x="12361" y="1920"/>
                    <a:pt x="12534" y="1818"/>
                    <a:pt x="12621" y="1657"/>
                  </a:cubicBezTo>
                  <a:cubicBezTo>
                    <a:pt x="12765" y="1405"/>
                    <a:pt x="12657" y="1099"/>
                    <a:pt x="12422" y="973"/>
                  </a:cubicBezTo>
                  <a:cubicBezTo>
                    <a:pt x="11198" y="343"/>
                    <a:pt x="9848" y="1"/>
                    <a:pt x="84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68"/>
            <p:cNvSpPr/>
            <p:nvPr/>
          </p:nvSpPr>
          <p:spPr>
            <a:xfrm>
              <a:off x="2744025" y="3542450"/>
              <a:ext cx="28825" cy="28850"/>
            </a:xfrm>
            <a:custGeom>
              <a:rect b="b" l="l" r="r" t="t"/>
              <a:pathLst>
                <a:path extrusionOk="0" h="1154" w="1153">
                  <a:moveTo>
                    <a:pt x="577" y="1"/>
                  </a:moveTo>
                  <a:cubicBezTo>
                    <a:pt x="253" y="1"/>
                    <a:pt x="1" y="253"/>
                    <a:pt x="1" y="577"/>
                  </a:cubicBezTo>
                  <a:cubicBezTo>
                    <a:pt x="1" y="901"/>
                    <a:pt x="253" y="1153"/>
                    <a:pt x="577" y="1153"/>
                  </a:cubicBezTo>
                  <a:cubicBezTo>
                    <a:pt x="883" y="1153"/>
                    <a:pt x="1153" y="901"/>
                    <a:pt x="1153" y="577"/>
                  </a:cubicBezTo>
                  <a:cubicBezTo>
                    <a:pt x="1153" y="253"/>
                    <a:pt x="883"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8" name="Shape 2308"/>
        <p:cNvGrpSpPr/>
        <p:nvPr/>
      </p:nvGrpSpPr>
      <p:grpSpPr>
        <a:xfrm>
          <a:off x="0" y="0"/>
          <a:ext cx="0" cy="0"/>
          <a:chOff x="0" y="0"/>
          <a:chExt cx="0" cy="0"/>
        </a:xfrm>
      </p:grpSpPr>
      <p:sp>
        <p:nvSpPr>
          <p:cNvPr id="2309" name="Google Shape;2309;p69"/>
          <p:cNvSpPr txBox="1"/>
          <p:nvPr>
            <p:ph type="title"/>
          </p:nvPr>
        </p:nvSpPr>
        <p:spPr>
          <a:xfrm>
            <a:off x="540000" y="360000"/>
            <a:ext cx="57657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10 cross-personae use cases</a:t>
            </a:r>
            <a:endParaRPr/>
          </a:p>
        </p:txBody>
      </p:sp>
      <p:sp>
        <p:nvSpPr>
          <p:cNvPr id="2310" name="Google Shape;2310;p69"/>
          <p:cNvSpPr txBox="1"/>
          <p:nvPr>
            <p:ph idx="1" type="body"/>
          </p:nvPr>
        </p:nvSpPr>
        <p:spPr>
          <a:xfrm>
            <a:off x="606450" y="186752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1" name="Google Shape;2311;p69"/>
          <p:cNvSpPr txBox="1"/>
          <p:nvPr>
            <p:ph idx="2" type="subTitle"/>
          </p:nvPr>
        </p:nvSpPr>
        <p:spPr>
          <a:xfrm>
            <a:off x="540000" y="1023400"/>
            <a:ext cx="5061000" cy="267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Quick wins use cases</a:t>
            </a:r>
            <a:endParaRPr/>
          </a:p>
        </p:txBody>
      </p:sp>
      <p:sp>
        <p:nvSpPr>
          <p:cNvPr id="2312" name="Google Shape;2312;p69"/>
          <p:cNvSpPr txBox="1"/>
          <p:nvPr>
            <p:ph idx="3" type="title"/>
          </p:nvPr>
        </p:nvSpPr>
        <p:spPr>
          <a:xfrm>
            <a:off x="606455" y="158135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3" name="Google Shape;2313;p69"/>
          <p:cNvSpPr txBox="1"/>
          <p:nvPr>
            <p:ph idx="4" type="body"/>
          </p:nvPr>
        </p:nvSpPr>
        <p:spPr>
          <a:xfrm>
            <a:off x="7130550" y="186752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4" name="Google Shape;2314;p69"/>
          <p:cNvSpPr txBox="1"/>
          <p:nvPr>
            <p:ph idx="5" type="title"/>
          </p:nvPr>
        </p:nvSpPr>
        <p:spPr>
          <a:xfrm>
            <a:off x="7130555" y="158135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5" name="Google Shape;2315;p69"/>
          <p:cNvSpPr txBox="1"/>
          <p:nvPr>
            <p:ph idx="6" type="body"/>
          </p:nvPr>
        </p:nvSpPr>
        <p:spPr>
          <a:xfrm>
            <a:off x="3868500" y="186752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6" name="Google Shape;2316;p69"/>
          <p:cNvSpPr txBox="1"/>
          <p:nvPr>
            <p:ph idx="7" type="title"/>
          </p:nvPr>
        </p:nvSpPr>
        <p:spPr>
          <a:xfrm>
            <a:off x="3868505" y="158135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7" name="Google Shape;2317;p69"/>
          <p:cNvSpPr txBox="1"/>
          <p:nvPr>
            <p:ph idx="8" type="body"/>
          </p:nvPr>
        </p:nvSpPr>
        <p:spPr>
          <a:xfrm>
            <a:off x="5499525" y="186752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8" name="Google Shape;2318;p69"/>
          <p:cNvSpPr txBox="1"/>
          <p:nvPr>
            <p:ph idx="9" type="title"/>
          </p:nvPr>
        </p:nvSpPr>
        <p:spPr>
          <a:xfrm>
            <a:off x="5499530" y="158135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19" name="Google Shape;2319;p69"/>
          <p:cNvSpPr txBox="1"/>
          <p:nvPr>
            <p:ph idx="13" type="body"/>
          </p:nvPr>
        </p:nvSpPr>
        <p:spPr>
          <a:xfrm>
            <a:off x="2237475" y="1868538"/>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0" name="Google Shape;2320;p69"/>
          <p:cNvSpPr txBox="1"/>
          <p:nvPr>
            <p:ph idx="14" type="title"/>
          </p:nvPr>
        </p:nvSpPr>
        <p:spPr>
          <a:xfrm>
            <a:off x="2237480" y="1582363"/>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1" name="Google Shape;2321;p69"/>
          <p:cNvSpPr txBox="1"/>
          <p:nvPr>
            <p:ph idx="15" type="body"/>
          </p:nvPr>
        </p:nvSpPr>
        <p:spPr>
          <a:xfrm>
            <a:off x="606450" y="374757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2" name="Google Shape;2322;p69"/>
          <p:cNvSpPr txBox="1"/>
          <p:nvPr>
            <p:ph idx="16" type="subTitle"/>
          </p:nvPr>
        </p:nvSpPr>
        <p:spPr>
          <a:xfrm>
            <a:off x="540000" y="2903450"/>
            <a:ext cx="5061000" cy="267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Game changer use cases</a:t>
            </a:r>
            <a:endParaRPr/>
          </a:p>
        </p:txBody>
      </p:sp>
      <p:sp>
        <p:nvSpPr>
          <p:cNvPr id="2323" name="Google Shape;2323;p69"/>
          <p:cNvSpPr txBox="1"/>
          <p:nvPr>
            <p:ph idx="17" type="title"/>
          </p:nvPr>
        </p:nvSpPr>
        <p:spPr>
          <a:xfrm>
            <a:off x="606455" y="346140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4" name="Google Shape;2324;p69"/>
          <p:cNvSpPr txBox="1"/>
          <p:nvPr>
            <p:ph idx="18" type="body"/>
          </p:nvPr>
        </p:nvSpPr>
        <p:spPr>
          <a:xfrm>
            <a:off x="7130550" y="374757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5" name="Google Shape;2325;p69"/>
          <p:cNvSpPr txBox="1"/>
          <p:nvPr>
            <p:ph idx="19" type="title"/>
          </p:nvPr>
        </p:nvSpPr>
        <p:spPr>
          <a:xfrm>
            <a:off x="7130555" y="346140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6" name="Google Shape;2326;p69"/>
          <p:cNvSpPr txBox="1"/>
          <p:nvPr>
            <p:ph idx="20" type="body"/>
          </p:nvPr>
        </p:nvSpPr>
        <p:spPr>
          <a:xfrm>
            <a:off x="3868500" y="374757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7" name="Google Shape;2327;p69"/>
          <p:cNvSpPr txBox="1"/>
          <p:nvPr>
            <p:ph idx="21" type="title"/>
          </p:nvPr>
        </p:nvSpPr>
        <p:spPr>
          <a:xfrm>
            <a:off x="3868505" y="346140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8" name="Google Shape;2328;p69"/>
          <p:cNvSpPr txBox="1"/>
          <p:nvPr>
            <p:ph idx="22" type="body"/>
          </p:nvPr>
        </p:nvSpPr>
        <p:spPr>
          <a:xfrm>
            <a:off x="5499525" y="3747576"/>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29" name="Google Shape;2329;p69"/>
          <p:cNvSpPr txBox="1"/>
          <p:nvPr>
            <p:ph idx="23" type="title"/>
          </p:nvPr>
        </p:nvSpPr>
        <p:spPr>
          <a:xfrm>
            <a:off x="5499530" y="3461400"/>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30" name="Google Shape;2330;p69"/>
          <p:cNvSpPr txBox="1"/>
          <p:nvPr>
            <p:ph idx="24" type="body"/>
          </p:nvPr>
        </p:nvSpPr>
        <p:spPr>
          <a:xfrm>
            <a:off x="2237475" y="3748588"/>
            <a:ext cx="1407000" cy="783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31" name="Google Shape;2331;p69"/>
          <p:cNvSpPr txBox="1"/>
          <p:nvPr>
            <p:ph idx="25" type="title"/>
          </p:nvPr>
        </p:nvSpPr>
        <p:spPr>
          <a:xfrm>
            <a:off x="2237480" y="3462413"/>
            <a:ext cx="1407000" cy="16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2332" name="Google Shape;2332;p69"/>
          <p:cNvSpPr/>
          <p:nvPr/>
        </p:nvSpPr>
        <p:spPr>
          <a:xfrm>
            <a:off x="7119915" y="292377"/>
            <a:ext cx="1400700" cy="809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69"/>
          <p:cNvSpPr txBox="1"/>
          <p:nvPr/>
        </p:nvSpPr>
        <p:spPr>
          <a:xfrm>
            <a:off x="7119725" y="1142500"/>
            <a:ext cx="1399200" cy="195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500">
                <a:solidFill>
                  <a:schemeClr val="dk1"/>
                </a:solidFill>
                <a:latin typeface="Montserrat"/>
                <a:ea typeface="Montserrat"/>
                <a:cs typeface="Montserrat"/>
                <a:sym typeface="Montserrat"/>
              </a:rPr>
              <a:t>Implementation complexity</a:t>
            </a:r>
            <a:endParaRPr sz="500">
              <a:solidFill>
                <a:schemeClr val="dk1"/>
              </a:solidFill>
              <a:latin typeface="Montserrat"/>
              <a:ea typeface="Montserrat"/>
              <a:cs typeface="Montserrat"/>
              <a:sym typeface="Montserrat"/>
            </a:endParaRPr>
          </a:p>
        </p:txBody>
      </p:sp>
      <p:sp>
        <p:nvSpPr>
          <p:cNvPr id="2334" name="Google Shape;2334;p69"/>
          <p:cNvSpPr txBox="1"/>
          <p:nvPr/>
        </p:nvSpPr>
        <p:spPr>
          <a:xfrm>
            <a:off x="6780025" y="294250"/>
            <a:ext cx="282600" cy="8097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GB" sz="500">
                <a:solidFill>
                  <a:schemeClr val="dk1"/>
                </a:solidFill>
                <a:latin typeface="Montserrat"/>
                <a:ea typeface="Montserrat"/>
                <a:cs typeface="Montserrat"/>
                <a:sym typeface="Montserrat"/>
              </a:rPr>
              <a:t>Added value</a:t>
            </a:r>
            <a:endParaRPr sz="500">
              <a:solidFill>
                <a:schemeClr val="dk1"/>
              </a:solidFill>
              <a:latin typeface="Montserrat"/>
              <a:ea typeface="Montserrat"/>
              <a:cs typeface="Montserrat"/>
              <a:sym typeface="Montserrat"/>
            </a:endParaRPr>
          </a:p>
        </p:txBody>
      </p:sp>
      <p:cxnSp>
        <p:nvCxnSpPr>
          <p:cNvPr id="2335" name="Google Shape;2335;p69"/>
          <p:cNvCxnSpPr/>
          <p:nvPr/>
        </p:nvCxnSpPr>
        <p:spPr>
          <a:xfrm rot="10800000">
            <a:off x="7121516" y="559883"/>
            <a:ext cx="1399200" cy="0"/>
          </a:xfrm>
          <a:prstGeom prst="straightConnector1">
            <a:avLst/>
          </a:prstGeom>
          <a:noFill/>
          <a:ln cap="flat" cmpd="sng" w="9525">
            <a:solidFill>
              <a:schemeClr val="lt1"/>
            </a:solidFill>
            <a:prstDash val="lgDash"/>
            <a:round/>
            <a:headEnd len="med" w="med" type="none"/>
            <a:tailEnd len="med" w="med" type="none"/>
          </a:ln>
        </p:spPr>
      </p:cxnSp>
      <p:cxnSp>
        <p:nvCxnSpPr>
          <p:cNvPr id="2336" name="Google Shape;2336;p69"/>
          <p:cNvCxnSpPr/>
          <p:nvPr/>
        </p:nvCxnSpPr>
        <p:spPr>
          <a:xfrm rot="10800000">
            <a:off x="7119735" y="819170"/>
            <a:ext cx="1399200" cy="0"/>
          </a:xfrm>
          <a:prstGeom prst="straightConnector1">
            <a:avLst/>
          </a:prstGeom>
          <a:noFill/>
          <a:ln cap="flat" cmpd="sng" w="9525">
            <a:solidFill>
              <a:schemeClr val="lt1"/>
            </a:solidFill>
            <a:prstDash val="lgDash"/>
            <a:round/>
            <a:headEnd len="med" w="med" type="none"/>
            <a:tailEnd len="med" w="med" type="none"/>
          </a:ln>
        </p:spPr>
      </p:cxnSp>
      <p:cxnSp>
        <p:nvCxnSpPr>
          <p:cNvPr id="2337" name="Google Shape;2337;p69"/>
          <p:cNvCxnSpPr/>
          <p:nvPr/>
        </p:nvCxnSpPr>
        <p:spPr>
          <a:xfrm rot="10800000">
            <a:off x="7834375" y="285933"/>
            <a:ext cx="0" cy="817800"/>
          </a:xfrm>
          <a:prstGeom prst="straightConnector1">
            <a:avLst/>
          </a:prstGeom>
          <a:noFill/>
          <a:ln cap="flat" cmpd="sng" w="9525">
            <a:solidFill>
              <a:schemeClr val="lt1"/>
            </a:solidFill>
            <a:prstDash val="lgDash"/>
            <a:round/>
            <a:headEnd len="med" w="med" type="none"/>
            <a:tailEnd len="med" w="med" type="none"/>
          </a:ln>
        </p:spPr>
      </p:cxnSp>
      <p:cxnSp>
        <p:nvCxnSpPr>
          <p:cNvPr id="2338" name="Google Shape;2338;p69"/>
          <p:cNvCxnSpPr/>
          <p:nvPr/>
        </p:nvCxnSpPr>
        <p:spPr>
          <a:xfrm rot="10800000">
            <a:off x="7477680" y="289622"/>
            <a:ext cx="0" cy="817800"/>
          </a:xfrm>
          <a:prstGeom prst="straightConnector1">
            <a:avLst/>
          </a:prstGeom>
          <a:noFill/>
          <a:ln cap="flat" cmpd="sng" w="9525">
            <a:solidFill>
              <a:schemeClr val="lt1"/>
            </a:solidFill>
            <a:prstDash val="lgDash"/>
            <a:round/>
            <a:headEnd len="med" w="med" type="none"/>
            <a:tailEnd len="med" w="med" type="none"/>
          </a:ln>
        </p:spPr>
      </p:cxnSp>
      <p:cxnSp>
        <p:nvCxnSpPr>
          <p:cNvPr id="2339" name="Google Shape;2339;p69"/>
          <p:cNvCxnSpPr/>
          <p:nvPr/>
        </p:nvCxnSpPr>
        <p:spPr>
          <a:xfrm rot="10800000">
            <a:off x="8198773" y="289622"/>
            <a:ext cx="0" cy="817800"/>
          </a:xfrm>
          <a:prstGeom prst="straightConnector1">
            <a:avLst/>
          </a:prstGeom>
          <a:noFill/>
          <a:ln cap="flat" cmpd="sng" w="9525">
            <a:solidFill>
              <a:schemeClr val="lt1"/>
            </a:solidFill>
            <a:prstDash val="lgDash"/>
            <a:round/>
            <a:headEnd len="med" w="med" type="none"/>
            <a:tailEnd len="med" w="med" type="none"/>
          </a:ln>
        </p:spPr>
      </p:cxnSp>
      <p:sp>
        <p:nvSpPr>
          <p:cNvPr id="2340" name="Google Shape;2340;p69"/>
          <p:cNvSpPr/>
          <p:nvPr/>
        </p:nvSpPr>
        <p:spPr>
          <a:xfrm>
            <a:off x="7679984" y="505084"/>
            <a:ext cx="112800" cy="112800"/>
          </a:xfrm>
          <a:prstGeom prst="ellipse">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dk1"/>
                </a:solidFill>
                <a:latin typeface="Montserrat"/>
                <a:ea typeface="Montserrat"/>
                <a:cs typeface="Montserrat"/>
                <a:sym typeface="Montserrat"/>
              </a:rPr>
              <a:t>1</a:t>
            </a:r>
            <a:endParaRPr b="1" sz="500">
              <a:solidFill>
                <a:schemeClr val="dk1"/>
              </a:solidFill>
              <a:latin typeface="Montserrat"/>
              <a:ea typeface="Montserrat"/>
              <a:cs typeface="Montserrat"/>
              <a:sym typeface="Montserrat"/>
            </a:endParaRPr>
          </a:p>
        </p:txBody>
      </p:sp>
      <p:sp>
        <p:nvSpPr>
          <p:cNvPr id="2341" name="Google Shape;2341;p69"/>
          <p:cNvSpPr/>
          <p:nvPr/>
        </p:nvSpPr>
        <p:spPr>
          <a:xfrm>
            <a:off x="7373519" y="775947"/>
            <a:ext cx="112800" cy="112800"/>
          </a:xfrm>
          <a:prstGeom prst="ellipse">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dk1"/>
                </a:solidFill>
                <a:latin typeface="Montserrat"/>
                <a:ea typeface="Montserrat"/>
                <a:cs typeface="Montserrat"/>
                <a:sym typeface="Montserrat"/>
              </a:rPr>
              <a:t>2</a:t>
            </a:r>
            <a:endParaRPr b="1" sz="500">
              <a:solidFill>
                <a:schemeClr val="dk1"/>
              </a:solidFill>
              <a:latin typeface="Montserrat"/>
              <a:ea typeface="Montserrat"/>
              <a:cs typeface="Montserrat"/>
              <a:sym typeface="Montserrat"/>
            </a:endParaRPr>
          </a:p>
        </p:txBody>
      </p:sp>
      <p:sp>
        <p:nvSpPr>
          <p:cNvPr id="2342" name="Google Shape;2342;p69"/>
          <p:cNvSpPr/>
          <p:nvPr/>
        </p:nvSpPr>
        <p:spPr>
          <a:xfrm>
            <a:off x="7802859" y="505084"/>
            <a:ext cx="112800" cy="112800"/>
          </a:xfrm>
          <a:prstGeom prst="ellipse">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dk1"/>
                </a:solidFill>
                <a:latin typeface="Montserrat"/>
                <a:ea typeface="Montserrat"/>
                <a:cs typeface="Montserrat"/>
                <a:sym typeface="Montserrat"/>
              </a:rPr>
              <a:t>4</a:t>
            </a:r>
            <a:endParaRPr b="1" sz="500">
              <a:solidFill>
                <a:schemeClr val="dk1"/>
              </a:solidFill>
              <a:latin typeface="Montserrat"/>
              <a:ea typeface="Montserrat"/>
              <a:cs typeface="Montserrat"/>
              <a:sym typeface="Montserrat"/>
            </a:endParaRPr>
          </a:p>
        </p:txBody>
      </p:sp>
      <p:sp>
        <p:nvSpPr>
          <p:cNvPr id="2343" name="Google Shape;2343;p69"/>
          <p:cNvSpPr/>
          <p:nvPr/>
        </p:nvSpPr>
        <p:spPr>
          <a:xfrm>
            <a:off x="7301677" y="906482"/>
            <a:ext cx="112800" cy="112800"/>
          </a:xfrm>
          <a:prstGeom prst="ellipse">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dk1"/>
                </a:solidFill>
                <a:latin typeface="Montserrat"/>
                <a:ea typeface="Montserrat"/>
                <a:cs typeface="Montserrat"/>
                <a:sym typeface="Montserrat"/>
              </a:rPr>
              <a:t>3</a:t>
            </a:r>
            <a:endParaRPr b="1" sz="500">
              <a:solidFill>
                <a:schemeClr val="dk1"/>
              </a:solidFill>
              <a:latin typeface="Montserrat"/>
              <a:ea typeface="Montserrat"/>
              <a:cs typeface="Montserrat"/>
              <a:sym typeface="Montserrat"/>
            </a:endParaRPr>
          </a:p>
        </p:txBody>
      </p:sp>
      <p:sp>
        <p:nvSpPr>
          <p:cNvPr id="2344" name="Google Shape;2344;p69"/>
          <p:cNvSpPr/>
          <p:nvPr/>
        </p:nvSpPr>
        <p:spPr>
          <a:xfrm>
            <a:off x="7472788" y="663053"/>
            <a:ext cx="112800" cy="112800"/>
          </a:xfrm>
          <a:prstGeom prst="ellipse">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dk1"/>
                </a:solidFill>
                <a:latin typeface="Montserrat"/>
                <a:ea typeface="Montserrat"/>
                <a:cs typeface="Montserrat"/>
                <a:sym typeface="Montserrat"/>
              </a:rPr>
              <a:t>5</a:t>
            </a:r>
            <a:endParaRPr b="1" sz="500">
              <a:solidFill>
                <a:schemeClr val="dk1"/>
              </a:solidFill>
              <a:latin typeface="Montserrat"/>
              <a:ea typeface="Montserrat"/>
              <a:cs typeface="Montserrat"/>
              <a:sym typeface="Montserrat"/>
            </a:endParaRPr>
          </a:p>
        </p:txBody>
      </p:sp>
      <p:sp>
        <p:nvSpPr>
          <p:cNvPr id="2345" name="Google Shape;2345;p69"/>
          <p:cNvSpPr/>
          <p:nvPr/>
        </p:nvSpPr>
        <p:spPr>
          <a:xfrm>
            <a:off x="8219403" y="397291"/>
            <a:ext cx="112800" cy="112800"/>
          </a:xfrm>
          <a:prstGeom prst="ellipse">
            <a:avLst/>
          </a:prstGeom>
          <a:solidFill>
            <a:schemeClr val="lt1"/>
          </a:solidFill>
          <a:ln cap="flat" cmpd="sng" w="9525">
            <a:solidFill>
              <a:schemeClr val="lt2"/>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accent1"/>
                </a:solidFill>
                <a:latin typeface="Montserrat"/>
                <a:ea typeface="Montserrat"/>
                <a:cs typeface="Montserrat"/>
                <a:sym typeface="Montserrat"/>
              </a:rPr>
              <a:t>6</a:t>
            </a:r>
            <a:endParaRPr b="1" sz="500">
              <a:solidFill>
                <a:schemeClr val="accent1"/>
              </a:solidFill>
              <a:latin typeface="Montserrat"/>
              <a:ea typeface="Montserrat"/>
              <a:cs typeface="Montserrat"/>
              <a:sym typeface="Montserrat"/>
            </a:endParaRPr>
          </a:p>
        </p:txBody>
      </p:sp>
      <p:sp>
        <p:nvSpPr>
          <p:cNvPr id="2346" name="Google Shape;2346;p69"/>
          <p:cNvSpPr/>
          <p:nvPr/>
        </p:nvSpPr>
        <p:spPr>
          <a:xfrm>
            <a:off x="8352920" y="453424"/>
            <a:ext cx="112800" cy="112800"/>
          </a:xfrm>
          <a:prstGeom prst="ellipse">
            <a:avLst/>
          </a:prstGeom>
          <a:solidFill>
            <a:schemeClr val="lt1"/>
          </a:solidFill>
          <a:ln cap="flat" cmpd="sng" w="9525">
            <a:solidFill>
              <a:schemeClr val="lt2"/>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accent1"/>
                </a:solidFill>
                <a:latin typeface="Montserrat"/>
                <a:ea typeface="Montserrat"/>
                <a:cs typeface="Montserrat"/>
                <a:sym typeface="Montserrat"/>
              </a:rPr>
              <a:t>7</a:t>
            </a:r>
            <a:endParaRPr b="1" sz="500">
              <a:solidFill>
                <a:schemeClr val="accent1"/>
              </a:solidFill>
              <a:latin typeface="Montserrat"/>
              <a:ea typeface="Montserrat"/>
              <a:cs typeface="Montserrat"/>
              <a:sym typeface="Montserrat"/>
            </a:endParaRPr>
          </a:p>
        </p:txBody>
      </p:sp>
      <p:sp>
        <p:nvSpPr>
          <p:cNvPr id="2347" name="Google Shape;2347;p69"/>
          <p:cNvSpPr/>
          <p:nvPr/>
        </p:nvSpPr>
        <p:spPr>
          <a:xfrm>
            <a:off x="7976361" y="586139"/>
            <a:ext cx="112800" cy="112800"/>
          </a:xfrm>
          <a:prstGeom prst="ellipse">
            <a:avLst/>
          </a:prstGeom>
          <a:solidFill>
            <a:schemeClr val="lt1"/>
          </a:solidFill>
          <a:ln cap="flat" cmpd="sng" w="9525">
            <a:solidFill>
              <a:schemeClr val="lt2"/>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accent1"/>
                </a:solidFill>
                <a:latin typeface="Montserrat"/>
                <a:ea typeface="Montserrat"/>
                <a:cs typeface="Montserrat"/>
                <a:sym typeface="Montserrat"/>
              </a:rPr>
              <a:t>9</a:t>
            </a:r>
            <a:endParaRPr b="1" sz="500">
              <a:solidFill>
                <a:schemeClr val="accent1"/>
              </a:solidFill>
              <a:latin typeface="Montserrat"/>
              <a:ea typeface="Montserrat"/>
              <a:cs typeface="Montserrat"/>
              <a:sym typeface="Montserrat"/>
            </a:endParaRPr>
          </a:p>
        </p:txBody>
      </p:sp>
      <p:sp>
        <p:nvSpPr>
          <p:cNvPr id="2348" name="Google Shape;2348;p69"/>
          <p:cNvSpPr/>
          <p:nvPr/>
        </p:nvSpPr>
        <p:spPr>
          <a:xfrm>
            <a:off x="8351544" y="320710"/>
            <a:ext cx="112800" cy="112800"/>
          </a:xfrm>
          <a:prstGeom prst="ellipse">
            <a:avLst/>
          </a:prstGeom>
          <a:solidFill>
            <a:schemeClr val="lt1"/>
          </a:solidFill>
          <a:ln cap="flat" cmpd="sng" w="9525">
            <a:solidFill>
              <a:schemeClr val="lt2"/>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accent1"/>
                </a:solidFill>
                <a:latin typeface="Montserrat"/>
                <a:ea typeface="Montserrat"/>
                <a:cs typeface="Montserrat"/>
                <a:sym typeface="Montserrat"/>
              </a:rPr>
              <a:t>8</a:t>
            </a:r>
            <a:endParaRPr b="1" sz="500">
              <a:solidFill>
                <a:schemeClr val="accent1"/>
              </a:solidFill>
              <a:latin typeface="Montserrat"/>
              <a:ea typeface="Montserrat"/>
              <a:cs typeface="Montserrat"/>
              <a:sym typeface="Montserrat"/>
            </a:endParaRPr>
          </a:p>
        </p:txBody>
      </p:sp>
      <p:sp>
        <p:nvSpPr>
          <p:cNvPr id="2349" name="Google Shape;2349;p69"/>
          <p:cNvSpPr/>
          <p:nvPr/>
        </p:nvSpPr>
        <p:spPr>
          <a:xfrm>
            <a:off x="8149855" y="505075"/>
            <a:ext cx="112800" cy="112800"/>
          </a:xfrm>
          <a:prstGeom prst="ellipse">
            <a:avLst/>
          </a:prstGeom>
          <a:solidFill>
            <a:schemeClr val="lt1"/>
          </a:solidFill>
          <a:ln cap="flat" cmpd="sng" w="9525">
            <a:solidFill>
              <a:schemeClr val="lt2"/>
            </a:solidFill>
            <a:prstDash val="solid"/>
            <a:round/>
            <a:headEnd len="sm" w="sm" type="none"/>
            <a:tailEnd len="sm" w="sm" type="none"/>
          </a:ln>
          <a:effectLst>
            <a:outerShdw blurRad="57150" rotWithShape="0" algn="bl" dir="5400000" dist="19050">
              <a:srgbClr val="CCCCCC">
                <a:alpha val="50000"/>
              </a:srgbClr>
            </a:outerShdw>
          </a:effectLst>
        </p:spPr>
        <p:txBody>
          <a:bodyPr anchorCtr="0" anchor="ctr" bIns="91425" lIns="0" spcFirstLastPara="1" rIns="0" wrap="square" tIns="91425">
            <a:noAutofit/>
          </a:bodyPr>
          <a:lstStyle/>
          <a:p>
            <a:pPr indent="0" lvl="0" marL="0" rtl="0" algn="ctr">
              <a:spcBef>
                <a:spcPts val="0"/>
              </a:spcBef>
              <a:spcAft>
                <a:spcPts val="0"/>
              </a:spcAft>
              <a:buNone/>
            </a:pPr>
            <a:r>
              <a:rPr b="1" lang="en-GB" sz="500">
                <a:solidFill>
                  <a:schemeClr val="accent1"/>
                </a:solidFill>
                <a:latin typeface="Montserrat"/>
                <a:ea typeface="Montserrat"/>
                <a:cs typeface="Montserrat"/>
                <a:sym typeface="Montserrat"/>
              </a:rPr>
              <a:t>10</a:t>
            </a:r>
            <a:endParaRPr b="1" sz="500">
              <a:solidFill>
                <a:schemeClr val="accent1"/>
              </a:solidFill>
              <a:latin typeface="Montserrat"/>
              <a:ea typeface="Montserrat"/>
              <a:cs typeface="Montserrat"/>
              <a:sym typeface="Montserrat"/>
            </a:endParaRPr>
          </a:p>
        </p:txBody>
      </p:sp>
      <p:sp>
        <p:nvSpPr>
          <p:cNvPr id="2350" name="Google Shape;2350;p69"/>
          <p:cNvSpPr/>
          <p:nvPr/>
        </p:nvSpPr>
        <p:spPr>
          <a:xfrm rot="-3584476">
            <a:off x="7958518" y="320624"/>
            <a:ext cx="582781" cy="431348"/>
          </a:xfrm>
          <a:custGeom>
            <a:rect b="b" l="l" r="r" t="t"/>
            <a:pathLst>
              <a:path extrusionOk="0" h="47727" w="43107">
                <a:moveTo>
                  <a:pt x="40149" y="44406"/>
                </a:moveTo>
                <a:cubicBezTo>
                  <a:pt x="42537" y="43451"/>
                  <a:pt x="42497" y="39719"/>
                  <a:pt x="42816" y="37167"/>
                </a:cubicBezTo>
                <a:cubicBezTo>
                  <a:pt x="43868" y="28754"/>
                  <a:pt x="41160" y="19164"/>
                  <a:pt x="35577" y="12783"/>
                </a:cubicBezTo>
                <a:cubicBezTo>
                  <a:pt x="28063" y="4196"/>
                  <a:pt x="11398" y="-4637"/>
                  <a:pt x="2811" y="2877"/>
                </a:cubicBezTo>
                <a:cubicBezTo>
                  <a:pt x="-11257" y="15186"/>
                  <a:pt x="32551" y="60744"/>
                  <a:pt x="40911" y="44025"/>
                </a:cubicBezTo>
              </a:path>
            </a:pathLst>
          </a:custGeom>
          <a:noFill/>
          <a:ln cap="flat" cmpd="sng" w="9525">
            <a:solidFill>
              <a:schemeClr val="dk1"/>
            </a:solidFill>
            <a:prstDash val="dot"/>
            <a:round/>
            <a:headEnd len="med" w="med" type="none"/>
            <a:tailEnd len="med" w="med" type="none"/>
          </a:ln>
        </p:spPr>
      </p:sp>
      <p:sp>
        <p:nvSpPr>
          <p:cNvPr id="2351" name="Google Shape;2351;p69"/>
          <p:cNvSpPr/>
          <p:nvPr/>
        </p:nvSpPr>
        <p:spPr>
          <a:xfrm>
            <a:off x="7268139" y="462567"/>
            <a:ext cx="676083" cy="590551"/>
          </a:xfrm>
          <a:custGeom>
            <a:rect b="b" l="l" r="r" t="t"/>
            <a:pathLst>
              <a:path extrusionOk="0" h="33459" w="38305">
                <a:moveTo>
                  <a:pt x="36779" y="1009"/>
                </a:moveTo>
                <a:cubicBezTo>
                  <a:pt x="22453" y="-5125"/>
                  <a:pt x="-7287" y="19095"/>
                  <a:pt x="1652" y="31861"/>
                </a:cubicBezTo>
                <a:cubicBezTo>
                  <a:pt x="6516" y="38807"/>
                  <a:pt x="14601" y="20906"/>
                  <a:pt x="20981" y="15320"/>
                </a:cubicBezTo>
                <a:cubicBezTo>
                  <a:pt x="24755" y="12016"/>
                  <a:pt x="30806" y="12917"/>
                  <a:pt x="35292" y="10674"/>
                </a:cubicBezTo>
                <a:cubicBezTo>
                  <a:pt x="38317" y="9161"/>
                  <a:pt x="39483" y="2668"/>
                  <a:pt x="36779" y="637"/>
                </a:cubicBezTo>
              </a:path>
            </a:pathLst>
          </a:custGeom>
          <a:noFill/>
          <a:ln cap="flat" cmpd="sng" w="9525">
            <a:solidFill>
              <a:schemeClr val="dk1"/>
            </a:solidFill>
            <a:prstDash val="dot"/>
            <a:round/>
            <a:headEnd len="med" w="med" type="none"/>
            <a:tailEnd len="med" w="med" type="none"/>
          </a:ln>
        </p:spPr>
      </p:sp>
      <p:cxnSp>
        <p:nvCxnSpPr>
          <p:cNvPr id="2352" name="Google Shape;2352;p69"/>
          <p:cNvCxnSpPr/>
          <p:nvPr/>
        </p:nvCxnSpPr>
        <p:spPr>
          <a:xfrm>
            <a:off x="7119925" y="208125"/>
            <a:ext cx="0" cy="894000"/>
          </a:xfrm>
          <a:prstGeom prst="straightConnector1">
            <a:avLst/>
          </a:prstGeom>
          <a:noFill/>
          <a:ln cap="flat" cmpd="sng" w="9525">
            <a:solidFill>
              <a:schemeClr val="dk1"/>
            </a:solidFill>
            <a:prstDash val="solid"/>
            <a:round/>
            <a:headEnd len="med" w="med" type="triangle"/>
            <a:tailEnd len="med" w="med" type="none"/>
          </a:ln>
        </p:spPr>
      </p:cxnSp>
      <p:cxnSp>
        <p:nvCxnSpPr>
          <p:cNvPr id="2353" name="Google Shape;2353;p69"/>
          <p:cNvCxnSpPr/>
          <p:nvPr/>
        </p:nvCxnSpPr>
        <p:spPr>
          <a:xfrm rot="10800000">
            <a:off x="7119850" y="1101900"/>
            <a:ext cx="1484100" cy="0"/>
          </a:xfrm>
          <a:prstGeom prst="straightConnector1">
            <a:avLst/>
          </a:prstGeom>
          <a:noFill/>
          <a:ln cap="flat" cmpd="sng" w="9525">
            <a:solidFill>
              <a:schemeClr val="dk1"/>
            </a:solidFill>
            <a:prstDash val="solid"/>
            <a:round/>
            <a:headEnd len="med" w="med" type="triangl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7" name="Shape 2357"/>
        <p:cNvGrpSpPr/>
        <p:nvPr/>
      </p:nvGrpSpPr>
      <p:grpSpPr>
        <a:xfrm>
          <a:off x="0" y="0"/>
          <a:ext cx="0" cy="0"/>
          <a:chOff x="0" y="0"/>
          <a:chExt cx="0" cy="0"/>
        </a:xfrm>
      </p:grpSpPr>
      <p:sp>
        <p:nvSpPr>
          <p:cNvPr id="2358" name="Google Shape;2358;p70"/>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10 cross-personae use cases</a:t>
            </a:r>
            <a:endParaRPr/>
          </a:p>
        </p:txBody>
      </p:sp>
      <p:sp>
        <p:nvSpPr>
          <p:cNvPr id="2359" name="Google Shape;2359;p70"/>
          <p:cNvSpPr/>
          <p:nvPr/>
        </p:nvSpPr>
        <p:spPr>
          <a:xfrm>
            <a:off x="2287518" y="1708969"/>
            <a:ext cx="4499400" cy="26001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60" name="Google Shape;2360;p70"/>
          <p:cNvCxnSpPr/>
          <p:nvPr/>
        </p:nvCxnSpPr>
        <p:spPr>
          <a:xfrm>
            <a:off x="2287575" y="1625600"/>
            <a:ext cx="0" cy="2684100"/>
          </a:xfrm>
          <a:prstGeom prst="straightConnector1">
            <a:avLst/>
          </a:prstGeom>
          <a:noFill/>
          <a:ln cap="flat" cmpd="sng" w="9525">
            <a:solidFill>
              <a:schemeClr val="dk1"/>
            </a:solidFill>
            <a:prstDash val="solid"/>
            <a:round/>
            <a:headEnd len="med" w="med" type="triangle"/>
            <a:tailEnd len="med" w="med" type="none"/>
          </a:ln>
        </p:spPr>
      </p:cxnSp>
      <p:sp>
        <p:nvSpPr>
          <p:cNvPr id="2361" name="Google Shape;2361;p70"/>
          <p:cNvSpPr txBox="1"/>
          <p:nvPr/>
        </p:nvSpPr>
        <p:spPr>
          <a:xfrm>
            <a:off x="1827822" y="1354625"/>
            <a:ext cx="919500" cy="42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GB" sz="700">
                <a:solidFill>
                  <a:schemeClr val="lt2"/>
                </a:solidFill>
                <a:latin typeface="Montserrat"/>
                <a:ea typeface="Montserrat"/>
                <a:cs typeface="Montserrat"/>
                <a:sym typeface="Montserrat"/>
              </a:rPr>
              <a:t>Complexité d’implémentation </a:t>
            </a:r>
            <a:endParaRPr b="1" sz="700">
              <a:solidFill>
                <a:schemeClr val="lt2"/>
              </a:solidFill>
              <a:latin typeface="Montserrat"/>
              <a:ea typeface="Montserrat"/>
              <a:cs typeface="Montserrat"/>
              <a:sym typeface="Montserrat"/>
            </a:endParaRPr>
          </a:p>
        </p:txBody>
      </p:sp>
      <p:sp>
        <p:nvSpPr>
          <p:cNvPr id="2362" name="Google Shape;2362;p70"/>
          <p:cNvSpPr txBox="1"/>
          <p:nvPr/>
        </p:nvSpPr>
        <p:spPr>
          <a:xfrm>
            <a:off x="6957050" y="4207575"/>
            <a:ext cx="886200" cy="20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700">
                <a:solidFill>
                  <a:schemeClr val="lt2"/>
                </a:solidFill>
                <a:latin typeface="Montserrat"/>
                <a:ea typeface="Montserrat"/>
                <a:cs typeface="Montserrat"/>
                <a:sym typeface="Montserrat"/>
              </a:rPr>
              <a:t>Gain de productivité</a:t>
            </a:r>
            <a:endParaRPr b="1" sz="700">
              <a:solidFill>
                <a:schemeClr val="lt2"/>
              </a:solidFill>
              <a:latin typeface="Montserrat"/>
              <a:ea typeface="Montserrat"/>
              <a:cs typeface="Montserrat"/>
              <a:sym typeface="Montserrat"/>
            </a:endParaRPr>
          </a:p>
        </p:txBody>
      </p:sp>
      <p:cxnSp>
        <p:nvCxnSpPr>
          <p:cNvPr id="2363" name="Google Shape;2363;p70"/>
          <p:cNvCxnSpPr/>
          <p:nvPr/>
        </p:nvCxnSpPr>
        <p:spPr>
          <a:xfrm rot="10800000">
            <a:off x="2293048" y="2568297"/>
            <a:ext cx="4494300" cy="0"/>
          </a:xfrm>
          <a:prstGeom prst="straightConnector1">
            <a:avLst/>
          </a:prstGeom>
          <a:noFill/>
          <a:ln cap="flat" cmpd="sng" w="9525">
            <a:solidFill>
              <a:schemeClr val="lt1"/>
            </a:solidFill>
            <a:prstDash val="lgDash"/>
            <a:round/>
            <a:headEnd len="med" w="med" type="none"/>
            <a:tailEnd len="med" w="med" type="none"/>
          </a:ln>
        </p:spPr>
      </p:cxnSp>
      <p:cxnSp>
        <p:nvCxnSpPr>
          <p:cNvPr id="2364" name="Google Shape;2364;p70"/>
          <p:cNvCxnSpPr/>
          <p:nvPr/>
        </p:nvCxnSpPr>
        <p:spPr>
          <a:xfrm rot="10800000">
            <a:off x="2287329" y="3401220"/>
            <a:ext cx="4494300" cy="0"/>
          </a:xfrm>
          <a:prstGeom prst="straightConnector1">
            <a:avLst/>
          </a:prstGeom>
          <a:noFill/>
          <a:ln cap="flat" cmpd="sng" w="9525">
            <a:solidFill>
              <a:schemeClr val="lt1"/>
            </a:solidFill>
            <a:prstDash val="lgDash"/>
            <a:round/>
            <a:headEnd len="med" w="med" type="none"/>
            <a:tailEnd len="med" w="med" type="none"/>
          </a:ln>
        </p:spPr>
      </p:cxnSp>
      <p:cxnSp>
        <p:nvCxnSpPr>
          <p:cNvPr id="2365" name="Google Shape;2365;p70"/>
          <p:cNvCxnSpPr/>
          <p:nvPr/>
        </p:nvCxnSpPr>
        <p:spPr>
          <a:xfrm rot="10800000">
            <a:off x="4582597" y="1688542"/>
            <a:ext cx="0" cy="2626800"/>
          </a:xfrm>
          <a:prstGeom prst="straightConnector1">
            <a:avLst/>
          </a:prstGeom>
          <a:noFill/>
          <a:ln cap="flat" cmpd="sng" w="9525">
            <a:solidFill>
              <a:schemeClr val="lt1"/>
            </a:solidFill>
            <a:prstDash val="lgDash"/>
            <a:round/>
            <a:headEnd len="med" w="med" type="none"/>
            <a:tailEnd len="med" w="med" type="none"/>
          </a:ln>
        </p:spPr>
      </p:cxnSp>
      <p:cxnSp>
        <p:nvCxnSpPr>
          <p:cNvPr id="2366" name="Google Shape;2366;p70"/>
          <p:cNvCxnSpPr/>
          <p:nvPr/>
        </p:nvCxnSpPr>
        <p:spPr>
          <a:xfrm rot="10800000">
            <a:off x="3436778" y="1700391"/>
            <a:ext cx="0" cy="2626800"/>
          </a:xfrm>
          <a:prstGeom prst="straightConnector1">
            <a:avLst/>
          </a:prstGeom>
          <a:noFill/>
          <a:ln cap="flat" cmpd="sng" w="9525">
            <a:solidFill>
              <a:schemeClr val="lt1"/>
            </a:solidFill>
            <a:prstDash val="lgDash"/>
            <a:round/>
            <a:headEnd len="med" w="med" type="none"/>
            <a:tailEnd len="med" w="med" type="none"/>
          </a:ln>
        </p:spPr>
      </p:cxnSp>
      <p:cxnSp>
        <p:nvCxnSpPr>
          <p:cNvPr id="2367" name="Google Shape;2367;p70"/>
          <p:cNvCxnSpPr/>
          <p:nvPr/>
        </p:nvCxnSpPr>
        <p:spPr>
          <a:xfrm rot="10800000">
            <a:off x="5753165" y="1700391"/>
            <a:ext cx="0" cy="2626800"/>
          </a:xfrm>
          <a:prstGeom prst="straightConnector1">
            <a:avLst/>
          </a:prstGeom>
          <a:noFill/>
          <a:ln cap="flat" cmpd="sng" w="9525">
            <a:solidFill>
              <a:schemeClr val="lt1"/>
            </a:solidFill>
            <a:prstDash val="lgDash"/>
            <a:round/>
            <a:headEnd len="med" w="med" type="none"/>
            <a:tailEnd len="med" w="med" type="none"/>
          </a:ln>
        </p:spPr>
      </p:cxnSp>
      <p:cxnSp>
        <p:nvCxnSpPr>
          <p:cNvPr id="2368" name="Google Shape;2368;p70"/>
          <p:cNvCxnSpPr/>
          <p:nvPr/>
        </p:nvCxnSpPr>
        <p:spPr>
          <a:xfrm rot="10800000">
            <a:off x="2287400" y="4309425"/>
            <a:ext cx="4596000" cy="0"/>
          </a:xfrm>
          <a:prstGeom prst="straightConnector1">
            <a:avLst/>
          </a:prstGeom>
          <a:noFill/>
          <a:ln cap="flat" cmpd="sng" w="9525">
            <a:solidFill>
              <a:schemeClr val="dk1"/>
            </a:solidFill>
            <a:prstDash val="solid"/>
            <a:round/>
            <a:headEnd len="med" w="med" type="triangle"/>
            <a:tailEnd len="med" w="med" type="none"/>
          </a:ln>
        </p:spPr>
      </p:cxnSp>
      <p:sp>
        <p:nvSpPr>
          <p:cNvPr id="2369" name="Google Shape;2369;p70"/>
          <p:cNvSpPr txBox="1"/>
          <p:nvPr/>
        </p:nvSpPr>
        <p:spPr>
          <a:xfrm>
            <a:off x="1885961" y="1909449"/>
            <a:ext cx="310200" cy="371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900">
                <a:solidFill>
                  <a:schemeClr val="dk1"/>
                </a:solidFill>
                <a:latin typeface="Montserrat"/>
                <a:ea typeface="Montserrat"/>
                <a:cs typeface="Montserrat"/>
                <a:sym typeface="Montserrat"/>
              </a:rPr>
              <a:t>S</a:t>
            </a:r>
            <a:endParaRPr sz="900">
              <a:solidFill>
                <a:schemeClr val="dk1"/>
              </a:solidFill>
              <a:latin typeface="Montserrat"/>
              <a:ea typeface="Montserrat"/>
              <a:cs typeface="Montserrat"/>
              <a:sym typeface="Montserrat"/>
            </a:endParaRPr>
          </a:p>
        </p:txBody>
      </p:sp>
      <p:sp>
        <p:nvSpPr>
          <p:cNvPr id="2370" name="Google Shape;2370;p70"/>
          <p:cNvSpPr txBox="1"/>
          <p:nvPr/>
        </p:nvSpPr>
        <p:spPr>
          <a:xfrm>
            <a:off x="1885961" y="2785726"/>
            <a:ext cx="310200" cy="371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900">
                <a:solidFill>
                  <a:schemeClr val="dk1"/>
                </a:solidFill>
                <a:latin typeface="Montserrat"/>
                <a:ea typeface="Montserrat"/>
                <a:cs typeface="Montserrat"/>
                <a:sym typeface="Montserrat"/>
              </a:rPr>
              <a:t>M</a:t>
            </a:r>
            <a:endParaRPr sz="900">
              <a:solidFill>
                <a:schemeClr val="dk1"/>
              </a:solidFill>
              <a:latin typeface="Montserrat"/>
              <a:ea typeface="Montserrat"/>
              <a:cs typeface="Montserrat"/>
              <a:sym typeface="Montserrat"/>
            </a:endParaRPr>
          </a:p>
        </p:txBody>
      </p:sp>
      <p:sp>
        <p:nvSpPr>
          <p:cNvPr id="2371" name="Google Shape;2371;p70"/>
          <p:cNvSpPr txBox="1"/>
          <p:nvPr/>
        </p:nvSpPr>
        <p:spPr>
          <a:xfrm>
            <a:off x="1885961" y="3662003"/>
            <a:ext cx="310200" cy="371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900">
                <a:solidFill>
                  <a:schemeClr val="dk1"/>
                </a:solidFill>
                <a:latin typeface="Montserrat"/>
                <a:ea typeface="Montserrat"/>
                <a:cs typeface="Montserrat"/>
                <a:sym typeface="Montserrat"/>
              </a:rPr>
              <a:t>L</a:t>
            </a:r>
            <a:endParaRPr sz="900">
              <a:solidFill>
                <a:schemeClr val="dk1"/>
              </a:solidFill>
              <a:latin typeface="Montserrat"/>
              <a:ea typeface="Montserrat"/>
              <a:cs typeface="Montserrat"/>
              <a:sym typeface="Montserrat"/>
            </a:endParaRPr>
          </a:p>
        </p:txBody>
      </p:sp>
      <p:sp>
        <p:nvSpPr>
          <p:cNvPr id="2372" name="Google Shape;2372;p70"/>
          <p:cNvSpPr/>
          <p:nvPr/>
        </p:nvSpPr>
        <p:spPr>
          <a:xfrm rot="539894">
            <a:off x="1267096" y="1508641"/>
            <a:ext cx="494804" cy="265865"/>
          </a:xfrm>
          <a:custGeom>
            <a:rect b="b" l="l" r="r" t="t"/>
            <a:pathLst>
              <a:path extrusionOk="0" h="9144" w="17018">
                <a:moveTo>
                  <a:pt x="17018" y="0"/>
                </a:moveTo>
                <a:cubicBezTo>
                  <a:pt x="10578" y="0"/>
                  <a:pt x="2036" y="3035"/>
                  <a:pt x="0" y="9144"/>
                </a:cubicBezTo>
              </a:path>
            </a:pathLst>
          </a:custGeom>
          <a:noFill/>
          <a:ln cap="flat" cmpd="sng" w="9525">
            <a:solidFill>
              <a:schemeClr val="dk1"/>
            </a:solidFill>
            <a:prstDash val="solid"/>
            <a:round/>
            <a:headEnd len="med" w="med" type="none"/>
            <a:tailEnd len="med" w="med" type="triangle"/>
          </a:ln>
        </p:spPr>
      </p:sp>
      <p:sp>
        <p:nvSpPr>
          <p:cNvPr id="2373" name="Google Shape;2373;p70"/>
          <p:cNvSpPr txBox="1"/>
          <p:nvPr/>
        </p:nvSpPr>
        <p:spPr>
          <a:xfrm>
            <a:off x="539750" y="1776600"/>
            <a:ext cx="984300" cy="631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i="1" lang="en-GB" sz="600">
                <a:solidFill>
                  <a:schemeClr val="dk1"/>
                </a:solidFill>
                <a:latin typeface="Montserrat"/>
                <a:ea typeface="Montserrat"/>
                <a:cs typeface="Montserrat"/>
                <a:sym typeface="Montserrat"/>
              </a:rPr>
              <a:t>Technical </a:t>
            </a:r>
            <a:r>
              <a:rPr i="1" lang="en-GB" sz="600">
                <a:solidFill>
                  <a:schemeClr val="dk1"/>
                </a:solidFill>
                <a:latin typeface="Montserrat"/>
                <a:ea typeface="Montserrat"/>
                <a:cs typeface="Montserrat"/>
                <a:sym typeface="Montserrat"/>
              </a:rPr>
              <a:t>complexity (for custom) and </a:t>
            </a:r>
            <a:r>
              <a:rPr b="1" i="1" lang="en-GB" sz="600">
                <a:solidFill>
                  <a:schemeClr val="dk1"/>
                </a:solidFill>
                <a:latin typeface="Montserrat"/>
                <a:ea typeface="Montserrat"/>
                <a:cs typeface="Montserrat"/>
                <a:sym typeface="Montserrat"/>
              </a:rPr>
              <a:t>business </a:t>
            </a:r>
            <a:r>
              <a:rPr i="1" lang="en-GB" sz="600">
                <a:solidFill>
                  <a:schemeClr val="dk1"/>
                </a:solidFill>
                <a:latin typeface="Montserrat"/>
                <a:ea typeface="Montserrat"/>
                <a:cs typeface="Montserrat"/>
                <a:sym typeface="Montserrat"/>
              </a:rPr>
              <a:t>(organizational change, processes, etc.)</a:t>
            </a:r>
            <a:endParaRPr i="1" sz="600">
              <a:solidFill>
                <a:schemeClr val="dk1"/>
              </a:solidFill>
              <a:latin typeface="Montserrat"/>
              <a:ea typeface="Montserrat"/>
              <a:cs typeface="Montserrat"/>
              <a:sym typeface="Montserrat"/>
            </a:endParaRPr>
          </a:p>
        </p:txBody>
      </p:sp>
      <p:sp>
        <p:nvSpPr>
          <p:cNvPr id="2374" name="Google Shape;2374;p70"/>
          <p:cNvSpPr/>
          <p:nvPr/>
        </p:nvSpPr>
        <p:spPr>
          <a:xfrm rot="729260">
            <a:off x="7339824" y="4040833"/>
            <a:ext cx="530280" cy="185977"/>
          </a:xfrm>
          <a:custGeom>
            <a:rect b="b" l="l" r="r" t="t"/>
            <a:pathLst>
              <a:path extrusionOk="0" h="4734" w="18796">
                <a:moveTo>
                  <a:pt x="0" y="4734"/>
                </a:moveTo>
                <a:cubicBezTo>
                  <a:pt x="3808" y="-344"/>
                  <a:pt x="13119" y="-1153"/>
                  <a:pt x="18796" y="1686"/>
                </a:cubicBezTo>
              </a:path>
            </a:pathLst>
          </a:custGeom>
          <a:noFill/>
          <a:ln cap="flat" cmpd="sng" w="9525">
            <a:solidFill>
              <a:schemeClr val="dk1"/>
            </a:solidFill>
            <a:prstDash val="solid"/>
            <a:round/>
            <a:headEnd len="med" w="med" type="none"/>
            <a:tailEnd len="med" w="med" type="triangle"/>
          </a:ln>
        </p:spPr>
      </p:sp>
      <p:sp>
        <p:nvSpPr>
          <p:cNvPr id="2375" name="Google Shape;2375;p70"/>
          <p:cNvSpPr txBox="1"/>
          <p:nvPr/>
        </p:nvSpPr>
        <p:spPr>
          <a:xfrm>
            <a:off x="7720425" y="4201725"/>
            <a:ext cx="731100" cy="42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GB" sz="600">
                <a:solidFill>
                  <a:schemeClr val="dk1"/>
                </a:solidFill>
                <a:latin typeface="Montserrat"/>
                <a:ea typeface="Montserrat"/>
                <a:cs typeface="Montserrat"/>
                <a:sym typeface="Montserrat"/>
              </a:rPr>
              <a:t>Gains </a:t>
            </a:r>
            <a:r>
              <a:rPr b="1" i="1" lang="en-GB" sz="600">
                <a:solidFill>
                  <a:schemeClr val="dk1"/>
                </a:solidFill>
                <a:latin typeface="Montserrat"/>
                <a:ea typeface="Montserrat"/>
                <a:cs typeface="Montserrat"/>
                <a:sym typeface="Montserrat"/>
              </a:rPr>
              <a:t>estimated by participants</a:t>
            </a:r>
            <a:r>
              <a:rPr i="1" lang="en-GB" sz="600">
                <a:solidFill>
                  <a:schemeClr val="dk1"/>
                </a:solidFill>
                <a:latin typeface="Montserrat"/>
                <a:ea typeface="Montserrat"/>
                <a:cs typeface="Montserrat"/>
                <a:sym typeface="Montserrat"/>
              </a:rPr>
              <a:t> during ideation workshops</a:t>
            </a:r>
            <a:endParaRPr i="1" sz="600">
              <a:solidFill>
                <a:schemeClr val="dk1"/>
              </a:solidFill>
              <a:latin typeface="Montserrat"/>
              <a:ea typeface="Montserrat"/>
              <a:cs typeface="Montserrat"/>
              <a:sym typeface="Montserrat"/>
            </a:endParaRPr>
          </a:p>
        </p:txBody>
      </p:sp>
      <p:sp>
        <p:nvSpPr>
          <p:cNvPr id="2376" name="Google Shape;2376;p70"/>
          <p:cNvSpPr/>
          <p:nvPr/>
        </p:nvSpPr>
        <p:spPr>
          <a:xfrm rot="-1674">
            <a:off x="3818875" y="1375765"/>
            <a:ext cx="1232400" cy="817500"/>
          </a:xfrm>
          <a:prstGeom prst="ellipse">
            <a:avLst/>
          </a:prstGeom>
          <a:solidFill>
            <a:srgbClr val="FCC354">
              <a:alpha val="70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77" name="Google Shape;2377;p70"/>
          <p:cNvSpPr/>
          <p:nvPr/>
        </p:nvSpPr>
        <p:spPr>
          <a:xfrm rot="-1164">
            <a:off x="4252400" y="2162811"/>
            <a:ext cx="886200" cy="959700"/>
          </a:xfrm>
          <a:prstGeom prst="ellipse">
            <a:avLst/>
          </a:prstGeom>
          <a:solidFill>
            <a:srgbClr val="FCC354">
              <a:alpha val="70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78" name="Google Shape;2378;p70"/>
          <p:cNvSpPr/>
          <p:nvPr/>
        </p:nvSpPr>
        <p:spPr>
          <a:xfrm rot="5398194">
            <a:off x="5836000" y="2338375"/>
            <a:ext cx="571200" cy="1122600"/>
          </a:xfrm>
          <a:prstGeom prst="ellipse">
            <a:avLst/>
          </a:prstGeom>
          <a:solidFill>
            <a:srgbClr val="D7EBE7">
              <a:alpha val="797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79" name="Google Shape;2379;p70"/>
          <p:cNvSpPr/>
          <p:nvPr/>
        </p:nvSpPr>
        <p:spPr>
          <a:xfrm rot="-541852">
            <a:off x="5128872" y="1423491"/>
            <a:ext cx="537057" cy="1646591"/>
          </a:xfrm>
          <a:prstGeom prst="ellipse">
            <a:avLst/>
          </a:prstGeom>
          <a:solidFill>
            <a:srgbClr val="D7EBE7">
              <a:alpha val="797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80" name="Google Shape;2380;p70"/>
          <p:cNvSpPr/>
          <p:nvPr/>
        </p:nvSpPr>
        <p:spPr>
          <a:xfrm>
            <a:off x="5689750" y="1634550"/>
            <a:ext cx="530400" cy="757200"/>
          </a:xfrm>
          <a:prstGeom prst="ellipse">
            <a:avLst/>
          </a:prstGeom>
          <a:solidFill>
            <a:srgbClr val="5AB891">
              <a:alpha val="80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81" name="Google Shape;2381;p70"/>
          <p:cNvSpPr/>
          <p:nvPr/>
        </p:nvSpPr>
        <p:spPr>
          <a:xfrm rot="1691177">
            <a:off x="3185273" y="3030233"/>
            <a:ext cx="844096" cy="1033485"/>
          </a:xfrm>
          <a:prstGeom prst="ellipse">
            <a:avLst/>
          </a:prstGeom>
          <a:solidFill>
            <a:srgbClr val="FCA2AE">
              <a:alpha val="80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82" name="Google Shape;2382;p70"/>
          <p:cNvSpPr/>
          <p:nvPr/>
        </p:nvSpPr>
        <p:spPr>
          <a:xfrm>
            <a:off x="6141088" y="2648268"/>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1</a:t>
            </a:r>
            <a:endParaRPr sz="900">
              <a:solidFill>
                <a:schemeClr val="dk1"/>
              </a:solidFill>
              <a:latin typeface="Montserrat Medium"/>
              <a:ea typeface="Montserrat Medium"/>
              <a:cs typeface="Montserrat Medium"/>
              <a:sym typeface="Montserrat Medium"/>
            </a:endParaRPr>
          </a:p>
        </p:txBody>
      </p:sp>
      <p:sp>
        <p:nvSpPr>
          <p:cNvPr id="2383" name="Google Shape;2383;p70"/>
          <p:cNvSpPr/>
          <p:nvPr/>
        </p:nvSpPr>
        <p:spPr>
          <a:xfrm>
            <a:off x="5810392" y="1995682"/>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2</a:t>
            </a:r>
            <a:endParaRPr sz="900">
              <a:solidFill>
                <a:schemeClr val="dk1"/>
              </a:solidFill>
              <a:latin typeface="Montserrat Medium"/>
              <a:ea typeface="Montserrat Medium"/>
              <a:cs typeface="Montserrat Medium"/>
              <a:sym typeface="Montserrat Medium"/>
            </a:endParaRPr>
          </a:p>
        </p:txBody>
      </p:sp>
      <p:sp>
        <p:nvSpPr>
          <p:cNvPr id="2384" name="Google Shape;2384;p70"/>
          <p:cNvSpPr/>
          <p:nvPr/>
        </p:nvSpPr>
        <p:spPr>
          <a:xfrm>
            <a:off x="3634147" y="3401236"/>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4</a:t>
            </a:r>
            <a:endParaRPr sz="900">
              <a:solidFill>
                <a:schemeClr val="dk1"/>
              </a:solidFill>
              <a:latin typeface="Montserrat Medium"/>
              <a:ea typeface="Montserrat Medium"/>
              <a:cs typeface="Montserrat Medium"/>
              <a:sym typeface="Montserrat Medium"/>
            </a:endParaRPr>
          </a:p>
        </p:txBody>
      </p:sp>
      <p:sp>
        <p:nvSpPr>
          <p:cNvPr id="2385" name="Google Shape;2385;p70"/>
          <p:cNvSpPr/>
          <p:nvPr/>
        </p:nvSpPr>
        <p:spPr>
          <a:xfrm>
            <a:off x="4679313" y="1771092"/>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3</a:t>
            </a:r>
            <a:endParaRPr sz="900">
              <a:solidFill>
                <a:schemeClr val="dk1"/>
              </a:solidFill>
              <a:latin typeface="Montserrat Medium"/>
              <a:ea typeface="Montserrat Medium"/>
              <a:cs typeface="Montserrat Medium"/>
              <a:sym typeface="Montserrat Medium"/>
            </a:endParaRPr>
          </a:p>
        </p:txBody>
      </p:sp>
      <p:sp>
        <p:nvSpPr>
          <p:cNvPr id="2386" name="Google Shape;2386;p70"/>
          <p:cNvSpPr/>
          <p:nvPr/>
        </p:nvSpPr>
        <p:spPr>
          <a:xfrm>
            <a:off x="3992147" y="1771068"/>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5</a:t>
            </a:r>
            <a:endParaRPr sz="900">
              <a:solidFill>
                <a:schemeClr val="dk1"/>
              </a:solidFill>
              <a:latin typeface="Montserrat Medium"/>
              <a:ea typeface="Montserrat Medium"/>
              <a:cs typeface="Montserrat Medium"/>
              <a:sym typeface="Montserrat Medium"/>
            </a:endParaRPr>
          </a:p>
        </p:txBody>
      </p:sp>
      <p:sp>
        <p:nvSpPr>
          <p:cNvPr id="2387" name="Google Shape;2387;p70"/>
          <p:cNvSpPr/>
          <p:nvPr/>
        </p:nvSpPr>
        <p:spPr>
          <a:xfrm>
            <a:off x="5317208" y="2595429"/>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6</a:t>
            </a:r>
            <a:endParaRPr sz="900">
              <a:solidFill>
                <a:schemeClr val="dk1"/>
              </a:solidFill>
              <a:latin typeface="Montserrat Medium"/>
              <a:ea typeface="Montserrat Medium"/>
              <a:cs typeface="Montserrat Medium"/>
              <a:sym typeface="Montserrat Medium"/>
            </a:endParaRPr>
          </a:p>
        </p:txBody>
      </p:sp>
      <p:sp>
        <p:nvSpPr>
          <p:cNvPr id="2388" name="Google Shape;2388;p70"/>
          <p:cNvSpPr/>
          <p:nvPr/>
        </p:nvSpPr>
        <p:spPr>
          <a:xfrm>
            <a:off x="4362999" y="2519075"/>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7</a:t>
            </a:r>
            <a:endParaRPr sz="900">
              <a:solidFill>
                <a:schemeClr val="dk1"/>
              </a:solidFill>
              <a:latin typeface="Montserrat Medium"/>
              <a:ea typeface="Montserrat Medium"/>
              <a:cs typeface="Montserrat Medium"/>
              <a:sym typeface="Montserrat Medium"/>
            </a:endParaRPr>
          </a:p>
        </p:txBody>
      </p:sp>
      <p:sp>
        <p:nvSpPr>
          <p:cNvPr id="2389" name="Google Shape;2389;p70"/>
          <p:cNvSpPr/>
          <p:nvPr/>
        </p:nvSpPr>
        <p:spPr>
          <a:xfrm>
            <a:off x="5175107" y="1770526"/>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9</a:t>
            </a:r>
            <a:endParaRPr sz="900">
              <a:solidFill>
                <a:schemeClr val="dk1"/>
              </a:solidFill>
              <a:latin typeface="Montserrat Medium"/>
              <a:ea typeface="Montserrat Medium"/>
              <a:cs typeface="Montserrat Medium"/>
              <a:sym typeface="Montserrat Medium"/>
            </a:endParaRPr>
          </a:p>
        </p:txBody>
      </p:sp>
      <p:sp>
        <p:nvSpPr>
          <p:cNvPr id="2390" name="Google Shape;2390;p70"/>
          <p:cNvSpPr/>
          <p:nvPr/>
        </p:nvSpPr>
        <p:spPr>
          <a:xfrm>
            <a:off x="4679320" y="2519075"/>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8</a:t>
            </a:r>
            <a:endParaRPr sz="900">
              <a:solidFill>
                <a:schemeClr val="dk1"/>
              </a:solidFill>
              <a:latin typeface="Montserrat Medium"/>
              <a:ea typeface="Montserrat Medium"/>
              <a:cs typeface="Montserrat Medium"/>
              <a:sym typeface="Montserrat Medium"/>
            </a:endParaRPr>
          </a:p>
        </p:txBody>
      </p:sp>
      <p:sp>
        <p:nvSpPr>
          <p:cNvPr id="2391" name="Google Shape;2391;p70"/>
          <p:cNvSpPr/>
          <p:nvPr/>
        </p:nvSpPr>
        <p:spPr>
          <a:xfrm>
            <a:off x="3335996" y="3398962"/>
            <a:ext cx="266100" cy="266100"/>
          </a:xfrm>
          <a:prstGeom prst="ellipse">
            <a:avLst/>
          </a:prstGeom>
          <a:solidFill>
            <a:schemeClr val="l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GB" sz="900">
                <a:solidFill>
                  <a:schemeClr val="dk1"/>
                </a:solidFill>
                <a:latin typeface="Montserrat Medium"/>
                <a:ea typeface="Montserrat Medium"/>
                <a:cs typeface="Montserrat Medium"/>
                <a:sym typeface="Montserrat Medium"/>
              </a:rPr>
              <a:t>10</a:t>
            </a:r>
            <a:endParaRPr sz="900">
              <a:solidFill>
                <a:schemeClr val="dk1"/>
              </a:solidFill>
              <a:latin typeface="Montserrat Medium"/>
              <a:ea typeface="Montserrat Medium"/>
              <a:cs typeface="Montserrat Medium"/>
              <a:sym typeface="Montserrat Medium"/>
            </a:endParaRPr>
          </a:p>
        </p:txBody>
      </p:sp>
      <p:sp>
        <p:nvSpPr>
          <p:cNvPr id="2392" name="Google Shape;2392;p70"/>
          <p:cNvSpPr txBox="1"/>
          <p:nvPr/>
        </p:nvSpPr>
        <p:spPr>
          <a:xfrm>
            <a:off x="5972925" y="2846759"/>
            <a:ext cx="886200" cy="2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600">
                <a:solidFill>
                  <a:schemeClr val="dk1"/>
                </a:solidFill>
                <a:latin typeface="Montserrat"/>
                <a:ea typeface="Montserrat"/>
                <a:cs typeface="Montserrat"/>
                <a:sym typeface="Montserrat"/>
              </a:rPr>
              <a:t>Augmented compliance</a:t>
            </a:r>
            <a:endParaRPr i="1" sz="600">
              <a:solidFill>
                <a:schemeClr val="dk1"/>
              </a:solidFill>
              <a:latin typeface="Montserrat"/>
              <a:ea typeface="Montserrat"/>
              <a:cs typeface="Montserrat"/>
              <a:sym typeface="Montserrat"/>
            </a:endParaRPr>
          </a:p>
        </p:txBody>
      </p:sp>
      <p:sp>
        <p:nvSpPr>
          <p:cNvPr id="2393" name="Google Shape;2393;p70"/>
          <p:cNvSpPr txBox="1"/>
          <p:nvPr/>
        </p:nvSpPr>
        <p:spPr>
          <a:xfrm>
            <a:off x="5715725" y="1681350"/>
            <a:ext cx="530400" cy="2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600">
                <a:solidFill>
                  <a:schemeClr val="dk1"/>
                </a:solidFill>
                <a:latin typeface="Montserrat"/>
                <a:ea typeface="Montserrat"/>
                <a:cs typeface="Montserrat"/>
                <a:sym typeface="Montserrat"/>
              </a:rPr>
              <a:t>Meeting minutes</a:t>
            </a:r>
            <a:endParaRPr i="1" sz="600">
              <a:solidFill>
                <a:schemeClr val="dk1"/>
              </a:solidFill>
              <a:latin typeface="Montserrat"/>
              <a:ea typeface="Montserrat"/>
              <a:cs typeface="Montserrat"/>
              <a:sym typeface="Montserrat"/>
            </a:endParaRPr>
          </a:p>
        </p:txBody>
      </p:sp>
      <p:sp>
        <p:nvSpPr>
          <p:cNvPr id="2394" name="Google Shape;2394;p70"/>
          <p:cNvSpPr txBox="1"/>
          <p:nvPr/>
        </p:nvSpPr>
        <p:spPr>
          <a:xfrm>
            <a:off x="4511025" y="1459363"/>
            <a:ext cx="6027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Grammar check</a:t>
            </a:r>
            <a:endParaRPr i="1" sz="600">
              <a:solidFill>
                <a:schemeClr val="dk1"/>
              </a:solidFill>
              <a:latin typeface="Montserrat"/>
              <a:ea typeface="Montserrat"/>
              <a:cs typeface="Montserrat"/>
              <a:sym typeface="Montserrat"/>
            </a:endParaRPr>
          </a:p>
        </p:txBody>
      </p:sp>
      <p:sp>
        <p:nvSpPr>
          <p:cNvPr id="2395" name="Google Shape;2395;p70"/>
          <p:cNvSpPr txBox="1"/>
          <p:nvPr/>
        </p:nvSpPr>
        <p:spPr>
          <a:xfrm>
            <a:off x="3465850" y="3099425"/>
            <a:ext cx="6027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Account summary</a:t>
            </a:r>
            <a:endParaRPr i="1" sz="600">
              <a:solidFill>
                <a:schemeClr val="dk1"/>
              </a:solidFill>
              <a:latin typeface="Montserrat"/>
              <a:ea typeface="Montserrat"/>
              <a:cs typeface="Montserrat"/>
              <a:sym typeface="Montserrat"/>
            </a:endParaRPr>
          </a:p>
        </p:txBody>
      </p:sp>
      <p:sp>
        <p:nvSpPr>
          <p:cNvPr id="2396" name="Google Shape;2396;p70"/>
          <p:cNvSpPr txBox="1"/>
          <p:nvPr/>
        </p:nvSpPr>
        <p:spPr>
          <a:xfrm>
            <a:off x="3911000" y="1476050"/>
            <a:ext cx="4077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Exec sum</a:t>
            </a:r>
            <a:endParaRPr i="1" sz="600">
              <a:solidFill>
                <a:schemeClr val="dk1"/>
              </a:solidFill>
              <a:latin typeface="Montserrat"/>
              <a:ea typeface="Montserrat"/>
              <a:cs typeface="Montserrat"/>
              <a:sym typeface="Montserrat"/>
            </a:endParaRPr>
          </a:p>
        </p:txBody>
      </p:sp>
      <p:sp>
        <p:nvSpPr>
          <p:cNvPr id="2397" name="Google Shape;2397;p70"/>
          <p:cNvSpPr txBox="1"/>
          <p:nvPr/>
        </p:nvSpPr>
        <p:spPr>
          <a:xfrm>
            <a:off x="5109900" y="2319250"/>
            <a:ext cx="6807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CV Generation</a:t>
            </a:r>
            <a:endParaRPr i="1" sz="600">
              <a:solidFill>
                <a:schemeClr val="dk1"/>
              </a:solidFill>
              <a:latin typeface="Montserrat"/>
              <a:ea typeface="Montserrat"/>
              <a:cs typeface="Montserrat"/>
              <a:sym typeface="Montserrat"/>
            </a:endParaRPr>
          </a:p>
        </p:txBody>
      </p:sp>
      <p:sp>
        <p:nvSpPr>
          <p:cNvPr id="2398" name="Google Shape;2398;p70"/>
          <p:cNvSpPr txBox="1"/>
          <p:nvPr/>
        </p:nvSpPr>
        <p:spPr>
          <a:xfrm>
            <a:off x="4257250" y="2242725"/>
            <a:ext cx="4776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Skill matrix</a:t>
            </a:r>
            <a:endParaRPr i="1" sz="600">
              <a:solidFill>
                <a:schemeClr val="dk1"/>
              </a:solidFill>
              <a:latin typeface="Montserrat"/>
              <a:ea typeface="Montserrat"/>
              <a:cs typeface="Montserrat"/>
              <a:sym typeface="Montserrat"/>
            </a:endParaRPr>
          </a:p>
        </p:txBody>
      </p:sp>
      <p:sp>
        <p:nvSpPr>
          <p:cNvPr id="2399" name="Google Shape;2399;p70"/>
          <p:cNvSpPr txBox="1"/>
          <p:nvPr/>
        </p:nvSpPr>
        <p:spPr>
          <a:xfrm>
            <a:off x="4491975" y="2724250"/>
            <a:ext cx="6807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Augmented staffing</a:t>
            </a:r>
            <a:endParaRPr i="1" sz="600">
              <a:solidFill>
                <a:schemeClr val="dk1"/>
              </a:solidFill>
              <a:latin typeface="Montserrat"/>
              <a:ea typeface="Montserrat"/>
              <a:cs typeface="Montserrat"/>
              <a:sym typeface="Montserrat"/>
            </a:endParaRPr>
          </a:p>
        </p:txBody>
      </p:sp>
      <p:sp>
        <p:nvSpPr>
          <p:cNvPr id="2400" name="Google Shape;2400;p70"/>
          <p:cNvSpPr txBox="1"/>
          <p:nvPr/>
        </p:nvSpPr>
        <p:spPr>
          <a:xfrm>
            <a:off x="5011350" y="1469700"/>
            <a:ext cx="6027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HR Chatbot</a:t>
            </a:r>
            <a:endParaRPr i="1" sz="600">
              <a:solidFill>
                <a:schemeClr val="dk1"/>
              </a:solidFill>
              <a:latin typeface="Montserrat"/>
              <a:ea typeface="Montserrat"/>
              <a:cs typeface="Montserrat"/>
              <a:sym typeface="Montserrat"/>
            </a:endParaRPr>
          </a:p>
        </p:txBody>
      </p:sp>
      <p:sp>
        <p:nvSpPr>
          <p:cNvPr id="2401" name="Google Shape;2401;p70"/>
          <p:cNvSpPr txBox="1"/>
          <p:nvPr/>
        </p:nvSpPr>
        <p:spPr>
          <a:xfrm>
            <a:off x="3103500" y="3608975"/>
            <a:ext cx="731100" cy="2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600">
                <a:solidFill>
                  <a:schemeClr val="dk1"/>
                </a:solidFill>
                <a:latin typeface="Montserrat"/>
                <a:ea typeface="Montserrat"/>
                <a:cs typeface="Montserrat"/>
                <a:sym typeface="Montserrat"/>
              </a:rPr>
              <a:t>Opportunity prequalif,</a:t>
            </a:r>
            <a:endParaRPr i="1" sz="600">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71"/>
          <p:cNvSpPr txBox="1"/>
          <p:nvPr>
            <p:ph idx="1" type="body"/>
          </p:nvPr>
        </p:nvSpPr>
        <p:spPr>
          <a:xfrm>
            <a:off x="540000" y="1397000"/>
            <a:ext cx="1777200" cy="246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07" name="Google Shape;2407;p71"/>
          <p:cNvSpPr txBox="1"/>
          <p:nvPr>
            <p:ph idx="2" type="subTitle"/>
          </p:nvPr>
        </p:nvSpPr>
        <p:spPr>
          <a:xfrm>
            <a:off x="540900" y="1080000"/>
            <a:ext cx="1777200" cy="213000"/>
          </a:xfrm>
          <a:prstGeom prst="rect">
            <a:avLst/>
          </a:prstGeom>
        </p:spPr>
        <p:txBody>
          <a:bodyPr anchorCtr="0" anchor="ctr" bIns="91425" lIns="91425" spcFirstLastPara="1" rIns="91425" wrap="square" tIns="90000">
            <a:noAutofit/>
          </a:bodyPr>
          <a:lstStyle/>
          <a:p>
            <a:pPr indent="0" lvl="0" marL="0" rtl="0" algn="l">
              <a:spcBef>
                <a:spcPts val="0"/>
              </a:spcBef>
              <a:spcAft>
                <a:spcPts val="0"/>
              </a:spcAft>
              <a:buNone/>
            </a:pPr>
            <a:r>
              <a:rPr lang="en-GB"/>
              <a:t>Objectives</a:t>
            </a:r>
            <a:endParaRPr/>
          </a:p>
        </p:txBody>
      </p:sp>
      <p:sp>
        <p:nvSpPr>
          <p:cNvPr id="2408" name="Google Shape;2408;p71"/>
          <p:cNvSpPr txBox="1"/>
          <p:nvPr>
            <p:ph idx="3" type="body"/>
          </p:nvPr>
        </p:nvSpPr>
        <p:spPr>
          <a:xfrm>
            <a:off x="5322100" y="1397000"/>
            <a:ext cx="3279900" cy="62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09" name="Google Shape;2409;p71"/>
          <p:cNvSpPr txBox="1"/>
          <p:nvPr>
            <p:ph idx="4" type="subTitle"/>
          </p:nvPr>
        </p:nvSpPr>
        <p:spPr>
          <a:xfrm>
            <a:off x="5323761" y="1080000"/>
            <a:ext cx="3279900" cy="213000"/>
          </a:xfrm>
          <a:prstGeom prst="rect">
            <a:avLst/>
          </a:prstGeom>
        </p:spPr>
        <p:txBody>
          <a:bodyPr anchorCtr="0" anchor="ctr" bIns="91425" lIns="91425" spcFirstLastPara="1" rIns="91425" wrap="square" tIns="90000">
            <a:noAutofit/>
          </a:bodyPr>
          <a:lstStyle/>
          <a:p>
            <a:pPr indent="0" lvl="0" marL="0" rtl="0" algn="l">
              <a:spcBef>
                <a:spcPts val="0"/>
              </a:spcBef>
              <a:spcAft>
                <a:spcPts val="0"/>
              </a:spcAft>
              <a:buNone/>
            </a:pPr>
            <a:r>
              <a:rPr lang="en-GB"/>
              <a:t>Qualitative benefits</a:t>
            </a:r>
            <a:endParaRPr/>
          </a:p>
        </p:txBody>
      </p:sp>
      <p:sp>
        <p:nvSpPr>
          <p:cNvPr id="2410" name="Google Shape;2410;p71"/>
          <p:cNvSpPr txBox="1"/>
          <p:nvPr>
            <p:ph idx="5" type="body"/>
          </p:nvPr>
        </p:nvSpPr>
        <p:spPr>
          <a:xfrm>
            <a:off x="2641550" y="1397000"/>
            <a:ext cx="2354700" cy="246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11" name="Google Shape;2411;p71"/>
          <p:cNvSpPr txBox="1"/>
          <p:nvPr>
            <p:ph idx="6" type="subTitle"/>
          </p:nvPr>
        </p:nvSpPr>
        <p:spPr>
          <a:xfrm>
            <a:off x="2642742" y="1080000"/>
            <a:ext cx="2354700" cy="213000"/>
          </a:xfrm>
          <a:prstGeom prst="rect">
            <a:avLst/>
          </a:prstGeom>
          <a:ln>
            <a:noFill/>
          </a:ln>
        </p:spPr>
        <p:txBody>
          <a:bodyPr anchorCtr="0" anchor="ctr" bIns="91425" lIns="91425" spcFirstLastPara="1" rIns="91425" wrap="square" tIns="90000">
            <a:noAutofit/>
          </a:bodyPr>
          <a:lstStyle/>
          <a:p>
            <a:pPr indent="0" lvl="0" marL="0" rtl="0" algn="l">
              <a:spcBef>
                <a:spcPts val="0"/>
              </a:spcBef>
              <a:spcAft>
                <a:spcPts val="0"/>
              </a:spcAft>
              <a:buNone/>
            </a:pPr>
            <a:r>
              <a:rPr lang="en-GB"/>
              <a:t>Recommended scenario</a:t>
            </a:r>
            <a:endParaRPr/>
          </a:p>
        </p:txBody>
      </p:sp>
      <p:sp>
        <p:nvSpPr>
          <p:cNvPr id="2412" name="Google Shape;2412;p71"/>
          <p:cNvSpPr txBox="1"/>
          <p:nvPr>
            <p:ph idx="7" type="body"/>
          </p:nvPr>
        </p:nvSpPr>
        <p:spPr>
          <a:xfrm>
            <a:off x="5322925" y="2444400"/>
            <a:ext cx="3279900" cy="62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13" name="Google Shape;2413;p71"/>
          <p:cNvSpPr txBox="1"/>
          <p:nvPr>
            <p:ph idx="8" type="subTitle"/>
          </p:nvPr>
        </p:nvSpPr>
        <p:spPr>
          <a:xfrm>
            <a:off x="5324586" y="2127400"/>
            <a:ext cx="3279900" cy="213000"/>
          </a:xfrm>
          <a:prstGeom prst="rect">
            <a:avLst/>
          </a:prstGeom>
        </p:spPr>
        <p:txBody>
          <a:bodyPr anchorCtr="0" anchor="ctr" bIns="91425" lIns="91425" spcFirstLastPara="1" rIns="91425" wrap="square" tIns="90000">
            <a:noAutofit/>
          </a:bodyPr>
          <a:lstStyle/>
          <a:p>
            <a:pPr indent="0" lvl="0" marL="0" rtl="0" algn="l">
              <a:spcBef>
                <a:spcPts val="0"/>
              </a:spcBef>
              <a:spcAft>
                <a:spcPts val="0"/>
              </a:spcAft>
              <a:buNone/>
            </a:pPr>
            <a:r>
              <a:rPr lang="en-GB"/>
              <a:t>Quantitative benefits</a:t>
            </a:r>
            <a:endParaRPr/>
          </a:p>
        </p:txBody>
      </p:sp>
      <p:sp>
        <p:nvSpPr>
          <p:cNvPr id="2414" name="Google Shape;2414;p71"/>
          <p:cNvSpPr txBox="1"/>
          <p:nvPr>
            <p:ph idx="9" type="body"/>
          </p:nvPr>
        </p:nvSpPr>
        <p:spPr>
          <a:xfrm>
            <a:off x="5321500" y="3523900"/>
            <a:ext cx="3279900" cy="102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15" name="Google Shape;2415;p71"/>
          <p:cNvSpPr txBox="1"/>
          <p:nvPr>
            <p:ph idx="13" type="subTitle"/>
          </p:nvPr>
        </p:nvSpPr>
        <p:spPr>
          <a:xfrm>
            <a:off x="5323161" y="3206900"/>
            <a:ext cx="3279900" cy="213000"/>
          </a:xfrm>
          <a:prstGeom prst="rect">
            <a:avLst/>
          </a:prstGeom>
          <a:ln>
            <a:noFill/>
          </a:ln>
        </p:spPr>
        <p:txBody>
          <a:bodyPr anchorCtr="0" anchor="ctr" bIns="91425" lIns="91425" spcFirstLastPara="1" rIns="91425" wrap="square" tIns="90000">
            <a:noAutofit/>
          </a:bodyPr>
          <a:lstStyle/>
          <a:p>
            <a:pPr indent="0" lvl="0" marL="0" rtl="0" algn="l">
              <a:spcBef>
                <a:spcPts val="0"/>
              </a:spcBef>
              <a:spcAft>
                <a:spcPts val="0"/>
              </a:spcAft>
              <a:buNone/>
            </a:pPr>
            <a:r>
              <a:rPr lang="en-GB"/>
              <a:t>Costs</a:t>
            </a:r>
            <a:endParaRPr/>
          </a:p>
        </p:txBody>
      </p:sp>
      <p:sp>
        <p:nvSpPr>
          <p:cNvPr id="2416" name="Google Shape;2416;p71"/>
          <p:cNvSpPr txBox="1"/>
          <p:nvPr>
            <p:ph type="title"/>
          </p:nvPr>
        </p:nvSpPr>
        <p:spPr>
          <a:xfrm>
            <a:off x="540000" y="360000"/>
            <a:ext cx="4457400" cy="28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CV Generation </a:t>
            </a:r>
            <a:endParaRPr/>
          </a:p>
        </p:txBody>
      </p:sp>
      <p:sp>
        <p:nvSpPr>
          <p:cNvPr id="2417" name="Google Shape;2417;p71"/>
          <p:cNvSpPr txBox="1"/>
          <p:nvPr>
            <p:ph idx="14" type="subTitle"/>
          </p:nvPr>
        </p:nvSpPr>
        <p:spPr>
          <a:xfrm>
            <a:off x="540000" y="687125"/>
            <a:ext cx="4456200" cy="21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Create a standardized CV in multiple languages with the latest Google Docs and Google Slides templates and the right keywords</a:t>
            </a:r>
            <a:endParaRPr/>
          </a:p>
        </p:txBody>
      </p:sp>
      <p:sp>
        <p:nvSpPr>
          <p:cNvPr id="2418" name="Google Shape;2418;p71"/>
          <p:cNvSpPr txBox="1"/>
          <p:nvPr>
            <p:ph idx="15" type="subTitle"/>
          </p:nvPr>
        </p:nvSpPr>
        <p:spPr>
          <a:xfrm>
            <a:off x="540000" y="203200"/>
            <a:ext cx="4457400" cy="10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Staffing</a:t>
            </a:r>
            <a:endParaRPr/>
          </a:p>
        </p:txBody>
      </p:sp>
      <p:sp>
        <p:nvSpPr>
          <p:cNvPr id="2419" name="Google Shape;2419;p71"/>
          <p:cNvSpPr/>
          <p:nvPr/>
        </p:nvSpPr>
        <p:spPr>
          <a:xfrm>
            <a:off x="540000" y="3975200"/>
            <a:ext cx="4456200" cy="565500"/>
          </a:xfrm>
          <a:prstGeom prst="round2SameRect">
            <a:avLst>
              <a:gd fmla="val 0"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rgbClr val="FFFFFF"/>
              </a:solidFill>
              <a:latin typeface="Montserrat SemiBold"/>
              <a:ea typeface="Montserrat SemiBold"/>
              <a:cs typeface="Montserrat SemiBold"/>
              <a:sym typeface="Montserrat SemiBold"/>
            </a:endParaRPr>
          </a:p>
        </p:txBody>
      </p:sp>
      <p:sp>
        <p:nvSpPr>
          <p:cNvPr id="2420" name="Google Shape;2420;p71"/>
          <p:cNvSpPr txBox="1"/>
          <p:nvPr/>
        </p:nvSpPr>
        <p:spPr>
          <a:xfrm>
            <a:off x="641350" y="4140725"/>
            <a:ext cx="1168200" cy="213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lang="en-GB" sz="700">
                <a:solidFill>
                  <a:schemeClr val="lt2"/>
                </a:solidFill>
                <a:latin typeface="Montserrat"/>
                <a:ea typeface="Montserrat"/>
                <a:cs typeface="Montserrat"/>
                <a:sym typeface="Montserrat"/>
              </a:rPr>
              <a:t>Synthesis</a:t>
            </a:r>
            <a:endParaRPr b="1" sz="700">
              <a:solidFill>
                <a:schemeClr val="lt2"/>
              </a:solidFill>
              <a:latin typeface="Montserrat"/>
              <a:ea typeface="Montserrat"/>
              <a:cs typeface="Montserrat"/>
              <a:sym typeface="Montserrat"/>
            </a:endParaRPr>
          </a:p>
          <a:p>
            <a:pPr indent="0" lvl="0" marL="0" marR="0" rtl="0" algn="l">
              <a:spcBef>
                <a:spcPts val="0"/>
              </a:spcBef>
              <a:spcAft>
                <a:spcPts val="0"/>
              </a:spcAft>
              <a:buNone/>
            </a:pPr>
            <a:r>
              <a:rPr lang="en-GB" sz="800">
                <a:solidFill>
                  <a:schemeClr val="dk1"/>
                </a:solidFill>
                <a:latin typeface="Montserrat Medium"/>
                <a:ea typeface="Montserrat Medium"/>
                <a:cs typeface="Montserrat Medium"/>
                <a:sym typeface="Montserrat Medium"/>
              </a:rPr>
              <a:t>High level Analysis</a:t>
            </a:r>
            <a:endParaRPr sz="800">
              <a:solidFill>
                <a:schemeClr val="dk1"/>
              </a:solidFill>
              <a:latin typeface="Montserrat Medium"/>
              <a:ea typeface="Montserrat Medium"/>
              <a:cs typeface="Montserrat Medium"/>
              <a:sym typeface="Montserrat Medium"/>
            </a:endParaRPr>
          </a:p>
        </p:txBody>
      </p:sp>
      <p:sp>
        <p:nvSpPr>
          <p:cNvPr id="2421" name="Google Shape;2421;p71"/>
          <p:cNvSpPr/>
          <p:nvPr/>
        </p:nvSpPr>
        <p:spPr>
          <a:xfrm>
            <a:off x="2011616" y="4053460"/>
            <a:ext cx="1318200" cy="109500"/>
          </a:xfrm>
          <a:prstGeom prst="roundRect">
            <a:avLst>
              <a:gd fmla="val 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700">
                <a:solidFill>
                  <a:schemeClr val="dk1"/>
                </a:solidFill>
                <a:latin typeface="Montserrat Medium"/>
                <a:ea typeface="Montserrat Medium"/>
                <a:cs typeface="Montserrat Medium"/>
                <a:sym typeface="Montserrat Medium"/>
              </a:rPr>
              <a:t>Feasibility</a:t>
            </a:r>
            <a:endParaRPr sz="700">
              <a:solidFill>
                <a:schemeClr val="dk1"/>
              </a:solidFill>
              <a:latin typeface="Montserrat Medium"/>
              <a:ea typeface="Montserrat Medium"/>
              <a:cs typeface="Montserrat Medium"/>
              <a:sym typeface="Montserrat Medium"/>
            </a:endParaRPr>
          </a:p>
        </p:txBody>
      </p:sp>
      <p:sp>
        <p:nvSpPr>
          <p:cNvPr id="2422" name="Google Shape;2422;p71"/>
          <p:cNvSpPr/>
          <p:nvPr/>
        </p:nvSpPr>
        <p:spPr>
          <a:xfrm>
            <a:off x="3597879" y="4053460"/>
            <a:ext cx="1318200" cy="109500"/>
          </a:xfrm>
          <a:prstGeom prst="roundRect">
            <a:avLst>
              <a:gd fmla="val 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700">
                <a:solidFill>
                  <a:schemeClr val="dk1"/>
                </a:solidFill>
                <a:latin typeface="Montserrat Medium"/>
                <a:ea typeface="Montserrat Medium"/>
                <a:cs typeface="Montserrat Medium"/>
                <a:sym typeface="Montserrat Medium"/>
              </a:rPr>
              <a:t>Benefits</a:t>
            </a:r>
            <a:endParaRPr sz="700">
              <a:solidFill>
                <a:schemeClr val="dk1"/>
              </a:solidFill>
              <a:latin typeface="Montserrat Medium"/>
              <a:ea typeface="Montserrat Medium"/>
              <a:cs typeface="Montserrat Medium"/>
              <a:sym typeface="Montserrat Medium"/>
            </a:endParaRPr>
          </a:p>
        </p:txBody>
      </p:sp>
      <p:sp>
        <p:nvSpPr>
          <p:cNvPr id="2423" name="Google Shape;2423;p71"/>
          <p:cNvSpPr/>
          <p:nvPr/>
        </p:nvSpPr>
        <p:spPr>
          <a:xfrm>
            <a:off x="2053855" y="4264656"/>
            <a:ext cx="270900" cy="70800"/>
          </a:xfrm>
          <a:prstGeom prst="roundRect">
            <a:avLst>
              <a:gd fmla="val 0" name="adj"/>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1</a:t>
            </a:r>
            <a:endParaRPr sz="600">
              <a:solidFill>
                <a:schemeClr val="dk1"/>
              </a:solidFill>
              <a:latin typeface="Montserrat SemiBold"/>
              <a:ea typeface="Montserrat SemiBold"/>
              <a:cs typeface="Montserrat SemiBold"/>
              <a:sym typeface="Montserrat SemiBold"/>
            </a:endParaRPr>
          </a:p>
        </p:txBody>
      </p:sp>
      <p:sp>
        <p:nvSpPr>
          <p:cNvPr id="2424" name="Google Shape;2424;p71"/>
          <p:cNvSpPr/>
          <p:nvPr/>
        </p:nvSpPr>
        <p:spPr>
          <a:xfrm>
            <a:off x="2374738" y="4264656"/>
            <a:ext cx="270900" cy="70800"/>
          </a:xfrm>
          <a:prstGeom prst="roundRect">
            <a:avLst>
              <a:gd fmla="val 0" name="adj"/>
            </a:avLst>
          </a:prstGeom>
          <a:solidFill>
            <a:schemeClr val="accent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2</a:t>
            </a:r>
            <a:endParaRPr sz="600">
              <a:solidFill>
                <a:schemeClr val="dk1"/>
              </a:solidFill>
              <a:latin typeface="Montserrat SemiBold"/>
              <a:ea typeface="Montserrat SemiBold"/>
              <a:cs typeface="Montserrat SemiBold"/>
              <a:sym typeface="Montserrat SemiBold"/>
            </a:endParaRPr>
          </a:p>
        </p:txBody>
      </p:sp>
      <p:sp>
        <p:nvSpPr>
          <p:cNvPr id="2425" name="Google Shape;2425;p71"/>
          <p:cNvSpPr/>
          <p:nvPr/>
        </p:nvSpPr>
        <p:spPr>
          <a:xfrm>
            <a:off x="2695621" y="4264656"/>
            <a:ext cx="270900" cy="70800"/>
          </a:xfrm>
          <a:prstGeom prst="roundRect">
            <a:avLst>
              <a:gd fmla="val 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3</a:t>
            </a:r>
            <a:endParaRPr sz="600">
              <a:solidFill>
                <a:schemeClr val="dk1"/>
              </a:solidFill>
              <a:latin typeface="Montserrat SemiBold"/>
              <a:ea typeface="Montserrat SemiBold"/>
              <a:cs typeface="Montserrat SemiBold"/>
              <a:sym typeface="Montserrat SemiBold"/>
            </a:endParaRPr>
          </a:p>
        </p:txBody>
      </p:sp>
      <p:sp>
        <p:nvSpPr>
          <p:cNvPr id="2426" name="Google Shape;2426;p71"/>
          <p:cNvSpPr/>
          <p:nvPr/>
        </p:nvSpPr>
        <p:spPr>
          <a:xfrm>
            <a:off x="3016503" y="4263678"/>
            <a:ext cx="270900" cy="70800"/>
          </a:xfrm>
          <a:prstGeom prst="roundRect">
            <a:avLst>
              <a:gd fmla="val 0" name="adj"/>
            </a:avLst>
          </a:prstGeom>
          <a:solidFill>
            <a:schemeClr val="l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4</a:t>
            </a:r>
            <a:endParaRPr sz="600">
              <a:solidFill>
                <a:schemeClr val="dk1"/>
              </a:solidFill>
              <a:latin typeface="Montserrat SemiBold"/>
              <a:ea typeface="Montserrat SemiBold"/>
              <a:cs typeface="Montserrat SemiBold"/>
              <a:sym typeface="Montserrat SemiBold"/>
            </a:endParaRPr>
          </a:p>
        </p:txBody>
      </p:sp>
      <p:sp>
        <p:nvSpPr>
          <p:cNvPr id="2427" name="Google Shape;2427;p71"/>
          <p:cNvSpPr/>
          <p:nvPr/>
        </p:nvSpPr>
        <p:spPr>
          <a:xfrm>
            <a:off x="3640136" y="4264653"/>
            <a:ext cx="270900" cy="70800"/>
          </a:xfrm>
          <a:prstGeom prst="roundRect">
            <a:avLst>
              <a:gd fmla="val 0" name="adj"/>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1</a:t>
            </a:r>
            <a:endParaRPr sz="600">
              <a:solidFill>
                <a:schemeClr val="dk1"/>
              </a:solidFill>
              <a:latin typeface="Montserrat SemiBold"/>
              <a:ea typeface="Montserrat SemiBold"/>
              <a:cs typeface="Montserrat SemiBold"/>
              <a:sym typeface="Montserrat SemiBold"/>
            </a:endParaRPr>
          </a:p>
        </p:txBody>
      </p:sp>
      <p:sp>
        <p:nvSpPr>
          <p:cNvPr id="2428" name="Google Shape;2428;p71"/>
          <p:cNvSpPr/>
          <p:nvPr/>
        </p:nvSpPr>
        <p:spPr>
          <a:xfrm>
            <a:off x="3961016" y="4264653"/>
            <a:ext cx="270900" cy="70800"/>
          </a:xfrm>
          <a:prstGeom prst="roundRect">
            <a:avLst>
              <a:gd fmla="val 0" name="adj"/>
            </a:avLst>
          </a:prstGeom>
          <a:solidFill>
            <a:schemeClr val="accent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2</a:t>
            </a:r>
            <a:endParaRPr sz="600">
              <a:solidFill>
                <a:schemeClr val="dk1"/>
              </a:solidFill>
              <a:latin typeface="Montserrat SemiBold"/>
              <a:ea typeface="Montserrat SemiBold"/>
              <a:cs typeface="Montserrat SemiBold"/>
              <a:sym typeface="Montserrat SemiBold"/>
            </a:endParaRPr>
          </a:p>
        </p:txBody>
      </p:sp>
      <p:sp>
        <p:nvSpPr>
          <p:cNvPr id="2429" name="Google Shape;2429;p71"/>
          <p:cNvSpPr/>
          <p:nvPr/>
        </p:nvSpPr>
        <p:spPr>
          <a:xfrm>
            <a:off x="4281896" y="4264653"/>
            <a:ext cx="270900" cy="70800"/>
          </a:xfrm>
          <a:prstGeom prst="roundRect">
            <a:avLst>
              <a:gd fmla="val 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3</a:t>
            </a:r>
            <a:endParaRPr sz="600">
              <a:solidFill>
                <a:schemeClr val="dk1"/>
              </a:solidFill>
              <a:latin typeface="Montserrat SemiBold"/>
              <a:ea typeface="Montserrat SemiBold"/>
              <a:cs typeface="Montserrat SemiBold"/>
              <a:sym typeface="Montserrat SemiBold"/>
            </a:endParaRPr>
          </a:p>
        </p:txBody>
      </p:sp>
      <p:sp>
        <p:nvSpPr>
          <p:cNvPr id="2430" name="Google Shape;2430;p71"/>
          <p:cNvSpPr/>
          <p:nvPr/>
        </p:nvSpPr>
        <p:spPr>
          <a:xfrm>
            <a:off x="4602776" y="4263675"/>
            <a:ext cx="270900" cy="70800"/>
          </a:xfrm>
          <a:prstGeom prst="roundRect">
            <a:avLst>
              <a:gd fmla="val 0" name="adj"/>
            </a:avLst>
          </a:prstGeom>
          <a:solidFill>
            <a:schemeClr val="l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GB" sz="600">
                <a:solidFill>
                  <a:schemeClr val="dk1"/>
                </a:solidFill>
                <a:latin typeface="Montserrat SemiBold"/>
                <a:ea typeface="Montserrat SemiBold"/>
                <a:cs typeface="Montserrat SemiBold"/>
                <a:sym typeface="Montserrat SemiBold"/>
              </a:rPr>
              <a:t>4</a:t>
            </a:r>
            <a:endParaRPr sz="600">
              <a:solidFill>
                <a:schemeClr val="dk1"/>
              </a:solidFill>
              <a:latin typeface="Montserrat SemiBold"/>
              <a:ea typeface="Montserrat SemiBold"/>
              <a:cs typeface="Montserrat SemiBold"/>
              <a:sym typeface="Montserrat SemiBold"/>
            </a:endParaRPr>
          </a:p>
        </p:txBody>
      </p:sp>
      <p:sp>
        <p:nvSpPr>
          <p:cNvPr id="2431" name="Google Shape;2431;p71"/>
          <p:cNvSpPr/>
          <p:nvPr/>
        </p:nvSpPr>
        <p:spPr>
          <a:xfrm>
            <a:off x="2053855" y="4377810"/>
            <a:ext cx="2709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i="1" lang="en-GB" sz="400">
                <a:solidFill>
                  <a:schemeClr val="dk1"/>
                </a:solidFill>
                <a:latin typeface="Montserrat Medium"/>
                <a:ea typeface="Montserrat Medium"/>
                <a:cs typeface="Montserrat Medium"/>
                <a:sym typeface="Montserrat Medium"/>
              </a:rPr>
              <a:t>Low</a:t>
            </a:r>
            <a:endParaRPr i="1" sz="400">
              <a:solidFill>
                <a:schemeClr val="dk1"/>
              </a:solidFill>
              <a:latin typeface="Montserrat Medium"/>
              <a:ea typeface="Montserrat Medium"/>
              <a:cs typeface="Montserrat Medium"/>
              <a:sym typeface="Montserrat Medium"/>
            </a:endParaRPr>
          </a:p>
        </p:txBody>
      </p:sp>
      <p:sp>
        <p:nvSpPr>
          <p:cNvPr id="2432" name="Google Shape;2432;p71"/>
          <p:cNvSpPr/>
          <p:nvPr/>
        </p:nvSpPr>
        <p:spPr>
          <a:xfrm>
            <a:off x="2374738" y="4377810"/>
            <a:ext cx="2709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i="1" lang="en-GB" sz="400">
                <a:solidFill>
                  <a:schemeClr val="dk1"/>
                </a:solidFill>
                <a:latin typeface="Montserrat Medium"/>
                <a:ea typeface="Montserrat Medium"/>
                <a:cs typeface="Montserrat Medium"/>
                <a:sym typeface="Montserrat Medium"/>
              </a:rPr>
              <a:t>Medium</a:t>
            </a:r>
            <a:endParaRPr i="1" sz="400">
              <a:solidFill>
                <a:schemeClr val="dk1"/>
              </a:solidFill>
              <a:latin typeface="Montserrat Medium"/>
              <a:ea typeface="Montserrat Medium"/>
              <a:cs typeface="Montserrat Medium"/>
              <a:sym typeface="Montserrat Medium"/>
            </a:endParaRPr>
          </a:p>
        </p:txBody>
      </p:sp>
      <p:sp>
        <p:nvSpPr>
          <p:cNvPr id="2433" name="Google Shape;2433;p71"/>
          <p:cNvSpPr/>
          <p:nvPr/>
        </p:nvSpPr>
        <p:spPr>
          <a:xfrm>
            <a:off x="2695621" y="4377810"/>
            <a:ext cx="2709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GB" sz="400">
                <a:solidFill>
                  <a:schemeClr val="dk1"/>
                </a:solidFill>
                <a:latin typeface="Montserrat Medium"/>
                <a:ea typeface="Montserrat Medium"/>
                <a:cs typeface="Montserrat Medium"/>
                <a:sym typeface="Montserrat Medium"/>
              </a:rPr>
              <a:t>High</a:t>
            </a:r>
            <a:endParaRPr i="1" sz="400">
              <a:solidFill>
                <a:schemeClr val="dk1"/>
              </a:solidFill>
              <a:latin typeface="Montserrat Medium"/>
              <a:ea typeface="Montserrat Medium"/>
              <a:cs typeface="Montserrat Medium"/>
              <a:sym typeface="Montserrat Medium"/>
            </a:endParaRPr>
          </a:p>
        </p:txBody>
      </p:sp>
      <p:sp>
        <p:nvSpPr>
          <p:cNvPr id="2434" name="Google Shape;2434;p71"/>
          <p:cNvSpPr/>
          <p:nvPr/>
        </p:nvSpPr>
        <p:spPr>
          <a:xfrm>
            <a:off x="3016503" y="4376832"/>
            <a:ext cx="2709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GB" sz="400">
                <a:solidFill>
                  <a:schemeClr val="dk1"/>
                </a:solidFill>
                <a:latin typeface="Montserrat Medium"/>
                <a:ea typeface="Montserrat Medium"/>
                <a:cs typeface="Montserrat Medium"/>
                <a:sym typeface="Montserrat Medium"/>
              </a:rPr>
              <a:t>Super-high</a:t>
            </a:r>
            <a:endParaRPr i="1" sz="400">
              <a:solidFill>
                <a:schemeClr val="dk1"/>
              </a:solidFill>
              <a:latin typeface="Montserrat Medium"/>
              <a:ea typeface="Montserrat Medium"/>
              <a:cs typeface="Montserrat Medium"/>
              <a:sym typeface="Montserrat Medium"/>
            </a:endParaRPr>
          </a:p>
        </p:txBody>
      </p:sp>
      <p:sp>
        <p:nvSpPr>
          <p:cNvPr id="2435" name="Google Shape;2435;p71"/>
          <p:cNvSpPr/>
          <p:nvPr/>
        </p:nvSpPr>
        <p:spPr>
          <a:xfrm>
            <a:off x="3625842" y="4391650"/>
            <a:ext cx="2772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i="1" lang="en-GB" sz="400">
                <a:solidFill>
                  <a:schemeClr val="dk1"/>
                </a:solidFill>
                <a:latin typeface="Montserrat Medium"/>
                <a:ea typeface="Montserrat Medium"/>
                <a:cs typeface="Montserrat Medium"/>
                <a:sym typeface="Montserrat Medium"/>
              </a:rPr>
              <a:t>Low</a:t>
            </a:r>
            <a:endParaRPr i="1" sz="400">
              <a:solidFill>
                <a:schemeClr val="dk1"/>
              </a:solidFill>
              <a:latin typeface="Montserrat Medium"/>
              <a:ea typeface="Montserrat Medium"/>
              <a:cs typeface="Montserrat Medium"/>
              <a:sym typeface="Montserrat Medium"/>
            </a:endParaRPr>
          </a:p>
        </p:txBody>
      </p:sp>
      <p:sp>
        <p:nvSpPr>
          <p:cNvPr id="2436" name="Google Shape;2436;p71"/>
          <p:cNvSpPr/>
          <p:nvPr/>
        </p:nvSpPr>
        <p:spPr>
          <a:xfrm>
            <a:off x="3954150" y="4391650"/>
            <a:ext cx="2772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i="1" lang="en-GB" sz="400">
                <a:solidFill>
                  <a:schemeClr val="dk1"/>
                </a:solidFill>
                <a:latin typeface="Montserrat Medium"/>
                <a:ea typeface="Montserrat Medium"/>
                <a:cs typeface="Montserrat Medium"/>
                <a:sym typeface="Montserrat Medium"/>
              </a:rPr>
              <a:t>Medium</a:t>
            </a:r>
            <a:endParaRPr i="1" sz="400">
              <a:solidFill>
                <a:schemeClr val="dk1"/>
              </a:solidFill>
              <a:latin typeface="Montserrat Medium"/>
              <a:ea typeface="Montserrat Medium"/>
              <a:cs typeface="Montserrat Medium"/>
              <a:sym typeface="Montserrat Medium"/>
            </a:endParaRPr>
          </a:p>
        </p:txBody>
      </p:sp>
      <p:sp>
        <p:nvSpPr>
          <p:cNvPr id="2437" name="Google Shape;2437;p71"/>
          <p:cNvSpPr/>
          <p:nvPr/>
        </p:nvSpPr>
        <p:spPr>
          <a:xfrm>
            <a:off x="4282457" y="4391650"/>
            <a:ext cx="2772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GB" sz="400">
                <a:solidFill>
                  <a:schemeClr val="dk1"/>
                </a:solidFill>
                <a:latin typeface="Montserrat Medium"/>
                <a:ea typeface="Montserrat Medium"/>
                <a:cs typeface="Montserrat Medium"/>
                <a:sym typeface="Montserrat Medium"/>
              </a:rPr>
              <a:t>High</a:t>
            </a:r>
            <a:endParaRPr i="1" sz="400">
              <a:solidFill>
                <a:schemeClr val="dk1"/>
              </a:solidFill>
              <a:latin typeface="Montserrat Medium"/>
              <a:ea typeface="Montserrat Medium"/>
              <a:cs typeface="Montserrat Medium"/>
              <a:sym typeface="Montserrat Medium"/>
            </a:endParaRPr>
          </a:p>
        </p:txBody>
      </p:sp>
      <p:sp>
        <p:nvSpPr>
          <p:cNvPr id="2438" name="Google Shape;2438;p71"/>
          <p:cNvSpPr/>
          <p:nvPr/>
        </p:nvSpPr>
        <p:spPr>
          <a:xfrm>
            <a:off x="4610765" y="4390672"/>
            <a:ext cx="277200" cy="70800"/>
          </a:xfrm>
          <a:prstGeom prst="roundRect">
            <a:avLst>
              <a:gd fmla="val 26552"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GB" sz="400">
                <a:solidFill>
                  <a:schemeClr val="dk1"/>
                </a:solidFill>
                <a:latin typeface="Montserrat Medium"/>
                <a:ea typeface="Montserrat Medium"/>
                <a:cs typeface="Montserrat Medium"/>
                <a:sym typeface="Montserrat Medium"/>
              </a:rPr>
              <a:t>Super-high</a:t>
            </a:r>
            <a:endParaRPr i="1" sz="400">
              <a:solidFill>
                <a:schemeClr val="dk1"/>
              </a:solidFill>
              <a:latin typeface="Montserrat Medium"/>
              <a:ea typeface="Montserrat Medium"/>
              <a:cs typeface="Montserrat Medium"/>
              <a:sym typeface="Montserrat Medium"/>
            </a:endParaRPr>
          </a:p>
        </p:txBody>
      </p:sp>
      <p:sp>
        <p:nvSpPr>
          <p:cNvPr id="2439" name="Google Shape;2439;p71"/>
          <p:cNvSpPr/>
          <p:nvPr/>
        </p:nvSpPr>
        <p:spPr>
          <a:xfrm rot="-2700000">
            <a:off x="2806667" y="4189403"/>
            <a:ext cx="48790" cy="4879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2440" name="Google Shape;2440;p71"/>
          <p:cNvSpPr/>
          <p:nvPr/>
        </p:nvSpPr>
        <p:spPr>
          <a:xfrm rot="-2700000">
            <a:off x="4724967" y="4188915"/>
            <a:ext cx="48790" cy="4879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Light"/>
              <a:ea typeface="Montserrat Light"/>
              <a:cs typeface="Montserrat Light"/>
              <a:sym typeface="Montserrat Light"/>
            </a:endParaRPr>
          </a:p>
        </p:txBody>
      </p:sp>
      <p:sp>
        <p:nvSpPr>
          <p:cNvPr id="2441" name="Google Shape;2441;p71"/>
          <p:cNvSpPr/>
          <p:nvPr>
            <p:ph idx="16" type="pic"/>
          </p:nvPr>
        </p:nvSpPr>
        <p:spPr>
          <a:xfrm>
            <a:off x="7017888" y="426575"/>
            <a:ext cx="395700" cy="395700"/>
          </a:xfrm>
          <a:prstGeom prst="ellipse">
            <a:avLst/>
          </a:prstGeom>
        </p:spPr>
      </p:sp>
      <p:sp>
        <p:nvSpPr>
          <p:cNvPr id="2442" name="Google Shape;2442;p71"/>
          <p:cNvSpPr txBox="1"/>
          <p:nvPr>
            <p:ph idx="22" type="body"/>
          </p:nvPr>
        </p:nvSpPr>
        <p:spPr>
          <a:xfrm>
            <a:off x="7494313" y="642338"/>
            <a:ext cx="984600" cy="17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Job title/responsibility</a:t>
            </a:r>
            <a:endParaRPr/>
          </a:p>
          <a:p>
            <a:pPr indent="0" lvl="0" marL="0" rtl="0" algn="l">
              <a:spcBef>
                <a:spcPts val="0"/>
              </a:spcBef>
              <a:spcAft>
                <a:spcPts val="0"/>
              </a:spcAft>
              <a:buNone/>
            </a:pPr>
            <a:r>
              <a:t/>
            </a:r>
            <a:endParaRPr/>
          </a:p>
        </p:txBody>
      </p:sp>
      <p:sp>
        <p:nvSpPr>
          <p:cNvPr id="2443" name="Google Shape;2443;p71"/>
          <p:cNvSpPr txBox="1"/>
          <p:nvPr>
            <p:ph idx="17" type="subTitle"/>
          </p:nvPr>
        </p:nvSpPr>
        <p:spPr>
          <a:xfrm>
            <a:off x="7022913" y="280938"/>
            <a:ext cx="1456200" cy="82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Owner</a:t>
            </a:r>
            <a:endParaRPr/>
          </a:p>
        </p:txBody>
      </p:sp>
      <p:sp>
        <p:nvSpPr>
          <p:cNvPr id="2444" name="Google Shape;2444;p71"/>
          <p:cNvSpPr txBox="1"/>
          <p:nvPr>
            <p:ph idx="18" type="body"/>
          </p:nvPr>
        </p:nvSpPr>
        <p:spPr>
          <a:xfrm>
            <a:off x="7489588" y="424038"/>
            <a:ext cx="984600" cy="174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Name Surname</a:t>
            </a:r>
            <a:endParaRPr/>
          </a:p>
        </p:txBody>
      </p:sp>
      <p:sp>
        <p:nvSpPr>
          <p:cNvPr id="2445" name="Google Shape;2445;p71"/>
          <p:cNvSpPr/>
          <p:nvPr>
            <p:ph idx="19" type="pic"/>
          </p:nvPr>
        </p:nvSpPr>
        <p:spPr>
          <a:xfrm>
            <a:off x="5449938" y="426575"/>
            <a:ext cx="395700" cy="395700"/>
          </a:xfrm>
          <a:prstGeom prst="ellipse">
            <a:avLst/>
          </a:prstGeom>
        </p:spPr>
      </p:sp>
      <p:sp>
        <p:nvSpPr>
          <p:cNvPr id="2446" name="Google Shape;2446;p71"/>
          <p:cNvSpPr txBox="1"/>
          <p:nvPr>
            <p:ph idx="23" type="body"/>
          </p:nvPr>
        </p:nvSpPr>
        <p:spPr>
          <a:xfrm>
            <a:off x="5926363" y="642338"/>
            <a:ext cx="984600" cy="17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Job title/</a:t>
            </a:r>
            <a:r>
              <a:rPr lang="en-GB"/>
              <a:t>responsibility</a:t>
            </a:r>
            <a:endParaRPr/>
          </a:p>
        </p:txBody>
      </p:sp>
      <p:sp>
        <p:nvSpPr>
          <p:cNvPr id="2447" name="Google Shape;2447;p71"/>
          <p:cNvSpPr txBox="1"/>
          <p:nvPr>
            <p:ph idx="20" type="subTitle"/>
          </p:nvPr>
        </p:nvSpPr>
        <p:spPr>
          <a:xfrm>
            <a:off x="5454963" y="280938"/>
            <a:ext cx="1456200" cy="82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Owner</a:t>
            </a:r>
            <a:endParaRPr/>
          </a:p>
        </p:txBody>
      </p:sp>
      <p:sp>
        <p:nvSpPr>
          <p:cNvPr id="2448" name="Google Shape;2448;p71"/>
          <p:cNvSpPr txBox="1"/>
          <p:nvPr>
            <p:ph idx="21" type="body"/>
          </p:nvPr>
        </p:nvSpPr>
        <p:spPr>
          <a:xfrm>
            <a:off x="5921638" y="424038"/>
            <a:ext cx="984600" cy="174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Name Surname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2" name="Shape 2452"/>
        <p:cNvGrpSpPr/>
        <p:nvPr/>
      </p:nvGrpSpPr>
      <p:grpSpPr>
        <a:xfrm>
          <a:off x="0" y="0"/>
          <a:ext cx="0" cy="0"/>
          <a:chOff x="0" y="0"/>
          <a:chExt cx="0" cy="0"/>
        </a:xfrm>
      </p:grpSpPr>
      <p:sp>
        <p:nvSpPr>
          <p:cNvPr id="2453" name="Google Shape;2453;p72"/>
          <p:cNvSpPr txBox="1"/>
          <p:nvPr>
            <p:ph idx="1" type="subTitle"/>
          </p:nvPr>
        </p:nvSpPr>
        <p:spPr>
          <a:xfrm>
            <a:off x="540000" y="561900"/>
            <a:ext cx="3248700" cy="40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Tables</a:t>
            </a:r>
            <a:endParaRPr/>
          </a:p>
        </p:txBody>
      </p:sp>
      <p:sp>
        <p:nvSpPr>
          <p:cNvPr id="2454" name="Google Shape;2454;p72"/>
          <p:cNvSpPr txBox="1"/>
          <p:nvPr>
            <p:ph idx="2" type="body"/>
          </p:nvPr>
        </p:nvSpPr>
        <p:spPr>
          <a:xfrm>
            <a:off x="4800600" y="561900"/>
            <a:ext cx="3803700" cy="4028100"/>
          </a:xfrm>
          <a:prstGeom prst="rect">
            <a:avLst/>
          </a:prstGeom>
        </p:spPr>
        <p:txBody>
          <a:bodyPr anchorCtr="0" anchor="ctr" bIns="0" lIns="0" spcFirstLastPara="1" rIns="0" wrap="square" tIns="0">
            <a:noAutofit/>
          </a:bodyPr>
          <a:lstStyle/>
          <a:p>
            <a:pPr indent="0" lvl="0" marL="0" rtl="0" algn="l">
              <a:lnSpc>
                <a:spcPct val="100000"/>
              </a:lnSpc>
              <a:spcBef>
                <a:spcPts val="1200"/>
              </a:spcBef>
              <a:spcAft>
                <a:spcPts val="1200"/>
              </a:spcAft>
              <a:buNone/>
            </a:pPr>
            <a:r>
              <a:rPr lang="en-GB"/>
              <a:t>Always ensure the text in the tables is in Montserrat and in one of our primary colors.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8" name="Shape 2458"/>
        <p:cNvGrpSpPr/>
        <p:nvPr/>
      </p:nvGrpSpPr>
      <p:grpSpPr>
        <a:xfrm>
          <a:off x="0" y="0"/>
          <a:ext cx="0" cy="0"/>
          <a:chOff x="0" y="0"/>
          <a:chExt cx="0" cy="0"/>
        </a:xfrm>
      </p:grpSpPr>
      <p:graphicFrame>
        <p:nvGraphicFramePr>
          <p:cNvPr id="2459" name="Google Shape;2459;p73"/>
          <p:cNvGraphicFramePr/>
          <p:nvPr/>
        </p:nvGraphicFramePr>
        <p:xfrm>
          <a:off x="540000" y="1080300"/>
          <a:ext cx="3000000" cy="3000000"/>
        </p:xfrm>
        <a:graphic>
          <a:graphicData uri="http://schemas.openxmlformats.org/drawingml/2006/table">
            <a:tbl>
              <a:tblPr>
                <a:noFill/>
                <a:tableStyleId>{B91514BC-4530-4DB9-818D-39566C5A235D}</a:tableStyleId>
              </a:tblPr>
              <a:tblGrid>
                <a:gridCol w="1152000"/>
                <a:gridCol w="1152000"/>
                <a:gridCol w="1152000"/>
                <a:gridCol w="1152000"/>
                <a:gridCol w="1152000"/>
                <a:gridCol w="1152000"/>
                <a:gridCol w="1152000"/>
              </a:tblGrid>
              <a:tr h="405425">
                <a:tc>
                  <a:txBody>
                    <a:bodyPr/>
                    <a:lstStyle/>
                    <a:p>
                      <a:pPr indent="0" lvl="0" marL="0" rtl="0" algn="l">
                        <a:spcBef>
                          <a:spcPts val="0"/>
                        </a:spcBef>
                        <a:spcAft>
                          <a:spcPts val="0"/>
                        </a:spcAft>
                        <a:buNone/>
                      </a:pPr>
                      <a:r>
                        <a:rPr lang="en-GB" sz="1000">
                          <a:solidFill>
                            <a:schemeClr val="lt1"/>
                          </a:solidFill>
                          <a:latin typeface="Montserrat Medium"/>
                          <a:ea typeface="Montserrat Medium"/>
                          <a:cs typeface="Montserrat Medium"/>
                          <a:sym typeface="Montserrat Medium"/>
                        </a:rPr>
                        <a:t>Item 1</a:t>
                      </a:r>
                      <a:endParaRPr sz="1000">
                        <a:solidFill>
                          <a:schemeClr val="lt1"/>
                        </a:solidFill>
                        <a:latin typeface="Montserrat Medium"/>
                        <a:ea typeface="Montserrat Medium"/>
                        <a:cs typeface="Montserrat Medium"/>
                        <a:sym typeface="Montserrat Medium"/>
                      </a:endParaRPr>
                    </a:p>
                  </a:txBody>
                  <a:tcPr marT="91425" marB="91425" marR="91425" marL="91425">
                    <a:lnL cap="flat" cmpd="sng" w="9525">
                      <a:solidFill>
                        <a:schemeClr val="lt2">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GB" sz="1000">
                          <a:solidFill>
                            <a:schemeClr val="lt1"/>
                          </a:solidFill>
                          <a:latin typeface="Montserrat Medium"/>
                          <a:ea typeface="Montserrat Medium"/>
                          <a:cs typeface="Montserrat Medium"/>
                          <a:sym typeface="Montserrat Medium"/>
                        </a:rPr>
                        <a:t>Item 2</a:t>
                      </a:r>
                      <a:endParaRPr sz="1000">
                        <a:solidFill>
                          <a:schemeClr val="lt1"/>
                        </a:solidFill>
                        <a:latin typeface="Montserrat Medium"/>
                        <a:ea typeface="Montserrat Medium"/>
                        <a:cs typeface="Montserrat Medium"/>
                        <a:sym typeface="Montserrat Medium"/>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GB" sz="1000">
                          <a:solidFill>
                            <a:schemeClr val="lt1"/>
                          </a:solidFill>
                          <a:latin typeface="Montserrat Medium"/>
                          <a:ea typeface="Montserrat Medium"/>
                          <a:cs typeface="Montserrat Medium"/>
                          <a:sym typeface="Montserrat Medium"/>
                        </a:rPr>
                        <a:t>Item 3</a:t>
                      </a:r>
                      <a:endParaRPr sz="1000">
                        <a:solidFill>
                          <a:schemeClr val="lt1"/>
                        </a:solidFill>
                        <a:latin typeface="Montserrat Medium"/>
                        <a:ea typeface="Montserrat Medium"/>
                        <a:cs typeface="Montserrat Medium"/>
                        <a:sym typeface="Montserrat Medium"/>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GB" sz="1000">
                          <a:solidFill>
                            <a:schemeClr val="lt1"/>
                          </a:solidFill>
                          <a:latin typeface="Montserrat Medium"/>
                          <a:ea typeface="Montserrat Medium"/>
                          <a:cs typeface="Montserrat Medium"/>
                          <a:sym typeface="Montserrat Medium"/>
                        </a:rPr>
                        <a:t>Item 4</a:t>
                      </a:r>
                      <a:endParaRPr sz="1000">
                        <a:solidFill>
                          <a:schemeClr val="lt1"/>
                        </a:solidFill>
                        <a:latin typeface="Montserrat Medium"/>
                        <a:ea typeface="Montserrat Medium"/>
                        <a:cs typeface="Montserrat Medium"/>
                        <a:sym typeface="Montserrat Medium"/>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GB" sz="1000">
                          <a:solidFill>
                            <a:schemeClr val="lt1"/>
                          </a:solidFill>
                          <a:latin typeface="Montserrat Medium"/>
                          <a:ea typeface="Montserrat Medium"/>
                          <a:cs typeface="Montserrat Medium"/>
                          <a:sym typeface="Montserrat Medium"/>
                        </a:rPr>
                        <a:t>Item 5</a:t>
                      </a:r>
                      <a:endParaRPr sz="1000">
                        <a:solidFill>
                          <a:schemeClr val="lt1"/>
                        </a:solidFill>
                        <a:latin typeface="Montserrat Medium"/>
                        <a:ea typeface="Montserrat Medium"/>
                        <a:cs typeface="Montserrat Medium"/>
                        <a:sym typeface="Montserrat Medium"/>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GB" sz="1000">
                          <a:solidFill>
                            <a:schemeClr val="lt1"/>
                          </a:solidFill>
                          <a:latin typeface="Montserrat Medium"/>
                          <a:ea typeface="Montserrat Medium"/>
                          <a:cs typeface="Montserrat Medium"/>
                          <a:sym typeface="Montserrat Medium"/>
                        </a:rPr>
                        <a:t>Item 6</a:t>
                      </a:r>
                      <a:endParaRPr sz="1000">
                        <a:solidFill>
                          <a:schemeClr val="lt1"/>
                        </a:solidFill>
                        <a:latin typeface="Montserrat Medium"/>
                        <a:ea typeface="Montserrat Medium"/>
                        <a:cs typeface="Montserrat Medium"/>
                        <a:sym typeface="Montserrat Medium"/>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GB" sz="1000">
                          <a:solidFill>
                            <a:schemeClr val="lt1"/>
                          </a:solidFill>
                          <a:latin typeface="Montserrat Medium"/>
                          <a:ea typeface="Montserrat Medium"/>
                          <a:cs typeface="Montserrat Medium"/>
                          <a:sym typeface="Montserrat Medium"/>
                        </a:rPr>
                        <a:t>Item 7</a:t>
                      </a:r>
                      <a:endParaRPr sz="1000">
                        <a:solidFill>
                          <a:schemeClr val="lt1"/>
                        </a:solidFill>
                        <a:latin typeface="Montserrat Medium"/>
                        <a:ea typeface="Montserrat Medium"/>
                        <a:cs typeface="Montserrat Medium"/>
                        <a:sym typeface="Montserrat Medium"/>
                      </a:endParaRPr>
                    </a:p>
                  </a:txBody>
                  <a:tcPr marT="91425" marB="91425" marR="91425" marL="91425">
                    <a:lnL cap="flat" cmpd="sng" w="9525">
                      <a:solidFill>
                        <a:schemeClr val="lt1"/>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1"/>
                    </a:solidFill>
                  </a:tcPr>
                </a:tc>
              </a:tr>
              <a:tr h="405425">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405425">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405425">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405425">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405425">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405425">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405425">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alpha val="0"/>
                        </a:schemeClr>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latin typeface="Montserrat Light"/>
                          <a:ea typeface="Montserrat Light"/>
                          <a:cs typeface="Montserrat Light"/>
                          <a:sym typeface="Montserrat Light"/>
                        </a:rPr>
                        <a:t>Item</a:t>
                      </a:r>
                      <a:r>
                        <a:rPr lang="en-GB" sz="1000">
                          <a:latin typeface="Montserrat Light"/>
                          <a:ea typeface="Montserrat Light"/>
                          <a:cs typeface="Montserrat Light"/>
                          <a:sym typeface="Montserrat Light"/>
                        </a:rPr>
                        <a:t> </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r>
            </a:tbl>
          </a:graphicData>
        </a:graphic>
      </p:graphicFrame>
      <p:sp>
        <p:nvSpPr>
          <p:cNvPr id="2460" name="Google Shape;2460;p73"/>
          <p:cNvSpPr txBox="1"/>
          <p:nvPr>
            <p:ph type="title"/>
          </p:nvPr>
        </p:nvSpPr>
        <p:spPr>
          <a:xfrm>
            <a:off x="540000" y="360000"/>
            <a:ext cx="8064000" cy="54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4" name="Shape 246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oteam - AI-driven tech consulting">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